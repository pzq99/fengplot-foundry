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7"/>
  </p:handoutMasterIdLst>
  <p:sldIdLst>
    <p:sldId id="766" r:id="rId3"/>
    <p:sldId id="757" r:id="rId5"/>
    <p:sldId id="784" r:id="rId6"/>
  </p:sldIdLst>
  <p:sldSz cx="51206400" cy="5120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7611" userDrawn="1">
          <p15:clr>
            <a:srgbClr val="A4A3A4"/>
          </p15:clr>
        </p15:guide>
        <p15:guide id="2" pos="27948" userDrawn="1">
          <p15:clr>
            <a:srgbClr val="A4A3A4"/>
          </p15:clr>
        </p15:guide>
        <p15:guide id="3" orient="horz" pos="47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秀娜 孙" initials="秀孙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776E"/>
    <a:srgbClr val="FBC3BF"/>
    <a:srgbClr val="F65F54"/>
    <a:srgbClr val="42A6F5"/>
    <a:srgbClr val="8F9FA6"/>
    <a:srgbClr val="FFA726"/>
    <a:srgbClr val="E93F79"/>
    <a:srgbClr val="EC407A"/>
    <a:srgbClr val="67BB6A"/>
    <a:srgbClr val="90A4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70" autoAdjust="0"/>
    <p:restoredTop sz="95455" autoAdjust="0"/>
  </p:normalViewPr>
  <p:slideViewPr>
    <p:cSldViewPr snapToGrid="0" showGuides="1">
      <p:cViewPr>
        <p:scale>
          <a:sx n="25" d="100"/>
          <a:sy n="25" d="100"/>
        </p:scale>
        <p:origin x="1968" y="-942"/>
      </p:cViewPr>
      <p:guideLst>
        <p:guide pos="27611"/>
        <p:guide pos="27948"/>
        <p:guide orient="horz" pos="473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30" d="100"/>
        <a:sy n="30" d="100"/>
      </p:scale>
      <p:origin x="0" y="-566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ustomXml" Target="../customXml/item3.xml"/><Relationship Id="rId13" Type="http://schemas.openxmlformats.org/officeDocument/2006/relationships/customXml" Target="../customXml/item2.xml"/><Relationship Id="rId12" Type="http://schemas.openxmlformats.org/officeDocument/2006/relationships/customXml" Target="../customXml/item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68F106-69FF-44DD-B163-C8165D1898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8690ED-4444-4287-B118-118C2358E0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690ED-4444-4287-B118-118C2358E0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690ED-4444-4287-B118-118C2358E0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8690ED-4444-4287-B118-118C2358E0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8380311"/>
            <a:ext cx="43525440" cy="17827413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6895217"/>
            <a:ext cx="38404800" cy="12363023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2766055"/>
            <a:ext cx="44165520" cy="21300436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34268002"/>
            <a:ext cx="44165520" cy="1120139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/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3631334"/>
            <a:ext cx="21762720" cy="324899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3631334"/>
            <a:ext cx="21762720" cy="324899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726278"/>
            <a:ext cx="44165520" cy="98975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2552684"/>
            <a:ext cx="21662704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8704560"/>
            <a:ext cx="21662704" cy="275115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2552684"/>
            <a:ext cx="21769390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8704560"/>
            <a:ext cx="21769390" cy="275115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7372785"/>
            <a:ext cx="25923240" cy="3638973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7372785"/>
            <a:ext cx="25923240" cy="3638973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726267"/>
            <a:ext cx="11041380" cy="433950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726267"/>
            <a:ext cx="32484060" cy="433950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35EBC-99C5-4E39-A98E-CACAE7E0A03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233F6-70AD-408E-97C9-6E783C02DBB5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1828800" y="0"/>
            <a:ext cx="47548800" cy="2725738"/>
          </a:xfrm>
          <a:solidFill>
            <a:srgbClr val="785F8E"/>
          </a:solidFill>
        </p:spPr>
        <p:txBody>
          <a:bodyPr anchor="ctr" anchorCtr="0">
            <a:normAutofit/>
          </a:bodyPr>
          <a:lstStyle>
            <a:lvl1pPr marL="0" indent="0" algn="ctr">
              <a:buNone/>
              <a:defRPr sz="1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801089" y="-193964"/>
            <a:ext cx="0" cy="51400364"/>
          </a:xfrm>
          <a:prstGeom prst="line">
            <a:avLst/>
          </a:prstGeom>
          <a:ln w="76200">
            <a:solidFill>
              <a:srgbClr val="785F8E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49377598" y="-193964"/>
            <a:ext cx="0" cy="51400364"/>
          </a:xfrm>
          <a:prstGeom prst="line">
            <a:avLst/>
          </a:prstGeom>
          <a:ln w="76200">
            <a:solidFill>
              <a:srgbClr val="785F8E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726278"/>
            <a:ext cx="4416552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3631334"/>
            <a:ext cx="4416552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081AD-EE5C-4770-9B62-AB84BDDDD8C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7460758"/>
            <a:ext cx="172821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74347-4844-4C8B-ACEC-63CE914FA6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9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9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组合 68"/>
          <p:cNvGrpSpPr/>
          <p:nvPr/>
        </p:nvGrpSpPr>
        <p:grpSpPr>
          <a:xfrm>
            <a:off x="3964305" y="20139025"/>
            <a:ext cx="9014460" cy="8036560"/>
            <a:chOff x="20793" y="36539"/>
            <a:chExt cx="14196" cy="12656"/>
          </a:xfrm>
        </p:grpSpPr>
        <p:grpSp>
          <p:nvGrpSpPr>
            <p:cNvPr id="4166" name="组合 4165"/>
            <p:cNvGrpSpPr/>
            <p:nvPr/>
          </p:nvGrpSpPr>
          <p:grpSpPr>
            <a:xfrm>
              <a:off x="20793" y="36539"/>
              <a:ext cx="14196" cy="12657"/>
              <a:chOff x="12945820" y="32864200"/>
              <a:chExt cx="9014295" cy="8037499"/>
            </a:xfrm>
          </p:grpSpPr>
          <p:sp>
            <p:nvSpPr>
              <p:cNvPr id="4132" name="任意多边形: 形状 4131"/>
              <p:cNvSpPr/>
              <p:nvPr/>
            </p:nvSpPr>
            <p:spPr>
              <a:xfrm>
                <a:off x="12945820" y="32864200"/>
                <a:ext cx="9014295" cy="8037499"/>
              </a:xfrm>
              <a:custGeom>
                <a:avLst/>
                <a:gdLst>
                  <a:gd name="csX0" fmla="*/ 0 w 9014295"/>
                  <a:gd name="csY0" fmla="*/ 8037500 h 8037499"/>
                  <a:gd name="csX1" fmla="*/ 9014296 w 9014295"/>
                  <a:gd name="csY1" fmla="*/ 8037500 h 8037499"/>
                  <a:gd name="csX2" fmla="*/ 9014296 w 9014295"/>
                  <a:gd name="csY2" fmla="*/ 0 h 8037499"/>
                  <a:gd name="csX3" fmla="*/ 0 w 9014295"/>
                  <a:gd name="csY3" fmla="*/ 0 h 8037499"/>
                  <a:gd name="csX4" fmla="*/ 0 w 9014295"/>
                  <a:gd name="csY4" fmla="*/ 8037500 h 80374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9014295" h="8037499">
                    <a:moveTo>
                      <a:pt x="0" y="8037500"/>
                    </a:moveTo>
                    <a:lnTo>
                      <a:pt x="9014296" y="8037500"/>
                    </a:lnTo>
                    <a:lnTo>
                      <a:pt x="9014296" y="0"/>
                    </a:lnTo>
                    <a:lnTo>
                      <a:pt x="0" y="0"/>
                    </a:lnTo>
                    <a:lnTo>
                      <a:pt x="0" y="8037500"/>
                    </a:lnTo>
                    <a:close/>
                  </a:path>
                </a:pathLst>
              </a:custGeom>
              <a:noFill/>
              <a:ln w="21446" cap="flat">
                <a:noFill/>
                <a:prstDash val="solid"/>
                <a:round/>
              </a:ln>
            </p:spPr>
          </p:sp>
          <p:sp>
            <p:nvSpPr>
              <p:cNvPr id="4133" name="任意多边形: 形状 4132"/>
              <p:cNvSpPr/>
              <p:nvPr/>
            </p:nvSpPr>
            <p:spPr>
              <a:xfrm rot="10800000">
                <a:off x="17298020" y="34230791"/>
                <a:ext cx="3634363" cy="3338463"/>
              </a:xfrm>
              <a:custGeom>
                <a:avLst/>
                <a:gdLst>
                  <a:gd name="csX0" fmla="*/ 0 w 3634363"/>
                  <a:gd name="csY0" fmla="*/ 3338464 h 3338463"/>
                  <a:gd name="csX1" fmla="*/ 3634363 w 3634363"/>
                  <a:gd name="csY1" fmla="*/ 0 h 33384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34363" h="3338463">
                    <a:moveTo>
                      <a:pt x="0" y="3338464"/>
                    </a:moveTo>
                    <a:cubicBezTo>
                      <a:pt x="1331493" y="2334962"/>
                      <a:pt x="2542948" y="1222141"/>
                      <a:pt x="3634363" y="0"/>
                    </a:cubicBezTo>
                  </a:path>
                </a:pathLst>
              </a:custGeom>
              <a:noFill/>
              <a:ln w="101600" cap="flat">
                <a:solidFill>
                  <a:srgbClr val="FDB52E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34" name="任意多边形: 形状 4133"/>
              <p:cNvSpPr/>
              <p:nvPr/>
            </p:nvSpPr>
            <p:spPr>
              <a:xfrm rot="10800000">
                <a:off x="15000413" y="33305121"/>
                <a:ext cx="2076220" cy="4923884"/>
              </a:xfrm>
              <a:custGeom>
                <a:avLst/>
                <a:gdLst>
                  <a:gd name="csX0" fmla="*/ 2076220 w 2076220"/>
                  <a:gd name="csY0" fmla="*/ 4923885 h 4923884"/>
                  <a:gd name="csX1" fmla="*/ 0 w 2076220"/>
                  <a:gd name="csY1" fmla="*/ 0 h 4923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76220" h="4923884">
                    <a:moveTo>
                      <a:pt x="2076220" y="4923885"/>
                    </a:moveTo>
                    <a:cubicBezTo>
                      <a:pt x="1540078" y="3201138"/>
                      <a:pt x="848005" y="1559843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FCD025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35" name="任意多边形: 形状 4134"/>
              <p:cNvSpPr/>
              <p:nvPr/>
            </p:nvSpPr>
            <p:spPr>
              <a:xfrm rot="10800000">
                <a:off x="16858214" y="33401338"/>
                <a:ext cx="4435474" cy="3910087"/>
              </a:xfrm>
              <a:custGeom>
                <a:avLst/>
                <a:gdLst>
                  <a:gd name="csX0" fmla="*/ 0 w 4435474"/>
                  <a:gd name="csY0" fmla="*/ 3910088 h 3910087"/>
                  <a:gd name="csX1" fmla="*/ 4435475 w 4435474"/>
                  <a:gd name="csY1" fmla="*/ 0 h 39100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35474" h="3910087">
                    <a:moveTo>
                      <a:pt x="0" y="3910088"/>
                    </a:moveTo>
                    <a:cubicBezTo>
                      <a:pt x="1617817" y="2742923"/>
                      <a:pt x="3096308" y="1439561"/>
                      <a:pt x="4435475" y="0"/>
                    </a:cubicBezTo>
                  </a:path>
                </a:pathLst>
              </a:custGeom>
              <a:noFill/>
              <a:ln w="101600" cap="flat">
                <a:solidFill>
                  <a:srgbClr val="F0F921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36" name="任意多边形: 形状 4135"/>
              <p:cNvSpPr/>
              <p:nvPr/>
            </p:nvSpPr>
            <p:spPr>
              <a:xfrm rot="10800000">
                <a:off x="17559774" y="36237270"/>
                <a:ext cx="74940" cy="944165"/>
              </a:xfrm>
              <a:custGeom>
                <a:avLst/>
                <a:gdLst>
                  <a:gd name="csX0" fmla="*/ 74719 w 74940"/>
                  <a:gd name="csY0" fmla="*/ 944165 h 944165"/>
                  <a:gd name="csX1" fmla="*/ 0 w 74940"/>
                  <a:gd name="csY1" fmla="*/ 0 h 9441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4940" h="944165">
                    <a:moveTo>
                      <a:pt x="74719" y="944165"/>
                    </a:moveTo>
                    <a:cubicBezTo>
                      <a:pt x="77584" y="612749"/>
                      <a:pt x="52677" y="298028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6100A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37" name="任意多边形: 形状 4136"/>
              <p:cNvSpPr/>
              <p:nvPr/>
            </p:nvSpPr>
            <p:spPr>
              <a:xfrm rot="10800000">
                <a:off x="16810071" y="35909274"/>
                <a:ext cx="4345028" cy="1953339"/>
              </a:xfrm>
              <a:custGeom>
                <a:avLst/>
                <a:gdLst>
                  <a:gd name="csX0" fmla="*/ 0 w 4345028"/>
                  <a:gd name="csY0" fmla="*/ 1953339 h 1953339"/>
                  <a:gd name="csX1" fmla="*/ 4345028 w 4345028"/>
                  <a:gd name="csY1" fmla="*/ 0 h 19533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45028" h="1953339">
                    <a:moveTo>
                      <a:pt x="0" y="1953339"/>
                    </a:moveTo>
                    <a:cubicBezTo>
                      <a:pt x="1525497" y="1438603"/>
                      <a:pt x="2973840" y="787490"/>
                      <a:pt x="4345028" y="0"/>
                    </a:cubicBezTo>
                  </a:path>
                </a:pathLst>
              </a:custGeom>
              <a:noFill/>
              <a:ln w="101600" cap="flat">
                <a:solidFill>
                  <a:srgbClr val="FDAB33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38" name="任意多边形: 形状 4137"/>
              <p:cNvSpPr/>
              <p:nvPr/>
            </p:nvSpPr>
            <p:spPr>
              <a:xfrm rot="10800000">
                <a:off x="16456160" y="37559339"/>
                <a:ext cx="541768" cy="1732517"/>
              </a:xfrm>
              <a:custGeom>
                <a:avLst/>
                <a:gdLst>
                  <a:gd name="csX0" fmla="*/ 541769 w 541768"/>
                  <a:gd name="csY0" fmla="*/ 0 h 1732517"/>
                  <a:gd name="csX1" fmla="*/ 0 w 541768"/>
                  <a:gd name="csY1" fmla="*/ 1732517 h 17325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41768" h="1732517">
                    <a:moveTo>
                      <a:pt x="541769" y="0"/>
                    </a:moveTo>
                    <a:cubicBezTo>
                      <a:pt x="301686" y="574046"/>
                      <a:pt x="121097" y="1151552"/>
                      <a:pt x="0" y="1732517"/>
                    </a:cubicBezTo>
                  </a:path>
                </a:pathLst>
              </a:custGeom>
              <a:noFill/>
              <a:ln w="101600" cap="flat">
                <a:solidFill>
                  <a:srgbClr val="9814A0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39" name="任意多边形: 形状 4138"/>
              <p:cNvSpPr/>
              <p:nvPr/>
            </p:nvSpPr>
            <p:spPr>
              <a:xfrm rot="10800000">
                <a:off x="17306562" y="36692423"/>
                <a:ext cx="684996" cy="3758109"/>
              </a:xfrm>
              <a:custGeom>
                <a:avLst/>
                <a:gdLst>
                  <a:gd name="csX0" fmla="*/ 684997 w 684996"/>
                  <a:gd name="csY0" fmla="*/ 0 h 3758109"/>
                  <a:gd name="csX1" fmla="*/ 0 w 684996"/>
                  <a:gd name="csY1" fmla="*/ 3758109 h 37581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84996" h="3758109">
                    <a:moveTo>
                      <a:pt x="684997" y="0"/>
                    </a:moveTo>
                    <a:cubicBezTo>
                      <a:pt x="331536" y="1244590"/>
                      <a:pt x="103204" y="2497293"/>
                      <a:pt x="0" y="3758109"/>
                    </a:cubicBezTo>
                  </a:path>
                </a:pathLst>
              </a:custGeom>
              <a:noFill/>
              <a:ln w="101600" cap="flat">
                <a:solidFill>
                  <a:srgbClr val="EB7556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40" name="任意多边形: 形状 4139"/>
              <p:cNvSpPr/>
              <p:nvPr/>
            </p:nvSpPr>
            <p:spPr>
              <a:xfrm rot="10800000">
                <a:off x="17866678" y="35229290"/>
                <a:ext cx="2653028" cy="2203449"/>
              </a:xfrm>
              <a:custGeom>
                <a:avLst/>
                <a:gdLst>
                  <a:gd name="csX0" fmla="*/ 0 w 2653028"/>
                  <a:gd name="csY0" fmla="*/ 2203450 h 2203449"/>
                  <a:gd name="csX1" fmla="*/ 2653029 w 2653028"/>
                  <a:gd name="csY1" fmla="*/ 0 h 22034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653028" h="2203449">
                    <a:moveTo>
                      <a:pt x="0" y="2203450"/>
                    </a:moveTo>
                    <a:cubicBezTo>
                      <a:pt x="967144" y="1546044"/>
                      <a:pt x="1851487" y="811561"/>
                      <a:pt x="2653029" y="0"/>
                    </a:cubicBezTo>
                  </a:path>
                </a:pathLst>
              </a:custGeom>
              <a:noFill/>
              <a:ln w="101600" cap="flat">
                <a:solidFill>
                  <a:srgbClr val="DF6263"/>
                </a:solidFill>
                <a:prstDash val="solid"/>
                <a:miter lim="800000"/>
                <a:headEnd type="arrow"/>
              </a:ln>
            </p:spPr>
          </p:sp>
          <p:grpSp>
            <p:nvGrpSpPr>
              <p:cNvPr id="4141" name="图形 1277"/>
              <p:cNvGrpSpPr/>
              <p:nvPr/>
            </p:nvGrpSpPr>
            <p:grpSpPr>
              <a:xfrm rot="10800000">
                <a:off x="16638021" y="37399394"/>
                <a:ext cx="104381" cy="102913"/>
                <a:chOff x="16638021" y="37399394"/>
                <a:chExt cx="104381" cy="102913"/>
              </a:xfrm>
              <a:noFill/>
            </p:grpSpPr>
            <p:sp>
              <p:nvSpPr>
                <p:cNvPr id="4142" name="任意多边形: 形状 4141"/>
                <p:cNvSpPr/>
                <p:nvPr/>
              </p:nvSpPr>
              <p:spPr>
                <a:xfrm>
                  <a:off x="16730368" y="37487826"/>
                  <a:ext cx="12034" cy="14481"/>
                </a:xfrm>
                <a:custGeom>
                  <a:avLst/>
                  <a:gdLst>
                    <a:gd name="csX0" fmla="*/ 0 w 12034"/>
                    <a:gd name="csY0" fmla="*/ 0 h 14481"/>
                    <a:gd name="csX1" fmla="*/ 8246 w 12034"/>
                    <a:gd name="csY1" fmla="*/ 11172 h 144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2034" h="14481">
                      <a:moveTo>
                        <a:pt x="0" y="0"/>
                      </a:moveTo>
                      <a:cubicBezTo>
                        <a:pt x="12524" y="14269"/>
                        <a:pt x="15273" y="17993"/>
                        <a:pt x="8246" y="11172"/>
                      </a:cubicBezTo>
                    </a:path>
                  </a:pathLst>
                </a:custGeom>
                <a:noFill/>
                <a:ln w="101600" cap="flat">
                  <a:solidFill>
                    <a:srgbClr val="1D068E"/>
                  </a:solidFill>
                  <a:prstDash val="solid"/>
                  <a:miter lim="800000"/>
                  <a:headEnd type="arrow"/>
                </a:ln>
              </p:spPr>
            </p:sp>
            <p:sp>
              <p:nvSpPr>
                <p:cNvPr id="4143" name="任意多边形: 形状 4142"/>
                <p:cNvSpPr/>
                <p:nvPr/>
              </p:nvSpPr>
              <p:spPr>
                <a:xfrm>
                  <a:off x="16638021" y="37399394"/>
                  <a:ext cx="100592" cy="99604"/>
                </a:xfrm>
                <a:custGeom>
                  <a:avLst/>
                  <a:gdLst>
                    <a:gd name="csX0" fmla="*/ 65736 w 100592"/>
                    <a:gd name="csY0" fmla="*/ 0 h 99604"/>
                    <a:gd name="csX1" fmla="*/ 100593 w 100592"/>
                    <a:gd name="csY1" fmla="*/ 99604 h 99604"/>
                    <a:gd name="csX2" fmla="*/ 0 w 100592"/>
                    <a:gd name="csY2" fmla="*/ 67729 h 996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0592" h="99604">
                      <a:moveTo>
                        <a:pt x="65736" y="0"/>
                      </a:moveTo>
                      <a:lnTo>
                        <a:pt x="100593" y="99604"/>
                      </a:lnTo>
                      <a:lnTo>
                        <a:pt x="0" y="67729"/>
                      </a:lnTo>
                    </a:path>
                  </a:pathLst>
                </a:custGeom>
                <a:noFill/>
                <a:ln w="101600" cap="flat">
                  <a:solidFill>
                    <a:srgbClr val="1D068E"/>
                  </a:solidFill>
                  <a:prstDash val="solid"/>
                  <a:miter lim="800000"/>
                  <a:headEnd type="arrow"/>
                </a:ln>
              </p:spPr>
            </p:sp>
          </p:grpSp>
          <p:sp>
            <p:nvSpPr>
              <p:cNvPr id="4144" name="任意多边形: 形状 4143"/>
              <p:cNvSpPr/>
              <p:nvPr/>
            </p:nvSpPr>
            <p:spPr>
              <a:xfrm rot="10800000">
                <a:off x="15590021" y="36548693"/>
                <a:ext cx="2000951" cy="1655840"/>
              </a:xfrm>
              <a:custGeom>
                <a:avLst/>
                <a:gdLst>
                  <a:gd name="csX0" fmla="*/ 2000951 w 2000951"/>
                  <a:gd name="csY0" fmla="*/ 0 h 1655840"/>
                  <a:gd name="csX1" fmla="*/ 0 w 2000951"/>
                  <a:gd name="csY1" fmla="*/ 1655841 h 16558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00951" h="1655840">
                    <a:moveTo>
                      <a:pt x="2000951" y="0"/>
                    </a:moveTo>
                    <a:cubicBezTo>
                      <a:pt x="1269381" y="496567"/>
                      <a:pt x="602397" y="1048514"/>
                      <a:pt x="0" y="1655841"/>
                    </a:cubicBezTo>
                  </a:path>
                </a:pathLst>
              </a:custGeom>
              <a:noFill/>
              <a:ln w="101600" cap="flat">
                <a:solidFill>
                  <a:srgbClr val="BF3984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45" name="任意多边形: 形状 4144"/>
              <p:cNvSpPr/>
              <p:nvPr/>
            </p:nvSpPr>
            <p:spPr>
              <a:xfrm rot="10800000">
                <a:off x="16521867" y="35498307"/>
                <a:ext cx="2964208" cy="1457225"/>
              </a:xfrm>
              <a:custGeom>
                <a:avLst/>
                <a:gdLst>
                  <a:gd name="csX0" fmla="*/ 0 w 2964208"/>
                  <a:gd name="csY0" fmla="*/ 1457226 h 1457225"/>
                  <a:gd name="csX1" fmla="*/ 2964209 w 2964208"/>
                  <a:gd name="csY1" fmla="*/ 0 h 14572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964208" h="1457225">
                    <a:moveTo>
                      <a:pt x="0" y="1457226"/>
                    </a:moveTo>
                    <a:cubicBezTo>
                      <a:pt x="1048399" y="1061445"/>
                      <a:pt x="2036469" y="575703"/>
                      <a:pt x="2964209" y="0"/>
                    </a:cubicBezTo>
                  </a:path>
                </a:pathLst>
              </a:custGeom>
              <a:noFill/>
              <a:ln w="101600" cap="flat">
                <a:solidFill>
                  <a:srgbClr val="DA5B69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46" name="任意多边形: 形状 4145"/>
              <p:cNvSpPr/>
              <p:nvPr/>
            </p:nvSpPr>
            <p:spPr>
              <a:xfrm rot="10800000">
                <a:off x="13439001" y="36346048"/>
                <a:ext cx="4416748" cy="1595407"/>
              </a:xfrm>
              <a:custGeom>
                <a:avLst/>
                <a:gdLst>
                  <a:gd name="csX0" fmla="*/ 4416749 w 4416748"/>
                  <a:gd name="csY0" fmla="*/ 1595407 h 1595407"/>
                  <a:gd name="csX1" fmla="*/ 0 w 4416748"/>
                  <a:gd name="csY1" fmla="*/ 0 h 15954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16748" h="1595407">
                    <a:moveTo>
                      <a:pt x="4416749" y="1595407"/>
                    </a:moveTo>
                    <a:cubicBezTo>
                      <a:pt x="2983132" y="914074"/>
                      <a:pt x="1510883" y="382272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FCA636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47" name="任意多边形: 形状 4146"/>
              <p:cNvSpPr/>
              <p:nvPr/>
            </p:nvSpPr>
            <p:spPr>
              <a:xfrm rot="10800000">
                <a:off x="17603420" y="36512956"/>
                <a:ext cx="1517911" cy="1101452"/>
              </a:xfrm>
              <a:custGeom>
                <a:avLst/>
                <a:gdLst>
                  <a:gd name="csX0" fmla="*/ 0 w 1517911"/>
                  <a:gd name="csY0" fmla="*/ 1101452 h 1101452"/>
                  <a:gd name="csX1" fmla="*/ 1517912 w 1517911"/>
                  <a:gd name="csY1" fmla="*/ 0 h 11014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17911" h="1101452">
                    <a:moveTo>
                      <a:pt x="0" y="1101452"/>
                    </a:moveTo>
                    <a:cubicBezTo>
                      <a:pt x="552799" y="774230"/>
                      <a:pt x="1058769" y="407079"/>
                      <a:pt x="1517912" y="0"/>
                    </a:cubicBezTo>
                  </a:path>
                </a:pathLst>
              </a:custGeom>
              <a:noFill/>
              <a:ln w="101600" cap="flat">
                <a:solidFill>
                  <a:srgbClr val="9A169F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48" name="任意多边形: 形状 4147"/>
              <p:cNvSpPr/>
              <p:nvPr/>
            </p:nvSpPr>
            <p:spPr>
              <a:xfrm rot="10800000">
                <a:off x="14286138" y="34910887"/>
                <a:ext cx="2225289" cy="2670227"/>
              </a:xfrm>
              <a:custGeom>
                <a:avLst/>
                <a:gdLst>
                  <a:gd name="csX0" fmla="*/ 2225289 w 2225289"/>
                  <a:gd name="csY0" fmla="*/ 2670228 h 2670227"/>
                  <a:gd name="csX1" fmla="*/ 0 w 2225289"/>
                  <a:gd name="csY1" fmla="*/ 0 h 2670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25289" h="2670227">
                    <a:moveTo>
                      <a:pt x="2225289" y="2670228"/>
                    </a:moveTo>
                    <a:cubicBezTo>
                      <a:pt x="1561150" y="1696633"/>
                      <a:pt x="819387" y="806557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E06363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49" name="任意多边形: 形状 4148"/>
              <p:cNvSpPr/>
              <p:nvPr/>
            </p:nvSpPr>
            <p:spPr>
              <a:xfrm rot="10800000">
                <a:off x="17562072" y="37061665"/>
                <a:ext cx="2204631" cy="107628"/>
              </a:xfrm>
              <a:custGeom>
                <a:avLst/>
                <a:gdLst>
                  <a:gd name="csX0" fmla="*/ 0 w 2204631"/>
                  <a:gd name="csY0" fmla="*/ 0 h 107628"/>
                  <a:gd name="csX1" fmla="*/ 2204632 w 2204631"/>
                  <a:gd name="csY1" fmla="*/ 89504 h 107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04631" h="107628">
                    <a:moveTo>
                      <a:pt x="0" y="0"/>
                    </a:moveTo>
                    <a:cubicBezTo>
                      <a:pt x="746448" y="101197"/>
                      <a:pt x="1481325" y="131032"/>
                      <a:pt x="2204632" y="89504"/>
                    </a:cubicBezTo>
                  </a:path>
                </a:pathLst>
              </a:custGeom>
              <a:noFill/>
              <a:ln w="101600" cap="flat">
                <a:solidFill>
                  <a:srgbClr val="AC2694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0" name="任意多边形: 形状 4149"/>
              <p:cNvSpPr/>
              <p:nvPr/>
            </p:nvSpPr>
            <p:spPr>
              <a:xfrm rot="10800000">
                <a:off x="17238701" y="36444381"/>
                <a:ext cx="3534782" cy="404190"/>
              </a:xfrm>
              <a:custGeom>
                <a:avLst/>
                <a:gdLst>
                  <a:gd name="csX0" fmla="*/ 0 w 3534782"/>
                  <a:gd name="csY0" fmla="*/ 0 h 404190"/>
                  <a:gd name="csX1" fmla="*/ 3534783 w 3534782"/>
                  <a:gd name="csY1" fmla="*/ 404190 h 404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34782" h="404190">
                    <a:moveTo>
                      <a:pt x="0" y="0"/>
                    </a:moveTo>
                    <a:cubicBezTo>
                      <a:pt x="1179466" y="251461"/>
                      <a:pt x="2357728" y="386191"/>
                      <a:pt x="3534783" y="404190"/>
                    </a:cubicBezTo>
                  </a:path>
                </a:pathLst>
              </a:custGeom>
              <a:noFill/>
              <a:ln w="101600" cap="flat">
                <a:solidFill>
                  <a:srgbClr val="E3685F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1" name="任意多边形: 形状 4150"/>
              <p:cNvSpPr/>
              <p:nvPr/>
            </p:nvSpPr>
            <p:spPr>
              <a:xfrm rot="10800000">
                <a:off x="17498297" y="36833196"/>
                <a:ext cx="585714" cy="1011372"/>
              </a:xfrm>
              <a:custGeom>
                <a:avLst/>
                <a:gdLst>
                  <a:gd name="csX0" fmla="*/ 0 w 585714"/>
                  <a:gd name="csY0" fmla="*/ 1011372 h 1011372"/>
                  <a:gd name="csX1" fmla="*/ 585715 w 585714"/>
                  <a:gd name="csY1" fmla="*/ 0 h 10113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85714" h="1011372">
                    <a:moveTo>
                      <a:pt x="0" y="1011372"/>
                    </a:moveTo>
                    <a:cubicBezTo>
                      <a:pt x="233931" y="679958"/>
                      <a:pt x="429169" y="342833"/>
                      <a:pt x="585715" y="0"/>
                    </a:cubicBezTo>
                  </a:path>
                </a:pathLst>
              </a:custGeom>
              <a:noFill/>
              <a:ln w="101600" cap="flat">
                <a:solidFill>
                  <a:srgbClr val="6F00A8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2" name="任意多边形: 形状 4151"/>
              <p:cNvSpPr/>
              <p:nvPr/>
            </p:nvSpPr>
            <p:spPr>
              <a:xfrm rot="10800000">
                <a:off x="17672367" y="37773106"/>
                <a:ext cx="131121" cy="125439"/>
              </a:xfrm>
              <a:custGeom>
                <a:avLst/>
                <a:gdLst>
                  <a:gd name="csX0" fmla="*/ 131121 w 131121"/>
                  <a:gd name="csY0" fmla="*/ 125439 h 125439"/>
                  <a:gd name="csX1" fmla="*/ 0 w 131121"/>
                  <a:gd name="csY1" fmla="*/ 0 h 1254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1121" h="125439">
                    <a:moveTo>
                      <a:pt x="131121" y="125439"/>
                    </a:moveTo>
                    <a:cubicBezTo>
                      <a:pt x="79847" y="70668"/>
                      <a:pt x="36140" y="28855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2C0594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3" name="任意多边形: 形状 4152"/>
              <p:cNvSpPr/>
              <p:nvPr/>
            </p:nvSpPr>
            <p:spPr>
              <a:xfrm rot="10800000">
                <a:off x="17045352" y="37625803"/>
                <a:ext cx="4421471" cy="647580"/>
              </a:xfrm>
              <a:custGeom>
                <a:avLst/>
                <a:gdLst>
                  <a:gd name="csX0" fmla="*/ 0 w 4421471"/>
                  <a:gd name="csY0" fmla="*/ 647581 h 647580"/>
                  <a:gd name="csX1" fmla="*/ 4421472 w 4421471"/>
                  <a:gd name="csY1" fmla="*/ 0 h 6475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21471" h="647580">
                    <a:moveTo>
                      <a:pt x="0" y="647581"/>
                    </a:moveTo>
                    <a:cubicBezTo>
                      <a:pt x="1509311" y="574263"/>
                      <a:pt x="2983135" y="358403"/>
                      <a:pt x="4421472" y="0"/>
                    </a:cubicBezTo>
                  </a:path>
                </a:pathLst>
              </a:custGeom>
              <a:noFill/>
              <a:ln w="101600" cap="flat">
                <a:solidFill>
                  <a:srgbClr val="F9983E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4" name="任意多边形: 形状 4153"/>
              <p:cNvSpPr/>
              <p:nvPr/>
            </p:nvSpPr>
            <p:spPr>
              <a:xfrm rot="10800000">
                <a:off x="16655106" y="37591269"/>
                <a:ext cx="1111033" cy="1051650"/>
              </a:xfrm>
              <a:custGeom>
                <a:avLst/>
                <a:gdLst>
                  <a:gd name="csX0" fmla="*/ 0 w 1111033"/>
                  <a:gd name="csY0" fmla="*/ 0 h 1051650"/>
                  <a:gd name="csX1" fmla="*/ 1111034 w 1111033"/>
                  <a:gd name="csY1" fmla="*/ 1051651 h 10516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11033" h="1051650">
                    <a:moveTo>
                      <a:pt x="0" y="0"/>
                    </a:moveTo>
                    <a:cubicBezTo>
                      <a:pt x="347619" y="395590"/>
                      <a:pt x="717964" y="746141"/>
                      <a:pt x="1111034" y="1051651"/>
                    </a:cubicBezTo>
                  </a:path>
                </a:pathLst>
              </a:custGeom>
              <a:noFill/>
              <a:ln w="101600" cap="flat">
                <a:solidFill>
                  <a:srgbClr val="8707A6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5" name="任意多边形: 形状 4154"/>
              <p:cNvSpPr/>
              <p:nvPr/>
            </p:nvSpPr>
            <p:spPr>
              <a:xfrm rot="10800000">
                <a:off x="17219911" y="37774660"/>
                <a:ext cx="540813" cy="1733965"/>
              </a:xfrm>
              <a:custGeom>
                <a:avLst/>
                <a:gdLst>
                  <a:gd name="csX0" fmla="*/ 540813 w 540813"/>
                  <a:gd name="csY0" fmla="*/ 0 h 1733965"/>
                  <a:gd name="csX1" fmla="*/ 0 w 540813"/>
                  <a:gd name="csY1" fmla="*/ 1733965 h 17339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40813" h="1733965">
                    <a:moveTo>
                      <a:pt x="540813" y="0"/>
                    </a:moveTo>
                    <a:cubicBezTo>
                      <a:pt x="301010" y="574561"/>
                      <a:pt x="120739" y="1152550"/>
                      <a:pt x="0" y="1733965"/>
                    </a:cubicBezTo>
                  </a:path>
                </a:pathLst>
              </a:custGeom>
              <a:noFill/>
              <a:ln w="101600" cap="flat">
                <a:solidFill>
                  <a:srgbClr val="9814A0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6" name="任意多边形: 形状 4155"/>
              <p:cNvSpPr/>
              <p:nvPr/>
            </p:nvSpPr>
            <p:spPr>
              <a:xfrm rot="10800000">
                <a:off x="16255470" y="37181077"/>
                <a:ext cx="599964" cy="1146235"/>
              </a:xfrm>
              <a:custGeom>
                <a:avLst/>
                <a:gdLst>
                  <a:gd name="csX0" fmla="*/ 599964 w 599964"/>
                  <a:gd name="csY0" fmla="*/ 0 h 1146235"/>
                  <a:gd name="csX1" fmla="*/ 0 w 599964"/>
                  <a:gd name="csY1" fmla="*/ 1146236 h 11462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99964" h="1146235">
                    <a:moveTo>
                      <a:pt x="599964" y="0"/>
                    </a:moveTo>
                    <a:cubicBezTo>
                      <a:pt x="357400" y="376104"/>
                      <a:pt x="157412" y="758183"/>
                      <a:pt x="0" y="1146236"/>
                    </a:cubicBezTo>
                  </a:path>
                </a:pathLst>
              </a:custGeom>
              <a:noFill/>
              <a:ln w="101600" cap="flat">
                <a:solidFill>
                  <a:srgbClr val="7801A8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7" name="任意多边形: 形状 4156"/>
              <p:cNvSpPr/>
              <p:nvPr/>
            </p:nvSpPr>
            <p:spPr>
              <a:xfrm rot="10800000">
                <a:off x="18247127" y="37886508"/>
                <a:ext cx="381905" cy="951718"/>
              </a:xfrm>
              <a:custGeom>
                <a:avLst/>
                <a:gdLst>
                  <a:gd name="csX0" fmla="*/ 0 w 381905"/>
                  <a:gd name="csY0" fmla="*/ 0 h 951718"/>
                  <a:gd name="csX1" fmla="*/ 381906 w 381905"/>
                  <a:gd name="csY1" fmla="*/ 951718 h 95171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81905" h="951718">
                    <a:moveTo>
                      <a:pt x="0" y="0"/>
                    </a:moveTo>
                    <a:cubicBezTo>
                      <a:pt x="103362" y="342419"/>
                      <a:pt x="230664" y="659659"/>
                      <a:pt x="381906" y="951718"/>
                    </a:cubicBezTo>
                  </a:path>
                </a:pathLst>
              </a:custGeom>
              <a:noFill/>
              <a:ln w="101600" cap="flat">
                <a:solidFill>
                  <a:srgbClr val="6600A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8" name="任意多边形: 形状 4157"/>
              <p:cNvSpPr/>
              <p:nvPr/>
            </p:nvSpPr>
            <p:spPr>
              <a:xfrm rot="10800000">
                <a:off x="17084965" y="36729934"/>
                <a:ext cx="1064233" cy="2615361"/>
              </a:xfrm>
              <a:custGeom>
                <a:avLst/>
                <a:gdLst>
                  <a:gd name="csX0" fmla="*/ 0 w 1064233"/>
                  <a:gd name="csY0" fmla="*/ 0 h 2615361"/>
                  <a:gd name="csX1" fmla="*/ 1064234 w 1064233"/>
                  <a:gd name="csY1" fmla="*/ 2615361 h 26153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64233" h="2615361">
                    <a:moveTo>
                      <a:pt x="0" y="0"/>
                    </a:moveTo>
                    <a:cubicBezTo>
                      <a:pt x="275560" y="919622"/>
                      <a:pt x="630305" y="1791409"/>
                      <a:pt x="1064234" y="2615361"/>
                    </a:cubicBezTo>
                  </a:path>
                </a:pathLst>
              </a:custGeom>
              <a:noFill/>
              <a:ln w="101600" cap="flat">
                <a:solidFill>
                  <a:srgbClr val="C9447A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59" name="任意多边形: 形状 4158"/>
              <p:cNvSpPr/>
              <p:nvPr/>
            </p:nvSpPr>
            <p:spPr>
              <a:xfrm rot="10800000">
                <a:off x="17992658" y="37597912"/>
                <a:ext cx="1463222" cy="1944469"/>
              </a:xfrm>
              <a:custGeom>
                <a:avLst/>
                <a:gdLst>
                  <a:gd name="csX0" fmla="*/ 0 w 1463222"/>
                  <a:gd name="csY0" fmla="*/ 0 h 1944469"/>
                  <a:gd name="csX1" fmla="*/ 1463222 w 1463222"/>
                  <a:gd name="csY1" fmla="*/ 1944470 h 19444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63222" h="1944469">
                    <a:moveTo>
                      <a:pt x="0" y="0"/>
                    </a:moveTo>
                    <a:cubicBezTo>
                      <a:pt x="433802" y="706844"/>
                      <a:pt x="921543" y="1355000"/>
                      <a:pt x="1463222" y="1944470"/>
                    </a:cubicBezTo>
                  </a:path>
                </a:pathLst>
              </a:custGeom>
              <a:noFill/>
              <a:ln w="101600" cap="flat">
                <a:solidFill>
                  <a:srgbClr val="B7318A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60" name="任意多边形: 形状 4159"/>
              <p:cNvSpPr/>
              <p:nvPr/>
            </p:nvSpPr>
            <p:spPr>
              <a:xfrm rot="10800000">
                <a:off x="16580470" y="36525279"/>
                <a:ext cx="979567" cy="26874"/>
              </a:xfrm>
              <a:custGeom>
                <a:avLst/>
                <a:gdLst>
                  <a:gd name="csX0" fmla="*/ 979568 w 979567"/>
                  <a:gd name="csY0" fmla="*/ 18452 h 26874"/>
                  <a:gd name="csX1" fmla="*/ 0 w 979567"/>
                  <a:gd name="csY1" fmla="*/ 26875 h 268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79567" h="26874">
                    <a:moveTo>
                      <a:pt x="979568" y="18452"/>
                    </a:moveTo>
                    <a:cubicBezTo>
                      <a:pt x="638337" y="-8695"/>
                      <a:pt x="311814" y="-5888"/>
                      <a:pt x="0" y="26875"/>
                    </a:cubicBezTo>
                  </a:path>
                </a:pathLst>
              </a:custGeom>
              <a:noFill/>
              <a:ln w="101600" cap="flat">
                <a:solidFill>
                  <a:srgbClr val="6300A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61" name="任意多边形: 形状 4160"/>
              <p:cNvSpPr/>
              <p:nvPr/>
            </p:nvSpPr>
            <p:spPr>
              <a:xfrm rot="10800000">
                <a:off x="15757022" y="35997496"/>
                <a:ext cx="1785358" cy="1480378"/>
              </a:xfrm>
              <a:custGeom>
                <a:avLst/>
                <a:gdLst>
                  <a:gd name="csX0" fmla="*/ 1785359 w 1785358"/>
                  <a:gd name="csY0" fmla="*/ 1480379 h 1480378"/>
                  <a:gd name="csX1" fmla="*/ 0 w 1785358"/>
                  <a:gd name="csY1" fmla="*/ 0 h 14803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85358" h="1480378">
                    <a:moveTo>
                      <a:pt x="1785359" y="1480379"/>
                    </a:moveTo>
                    <a:cubicBezTo>
                      <a:pt x="1226717" y="920270"/>
                      <a:pt x="631598" y="426810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B22B8F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62" name="任意多边形: 形状 4161"/>
              <p:cNvSpPr/>
              <p:nvPr/>
            </p:nvSpPr>
            <p:spPr>
              <a:xfrm rot="10800000">
                <a:off x="14947260" y="36526832"/>
                <a:ext cx="2432171" cy="1261841"/>
              </a:xfrm>
              <a:custGeom>
                <a:avLst/>
                <a:gdLst>
                  <a:gd name="csX0" fmla="*/ 2432171 w 2432171"/>
                  <a:gd name="csY0" fmla="*/ 1261842 h 1261841"/>
                  <a:gd name="csX1" fmla="*/ 0 w 2432171"/>
                  <a:gd name="csY1" fmla="*/ 0 h 12618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432171" h="1261841">
                    <a:moveTo>
                      <a:pt x="2432171" y="1261842"/>
                    </a:moveTo>
                    <a:cubicBezTo>
                      <a:pt x="1649412" y="755923"/>
                      <a:pt x="838689" y="335310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C5407E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63" name="任意多边形: 形状 4162"/>
              <p:cNvSpPr/>
              <p:nvPr/>
            </p:nvSpPr>
            <p:spPr>
              <a:xfrm rot="10800000">
                <a:off x="14224108" y="35931397"/>
                <a:ext cx="2352193" cy="1502085"/>
              </a:xfrm>
              <a:custGeom>
                <a:avLst/>
                <a:gdLst>
                  <a:gd name="csX0" fmla="*/ 2352194 w 2352193"/>
                  <a:gd name="csY0" fmla="*/ 1502085 h 1502085"/>
                  <a:gd name="csX1" fmla="*/ 0 w 2352193"/>
                  <a:gd name="csY1" fmla="*/ 0 h 150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52193" h="1502085">
                    <a:moveTo>
                      <a:pt x="2352194" y="1502085"/>
                    </a:moveTo>
                    <a:cubicBezTo>
                      <a:pt x="1604534" y="917510"/>
                      <a:pt x="820469" y="416815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C7427C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64" name="任意多边形: 形状 4163"/>
              <p:cNvSpPr/>
              <p:nvPr/>
            </p:nvSpPr>
            <p:spPr>
              <a:xfrm rot="10800000">
                <a:off x="15010321" y="34380981"/>
                <a:ext cx="1781406" cy="3840909"/>
              </a:xfrm>
              <a:custGeom>
                <a:avLst/>
                <a:gdLst>
                  <a:gd name="csX0" fmla="*/ 1781407 w 1781406"/>
                  <a:gd name="csY0" fmla="*/ 3840910 h 3840909"/>
                  <a:gd name="csX1" fmla="*/ 0 w 1781406"/>
                  <a:gd name="csY1" fmla="*/ 0 h 38409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781406" h="3840909">
                    <a:moveTo>
                      <a:pt x="1781407" y="3840910"/>
                    </a:moveTo>
                    <a:cubicBezTo>
                      <a:pt x="1307026" y="2489273"/>
                      <a:pt x="713224" y="1208970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F58B4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4165" name="任意多边形: 形状 4164"/>
              <p:cNvSpPr/>
              <p:nvPr/>
            </p:nvSpPr>
            <p:spPr>
              <a:xfrm rot="10800000">
                <a:off x="15777104" y="34885292"/>
                <a:ext cx="2087968" cy="2683249"/>
              </a:xfrm>
              <a:custGeom>
                <a:avLst/>
                <a:gdLst>
                  <a:gd name="csX0" fmla="*/ 2087969 w 2087968"/>
                  <a:gd name="csY0" fmla="*/ 2683249 h 2683249"/>
                  <a:gd name="csX1" fmla="*/ 0 w 2087968"/>
                  <a:gd name="csY1" fmla="*/ 0 h 26832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87968" h="2683249">
                    <a:moveTo>
                      <a:pt x="2087969" y="2683249"/>
                    </a:moveTo>
                    <a:cubicBezTo>
                      <a:pt x="1470358" y="1709514"/>
                      <a:pt x="774369" y="815097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DE5F65"/>
                </a:solidFill>
                <a:prstDash val="solid"/>
                <a:miter lim="800000"/>
                <a:headEnd type="arrow"/>
              </a:ln>
            </p:spPr>
          </p:sp>
        </p:grpSp>
        <p:grpSp>
          <p:nvGrpSpPr>
            <p:cNvPr id="4006" name="组合 4005"/>
            <p:cNvGrpSpPr/>
            <p:nvPr/>
          </p:nvGrpSpPr>
          <p:grpSpPr>
            <a:xfrm>
              <a:off x="26242" y="42043"/>
              <a:ext cx="3101" cy="3238"/>
              <a:chOff x="16405943" y="36359544"/>
              <a:chExt cx="1969086" cy="2056039"/>
            </a:xfrm>
          </p:grpSpPr>
          <p:sp>
            <p:nvSpPr>
              <p:cNvPr id="3972" name="任意多边形: 形状 3971"/>
              <p:cNvSpPr/>
              <p:nvPr/>
            </p:nvSpPr>
            <p:spPr>
              <a:xfrm>
                <a:off x="17187874" y="37519223"/>
                <a:ext cx="216000" cy="216000"/>
              </a:xfrm>
              <a:custGeom>
                <a:avLst/>
                <a:gdLst>
                  <a:gd name="csX0" fmla="*/ 76085 w 151676"/>
                  <a:gd name="csY0" fmla="*/ 151914 h 151685"/>
                  <a:gd name="csX1" fmla="*/ 129711 w 151676"/>
                  <a:gd name="csY1" fmla="*/ 129700 h 151685"/>
                  <a:gd name="csX2" fmla="*/ 151924 w 151676"/>
                  <a:gd name="csY2" fmla="*/ 76071 h 151685"/>
                  <a:gd name="csX3" fmla="*/ 129711 w 151676"/>
                  <a:gd name="csY3" fmla="*/ 22442 h 151685"/>
                  <a:gd name="csX4" fmla="*/ 76085 w 151676"/>
                  <a:gd name="csY4" fmla="*/ 228 h 151685"/>
                  <a:gd name="csX5" fmla="*/ 22460 w 151676"/>
                  <a:gd name="csY5" fmla="*/ 22442 h 151685"/>
                  <a:gd name="csX6" fmla="*/ 247 w 151676"/>
                  <a:gd name="csY6" fmla="*/ 76071 h 151685"/>
                  <a:gd name="csX7" fmla="*/ 22460 w 151676"/>
                  <a:gd name="csY7" fmla="*/ 129700 h 151685"/>
                  <a:gd name="csX8" fmla="*/ 76085 w 151676"/>
                  <a:gd name="csY8" fmla="*/ 151914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85" y="151914"/>
                    </a:moveTo>
                    <a:cubicBezTo>
                      <a:pt x="96198" y="151914"/>
                      <a:pt x="115489" y="143922"/>
                      <a:pt x="129711" y="129700"/>
                    </a:cubicBezTo>
                    <a:cubicBezTo>
                      <a:pt x="143933" y="115477"/>
                      <a:pt x="151924" y="96185"/>
                      <a:pt x="151924" y="76071"/>
                    </a:cubicBezTo>
                    <a:cubicBezTo>
                      <a:pt x="151924" y="55957"/>
                      <a:pt x="143933" y="36664"/>
                      <a:pt x="129711" y="22442"/>
                    </a:cubicBezTo>
                    <a:cubicBezTo>
                      <a:pt x="115489" y="8219"/>
                      <a:pt x="96198" y="228"/>
                      <a:pt x="76085" y="228"/>
                    </a:cubicBezTo>
                    <a:cubicBezTo>
                      <a:pt x="55973" y="228"/>
                      <a:pt x="36682" y="8219"/>
                      <a:pt x="22460" y="22442"/>
                    </a:cubicBezTo>
                    <a:cubicBezTo>
                      <a:pt x="8238" y="36664"/>
                      <a:pt x="247" y="55957"/>
                      <a:pt x="247" y="76071"/>
                    </a:cubicBezTo>
                    <a:cubicBezTo>
                      <a:pt x="247" y="96185"/>
                      <a:pt x="8238" y="115477"/>
                      <a:pt x="22460" y="129700"/>
                    </a:cubicBezTo>
                    <a:cubicBezTo>
                      <a:pt x="36682" y="143922"/>
                      <a:pt x="55973" y="151914"/>
                      <a:pt x="76085" y="151914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3" name="任意多边形: 形状 3972"/>
              <p:cNvSpPr/>
              <p:nvPr/>
            </p:nvSpPr>
            <p:spPr>
              <a:xfrm>
                <a:off x="17013504" y="38194111"/>
                <a:ext cx="216000" cy="216000"/>
              </a:xfrm>
              <a:custGeom>
                <a:avLst/>
                <a:gdLst>
                  <a:gd name="csX0" fmla="*/ 76077 w 151676"/>
                  <a:gd name="csY0" fmla="*/ 151945 h 151685"/>
                  <a:gd name="csX1" fmla="*/ 129703 w 151676"/>
                  <a:gd name="csY1" fmla="*/ 129731 h 151685"/>
                  <a:gd name="csX2" fmla="*/ 151916 w 151676"/>
                  <a:gd name="csY2" fmla="*/ 76102 h 151685"/>
                  <a:gd name="csX3" fmla="*/ 129703 w 151676"/>
                  <a:gd name="csY3" fmla="*/ 22473 h 151685"/>
                  <a:gd name="csX4" fmla="*/ 76077 w 151676"/>
                  <a:gd name="csY4" fmla="*/ 259 h 151685"/>
                  <a:gd name="csX5" fmla="*/ 22452 w 151676"/>
                  <a:gd name="csY5" fmla="*/ 22473 h 151685"/>
                  <a:gd name="csX6" fmla="*/ 239 w 151676"/>
                  <a:gd name="csY6" fmla="*/ 76102 h 151685"/>
                  <a:gd name="csX7" fmla="*/ 22452 w 151676"/>
                  <a:gd name="csY7" fmla="*/ 129731 h 151685"/>
                  <a:gd name="csX8" fmla="*/ 76077 w 151676"/>
                  <a:gd name="csY8" fmla="*/ 15194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77" y="151945"/>
                    </a:moveTo>
                    <a:cubicBezTo>
                      <a:pt x="96190" y="151945"/>
                      <a:pt x="115481" y="143954"/>
                      <a:pt x="129703" y="129731"/>
                    </a:cubicBezTo>
                    <a:cubicBezTo>
                      <a:pt x="143925" y="115509"/>
                      <a:pt x="151916" y="96216"/>
                      <a:pt x="151916" y="76102"/>
                    </a:cubicBezTo>
                    <a:cubicBezTo>
                      <a:pt x="151916" y="55988"/>
                      <a:pt x="143925" y="36696"/>
                      <a:pt x="129703" y="22473"/>
                    </a:cubicBezTo>
                    <a:cubicBezTo>
                      <a:pt x="115481" y="8250"/>
                      <a:pt x="96190" y="259"/>
                      <a:pt x="76077" y="259"/>
                    </a:cubicBezTo>
                    <a:cubicBezTo>
                      <a:pt x="55965" y="259"/>
                      <a:pt x="36673" y="8250"/>
                      <a:pt x="22452" y="22473"/>
                    </a:cubicBezTo>
                    <a:cubicBezTo>
                      <a:pt x="8230" y="36696"/>
                      <a:pt x="239" y="55988"/>
                      <a:pt x="239" y="76102"/>
                    </a:cubicBezTo>
                    <a:cubicBezTo>
                      <a:pt x="239" y="96216"/>
                      <a:pt x="8230" y="115509"/>
                      <a:pt x="22452" y="129731"/>
                    </a:cubicBezTo>
                    <a:cubicBezTo>
                      <a:pt x="36673" y="143954"/>
                      <a:pt x="55965" y="151945"/>
                      <a:pt x="76077" y="15194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4" name="任意多边形: 形状 3973"/>
              <p:cNvSpPr/>
              <p:nvPr/>
            </p:nvSpPr>
            <p:spPr>
              <a:xfrm>
                <a:off x="16747575" y="37260651"/>
                <a:ext cx="216000" cy="216000"/>
              </a:xfrm>
              <a:custGeom>
                <a:avLst/>
                <a:gdLst>
                  <a:gd name="csX0" fmla="*/ 76065 w 151676"/>
                  <a:gd name="csY0" fmla="*/ 151902 h 151685"/>
                  <a:gd name="csX1" fmla="*/ 129691 w 151676"/>
                  <a:gd name="csY1" fmla="*/ 129688 h 151685"/>
                  <a:gd name="csX2" fmla="*/ 151903 w 151676"/>
                  <a:gd name="csY2" fmla="*/ 76059 h 151685"/>
                  <a:gd name="csX3" fmla="*/ 129691 w 151676"/>
                  <a:gd name="csY3" fmla="*/ 22430 h 151685"/>
                  <a:gd name="csX4" fmla="*/ 76065 w 151676"/>
                  <a:gd name="csY4" fmla="*/ 216 h 151685"/>
                  <a:gd name="csX5" fmla="*/ 22439 w 151676"/>
                  <a:gd name="csY5" fmla="*/ 22430 h 151685"/>
                  <a:gd name="csX6" fmla="*/ 227 w 151676"/>
                  <a:gd name="csY6" fmla="*/ 76059 h 151685"/>
                  <a:gd name="csX7" fmla="*/ 22439 w 151676"/>
                  <a:gd name="csY7" fmla="*/ 129688 h 151685"/>
                  <a:gd name="csX8" fmla="*/ 76065 w 151676"/>
                  <a:gd name="csY8" fmla="*/ 151902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65" y="151902"/>
                    </a:moveTo>
                    <a:cubicBezTo>
                      <a:pt x="96177" y="151902"/>
                      <a:pt x="115469" y="143910"/>
                      <a:pt x="129691" y="129688"/>
                    </a:cubicBezTo>
                    <a:cubicBezTo>
                      <a:pt x="143912" y="115465"/>
                      <a:pt x="151903" y="96172"/>
                      <a:pt x="151903" y="76059"/>
                    </a:cubicBezTo>
                    <a:cubicBezTo>
                      <a:pt x="151903" y="55945"/>
                      <a:pt x="143912" y="36652"/>
                      <a:pt x="129691" y="22430"/>
                    </a:cubicBezTo>
                    <a:cubicBezTo>
                      <a:pt x="115469" y="8207"/>
                      <a:pt x="96177" y="216"/>
                      <a:pt x="76065" y="216"/>
                    </a:cubicBezTo>
                    <a:cubicBezTo>
                      <a:pt x="55952" y="216"/>
                      <a:pt x="36661" y="8207"/>
                      <a:pt x="22439" y="22430"/>
                    </a:cubicBezTo>
                    <a:cubicBezTo>
                      <a:pt x="8218" y="36652"/>
                      <a:pt x="227" y="55945"/>
                      <a:pt x="227" y="76059"/>
                    </a:cubicBezTo>
                    <a:cubicBezTo>
                      <a:pt x="227" y="96172"/>
                      <a:pt x="8218" y="115465"/>
                      <a:pt x="22439" y="129688"/>
                    </a:cubicBezTo>
                    <a:cubicBezTo>
                      <a:pt x="36661" y="143910"/>
                      <a:pt x="55952" y="151902"/>
                      <a:pt x="76065" y="151902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5" name="任意多边形: 形状 3974"/>
              <p:cNvSpPr/>
              <p:nvPr/>
            </p:nvSpPr>
            <p:spPr>
              <a:xfrm>
                <a:off x="17558115" y="37148518"/>
                <a:ext cx="216000" cy="216000"/>
              </a:xfrm>
              <a:custGeom>
                <a:avLst/>
                <a:gdLst>
                  <a:gd name="csX0" fmla="*/ 76103 w 151676"/>
                  <a:gd name="csY0" fmla="*/ 151896 h 151685"/>
                  <a:gd name="csX1" fmla="*/ 129728 w 151676"/>
                  <a:gd name="csY1" fmla="*/ 129683 h 151685"/>
                  <a:gd name="csX2" fmla="*/ 151941 w 151676"/>
                  <a:gd name="csY2" fmla="*/ 76053 h 151685"/>
                  <a:gd name="csX3" fmla="*/ 129728 w 151676"/>
                  <a:gd name="csY3" fmla="*/ 22424 h 151685"/>
                  <a:gd name="csX4" fmla="*/ 76103 w 151676"/>
                  <a:gd name="csY4" fmla="*/ 210 h 151685"/>
                  <a:gd name="csX5" fmla="*/ 22477 w 151676"/>
                  <a:gd name="csY5" fmla="*/ 22424 h 151685"/>
                  <a:gd name="csX6" fmla="*/ 265 w 151676"/>
                  <a:gd name="csY6" fmla="*/ 76053 h 151685"/>
                  <a:gd name="csX7" fmla="*/ 22477 w 151676"/>
                  <a:gd name="csY7" fmla="*/ 129683 h 151685"/>
                  <a:gd name="csX8" fmla="*/ 76103 w 151676"/>
                  <a:gd name="csY8" fmla="*/ 151896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03" y="151896"/>
                    </a:moveTo>
                    <a:cubicBezTo>
                      <a:pt x="96215" y="151896"/>
                      <a:pt x="115507" y="143905"/>
                      <a:pt x="129728" y="129683"/>
                    </a:cubicBezTo>
                    <a:cubicBezTo>
                      <a:pt x="143950" y="115460"/>
                      <a:pt x="151941" y="96167"/>
                      <a:pt x="151941" y="76053"/>
                    </a:cubicBezTo>
                    <a:cubicBezTo>
                      <a:pt x="151941" y="55940"/>
                      <a:pt x="143950" y="36647"/>
                      <a:pt x="129728" y="22424"/>
                    </a:cubicBezTo>
                    <a:cubicBezTo>
                      <a:pt x="115507" y="8202"/>
                      <a:pt x="96215" y="210"/>
                      <a:pt x="76103" y="210"/>
                    </a:cubicBezTo>
                    <a:cubicBezTo>
                      <a:pt x="55990" y="210"/>
                      <a:pt x="36699" y="8202"/>
                      <a:pt x="22477" y="22424"/>
                    </a:cubicBezTo>
                    <a:cubicBezTo>
                      <a:pt x="8255" y="36647"/>
                      <a:pt x="265" y="55940"/>
                      <a:pt x="265" y="76053"/>
                    </a:cubicBezTo>
                    <a:cubicBezTo>
                      <a:pt x="265" y="96167"/>
                      <a:pt x="8255" y="115460"/>
                      <a:pt x="22477" y="129683"/>
                    </a:cubicBezTo>
                    <a:cubicBezTo>
                      <a:pt x="36699" y="143905"/>
                      <a:pt x="55990" y="151896"/>
                      <a:pt x="76103" y="151896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6" name="任意多边形: 形状 3975"/>
              <p:cNvSpPr/>
              <p:nvPr/>
            </p:nvSpPr>
            <p:spPr>
              <a:xfrm>
                <a:off x="16693636" y="37800429"/>
                <a:ext cx="216000" cy="216000"/>
              </a:xfrm>
              <a:custGeom>
                <a:avLst/>
                <a:gdLst>
                  <a:gd name="csX0" fmla="*/ 76062 w 151676"/>
                  <a:gd name="csY0" fmla="*/ 151927 h 151685"/>
                  <a:gd name="csX1" fmla="*/ 129688 w 151676"/>
                  <a:gd name="csY1" fmla="*/ 129713 h 151685"/>
                  <a:gd name="csX2" fmla="*/ 151901 w 151676"/>
                  <a:gd name="csY2" fmla="*/ 76084 h 151685"/>
                  <a:gd name="csX3" fmla="*/ 129688 w 151676"/>
                  <a:gd name="csY3" fmla="*/ 22455 h 151685"/>
                  <a:gd name="csX4" fmla="*/ 76062 w 151676"/>
                  <a:gd name="csY4" fmla="*/ 241 h 151685"/>
                  <a:gd name="csX5" fmla="*/ 22437 w 151676"/>
                  <a:gd name="csY5" fmla="*/ 22455 h 151685"/>
                  <a:gd name="csX6" fmla="*/ 224 w 151676"/>
                  <a:gd name="csY6" fmla="*/ 76084 h 151685"/>
                  <a:gd name="csX7" fmla="*/ 22437 w 151676"/>
                  <a:gd name="csY7" fmla="*/ 129713 h 151685"/>
                  <a:gd name="csX8" fmla="*/ 76062 w 151676"/>
                  <a:gd name="csY8" fmla="*/ 151927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62" y="151927"/>
                    </a:moveTo>
                    <a:cubicBezTo>
                      <a:pt x="96175" y="151927"/>
                      <a:pt x="115466" y="143936"/>
                      <a:pt x="129688" y="129713"/>
                    </a:cubicBezTo>
                    <a:cubicBezTo>
                      <a:pt x="143910" y="115490"/>
                      <a:pt x="151901" y="96198"/>
                      <a:pt x="151901" y="76084"/>
                    </a:cubicBezTo>
                    <a:cubicBezTo>
                      <a:pt x="151901" y="55970"/>
                      <a:pt x="143910" y="36677"/>
                      <a:pt x="129688" y="22455"/>
                    </a:cubicBezTo>
                    <a:cubicBezTo>
                      <a:pt x="115466" y="8232"/>
                      <a:pt x="96175" y="241"/>
                      <a:pt x="76062" y="241"/>
                    </a:cubicBezTo>
                    <a:cubicBezTo>
                      <a:pt x="55950" y="241"/>
                      <a:pt x="36658" y="8232"/>
                      <a:pt x="22437" y="22455"/>
                    </a:cubicBezTo>
                    <a:cubicBezTo>
                      <a:pt x="8215" y="36677"/>
                      <a:pt x="224" y="55970"/>
                      <a:pt x="224" y="76084"/>
                    </a:cubicBezTo>
                    <a:cubicBezTo>
                      <a:pt x="224" y="96198"/>
                      <a:pt x="8215" y="115490"/>
                      <a:pt x="22437" y="129713"/>
                    </a:cubicBezTo>
                    <a:cubicBezTo>
                      <a:pt x="36658" y="143936"/>
                      <a:pt x="55950" y="151927"/>
                      <a:pt x="76062" y="151927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7" name="任意多边形: 形状 3976"/>
              <p:cNvSpPr/>
              <p:nvPr/>
            </p:nvSpPr>
            <p:spPr>
              <a:xfrm>
                <a:off x="16938709" y="37443999"/>
                <a:ext cx="216000" cy="216000"/>
              </a:xfrm>
              <a:custGeom>
                <a:avLst/>
                <a:gdLst>
                  <a:gd name="csX0" fmla="*/ 76074 w 151676"/>
                  <a:gd name="csY0" fmla="*/ 151910 h 151685"/>
                  <a:gd name="csX1" fmla="*/ 129700 w 151676"/>
                  <a:gd name="csY1" fmla="*/ 129696 h 151685"/>
                  <a:gd name="csX2" fmla="*/ 151912 w 151676"/>
                  <a:gd name="csY2" fmla="*/ 76067 h 151685"/>
                  <a:gd name="csX3" fmla="*/ 129700 w 151676"/>
                  <a:gd name="csY3" fmla="*/ 22438 h 151685"/>
                  <a:gd name="csX4" fmla="*/ 76074 w 151676"/>
                  <a:gd name="csY4" fmla="*/ 224 h 151685"/>
                  <a:gd name="csX5" fmla="*/ 22448 w 151676"/>
                  <a:gd name="csY5" fmla="*/ 22438 h 151685"/>
                  <a:gd name="csX6" fmla="*/ 236 w 151676"/>
                  <a:gd name="csY6" fmla="*/ 76067 h 151685"/>
                  <a:gd name="csX7" fmla="*/ 22448 w 151676"/>
                  <a:gd name="csY7" fmla="*/ 129696 h 151685"/>
                  <a:gd name="csX8" fmla="*/ 76074 w 151676"/>
                  <a:gd name="csY8" fmla="*/ 151910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74" y="151910"/>
                    </a:moveTo>
                    <a:cubicBezTo>
                      <a:pt x="96186" y="151910"/>
                      <a:pt x="115478" y="143919"/>
                      <a:pt x="129700" y="129696"/>
                    </a:cubicBezTo>
                    <a:cubicBezTo>
                      <a:pt x="143921" y="115474"/>
                      <a:pt x="151912" y="96181"/>
                      <a:pt x="151912" y="76067"/>
                    </a:cubicBezTo>
                    <a:cubicBezTo>
                      <a:pt x="151912" y="55953"/>
                      <a:pt x="143921" y="36661"/>
                      <a:pt x="129700" y="22438"/>
                    </a:cubicBezTo>
                    <a:cubicBezTo>
                      <a:pt x="115478" y="8216"/>
                      <a:pt x="96186" y="224"/>
                      <a:pt x="76074" y="224"/>
                    </a:cubicBezTo>
                    <a:cubicBezTo>
                      <a:pt x="55961" y="224"/>
                      <a:pt x="36670" y="8216"/>
                      <a:pt x="22448" y="22438"/>
                    </a:cubicBezTo>
                    <a:cubicBezTo>
                      <a:pt x="8226" y="36661"/>
                      <a:pt x="236" y="55953"/>
                      <a:pt x="236" y="76067"/>
                    </a:cubicBezTo>
                    <a:cubicBezTo>
                      <a:pt x="236" y="96181"/>
                      <a:pt x="8226" y="115474"/>
                      <a:pt x="22448" y="129696"/>
                    </a:cubicBezTo>
                    <a:cubicBezTo>
                      <a:pt x="36670" y="143919"/>
                      <a:pt x="55961" y="151910"/>
                      <a:pt x="76074" y="151910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8" name="任意多边形: 形状 3977"/>
              <p:cNvSpPr/>
              <p:nvPr/>
            </p:nvSpPr>
            <p:spPr>
              <a:xfrm>
                <a:off x="17927491" y="36575300"/>
                <a:ext cx="216000" cy="216000"/>
              </a:xfrm>
              <a:custGeom>
                <a:avLst/>
                <a:gdLst>
                  <a:gd name="csX0" fmla="*/ 76120 w 151676"/>
                  <a:gd name="csY0" fmla="*/ 151870 h 151685"/>
                  <a:gd name="csX1" fmla="*/ 129746 w 151676"/>
                  <a:gd name="csY1" fmla="*/ 129656 h 151685"/>
                  <a:gd name="csX2" fmla="*/ 151958 w 151676"/>
                  <a:gd name="csY2" fmla="*/ 76027 h 151685"/>
                  <a:gd name="csX3" fmla="*/ 129746 w 151676"/>
                  <a:gd name="csY3" fmla="*/ 22398 h 151685"/>
                  <a:gd name="csX4" fmla="*/ 76120 w 151676"/>
                  <a:gd name="csY4" fmla="*/ 184 h 151685"/>
                  <a:gd name="csX5" fmla="*/ 22494 w 151676"/>
                  <a:gd name="csY5" fmla="*/ 22398 h 151685"/>
                  <a:gd name="csX6" fmla="*/ 282 w 151676"/>
                  <a:gd name="csY6" fmla="*/ 76027 h 151685"/>
                  <a:gd name="csX7" fmla="*/ 22494 w 151676"/>
                  <a:gd name="csY7" fmla="*/ 129656 h 151685"/>
                  <a:gd name="csX8" fmla="*/ 76120 w 151676"/>
                  <a:gd name="csY8" fmla="*/ 151870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20" y="151870"/>
                    </a:moveTo>
                    <a:cubicBezTo>
                      <a:pt x="96232" y="151870"/>
                      <a:pt x="115524" y="143878"/>
                      <a:pt x="129746" y="129656"/>
                    </a:cubicBezTo>
                    <a:cubicBezTo>
                      <a:pt x="143967" y="115433"/>
                      <a:pt x="151958" y="96141"/>
                      <a:pt x="151958" y="76027"/>
                    </a:cubicBezTo>
                    <a:cubicBezTo>
                      <a:pt x="151958" y="55913"/>
                      <a:pt x="143967" y="36620"/>
                      <a:pt x="129746" y="22398"/>
                    </a:cubicBezTo>
                    <a:cubicBezTo>
                      <a:pt x="115524" y="8175"/>
                      <a:pt x="96232" y="184"/>
                      <a:pt x="76120" y="184"/>
                    </a:cubicBezTo>
                    <a:cubicBezTo>
                      <a:pt x="56007" y="184"/>
                      <a:pt x="36716" y="8175"/>
                      <a:pt x="22494" y="22398"/>
                    </a:cubicBezTo>
                    <a:cubicBezTo>
                      <a:pt x="8273" y="36620"/>
                      <a:pt x="282" y="55913"/>
                      <a:pt x="282" y="76027"/>
                    </a:cubicBezTo>
                    <a:cubicBezTo>
                      <a:pt x="282" y="96141"/>
                      <a:pt x="8273" y="115433"/>
                      <a:pt x="22494" y="129656"/>
                    </a:cubicBezTo>
                    <a:cubicBezTo>
                      <a:pt x="36716" y="143878"/>
                      <a:pt x="56007" y="151870"/>
                      <a:pt x="76120" y="151870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79" name="任意多边形: 形状 3978"/>
              <p:cNvSpPr/>
              <p:nvPr/>
            </p:nvSpPr>
            <p:spPr>
              <a:xfrm>
                <a:off x="17755294" y="37380996"/>
                <a:ext cx="216000" cy="216000"/>
              </a:xfrm>
              <a:custGeom>
                <a:avLst/>
                <a:gdLst>
                  <a:gd name="csX0" fmla="*/ 76112 w 151676"/>
                  <a:gd name="csY0" fmla="*/ 151907 h 151685"/>
                  <a:gd name="csX1" fmla="*/ 129738 w 151676"/>
                  <a:gd name="csY1" fmla="*/ 129693 h 151685"/>
                  <a:gd name="csX2" fmla="*/ 151950 w 151676"/>
                  <a:gd name="csY2" fmla="*/ 76064 h 151685"/>
                  <a:gd name="csX3" fmla="*/ 129738 w 151676"/>
                  <a:gd name="csY3" fmla="*/ 22435 h 151685"/>
                  <a:gd name="csX4" fmla="*/ 76112 w 151676"/>
                  <a:gd name="csY4" fmla="*/ 221 h 151685"/>
                  <a:gd name="csX5" fmla="*/ 22486 w 151676"/>
                  <a:gd name="csY5" fmla="*/ 22435 h 151685"/>
                  <a:gd name="csX6" fmla="*/ 274 w 151676"/>
                  <a:gd name="csY6" fmla="*/ 76064 h 151685"/>
                  <a:gd name="csX7" fmla="*/ 22486 w 151676"/>
                  <a:gd name="csY7" fmla="*/ 129693 h 151685"/>
                  <a:gd name="csX8" fmla="*/ 76112 w 151676"/>
                  <a:gd name="csY8" fmla="*/ 151907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12" y="151907"/>
                    </a:moveTo>
                    <a:cubicBezTo>
                      <a:pt x="96224" y="151907"/>
                      <a:pt x="115516" y="143916"/>
                      <a:pt x="129738" y="129693"/>
                    </a:cubicBezTo>
                    <a:cubicBezTo>
                      <a:pt x="143959" y="115471"/>
                      <a:pt x="151950" y="96178"/>
                      <a:pt x="151950" y="76064"/>
                    </a:cubicBezTo>
                    <a:cubicBezTo>
                      <a:pt x="151950" y="55950"/>
                      <a:pt x="143959" y="36658"/>
                      <a:pt x="129738" y="22435"/>
                    </a:cubicBezTo>
                    <a:cubicBezTo>
                      <a:pt x="115516" y="8213"/>
                      <a:pt x="96224" y="221"/>
                      <a:pt x="76112" y="221"/>
                    </a:cubicBezTo>
                    <a:cubicBezTo>
                      <a:pt x="55999" y="221"/>
                      <a:pt x="36708" y="8213"/>
                      <a:pt x="22486" y="22435"/>
                    </a:cubicBezTo>
                    <a:cubicBezTo>
                      <a:pt x="8265" y="36658"/>
                      <a:pt x="274" y="55950"/>
                      <a:pt x="274" y="76064"/>
                    </a:cubicBezTo>
                    <a:cubicBezTo>
                      <a:pt x="274" y="96178"/>
                      <a:pt x="8265" y="115471"/>
                      <a:pt x="22486" y="129693"/>
                    </a:cubicBezTo>
                    <a:cubicBezTo>
                      <a:pt x="36708" y="143916"/>
                      <a:pt x="55999" y="151907"/>
                      <a:pt x="76112" y="151907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0" name="任意多边形: 形状 3979"/>
              <p:cNvSpPr/>
              <p:nvPr/>
            </p:nvSpPr>
            <p:spPr>
              <a:xfrm>
                <a:off x="16627234" y="37378939"/>
                <a:ext cx="216000" cy="216000"/>
              </a:xfrm>
              <a:custGeom>
                <a:avLst/>
                <a:gdLst>
                  <a:gd name="csX0" fmla="*/ 76059 w 151676"/>
                  <a:gd name="csY0" fmla="*/ 151907 h 151685"/>
                  <a:gd name="csX1" fmla="*/ 129685 w 151676"/>
                  <a:gd name="csY1" fmla="*/ 129693 h 151685"/>
                  <a:gd name="csX2" fmla="*/ 151898 w 151676"/>
                  <a:gd name="csY2" fmla="*/ 76064 h 151685"/>
                  <a:gd name="csX3" fmla="*/ 129685 w 151676"/>
                  <a:gd name="csY3" fmla="*/ 22435 h 151685"/>
                  <a:gd name="csX4" fmla="*/ 76059 w 151676"/>
                  <a:gd name="csY4" fmla="*/ 221 h 151685"/>
                  <a:gd name="csX5" fmla="*/ 22434 w 151676"/>
                  <a:gd name="csY5" fmla="*/ 22435 h 151685"/>
                  <a:gd name="csX6" fmla="*/ 221 w 151676"/>
                  <a:gd name="csY6" fmla="*/ 76064 h 151685"/>
                  <a:gd name="csX7" fmla="*/ 22434 w 151676"/>
                  <a:gd name="csY7" fmla="*/ 129693 h 151685"/>
                  <a:gd name="csX8" fmla="*/ 76059 w 151676"/>
                  <a:gd name="csY8" fmla="*/ 151907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59" y="151907"/>
                    </a:moveTo>
                    <a:cubicBezTo>
                      <a:pt x="96172" y="151907"/>
                      <a:pt x="115463" y="143916"/>
                      <a:pt x="129685" y="129693"/>
                    </a:cubicBezTo>
                    <a:cubicBezTo>
                      <a:pt x="143907" y="115471"/>
                      <a:pt x="151898" y="96178"/>
                      <a:pt x="151898" y="76064"/>
                    </a:cubicBezTo>
                    <a:cubicBezTo>
                      <a:pt x="151898" y="55950"/>
                      <a:pt x="143907" y="36658"/>
                      <a:pt x="129685" y="22435"/>
                    </a:cubicBezTo>
                    <a:cubicBezTo>
                      <a:pt x="115463" y="8212"/>
                      <a:pt x="96172" y="221"/>
                      <a:pt x="76059" y="221"/>
                    </a:cubicBezTo>
                    <a:cubicBezTo>
                      <a:pt x="55947" y="221"/>
                      <a:pt x="36655" y="8212"/>
                      <a:pt x="22434" y="22435"/>
                    </a:cubicBezTo>
                    <a:cubicBezTo>
                      <a:pt x="8212" y="36658"/>
                      <a:pt x="221" y="55950"/>
                      <a:pt x="221" y="76064"/>
                    </a:cubicBezTo>
                    <a:cubicBezTo>
                      <a:pt x="221" y="96178"/>
                      <a:pt x="8212" y="115471"/>
                      <a:pt x="22434" y="129693"/>
                    </a:cubicBezTo>
                    <a:cubicBezTo>
                      <a:pt x="36655" y="143916"/>
                      <a:pt x="55947" y="151907"/>
                      <a:pt x="76059" y="151907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1" name="任意多边形: 形状 3980"/>
              <p:cNvSpPr/>
              <p:nvPr/>
            </p:nvSpPr>
            <p:spPr>
              <a:xfrm>
                <a:off x="17550647" y="36448824"/>
                <a:ext cx="216000" cy="216000"/>
              </a:xfrm>
              <a:custGeom>
                <a:avLst/>
                <a:gdLst>
                  <a:gd name="csX0" fmla="*/ 76102 w 151676"/>
                  <a:gd name="csY0" fmla="*/ 151864 h 151685"/>
                  <a:gd name="csX1" fmla="*/ 129728 w 151676"/>
                  <a:gd name="csY1" fmla="*/ 129650 h 151685"/>
                  <a:gd name="csX2" fmla="*/ 151941 w 151676"/>
                  <a:gd name="csY2" fmla="*/ 76021 h 151685"/>
                  <a:gd name="csX3" fmla="*/ 129728 w 151676"/>
                  <a:gd name="csY3" fmla="*/ 22392 h 151685"/>
                  <a:gd name="csX4" fmla="*/ 76102 w 151676"/>
                  <a:gd name="csY4" fmla="*/ 178 h 151685"/>
                  <a:gd name="csX5" fmla="*/ 22477 w 151676"/>
                  <a:gd name="csY5" fmla="*/ 22392 h 151685"/>
                  <a:gd name="csX6" fmla="*/ 264 w 151676"/>
                  <a:gd name="csY6" fmla="*/ 76021 h 151685"/>
                  <a:gd name="csX7" fmla="*/ 22477 w 151676"/>
                  <a:gd name="csY7" fmla="*/ 129650 h 151685"/>
                  <a:gd name="csX8" fmla="*/ 76102 w 151676"/>
                  <a:gd name="csY8" fmla="*/ 151864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02" y="151864"/>
                    </a:moveTo>
                    <a:cubicBezTo>
                      <a:pt x="96215" y="151864"/>
                      <a:pt x="115506" y="143873"/>
                      <a:pt x="129728" y="129650"/>
                    </a:cubicBezTo>
                    <a:cubicBezTo>
                      <a:pt x="143950" y="115427"/>
                      <a:pt x="151941" y="96135"/>
                      <a:pt x="151941" y="76021"/>
                    </a:cubicBezTo>
                    <a:cubicBezTo>
                      <a:pt x="151941" y="55907"/>
                      <a:pt x="143950" y="36614"/>
                      <a:pt x="129728" y="22392"/>
                    </a:cubicBezTo>
                    <a:cubicBezTo>
                      <a:pt x="115506" y="8169"/>
                      <a:pt x="96215" y="178"/>
                      <a:pt x="76102" y="178"/>
                    </a:cubicBezTo>
                    <a:cubicBezTo>
                      <a:pt x="55990" y="178"/>
                      <a:pt x="36698" y="8169"/>
                      <a:pt x="22477" y="22392"/>
                    </a:cubicBezTo>
                    <a:cubicBezTo>
                      <a:pt x="8255" y="36614"/>
                      <a:pt x="264" y="55907"/>
                      <a:pt x="264" y="76021"/>
                    </a:cubicBezTo>
                    <a:cubicBezTo>
                      <a:pt x="264" y="96135"/>
                      <a:pt x="8255" y="115427"/>
                      <a:pt x="22477" y="129650"/>
                    </a:cubicBezTo>
                    <a:cubicBezTo>
                      <a:pt x="36698" y="143873"/>
                      <a:pt x="55990" y="151864"/>
                      <a:pt x="76102" y="151864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2" name="任意多边形: 形状 3981"/>
              <p:cNvSpPr/>
              <p:nvPr/>
            </p:nvSpPr>
            <p:spPr>
              <a:xfrm>
                <a:off x="16405943" y="36894764"/>
                <a:ext cx="216000" cy="216000"/>
              </a:xfrm>
              <a:custGeom>
                <a:avLst/>
                <a:gdLst>
                  <a:gd name="csX0" fmla="*/ 76049 w 151676"/>
                  <a:gd name="csY0" fmla="*/ 151885 h 151685"/>
                  <a:gd name="csX1" fmla="*/ 129675 w 151676"/>
                  <a:gd name="csY1" fmla="*/ 129671 h 151685"/>
                  <a:gd name="csX2" fmla="*/ 151887 w 151676"/>
                  <a:gd name="csY2" fmla="*/ 76042 h 151685"/>
                  <a:gd name="csX3" fmla="*/ 129675 w 151676"/>
                  <a:gd name="csY3" fmla="*/ 22413 h 151685"/>
                  <a:gd name="csX4" fmla="*/ 76049 w 151676"/>
                  <a:gd name="csY4" fmla="*/ 199 h 151685"/>
                  <a:gd name="csX5" fmla="*/ 22423 w 151676"/>
                  <a:gd name="csY5" fmla="*/ 22413 h 151685"/>
                  <a:gd name="csX6" fmla="*/ 211 w 151676"/>
                  <a:gd name="csY6" fmla="*/ 76042 h 151685"/>
                  <a:gd name="csX7" fmla="*/ 22423 w 151676"/>
                  <a:gd name="csY7" fmla="*/ 129671 h 151685"/>
                  <a:gd name="csX8" fmla="*/ 76049 w 151676"/>
                  <a:gd name="csY8" fmla="*/ 15188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49" y="151885"/>
                    </a:moveTo>
                    <a:cubicBezTo>
                      <a:pt x="96162" y="151885"/>
                      <a:pt x="115453" y="143893"/>
                      <a:pt x="129675" y="129671"/>
                    </a:cubicBezTo>
                    <a:cubicBezTo>
                      <a:pt x="143896" y="115448"/>
                      <a:pt x="151887" y="96155"/>
                      <a:pt x="151887" y="76042"/>
                    </a:cubicBezTo>
                    <a:cubicBezTo>
                      <a:pt x="151887" y="55928"/>
                      <a:pt x="143896" y="36635"/>
                      <a:pt x="129675" y="22413"/>
                    </a:cubicBezTo>
                    <a:cubicBezTo>
                      <a:pt x="115453" y="8190"/>
                      <a:pt x="96162" y="199"/>
                      <a:pt x="76049" y="199"/>
                    </a:cubicBezTo>
                    <a:cubicBezTo>
                      <a:pt x="55937" y="199"/>
                      <a:pt x="36645" y="8190"/>
                      <a:pt x="22423" y="22413"/>
                    </a:cubicBezTo>
                    <a:cubicBezTo>
                      <a:pt x="8202" y="36635"/>
                      <a:pt x="211" y="55928"/>
                      <a:pt x="211" y="76042"/>
                    </a:cubicBezTo>
                    <a:cubicBezTo>
                      <a:pt x="211" y="96155"/>
                      <a:pt x="8202" y="115448"/>
                      <a:pt x="22423" y="129671"/>
                    </a:cubicBezTo>
                    <a:cubicBezTo>
                      <a:pt x="36645" y="143893"/>
                      <a:pt x="55937" y="151885"/>
                      <a:pt x="76049" y="15188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3" name="任意多边形: 形状 3982"/>
              <p:cNvSpPr/>
              <p:nvPr/>
            </p:nvSpPr>
            <p:spPr>
              <a:xfrm>
                <a:off x="17818579" y="37884030"/>
                <a:ext cx="216000" cy="216000"/>
              </a:xfrm>
              <a:custGeom>
                <a:avLst/>
                <a:gdLst>
                  <a:gd name="csX0" fmla="*/ 76115 w 151676"/>
                  <a:gd name="csY0" fmla="*/ 151931 h 151685"/>
                  <a:gd name="csX1" fmla="*/ 129741 w 151676"/>
                  <a:gd name="csY1" fmla="*/ 129717 h 151685"/>
                  <a:gd name="csX2" fmla="*/ 151953 w 151676"/>
                  <a:gd name="csY2" fmla="*/ 76088 h 151685"/>
                  <a:gd name="csX3" fmla="*/ 129741 w 151676"/>
                  <a:gd name="csY3" fmla="*/ 22459 h 151685"/>
                  <a:gd name="csX4" fmla="*/ 76115 w 151676"/>
                  <a:gd name="csY4" fmla="*/ 245 h 151685"/>
                  <a:gd name="csX5" fmla="*/ 22489 w 151676"/>
                  <a:gd name="csY5" fmla="*/ 22459 h 151685"/>
                  <a:gd name="csX6" fmla="*/ 277 w 151676"/>
                  <a:gd name="csY6" fmla="*/ 76088 h 151685"/>
                  <a:gd name="csX7" fmla="*/ 22489 w 151676"/>
                  <a:gd name="csY7" fmla="*/ 129717 h 151685"/>
                  <a:gd name="csX8" fmla="*/ 76115 w 151676"/>
                  <a:gd name="csY8" fmla="*/ 151931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15" y="151931"/>
                    </a:moveTo>
                    <a:cubicBezTo>
                      <a:pt x="96227" y="151931"/>
                      <a:pt x="115519" y="143939"/>
                      <a:pt x="129741" y="129717"/>
                    </a:cubicBezTo>
                    <a:cubicBezTo>
                      <a:pt x="143962" y="115494"/>
                      <a:pt x="151953" y="96202"/>
                      <a:pt x="151953" y="76088"/>
                    </a:cubicBezTo>
                    <a:cubicBezTo>
                      <a:pt x="151953" y="55974"/>
                      <a:pt x="143962" y="36681"/>
                      <a:pt x="129741" y="22459"/>
                    </a:cubicBezTo>
                    <a:cubicBezTo>
                      <a:pt x="115519" y="8236"/>
                      <a:pt x="96227" y="245"/>
                      <a:pt x="76115" y="245"/>
                    </a:cubicBezTo>
                    <a:cubicBezTo>
                      <a:pt x="56002" y="245"/>
                      <a:pt x="36711" y="8236"/>
                      <a:pt x="22489" y="22459"/>
                    </a:cubicBezTo>
                    <a:cubicBezTo>
                      <a:pt x="8268" y="36681"/>
                      <a:pt x="277" y="55974"/>
                      <a:pt x="277" y="76088"/>
                    </a:cubicBezTo>
                    <a:cubicBezTo>
                      <a:pt x="277" y="96202"/>
                      <a:pt x="8268" y="115494"/>
                      <a:pt x="22489" y="129717"/>
                    </a:cubicBezTo>
                    <a:cubicBezTo>
                      <a:pt x="36711" y="143939"/>
                      <a:pt x="56002" y="151931"/>
                      <a:pt x="76115" y="151931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4" name="任意多边形: 形状 3983"/>
              <p:cNvSpPr/>
              <p:nvPr/>
            </p:nvSpPr>
            <p:spPr>
              <a:xfrm>
                <a:off x="17490576" y="37560364"/>
                <a:ext cx="216000" cy="216000"/>
              </a:xfrm>
              <a:custGeom>
                <a:avLst/>
                <a:gdLst>
                  <a:gd name="csX0" fmla="*/ 76100 w 151676"/>
                  <a:gd name="csY0" fmla="*/ 151916 h 151685"/>
                  <a:gd name="csX1" fmla="*/ 129725 w 151676"/>
                  <a:gd name="csY1" fmla="*/ 129702 h 151685"/>
                  <a:gd name="csX2" fmla="*/ 151938 w 151676"/>
                  <a:gd name="csY2" fmla="*/ 76073 h 151685"/>
                  <a:gd name="csX3" fmla="*/ 129725 w 151676"/>
                  <a:gd name="csY3" fmla="*/ 22444 h 151685"/>
                  <a:gd name="csX4" fmla="*/ 76100 w 151676"/>
                  <a:gd name="csY4" fmla="*/ 230 h 151685"/>
                  <a:gd name="csX5" fmla="*/ 22474 w 151676"/>
                  <a:gd name="csY5" fmla="*/ 22444 h 151685"/>
                  <a:gd name="csX6" fmla="*/ 261 w 151676"/>
                  <a:gd name="csY6" fmla="*/ 76073 h 151685"/>
                  <a:gd name="csX7" fmla="*/ 22474 w 151676"/>
                  <a:gd name="csY7" fmla="*/ 129702 h 151685"/>
                  <a:gd name="csX8" fmla="*/ 76100 w 151676"/>
                  <a:gd name="csY8" fmla="*/ 151916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00" y="151916"/>
                    </a:moveTo>
                    <a:cubicBezTo>
                      <a:pt x="96212" y="151916"/>
                      <a:pt x="115504" y="143924"/>
                      <a:pt x="129725" y="129702"/>
                    </a:cubicBezTo>
                    <a:cubicBezTo>
                      <a:pt x="143947" y="115479"/>
                      <a:pt x="151938" y="96186"/>
                      <a:pt x="151938" y="76073"/>
                    </a:cubicBezTo>
                    <a:cubicBezTo>
                      <a:pt x="151938" y="55959"/>
                      <a:pt x="143947" y="36666"/>
                      <a:pt x="129725" y="22444"/>
                    </a:cubicBezTo>
                    <a:cubicBezTo>
                      <a:pt x="115504" y="8221"/>
                      <a:pt x="96212" y="230"/>
                      <a:pt x="76100" y="230"/>
                    </a:cubicBezTo>
                    <a:cubicBezTo>
                      <a:pt x="55987" y="230"/>
                      <a:pt x="36696" y="8221"/>
                      <a:pt x="22474" y="22444"/>
                    </a:cubicBezTo>
                    <a:cubicBezTo>
                      <a:pt x="8252" y="36666"/>
                      <a:pt x="261" y="55959"/>
                      <a:pt x="261" y="76073"/>
                    </a:cubicBezTo>
                    <a:cubicBezTo>
                      <a:pt x="261" y="96186"/>
                      <a:pt x="8252" y="115479"/>
                      <a:pt x="22474" y="129702"/>
                    </a:cubicBezTo>
                    <a:cubicBezTo>
                      <a:pt x="36696" y="143924"/>
                      <a:pt x="55987" y="151916"/>
                      <a:pt x="76100" y="151916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5" name="任意多边形: 形状 3984"/>
              <p:cNvSpPr/>
              <p:nvPr/>
            </p:nvSpPr>
            <p:spPr>
              <a:xfrm>
                <a:off x="16459746" y="37540772"/>
                <a:ext cx="216000" cy="216000"/>
              </a:xfrm>
              <a:custGeom>
                <a:avLst/>
                <a:gdLst>
                  <a:gd name="csX0" fmla="*/ 76052 w 151676"/>
                  <a:gd name="csY0" fmla="*/ 151915 h 151685"/>
                  <a:gd name="csX1" fmla="*/ 129677 w 151676"/>
                  <a:gd name="csY1" fmla="*/ 129701 h 151685"/>
                  <a:gd name="csX2" fmla="*/ 151890 w 151676"/>
                  <a:gd name="csY2" fmla="*/ 76072 h 151685"/>
                  <a:gd name="csX3" fmla="*/ 129677 w 151676"/>
                  <a:gd name="csY3" fmla="*/ 22443 h 151685"/>
                  <a:gd name="csX4" fmla="*/ 76052 w 151676"/>
                  <a:gd name="csY4" fmla="*/ 229 h 151685"/>
                  <a:gd name="csX5" fmla="*/ 22426 w 151676"/>
                  <a:gd name="csY5" fmla="*/ 22443 h 151685"/>
                  <a:gd name="csX6" fmla="*/ 213 w 151676"/>
                  <a:gd name="csY6" fmla="*/ 76072 h 151685"/>
                  <a:gd name="csX7" fmla="*/ 22426 w 151676"/>
                  <a:gd name="csY7" fmla="*/ 129701 h 151685"/>
                  <a:gd name="csX8" fmla="*/ 76052 w 151676"/>
                  <a:gd name="csY8" fmla="*/ 15191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52" y="151915"/>
                    </a:moveTo>
                    <a:cubicBezTo>
                      <a:pt x="96164" y="151915"/>
                      <a:pt x="115456" y="143923"/>
                      <a:pt x="129677" y="129701"/>
                    </a:cubicBezTo>
                    <a:cubicBezTo>
                      <a:pt x="143899" y="115478"/>
                      <a:pt x="151890" y="96186"/>
                      <a:pt x="151890" y="76072"/>
                    </a:cubicBezTo>
                    <a:cubicBezTo>
                      <a:pt x="151890" y="55958"/>
                      <a:pt x="143899" y="36665"/>
                      <a:pt x="129677" y="22443"/>
                    </a:cubicBezTo>
                    <a:cubicBezTo>
                      <a:pt x="115456" y="8220"/>
                      <a:pt x="96164" y="229"/>
                      <a:pt x="76052" y="229"/>
                    </a:cubicBezTo>
                    <a:cubicBezTo>
                      <a:pt x="55939" y="229"/>
                      <a:pt x="36648" y="8220"/>
                      <a:pt x="22426" y="22443"/>
                    </a:cubicBezTo>
                    <a:cubicBezTo>
                      <a:pt x="8204" y="36665"/>
                      <a:pt x="213" y="55958"/>
                      <a:pt x="213" y="76072"/>
                    </a:cubicBezTo>
                    <a:cubicBezTo>
                      <a:pt x="213" y="96186"/>
                      <a:pt x="8204" y="115478"/>
                      <a:pt x="22426" y="129701"/>
                    </a:cubicBezTo>
                    <a:cubicBezTo>
                      <a:pt x="36648" y="143923"/>
                      <a:pt x="55939" y="151915"/>
                      <a:pt x="76052" y="15191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6" name="任意多边形: 形状 3985"/>
              <p:cNvSpPr/>
              <p:nvPr/>
            </p:nvSpPr>
            <p:spPr>
              <a:xfrm>
                <a:off x="17443747" y="36979982"/>
                <a:ext cx="216000" cy="216000"/>
              </a:xfrm>
              <a:custGeom>
                <a:avLst/>
                <a:gdLst>
                  <a:gd name="csX0" fmla="*/ 76097 w 151676"/>
                  <a:gd name="csY0" fmla="*/ 151889 h 151685"/>
                  <a:gd name="csX1" fmla="*/ 129723 w 151676"/>
                  <a:gd name="csY1" fmla="*/ 129675 h 151685"/>
                  <a:gd name="csX2" fmla="*/ 151936 w 151676"/>
                  <a:gd name="csY2" fmla="*/ 76046 h 151685"/>
                  <a:gd name="csX3" fmla="*/ 129723 w 151676"/>
                  <a:gd name="csY3" fmla="*/ 22416 h 151685"/>
                  <a:gd name="csX4" fmla="*/ 76097 w 151676"/>
                  <a:gd name="csY4" fmla="*/ 203 h 151685"/>
                  <a:gd name="csX5" fmla="*/ 22472 w 151676"/>
                  <a:gd name="csY5" fmla="*/ 22416 h 151685"/>
                  <a:gd name="csX6" fmla="*/ 259 w 151676"/>
                  <a:gd name="csY6" fmla="*/ 76046 h 151685"/>
                  <a:gd name="csX7" fmla="*/ 22472 w 151676"/>
                  <a:gd name="csY7" fmla="*/ 129675 h 151685"/>
                  <a:gd name="csX8" fmla="*/ 76097 w 151676"/>
                  <a:gd name="csY8" fmla="*/ 151889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97" y="151889"/>
                    </a:moveTo>
                    <a:cubicBezTo>
                      <a:pt x="96210" y="151889"/>
                      <a:pt x="115501" y="143897"/>
                      <a:pt x="129723" y="129675"/>
                    </a:cubicBezTo>
                    <a:cubicBezTo>
                      <a:pt x="143945" y="115452"/>
                      <a:pt x="151936" y="96159"/>
                      <a:pt x="151936" y="76046"/>
                    </a:cubicBezTo>
                    <a:cubicBezTo>
                      <a:pt x="151936" y="55932"/>
                      <a:pt x="143945" y="36639"/>
                      <a:pt x="129723" y="22416"/>
                    </a:cubicBezTo>
                    <a:cubicBezTo>
                      <a:pt x="115501" y="8194"/>
                      <a:pt x="96210" y="203"/>
                      <a:pt x="76097" y="203"/>
                    </a:cubicBezTo>
                    <a:cubicBezTo>
                      <a:pt x="55985" y="203"/>
                      <a:pt x="36693" y="8194"/>
                      <a:pt x="22472" y="22416"/>
                    </a:cubicBezTo>
                    <a:cubicBezTo>
                      <a:pt x="8250" y="36639"/>
                      <a:pt x="259" y="55932"/>
                      <a:pt x="259" y="76046"/>
                    </a:cubicBezTo>
                    <a:cubicBezTo>
                      <a:pt x="259" y="96159"/>
                      <a:pt x="8250" y="115452"/>
                      <a:pt x="22472" y="129675"/>
                    </a:cubicBezTo>
                    <a:cubicBezTo>
                      <a:pt x="36693" y="143897"/>
                      <a:pt x="55985" y="151889"/>
                      <a:pt x="76097" y="151889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7" name="任意多边形: 形状 3986"/>
              <p:cNvSpPr/>
              <p:nvPr/>
            </p:nvSpPr>
            <p:spPr>
              <a:xfrm>
                <a:off x="17120918" y="36359544"/>
                <a:ext cx="216000" cy="216000"/>
              </a:xfrm>
              <a:custGeom>
                <a:avLst/>
                <a:gdLst>
                  <a:gd name="csX0" fmla="*/ 76082 w 151676"/>
                  <a:gd name="csY0" fmla="*/ 151860 h 151685"/>
                  <a:gd name="csX1" fmla="*/ 129708 w 151676"/>
                  <a:gd name="csY1" fmla="*/ 129646 h 151685"/>
                  <a:gd name="csX2" fmla="*/ 151921 w 151676"/>
                  <a:gd name="csY2" fmla="*/ 76017 h 151685"/>
                  <a:gd name="csX3" fmla="*/ 129708 w 151676"/>
                  <a:gd name="csY3" fmla="*/ 22388 h 151685"/>
                  <a:gd name="csX4" fmla="*/ 76082 w 151676"/>
                  <a:gd name="csY4" fmla="*/ 174 h 151685"/>
                  <a:gd name="csX5" fmla="*/ 22457 w 151676"/>
                  <a:gd name="csY5" fmla="*/ 22388 h 151685"/>
                  <a:gd name="csX6" fmla="*/ 244 w 151676"/>
                  <a:gd name="csY6" fmla="*/ 76017 h 151685"/>
                  <a:gd name="csX7" fmla="*/ 22457 w 151676"/>
                  <a:gd name="csY7" fmla="*/ 129646 h 151685"/>
                  <a:gd name="csX8" fmla="*/ 76082 w 151676"/>
                  <a:gd name="csY8" fmla="*/ 151860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82" y="151860"/>
                    </a:moveTo>
                    <a:cubicBezTo>
                      <a:pt x="96195" y="151860"/>
                      <a:pt x="115486" y="143868"/>
                      <a:pt x="129708" y="129646"/>
                    </a:cubicBezTo>
                    <a:cubicBezTo>
                      <a:pt x="143930" y="115423"/>
                      <a:pt x="151921" y="96130"/>
                      <a:pt x="151921" y="76017"/>
                    </a:cubicBezTo>
                    <a:cubicBezTo>
                      <a:pt x="151921" y="55903"/>
                      <a:pt x="143930" y="36610"/>
                      <a:pt x="129708" y="22388"/>
                    </a:cubicBezTo>
                    <a:cubicBezTo>
                      <a:pt x="115486" y="8165"/>
                      <a:pt x="96195" y="174"/>
                      <a:pt x="76082" y="174"/>
                    </a:cubicBezTo>
                    <a:cubicBezTo>
                      <a:pt x="55970" y="174"/>
                      <a:pt x="36678" y="8165"/>
                      <a:pt x="22457" y="22388"/>
                    </a:cubicBezTo>
                    <a:cubicBezTo>
                      <a:pt x="8235" y="36610"/>
                      <a:pt x="244" y="55903"/>
                      <a:pt x="244" y="76017"/>
                    </a:cubicBezTo>
                    <a:cubicBezTo>
                      <a:pt x="244" y="96130"/>
                      <a:pt x="8235" y="115423"/>
                      <a:pt x="22457" y="129646"/>
                    </a:cubicBezTo>
                    <a:cubicBezTo>
                      <a:pt x="36678" y="143868"/>
                      <a:pt x="55970" y="151860"/>
                      <a:pt x="76082" y="151860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8" name="任意多边形: 形状 3987"/>
              <p:cNvSpPr/>
              <p:nvPr/>
            </p:nvSpPr>
            <p:spPr>
              <a:xfrm>
                <a:off x="17397624" y="37803666"/>
                <a:ext cx="216000" cy="216000"/>
              </a:xfrm>
              <a:custGeom>
                <a:avLst/>
                <a:gdLst>
                  <a:gd name="csX0" fmla="*/ 76095 w 151676"/>
                  <a:gd name="csY0" fmla="*/ 151927 h 151685"/>
                  <a:gd name="csX1" fmla="*/ 129721 w 151676"/>
                  <a:gd name="csY1" fmla="*/ 129713 h 151685"/>
                  <a:gd name="csX2" fmla="*/ 151933 w 151676"/>
                  <a:gd name="csY2" fmla="*/ 76084 h 151685"/>
                  <a:gd name="csX3" fmla="*/ 129721 w 151676"/>
                  <a:gd name="csY3" fmla="*/ 22455 h 151685"/>
                  <a:gd name="csX4" fmla="*/ 76095 w 151676"/>
                  <a:gd name="csY4" fmla="*/ 241 h 151685"/>
                  <a:gd name="csX5" fmla="*/ 22470 w 151676"/>
                  <a:gd name="csY5" fmla="*/ 22455 h 151685"/>
                  <a:gd name="csX6" fmla="*/ 257 w 151676"/>
                  <a:gd name="csY6" fmla="*/ 76084 h 151685"/>
                  <a:gd name="csX7" fmla="*/ 22470 w 151676"/>
                  <a:gd name="csY7" fmla="*/ 129713 h 151685"/>
                  <a:gd name="csX8" fmla="*/ 76095 w 151676"/>
                  <a:gd name="csY8" fmla="*/ 151927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95" y="151927"/>
                    </a:moveTo>
                    <a:cubicBezTo>
                      <a:pt x="96208" y="151927"/>
                      <a:pt x="115499" y="143936"/>
                      <a:pt x="129721" y="129713"/>
                    </a:cubicBezTo>
                    <a:cubicBezTo>
                      <a:pt x="143943" y="115490"/>
                      <a:pt x="151933" y="96198"/>
                      <a:pt x="151933" y="76084"/>
                    </a:cubicBezTo>
                    <a:cubicBezTo>
                      <a:pt x="151933" y="55970"/>
                      <a:pt x="143943" y="36678"/>
                      <a:pt x="129721" y="22455"/>
                    </a:cubicBezTo>
                    <a:cubicBezTo>
                      <a:pt x="115499" y="8232"/>
                      <a:pt x="96208" y="241"/>
                      <a:pt x="76095" y="241"/>
                    </a:cubicBezTo>
                    <a:cubicBezTo>
                      <a:pt x="55983" y="241"/>
                      <a:pt x="36691" y="8232"/>
                      <a:pt x="22470" y="22455"/>
                    </a:cubicBezTo>
                    <a:cubicBezTo>
                      <a:pt x="8248" y="36678"/>
                      <a:pt x="257" y="55970"/>
                      <a:pt x="257" y="76084"/>
                    </a:cubicBezTo>
                    <a:cubicBezTo>
                      <a:pt x="257" y="96198"/>
                      <a:pt x="8248" y="115490"/>
                      <a:pt x="22470" y="129713"/>
                    </a:cubicBezTo>
                    <a:cubicBezTo>
                      <a:pt x="36691" y="143936"/>
                      <a:pt x="55983" y="151927"/>
                      <a:pt x="76095" y="151927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89" name="任意多边形: 形状 3988"/>
              <p:cNvSpPr/>
              <p:nvPr/>
            </p:nvSpPr>
            <p:spPr>
              <a:xfrm>
                <a:off x="17756548" y="37854431"/>
                <a:ext cx="216000" cy="216000"/>
              </a:xfrm>
              <a:custGeom>
                <a:avLst/>
                <a:gdLst>
                  <a:gd name="csX0" fmla="*/ 76112 w 151676"/>
                  <a:gd name="csY0" fmla="*/ 151929 h 151685"/>
                  <a:gd name="csX1" fmla="*/ 129738 w 151676"/>
                  <a:gd name="csY1" fmla="*/ 129715 h 151685"/>
                  <a:gd name="csX2" fmla="*/ 151950 w 151676"/>
                  <a:gd name="csY2" fmla="*/ 76086 h 151685"/>
                  <a:gd name="csX3" fmla="*/ 129738 w 151676"/>
                  <a:gd name="csY3" fmla="*/ 22457 h 151685"/>
                  <a:gd name="csX4" fmla="*/ 76112 w 151676"/>
                  <a:gd name="csY4" fmla="*/ 243 h 151685"/>
                  <a:gd name="csX5" fmla="*/ 22486 w 151676"/>
                  <a:gd name="csY5" fmla="*/ 22457 h 151685"/>
                  <a:gd name="csX6" fmla="*/ 274 w 151676"/>
                  <a:gd name="csY6" fmla="*/ 76086 h 151685"/>
                  <a:gd name="csX7" fmla="*/ 22486 w 151676"/>
                  <a:gd name="csY7" fmla="*/ 129715 h 151685"/>
                  <a:gd name="csX8" fmla="*/ 76112 w 151676"/>
                  <a:gd name="csY8" fmla="*/ 151929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12" y="151929"/>
                    </a:moveTo>
                    <a:cubicBezTo>
                      <a:pt x="96225" y="151929"/>
                      <a:pt x="115516" y="143938"/>
                      <a:pt x="129738" y="129715"/>
                    </a:cubicBezTo>
                    <a:cubicBezTo>
                      <a:pt x="143959" y="115493"/>
                      <a:pt x="151950" y="96200"/>
                      <a:pt x="151950" y="76086"/>
                    </a:cubicBezTo>
                    <a:cubicBezTo>
                      <a:pt x="151950" y="55973"/>
                      <a:pt x="143959" y="36680"/>
                      <a:pt x="129738" y="22457"/>
                    </a:cubicBezTo>
                    <a:cubicBezTo>
                      <a:pt x="115516" y="8235"/>
                      <a:pt x="96225" y="243"/>
                      <a:pt x="76112" y="243"/>
                    </a:cubicBezTo>
                    <a:cubicBezTo>
                      <a:pt x="55999" y="243"/>
                      <a:pt x="36708" y="8235"/>
                      <a:pt x="22486" y="22457"/>
                    </a:cubicBezTo>
                    <a:cubicBezTo>
                      <a:pt x="8265" y="36680"/>
                      <a:pt x="274" y="55973"/>
                      <a:pt x="274" y="76086"/>
                    </a:cubicBezTo>
                    <a:cubicBezTo>
                      <a:pt x="274" y="96200"/>
                      <a:pt x="8265" y="115493"/>
                      <a:pt x="22486" y="129715"/>
                    </a:cubicBezTo>
                    <a:cubicBezTo>
                      <a:pt x="36708" y="143938"/>
                      <a:pt x="55999" y="151929"/>
                      <a:pt x="76112" y="151929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0" name="任意多边形: 形状 3989"/>
              <p:cNvSpPr/>
              <p:nvPr/>
            </p:nvSpPr>
            <p:spPr>
              <a:xfrm>
                <a:off x="16926634" y="38199583"/>
                <a:ext cx="216000" cy="216000"/>
              </a:xfrm>
              <a:custGeom>
                <a:avLst/>
                <a:gdLst>
                  <a:gd name="csX0" fmla="*/ 76073 w 151676"/>
                  <a:gd name="csY0" fmla="*/ 151945 h 151685"/>
                  <a:gd name="csX1" fmla="*/ 129699 w 151676"/>
                  <a:gd name="csY1" fmla="*/ 129732 h 151685"/>
                  <a:gd name="csX2" fmla="*/ 151911 w 151676"/>
                  <a:gd name="csY2" fmla="*/ 76102 h 151685"/>
                  <a:gd name="csX3" fmla="*/ 129699 w 151676"/>
                  <a:gd name="csY3" fmla="*/ 22473 h 151685"/>
                  <a:gd name="csX4" fmla="*/ 76073 w 151676"/>
                  <a:gd name="csY4" fmla="*/ 259 h 151685"/>
                  <a:gd name="csX5" fmla="*/ 22448 w 151676"/>
                  <a:gd name="csY5" fmla="*/ 22473 h 151685"/>
                  <a:gd name="csX6" fmla="*/ 235 w 151676"/>
                  <a:gd name="csY6" fmla="*/ 76102 h 151685"/>
                  <a:gd name="csX7" fmla="*/ 22448 w 151676"/>
                  <a:gd name="csY7" fmla="*/ 129732 h 151685"/>
                  <a:gd name="csX8" fmla="*/ 76073 w 151676"/>
                  <a:gd name="csY8" fmla="*/ 15194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73" y="151945"/>
                    </a:moveTo>
                    <a:cubicBezTo>
                      <a:pt x="96186" y="151945"/>
                      <a:pt x="115477" y="143954"/>
                      <a:pt x="129699" y="129732"/>
                    </a:cubicBezTo>
                    <a:cubicBezTo>
                      <a:pt x="143921" y="115509"/>
                      <a:pt x="151911" y="96216"/>
                      <a:pt x="151911" y="76102"/>
                    </a:cubicBezTo>
                    <a:cubicBezTo>
                      <a:pt x="151911" y="55989"/>
                      <a:pt x="143921" y="36696"/>
                      <a:pt x="129699" y="22473"/>
                    </a:cubicBezTo>
                    <a:cubicBezTo>
                      <a:pt x="115477" y="8251"/>
                      <a:pt x="96186" y="259"/>
                      <a:pt x="76073" y="259"/>
                    </a:cubicBezTo>
                    <a:cubicBezTo>
                      <a:pt x="55961" y="259"/>
                      <a:pt x="36669" y="8251"/>
                      <a:pt x="22448" y="22473"/>
                    </a:cubicBezTo>
                    <a:cubicBezTo>
                      <a:pt x="8226" y="36696"/>
                      <a:pt x="235" y="55989"/>
                      <a:pt x="235" y="76102"/>
                    </a:cubicBezTo>
                    <a:cubicBezTo>
                      <a:pt x="235" y="96216"/>
                      <a:pt x="8226" y="115509"/>
                      <a:pt x="22448" y="129732"/>
                    </a:cubicBezTo>
                    <a:cubicBezTo>
                      <a:pt x="36669" y="143954"/>
                      <a:pt x="55961" y="151945"/>
                      <a:pt x="76073" y="15194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1" name="任意多边形: 形状 3990"/>
              <p:cNvSpPr/>
              <p:nvPr/>
            </p:nvSpPr>
            <p:spPr>
              <a:xfrm>
                <a:off x="16551093" y="37483196"/>
                <a:ext cx="216000" cy="216000"/>
              </a:xfrm>
              <a:custGeom>
                <a:avLst/>
                <a:gdLst>
                  <a:gd name="csX0" fmla="*/ 76056 w 151676"/>
                  <a:gd name="csY0" fmla="*/ 151912 h 151685"/>
                  <a:gd name="csX1" fmla="*/ 129681 w 151676"/>
                  <a:gd name="csY1" fmla="*/ 129698 h 151685"/>
                  <a:gd name="csX2" fmla="*/ 151894 w 151676"/>
                  <a:gd name="csY2" fmla="*/ 76069 h 151685"/>
                  <a:gd name="csX3" fmla="*/ 129681 w 151676"/>
                  <a:gd name="csY3" fmla="*/ 22440 h 151685"/>
                  <a:gd name="csX4" fmla="*/ 76056 w 151676"/>
                  <a:gd name="csY4" fmla="*/ 226 h 151685"/>
                  <a:gd name="csX5" fmla="*/ 22430 w 151676"/>
                  <a:gd name="csY5" fmla="*/ 22440 h 151685"/>
                  <a:gd name="csX6" fmla="*/ 218 w 151676"/>
                  <a:gd name="csY6" fmla="*/ 76069 h 151685"/>
                  <a:gd name="csX7" fmla="*/ 22430 w 151676"/>
                  <a:gd name="csY7" fmla="*/ 129698 h 151685"/>
                  <a:gd name="csX8" fmla="*/ 76056 w 151676"/>
                  <a:gd name="csY8" fmla="*/ 151912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56" y="151912"/>
                    </a:moveTo>
                    <a:cubicBezTo>
                      <a:pt x="96168" y="151912"/>
                      <a:pt x="115460" y="143921"/>
                      <a:pt x="129681" y="129698"/>
                    </a:cubicBezTo>
                    <a:cubicBezTo>
                      <a:pt x="143903" y="115476"/>
                      <a:pt x="151894" y="96183"/>
                      <a:pt x="151894" y="76069"/>
                    </a:cubicBezTo>
                    <a:cubicBezTo>
                      <a:pt x="151894" y="55955"/>
                      <a:pt x="143903" y="36663"/>
                      <a:pt x="129681" y="22440"/>
                    </a:cubicBezTo>
                    <a:cubicBezTo>
                      <a:pt x="115460" y="8217"/>
                      <a:pt x="96168" y="226"/>
                      <a:pt x="76056" y="226"/>
                    </a:cubicBezTo>
                    <a:cubicBezTo>
                      <a:pt x="55943" y="226"/>
                      <a:pt x="36652" y="8217"/>
                      <a:pt x="22430" y="22440"/>
                    </a:cubicBezTo>
                    <a:cubicBezTo>
                      <a:pt x="8208" y="36663"/>
                      <a:pt x="218" y="55955"/>
                      <a:pt x="218" y="76069"/>
                    </a:cubicBezTo>
                    <a:cubicBezTo>
                      <a:pt x="218" y="96183"/>
                      <a:pt x="8208" y="115476"/>
                      <a:pt x="22430" y="129698"/>
                    </a:cubicBezTo>
                    <a:cubicBezTo>
                      <a:pt x="36652" y="143921"/>
                      <a:pt x="55943" y="151912"/>
                      <a:pt x="76056" y="151912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2" name="任意多边形: 形状 3991"/>
              <p:cNvSpPr/>
              <p:nvPr/>
            </p:nvSpPr>
            <p:spPr>
              <a:xfrm>
                <a:off x="17701486" y="37659286"/>
                <a:ext cx="216000" cy="216000"/>
              </a:xfrm>
              <a:custGeom>
                <a:avLst/>
                <a:gdLst>
                  <a:gd name="csX0" fmla="*/ 76109 w 151676"/>
                  <a:gd name="csY0" fmla="*/ 151920 h 151685"/>
                  <a:gd name="csX1" fmla="*/ 129735 w 151676"/>
                  <a:gd name="csY1" fmla="*/ 129706 h 151685"/>
                  <a:gd name="csX2" fmla="*/ 151948 w 151676"/>
                  <a:gd name="csY2" fmla="*/ 76077 h 151685"/>
                  <a:gd name="csX3" fmla="*/ 129735 w 151676"/>
                  <a:gd name="csY3" fmla="*/ 22448 h 151685"/>
                  <a:gd name="csX4" fmla="*/ 76109 w 151676"/>
                  <a:gd name="csY4" fmla="*/ 234 h 151685"/>
                  <a:gd name="csX5" fmla="*/ 22484 w 151676"/>
                  <a:gd name="csY5" fmla="*/ 22448 h 151685"/>
                  <a:gd name="csX6" fmla="*/ 271 w 151676"/>
                  <a:gd name="csY6" fmla="*/ 76077 h 151685"/>
                  <a:gd name="csX7" fmla="*/ 22484 w 151676"/>
                  <a:gd name="csY7" fmla="*/ 129706 h 151685"/>
                  <a:gd name="csX8" fmla="*/ 76109 w 151676"/>
                  <a:gd name="csY8" fmla="*/ 151920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09" y="151920"/>
                    </a:moveTo>
                    <a:cubicBezTo>
                      <a:pt x="96222" y="151920"/>
                      <a:pt x="115513" y="143929"/>
                      <a:pt x="129735" y="129706"/>
                    </a:cubicBezTo>
                    <a:cubicBezTo>
                      <a:pt x="143957" y="115484"/>
                      <a:pt x="151948" y="96191"/>
                      <a:pt x="151948" y="76077"/>
                    </a:cubicBezTo>
                    <a:cubicBezTo>
                      <a:pt x="151948" y="55963"/>
                      <a:pt x="143957" y="36671"/>
                      <a:pt x="129735" y="22448"/>
                    </a:cubicBezTo>
                    <a:cubicBezTo>
                      <a:pt x="115513" y="8226"/>
                      <a:pt x="96222" y="234"/>
                      <a:pt x="76109" y="234"/>
                    </a:cubicBezTo>
                    <a:cubicBezTo>
                      <a:pt x="55997" y="234"/>
                      <a:pt x="36705" y="8226"/>
                      <a:pt x="22484" y="22448"/>
                    </a:cubicBezTo>
                    <a:cubicBezTo>
                      <a:pt x="8262" y="36671"/>
                      <a:pt x="271" y="55963"/>
                      <a:pt x="271" y="76077"/>
                    </a:cubicBezTo>
                    <a:cubicBezTo>
                      <a:pt x="271" y="96191"/>
                      <a:pt x="8262" y="115484"/>
                      <a:pt x="22484" y="129706"/>
                    </a:cubicBezTo>
                    <a:cubicBezTo>
                      <a:pt x="36705" y="143929"/>
                      <a:pt x="55997" y="151920"/>
                      <a:pt x="76109" y="151920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3" name="任意多边形: 形状 3992"/>
              <p:cNvSpPr/>
              <p:nvPr/>
            </p:nvSpPr>
            <p:spPr>
              <a:xfrm>
                <a:off x="16802909" y="37069320"/>
                <a:ext cx="216000" cy="216000"/>
              </a:xfrm>
              <a:custGeom>
                <a:avLst/>
                <a:gdLst>
                  <a:gd name="csX0" fmla="*/ 76068 w 151676"/>
                  <a:gd name="csY0" fmla="*/ 151893 h 151685"/>
                  <a:gd name="csX1" fmla="*/ 129693 w 151676"/>
                  <a:gd name="csY1" fmla="*/ 129679 h 151685"/>
                  <a:gd name="csX2" fmla="*/ 151906 w 151676"/>
                  <a:gd name="csY2" fmla="*/ 76050 h 151685"/>
                  <a:gd name="csX3" fmla="*/ 129693 w 151676"/>
                  <a:gd name="csY3" fmla="*/ 22421 h 151685"/>
                  <a:gd name="csX4" fmla="*/ 76068 w 151676"/>
                  <a:gd name="csY4" fmla="*/ 207 h 151685"/>
                  <a:gd name="csX5" fmla="*/ 22442 w 151676"/>
                  <a:gd name="csY5" fmla="*/ 22421 h 151685"/>
                  <a:gd name="csX6" fmla="*/ 229 w 151676"/>
                  <a:gd name="csY6" fmla="*/ 76050 h 151685"/>
                  <a:gd name="csX7" fmla="*/ 22442 w 151676"/>
                  <a:gd name="csY7" fmla="*/ 129679 h 151685"/>
                  <a:gd name="csX8" fmla="*/ 76068 w 151676"/>
                  <a:gd name="csY8" fmla="*/ 151893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68" y="151893"/>
                    </a:moveTo>
                    <a:cubicBezTo>
                      <a:pt x="96180" y="151893"/>
                      <a:pt x="115472" y="143901"/>
                      <a:pt x="129693" y="129679"/>
                    </a:cubicBezTo>
                    <a:cubicBezTo>
                      <a:pt x="143915" y="115456"/>
                      <a:pt x="151906" y="96164"/>
                      <a:pt x="151906" y="76050"/>
                    </a:cubicBezTo>
                    <a:cubicBezTo>
                      <a:pt x="151906" y="55936"/>
                      <a:pt x="143915" y="36643"/>
                      <a:pt x="129693" y="22421"/>
                    </a:cubicBezTo>
                    <a:cubicBezTo>
                      <a:pt x="115472" y="8198"/>
                      <a:pt x="96180" y="207"/>
                      <a:pt x="76068" y="207"/>
                    </a:cubicBezTo>
                    <a:cubicBezTo>
                      <a:pt x="55955" y="207"/>
                      <a:pt x="36664" y="8198"/>
                      <a:pt x="22442" y="22421"/>
                    </a:cubicBezTo>
                    <a:cubicBezTo>
                      <a:pt x="8220" y="36643"/>
                      <a:pt x="229" y="55936"/>
                      <a:pt x="229" y="76050"/>
                    </a:cubicBezTo>
                    <a:cubicBezTo>
                      <a:pt x="229" y="96164"/>
                      <a:pt x="8220" y="115456"/>
                      <a:pt x="22442" y="129679"/>
                    </a:cubicBezTo>
                    <a:cubicBezTo>
                      <a:pt x="36664" y="143901"/>
                      <a:pt x="55955" y="151893"/>
                      <a:pt x="76068" y="151893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4" name="任意多边形: 形状 3993"/>
              <p:cNvSpPr/>
              <p:nvPr/>
            </p:nvSpPr>
            <p:spPr>
              <a:xfrm>
                <a:off x="18159029" y="37769504"/>
                <a:ext cx="216000" cy="216000"/>
              </a:xfrm>
              <a:custGeom>
                <a:avLst/>
                <a:gdLst>
                  <a:gd name="csX0" fmla="*/ 76131 w 151676"/>
                  <a:gd name="csY0" fmla="*/ 151925 h 151685"/>
                  <a:gd name="csX1" fmla="*/ 129756 w 151676"/>
                  <a:gd name="csY1" fmla="*/ 129711 h 151685"/>
                  <a:gd name="csX2" fmla="*/ 151969 w 151676"/>
                  <a:gd name="csY2" fmla="*/ 76082 h 151685"/>
                  <a:gd name="csX3" fmla="*/ 129756 w 151676"/>
                  <a:gd name="csY3" fmla="*/ 22453 h 151685"/>
                  <a:gd name="csX4" fmla="*/ 76131 w 151676"/>
                  <a:gd name="csY4" fmla="*/ 239 h 151685"/>
                  <a:gd name="csX5" fmla="*/ 22505 w 151676"/>
                  <a:gd name="csY5" fmla="*/ 22453 h 151685"/>
                  <a:gd name="csX6" fmla="*/ 293 w 151676"/>
                  <a:gd name="csY6" fmla="*/ 76082 h 151685"/>
                  <a:gd name="csX7" fmla="*/ 22505 w 151676"/>
                  <a:gd name="csY7" fmla="*/ 129711 h 151685"/>
                  <a:gd name="csX8" fmla="*/ 76131 w 151676"/>
                  <a:gd name="csY8" fmla="*/ 15192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31" y="151925"/>
                    </a:moveTo>
                    <a:cubicBezTo>
                      <a:pt x="96243" y="151925"/>
                      <a:pt x="115535" y="143934"/>
                      <a:pt x="129756" y="129711"/>
                    </a:cubicBezTo>
                    <a:cubicBezTo>
                      <a:pt x="143978" y="115489"/>
                      <a:pt x="151969" y="96196"/>
                      <a:pt x="151969" y="76082"/>
                    </a:cubicBezTo>
                    <a:cubicBezTo>
                      <a:pt x="151969" y="55969"/>
                      <a:pt x="143978" y="36676"/>
                      <a:pt x="129756" y="22453"/>
                    </a:cubicBezTo>
                    <a:cubicBezTo>
                      <a:pt x="115535" y="8231"/>
                      <a:pt x="96243" y="239"/>
                      <a:pt x="76131" y="239"/>
                    </a:cubicBezTo>
                    <a:cubicBezTo>
                      <a:pt x="56018" y="239"/>
                      <a:pt x="36727" y="8231"/>
                      <a:pt x="22505" y="22453"/>
                    </a:cubicBezTo>
                    <a:cubicBezTo>
                      <a:pt x="8283" y="36676"/>
                      <a:pt x="293" y="55969"/>
                      <a:pt x="293" y="76082"/>
                    </a:cubicBezTo>
                    <a:cubicBezTo>
                      <a:pt x="293" y="96196"/>
                      <a:pt x="8283" y="115489"/>
                      <a:pt x="22505" y="129711"/>
                    </a:cubicBezTo>
                    <a:cubicBezTo>
                      <a:pt x="36727" y="143934"/>
                      <a:pt x="56018" y="151925"/>
                      <a:pt x="76131" y="15192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5" name="任意多边形: 形状 3994"/>
              <p:cNvSpPr/>
              <p:nvPr/>
            </p:nvSpPr>
            <p:spPr>
              <a:xfrm>
                <a:off x="16996896" y="36613058"/>
                <a:ext cx="216000" cy="216000"/>
              </a:xfrm>
              <a:custGeom>
                <a:avLst/>
                <a:gdLst>
                  <a:gd name="csX0" fmla="*/ 76077 w 151676"/>
                  <a:gd name="csY0" fmla="*/ 151871 h 151685"/>
                  <a:gd name="csX1" fmla="*/ 129702 w 151676"/>
                  <a:gd name="csY1" fmla="*/ 129658 h 151685"/>
                  <a:gd name="csX2" fmla="*/ 151915 w 151676"/>
                  <a:gd name="csY2" fmla="*/ 76028 h 151685"/>
                  <a:gd name="csX3" fmla="*/ 129702 w 151676"/>
                  <a:gd name="csY3" fmla="*/ 22399 h 151685"/>
                  <a:gd name="csX4" fmla="*/ 76077 w 151676"/>
                  <a:gd name="csY4" fmla="*/ 185 h 151685"/>
                  <a:gd name="csX5" fmla="*/ 22451 w 151676"/>
                  <a:gd name="csY5" fmla="*/ 22399 h 151685"/>
                  <a:gd name="csX6" fmla="*/ 238 w 151676"/>
                  <a:gd name="csY6" fmla="*/ 76028 h 151685"/>
                  <a:gd name="csX7" fmla="*/ 22451 w 151676"/>
                  <a:gd name="csY7" fmla="*/ 129658 h 151685"/>
                  <a:gd name="csX8" fmla="*/ 76077 w 151676"/>
                  <a:gd name="csY8" fmla="*/ 151871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77" y="151871"/>
                    </a:moveTo>
                    <a:cubicBezTo>
                      <a:pt x="96189" y="151871"/>
                      <a:pt x="115481" y="143880"/>
                      <a:pt x="129702" y="129658"/>
                    </a:cubicBezTo>
                    <a:cubicBezTo>
                      <a:pt x="143924" y="115435"/>
                      <a:pt x="151915" y="96142"/>
                      <a:pt x="151915" y="76028"/>
                    </a:cubicBezTo>
                    <a:cubicBezTo>
                      <a:pt x="151915" y="55915"/>
                      <a:pt x="143924" y="36622"/>
                      <a:pt x="129702" y="22399"/>
                    </a:cubicBezTo>
                    <a:cubicBezTo>
                      <a:pt x="115481" y="8177"/>
                      <a:pt x="96189" y="185"/>
                      <a:pt x="76077" y="185"/>
                    </a:cubicBezTo>
                    <a:cubicBezTo>
                      <a:pt x="55964" y="185"/>
                      <a:pt x="36673" y="8177"/>
                      <a:pt x="22451" y="22399"/>
                    </a:cubicBezTo>
                    <a:cubicBezTo>
                      <a:pt x="8229" y="36622"/>
                      <a:pt x="238" y="55915"/>
                      <a:pt x="238" y="76028"/>
                    </a:cubicBezTo>
                    <a:cubicBezTo>
                      <a:pt x="238" y="96142"/>
                      <a:pt x="8229" y="115435"/>
                      <a:pt x="22451" y="129658"/>
                    </a:cubicBezTo>
                    <a:cubicBezTo>
                      <a:pt x="36673" y="143880"/>
                      <a:pt x="55964" y="151871"/>
                      <a:pt x="76077" y="151871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6" name="任意多边形: 形状 3995"/>
              <p:cNvSpPr/>
              <p:nvPr/>
            </p:nvSpPr>
            <p:spPr>
              <a:xfrm>
                <a:off x="17894403" y="37485406"/>
                <a:ext cx="216000" cy="216000"/>
              </a:xfrm>
              <a:custGeom>
                <a:avLst/>
                <a:gdLst>
                  <a:gd name="csX0" fmla="*/ 76118 w 151676"/>
                  <a:gd name="csY0" fmla="*/ 151912 h 151685"/>
                  <a:gd name="csX1" fmla="*/ 129744 w 151676"/>
                  <a:gd name="csY1" fmla="*/ 129698 h 151685"/>
                  <a:gd name="csX2" fmla="*/ 151957 w 151676"/>
                  <a:gd name="csY2" fmla="*/ 76069 h 151685"/>
                  <a:gd name="csX3" fmla="*/ 129744 w 151676"/>
                  <a:gd name="csY3" fmla="*/ 22440 h 151685"/>
                  <a:gd name="csX4" fmla="*/ 76118 w 151676"/>
                  <a:gd name="csY4" fmla="*/ 226 h 151685"/>
                  <a:gd name="csX5" fmla="*/ 22493 w 151676"/>
                  <a:gd name="csY5" fmla="*/ 22440 h 151685"/>
                  <a:gd name="csX6" fmla="*/ 280 w 151676"/>
                  <a:gd name="csY6" fmla="*/ 76069 h 151685"/>
                  <a:gd name="csX7" fmla="*/ 22493 w 151676"/>
                  <a:gd name="csY7" fmla="*/ 129698 h 151685"/>
                  <a:gd name="csX8" fmla="*/ 76118 w 151676"/>
                  <a:gd name="csY8" fmla="*/ 151912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18" y="151912"/>
                    </a:moveTo>
                    <a:cubicBezTo>
                      <a:pt x="96231" y="151912"/>
                      <a:pt x="115522" y="143921"/>
                      <a:pt x="129744" y="129698"/>
                    </a:cubicBezTo>
                    <a:cubicBezTo>
                      <a:pt x="143966" y="115476"/>
                      <a:pt x="151957" y="96183"/>
                      <a:pt x="151957" y="76069"/>
                    </a:cubicBezTo>
                    <a:cubicBezTo>
                      <a:pt x="151957" y="55955"/>
                      <a:pt x="143966" y="36663"/>
                      <a:pt x="129744" y="22440"/>
                    </a:cubicBezTo>
                    <a:cubicBezTo>
                      <a:pt x="115522" y="8217"/>
                      <a:pt x="96231" y="226"/>
                      <a:pt x="76118" y="226"/>
                    </a:cubicBezTo>
                    <a:cubicBezTo>
                      <a:pt x="56006" y="226"/>
                      <a:pt x="36714" y="8217"/>
                      <a:pt x="22493" y="22440"/>
                    </a:cubicBezTo>
                    <a:cubicBezTo>
                      <a:pt x="8271" y="36663"/>
                      <a:pt x="280" y="55955"/>
                      <a:pt x="280" y="76069"/>
                    </a:cubicBezTo>
                    <a:cubicBezTo>
                      <a:pt x="280" y="96183"/>
                      <a:pt x="8271" y="115476"/>
                      <a:pt x="22493" y="129698"/>
                    </a:cubicBezTo>
                    <a:cubicBezTo>
                      <a:pt x="36714" y="143921"/>
                      <a:pt x="56006" y="151912"/>
                      <a:pt x="76118" y="151912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7" name="任意多边形: 形状 3996"/>
              <p:cNvSpPr/>
              <p:nvPr/>
            </p:nvSpPr>
            <p:spPr>
              <a:xfrm>
                <a:off x="17526920" y="36471451"/>
                <a:ext cx="216000" cy="216000"/>
              </a:xfrm>
              <a:custGeom>
                <a:avLst/>
                <a:gdLst>
                  <a:gd name="csX0" fmla="*/ 76101 w 151676"/>
                  <a:gd name="csY0" fmla="*/ 151865 h 151685"/>
                  <a:gd name="csX1" fmla="*/ 129727 w 151676"/>
                  <a:gd name="csY1" fmla="*/ 129651 h 151685"/>
                  <a:gd name="csX2" fmla="*/ 151939 w 151676"/>
                  <a:gd name="csY2" fmla="*/ 76022 h 151685"/>
                  <a:gd name="csX3" fmla="*/ 129727 w 151676"/>
                  <a:gd name="csY3" fmla="*/ 22393 h 151685"/>
                  <a:gd name="csX4" fmla="*/ 76101 w 151676"/>
                  <a:gd name="csY4" fmla="*/ 179 h 151685"/>
                  <a:gd name="csX5" fmla="*/ 22476 w 151676"/>
                  <a:gd name="csY5" fmla="*/ 22393 h 151685"/>
                  <a:gd name="csX6" fmla="*/ 263 w 151676"/>
                  <a:gd name="csY6" fmla="*/ 76022 h 151685"/>
                  <a:gd name="csX7" fmla="*/ 22476 w 151676"/>
                  <a:gd name="csY7" fmla="*/ 129651 h 151685"/>
                  <a:gd name="csX8" fmla="*/ 76101 w 151676"/>
                  <a:gd name="csY8" fmla="*/ 15186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01" y="151865"/>
                    </a:moveTo>
                    <a:cubicBezTo>
                      <a:pt x="96214" y="151865"/>
                      <a:pt x="115505" y="143874"/>
                      <a:pt x="129727" y="129651"/>
                    </a:cubicBezTo>
                    <a:cubicBezTo>
                      <a:pt x="143949" y="115428"/>
                      <a:pt x="151939" y="96136"/>
                      <a:pt x="151939" y="76022"/>
                    </a:cubicBezTo>
                    <a:cubicBezTo>
                      <a:pt x="151939" y="55908"/>
                      <a:pt x="143949" y="36615"/>
                      <a:pt x="129727" y="22393"/>
                    </a:cubicBezTo>
                    <a:cubicBezTo>
                      <a:pt x="115505" y="8170"/>
                      <a:pt x="96214" y="179"/>
                      <a:pt x="76101" y="179"/>
                    </a:cubicBezTo>
                    <a:cubicBezTo>
                      <a:pt x="55989" y="179"/>
                      <a:pt x="36697" y="8170"/>
                      <a:pt x="22476" y="22393"/>
                    </a:cubicBezTo>
                    <a:cubicBezTo>
                      <a:pt x="8254" y="36615"/>
                      <a:pt x="263" y="55908"/>
                      <a:pt x="263" y="76022"/>
                    </a:cubicBezTo>
                    <a:cubicBezTo>
                      <a:pt x="263" y="96136"/>
                      <a:pt x="8254" y="115428"/>
                      <a:pt x="22476" y="129651"/>
                    </a:cubicBezTo>
                    <a:cubicBezTo>
                      <a:pt x="36697" y="143874"/>
                      <a:pt x="55989" y="151865"/>
                      <a:pt x="76101" y="15186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8" name="任意多边形: 形状 3997"/>
              <p:cNvSpPr/>
              <p:nvPr/>
            </p:nvSpPr>
            <p:spPr>
              <a:xfrm>
                <a:off x="17496754" y="37432426"/>
                <a:ext cx="216000" cy="216000"/>
              </a:xfrm>
              <a:custGeom>
                <a:avLst/>
                <a:gdLst>
                  <a:gd name="csX0" fmla="*/ 76100 w 151676"/>
                  <a:gd name="csY0" fmla="*/ 151910 h 151685"/>
                  <a:gd name="csX1" fmla="*/ 129726 w 151676"/>
                  <a:gd name="csY1" fmla="*/ 129696 h 151685"/>
                  <a:gd name="csX2" fmla="*/ 151938 w 151676"/>
                  <a:gd name="csY2" fmla="*/ 76067 h 151685"/>
                  <a:gd name="csX3" fmla="*/ 129726 w 151676"/>
                  <a:gd name="csY3" fmla="*/ 22438 h 151685"/>
                  <a:gd name="csX4" fmla="*/ 76100 w 151676"/>
                  <a:gd name="csY4" fmla="*/ 224 h 151685"/>
                  <a:gd name="csX5" fmla="*/ 22474 w 151676"/>
                  <a:gd name="csY5" fmla="*/ 22438 h 151685"/>
                  <a:gd name="csX6" fmla="*/ 262 w 151676"/>
                  <a:gd name="csY6" fmla="*/ 76067 h 151685"/>
                  <a:gd name="csX7" fmla="*/ 22474 w 151676"/>
                  <a:gd name="csY7" fmla="*/ 129696 h 151685"/>
                  <a:gd name="csX8" fmla="*/ 76100 w 151676"/>
                  <a:gd name="csY8" fmla="*/ 151910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00" y="151910"/>
                    </a:moveTo>
                    <a:cubicBezTo>
                      <a:pt x="96212" y="151910"/>
                      <a:pt x="115504" y="143918"/>
                      <a:pt x="129726" y="129696"/>
                    </a:cubicBezTo>
                    <a:cubicBezTo>
                      <a:pt x="143947" y="115473"/>
                      <a:pt x="151938" y="96180"/>
                      <a:pt x="151938" y="76067"/>
                    </a:cubicBezTo>
                    <a:cubicBezTo>
                      <a:pt x="151938" y="55953"/>
                      <a:pt x="143947" y="36660"/>
                      <a:pt x="129726" y="22438"/>
                    </a:cubicBezTo>
                    <a:cubicBezTo>
                      <a:pt x="115504" y="8215"/>
                      <a:pt x="96212" y="224"/>
                      <a:pt x="76100" y="224"/>
                    </a:cubicBezTo>
                    <a:cubicBezTo>
                      <a:pt x="55987" y="224"/>
                      <a:pt x="36696" y="8215"/>
                      <a:pt x="22474" y="22438"/>
                    </a:cubicBezTo>
                    <a:cubicBezTo>
                      <a:pt x="8253" y="36660"/>
                      <a:pt x="262" y="55953"/>
                      <a:pt x="262" y="76067"/>
                    </a:cubicBezTo>
                    <a:cubicBezTo>
                      <a:pt x="262" y="96180"/>
                      <a:pt x="8253" y="115473"/>
                      <a:pt x="22474" y="129696"/>
                    </a:cubicBezTo>
                    <a:cubicBezTo>
                      <a:pt x="36696" y="143918"/>
                      <a:pt x="55987" y="151910"/>
                      <a:pt x="76100" y="151910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999" name="任意多边形: 形状 3998"/>
              <p:cNvSpPr/>
              <p:nvPr/>
            </p:nvSpPr>
            <p:spPr>
              <a:xfrm>
                <a:off x="17339534" y="37736134"/>
                <a:ext cx="216000" cy="216000"/>
              </a:xfrm>
              <a:custGeom>
                <a:avLst/>
                <a:gdLst>
                  <a:gd name="csX0" fmla="*/ 76093 w 151676"/>
                  <a:gd name="csY0" fmla="*/ 151924 h 151685"/>
                  <a:gd name="csX1" fmla="*/ 129718 w 151676"/>
                  <a:gd name="csY1" fmla="*/ 129710 h 151685"/>
                  <a:gd name="csX2" fmla="*/ 151931 w 151676"/>
                  <a:gd name="csY2" fmla="*/ 76081 h 151685"/>
                  <a:gd name="csX3" fmla="*/ 129718 w 151676"/>
                  <a:gd name="csY3" fmla="*/ 22452 h 151685"/>
                  <a:gd name="csX4" fmla="*/ 76093 w 151676"/>
                  <a:gd name="csY4" fmla="*/ 238 h 151685"/>
                  <a:gd name="csX5" fmla="*/ 22467 w 151676"/>
                  <a:gd name="csY5" fmla="*/ 22452 h 151685"/>
                  <a:gd name="csX6" fmla="*/ 254 w 151676"/>
                  <a:gd name="csY6" fmla="*/ 76081 h 151685"/>
                  <a:gd name="csX7" fmla="*/ 22467 w 151676"/>
                  <a:gd name="csY7" fmla="*/ 129710 h 151685"/>
                  <a:gd name="csX8" fmla="*/ 76093 w 151676"/>
                  <a:gd name="csY8" fmla="*/ 151924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93" y="151924"/>
                    </a:moveTo>
                    <a:cubicBezTo>
                      <a:pt x="96205" y="151924"/>
                      <a:pt x="115497" y="143933"/>
                      <a:pt x="129718" y="129710"/>
                    </a:cubicBezTo>
                    <a:cubicBezTo>
                      <a:pt x="143940" y="115487"/>
                      <a:pt x="151931" y="96195"/>
                      <a:pt x="151931" y="76081"/>
                    </a:cubicBezTo>
                    <a:cubicBezTo>
                      <a:pt x="151931" y="55967"/>
                      <a:pt x="143940" y="36674"/>
                      <a:pt x="129718" y="22452"/>
                    </a:cubicBezTo>
                    <a:cubicBezTo>
                      <a:pt x="115497" y="8229"/>
                      <a:pt x="96205" y="238"/>
                      <a:pt x="76093" y="238"/>
                    </a:cubicBezTo>
                    <a:cubicBezTo>
                      <a:pt x="55980" y="238"/>
                      <a:pt x="36689" y="8229"/>
                      <a:pt x="22467" y="22452"/>
                    </a:cubicBezTo>
                    <a:cubicBezTo>
                      <a:pt x="8245" y="36674"/>
                      <a:pt x="254" y="55967"/>
                      <a:pt x="254" y="76081"/>
                    </a:cubicBezTo>
                    <a:cubicBezTo>
                      <a:pt x="254" y="96195"/>
                      <a:pt x="8245" y="115487"/>
                      <a:pt x="22467" y="129710"/>
                    </a:cubicBezTo>
                    <a:cubicBezTo>
                      <a:pt x="36689" y="143933"/>
                      <a:pt x="55980" y="151924"/>
                      <a:pt x="76093" y="151924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4000" name="任意多边形: 形状 3999"/>
              <p:cNvSpPr/>
              <p:nvPr/>
            </p:nvSpPr>
            <p:spPr>
              <a:xfrm>
                <a:off x="16534206" y="37384100"/>
                <a:ext cx="216000" cy="216000"/>
              </a:xfrm>
              <a:custGeom>
                <a:avLst/>
                <a:gdLst>
                  <a:gd name="csX0" fmla="*/ 76055 w 151676"/>
                  <a:gd name="csY0" fmla="*/ 151907 h 151685"/>
                  <a:gd name="csX1" fmla="*/ 129681 w 151676"/>
                  <a:gd name="csY1" fmla="*/ 129694 h 151685"/>
                  <a:gd name="csX2" fmla="*/ 151893 w 151676"/>
                  <a:gd name="csY2" fmla="*/ 76064 h 151685"/>
                  <a:gd name="csX3" fmla="*/ 129681 w 151676"/>
                  <a:gd name="csY3" fmla="*/ 22435 h 151685"/>
                  <a:gd name="csX4" fmla="*/ 76055 w 151676"/>
                  <a:gd name="csY4" fmla="*/ 221 h 151685"/>
                  <a:gd name="csX5" fmla="*/ 22429 w 151676"/>
                  <a:gd name="csY5" fmla="*/ 22435 h 151685"/>
                  <a:gd name="csX6" fmla="*/ 217 w 151676"/>
                  <a:gd name="csY6" fmla="*/ 76064 h 151685"/>
                  <a:gd name="csX7" fmla="*/ 22429 w 151676"/>
                  <a:gd name="csY7" fmla="*/ 129694 h 151685"/>
                  <a:gd name="csX8" fmla="*/ 76055 w 151676"/>
                  <a:gd name="csY8" fmla="*/ 151907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55" y="151907"/>
                    </a:moveTo>
                    <a:cubicBezTo>
                      <a:pt x="96168" y="151907"/>
                      <a:pt x="115459" y="143916"/>
                      <a:pt x="129681" y="129694"/>
                    </a:cubicBezTo>
                    <a:cubicBezTo>
                      <a:pt x="143902" y="115471"/>
                      <a:pt x="151893" y="96178"/>
                      <a:pt x="151893" y="76064"/>
                    </a:cubicBezTo>
                    <a:cubicBezTo>
                      <a:pt x="151893" y="55951"/>
                      <a:pt x="143902" y="36658"/>
                      <a:pt x="129681" y="22435"/>
                    </a:cubicBezTo>
                    <a:cubicBezTo>
                      <a:pt x="115459" y="8213"/>
                      <a:pt x="96168" y="221"/>
                      <a:pt x="76055" y="221"/>
                    </a:cubicBezTo>
                    <a:cubicBezTo>
                      <a:pt x="55942" y="221"/>
                      <a:pt x="36651" y="8213"/>
                      <a:pt x="22429" y="22435"/>
                    </a:cubicBezTo>
                    <a:cubicBezTo>
                      <a:pt x="8208" y="36658"/>
                      <a:pt x="217" y="55951"/>
                      <a:pt x="217" y="76064"/>
                    </a:cubicBezTo>
                    <a:cubicBezTo>
                      <a:pt x="217" y="96178"/>
                      <a:pt x="8208" y="115471"/>
                      <a:pt x="22429" y="129694"/>
                    </a:cubicBezTo>
                    <a:cubicBezTo>
                      <a:pt x="36651" y="143916"/>
                      <a:pt x="55942" y="151907"/>
                      <a:pt x="76055" y="151907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4001" name="任意多边形: 形状 4000"/>
              <p:cNvSpPr/>
              <p:nvPr/>
            </p:nvSpPr>
            <p:spPr>
              <a:xfrm>
                <a:off x="16730048" y="38186516"/>
                <a:ext cx="216000" cy="216000"/>
              </a:xfrm>
              <a:custGeom>
                <a:avLst/>
                <a:gdLst>
                  <a:gd name="csX0" fmla="*/ 76064 w 151676"/>
                  <a:gd name="csY0" fmla="*/ 151945 h 151685"/>
                  <a:gd name="csX1" fmla="*/ 129690 w 151676"/>
                  <a:gd name="csY1" fmla="*/ 129731 h 151685"/>
                  <a:gd name="csX2" fmla="*/ 151902 w 151676"/>
                  <a:gd name="csY2" fmla="*/ 76102 h 151685"/>
                  <a:gd name="csX3" fmla="*/ 129690 w 151676"/>
                  <a:gd name="csY3" fmla="*/ 22473 h 151685"/>
                  <a:gd name="csX4" fmla="*/ 76064 w 151676"/>
                  <a:gd name="csY4" fmla="*/ 259 h 151685"/>
                  <a:gd name="csX5" fmla="*/ 22438 w 151676"/>
                  <a:gd name="csY5" fmla="*/ 22473 h 151685"/>
                  <a:gd name="csX6" fmla="*/ 226 w 151676"/>
                  <a:gd name="csY6" fmla="*/ 76102 h 151685"/>
                  <a:gd name="csX7" fmla="*/ 22438 w 151676"/>
                  <a:gd name="csY7" fmla="*/ 129731 h 151685"/>
                  <a:gd name="csX8" fmla="*/ 76064 w 151676"/>
                  <a:gd name="csY8" fmla="*/ 151945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064" y="151945"/>
                    </a:moveTo>
                    <a:cubicBezTo>
                      <a:pt x="96177" y="151945"/>
                      <a:pt x="115468" y="143954"/>
                      <a:pt x="129690" y="129731"/>
                    </a:cubicBezTo>
                    <a:cubicBezTo>
                      <a:pt x="143912" y="115508"/>
                      <a:pt x="151902" y="96216"/>
                      <a:pt x="151902" y="76102"/>
                    </a:cubicBezTo>
                    <a:cubicBezTo>
                      <a:pt x="151902" y="55988"/>
                      <a:pt x="143912" y="36695"/>
                      <a:pt x="129690" y="22473"/>
                    </a:cubicBezTo>
                    <a:cubicBezTo>
                      <a:pt x="115468" y="8250"/>
                      <a:pt x="96177" y="259"/>
                      <a:pt x="76064" y="259"/>
                    </a:cubicBezTo>
                    <a:cubicBezTo>
                      <a:pt x="55952" y="259"/>
                      <a:pt x="36660" y="8250"/>
                      <a:pt x="22438" y="22473"/>
                    </a:cubicBezTo>
                    <a:cubicBezTo>
                      <a:pt x="8217" y="36695"/>
                      <a:pt x="226" y="55988"/>
                      <a:pt x="226" y="76102"/>
                    </a:cubicBezTo>
                    <a:cubicBezTo>
                      <a:pt x="226" y="96216"/>
                      <a:pt x="8217" y="115508"/>
                      <a:pt x="22438" y="129731"/>
                    </a:cubicBezTo>
                    <a:cubicBezTo>
                      <a:pt x="36660" y="143954"/>
                      <a:pt x="55952" y="151945"/>
                      <a:pt x="76064" y="151945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4002" name="任意多边形: 形状 4001"/>
              <p:cNvSpPr/>
              <p:nvPr/>
            </p:nvSpPr>
            <p:spPr>
              <a:xfrm>
                <a:off x="17812169" y="37528953"/>
                <a:ext cx="216000" cy="216000"/>
              </a:xfrm>
              <a:custGeom>
                <a:avLst/>
                <a:gdLst>
                  <a:gd name="csX0" fmla="*/ 76115 w 151676"/>
                  <a:gd name="csY0" fmla="*/ 151914 h 151685"/>
                  <a:gd name="csX1" fmla="*/ 129740 w 151676"/>
                  <a:gd name="csY1" fmla="*/ 129700 h 151685"/>
                  <a:gd name="csX2" fmla="*/ 151953 w 151676"/>
                  <a:gd name="csY2" fmla="*/ 76071 h 151685"/>
                  <a:gd name="csX3" fmla="*/ 129740 w 151676"/>
                  <a:gd name="csY3" fmla="*/ 22442 h 151685"/>
                  <a:gd name="csX4" fmla="*/ 76115 w 151676"/>
                  <a:gd name="csY4" fmla="*/ 228 h 151685"/>
                  <a:gd name="csX5" fmla="*/ 22489 w 151676"/>
                  <a:gd name="csY5" fmla="*/ 22442 h 151685"/>
                  <a:gd name="csX6" fmla="*/ 276 w 151676"/>
                  <a:gd name="csY6" fmla="*/ 76071 h 151685"/>
                  <a:gd name="csX7" fmla="*/ 22489 w 151676"/>
                  <a:gd name="csY7" fmla="*/ 129700 h 151685"/>
                  <a:gd name="csX8" fmla="*/ 76115 w 151676"/>
                  <a:gd name="csY8" fmla="*/ 151914 h 1516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51676" h="151685">
                    <a:moveTo>
                      <a:pt x="76115" y="151914"/>
                    </a:moveTo>
                    <a:cubicBezTo>
                      <a:pt x="96227" y="151914"/>
                      <a:pt x="115519" y="143923"/>
                      <a:pt x="129740" y="129700"/>
                    </a:cubicBezTo>
                    <a:cubicBezTo>
                      <a:pt x="143962" y="115478"/>
                      <a:pt x="151953" y="96185"/>
                      <a:pt x="151953" y="76071"/>
                    </a:cubicBezTo>
                    <a:cubicBezTo>
                      <a:pt x="151953" y="55957"/>
                      <a:pt x="143962" y="36665"/>
                      <a:pt x="129740" y="22442"/>
                    </a:cubicBezTo>
                    <a:cubicBezTo>
                      <a:pt x="115519" y="8219"/>
                      <a:pt x="96227" y="228"/>
                      <a:pt x="76115" y="228"/>
                    </a:cubicBezTo>
                    <a:cubicBezTo>
                      <a:pt x="56002" y="228"/>
                      <a:pt x="36711" y="8219"/>
                      <a:pt x="22489" y="22442"/>
                    </a:cubicBezTo>
                    <a:cubicBezTo>
                      <a:pt x="8267" y="36665"/>
                      <a:pt x="276" y="55957"/>
                      <a:pt x="276" y="76071"/>
                    </a:cubicBezTo>
                    <a:cubicBezTo>
                      <a:pt x="276" y="96185"/>
                      <a:pt x="8267" y="115478"/>
                      <a:pt x="22489" y="129700"/>
                    </a:cubicBezTo>
                    <a:cubicBezTo>
                      <a:pt x="36711" y="143923"/>
                      <a:pt x="56002" y="151914"/>
                      <a:pt x="76115" y="151914"/>
                    </a:cubicBezTo>
                    <a:close/>
                  </a:path>
                </a:pathLst>
              </a:custGeom>
              <a:solidFill>
                <a:srgbClr val="2196F3"/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</p:grpSp>
        <p:grpSp>
          <p:nvGrpSpPr>
            <p:cNvPr id="4039" name="组合 4038"/>
            <p:cNvGrpSpPr/>
            <p:nvPr/>
          </p:nvGrpSpPr>
          <p:grpSpPr>
            <a:xfrm>
              <a:off x="21314" y="36983"/>
              <a:ext cx="13472" cy="12074"/>
              <a:chOff x="13276550" y="33146459"/>
              <a:chExt cx="8554814" cy="7666818"/>
            </a:xfrm>
          </p:grpSpPr>
          <p:sp>
            <p:nvSpPr>
              <p:cNvPr id="4008" name="任意多边形: 形状 4007"/>
              <p:cNvSpPr/>
              <p:nvPr/>
            </p:nvSpPr>
            <p:spPr>
              <a:xfrm>
                <a:off x="20910663" y="34083503"/>
                <a:ext cx="360000" cy="360000"/>
              </a:xfrm>
              <a:custGeom>
                <a:avLst/>
                <a:gdLst>
                  <a:gd name="csX0" fmla="*/ 79432 w 158020"/>
                  <a:gd name="csY0" fmla="*/ 68 h 150296"/>
                  <a:gd name="csX1" fmla="*/ 60780 w 158020"/>
                  <a:gd name="csY1" fmla="*/ 57476 h 150296"/>
                  <a:gd name="csX2" fmla="*/ 421 w 158020"/>
                  <a:gd name="csY2" fmla="*/ 57476 h 150296"/>
                  <a:gd name="csX3" fmla="*/ 49252 w 158020"/>
                  <a:gd name="csY3" fmla="*/ 92956 h 150296"/>
                  <a:gd name="csX4" fmla="*/ 30600 w 158020"/>
                  <a:gd name="csY4" fmla="*/ 150364 h 150296"/>
                  <a:gd name="csX5" fmla="*/ 79432 w 158020"/>
                  <a:gd name="csY5" fmla="*/ 114884 h 150296"/>
                  <a:gd name="csX6" fmla="*/ 128263 w 158020"/>
                  <a:gd name="csY6" fmla="*/ 150364 h 150296"/>
                  <a:gd name="csX7" fmla="*/ 109611 w 158020"/>
                  <a:gd name="csY7" fmla="*/ 92956 h 150296"/>
                  <a:gd name="csX8" fmla="*/ 158442 w 158020"/>
                  <a:gd name="csY8" fmla="*/ 57476 h 150296"/>
                  <a:gd name="csX9" fmla="*/ 98083 w 158020"/>
                  <a:gd name="csY9" fmla="*/ 57476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432" y="68"/>
                    </a:moveTo>
                    <a:lnTo>
                      <a:pt x="60780" y="57476"/>
                    </a:lnTo>
                    <a:lnTo>
                      <a:pt x="421" y="57476"/>
                    </a:lnTo>
                    <a:lnTo>
                      <a:pt x="49252" y="92956"/>
                    </a:lnTo>
                    <a:lnTo>
                      <a:pt x="30600" y="150364"/>
                    </a:lnTo>
                    <a:lnTo>
                      <a:pt x="79432" y="114884"/>
                    </a:lnTo>
                    <a:lnTo>
                      <a:pt x="128263" y="150364"/>
                    </a:lnTo>
                    <a:lnTo>
                      <a:pt x="109611" y="92956"/>
                    </a:lnTo>
                    <a:lnTo>
                      <a:pt x="158442" y="57476"/>
                    </a:lnTo>
                    <a:lnTo>
                      <a:pt x="98083" y="57476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09" name="任意多边形: 形状 4008"/>
              <p:cNvSpPr/>
              <p:nvPr/>
            </p:nvSpPr>
            <p:spPr>
              <a:xfrm>
                <a:off x="14880276" y="33146459"/>
                <a:ext cx="360000" cy="360000"/>
              </a:xfrm>
              <a:custGeom>
                <a:avLst/>
                <a:gdLst>
                  <a:gd name="csX0" fmla="*/ 79150 w 158020"/>
                  <a:gd name="csY0" fmla="*/ 24 h 150296"/>
                  <a:gd name="csX1" fmla="*/ 60499 w 158020"/>
                  <a:gd name="csY1" fmla="*/ 57432 h 150296"/>
                  <a:gd name="csX2" fmla="*/ 140 w 158020"/>
                  <a:gd name="csY2" fmla="*/ 57432 h 150296"/>
                  <a:gd name="csX3" fmla="*/ 48971 w 158020"/>
                  <a:gd name="csY3" fmla="*/ 92913 h 150296"/>
                  <a:gd name="csX4" fmla="*/ 30319 w 158020"/>
                  <a:gd name="csY4" fmla="*/ 150321 h 150296"/>
                  <a:gd name="csX5" fmla="*/ 79150 w 158020"/>
                  <a:gd name="csY5" fmla="*/ 114840 h 150296"/>
                  <a:gd name="csX6" fmla="*/ 127982 w 158020"/>
                  <a:gd name="csY6" fmla="*/ 150321 h 150296"/>
                  <a:gd name="csX7" fmla="*/ 109330 w 158020"/>
                  <a:gd name="csY7" fmla="*/ 92913 h 150296"/>
                  <a:gd name="csX8" fmla="*/ 158161 w 158020"/>
                  <a:gd name="csY8" fmla="*/ 57432 h 150296"/>
                  <a:gd name="csX9" fmla="*/ 97802 w 158020"/>
                  <a:gd name="csY9" fmla="*/ 57432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50" y="24"/>
                    </a:moveTo>
                    <a:lnTo>
                      <a:pt x="60499" y="57432"/>
                    </a:lnTo>
                    <a:lnTo>
                      <a:pt x="140" y="57432"/>
                    </a:lnTo>
                    <a:lnTo>
                      <a:pt x="48971" y="92913"/>
                    </a:lnTo>
                    <a:lnTo>
                      <a:pt x="30319" y="150321"/>
                    </a:lnTo>
                    <a:lnTo>
                      <a:pt x="79150" y="114840"/>
                    </a:lnTo>
                    <a:lnTo>
                      <a:pt x="127982" y="150321"/>
                    </a:lnTo>
                    <a:lnTo>
                      <a:pt x="109330" y="92913"/>
                    </a:lnTo>
                    <a:lnTo>
                      <a:pt x="158161" y="57432"/>
                    </a:lnTo>
                    <a:lnTo>
                      <a:pt x="97802" y="57432"/>
                    </a:lnTo>
                    <a:close/>
                  </a:path>
                </a:pathLst>
              </a:custGeom>
              <a:solidFill>
                <a:srgbClr val="4CAF50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0" name="任意多边形: 形状 4009"/>
              <p:cNvSpPr/>
              <p:nvPr/>
            </p:nvSpPr>
            <p:spPr>
              <a:xfrm>
                <a:off x="21273316" y="33255177"/>
                <a:ext cx="360000" cy="360000"/>
              </a:xfrm>
              <a:custGeom>
                <a:avLst/>
                <a:gdLst>
                  <a:gd name="csX0" fmla="*/ 79448 w 158020"/>
                  <a:gd name="csY0" fmla="*/ 29 h 150296"/>
                  <a:gd name="csX1" fmla="*/ 60797 w 158020"/>
                  <a:gd name="csY1" fmla="*/ 57437 h 150296"/>
                  <a:gd name="csX2" fmla="*/ 438 w 158020"/>
                  <a:gd name="csY2" fmla="*/ 57437 h 150296"/>
                  <a:gd name="csX3" fmla="*/ 49269 w 158020"/>
                  <a:gd name="csY3" fmla="*/ 92918 h 150296"/>
                  <a:gd name="csX4" fmla="*/ 30617 w 158020"/>
                  <a:gd name="csY4" fmla="*/ 150326 h 150296"/>
                  <a:gd name="csX5" fmla="*/ 79448 w 158020"/>
                  <a:gd name="csY5" fmla="*/ 114846 h 150296"/>
                  <a:gd name="csX6" fmla="*/ 128280 w 158020"/>
                  <a:gd name="csY6" fmla="*/ 150326 h 150296"/>
                  <a:gd name="csX7" fmla="*/ 109628 w 158020"/>
                  <a:gd name="csY7" fmla="*/ 92918 h 150296"/>
                  <a:gd name="csX8" fmla="*/ 158459 w 158020"/>
                  <a:gd name="csY8" fmla="*/ 57437 h 150296"/>
                  <a:gd name="csX9" fmla="*/ 98100 w 158020"/>
                  <a:gd name="csY9" fmla="*/ 5743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448" y="29"/>
                    </a:moveTo>
                    <a:lnTo>
                      <a:pt x="60797" y="57437"/>
                    </a:lnTo>
                    <a:lnTo>
                      <a:pt x="438" y="57437"/>
                    </a:lnTo>
                    <a:lnTo>
                      <a:pt x="49269" y="92918"/>
                    </a:lnTo>
                    <a:lnTo>
                      <a:pt x="30617" y="150326"/>
                    </a:lnTo>
                    <a:lnTo>
                      <a:pt x="79448" y="114846"/>
                    </a:lnTo>
                    <a:lnTo>
                      <a:pt x="128280" y="150326"/>
                    </a:lnTo>
                    <a:lnTo>
                      <a:pt x="109628" y="92918"/>
                    </a:lnTo>
                    <a:lnTo>
                      <a:pt x="158459" y="57437"/>
                    </a:lnTo>
                    <a:lnTo>
                      <a:pt x="98100" y="57437"/>
                    </a:lnTo>
                    <a:close/>
                  </a:path>
                </a:pathLst>
              </a:custGeom>
              <a:solidFill>
                <a:srgbClr val="2196F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1" name="任意多边形: 形状 4010"/>
              <p:cNvSpPr/>
              <p:nvPr/>
            </p:nvSpPr>
            <p:spPr>
              <a:xfrm>
                <a:off x="17465621" y="36069490"/>
                <a:ext cx="360000" cy="360000"/>
              </a:xfrm>
              <a:custGeom>
                <a:avLst/>
                <a:gdLst>
                  <a:gd name="csX0" fmla="*/ 79271 w 158020"/>
                  <a:gd name="csY0" fmla="*/ 160 h 150296"/>
                  <a:gd name="csX1" fmla="*/ 60619 w 158020"/>
                  <a:gd name="csY1" fmla="*/ 57569 h 150296"/>
                  <a:gd name="csX2" fmla="*/ 260 w 158020"/>
                  <a:gd name="csY2" fmla="*/ 57569 h 150296"/>
                  <a:gd name="csX3" fmla="*/ 49092 w 158020"/>
                  <a:gd name="csY3" fmla="*/ 93049 h 150296"/>
                  <a:gd name="csX4" fmla="*/ 30440 w 158020"/>
                  <a:gd name="csY4" fmla="*/ 150457 h 150296"/>
                  <a:gd name="csX5" fmla="*/ 79271 w 158020"/>
                  <a:gd name="csY5" fmla="*/ 114977 h 150296"/>
                  <a:gd name="csX6" fmla="*/ 128102 w 158020"/>
                  <a:gd name="csY6" fmla="*/ 150457 h 150296"/>
                  <a:gd name="csX7" fmla="*/ 109450 w 158020"/>
                  <a:gd name="csY7" fmla="*/ 93049 h 150296"/>
                  <a:gd name="csX8" fmla="*/ 158281 w 158020"/>
                  <a:gd name="csY8" fmla="*/ 57569 h 150296"/>
                  <a:gd name="csX9" fmla="*/ 97923 w 158020"/>
                  <a:gd name="csY9" fmla="*/ 57569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71" y="160"/>
                    </a:moveTo>
                    <a:lnTo>
                      <a:pt x="60619" y="57569"/>
                    </a:lnTo>
                    <a:lnTo>
                      <a:pt x="260" y="57569"/>
                    </a:lnTo>
                    <a:lnTo>
                      <a:pt x="49092" y="93049"/>
                    </a:lnTo>
                    <a:lnTo>
                      <a:pt x="30440" y="150457"/>
                    </a:lnTo>
                    <a:lnTo>
                      <a:pt x="79271" y="114977"/>
                    </a:lnTo>
                    <a:lnTo>
                      <a:pt x="128102" y="150457"/>
                    </a:lnTo>
                    <a:lnTo>
                      <a:pt x="109450" y="93049"/>
                    </a:lnTo>
                    <a:lnTo>
                      <a:pt x="158281" y="57569"/>
                    </a:lnTo>
                    <a:lnTo>
                      <a:pt x="97923" y="57569"/>
                    </a:lnTo>
                    <a:close/>
                  </a:path>
                </a:pathLst>
              </a:custGeom>
              <a:solidFill>
                <a:srgbClr val="F44336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2" name="任意多边形: 形状 4011"/>
              <p:cNvSpPr/>
              <p:nvPr/>
            </p:nvSpPr>
            <p:spPr>
              <a:xfrm>
                <a:off x="21150712" y="35783293"/>
                <a:ext cx="360000" cy="360000"/>
              </a:xfrm>
              <a:custGeom>
                <a:avLst/>
                <a:gdLst>
                  <a:gd name="csX0" fmla="*/ 79443 w 158020"/>
                  <a:gd name="csY0" fmla="*/ 147 h 150296"/>
                  <a:gd name="csX1" fmla="*/ 60791 w 158020"/>
                  <a:gd name="csY1" fmla="*/ 57555 h 150296"/>
                  <a:gd name="csX2" fmla="*/ 432 w 158020"/>
                  <a:gd name="csY2" fmla="*/ 57555 h 150296"/>
                  <a:gd name="csX3" fmla="*/ 49263 w 158020"/>
                  <a:gd name="csY3" fmla="*/ 93035 h 150296"/>
                  <a:gd name="csX4" fmla="*/ 30612 w 158020"/>
                  <a:gd name="csY4" fmla="*/ 150444 h 150296"/>
                  <a:gd name="csX5" fmla="*/ 79443 w 158020"/>
                  <a:gd name="csY5" fmla="*/ 114963 h 150296"/>
                  <a:gd name="csX6" fmla="*/ 128274 w 158020"/>
                  <a:gd name="csY6" fmla="*/ 150444 h 150296"/>
                  <a:gd name="csX7" fmla="*/ 109622 w 158020"/>
                  <a:gd name="csY7" fmla="*/ 93035 h 150296"/>
                  <a:gd name="csX8" fmla="*/ 158453 w 158020"/>
                  <a:gd name="csY8" fmla="*/ 57555 h 150296"/>
                  <a:gd name="csX9" fmla="*/ 98095 w 158020"/>
                  <a:gd name="csY9" fmla="*/ 57555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443" y="147"/>
                    </a:moveTo>
                    <a:lnTo>
                      <a:pt x="60791" y="57555"/>
                    </a:lnTo>
                    <a:lnTo>
                      <a:pt x="432" y="57555"/>
                    </a:lnTo>
                    <a:lnTo>
                      <a:pt x="49263" y="93035"/>
                    </a:lnTo>
                    <a:lnTo>
                      <a:pt x="30612" y="150444"/>
                    </a:lnTo>
                    <a:lnTo>
                      <a:pt x="79443" y="114963"/>
                    </a:lnTo>
                    <a:lnTo>
                      <a:pt x="128274" y="150444"/>
                    </a:lnTo>
                    <a:lnTo>
                      <a:pt x="109622" y="93035"/>
                    </a:lnTo>
                    <a:lnTo>
                      <a:pt x="158453" y="57555"/>
                    </a:lnTo>
                    <a:lnTo>
                      <a:pt x="98095" y="57555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3" name="任意多边形: 形状 4012"/>
              <p:cNvSpPr/>
              <p:nvPr/>
            </p:nvSpPr>
            <p:spPr>
              <a:xfrm>
                <a:off x="16359666" y="39293111"/>
                <a:ext cx="360000" cy="360000"/>
              </a:xfrm>
              <a:custGeom>
                <a:avLst/>
                <a:gdLst>
                  <a:gd name="csX0" fmla="*/ 79219 w 158020"/>
                  <a:gd name="csY0" fmla="*/ 311 h 150296"/>
                  <a:gd name="csX1" fmla="*/ 60567 w 158020"/>
                  <a:gd name="csY1" fmla="*/ 57719 h 150296"/>
                  <a:gd name="csX2" fmla="*/ 209 w 158020"/>
                  <a:gd name="csY2" fmla="*/ 57719 h 150296"/>
                  <a:gd name="csX3" fmla="*/ 49040 w 158020"/>
                  <a:gd name="csY3" fmla="*/ 93199 h 150296"/>
                  <a:gd name="csX4" fmla="*/ 30388 w 158020"/>
                  <a:gd name="csY4" fmla="*/ 150607 h 150296"/>
                  <a:gd name="csX5" fmla="*/ 79219 w 158020"/>
                  <a:gd name="csY5" fmla="*/ 115127 h 150296"/>
                  <a:gd name="csX6" fmla="*/ 128050 w 158020"/>
                  <a:gd name="csY6" fmla="*/ 150607 h 150296"/>
                  <a:gd name="csX7" fmla="*/ 109399 w 158020"/>
                  <a:gd name="csY7" fmla="*/ 93199 h 150296"/>
                  <a:gd name="csX8" fmla="*/ 158230 w 158020"/>
                  <a:gd name="csY8" fmla="*/ 57719 h 150296"/>
                  <a:gd name="csX9" fmla="*/ 97871 w 158020"/>
                  <a:gd name="csY9" fmla="*/ 57719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19" y="311"/>
                    </a:moveTo>
                    <a:lnTo>
                      <a:pt x="60567" y="57719"/>
                    </a:lnTo>
                    <a:lnTo>
                      <a:pt x="209" y="57719"/>
                    </a:lnTo>
                    <a:lnTo>
                      <a:pt x="49040" y="93199"/>
                    </a:lnTo>
                    <a:lnTo>
                      <a:pt x="30388" y="150607"/>
                    </a:lnTo>
                    <a:lnTo>
                      <a:pt x="79219" y="115127"/>
                    </a:lnTo>
                    <a:lnTo>
                      <a:pt x="128050" y="150607"/>
                    </a:lnTo>
                    <a:lnTo>
                      <a:pt x="109399" y="93199"/>
                    </a:lnTo>
                    <a:lnTo>
                      <a:pt x="158230" y="57719"/>
                    </a:lnTo>
                    <a:lnTo>
                      <a:pt x="97871" y="57719"/>
                    </a:lnTo>
                    <a:close/>
                  </a:path>
                </a:pathLst>
              </a:custGeom>
              <a:solidFill>
                <a:srgbClr val="2196F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4" name="任意多边形: 形状 4013"/>
              <p:cNvSpPr/>
              <p:nvPr/>
            </p:nvSpPr>
            <p:spPr>
              <a:xfrm>
                <a:off x="17220572" y="40453277"/>
                <a:ext cx="360000" cy="360000"/>
              </a:xfrm>
              <a:custGeom>
                <a:avLst/>
                <a:gdLst>
                  <a:gd name="csX0" fmla="*/ 79259 w 158020"/>
                  <a:gd name="csY0" fmla="*/ 365 h 150296"/>
                  <a:gd name="csX1" fmla="*/ 60608 w 158020"/>
                  <a:gd name="csY1" fmla="*/ 57773 h 150296"/>
                  <a:gd name="csX2" fmla="*/ 249 w 158020"/>
                  <a:gd name="csY2" fmla="*/ 57773 h 150296"/>
                  <a:gd name="csX3" fmla="*/ 49080 w 158020"/>
                  <a:gd name="csY3" fmla="*/ 93253 h 150296"/>
                  <a:gd name="csX4" fmla="*/ 30428 w 158020"/>
                  <a:gd name="csY4" fmla="*/ 150661 h 150296"/>
                  <a:gd name="csX5" fmla="*/ 79259 w 158020"/>
                  <a:gd name="csY5" fmla="*/ 115181 h 150296"/>
                  <a:gd name="csX6" fmla="*/ 128091 w 158020"/>
                  <a:gd name="csY6" fmla="*/ 150661 h 150296"/>
                  <a:gd name="csX7" fmla="*/ 109439 w 158020"/>
                  <a:gd name="csY7" fmla="*/ 93253 h 150296"/>
                  <a:gd name="csX8" fmla="*/ 158270 w 158020"/>
                  <a:gd name="csY8" fmla="*/ 57773 h 150296"/>
                  <a:gd name="csX9" fmla="*/ 97911 w 158020"/>
                  <a:gd name="csY9" fmla="*/ 57773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59" y="365"/>
                    </a:moveTo>
                    <a:lnTo>
                      <a:pt x="60608" y="57773"/>
                    </a:lnTo>
                    <a:lnTo>
                      <a:pt x="249" y="57773"/>
                    </a:lnTo>
                    <a:lnTo>
                      <a:pt x="49080" y="93253"/>
                    </a:lnTo>
                    <a:lnTo>
                      <a:pt x="30428" y="150661"/>
                    </a:lnTo>
                    <a:lnTo>
                      <a:pt x="79259" y="115181"/>
                    </a:lnTo>
                    <a:lnTo>
                      <a:pt x="128091" y="150661"/>
                    </a:lnTo>
                    <a:lnTo>
                      <a:pt x="109439" y="93253"/>
                    </a:lnTo>
                    <a:lnTo>
                      <a:pt x="158270" y="57773"/>
                    </a:lnTo>
                    <a:lnTo>
                      <a:pt x="97911" y="57773"/>
                    </a:lnTo>
                    <a:close/>
                  </a:path>
                </a:pathLst>
              </a:custGeom>
              <a:solidFill>
                <a:srgbClr val="F44336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5" name="任意多边形: 形状 4014"/>
              <p:cNvSpPr/>
              <p:nvPr/>
            </p:nvSpPr>
            <p:spPr>
              <a:xfrm>
                <a:off x="20501118" y="35084959"/>
                <a:ext cx="360000" cy="360000"/>
              </a:xfrm>
              <a:custGeom>
                <a:avLst/>
                <a:gdLst>
                  <a:gd name="csX0" fmla="*/ 79412 w 158020"/>
                  <a:gd name="csY0" fmla="*/ 115 h 150296"/>
                  <a:gd name="csX1" fmla="*/ 60761 w 158020"/>
                  <a:gd name="csY1" fmla="*/ 57523 h 150296"/>
                  <a:gd name="csX2" fmla="*/ 402 w 158020"/>
                  <a:gd name="csY2" fmla="*/ 57523 h 150296"/>
                  <a:gd name="csX3" fmla="*/ 49233 w 158020"/>
                  <a:gd name="csY3" fmla="*/ 93003 h 150296"/>
                  <a:gd name="csX4" fmla="*/ 30581 w 158020"/>
                  <a:gd name="csY4" fmla="*/ 150411 h 150296"/>
                  <a:gd name="csX5" fmla="*/ 79412 w 158020"/>
                  <a:gd name="csY5" fmla="*/ 114931 h 150296"/>
                  <a:gd name="csX6" fmla="*/ 128244 w 158020"/>
                  <a:gd name="csY6" fmla="*/ 150411 h 150296"/>
                  <a:gd name="csX7" fmla="*/ 109592 w 158020"/>
                  <a:gd name="csY7" fmla="*/ 93003 h 150296"/>
                  <a:gd name="csX8" fmla="*/ 158423 w 158020"/>
                  <a:gd name="csY8" fmla="*/ 57523 h 150296"/>
                  <a:gd name="csX9" fmla="*/ 98064 w 158020"/>
                  <a:gd name="csY9" fmla="*/ 57523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412" y="115"/>
                    </a:moveTo>
                    <a:lnTo>
                      <a:pt x="60761" y="57523"/>
                    </a:lnTo>
                    <a:lnTo>
                      <a:pt x="402" y="57523"/>
                    </a:lnTo>
                    <a:lnTo>
                      <a:pt x="49233" y="93003"/>
                    </a:lnTo>
                    <a:lnTo>
                      <a:pt x="30581" y="150411"/>
                    </a:lnTo>
                    <a:lnTo>
                      <a:pt x="79412" y="114931"/>
                    </a:lnTo>
                    <a:lnTo>
                      <a:pt x="128244" y="150411"/>
                    </a:lnTo>
                    <a:lnTo>
                      <a:pt x="109592" y="93003"/>
                    </a:lnTo>
                    <a:lnTo>
                      <a:pt x="158423" y="57523"/>
                    </a:lnTo>
                    <a:lnTo>
                      <a:pt x="98064" y="57523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6" name="任意多边形: 形状 4015"/>
              <p:cNvSpPr/>
              <p:nvPr/>
            </p:nvSpPr>
            <p:spPr>
              <a:xfrm>
                <a:off x="16722177" y="37474872"/>
                <a:ext cx="360000" cy="360000"/>
              </a:xfrm>
              <a:custGeom>
                <a:avLst/>
                <a:gdLst>
                  <a:gd name="csX0" fmla="*/ 79236 w 158020"/>
                  <a:gd name="csY0" fmla="*/ 226 h 150296"/>
                  <a:gd name="csX1" fmla="*/ 60584 w 158020"/>
                  <a:gd name="csY1" fmla="*/ 57634 h 150296"/>
                  <a:gd name="csX2" fmla="*/ 226 w 158020"/>
                  <a:gd name="csY2" fmla="*/ 57634 h 150296"/>
                  <a:gd name="csX3" fmla="*/ 49057 w 158020"/>
                  <a:gd name="csY3" fmla="*/ 93114 h 150296"/>
                  <a:gd name="csX4" fmla="*/ 30405 w 158020"/>
                  <a:gd name="csY4" fmla="*/ 150522 h 150296"/>
                  <a:gd name="csX5" fmla="*/ 79236 w 158020"/>
                  <a:gd name="csY5" fmla="*/ 115042 h 150296"/>
                  <a:gd name="csX6" fmla="*/ 128067 w 158020"/>
                  <a:gd name="csY6" fmla="*/ 150522 h 150296"/>
                  <a:gd name="csX7" fmla="*/ 109416 w 158020"/>
                  <a:gd name="csY7" fmla="*/ 93114 h 150296"/>
                  <a:gd name="csX8" fmla="*/ 158247 w 158020"/>
                  <a:gd name="csY8" fmla="*/ 57634 h 150296"/>
                  <a:gd name="csX9" fmla="*/ 97888 w 158020"/>
                  <a:gd name="csY9" fmla="*/ 57634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36" y="226"/>
                    </a:moveTo>
                    <a:lnTo>
                      <a:pt x="60584" y="57634"/>
                    </a:lnTo>
                    <a:lnTo>
                      <a:pt x="226" y="57634"/>
                    </a:lnTo>
                    <a:lnTo>
                      <a:pt x="49057" y="93114"/>
                    </a:lnTo>
                    <a:lnTo>
                      <a:pt x="30405" y="150522"/>
                    </a:lnTo>
                    <a:lnTo>
                      <a:pt x="79236" y="115042"/>
                    </a:lnTo>
                    <a:lnTo>
                      <a:pt x="128067" y="150522"/>
                    </a:lnTo>
                    <a:lnTo>
                      <a:pt x="109416" y="93114"/>
                    </a:lnTo>
                    <a:lnTo>
                      <a:pt x="158247" y="57634"/>
                    </a:lnTo>
                    <a:lnTo>
                      <a:pt x="97888" y="57634"/>
                    </a:lnTo>
                    <a:close/>
                  </a:path>
                </a:pathLst>
              </a:custGeom>
              <a:solidFill>
                <a:srgbClr val="2196F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7" name="任意多边形: 形状 4016"/>
              <p:cNvSpPr/>
              <p:nvPr/>
            </p:nvSpPr>
            <p:spPr>
              <a:xfrm>
                <a:off x="15450473" y="38182580"/>
                <a:ext cx="360000" cy="360000"/>
              </a:xfrm>
              <a:custGeom>
                <a:avLst/>
                <a:gdLst>
                  <a:gd name="csX0" fmla="*/ 79177 w 158020"/>
                  <a:gd name="csY0" fmla="*/ 259 h 150296"/>
                  <a:gd name="csX1" fmla="*/ 60525 w 158020"/>
                  <a:gd name="csY1" fmla="*/ 57667 h 150296"/>
                  <a:gd name="csX2" fmla="*/ 166 w 158020"/>
                  <a:gd name="csY2" fmla="*/ 57667 h 150296"/>
                  <a:gd name="csX3" fmla="*/ 48998 w 158020"/>
                  <a:gd name="csY3" fmla="*/ 93147 h 150296"/>
                  <a:gd name="csX4" fmla="*/ 30346 w 158020"/>
                  <a:gd name="csY4" fmla="*/ 150555 h 150296"/>
                  <a:gd name="csX5" fmla="*/ 79177 w 158020"/>
                  <a:gd name="csY5" fmla="*/ 115075 h 150296"/>
                  <a:gd name="csX6" fmla="*/ 128008 w 158020"/>
                  <a:gd name="csY6" fmla="*/ 150555 h 150296"/>
                  <a:gd name="csX7" fmla="*/ 109356 w 158020"/>
                  <a:gd name="csY7" fmla="*/ 93147 h 150296"/>
                  <a:gd name="csX8" fmla="*/ 158187 w 158020"/>
                  <a:gd name="csY8" fmla="*/ 57667 h 150296"/>
                  <a:gd name="csX9" fmla="*/ 97829 w 158020"/>
                  <a:gd name="csY9" fmla="*/ 5766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77" y="259"/>
                    </a:moveTo>
                    <a:lnTo>
                      <a:pt x="60525" y="57667"/>
                    </a:lnTo>
                    <a:lnTo>
                      <a:pt x="166" y="57667"/>
                    </a:lnTo>
                    <a:lnTo>
                      <a:pt x="48998" y="93147"/>
                    </a:lnTo>
                    <a:lnTo>
                      <a:pt x="30346" y="150555"/>
                    </a:lnTo>
                    <a:lnTo>
                      <a:pt x="79177" y="115075"/>
                    </a:lnTo>
                    <a:lnTo>
                      <a:pt x="128008" y="150555"/>
                    </a:lnTo>
                    <a:lnTo>
                      <a:pt x="109356" y="93147"/>
                    </a:lnTo>
                    <a:lnTo>
                      <a:pt x="158187" y="57667"/>
                    </a:lnTo>
                    <a:lnTo>
                      <a:pt x="97829" y="57667"/>
                    </a:lnTo>
                    <a:close/>
                  </a:path>
                </a:pathLst>
              </a:custGeom>
              <a:solidFill>
                <a:srgbClr val="F44336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8" name="任意多边形: 形状 4017"/>
              <p:cNvSpPr/>
              <p:nvPr/>
            </p:nvSpPr>
            <p:spPr>
              <a:xfrm>
                <a:off x="19480184" y="35369788"/>
                <a:ext cx="360000" cy="360000"/>
              </a:xfrm>
              <a:custGeom>
                <a:avLst/>
                <a:gdLst>
                  <a:gd name="csX0" fmla="*/ 79365 w 158020"/>
                  <a:gd name="csY0" fmla="*/ 128 h 150296"/>
                  <a:gd name="csX1" fmla="*/ 60713 w 158020"/>
                  <a:gd name="csY1" fmla="*/ 57536 h 150296"/>
                  <a:gd name="csX2" fmla="*/ 354 w 158020"/>
                  <a:gd name="csY2" fmla="*/ 57536 h 150296"/>
                  <a:gd name="csX3" fmla="*/ 49185 w 158020"/>
                  <a:gd name="csY3" fmla="*/ 93016 h 150296"/>
                  <a:gd name="csX4" fmla="*/ 30534 w 158020"/>
                  <a:gd name="csY4" fmla="*/ 150424 h 150296"/>
                  <a:gd name="csX5" fmla="*/ 79365 w 158020"/>
                  <a:gd name="csY5" fmla="*/ 114944 h 150296"/>
                  <a:gd name="csX6" fmla="*/ 128196 w 158020"/>
                  <a:gd name="csY6" fmla="*/ 150424 h 150296"/>
                  <a:gd name="csX7" fmla="*/ 109544 w 158020"/>
                  <a:gd name="csY7" fmla="*/ 93016 h 150296"/>
                  <a:gd name="csX8" fmla="*/ 158375 w 158020"/>
                  <a:gd name="csY8" fmla="*/ 57536 h 150296"/>
                  <a:gd name="csX9" fmla="*/ 98017 w 158020"/>
                  <a:gd name="csY9" fmla="*/ 57536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365" y="128"/>
                    </a:moveTo>
                    <a:lnTo>
                      <a:pt x="60713" y="57536"/>
                    </a:lnTo>
                    <a:lnTo>
                      <a:pt x="354" y="57536"/>
                    </a:lnTo>
                    <a:lnTo>
                      <a:pt x="49185" y="93016"/>
                    </a:lnTo>
                    <a:lnTo>
                      <a:pt x="30534" y="150424"/>
                    </a:lnTo>
                    <a:lnTo>
                      <a:pt x="79365" y="114944"/>
                    </a:lnTo>
                    <a:lnTo>
                      <a:pt x="128196" y="150424"/>
                    </a:lnTo>
                    <a:lnTo>
                      <a:pt x="109544" y="93016"/>
                    </a:lnTo>
                    <a:lnTo>
                      <a:pt x="158375" y="57536"/>
                    </a:lnTo>
                    <a:lnTo>
                      <a:pt x="98017" y="57536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19" name="任意多边形: 形状 4018"/>
              <p:cNvSpPr/>
              <p:nvPr/>
            </p:nvSpPr>
            <p:spPr>
              <a:xfrm>
                <a:off x="13276550" y="36241894"/>
                <a:ext cx="360000" cy="360000"/>
              </a:xfrm>
              <a:custGeom>
                <a:avLst/>
                <a:gdLst>
                  <a:gd name="csX0" fmla="*/ 79076 w 158020"/>
                  <a:gd name="csY0" fmla="*/ 169 h 150296"/>
                  <a:gd name="csX1" fmla="*/ 60424 w 158020"/>
                  <a:gd name="csY1" fmla="*/ 57577 h 150296"/>
                  <a:gd name="csX2" fmla="*/ 65 w 158020"/>
                  <a:gd name="csY2" fmla="*/ 57577 h 150296"/>
                  <a:gd name="csX3" fmla="*/ 48896 w 158020"/>
                  <a:gd name="csY3" fmla="*/ 93057 h 150296"/>
                  <a:gd name="csX4" fmla="*/ 30244 w 158020"/>
                  <a:gd name="csY4" fmla="*/ 150465 h 150296"/>
                  <a:gd name="csX5" fmla="*/ 79076 w 158020"/>
                  <a:gd name="csY5" fmla="*/ 114985 h 150296"/>
                  <a:gd name="csX6" fmla="*/ 127907 w 158020"/>
                  <a:gd name="csY6" fmla="*/ 150465 h 150296"/>
                  <a:gd name="csX7" fmla="*/ 109255 w 158020"/>
                  <a:gd name="csY7" fmla="*/ 93057 h 150296"/>
                  <a:gd name="csX8" fmla="*/ 158086 w 158020"/>
                  <a:gd name="csY8" fmla="*/ 57577 h 150296"/>
                  <a:gd name="csX9" fmla="*/ 97727 w 158020"/>
                  <a:gd name="csY9" fmla="*/ 5757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076" y="169"/>
                    </a:moveTo>
                    <a:lnTo>
                      <a:pt x="60424" y="57577"/>
                    </a:lnTo>
                    <a:lnTo>
                      <a:pt x="65" y="57577"/>
                    </a:lnTo>
                    <a:lnTo>
                      <a:pt x="48896" y="93057"/>
                    </a:lnTo>
                    <a:lnTo>
                      <a:pt x="30244" y="150465"/>
                    </a:lnTo>
                    <a:lnTo>
                      <a:pt x="79076" y="114985"/>
                    </a:lnTo>
                    <a:lnTo>
                      <a:pt x="127907" y="150465"/>
                    </a:lnTo>
                    <a:lnTo>
                      <a:pt x="109255" y="93057"/>
                    </a:lnTo>
                    <a:lnTo>
                      <a:pt x="158086" y="57577"/>
                    </a:lnTo>
                    <a:lnTo>
                      <a:pt x="97727" y="57577"/>
                    </a:lnTo>
                    <a:close/>
                  </a:path>
                </a:pathLst>
              </a:custGeom>
              <a:solidFill>
                <a:srgbClr val="2196F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0" name="任意多边形: 形状 4019"/>
              <p:cNvSpPr/>
              <p:nvPr/>
            </p:nvSpPr>
            <p:spPr>
              <a:xfrm>
                <a:off x="19106644" y="36372724"/>
                <a:ext cx="360000" cy="360000"/>
              </a:xfrm>
              <a:custGeom>
                <a:avLst/>
                <a:gdLst>
                  <a:gd name="csX0" fmla="*/ 79347 w 158020"/>
                  <a:gd name="csY0" fmla="*/ 175 h 150296"/>
                  <a:gd name="csX1" fmla="*/ 60696 w 158020"/>
                  <a:gd name="csY1" fmla="*/ 57583 h 150296"/>
                  <a:gd name="csX2" fmla="*/ 337 w 158020"/>
                  <a:gd name="csY2" fmla="*/ 57583 h 150296"/>
                  <a:gd name="csX3" fmla="*/ 49168 w 158020"/>
                  <a:gd name="csY3" fmla="*/ 93063 h 150296"/>
                  <a:gd name="csX4" fmla="*/ 30516 w 158020"/>
                  <a:gd name="csY4" fmla="*/ 150471 h 150296"/>
                  <a:gd name="csX5" fmla="*/ 79347 w 158020"/>
                  <a:gd name="csY5" fmla="*/ 114991 h 150296"/>
                  <a:gd name="csX6" fmla="*/ 128179 w 158020"/>
                  <a:gd name="csY6" fmla="*/ 150471 h 150296"/>
                  <a:gd name="csX7" fmla="*/ 109527 w 158020"/>
                  <a:gd name="csY7" fmla="*/ 93063 h 150296"/>
                  <a:gd name="csX8" fmla="*/ 158358 w 158020"/>
                  <a:gd name="csY8" fmla="*/ 57583 h 150296"/>
                  <a:gd name="csX9" fmla="*/ 97999 w 158020"/>
                  <a:gd name="csY9" fmla="*/ 57583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347" y="175"/>
                    </a:moveTo>
                    <a:lnTo>
                      <a:pt x="60696" y="57583"/>
                    </a:lnTo>
                    <a:lnTo>
                      <a:pt x="337" y="57583"/>
                    </a:lnTo>
                    <a:lnTo>
                      <a:pt x="49168" y="93063"/>
                    </a:lnTo>
                    <a:lnTo>
                      <a:pt x="30516" y="150471"/>
                    </a:lnTo>
                    <a:lnTo>
                      <a:pt x="79347" y="114991"/>
                    </a:lnTo>
                    <a:lnTo>
                      <a:pt x="128179" y="150471"/>
                    </a:lnTo>
                    <a:lnTo>
                      <a:pt x="109527" y="93063"/>
                    </a:lnTo>
                    <a:lnTo>
                      <a:pt x="158358" y="57583"/>
                    </a:lnTo>
                    <a:lnTo>
                      <a:pt x="97999" y="57583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1" name="任意多边形: 形状 4020"/>
              <p:cNvSpPr/>
              <p:nvPr/>
            </p:nvSpPr>
            <p:spPr>
              <a:xfrm>
                <a:off x="14145776" y="34767485"/>
                <a:ext cx="360000" cy="360000"/>
              </a:xfrm>
              <a:custGeom>
                <a:avLst/>
                <a:gdLst>
                  <a:gd name="csX0" fmla="*/ 79116 w 158020"/>
                  <a:gd name="csY0" fmla="*/ 100 h 150296"/>
                  <a:gd name="csX1" fmla="*/ 60464 w 158020"/>
                  <a:gd name="csY1" fmla="*/ 57508 h 150296"/>
                  <a:gd name="csX2" fmla="*/ 106 w 158020"/>
                  <a:gd name="csY2" fmla="*/ 57508 h 150296"/>
                  <a:gd name="csX3" fmla="*/ 48937 w 158020"/>
                  <a:gd name="csY3" fmla="*/ 92988 h 150296"/>
                  <a:gd name="csX4" fmla="*/ 30285 w 158020"/>
                  <a:gd name="csY4" fmla="*/ 150396 h 150296"/>
                  <a:gd name="csX5" fmla="*/ 79116 w 158020"/>
                  <a:gd name="csY5" fmla="*/ 114916 h 150296"/>
                  <a:gd name="csX6" fmla="*/ 127947 w 158020"/>
                  <a:gd name="csY6" fmla="*/ 150396 h 150296"/>
                  <a:gd name="csX7" fmla="*/ 109295 w 158020"/>
                  <a:gd name="csY7" fmla="*/ 92988 h 150296"/>
                  <a:gd name="csX8" fmla="*/ 158127 w 158020"/>
                  <a:gd name="csY8" fmla="*/ 57508 h 150296"/>
                  <a:gd name="csX9" fmla="*/ 97768 w 158020"/>
                  <a:gd name="csY9" fmla="*/ 57508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16" y="100"/>
                    </a:moveTo>
                    <a:lnTo>
                      <a:pt x="60464" y="57508"/>
                    </a:lnTo>
                    <a:lnTo>
                      <a:pt x="106" y="57508"/>
                    </a:lnTo>
                    <a:lnTo>
                      <a:pt x="48937" y="92988"/>
                    </a:lnTo>
                    <a:lnTo>
                      <a:pt x="30285" y="150396"/>
                    </a:lnTo>
                    <a:lnTo>
                      <a:pt x="79116" y="114916"/>
                    </a:lnTo>
                    <a:lnTo>
                      <a:pt x="127947" y="150396"/>
                    </a:lnTo>
                    <a:lnTo>
                      <a:pt x="109295" y="92988"/>
                    </a:lnTo>
                    <a:lnTo>
                      <a:pt x="158127" y="57508"/>
                    </a:lnTo>
                    <a:lnTo>
                      <a:pt x="97768" y="57508"/>
                    </a:lnTo>
                    <a:close/>
                  </a:path>
                </a:pathLst>
              </a:custGeom>
              <a:solidFill>
                <a:srgbClr val="2196F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2" name="任意多边形: 形状 4021"/>
              <p:cNvSpPr/>
              <p:nvPr/>
            </p:nvSpPr>
            <p:spPr>
              <a:xfrm>
                <a:off x="19773660" y="37063073"/>
                <a:ext cx="360000" cy="360000"/>
              </a:xfrm>
              <a:custGeom>
                <a:avLst/>
                <a:gdLst>
                  <a:gd name="csX0" fmla="*/ 79379 w 158020"/>
                  <a:gd name="csY0" fmla="*/ 207 h 150296"/>
                  <a:gd name="csX1" fmla="*/ 60727 w 158020"/>
                  <a:gd name="csY1" fmla="*/ 57615 h 150296"/>
                  <a:gd name="csX2" fmla="*/ 368 w 158020"/>
                  <a:gd name="csY2" fmla="*/ 57615 h 150296"/>
                  <a:gd name="csX3" fmla="*/ 49199 w 158020"/>
                  <a:gd name="csY3" fmla="*/ 93095 h 150296"/>
                  <a:gd name="csX4" fmla="*/ 30547 w 158020"/>
                  <a:gd name="csY4" fmla="*/ 150503 h 150296"/>
                  <a:gd name="csX5" fmla="*/ 79379 w 158020"/>
                  <a:gd name="csY5" fmla="*/ 115023 h 150296"/>
                  <a:gd name="csX6" fmla="*/ 128210 w 158020"/>
                  <a:gd name="csY6" fmla="*/ 150503 h 150296"/>
                  <a:gd name="csX7" fmla="*/ 109558 w 158020"/>
                  <a:gd name="csY7" fmla="*/ 93095 h 150296"/>
                  <a:gd name="csX8" fmla="*/ 158389 w 158020"/>
                  <a:gd name="csY8" fmla="*/ 57615 h 150296"/>
                  <a:gd name="csX9" fmla="*/ 98030 w 158020"/>
                  <a:gd name="csY9" fmla="*/ 57615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379" y="207"/>
                    </a:moveTo>
                    <a:lnTo>
                      <a:pt x="60727" y="57615"/>
                    </a:lnTo>
                    <a:lnTo>
                      <a:pt x="368" y="57615"/>
                    </a:lnTo>
                    <a:lnTo>
                      <a:pt x="49199" y="93095"/>
                    </a:lnTo>
                    <a:lnTo>
                      <a:pt x="30547" y="150503"/>
                    </a:lnTo>
                    <a:lnTo>
                      <a:pt x="79379" y="115023"/>
                    </a:lnTo>
                    <a:lnTo>
                      <a:pt x="128210" y="150503"/>
                    </a:lnTo>
                    <a:lnTo>
                      <a:pt x="109558" y="93095"/>
                    </a:lnTo>
                    <a:lnTo>
                      <a:pt x="158389" y="57615"/>
                    </a:lnTo>
                    <a:lnTo>
                      <a:pt x="98030" y="57615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3" name="任意多边形: 形状 4022"/>
              <p:cNvSpPr/>
              <p:nvPr/>
            </p:nvSpPr>
            <p:spPr>
              <a:xfrm>
                <a:off x="20780481" y="36766756"/>
                <a:ext cx="360000" cy="360000"/>
              </a:xfrm>
              <a:custGeom>
                <a:avLst/>
                <a:gdLst>
                  <a:gd name="csX0" fmla="*/ 79425 w 158020"/>
                  <a:gd name="csY0" fmla="*/ 193 h 150296"/>
                  <a:gd name="csX1" fmla="*/ 60774 w 158020"/>
                  <a:gd name="csY1" fmla="*/ 57601 h 150296"/>
                  <a:gd name="csX2" fmla="*/ 415 w 158020"/>
                  <a:gd name="csY2" fmla="*/ 57601 h 150296"/>
                  <a:gd name="csX3" fmla="*/ 49246 w 158020"/>
                  <a:gd name="csY3" fmla="*/ 93081 h 150296"/>
                  <a:gd name="csX4" fmla="*/ 30594 w 158020"/>
                  <a:gd name="csY4" fmla="*/ 150489 h 150296"/>
                  <a:gd name="csX5" fmla="*/ 79425 w 158020"/>
                  <a:gd name="csY5" fmla="*/ 115009 h 150296"/>
                  <a:gd name="csX6" fmla="*/ 128257 w 158020"/>
                  <a:gd name="csY6" fmla="*/ 150489 h 150296"/>
                  <a:gd name="csX7" fmla="*/ 109605 w 158020"/>
                  <a:gd name="csY7" fmla="*/ 93081 h 150296"/>
                  <a:gd name="csX8" fmla="*/ 158436 w 158020"/>
                  <a:gd name="csY8" fmla="*/ 57601 h 150296"/>
                  <a:gd name="csX9" fmla="*/ 98077 w 158020"/>
                  <a:gd name="csY9" fmla="*/ 57601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425" y="193"/>
                    </a:moveTo>
                    <a:lnTo>
                      <a:pt x="60774" y="57601"/>
                    </a:lnTo>
                    <a:lnTo>
                      <a:pt x="415" y="57601"/>
                    </a:lnTo>
                    <a:lnTo>
                      <a:pt x="49246" y="93081"/>
                    </a:lnTo>
                    <a:lnTo>
                      <a:pt x="30594" y="150489"/>
                    </a:lnTo>
                    <a:lnTo>
                      <a:pt x="79425" y="115009"/>
                    </a:lnTo>
                    <a:lnTo>
                      <a:pt x="128257" y="150489"/>
                    </a:lnTo>
                    <a:lnTo>
                      <a:pt x="109605" y="93081"/>
                    </a:lnTo>
                    <a:lnTo>
                      <a:pt x="158436" y="57601"/>
                    </a:lnTo>
                    <a:lnTo>
                      <a:pt x="98077" y="57601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4" name="任意多边形: 形状 4023"/>
              <p:cNvSpPr/>
              <p:nvPr/>
            </p:nvSpPr>
            <p:spPr>
              <a:xfrm>
                <a:off x="18040601" y="36671814"/>
                <a:ext cx="360000" cy="360000"/>
              </a:xfrm>
              <a:custGeom>
                <a:avLst/>
                <a:gdLst>
                  <a:gd name="csX0" fmla="*/ 79298 w 158020"/>
                  <a:gd name="csY0" fmla="*/ 189 h 150296"/>
                  <a:gd name="csX1" fmla="*/ 60646 w 158020"/>
                  <a:gd name="csY1" fmla="*/ 57597 h 150296"/>
                  <a:gd name="csX2" fmla="*/ 287 w 158020"/>
                  <a:gd name="csY2" fmla="*/ 57597 h 150296"/>
                  <a:gd name="csX3" fmla="*/ 49118 w 158020"/>
                  <a:gd name="csY3" fmla="*/ 93077 h 150296"/>
                  <a:gd name="csX4" fmla="*/ 30467 w 158020"/>
                  <a:gd name="csY4" fmla="*/ 150485 h 150296"/>
                  <a:gd name="csX5" fmla="*/ 79298 w 158020"/>
                  <a:gd name="csY5" fmla="*/ 115005 h 150296"/>
                  <a:gd name="csX6" fmla="*/ 128129 w 158020"/>
                  <a:gd name="csY6" fmla="*/ 150485 h 150296"/>
                  <a:gd name="csX7" fmla="*/ 109477 w 158020"/>
                  <a:gd name="csY7" fmla="*/ 93077 h 150296"/>
                  <a:gd name="csX8" fmla="*/ 158308 w 158020"/>
                  <a:gd name="csY8" fmla="*/ 57597 h 150296"/>
                  <a:gd name="csX9" fmla="*/ 97950 w 158020"/>
                  <a:gd name="csY9" fmla="*/ 5759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98" y="189"/>
                    </a:moveTo>
                    <a:lnTo>
                      <a:pt x="60646" y="57597"/>
                    </a:lnTo>
                    <a:lnTo>
                      <a:pt x="287" y="57597"/>
                    </a:lnTo>
                    <a:lnTo>
                      <a:pt x="49118" y="93077"/>
                    </a:lnTo>
                    <a:lnTo>
                      <a:pt x="30467" y="150485"/>
                    </a:lnTo>
                    <a:lnTo>
                      <a:pt x="79298" y="115005"/>
                    </a:lnTo>
                    <a:lnTo>
                      <a:pt x="128129" y="150485"/>
                    </a:lnTo>
                    <a:lnTo>
                      <a:pt x="109477" y="93077"/>
                    </a:lnTo>
                    <a:lnTo>
                      <a:pt x="158308" y="57597"/>
                    </a:lnTo>
                    <a:lnTo>
                      <a:pt x="97950" y="57597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5" name="任意多边形: 形状 4024"/>
              <p:cNvSpPr/>
              <p:nvPr/>
            </p:nvSpPr>
            <p:spPr>
              <a:xfrm>
                <a:off x="17525741" y="37636790"/>
                <a:ext cx="360000" cy="360000"/>
              </a:xfrm>
              <a:custGeom>
                <a:avLst/>
                <a:gdLst>
                  <a:gd name="csX0" fmla="*/ 79274 w 158020"/>
                  <a:gd name="csY0" fmla="*/ 234 h 150296"/>
                  <a:gd name="csX1" fmla="*/ 60622 w 158020"/>
                  <a:gd name="csY1" fmla="*/ 57642 h 150296"/>
                  <a:gd name="csX2" fmla="*/ 263 w 158020"/>
                  <a:gd name="csY2" fmla="*/ 57642 h 150296"/>
                  <a:gd name="csX3" fmla="*/ 49094 w 158020"/>
                  <a:gd name="csY3" fmla="*/ 93122 h 150296"/>
                  <a:gd name="csX4" fmla="*/ 30443 w 158020"/>
                  <a:gd name="csY4" fmla="*/ 150530 h 150296"/>
                  <a:gd name="csX5" fmla="*/ 79274 w 158020"/>
                  <a:gd name="csY5" fmla="*/ 115050 h 150296"/>
                  <a:gd name="csX6" fmla="*/ 128105 w 158020"/>
                  <a:gd name="csY6" fmla="*/ 150530 h 150296"/>
                  <a:gd name="csX7" fmla="*/ 109453 w 158020"/>
                  <a:gd name="csY7" fmla="*/ 93122 h 150296"/>
                  <a:gd name="csX8" fmla="*/ 158284 w 158020"/>
                  <a:gd name="csY8" fmla="*/ 57642 h 150296"/>
                  <a:gd name="csX9" fmla="*/ 97926 w 158020"/>
                  <a:gd name="csY9" fmla="*/ 57642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74" y="234"/>
                    </a:moveTo>
                    <a:lnTo>
                      <a:pt x="60622" y="57642"/>
                    </a:lnTo>
                    <a:lnTo>
                      <a:pt x="263" y="57642"/>
                    </a:lnTo>
                    <a:lnTo>
                      <a:pt x="49094" y="93122"/>
                    </a:lnTo>
                    <a:lnTo>
                      <a:pt x="30443" y="150530"/>
                    </a:lnTo>
                    <a:lnTo>
                      <a:pt x="79274" y="115050"/>
                    </a:lnTo>
                    <a:lnTo>
                      <a:pt x="128105" y="150530"/>
                    </a:lnTo>
                    <a:lnTo>
                      <a:pt x="109453" y="93122"/>
                    </a:lnTo>
                    <a:lnTo>
                      <a:pt x="158284" y="57642"/>
                    </a:lnTo>
                    <a:lnTo>
                      <a:pt x="97926" y="57642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6" name="任意多边形: 形状 4025"/>
              <p:cNvSpPr/>
              <p:nvPr/>
            </p:nvSpPr>
            <p:spPr>
              <a:xfrm>
                <a:off x="21471364" y="37521861"/>
                <a:ext cx="360000" cy="360000"/>
              </a:xfrm>
              <a:custGeom>
                <a:avLst/>
                <a:gdLst>
                  <a:gd name="csX0" fmla="*/ 79458 w 158020"/>
                  <a:gd name="csY0" fmla="*/ 228 h 150296"/>
                  <a:gd name="csX1" fmla="*/ 60806 w 158020"/>
                  <a:gd name="csY1" fmla="*/ 57636 h 150296"/>
                  <a:gd name="csX2" fmla="*/ 447 w 158020"/>
                  <a:gd name="csY2" fmla="*/ 57636 h 150296"/>
                  <a:gd name="csX3" fmla="*/ 49278 w 158020"/>
                  <a:gd name="csY3" fmla="*/ 93117 h 150296"/>
                  <a:gd name="csX4" fmla="*/ 30626 w 158020"/>
                  <a:gd name="csY4" fmla="*/ 150525 h 150296"/>
                  <a:gd name="csX5" fmla="*/ 79458 w 158020"/>
                  <a:gd name="csY5" fmla="*/ 115044 h 150296"/>
                  <a:gd name="csX6" fmla="*/ 128289 w 158020"/>
                  <a:gd name="csY6" fmla="*/ 150525 h 150296"/>
                  <a:gd name="csX7" fmla="*/ 109637 w 158020"/>
                  <a:gd name="csY7" fmla="*/ 93117 h 150296"/>
                  <a:gd name="csX8" fmla="*/ 158468 w 158020"/>
                  <a:gd name="csY8" fmla="*/ 57636 h 150296"/>
                  <a:gd name="csX9" fmla="*/ 98109 w 158020"/>
                  <a:gd name="csY9" fmla="*/ 57636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458" y="228"/>
                    </a:moveTo>
                    <a:lnTo>
                      <a:pt x="60806" y="57636"/>
                    </a:lnTo>
                    <a:lnTo>
                      <a:pt x="447" y="57636"/>
                    </a:lnTo>
                    <a:lnTo>
                      <a:pt x="49278" y="93117"/>
                    </a:lnTo>
                    <a:lnTo>
                      <a:pt x="30626" y="150525"/>
                    </a:lnTo>
                    <a:lnTo>
                      <a:pt x="79458" y="115044"/>
                    </a:lnTo>
                    <a:lnTo>
                      <a:pt x="128289" y="150525"/>
                    </a:lnTo>
                    <a:lnTo>
                      <a:pt x="109637" y="93117"/>
                    </a:lnTo>
                    <a:lnTo>
                      <a:pt x="158468" y="57636"/>
                    </a:lnTo>
                    <a:lnTo>
                      <a:pt x="98109" y="57636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7" name="任意多边形: 形状 4026"/>
              <p:cNvSpPr/>
              <p:nvPr/>
            </p:nvSpPr>
            <p:spPr>
              <a:xfrm>
                <a:off x="17755151" y="38612568"/>
                <a:ext cx="360000" cy="360000"/>
              </a:xfrm>
              <a:custGeom>
                <a:avLst/>
                <a:gdLst>
                  <a:gd name="csX0" fmla="*/ 79284 w 158020"/>
                  <a:gd name="csY0" fmla="*/ 279 h 150296"/>
                  <a:gd name="csX1" fmla="*/ 60633 w 158020"/>
                  <a:gd name="csY1" fmla="*/ 57687 h 150296"/>
                  <a:gd name="csX2" fmla="*/ 274 w 158020"/>
                  <a:gd name="csY2" fmla="*/ 57687 h 150296"/>
                  <a:gd name="csX3" fmla="*/ 49105 w 158020"/>
                  <a:gd name="csY3" fmla="*/ 93167 h 150296"/>
                  <a:gd name="csX4" fmla="*/ 30453 w 158020"/>
                  <a:gd name="csY4" fmla="*/ 150575 h 150296"/>
                  <a:gd name="csX5" fmla="*/ 79284 w 158020"/>
                  <a:gd name="csY5" fmla="*/ 115095 h 150296"/>
                  <a:gd name="csX6" fmla="*/ 128116 w 158020"/>
                  <a:gd name="csY6" fmla="*/ 150575 h 150296"/>
                  <a:gd name="csX7" fmla="*/ 109464 w 158020"/>
                  <a:gd name="csY7" fmla="*/ 93167 h 150296"/>
                  <a:gd name="csX8" fmla="*/ 158295 w 158020"/>
                  <a:gd name="csY8" fmla="*/ 57687 h 150296"/>
                  <a:gd name="csX9" fmla="*/ 97936 w 158020"/>
                  <a:gd name="csY9" fmla="*/ 5768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84" y="279"/>
                    </a:moveTo>
                    <a:lnTo>
                      <a:pt x="60633" y="57687"/>
                    </a:lnTo>
                    <a:lnTo>
                      <a:pt x="274" y="57687"/>
                    </a:lnTo>
                    <a:lnTo>
                      <a:pt x="49105" y="93167"/>
                    </a:lnTo>
                    <a:lnTo>
                      <a:pt x="30453" y="150575"/>
                    </a:lnTo>
                    <a:lnTo>
                      <a:pt x="79284" y="115095"/>
                    </a:lnTo>
                    <a:lnTo>
                      <a:pt x="128116" y="150575"/>
                    </a:lnTo>
                    <a:lnTo>
                      <a:pt x="109464" y="93167"/>
                    </a:lnTo>
                    <a:lnTo>
                      <a:pt x="158295" y="57687"/>
                    </a:lnTo>
                    <a:lnTo>
                      <a:pt x="97936" y="57687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8" name="任意多边形: 形状 4027"/>
              <p:cNvSpPr/>
              <p:nvPr/>
            </p:nvSpPr>
            <p:spPr>
              <a:xfrm>
                <a:off x="17123498" y="39509801"/>
                <a:ext cx="360000" cy="360000"/>
              </a:xfrm>
              <a:custGeom>
                <a:avLst/>
                <a:gdLst>
                  <a:gd name="csX0" fmla="*/ 79255 w 158020"/>
                  <a:gd name="csY0" fmla="*/ 321 h 150296"/>
                  <a:gd name="csX1" fmla="*/ 60603 w 158020"/>
                  <a:gd name="csY1" fmla="*/ 57729 h 150296"/>
                  <a:gd name="csX2" fmla="*/ 244 w 158020"/>
                  <a:gd name="csY2" fmla="*/ 57729 h 150296"/>
                  <a:gd name="csX3" fmla="*/ 49076 w 158020"/>
                  <a:gd name="csY3" fmla="*/ 93209 h 150296"/>
                  <a:gd name="csX4" fmla="*/ 30424 w 158020"/>
                  <a:gd name="csY4" fmla="*/ 150617 h 150296"/>
                  <a:gd name="csX5" fmla="*/ 79255 w 158020"/>
                  <a:gd name="csY5" fmla="*/ 115137 h 150296"/>
                  <a:gd name="csX6" fmla="*/ 128086 w 158020"/>
                  <a:gd name="csY6" fmla="*/ 150617 h 150296"/>
                  <a:gd name="csX7" fmla="*/ 109434 w 158020"/>
                  <a:gd name="csY7" fmla="*/ 93209 h 150296"/>
                  <a:gd name="csX8" fmla="*/ 158265 w 158020"/>
                  <a:gd name="csY8" fmla="*/ 57729 h 150296"/>
                  <a:gd name="csX9" fmla="*/ 97907 w 158020"/>
                  <a:gd name="csY9" fmla="*/ 57729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55" y="321"/>
                    </a:moveTo>
                    <a:lnTo>
                      <a:pt x="60603" y="57729"/>
                    </a:lnTo>
                    <a:lnTo>
                      <a:pt x="244" y="57729"/>
                    </a:lnTo>
                    <a:lnTo>
                      <a:pt x="49076" y="93209"/>
                    </a:lnTo>
                    <a:lnTo>
                      <a:pt x="30424" y="150617"/>
                    </a:lnTo>
                    <a:lnTo>
                      <a:pt x="79255" y="115137"/>
                    </a:lnTo>
                    <a:lnTo>
                      <a:pt x="128086" y="150617"/>
                    </a:lnTo>
                    <a:lnTo>
                      <a:pt x="109434" y="93209"/>
                    </a:lnTo>
                    <a:lnTo>
                      <a:pt x="158265" y="57729"/>
                    </a:lnTo>
                    <a:lnTo>
                      <a:pt x="97907" y="57729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29" name="任意多边形: 形状 4028"/>
              <p:cNvSpPr/>
              <p:nvPr/>
            </p:nvSpPr>
            <p:spPr>
              <a:xfrm>
                <a:off x="16144230" y="38324024"/>
                <a:ext cx="360000" cy="360000"/>
              </a:xfrm>
              <a:custGeom>
                <a:avLst/>
                <a:gdLst>
                  <a:gd name="csX0" fmla="*/ 79209 w 158020"/>
                  <a:gd name="csY0" fmla="*/ 266 h 150296"/>
                  <a:gd name="csX1" fmla="*/ 60557 w 158020"/>
                  <a:gd name="csY1" fmla="*/ 57674 h 150296"/>
                  <a:gd name="csX2" fmla="*/ 199 w 158020"/>
                  <a:gd name="csY2" fmla="*/ 57674 h 150296"/>
                  <a:gd name="csX3" fmla="*/ 49030 w 158020"/>
                  <a:gd name="csY3" fmla="*/ 93154 h 150296"/>
                  <a:gd name="csX4" fmla="*/ 30378 w 158020"/>
                  <a:gd name="csY4" fmla="*/ 150562 h 150296"/>
                  <a:gd name="csX5" fmla="*/ 79209 w 158020"/>
                  <a:gd name="csY5" fmla="*/ 115082 h 150296"/>
                  <a:gd name="csX6" fmla="*/ 128040 w 158020"/>
                  <a:gd name="csY6" fmla="*/ 150562 h 150296"/>
                  <a:gd name="csX7" fmla="*/ 109389 w 158020"/>
                  <a:gd name="csY7" fmla="*/ 93154 h 150296"/>
                  <a:gd name="csX8" fmla="*/ 158220 w 158020"/>
                  <a:gd name="csY8" fmla="*/ 57674 h 150296"/>
                  <a:gd name="csX9" fmla="*/ 97861 w 158020"/>
                  <a:gd name="csY9" fmla="*/ 57674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09" y="266"/>
                    </a:moveTo>
                    <a:lnTo>
                      <a:pt x="60557" y="57674"/>
                    </a:lnTo>
                    <a:lnTo>
                      <a:pt x="199" y="57674"/>
                    </a:lnTo>
                    <a:lnTo>
                      <a:pt x="49030" y="93154"/>
                    </a:lnTo>
                    <a:lnTo>
                      <a:pt x="30378" y="150562"/>
                    </a:lnTo>
                    <a:lnTo>
                      <a:pt x="79209" y="115082"/>
                    </a:lnTo>
                    <a:lnTo>
                      <a:pt x="128040" y="150562"/>
                    </a:lnTo>
                    <a:lnTo>
                      <a:pt x="109389" y="93154"/>
                    </a:lnTo>
                    <a:lnTo>
                      <a:pt x="158220" y="57674"/>
                    </a:lnTo>
                    <a:lnTo>
                      <a:pt x="97861" y="57674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0" name="任意多边形: 形状 4029"/>
              <p:cNvSpPr/>
              <p:nvPr/>
            </p:nvSpPr>
            <p:spPr>
              <a:xfrm>
                <a:off x="18589720" y="38831461"/>
                <a:ext cx="360000" cy="360000"/>
              </a:xfrm>
              <a:custGeom>
                <a:avLst/>
                <a:gdLst>
                  <a:gd name="csX0" fmla="*/ 79323 w 158020"/>
                  <a:gd name="csY0" fmla="*/ 289 h 150296"/>
                  <a:gd name="csX1" fmla="*/ 60671 w 158020"/>
                  <a:gd name="csY1" fmla="*/ 57697 h 150296"/>
                  <a:gd name="csX2" fmla="*/ 313 w 158020"/>
                  <a:gd name="csY2" fmla="*/ 57697 h 150296"/>
                  <a:gd name="csX3" fmla="*/ 49144 w 158020"/>
                  <a:gd name="csY3" fmla="*/ 93178 h 150296"/>
                  <a:gd name="csX4" fmla="*/ 30492 w 158020"/>
                  <a:gd name="csY4" fmla="*/ 150586 h 150296"/>
                  <a:gd name="csX5" fmla="*/ 79323 w 158020"/>
                  <a:gd name="csY5" fmla="*/ 115106 h 150296"/>
                  <a:gd name="csX6" fmla="*/ 128154 w 158020"/>
                  <a:gd name="csY6" fmla="*/ 150586 h 150296"/>
                  <a:gd name="csX7" fmla="*/ 109503 w 158020"/>
                  <a:gd name="csY7" fmla="*/ 93178 h 150296"/>
                  <a:gd name="csX8" fmla="*/ 158334 w 158020"/>
                  <a:gd name="csY8" fmla="*/ 57697 h 150296"/>
                  <a:gd name="csX9" fmla="*/ 97975 w 158020"/>
                  <a:gd name="csY9" fmla="*/ 5769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323" y="289"/>
                    </a:moveTo>
                    <a:lnTo>
                      <a:pt x="60671" y="57697"/>
                    </a:lnTo>
                    <a:lnTo>
                      <a:pt x="313" y="57697"/>
                    </a:lnTo>
                    <a:lnTo>
                      <a:pt x="49144" y="93178"/>
                    </a:lnTo>
                    <a:lnTo>
                      <a:pt x="30492" y="150586"/>
                    </a:lnTo>
                    <a:lnTo>
                      <a:pt x="79323" y="115106"/>
                    </a:lnTo>
                    <a:lnTo>
                      <a:pt x="128154" y="150586"/>
                    </a:lnTo>
                    <a:lnTo>
                      <a:pt x="109503" y="93178"/>
                    </a:lnTo>
                    <a:lnTo>
                      <a:pt x="158334" y="57697"/>
                    </a:lnTo>
                    <a:lnTo>
                      <a:pt x="97975" y="57697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1" name="任意多边形: 形状 4030"/>
              <p:cNvSpPr/>
              <p:nvPr/>
            </p:nvSpPr>
            <p:spPr>
              <a:xfrm>
                <a:off x="18110354" y="39338350"/>
                <a:ext cx="360000" cy="360000"/>
              </a:xfrm>
              <a:custGeom>
                <a:avLst/>
                <a:gdLst>
                  <a:gd name="csX0" fmla="*/ 79301 w 158020"/>
                  <a:gd name="csY0" fmla="*/ 313 h 150296"/>
                  <a:gd name="csX1" fmla="*/ 60649 w 158020"/>
                  <a:gd name="csY1" fmla="*/ 57721 h 150296"/>
                  <a:gd name="csX2" fmla="*/ 290 w 158020"/>
                  <a:gd name="csY2" fmla="*/ 57721 h 150296"/>
                  <a:gd name="csX3" fmla="*/ 49122 w 158020"/>
                  <a:gd name="csY3" fmla="*/ 93201 h 150296"/>
                  <a:gd name="csX4" fmla="*/ 30470 w 158020"/>
                  <a:gd name="csY4" fmla="*/ 150609 h 150296"/>
                  <a:gd name="csX5" fmla="*/ 79301 w 158020"/>
                  <a:gd name="csY5" fmla="*/ 115129 h 150296"/>
                  <a:gd name="csX6" fmla="*/ 128132 w 158020"/>
                  <a:gd name="csY6" fmla="*/ 150609 h 150296"/>
                  <a:gd name="csX7" fmla="*/ 109480 w 158020"/>
                  <a:gd name="csY7" fmla="*/ 93201 h 150296"/>
                  <a:gd name="csX8" fmla="*/ 158311 w 158020"/>
                  <a:gd name="csY8" fmla="*/ 57721 h 150296"/>
                  <a:gd name="csX9" fmla="*/ 97953 w 158020"/>
                  <a:gd name="csY9" fmla="*/ 57721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301" y="313"/>
                    </a:moveTo>
                    <a:lnTo>
                      <a:pt x="60649" y="57721"/>
                    </a:lnTo>
                    <a:lnTo>
                      <a:pt x="290" y="57721"/>
                    </a:lnTo>
                    <a:lnTo>
                      <a:pt x="49122" y="93201"/>
                    </a:lnTo>
                    <a:lnTo>
                      <a:pt x="30470" y="150609"/>
                    </a:lnTo>
                    <a:lnTo>
                      <a:pt x="79301" y="115129"/>
                    </a:lnTo>
                    <a:lnTo>
                      <a:pt x="128132" y="150609"/>
                    </a:lnTo>
                    <a:lnTo>
                      <a:pt x="109480" y="93201"/>
                    </a:lnTo>
                    <a:lnTo>
                      <a:pt x="158311" y="57721"/>
                    </a:lnTo>
                    <a:lnTo>
                      <a:pt x="97953" y="57721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2" name="任意多边形: 形状 4031"/>
              <p:cNvSpPr/>
              <p:nvPr/>
            </p:nvSpPr>
            <p:spPr>
              <a:xfrm>
                <a:off x="19435140" y="39522607"/>
                <a:ext cx="360000" cy="360000"/>
              </a:xfrm>
              <a:custGeom>
                <a:avLst/>
                <a:gdLst>
                  <a:gd name="csX0" fmla="*/ 79363 w 158020"/>
                  <a:gd name="csY0" fmla="*/ 321 h 150296"/>
                  <a:gd name="csX1" fmla="*/ 60711 w 158020"/>
                  <a:gd name="csY1" fmla="*/ 57730 h 150296"/>
                  <a:gd name="csX2" fmla="*/ 352 w 158020"/>
                  <a:gd name="csY2" fmla="*/ 57730 h 150296"/>
                  <a:gd name="csX3" fmla="*/ 49183 w 158020"/>
                  <a:gd name="csY3" fmla="*/ 93210 h 150296"/>
                  <a:gd name="csX4" fmla="*/ 30532 w 158020"/>
                  <a:gd name="csY4" fmla="*/ 150618 h 150296"/>
                  <a:gd name="csX5" fmla="*/ 79363 w 158020"/>
                  <a:gd name="csY5" fmla="*/ 115138 h 150296"/>
                  <a:gd name="csX6" fmla="*/ 128194 w 158020"/>
                  <a:gd name="csY6" fmla="*/ 150618 h 150296"/>
                  <a:gd name="csX7" fmla="*/ 109542 w 158020"/>
                  <a:gd name="csY7" fmla="*/ 93210 h 150296"/>
                  <a:gd name="csX8" fmla="*/ 158373 w 158020"/>
                  <a:gd name="csY8" fmla="*/ 57730 h 150296"/>
                  <a:gd name="csX9" fmla="*/ 98015 w 158020"/>
                  <a:gd name="csY9" fmla="*/ 57730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363" y="321"/>
                    </a:moveTo>
                    <a:lnTo>
                      <a:pt x="60711" y="57730"/>
                    </a:lnTo>
                    <a:lnTo>
                      <a:pt x="352" y="57730"/>
                    </a:lnTo>
                    <a:lnTo>
                      <a:pt x="49183" y="93210"/>
                    </a:lnTo>
                    <a:lnTo>
                      <a:pt x="30532" y="150618"/>
                    </a:lnTo>
                    <a:lnTo>
                      <a:pt x="79363" y="115138"/>
                    </a:lnTo>
                    <a:lnTo>
                      <a:pt x="128194" y="150618"/>
                    </a:lnTo>
                    <a:lnTo>
                      <a:pt x="109542" y="93210"/>
                    </a:lnTo>
                    <a:lnTo>
                      <a:pt x="158373" y="57730"/>
                    </a:lnTo>
                    <a:lnTo>
                      <a:pt x="98015" y="57730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3" name="任意多边形: 形状 4032"/>
              <p:cNvSpPr/>
              <p:nvPr/>
            </p:nvSpPr>
            <p:spPr>
              <a:xfrm>
                <a:off x="16415865" y="36478231"/>
                <a:ext cx="360000" cy="360000"/>
              </a:xfrm>
              <a:custGeom>
                <a:avLst/>
                <a:gdLst>
                  <a:gd name="csX0" fmla="*/ 79222 w 158020"/>
                  <a:gd name="csY0" fmla="*/ 180 h 150296"/>
                  <a:gd name="csX1" fmla="*/ 60570 w 158020"/>
                  <a:gd name="csY1" fmla="*/ 57588 h 150296"/>
                  <a:gd name="csX2" fmla="*/ 211 w 158020"/>
                  <a:gd name="csY2" fmla="*/ 57588 h 150296"/>
                  <a:gd name="csX3" fmla="*/ 49043 w 158020"/>
                  <a:gd name="csY3" fmla="*/ 93068 h 150296"/>
                  <a:gd name="csX4" fmla="*/ 30391 w 158020"/>
                  <a:gd name="csY4" fmla="*/ 150476 h 150296"/>
                  <a:gd name="csX5" fmla="*/ 79222 w 158020"/>
                  <a:gd name="csY5" fmla="*/ 114996 h 150296"/>
                  <a:gd name="csX6" fmla="*/ 128053 w 158020"/>
                  <a:gd name="csY6" fmla="*/ 150476 h 150296"/>
                  <a:gd name="csX7" fmla="*/ 109401 w 158020"/>
                  <a:gd name="csY7" fmla="*/ 93068 h 150296"/>
                  <a:gd name="csX8" fmla="*/ 158232 w 158020"/>
                  <a:gd name="csY8" fmla="*/ 57588 h 150296"/>
                  <a:gd name="csX9" fmla="*/ 97874 w 158020"/>
                  <a:gd name="csY9" fmla="*/ 57588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222" y="180"/>
                    </a:moveTo>
                    <a:lnTo>
                      <a:pt x="60570" y="57588"/>
                    </a:lnTo>
                    <a:lnTo>
                      <a:pt x="211" y="57588"/>
                    </a:lnTo>
                    <a:lnTo>
                      <a:pt x="49043" y="93068"/>
                    </a:lnTo>
                    <a:lnTo>
                      <a:pt x="30391" y="150476"/>
                    </a:lnTo>
                    <a:lnTo>
                      <a:pt x="79222" y="114996"/>
                    </a:lnTo>
                    <a:lnTo>
                      <a:pt x="128053" y="150476"/>
                    </a:lnTo>
                    <a:lnTo>
                      <a:pt x="109401" y="93068"/>
                    </a:lnTo>
                    <a:lnTo>
                      <a:pt x="158232" y="57588"/>
                    </a:lnTo>
                    <a:lnTo>
                      <a:pt x="97874" y="57588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4" name="任意多边形: 形状 4033"/>
              <p:cNvSpPr/>
              <p:nvPr/>
            </p:nvSpPr>
            <p:spPr>
              <a:xfrm>
                <a:off x="15606703" y="35866315"/>
                <a:ext cx="360000" cy="360000"/>
              </a:xfrm>
              <a:custGeom>
                <a:avLst/>
                <a:gdLst>
                  <a:gd name="csX0" fmla="*/ 79184 w 158020"/>
                  <a:gd name="csY0" fmla="*/ 151 h 150296"/>
                  <a:gd name="csX1" fmla="*/ 60532 w 158020"/>
                  <a:gd name="csY1" fmla="*/ 57559 h 150296"/>
                  <a:gd name="csX2" fmla="*/ 174 w 158020"/>
                  <a:gd name="csY2" fmla="*/ 57559 h 150296"/>
                  <a:gd name="csX3" fmla="*/ 49005 w 158020"/>
                  <a:gd name="csY3" fmla="*/ 93039 h 150296"/>
                  <a:gd name="csX4" fmla="*/ 30353 w 158020"/>
                  <a:gd name="csY4" fmla="*/ 150447 h 150296"/>
                  <a:gd name="csX5" fmla="*/ 79184 w 158020"/>
                  <a:gd name="csY5" fmla="*/ 114967 h 150296"/>
                  <a:gd name="csX6" fmla="*/ 128015 w 158020"/>
                  <a:gd name="csY6" fmla="*/ 150447 h 150296"/>
                  <a:gd name="csX7" fmla="*/ 109364 w 158020"/>
                  <a:gd name="csY7" fmla="*/ 93039 h 150296"/>
                  <a:gd name="csX8" fmla="*/ 158195 w 158020"/>
                  <a:gd name="csY8" fmla="*/ 57559 h 150296"/>
                  <a:gd name="csX9" fmla="*/ 97836 w 158020"/>
                  <a:gd name="csY9" fmla="*/ 57559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84" y="151"/>
                    </a:moveTo>
                    <a:lnTo>
                      <a:pt x="60532" y="57559"/>
                    </a:lnTo>
                    <a:lnTo>
                      <a:pt x="174" y="57559"/>
                    </a:lnTo>
                    <a:lnTo>
                      <a:pt x="49005" y="93039"/>
                    </a:lnTo>
                    <a:lnTo>
                      <a:pt x="30353" y="150447"/>
                    </a:lnTo>
                    <a:lnTo>
                      <a:pt x="79184" y="114967"/>
                    </a:lnTo>
                    <a:lnTo>
                      <a:pt x="128015" y="150447"/>
                    </a:lnTo>
                    <a:lnTo>
                      <a:pt x="109364" y="93039"/>
                    </a:lnTo>
                    <a:lnTo>
                      <a:pt x="158195" y="57559"/>
                    </a:lnTo>
                    <a:lnTo>
                      <a:pt x="97836" y="57559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5" name="任意多边形: 形状 4034"/>
              <p:cNvSpPr/>
              <p:nvPr/>
            </p:nvSpPr>
            <p:spPr>
              <a:xfrm>
                <a:off x="14788316" y="36411860"/>
                <a:ext cx="360000" cy="360000"/>
              </a:xfrm>
              <a:custGeom>
                <a:avLst/>
                <a:gdLst>
                  <a:gd name="csX0" fmla="*/ 79146 w 158020"/>
                  <a:gd name="csY0" fmla="*/ 176 h 150296"/>
                  <a:gd name="csX1" fmla="*/ 60494 w 158020"/>
                  <a:gd name="csY1" fmla="*/ 57585 h 150296"/>
                  <a:gd name="csX2" fmla="*/ 136 w 158020"/>
                  <a:gd name="csY2" fmla="*/ 57585 h 150296"/>
                  <a:gd name="csX3" fmla="*/ 48967 w 158020"/>
                  <a:gd name="csY3" fmla="*/ 93065 h 150296"/>
                  <a:gd name="csX4" fmla="*/ 30315 w 158020"/>
                  <a:gd name="csY4" fmla="*/ 150473 h 150296"/>
                  <a:gd name="csX5" fmla="*/ 79146 w 158020"/>
                  <a:gd name="csY5" fmla="*/ 114993 h 150296"/>
                  <a:gd name="csX6" fmla="*/ 127977 w 158020"/>
                  <a:gd name="csY6" fmla="*/ 150473 h 150296"/>
                  <a:gd name="csX7" fmla="*/ 109325 w 158020"/>
                  <a:gd name="csY7" fmla="*/ 93065 h 150296"/>
                  <a:gd name="csX8" fmla="*/ 158157 w 158020"/>
                  <a:gd name="csY8" fmla="*/ 57585 h 150296"/>
                  <a:gd name="csX9" fmla="*/ 97798 w 158020"/>
                  <a:gd name="csY9" fmla="*/ 57585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46" y="176"/>
                    </a:moveTo>
                    <a:lnTo>
                      <a:pt x="60494" y="57585"/>
                    </a:lnTo>
                    <a:lnTo>
                      <a:pt x="136" y="57585"/>
                    </a:lnTo>
                    <a:lnTo>
                      <a:pt x="48967" y="93065"/>
                    </a:lnTo>
                    <a:lnTo>
                      <a:pt x="30315" y="150473"/>
                    </a:lnTo>
                    <a:lnTo>
                      <a:pt x="79146" y="114993"/>
                    </a:lnTo>
                    <a:lnTo>
                      <a:pt x="127977" y="150473"/>
                    </a:lnTo>
                    <a:lnTo>
                      <a:pt x="109325" y="93065"/>
                    </a:lnTo>
                    <a:lnTo>
                      <a:pt x="158157" y="57585"/>
                    </a:lnTo>
                    <a:lnTo>
                      <a:pt x="97798" y="57585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6" name="任意多边形: 形状 4035"/>
              <p:cNvSpPr/>
              <p:nvPr/>
            </p:nvSpPr>
            <p:spPr>
              <a:xfrm>
                <a:off x="14068283" y="35809362"/>
                <a:ext cx="360000" cy="360000"/>
              </a:xfrm>
              <a:custGeom>
                <a:avLst/>
                <a:gdLst>
                  <a:gd name="csX0" fmla="*/ 79113 w 158020"/>
                  <a:gd name="csY0" fmla="*/ 148 h 150296"/>
                  <a:gd name="csX1" fmla="*/ 60461 w 158020"/>
                  <a:gd name="csY1" fmla="*/ 57556 h 150296"/>
                  <a:gd name="csX2" fmla="*/ 102 w 158020"/>
                  <a:gd name="csY2" fmla="*/ 57556 h 150296"/>
                  <a:gd name="csX3" fmla="*/ 48933 w 158020"/>
                  <a:gd name="csY3" fmla="*/ 93037 h 150296"/>
                  <a:gd name="csX4" fmla="*/ 30281 w 158020"/>
                  <a:gd name="csY4" fmla="*/ 150445 h 150296"/>
                  <a:gd name="csX5" fmla="*/ 79113 w 158020"/>
                  <a:gd name="csY5" fmla="*/ 114965 h 150296"/>
                  <a:gd name="csX6" fmla="*/ 127944 w 158020"/>
                  <a:gd name="csY6" fmla="*/ 150445 h 150296"/>
                  <a:gd name="csX7" fmla="*/ 109292 w 158020"/>
                  <a:gd name="csY7" fmla="*/ 93037 h 150296"/>
                  <a:gd name="csX8" fmla="*/ 158123 w 158020"/>
                  <a:gd name="csY8" fmla="*/ 57556 h 150296"/>
                  <a:gd name="csX9" fmla="*/ 97764 w 158020"/>
                  <a:gd name="csY9" fmla="*/ 57556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13" y="148"/>
                    </a:moveTo>
                    <a:lnTo>
                      <a:pt x="60461" y="57556"/>
                    </a:lnTo>
                    <a:lnTo>
                      <a:pt x="102" y="57556"/>
                    </a:lnTo>
                    <a:lnTo>
                      <a:pt x="48933" y="93037"/>
                    </a:lnTo>
                    <a:lnTo>
                      <a:pt x="30281" y="150445"/>
                    </a:lnTo>
                    <a:lnTo>
                      <a:pt x="79113" y="114965"/>
                    </a:lnTo>
                    <a:lnTo>
                      <a:pt x="127944" y="150445"/>
                    </a:lnTo>
                    <a:lnTo>
                      <a:pt x="109292" y="93037"/>
                    </a:lnTo>
                    <a:lnTo>
                      <a:pt x="158123" y="57556"/>
                    </a:lnTo>
                    <a:lnTo>
                      <a:pt x="97764" y="57556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7" name="任意多边形: 形状 4036"/>
              <p:cNvSpPr/>
              <p:nvPr/>
            </p:nvSpPr>
            <p:spPr>
              <a:xfrm>
                <a:off x="14887565" y="34223830"/>
                <a:ext cx="360000" cy="360000"/>
              </a:xfrm>
              <a:custGeom>
                <a:avLst/>
                <a:gdLst>
                  <a:gd name="csX0" fmla="*/ 79151 w 158020"/>
                  <a:gd name="csY0" fmla="*/ 74 h 150296"/>
                  <a:gd name="csX1" fmla="*/ 60499 w 158020"/>
                  <a:gd name="csY1" fmla="*/ 57483 h 150296"/>
                  <a:gd name="csX2" fmla="*/ 140 w 158020"/>
                  <a:gd name="csY2" fmla="*/ 57483 h 150296"/>
                  <a:gd name="csX3" fmla="*/ 48971 w 158020"/>
                  <a:gd name="csY3" fmla="*/ 92963 h 150296"/>
                  <a:gd name="csX4" fmla="*/ 30320 w 158020"/>
                  <a:gd name="csY4" fmla="*/ 150371 h 150296"/>
                  <a:gd name="csX5" fmla="*/ 79151 w 158020"/>
                  <a:gd name="csY5" fmla="*/ 114891 h 150296"/>
                  <a:gd name="csX6" fmla="*/ 127982 w 158020"/>
                  <a:gd name="csY6" fmla="*/ 150371 h 150296"/>
                  <a:gd name="csX7" fmla="*/ 109330 w 158020"/>
                  <a:gd name="csY7" fmla="*/ 92963 h 150296"/>
                  <a:gd name="csX8" fmla="*/ 158161 w 158020"/>
                  <a:gd name="csY8" fmla="*/ 57483 h 150296"/>
                  <a:gd name="csX9" fmla="*/ 97803 w 158020"/>
                  <a:gd name="csY9" fmla="*/ 57483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51" y="74"/>
                    </a:moveTo>
                    <a:lnTo>
                      <a:pt x="60499" y="57483"/>
                    </a:lnTo>
                    <a:lnTo>
                      <a:pt x="140" y="57483"/>
                    </a:lnTo>
                    <a:lnTo>
                      <a:pt x="48971" y="92963"/>
                    </a:lnTo>
                    <a:lnTo>
                      <a:pt x="30320" y="150371"/>
                    </a:lnTo>
                    <a:lnTo>
                      <a:pt x="79151" y="114891"/>
                    </a:lnTo>
                    <a:lnTo>
                      <a:pt x="127982" y="150371"/>
                    </a:lnTo>
                    <a:lnTo>
                      <a:pt x="109330" y="92963"/>
                    </a:lnTo>
                    <a:lnTo>
                      <a:pt x="158161" y="57483"/>
                    </a:lnTo>
                    <a:lnTo>
                      <a:pt x="97803" y="57483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  <p:sp>
            <p:nvSpPr>
              <p:cNvPr id="4038" name="任意多边形: 形状 4037"/>
              <p:cNvSpPr/>
              <p:nvPr/>
            </p:nvSpPr>
            <p:spPr>
              <a:xfrm>
                <a:off x="15638802" y="34739874"/>
                <a:ext cx="360000" cy="360000"/>
              </a:xfrm>
              <a:custGeom>
                <a:avLst/>
                <a:gdLst>
                  <a:gd name="csX0" fmla="*/ 79186 w 158020"/>
                  <a:gd name="csY0" fmla="*/ 99 h 150296"/>
                  <a:gd name="csX1" fmla="*/ 60534 w 158020"/>
                  <a:gd name="csY1" fmla="*/ 57507 h 150296"/>
                  <a:gd name="csX2" fmla="*/ 175 w 158020"/>
                  <a:gd name="csY2" fmla="*/ 57507 h 150296"/>
                  <a:gd name="csX3" fmla="*/ 49006 w 158020"/>
                  <a:gd name="csY3" fmla="*/ 92987 h 150296"/>
                  <a:gd name="csX4" fmla="*/ 30355 w 158020"/>
                  <a:gd name="csY4" fmla="*/ 150395 h 150296"/>
                  <a:gd name="csX5" fmla="*/ 79186 w 158020"/>
                  <a:gd name="csY5" fmla="*/ 114915 h 150296"/>
                  <a:gd name="csX6" fmla="*/ 128017 w 158020"/>
                  <a:gd name="csY6" fmla="*/ 150395 h 150296"/>
                  <a:gd name="csX7" fmla="*/ 109365 w 158020"/>
                  <a:gd name="csY7" fmla="*/ 92987 h 150296"/>
                  <a:gd name="csX8" fmla="*/ 158196 w 158020"/>
                  <a:gd name="csY8" fmla="*/ 57507 h 150296"/>
                  <a:gd name="csX9" fmla="*/ 97838 w 158020"/>
                  <a:gd name="csY9" fmla="*/ 57507 h 1502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158020" h="150296">
                    <a:moveTo>
                      <a:pt x="79186" y="99"/>
                    </a:moveTo>
                    <a:lnTo>
                      <a:pt x="60534" y="57507"/>
                    </a:lnTo>
                    <a:lnTo>
                      <a:pt x="175" y="57507"/>
                    </a:lnTo>
                    <a:lnTo>
                      <a:pt x="49006" y="92987"/>
                    </a:lnTo>
                    <a:lnTo>
                      <a:pt x="30355" y="150395"/>
                    </a:lnTo>
                    <a:lnTo>
                      <a:pt x="79186" y="114915"/>
                    </a:lnTo>
                    <a:lnTo>
                      <a:pt x="128017" y="150395"/>
                    </a:lnTo>
                    <a:lnTo>
                      <a:pt x="109365" y="92987"/>
                    </a:lnTo>
                    <a:lnTo>
                      <a:pt x="158196" y="57507"/>
                    </a:lnTo>
                    <a:lnTo>
                      <a:pt x="97838" y="57507"/>
                    </a:lnTo>
                    <a:close/>
                  </a:path>
                </a:pathLst>
              </a:custGeom>
              <a:solidFill>
                <a:srgbClr val="333333"/>
              </a:solidFill>
              <a:ln w="17157" cap="flat">
                <a:noFill/>
                <a:prstDash val="solid"/>
                <a:round/>
              </a:ln>
            </p:spPr>
          </p:sp>
        </p:grpSp>
      </p:grp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1823085" y="-2726055"/>
            <a:ext cx="47548800" cy="2725738"/>
          </a:xfrm>
        </p:spPr>
        <p:txBody>
          <a:bodyPr/>
          <a:lstStyle/>
          <a:p>
            <a:r>
              <a:rPr lang="zh-CN" altLang="en-US" dirty="0"/>
              <a:t>左右边界线必须左右都顶格</a:t>
            </a:r>
            <a:r>
              <a:rPr lang="en-US" altLang="zh-CN" dirty="0"/>
              <a:t>，</a:t>
            </a:r>
            <a:r>
              <a:rPr lang="zh-CN" altLang="en-US" dirty="0"/>
              <a:t>图中字号默认都相同</a:t>
            </a:r>
            <a:r>
              <a:rPr lang="en-US" altLang="zh-CN" dirty="0"/>
              <a:t>。</a:t>
            </a:r>
            <a:endParaRPr lang="en-US" altLang="zh-CN" dirty="0"/>
          </a:p>
        </p:txBody>
      </p:sp>
      <p:grpSp>
        <p:nvGrpSpPr>
          <p:cNvPr id="800" name="组合 799"/>
          <p:cNvGrpSpPr>
            <a:grpSpLocks noChangeAspect="1"/>
          </p:cNvGrpSpPr>
          <p:nvPr/>
        </p:nvGrpSpPr>
        <p:grpSpPr>
          <a:xfrm>
            <a:off x="3009899" y="407771"/>
            <a:ext cx="7920000" cy="7573713"/>
            <a:chOff x="11672717" y="3024188"/>
            <a:chExt cx="11332821" cy="10837440"/>
          </a:xfrm>
        </p:grpSpPr>
        <p:sp>
          <p:nvSpPr>
            <p:cNvPr id="8" name="任意多边形: 形状 7"/>
            <p:cNvSpPr/>
            <p:nvPr/>
          </p:nvSpPr>
          <p:spPr>
            <a:xfrm>
              <a:off x="11672717" y="3024188"/>
              <a:ext cx="4411670" cy="8516631"/>
            </a:xfrm>
            <a:custGeom>
              <a:avLst/>
              <a:gdLst>
                <a:gd name="csX0" fmla="*/ 368253 w 6331272"/>
                <a:gd name="csY0" fmla="*/ 12222381 h 12222381"/>
                <a:gd name="csX1" fmla="*/ 6331272 w 6331272"/>
                <a:gd name="csY1" fmla="*/ 7217678 h 12222381"/>
                <a:gd name="csX2" fmla="*/ 6248381 w 6331272"/>
                <a:gd name="csY2" fmla="*/ 0 h 12222381"/>
                <a:gd name="csX3" fmla="*/ 0 w 6331272"/>
                <a:gd name="csY3" fmla="*/ 4565606 h 122223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31272" h="12222381">
                  <a:moveTo>
                    <a:pt x="368253" y="12222381"/>
                  </a:moveTo>
                  <a:lnTo>
                    <a:pt x="6331272" y="7217678"/>
                  </a:lnTo>
                  <a:lnTo>
                    <a:pt x="6248381" y="0"/>
                  </a:lnTo>
                  <a:lnTo>
                    <a:pt x="0" y="4565606"/>
                  </a:lnTo>
                </a:path>
              </a:pathLst>
            </a:custGeom>
            <a:solidFill>
              <a:srgbClr val="F2F2F2">
                <a:alpha val="50000"/>
              </a:srgbClr>
            </a:solidFill>
            <a:ln w="48500" cap="flat">
              <a:solidFill>
                <a:srgbClr val="F2F2F2">
                  <a:alpha val="50000"/>
                </a:srgbClr>
              </a:solidFill>
              <a:prstDash val="solid"/>
              <a:miter/>
            </a:ln>
          </p:spPr>
        </p:sp>
        <p:sp>
          <p:nvSpPr>
            <p:cNvPr id="10" name="任意多边形: 形状 9"/>
            <p:cNvSpPr/>
            <p:nvPr/>
          </p:nvSpPr>
          <p:spPr>
            <a:xfrm>
              <a:off x="11929318" y="8053511"/>
              <a:ext cx="10822471" cy="5798592"/>
            </a:xfrm>
            <a:custGeom>
              <a:avLst/>
              <a:gdLst>
                <a:gd name="csX0" fmla="*/ 0 w 15531536"/>
                <a:gd name="csY0" fmla="*/ 5004704 h 8321670"/>
                <a:gd name="csX1" fmla="*/ 10143096 w 15531536"/>
                <a:gd name="csY1" fmla="*/ 8321671 h 8321670"/>
                <a:gd name="csX2" fmla="*/ 15531537 w 15531536"/>
                <a:gd name="csY2" fmla="*/ 2784743 h 8321670"/>
                <a:gd name="csX3" fmla="*/ 5963019 w 15531536"/>
                <a:gd name="csY3" fmla="*/ 0 h 83216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531536" h="8321670">
                  <a:moveTo>
                    <a:pt x="0" y="5004704"/>
                  </a:moveTo>
                  <a:lnTo>
                    <a:pt x="10143096" y="8321671"/>
                  </a:lnTo>
                  <a:lnTo>
                    <a:pt x="15531537" y="2784743"/>
                  </a:lnTo>
                  <a:lnTo>
                    <a:pt x="5963019" y="0"/>
                  </a:lnTo>
                </a:path>
              </a:pathLst>
            </a:custGeom>
            <a:solidFill>
              <a:srgbClr val="ECECEC">
                <a:alpha val="50000"/>
              </a:srgbClr>
            </a:solidFill>
            <a:ln w="48500" cap="flat">
              <a:solidFill>
                <a:srgbClr val="ECECEC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16026627" y="3024188"/>
              <a:ext cx="6963098" cy="6969749"/>
            </a:xfrm>
            <a:custGeom>
              <a:avLst/>
              <a:gdLst>
                <a:gd name="csX0" fmla="*/ 82892 w 9992875"/>
                <a:gd name="csY0" fmla="*/ 7217678 h 10002420"/>
                <a:gd name="csX1" fmla="*/ 9651409 w 9992875"/>
                <a:gd name="csY1" fmla="*/ 10002420 h 10002420"/>
                <a:gd name="csX2" fmla="*/ 9992875 w 9992875"/>
                <a:gd name="csY2" fmla="*/ 2536138 h 10002420"/>
                <a:gd name="csX3" fmla="*/ 0 w 9992875"/>
                <a:gd name="csY3" fmla="*/ 0 h 100024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992875" h="10002420">
                  <a:moveTo>
                    <a:pt x="82892" y="7217678"/>
                  </a:moveTo>
                  <a:lnTo>
                    <a:pt x="9651409" y="10002420"/>
                  </a:lnTo>
                  <a:lnTo>
                    <a:pt x="9992875" y="2536138"/>
                  </a:lnTo>
                  <a:lnTo>
                    <a:pt x="0" y="0"/>
                  </a:lnTo>
                </a:path>
              </a:pathLst>
            </a:custGeom>
            <a:solidFill>
              <a:srgbClr val="E6E6E6">
                <a:alpha val="50000"/>
              </a:srgbClr>
            </a:solidFill>
            <a:ln w="101600" cap="flat">
              <a:solidFill>
                <a:srgbClr val="E6E6E6">
                  <a:alpha val="5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4" name="图形 3"/>
            <p:cNvGrpSpPr/>
            <p:nvPr/>
          </p:nvGrpSpPr>
          <p:grpSpPr>
            <a:xfrm>
              <a:off x="12525876" y="3173664"/>
              <a:ext cx="9818172" cy="10463669"/>
              <a:chOff x="3740401" y="5696294"/>
              <a:chExt cx="14090248" cy="15016612"/>
            </a:xfrm>
            <a:noFill/>
          </p:grpSpPr>
          <p:sp>
            <p:nvSpPr>
              <p:cNvPr id="15" name="任意多边形: 形状 14"/>
              <p:cNvSpPr/>
              <p:nvPr/>
            </p:nvSpPr>
            <p:spPr>
              <a:xfrm>
                <a:off x="3740401" y="5696294"/>
                <a:ext cx="5917792" cy="12287837"/>
              </a:xfrm>
              <a:custGeom>
                <a:avLst/>
                <a:gdLst>
                  <a:gd name="csX0" fmla="*/ 0 w 5917792"/>
                  <a:gd name="csY0" fmla="*/ 12287837 h 12287837"/>
                  <a:gd name="csX1" fmla="*/ 5917793 w 5917792"/>
                  <a:gd name="csY1" fmla="*/ 7239162 h 12287837"/>
                  <a:gd name="csX2" fmla="*/ 5869229 w 5917792"/>
                  <a:gd name="csY2" fmla="*/ 0 h 1228783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917792" h="12287837">
                    <a:moveTo>
                      <a:pt x="0" y="12287837"/>
                    </a:moveTo>
                    <a:lnTo>
                      <a:pt x="5917793" y="7239162"/>
                    </a:lnTo>
                    <a:lnTo>
                      <a:pt x="5869229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16" name="任意多边形: 形状 15"/>
              <p:cNvSpPr/>
              <p:nvPr/>
            </p:nvSpPr>
            <p:spPr>
              <a:xfrm>
                <a:off x="5081576" y="6032176"/>
                <a:ext cx="5851494" cy="12390540"/>
              </a:xfrm>
              <a:custGeom>
                <a:avLst/>
                <a:gdLst>
                  <a:gd name="csX0" fmla="*/ 0 w 5851494"/>
                  <a:gd name="csY0" fmla="*/ 12390541 h 12390540"/>
                  <a:gd name="csX1" fmla="*/ 5845726 w 5851494"/>
                  <a:gd name="csY1" fmla="*/ 7272631 h 12390540"/>
                  <a:gd name="csX2" fmla="*/ 5851495 w 5851494"/>
                  <a:gd name="csY2" fmla="*/ 0 h 123905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851494" h="12390540">
                    <a:moveTo>
                      <a:pt x="0" y="12390541"/>
                    </a:moveTo>
                    <a:lnTo>
                      <a:pt x="5845726" y="7272631"/>
                    </a:lnTo>
                    <a:lnTo>
                      <a:pt x="5851495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17" name="任意多边形: 形状 16"/>
              <p:cNvSpPr/>
              <p:nvPr/>
            </p:nvSpPr>
            <p:spPr>
              <a:xfrm>
                <a:off x="6442008" y="6372671"/>
                <a:ext cx="5832681" cy="12494930"/>
              </a:xfrm>
              <a:custGeom>
                <a:avLst/>
                <a:gdLst>
                  <a:gd name="csX0" fmla="*/ 0 w 5832681"/>
                  <a:gd name="csY0" fmla="*/ 12494931 h 12494930"/>
                  <a:gd name="csX1" fmla="*/ 5771110 w 5832681"/>
                  <a:gd name="csY1" fmla="*/ 7306348 h 12494930"/>
                  <a:gd name="csX2" fmla="*/ 5832682 w 5832681"/>
                  <a:gd name="csY2" fmla="*/ 0 h 124949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832681" h="12494930">
                    <a:moveTo>
                      <a:pt x="0" y="12494931"/>
                    </a:moveTo>
                    <a:lnTo>
                      <a:pt x="5771110" y="7306348"/>
                    </a:lnTo>
                    <a:lnTo>
                      <a:pt x="5832682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18" name="任意多边形: 形状 17"/>
              <p:cNvSpPr/>
              <p:nvPr/>
            </p:nvSpPr>
            <p:spPr>
              <a:xfrm>
                <a:off x="7822115" y="6717877"/>
                <a:ext cx="5812750" cy="12601043"/>
              </a:xfrm>
              <a:custGeom>
                <a:avLst/>
                <a:gdLst>
                  <a:gd name="csX0" fmla="*/ 0 w 5812750"/>
                  <a:gd name="csY0" fmla="*/ 12601043 h 12601043"/>
                  <a:gd name="csX1" fmla="*/ 5693858 w 5812750"/>
                  <a:gd name="csY1" fmla="*/ 7340316 h 12601043"/>
                  <a:gd name="csX2" fmla="*/ 5812751 w 5812750"/>
                  <a:gd name="csY2" fmla="*/ 0 h 126010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812750" h="12601043">
                    <a:moveTo>
                      <a:pt x="0" y="12601043"/>
                    </a:moveTo>
                    <a:lnTo>
                      <a:pt x="5693858" y="7340316"/>
                    </a:lnTo>
                    <a:lnTo>
                      <a:pt x="5812751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19" name="任意多边形: 形状 18"/>
              <p:cNvSpPr/>
              <p:nvPr/>
            </p:nvSpPr>
            <p:spPr>
              <a:xfrm>
                <a:off x="9222327" y="7067889"/>
                <a:ext cx="5791654" cy="12708925"/>
              </a:xfrm>
              <a:custGeom>
                <a:avLst/>
                <a:gdLst>
                  <a:gd name="csX0" fmla="*/ 0 w 5791654"/>
                  <a:gd name="csY0" fmla="*/ 12708925 h 12708925"/>
                  <a:gd name="csX1" fmla="*/ 5613882 w 5791654"/>
                  <a:gd name="csY1" fmla="*/ 7374534 h 12708925"/>
                  <a:gd name="csX2" fmla="*/ 5791655 w 5791654"/>
                  <a:gd name="csY2" fmla="*/ 0 h 127089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91654" h="12708925">
                    <a:moveTo>
                      <a:pt x="0" y="12708925"/>
                    </a:moveTo>
                    <a:lnTo>
                      <a:pt x="5613882" y="7374534"/>
                    </a:lnTo>
                    <a:lnTo>
                      <a:pt x="5791655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20" name="任意多边形: 形状 19"/>
              <p:cNvSpPr/>
              <p:nvPr/>
            </p:nvSpPr>
            <p:spPr>
              <a:xfrm>
                <a:off x="10643085" y="7422810"/>
                <a:ext cx="5769355" cy="12818615"/>
              </a:xfrm>
              <a:custGeom>
                <a:avLst/>
                <a:gdLst>
                  <a:gd name="csX0" fmla="*/ 0 w 5769355"/>
                  <a:gd name="csY0" fmla="*/ 12818615 h 12818615"/>
                  <a:gd name="csX1" fmla="*/ 5531091 w 5769355"/>
                  <a:gd name="csY1" fmla="*/ 7409002 h 12818615"/>
                  <a:gd name="csX2" fmla="*/ 5769355 w 5769355"/>
                  <a:gd name="csY2" fmla="*/ 0 h 128186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69355" h="12818615">
                    <a:moveTo>
                      <a:pt x="0" y="12818615"/>
                    </a:moveTo>
                    <a:lnTo>
                      <a:pt x="5531091" y="7409002"/>
                    </a:lnTo>
                    <a:lnTo>
                      <a:pt x="5769355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21" name="任意多边形: 形状 20"/>
              <p:cNvSpPr/>
              <p:nvPr/>
            </p:nvSpPr>
            <p:spPr>
              <a:xfrm>
                <a:off x="12084846" y="7782744"/>
                <a:ext cx="5745803" cy="12930162"/>
              </a:xfrm>
              <a:custGeom>
                <a:avLst/>
                <a:gdLst>
                  <a:gd name="csX0" fmla="*/ 0 w 5745803"/>
                  <a:gd name="csY0" fmla="*/ 12930162 h 12930162"/>
                  <a:gd name="csX1" fmla="*/ 5445386 w 5745803"/>
                  <a:gd name="csY1" fmla="*/ 7443725 h 12930162"/>
                  <a:gd name="csX2" fmla="*/ 5745804 w 5745803"/>
                  <a:gd name="csY2" fmla="*/ 0 h 129301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745803" h="12930162">
                    <a:moveTo>
                      <a:pt x="0" y="12930162"/>
                    </a:moveTo>
                    <a:lnTo>
                      <a:pt x="5445386" y="7443725"/>
                    </a:lnTo>
                    <a:lnTo>
                      <a:pt x="5745804" y="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</p:grpSp>
        <p:grpSp>
          <p:nvGrpSpPr>
            <p:cNvPr id="52" name="图形 3"/>
            <p:cNvGrpSpPr/>
            <p:nvPr/>
          </p:nvGrpSpPr>
          <p:grpSpPr>
            <a:xfrm>
              <a:off x="12090811" y="3283920"/>
              <a:ext cx="10354610" cy="10197486"/>
              <a:chOff x="3116031" y="5854524"/>
              <a:chExt cx="14860100" cy="14634608"/>
            </a:xfrm>
            <a:noFill/>
          </p:grpSpPr>
          <p:sp>
            <p:nvSpPr>
              <p:cNvPr id="53" name="任意多边形: 形状 52"/>
              <p:cNvSpPr/>
              <p:nvPr/>
            </p:nvSpPr>
            <p:spPr>
              <a:xfrm>
                <a:off x="3116031" y="9608962"/>
                <a:ext cx="10429060" cy="10880170"/>
              </a:xfrm>
              <a:custGeom>
                <a:avLst/>
                <a:gdLst>
                  <a:gd name="csX0" fmla="*/ 0 w 10429060"/>
                  <a:gd name="csY0" fmla="*/ 0 h 10880170"/>
                  <a:gd name="csX1" fmla="*/ 338888 w 10429060"/>
                  <a:gd name="csY1" fmla="*/ 7616257 h 10880170"/>
                  <a:gd name="csX2" fmla="*/ 10429061 w 10429060"/>
                  <a:gd name="csY2" fmla="*/ 10880170 h 108801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429060" h="10880170">
                    <a:moveTo>
                      <a:pt x="0" y="0"/>
                    </a:moveTo>
                    <a:lnTo>
                      <a:pt x="338888" y="7616257"/>
                    </a:lnTo>
                    <a:lnTo>
                      <a:pt x="10429061" y="1088017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54" name="任意多边形: 形状 53"/>
              <p:cNvSpPr/>
              <p:nvPr/>
            </p:nvSpPr>
            <p:spPr>
              <a:xfrm>
                <a:off x="4025961" y="8944088"/>
                <a:ext cx="10304151" cy="10738390"/>
              </a:xfrm>
              <a:custGeom>
                <a:avLst/>
                <a:gdLst>
                  <a:gd name="csX0" fmla="*/ 0 w 10304151"/>
                  <a:gd name="csY0" fmla="*/ 0 h 10738390"/>
                  <a:gd name="csX1" fmla="*/ 295149 w 10304151"/>
                  <a:gd name="csY1" fmla="*/ 7554145 h 10738390"/>
                  <a:gd name="csX2" fmla="*/ 10304152 w 10304151"/>
                  <a:gd name="csY2" fmla="*/ 10738391 h 107383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304151" h="10738390">
                    <a:moveTo>
                      <a:pt x="0" y="0"/>
                    </a:moveTo>
                    <a:lnTo>
                      <a:pt x="295149" y="7554145"/>
                    </a:lnTo>
                    <a:lnTo>
                      <a:pt x="10304152" y="10738391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55" name="任意多边形: 形状 54"/>
              <p:cNvSpPr/>
              <p:nvPr/>
            </p:nvSpPr>
            <p:spPr>
              <a:xfrm>
                <a:off x="4913409" y="8295642"/>
                <a:ext cx="10182192" cy="10600254"/>
              </a:xfrm>
              <a:custGeom>
                <a:avLst/>
                <a:gdLst>
                  <a:gd name="csX0" fmla="*/ 0 w 10182192"/>
                  <a:gd name="csY0" fmla="*/ 0 h 10600254"/>
                  <a:gd name="csX1" fmla="*/ 253413 w 10182192"/>
                  <a:gd name="csY1" fmla="*/ 7492793 h 10600254"/>
                  <a:gd name="csX2" fmla="*/ 10182193 w 10182192"/>
                  <a:gd name="csY2" fmla="*/ 10600254 h 106002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182192" h="10600254">
                    <a:moveTo>
                      <a:pt x="0" y="0"/>
                    </a:moveTo>
                    <a:lnTo>
                      <a:pt x="253413" y="7492793"/>
                    </a:lnTo>
                    <a:lnTo>
                      <a:pt x="10182193" y="10600254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56" name="任意多边形: 形状 55"/>
              <p:cNvSpPr/>
              <p:nvPr/>
            </p:nvSpPr>
            <p:spPr>
              <a:xfrm>
                <a:off x="5779199" y="7663021"/>
                <a:ext cx="10063080" cy="10465620"/>
              </a:xfrm>
              <a:custGeom>
                <a:avLst/>
                <a:gdLst>
                  <a:gd name="csX0" fmla="*/ 0 w 10063080"/>
                  <a:gd name="csY0" fmla="*/ 0 h 10465620"/>
                  <a:gd name="csX1" fmla="*/ 213575 w 10063080"/>
                  <a:gd name="csY1" fmla="*/ 7432201 h 10465620"/>
                  <a:gd name="csX2" fmla="*/ 10063081 w 10063080"/>
                  <a:gd name="csY2" fmla="*/ 10465620 h 104656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0063080" h="10465620">
                    <a:moveTo>
                      <a:pt x="0" y="0"/>
                    </a:moveTo>
                    <a:lnTo>
                      <a:pt x="213575" y="7432201"/>
                    </a:lnTo>
                    <a:lnTo>
                      <a:pt x="10063081" y="1046562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57" name="任意多边形: 形状 56"/>
              <p:cNvSpPr/>
              <p:nvPr/>
            </p:nvSpPr>
            <p:spPr>
              <a:xfrm>
                <a:off x="6624113" y="7045654"/>
                <a:ext cx="9946717" cy="10334359"/>
              </a:xfrm>
              <a:custGeom>
                <a:avLst/>
                <a:gdLst>
                  <a:gd name="csX0" fmla="*/ 0 w 9946717"/>
                  <a:gd name="csY0" fmla="*/ 0 h 10334359"/>
                  <a:gd name="csX1" fmla="*/ 175535 w 9946717"/>
                  <a:gd name="csY1" fmla="*/ 7372366 h 10334359"/>
                  <a:gd name="csX2" fmla="*/ 9946717 w 9946717"/>
                  <a:gd name="csY2" fmla="*/ 10334360 h 10334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946717" h="10334359">
                    <a:moveTo>
                      <a:pt x="0" y="0"/>
                    </a:moveTo>
                    <a:lnTo>
                      <a:pt x="175535" y="7372366"/>
                    </a:lnTo>
                    <a:lnTo>
                      <a:pt x="9946717" y="10334360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58" name="任意多边形: 形状 57"/>
              <p:cNvSpPr/>
              <p:nvPr/>
            </p:nvSpPr>
            <p:spPr>
              <a:xfrm>
                <a:off x="7448898" y="6442994"/>
                <a:ext cx="9833009" cy="10206348"/>
              </a:xfrm>
              <a:custGeom>
                <a:avLst/>
                <a:gdLst>
                  <a:gd name="csX0" fmla="*/ 0 w 9833009"/>
                  <a:gd name="csY0" fmla="*/ 0 h 10206348"/>
                  <a:gd name="csX1" fmla="*/ 139202 w 9833009"/>
                  <a:gd name="csY1" fmla="*/ 7313285 h 10206348"/>
                  <a:gd name="csX2" fmla="*/ 9833009 w 9833009"/>
                  <a:gd name="csY2" fmla="*/ 10206349 h 102063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833009" h="10206348">
                    <a:moveTo>
                      <a:pt x="0" y="0"/>
                    </a:moveTo>
                    <a:lnTo>
                      <a:pt x="139202" y="7313285"/>
                    </a:lnTo>
                    <a:lnTo>
                      <a:pt x="9833009" y="10206349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59" name="任意多边形: 形状 58"/>
              <p:cNvSpPr/>
              <p:nvPr/>
            </p:nvSpPr>
            <p:spPr>
              <a:xfrm>
                <a:off x="8254265" y="5854524"/>
                <a:ext cx="9721866" cy="10081464"/>
              </a:xfrm>
              <a:custGeom>
                <a:avLst/>
                <a:gdLst>
                  <a:gd name="csX0" fmla="*/ 0 w 9721866"/>
                  <a:gd name="csY0" fmla="*/ 0 h 10081464"/>
                  <a:gd name="csX1" fmla="*/ 104489 w 9721866"/>
                  <a:gd name="csY1" fmla="*/ 7254954 h 10081464"/>
                  <a:gd name="csX2" fmla="*/ 9721867 w 9721866"/>
                  <a:gd name="csY2" fmla="*/ 10081465 h 1008146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9721866" h="10081464">
                    <a:moveTo>
                      <a:pt x="0" y="0"/>
                    </a:moveTo>
                    <a:lnTo>
                      <a:pt x="104489" y="7254954"/>
                    </a:lnTo>
                    <a:lnTo>
                      <a:pt x="9721867" y="10081465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</p:grpSp>
        <p:grpSp>
          <p:nvGrpSpPr>
            <p:cNvPr id="90" name="图形 3"/>
            <p:cNvGrpSpPr/>
            <p:nvPr/>
          </p:nvGrpSpPr>
          <p:grpSpPr>
            <a:xfrm>
              <a:off x="11696405" y="3486871"/>
              <a:ext cx="11271388" cy="7600632"/>
              <a:chOff x="2550007" y="6145783"/>
              <a:chExt cx="16175786" cy="10907812"/>
            </a:xfrm>
            <a:noFill/>
          </p:grpSpPr>
          <p:sp>
            <p:nvSpPr>
              <p:cNvPr id="91" name="任意多边形: 形状 90"/>
              <p:cNvSpPr/>
              <p:nvPr/>
            </p:nvSpPr>
            <p:spPr>
              <a:xfrm>
                <a:off x="2852979" y="12084066"/>
                <a:ext cx="15591882" cy="4969529"/>
              </a:xfrm>
              <a:custGeom>
                <a:avLst/>
                <a:gdLst>
                  <a:gd name="csX0" fmla="*/ 15591883 w 15591882"/>
                  <a:gd name="csY0" fmla="*/ 2764774 h 4969530"/>
                  <a:gd name="csX1" fmla="*/ 5987240 w 15591882"/>
                  <a:gd name="csY1" fmla="*/ 0 h 4969530"/>
                  <a:gd name="csX2" fmla="*/ 0 w 15591882"/>
                  <a:gd name="csY2" fmla="*/ 4969531 h 49695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591882" h="4969530">
                    <a:moveTo>
                      <a:pt x="15591883" y="2764774"/>
                    </a:moveTo>
                    <a:lnTo>
                      <a:pt x="5987240" y="0"/>
                    </a:lnTo>
                    <a:lnTo>
                      <a:pt x="0" y="4969531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92" name="任意多边形: 形状 91"/>
              <p:cNvSpPr/>
              <p:nvPr/>
            </p:nvSpPr>
            <p:spPr>
              <a:xfrm>
                <a:off x="2804041" y="11122336"/>
                <a:ext cx="15686254" cy="4913717"/>
              </a:xfrm>
              <a:custGeom>
                <a:avLst/>
                <a:gdLst>
                  <a:gd name="csX0" fmla="*/ 15686254 w 15686254"/>
                  <a:gd name="csY0" fmla="*/ 2733111 h 4913717"/>
                  <a:gd name="csX1" fmla="*/ 6025135 w 15686254"/>
                  <a:gd name="csY1" fmla="*/ 0 h 4913717"/>
                  <a:gd name="csX2" fmla="*/ 0 w 15686254"/>
                  <a:gd name="csY2" fmla="*/ 4913717 h 49137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686254" h="4913717">
                    <a:moveTo>
                      <a:pt x="15686254" y="2733111"/>
                    </a:moveTo>
                    <a:lnTo>
                      <a:pt x="6025135" y="0"/>
                    </a:lnTo>
                    <a:lnTo>
                      <a:pt x="0" y="4913717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93" name="任意多边形: 形状 92"/>
              <p:cNvSpPr/>
              <p:nvPr/>
            </p:nvSpPr>
            <p:spPr>
              <a:xfrm>
                <a:off x="2754495" y="10149667"/>
                <a:ext cx="15781774" cy="4856222"/>
              </a:xfrm>
              <a:custGeom>
                <a:avLst/>
                <a:gdLst>
                  <a:gd name="csX0" fmla="*/ 15781775 w 15781774"/>
                  <a:gd name="csY0" fmla="*/ 2700518 h 4856222"/>
                  <a:gd name="csX1" fmla="*/ 6063509 w 15781774"/>
                  <a:gd name="csY1" fmla="*/ 0 h 4856222"/>
                  <a:gd name="csX2" fmla="*/ 0 w 15781774"/>
                  <a:gd name="csY2" fmla="*/ 4856223 h 48562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781774" h="4856222">
                    <a:moveTo>
                      <a:pt x="15781775" y="2700518"/>
                    </a:moveTo>
                    <a:lnTo>
                      <a:pt x="6063509" y="0"/>
                    </a:lnTo>
                    <a:lnTo>
                      <a:pt x="0" y="4856223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94" name="任意多边形: 形状 93"/>
              <p:cNvSpPr/>
              <p:nvPr/>
            </p:nvSpPr>
            <p:spPr>
              <a:xfrm>
                <a:off x="2704332" y="9165872"/>
                <a:ext cx="15878467" cy="4796999"/>
              </a:xfrm>
              <a:custGeom>
                <a:avLst/>
                <a:gdLst>
                  <a:gd name="csX0" fmla="*/ 15878467 w 15878467"/>
                  <a:gd name="csY0" fmla="*/ 2666971 h 4796998"/>
                  <a:gd name="csX1" fmla="*/ 6102375 w 15878467"/>
                  <a:gd name="csY1" fmla="*/ 0 h 4796998"/>
                  <a:gd name="csX2" fmla="*/ 0 w 15878467"/>
                  <a:gd name="csY2" fmla="*/ 4796999 h 4796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878467" h="4796998">
                    <a:moveTo>
                      <a:pt x="15878467" y="2666971"/>
                    </a:moveTo>
                    <a:lnTo>
                      <a:pt x="6102375" y="0"/>
                    </a:lnTo>
                    <a:lnTo>
                      <a:pt x="0" y="4796999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95" name="任意多边形: 形状 94"/>
              <p:cNvSpPr/>
              <p:nvPr/>
            </p:nvSpPr>
            <p:spPr>
              <a:xfrm>
                <a:off x="2653536" y="8170758"/>
                <a:ext cx="15976350" cy="4735993"/>
              </a:xfrm>
              <a:custGeom>
                <a:avLst/>
                <a:gdLst>
                  <a:gd name="csX0" fmla="*/ 15976351 w 15976350"/>
                  <a:gd name="csY0" fmla="*/ 2632442 h 4735993"/>
                  <a:gd name="csX1" fmla="*/ 6141741 w 15976350"/>
                  <a:gd name="csY1" fmla="*/ 0 h 4735993"/>
                  <a:gd name="csX2" fmla="*/ 0 w 15976350"/>
                  <a:gd name="csY2" fmla="*/ 4735994 h 47359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976350" h="4735993">
                    <a:moveTo>
                      <a:pt x="15976351" y="2632442"/>
                    </a:moveTo>
                    <a:lnTo>
                      <a:pt x="6141741" y="0"/>
                    </a:lnTo>
                    <a:lnTo>
                      <a:pt x="0" y="4735994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96" name="任意多边形: 形状 95"/>
              <p:cNvSpPr/>
              <p:nvPr/>
            </p:nvSpPr>
            <p:spPr>
              <a:xfrm>
                <a:off x="2602102" y="7164129"/>
                <a:ext cx="16075451" cy="4673157"/>
              </a:xfrm>
              <a:custGeom>
                <a:avLst/>
                <a:gdLst>
                  <a:gd name="csX0" fmla="*/ 16075450 w 16075450"/>
                  <a:gd name="csY0" fmla="*/ 2596903 h 4673157"/>
                  <a:gd name="csX1" fmla="*/ 6181616 w 16075450"/>
                  <a:gd name="csY1" fmla="*/ 0 h 4673157"/>
                  <a:gd name="csX2" fmla="*/ 0 w 16075450"/>
                  <a:gd name="csY2" fmla="*/ 4673158 h 46731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075450" h="4673157">
                    <a:moveTo>
                      <a:pt x="16075450" y="2596903"/>
                    </a:moveTo>
                    <a:lnTo>
                      <a:pt x="6181616" y="0"/>
                    </a:lnTo>
                    <a:lnTo>
                      <a:pt x="0" y="4673158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  <p:sp>
            <p:nvSpPr>
              <p:cNvPr id="97" name="任意多边形: 形状 96"/>
              <p:cNvSpPr/>
              <p:nvPr/>
            </p:nvSpPr>
            <p:spPr>
              <a:xfrm>
                <a:off x="2550007" y="6145783"/>
                <a:ext cx="16175786" cy="4608433"/>
              </a:xfrm>
              <a:custGeom>
                <a:avLst/>
                <a:gdLst>
                  <a:gd name="csX0" fmla="*/ 16175786 w 16175786"/>
                  <a:gd name="csY0" fmla="*/ 2560327 h 4608434"/>
                  <a:gd name="csX1" fmla="*/ 6222011 w 16175786"/>
                  <a:gd name="csY1" fmla="*/ 0 h 4608434"/>
                  <a:gd name="csX2" fmla="*/ 0 w 16175786"/>
                  <a:gd name="csY2" fmla="*/ 4608435 h 46084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6175786" h="4608434">
                    <a:moveTo>
                      <a:pt x="16175786" y="2560327"/>
                    </a:moveTo>
                    <a:lnTo>
                      <a:pt x="6222011" y="0"/>
                    </a:lnTo>
                    <a:lnTo>
                      <a:pt x="0" y="4608435"/>
                    </a:lnTo>
                  </a:path>
                </a:pathLst>
              </a:custGeom>
              <a:noFill/>
              <a:ln w="101600" cap="flat">
                <a:solidFill>
                  <a:srgbClr val="B0B0B0"/>
                </a:solidFill>
                <a:prstDash val="solid"/>
                <a:round/>
              </a:ln>
            </p:spPr>
          </p:sp>
        </p:grpSp>
        <p:sp>
          <p:nvSpPr>
            <p:cNvPr id="12" name="任意多边形: 形状 11"/>
            <p:cNvSpPr/>
            <p:nvPr/>
          </p:nvSpPr>
          <p:spPr>
            <a:xfrm>
              <a:off x="11891217" y="11550345"/>
              <a:ext cx="7067772" cy="2311283"/>
            </a:xfrm>
            <a:custGeom>
              <a:avLst/>
              <a:gdLst>
                <a:gd name="csX0" fmla="*/ 0 w 10143096"/>
                <a:gd name="csY0" fmla="*/ 0 h 3316967"/>
                <a:gd name="csX1" fmla="*/ 10143096 w 10143096"/>
                <a:gd name="csY1" fmla="*/ 3316967 h 33169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143096" h="3316967">
                  <a:moveTo>
                    <a:pt x="0" y="0"/>
                  </a:moveTo>
                  <a:lnTo>
                    <a:pt x="10143096" y="3316967"/>
                  </a:lnTo>
                </a:path>
              </a:pathLst>
            </a:custGeom>
            <a:noFill/>
            <a:ln w="101600" cap="sq">
              <a:solidFill>
                <a:schemeClr val="bg2">
                  <a:lumMod val="50000"/>
                </a:schemeClr>
              </a:solidFill>
              <a:prstDash val="solid"/>
              <a:round/>
            </a:ln>
          </p:spPr>
        </p:sp>
        <p:sp>
          <p:nvSpPr>
            <p:cNvPr id="50" name="任意多边形: 形状 49"/>
            <p:cNvSpPr/>
            <p:nvPr/>
          </p:nvSpPr>
          <p:spPr>
            <a:xfrm>
              <a:off x="18989505" y="9996316"/>
              <a:ext cx="3754699" cy="3858166"/>
            </a:xfrm>
            <a:custGeom>
              <a:avLst/>
              <a:gdLst>
                <a:gd name="csX0" fmla="*/ 5388441 w 5388440"/>
                <a:gd name="csY0" fmla="*/ 0 h 5536928"/>
                <a:gd name="csX1" fmla="*/ 0 w 5388440"/>
                <a:gd name="csY1" fmla="*/ 5536929 h 55369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388440" h="5536928">
                  <a:moveTo>
                    <a:pt x="5388441" y="0"/>
                  </a:moveTo>
                  <a:lnTo>
                    <a:pt x="0" y="5536929"/>
                  </a:lnTo>
                </a:path>
              </a:pathLst>
            </a:custGeom>
            <a:noFill/>
            <a:ln w="101600" cap="sq">
              <a:solidFill>
                <a:schemeClr val="bg2">
                  <a:lumMod val="50000"/>
                </a:schemeClr>
              </a:solidFill>
              <a:prstDash val="solid"/>
              <a:round/>
            </a:ln>
          </p:spPr>
        </p:sp>
        <p:sp>
          <p:nvSpPr>
            <p:cNvPr id="88" name="任意多边形: 形状 87"/>
            <p:cNvSpPr/>
            <p:nvPr/>
          </p:nvSpPr>
          <p:spPr>
            <a:xfrm>
              <a:off x="22767603" y="4826210"/>
              <a:ext cx="237935" cy="5117345"/>
            </a:xfrm>
            <a:custGeom>
              <a:avLst/>
              <a:gdLst>
                <a:gd name="csX0" fmla="*/ 0 w 341465"/>
                <a:gd name="csY0" fmla="*/ 7466283 h 7466282"/>
                <a:gd name="csX1" fmla="*/ 341466 w 341465"/>
                <a:gd name="csY1" fmla="*/ 0 h 74662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465" h="7466282">
                  <a:moveTo>
                    <a:pt x="0" y="7466283"/>
                  </a:moveTo>
                  <a:lnTo>
                    <a:pt x="341466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50000"/>
                </a:schemeClr>
              </a:solidFill>
              <a:prstDash val="solid"/>
              <a:round/>
            </a:ln>
          </p:spPr>
        </p:sp>
        <p:grpSp>
          <p:nvGrpSpPr>
            <p:cNvPr id="330" name="组合 329"/>
            <p:cNvGrpSpPr/>
            <p:nvPr/>
          </p:nvGrpSpPr>
          <p:grpSpPr>
            <a:xfrm>
              <a:off x="14789400" y="5388025"/>
              <a:ext cx="6184451" cy="5924734"/>
              <a:chOff x="6988828" y="8874166"/>
              <a:chExt cx="8875425" cy="8502699"/>
            </a:xfrm>
          </p:grpSpPr>
          <p:sp>
            <p:nvSpPr>
              <p:cNvPr id="126" name="任意多边形: 形状 125"/>
              <p:cNvSpPr/>
              <p:nvPr/>
            </p:nvSpPr>
            <p:spPr>
              <a:xfrm>
                <a:off x="8724486" y="10811711"/>
                <a:ext cx="360000" cy="360000"/>
              </a:xfrm>
              <a:custGeom>
                <a:avLst/>
                <a:gdLst>
                  <a:gd name="csX0" fmla="*/ 94095 w 187874"/>
                  <a:gd name="csY0" fmla="*/ 188263 h 188114"/>
                  <a:gd name="csX1" fmla="*/ 160519 w 187874"/>
                  <a:gd name="csY1" fmla="*/ 160714 h 188114"/>
                  <a:gd name="csX2" fmla="*/ 188033 w 187874"/>
                  <a:gd name="csY2" fmla="*/ 94205 h 188114"/>
                  <a:gd name="csX3" fmla="*/ 160519 w 187874"/>
                  <a:gd name="csY3" fmla="*/ 27697 h 188114"/>
                  <a:gd name="csX4" fmla="*/ 94095 w 187874"/>
                  <a:gd name="csY4" fmla="*/ 148 h 188114"/>
                  <a:gd name="csX5" fmla="*/ 27671 w 187874"/>
                  <a:gd name="csY5" fmla="*/ 27697 h 188114"/>
                  <a:gd name="csX6" fmla="*/ 158 w 187874"/>
                  <a:gd name="csY6" fmla="*/ 94205 h 188114"/>
                  <a:gd name="csX7" fmla="*/ 27671 w 187874"/>
                  <a:gd name="csY7" fmla="*/ 160714 h 188114"/>
                  <a:gd name="csX8" fmla="*/ 94095 w 187874"/>
                  <a:gd name="csY8" fmla="*/ 18826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5" y="188263"/>
                    </a:moveTo>
                    <a:cubicBezTo>
                      <a:pt x="119008" y="188263"/>
                      <a:pt x="142903" y="178352"/>
                      <a:pt x="160519" y="160714"/>
                    </a:cubicBezTo>
                    <a:cubicBezTo>
                      <a:pt x="178135" y="143075"/>
                      <a:pt x="188033" y="119149"/>
                      <a:pt x="188033" y="94205"/>
                    </a:cubicBezTo>
                    <a:cubicBezTo>
                      <a:pt x="188033" y="69261"/>
                      <a:pt x="178135" y="45335"/>
                      <a:pt x="160519" y="27697"/>
                    </a:cubicBezTo>
                    <a:cubicBezTo>
                      <a:pt x="142903" y="10058"/>
                      <a:pt x="119008" y="148"/>
                      <a:pt x="94095" y="148"/>
                    </a:cubicBezTo>
                    <a:cubicBezTo>
                      <a:pt x="69183" y="148"/>
                      <a:pt x="45287" y="10058"/>
                      <a:pt x="27671" y="27697"/>
                    </a:cubicBezTo>
                    <a:cubicBezTo>
                      <a:pt x="10055" y="45335"/>
                      <a:pt x="158" y="69261"/>
                      <a:pt x="158" y="94205"/>
                    </a:cubicBezTo>
                    <a:cubicBezTo>
                      <a:pt x="158" y="119149"/>
                      <a:pt x="10055" y="143075"/>
                      <a:pt x="27671" y="160714"/>
                    </a:cubicBezTo>
                    <a:cubicBezTo>
                      <a:pt x="45287" y="178352"/>
                      <a:pt x="69183" y="188263"/>
                      <a:pt x="94095" y="188263"/>
                    </a:cubicBezTo>
                    <a:close/>
                  </a:path>
                </a:pathLst>
              </a:custGeom>
              <a:solidFill>
                <a:srgbClr val="EAE51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27" name="任意多边形: 形状 126"/>
              <p:cNvSpPr/>
              <p:nvPr/>
            </p:nvSpPr>
            <p:spPr>
              <a:xfrm>
                <a:off x="10185736" y="11042110"/>
                <a:ext cx="360000" cy="360000"/>
              </a:xfrm>
              <a:custGeom>
                <a:avLst/>
                <a:gdLst>
                  <a:gd name="csX0" fmla="*/ 94125 w 187874"/>
                  <a:gd name="csY0" fmla="*/ 188267 h 188114"/>
                  <a:gd name="csX1" fmla="*/ 160549 w 187874"/>
                  <a:gd name="csY1" fmla="*/ 160718 h 188114"/>
                  <a:gd name="csX2" fmla="*/ 188063 w 187874"/>
                  <a:gd name="csY2" fmla="*/ 94210 h 188114"/>
                  <a:gd name="csX3" fmla="*/ 160549 w 187874"/>
                  <a:gd name="csY3" fmla="*/ 27701 h 188114"/>
                  <a:gd name="csX4" fmla="*/ 94125 w 187874"/>
                  <a:gd name="csY4" fmla="*/ 152 h 188114"/>
                  <a:gd name="csX5" fmla="*/ 27701 w 187874"/>
                  <a:gd name="csY5" fmla="*/ 27701 h 188114"/>
                  <a:gd name="csX6" fmla="*/ 188 w 187874"/>
                  <a:gd name="csY6" fmla="*/ 94210 h 188114"/>
                  <a:gd name="csX7" fmla="*/ 27701 w 187874"/>
                  <a:gd name="csY7" fmla="*/ 160718 h 188114"/>
                  <a:gd name="csX8" fmla="*/ 94125 w 187874"/>
                  <a:gd name="csY8" fmla="*/ 18826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5" y="188267"/>
                    </a:moveTo>
                    <a:cubicBezTo>
                      <a:pt x="119038" y="188267"/>
                      <a:pt x="142933" y="178357"/>
                      <a:pt x="160549" y="160718"/>
                    </a:cubicBezTo>
                    <a:cubicBezTo>
                      <a:pt x="178165" y="143080"/>
                      <a:pt x="188063" y="119154"/>
                      <a:pt x="188063" y="94210"/>
                    </a:cubicBezTo>
                    <a:cubicBezTo>
                      <a:pt x="188063" y="69266"/>
                      <a:pt x="178165" y="45340"/>
                      <a:pt x="160549" y="27701"/>
                    </a:cubicBezTo>
                    <a:cubicBezTo>
                      <a:pt x="142933" y="10063"/>
                      <a:pt x="119038" y="152"/>
                      <a:pt x="94125" y="152"/>
                    </a:cubicBezTo>
                    <a:cubicBezTo>
                      <a:pt x="69213" y="152"/>
                      <a:pt x="45317" y="10063"/>
                      <a:pt x="27701" y="27701"/>
                    </a:cubicBezTo>
                    <a:cubicBezTo>
                      <a:pt x="10086" y="45340"/>
                      <a:pt x="188" y="69266"/>
                      <a:pt x="188" y="94210"/>
                    </a:cubicBezTo>
                    <a:cubicBezTo>
                      <a:pt x="188" y="119154"/>
                      <a:pt x="10086" y="143080"/>
                      <a:pt x="27701" y="160718"/>
                    </a:cubicBezTo>
                    <a:cubicBezTo>
                      <a:pt x="45317" y="178357"/>
                      <a:pt x="69213" y="188267"/>
                      <a:pt x="94125" y="188267"/>
                    </a:cubicBezTo>
                    <a:close/>
                  </a:path>
                </a:pathLst>
              </a:custGeom>
              <a:solidFill>
                <a:srgbClr val="9BD93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28" name="任意多边形: 形状 127"/>
              <p:cNvSpPr/>
              <p:nvPr/>
            </p:nvSpPr>
            <p:spPr>
              <a:xfrm>
                <a:off x="11141939" y="12815884"/>
                <a:ext cx="360000" cy="360000"/>
              </a:xfrm>
              <a:custGeom>
                <a:avLst/>
                <a:gdLst>
                  <a:gd name="csX0" fmla="*/ 94145 w 187874"/>
                  <a:gd name="csY0" fmla="*/ 188304 h 188114"/>
                  <a:gd name="csX1" fmla="*/ 160569 w 187874"/>
                  <a:gd name="csY1" fmla="*/ 160755 h 188114"/>
                  <a:gd name="csX2" fmla="*/ 188082 w 187874"/>
                  <a:gd name="csY2" fmla="*/ 94246 h 188114"/>
                  <a:gd name="csX3" fmla="*/ 160569 w 187874"/>
                  <a:gd name="csY3" fmla="*/ 27738 h 188114"/>
                  <a:gd name="csX4" fmla="*/ 94145 w 187874"/>
                  <a:gd name="csY4" fmla="*/ 189 h 188114"/>
                  <a:gd name="csX5" fmla="*/ 27721 w 187874"/>
                  <a:gd name="csY5" fmla="*/ 27738 h 188114"/>
                  <a:gd name="csX6" fmla="*/ 207 w 187874"/>
                  <a:gd name="csY6" fmla="*/ 94246 h 188114"/>
                  <a:gd name="csX7" fmla="*/ 27721 w 187874"/>
                  <a:gd name="csY7" fmla="*/ 160755 h 188114"/>
                  <a:gd name="csX8" fmla="*/ 94145 w 187874"/>
                  <a:gd name="csY8" fmla="*/ 18830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5" y="188304"/>
                    </a:moveTo>
                    <a:cubicBezTo>
                      <a:pt x="119057" y="188304"/>
                      <a:pt x="142953" y="178393"/>
                      <a:pt x="160569" y="160755"/>
                    </a:cubicBezTo>
                    <a:cubicBezTo>
                      <a:pt x="178185" y="143117"/>
                      <a:pt x="188082" y="119191"/>
                      <a:pt x="188082" y="94246"/>
                    </a:cubicBezTo>
                    <a:cubicBezTo>
                      <a:pt x="188082" y="69302"/>
                      <a:pt x="178185" y="45376"/>
                      <a:pt x="160569" y="27738"/>
                    </a:cubicBezTo>
                    <a:cubicBezTo>
                      <a:pt x="142953" y="10099"/>
                      <a:pt x="119057" y="189"/>
                      <a:pt x="94145" y="189"/>
                    </a:cubicBezTo>
                    <a:cubicBezTo>
                      <a:pt x="69232" y="189"/>
                      <a:pt x="45337" y="10099"/>
                      <a:pt x="27721" y="27738"/>
                    </a:cubicBezTo>
                    <a:cubicBezTo>
                      <a:pt x="10105" y="45376"/>
                      <a:pt x="207" y="69302"/>
                      <a:pt x="207" y="94246"/>
                    </a:cubicBezTo>
                    <a:cubicBezTo>
                      <a:pt x="207" y="119191"/>
                      <a:pt x="10105" y="143117"/>
                      <a:pt x="27721" y="160755"/>
                    </a:cubicBezTo>
                    <a:cubicBezTo>
                      <a:pt x="45337" y="178393"/>
                      <a:pt x="69232" y="188304"/>
                      <a:pt x="94145" y="188304"/>
                    </a:cubicBezTo>
                    <a:close/>
                  </a:path>
                </a:pathLst>
              </a:custGeom>
              <a:solidFill>
                <a:srgbClr val="84D44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29" name="任意多边形: 形状 128"/>
              <p:cNvSpPr/>
              <p:nvPr/>
            </p:nvSpPr>
            <p:spPr>
              <a:xfrm>
                <a:off x="8539164" y="13679109"/>
                <a:ext cx="360000" cy="360000"/>
              </a:xfrm>
              <a:custGeom>
                <a:avLst/>
                <a:gdLst>
                  <a:gd name="csX0" fmla="*/ 94091 w 187874"/>
                  <a:gd name="csY0" fmla="*/ 188322 h 188114"/>
                  <a:gd name="csX1" fmla="*/ 160515 w 187874"/>
                  <a:gd name="csY1" fmla="*/ 160773 h 188114"/>
                  <a:gd name="csX2" fmla="*/ 188029 w 187874"/>
                  <a:gd name="csY2" fmla="*/ 94264 h 188114"/>
                  <a:gd name="csX3" fmla="*/ 160515 w 187874"/>
                  <a:gd name="csY3" fmla="*/ 27756 h 188114"/>
                  <a:gd name="csX4" fmla="*/ 94091 w 187874"/>
                  <a:gd name="csY4" fmla="*/ 207 h 188114"/>
                  <a:gd name="csX5" fmla="*/ 27667 w 187874"/>
                  <a:gd name="csY5" fmla="*/ 27756 h 188114"/>
                  <a:gd name="csX6" fmla="*/ 154 w 187874"/>
                  <a:gd name="csY6" fmla="*/ 94264 h 188114"/>
                  <a:gd name="csX7" fmla="*/ 27667 w 187874"/>
                  <a:gd name="csY7" fmla="*/ 160773 h 188114"/>
                  <a:gd name="csX8" fmla="*/ 94091 w 187874"/>
                  <a:gd name="csY8" fmla="*/ 18832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1" y="188322"/>
                    </a:moveTo>
                    <a:cubicBezTo>
                      <a:pt x="119004" y="188322"/>
                      <a:pt x="142899" y="178411"/>
                      <a:pt x="160515" y="160773"/>
                    </a:cubicBezTo>
                    <a:cubicBezTo>
                      <a:pt x="178131" y="143135"/>
                      <a:pt x="188029" y="119208"/>
                      <a:pt x="188029" y="94264"/>
                    </a:cubicBezTo>
                    <a:cubicBezTo>
                      <a:pt x="188029" y="69320"/>
                      <a:pt x="178131" y="45394"/>
                      <a:pt x="160515" y="27756"/>
                    </a:cubicBezTo>
                    <a:cubicBezTo>
                      <a:pt x="142899" y="10117"/>
                      <a:pt x="119004" y="207"/>
                      <a:pt x="94091" y="207"/>
                    </a:cubicBezTo>
                    <a:cubicBezTo>
                      <a:pt x="69179" y="207"/>
                      <a:pt x="45283" y="10117"/>
                      <a:pt x="27667" y="27756"/>
                    </a:cubicBezTo>
                    <a:cubicBezTo>
                      <a:pt x="10052" y="45394"/>
                      <a:pt x="154" y="69320"/>
                      <a:pt x="154" y="94264"/>
                    </a:cubicBezTo>
                    <a:cubicBezTo>
                      <a:pt x="154" y="119208"/>
                      <a:pt x="10052" y="143135"/>
                      <a:pt x="27667" y="160773"/>
                    </a:cubicBezTo>
                    <a:cubicBezTo>
                      <a:pt x="45283" y="178411"/>
                      <a:pt x="69179" y="188322"/>
                      <a:pt x="94091" y="188322"/>
                    </a:cubicBezTo>
                    <a:close/>
                  </a:path>
                </a:pathLst>
              </a:custGeom>
              <a:solidFill>
                <a:srgbClr val="DDE31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0" name="任意多边形: 形状 129"/>
              <p:cNvSpPr/>
              <p:nvPr/>
            </p:nvSpPr>
            <p:spPr>
              <a:xfrm>
                <a:off x="9243740" y="10195152"/>
                <a:ext cx="360000" cy="360000"/>
              </a:xfrm>
              <a:custGeom>
                <a:avLst/>
                <a:gdLst>
                  <a:gd name="csX0" fmla="*/ 94106 w 187874"/>
                  <a:gd name="csY0" fmla="*/ 188250 h 188114"/>
                  <a:gd name="csX1" fmla="*/ 160530 w 187874"/>
                  <a:gd name="csY1" fmla="*/ 160701 h 188114"/>
                  <a:gd name="csX2" fmla="*/ 188043 w 187874"/>
                  <a:gd name="csY2" fmla="*/ 94192 h 188114"/>
                  <a:gd name="csX3" fmla="*/ 160530 w 187874"/>
                  <a:gd name="csY3" fmla="*/ 27684 h 188114"/>
                  <a:gd name="csX4" fmla="*/ 94106 w 187874"/>
                  <a:gd name="csY4" fmla="*/ 135 h 188114"/>
                  <a:gd name="csX5" fmla="*/ 27682 w 187874"/>
                  <a:gd name="csY5" fmla="*/ 27684 h 188114"/>
                  <a:gd name="csX6" fmla="*/ 168 w 187874"/>
                  <a:gd name="csY6" fmla="*/ 94192 h 188114"/>
                  <a:gd name="csX7" fmla="*/ 27682 w 187874"/>
                  <a:gd name="csY7" fmla="*/ 160701 h 188114"/>
                  <a:gd name="csX8" fmla="*/ 94106 w 187874"/>
                  <a:gd name="csY8" fmla="*/ 18825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6" y="188250"/>
                    </a:moveTo>
                    <a:cubicBezTo>
                      <a:pt x="119018" y="188250"/>
                      <a:pt x="142914" y="178339"/>
                      <a:pt x="160530" y="160701"/>
                    </a:cubicBezTo>
                    <a:cubicBezTo>
                      <a:pt x="178145" y="143063"/>
                      <a:pt x="188043" y="119137"/>
                      <a:pt x="188043" y="94192"/>
                    </a:cubicBezTo>
                    <a:cubicBezTo>
                      <a:pt x="188043" y="69248"/>
                      <a:pt x="178145" y="45322"/>
                      <a:pt x="160530" y="27684"/>
                    </a:cubicBezTo>
                    <a:cubicBezTo>
                      <a:pt x="142914" y="10045"/>
                      <a:pt x="119018" y="135"/>
                      <a:pt x="94106" y="135"/>
                    </a:cubicBezTo>
                    <a:cubicBezTo>
                      <a:pt x="69193" y="135"/>
                      <a:pt x="45298" y="10045"/>
                      <a:pt x="27682" y="27684"/>
                    </a:cubicBezTo>
                    <a:cubicBezTo>
                      <a:pt x="10066" y="45322"/>
                      <a:pt x="168" y="69248"/>
                      <a:pt x="168" y="94192"/>
                    </a:cubicBezTo>
                    <a:cubicBezTo>
                      <a:pt x="168" y="119137"/>
                      <a:pt x="10066" y="143063"/>
                      <a:pt x="27682" y="160701"/>
                    </a:cubicBezTo>
                    <a:cubicBezTo>
                      <a:pt x="45298" y="178339"/>
                      <a:pt x="69193" y="188250"/>
                      <a:pt x="94106" y="188250"/>
                    </a:cubicBezTo>
                    <a:close/>
                  </a:path>
                </a:pathLst>
              </a:custGeom>
              <a:solidFill>
                <a:srgbClr val="81D34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1" name="任意多边形: 形状 130"/>
              <p:cNvSpPr/>
              <p:nvPr/>
            </p:nvSpPr>
            <p:spPr>
              <a:xfrm>
                <a:off x="9092734" y="12832162"/>
                <a:ext cx="360000" cy="360000"/>
              </a:xfrm>
              <a:custGeom>
                <a:avLst/>
                <a:gdLst>
                  <a:gd name="csX0" fmla="*/ 94103 w 187874"/>
                  <a:gd name="csY0" fmla="*/ 188304 h 188114"/>
                  <a:gd name="csX1" fmla="*/ 160526 w 187874"/>
                  <a:gd name="csY1" fmla="*/ 160755 h 188114"/>
                  <a:gd name="csX2" fmla="*/ 188040 w 187874"/>
                  <a:gd name="csY2" fmla="*/ 94247 h 188114"/>
                  <a:gd name="csX3" fmla="*/ 160526 w 187874"/>
                  <a:gd name="csY3" fmla="*/ 27738 h 188114"/>
                  <a:gd name="csX4" fmla="*/ 94103 w 187874"/>
                  <a:gd name="csY4" fmla="*/ 189 h 188114"/>
                  <a:gd name="csX5" fmla="*/ 27679 w 187874"/>
                  <a:gd name="csY5" fmla="*/ 27738 h 188114"/>
                  <a:gd name="csX6" fmla="*/ 165 w 187874"/>
                  <a:gd name="csY6" fmla="*/ 94247 h 188114"/>
                  <a:gd name="csX7" fmla="*/ 27679 w 187874"/>
                  <a:gd name="csY7" fmla="*/ 160755 h 188114"/>
                  <a:gd name="csX8" fmla="*/ 94103 w 187874"/>
                  <a:gd name="csY8" fmla="*/ 18830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3" y="188304"/>
                    </a:moveTo>
                    <a:cubicBezTo>
                      <a:pt x="119015" y="188304"/>
                      <a:pt x="142911" y="178394"/>
                      <a:pt x="160526" y="160755"/>
                    </a:cubicBezTo>
                    <a:cubicBezTo>
                      <a:pt x="178142" y="143117"/>
                      <a:pt x="188040" y="119191"/>
                      <a:pt x="188040" y="94247"/>
                    </a:cubicBezTo>
                    <a:cubicBezTo>
                      <a:pt x="188040" y="69302"/>
                      <a:pt x="178142" y="45376"/>
                      <a:pt x="160526" y="27738"/>
                    </a:cubicBezTo>
                    <a:cubicBezTo>
                      <a:pt x="142911" y="10100"/>
                      <a:pt x="119015" y="189"/>
                      <a:pt x="94103" y="189"/>
                    </a:cubicBezTo>
                    <a:cubicBezTo>
                      <a:pt x="69190" y="189"/>
                      <a:pt x="45295" y="10100"/>
                      <a:pt x="27679" y="27738"/>
                    </a:cubicBezTo>
                    <a:cubicBezTo>
                      <a:pt x="10063" y="45376"/>
                      <a:pt x="165" y="69302"/>
                      <a:pt x="165" y="94247"/>
                    </a:cubicBezTo>
                    <a:cubicBezTo>
                      <a:pt x="165" y="119191"/>
                      <a:pt x="10063" y="143117"/>
                      <a:pt x="27679" y="160755"/>
                    </a:cubicBezTo>
                    <a:cubicBezTo>
                      <a:pt x="45295" y="178394"/>
                      <a:pt x="69190" y="188304"/>
                      <a:pt x="94103" y="188304"/>
                    </a:cubicBezTo>
                    <a:close/>
                  </a:path>
                </a:pathLst>
              </a:custGeom>
              <a:solidFill>
                <a:srgbClr val="42BE7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2" name="任意多边形: 形状 131"/>
              <p:cNvSpPr/>
              <p:nvPr/>
            </p:nvSpPr>
            <p:spPr>
              <a:xfrm>
                <a:off x="11449447" y="9861389"/>
                <a:ext cx="360000" cy="360000"/>
              </a:xfrm>
              <a:custGeom>
                <a:avLst/>
                <a:gdLst>
                  <a:gd name="csX0" fmla="*/ 94151 w 187874"/>
                  <a:gd name="csY0" fmla="*/ 188243 h 188114"/>
                  <a:gd name="csX1" fmla="*/ 160575 w 187874"/>
                  <a:gd name="csY1" fmla="*/ 160694 h 188114"/>
                  <a:gd name="csX2" fmla="*/ 188089 w 187874"/>
                  <a:gd name="csY2" fmla="*/ 94186 h 188114"/>
                  <a:gd name="csX3" fmla="*/ 160575 w 187874"/>
                  <a:gd name="csY3" fmla="*/ 27677 h 188114"/>
                  <a:gd name="csX4" fmla="*/ 94151 w 187874"/>
                  <a:gd name="csY4" fmla="*/ 128 h 188114"/>
                  <a:gd name="csX5" fmla="*/ 27727 w 187874"/>
                  <a:gd name="csY5" fmla="*/ 27677 h 188114"/>
                  <a:gd name="csX6" fmla="*/ 214 w 187874"/>
                  <a:gd name="csY6" fmla="*/ 94186 h 188114"/>
                  <a:gd name="csX7" fmla="*/ 27727 w 187874"/>
                  <a:gd name="csY7" fmla="*/ 160694 h 188114"/>
                  <a:gd name="csX8" fmla="*/ 94151 w 187874"/>
                  <a:gd name="csY8" fmla="*/ 18824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1" y="188243"/>
                    </a:moveTo>
                    <a:cubicBezTo>
                      <a:pt x="119064" y="188243"/>
                      <a:pt x="142959" y="178333"/>
                      <a:pt x="160575" y="160694"/>
                    </a:cubicBezTo>
                    <a:cubicBezTo>
                      <a:pt x="178191" y="143056"/>
                      <a:pt x="188089" y="119130"/>
                      <a:pt x="188089" y="94186"/>
                    </a:cubicBezTo>
                    <a:cubicBezTo>
                      <a:pt x="188089" y="69241"/>
                      <a:pt x="178191" y="45315"/>
                      <a:pt x="160575" y="27677"/>
                    </a:cubicBezTo>
                    <a:cubicBezTo>
                      <a:pt x="142959" y="10039"/>
                      <a:pt x="119064" y="128"/>
                      <a:pt x="94151" y="128"/>
                    </a:cubicBezTo>
                    <a:cubicBezTo>
                      <a:pt x="69239" y="128"/>
                      <a:pt x="45343" y="10039"/>
                      <a:pt x="27727" y="27677"/>
                    </a:cubicBezTo>
                    <a:cubicBezTo>
                      <a:pt x="10112" y="45315"/>
                      <a:pt x="214" y="69241"/>
                      <a:pt x="214" y="94186"/>
                    </a:cubicBezTo>
                    <a:cubicBezTo>
                      <a:pt x="214" y="119130"/>
                      <a:pt x="10112" y="143056"/>
                      <a:pt x="27727" y="160694"/>
                    </a:cubicBezTo>
                    <a:cubicBezTo>
                      <a:pt x="45343" y="178333"/>
                      <a:pt x="69239" y="188243"/>
                      <a:pt x="94151" y="188243"/>
                    </a:cubicBezTo>
                    <a:close/>
                  </a:path>
                </a:pathLst>
              </a:custGeom>
              <a:solidFill>
                <a:srgbClr val="7FD34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3" name="任意多边形: 形状 132"/>
              <p:cNvSpPr/>
              <p:nvPr/>
            </p:nvSpPr>
            <p:spPr>
              <a:xfrm>
                <a:off x="12108906" y="11351329"/>
                <a:ext cx="360000" cy="360000"/>
              </a:xfrm>
              <a:custGeom>
                <a:avLst/>
                <a:gdLst>
                  <a:gd name="csX0" fmla="*/ 94165 w 187874"/>
                  <a:gd name="csY0" fmla="*/ 188274 h 188114"/>
                  <a:gd name="csX1" fmla="*/ 160589 w 187874"/>
                  <a:gd name="csY1" fmla="*/ 160725 h 188114"/>
                  <a:gd name="csX2" fmla="*/ 188102 w 187874"/>
                  <a:gd name="csY2" fmla="*/ 94216 h 188114"/>
                  <a:gd name="csX3" fmla="*/ 160589 w 187874"/>
                  <a:gd name="csY3" fmla="*/ 27708 h 188114"/>
                  <a:gd name="csX4" fmla="*/ 94165 w 187874"/>
                  <a:gd name="csY4" fmla="*/ 159 h 188114"/>
                  <a:gd name="csX5" fmla="*/ 27741 w 187874"/>
                  <a:gd name="csY5" fmla="*/ 27708 h 188114"/>
                  <a:gd name="csX6" fmla="*/ 227 w 187874"/>
                  <a:gd name="csY6" fmla="*/ 94216 h 188114"/>
                  <a:gd name="csX7" fmla="*/ 27741 w 187874"/>
                  <a:gd name="csY7" fmla="*/ 160725 h 188114"/>
                  <a:gd name="csX8" fmla="*/ 94165 w 187874"/>
                  <a:gd name="csY8" fmla="*/ 18827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5" y="188274"/>
                    </a:moveTo>
                    <a:cubicBezTo>
                      <a:pt x="119077" y="188274"/>
                      <a:pt x="142973" y="178363"/>
                      <a:pt x="160589" y="160725"/>
                    </a:cubicBezTo>
                    <a:cubicBezTo>
                      <a:pt x="178204" y="143087"/>
                      <a:pt x="188102" y="119161"/>
                      <a:pt x="188102" y="94216"/>
                    </a:cubicBezTo>
                    <a:cubicBezTo>
                      <a:pt x="188102" y="69272"/>
                      <a:pt x="178204" y="45346"/>
                      <a:pt x="160589" y="27708"/>
                    </a:cubicBezTo>
                    <a:cubicBezTo>
                      <a:pt x="142973" y="10069"/>
                      <a:pt x="119077" y="159"/>
                      <a:pt x="94165" y="159"/>
                    </a:cubicBezTo>
                    <a:cubicBezTo>
                      <a:pt x="69252" y="159"/>
                      <a:pt x="45357" y="10069"/>
                      <a:pt x="27741" y="27708"/>
                    </a:cubicBezTo>
                    <a:cubicBezTo>
                      <a:pt x="10125" y="45346"/>
                      <a:pt x="227" y="69272"/>
                      <a:pt x="227" y="94216"/>
                    </a:cubicBezTo>
                    <a:cubicBezTo>
                      <a:pt x="227" y="119161"/>
                      <a:pt x="10125" y="143087"/>
                      <a:pt x="27741" y="160725"/>
                    </a:cubicBezTo>
                    <a:cubicBezTo>
                      <a:pt x="45357" y="178363"/>
                      <a:pt x="69252" y="188274"/>
                      <a:pt x="94165" y="188274"/>
                    </a:cubicBezTo>
                    <a:close/>
                  </a:path>
                </a:pathLst>
              </a:custGeom>
              <a:solidFill>
                <a:srgbClr val="26AD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4" name="任意多边形: 形状 133"/>
              <p:cNvSpPr/>
              <p:nvPr/>
            </p:nvSpPr>
            <p:spPr>
              <a:xfrm>
                <a:off x="10041940" y="14728993"/>
                <a:ext cx="360000" cy="360000"/>
              </a:xfrm>
              <a:custGeom>
                <a:avLst/>
                <a:gdLst>
                  <a:gd name="csX0" fmla="*/ 94122 w 187874"/>
                  <a:gd name="csY0" fmla="*/ 188343 h 188114"/>
                  <a:gd name="csX1" fmla="*/ 160546 w 187874"/>
                  <a:gd name="csY1" fmla="*/ 160794 h 188114"/>
                  <a:gd name="csX2" fmla="*/ 188060 w 187874"/>
                  <a:gd name="csY2" fmla="*/ 94286 h 188114"/>
                  <a:gd name="csX3" fmla="*/ 160546 w 187874"/>
                  <a:gd name="csY3" fmla="*/ 27777 h 188114"/>
                  <a:gd name="csX4" fmla="*/ 94122 w 187874"/>
                  <a:gd name="csY4" fmla="*/ 228 h 188114"/>
                  <a:gd name="csX5" fmla="*/ 27698 w 187874"/>
                  <a:gd name="csY5" fmla="*/ 27777 h 188114"/>
                  <a:gd name="csX6" fmla="*/ 185 w 187874"/>
                  <a:gd name="csY6" fmla="*/ 94286 h 188114"/>
                  <a:gd name="csX7" fmla="*/ 27698 w 187874"/>
                  <a:gd name="csY7" fmla="*/ 160794 h 188114"/>
                  <a:gd name="csX8" fmla="*/ 94122 w 187874"/>
                  <a:gd name="csY8" fmla="*/ 18834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2" y="188343"/>
                    </a:moveTo>
                    <a:cubicBezTo>
                      <a:pt x="119035" y="188343"/>
                      <a:pt x="142930" y="178433"/>
                      <a:pt x="160546" y="160794"/>
                    </a:cubicBezTo>
                    <a:cubicBezTo>
                      <a:pt x="178162" y="143156"/>
                      <a:pt x="188060" y="119230"/>
                      <a:pt x="188060" y="94286"/>
                    </a:cubicBezTo>
                    <a:cubicBezTo>
                      <a:pt x="188060" y="69341"/>
                      <a:pt x="178162" y="45415"/>
                      <a:pt x="160546" y="27777"/>
                    </a:cubicBezTo>
                    <a:cubicBezTo>
                      <a:pt x="142930" y="10139"/>
                      <a:pt x="119035" y="228"/>
                      <a:pt x="94122" y="228"/>
                    </a:cubicBezTo>
                    <a:cubicBezTo>
                      <a:pt x="69210" y="228"/>
                      <a:pt x="45314" y="10139"/>
                      <a:pt x="27698" y="27777"/>
                    </a:cubicBezTo>
                    <a:cubicBezTo>
                      <a:pt x="10083" y="45415"/>
                      <a:pt x="185" y="69341"/>
                      <a:pt x="185" y="94286"/>
                    </a:cubicBezTo>
                    <a:cubicBezTo>
                      <a:pt x="185" y="119230"/>
                      <a:pt x="10083" y="143156"/>
                      <a:pt x="27698" y="160794"/>
                    </a:cubicBezTo>
                    <a:cubicBezTo>
                      <a:pt x="45314" y="178433"/>
                      <a:pt x="69210" y="188343"/>
                      <a:pt x="94122" y="188343"/>
                    </a:cubicBezTo>
                    <a:close/>
                  </a:path>
                </a:pathLst>
              </a:custGeom>
              <a:solidFill>
                <a:srgbClr val="77D15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5" name="任意多边形: 形状 134"/>
              <p:cNvSpPr/>
              <p:nvPr/>
            </p:nvSpPr>
            <p:spPr>
              <a:xfrm>
                <a:off x="8203771" y="12811488"/>
                <a:ext cx="360000" cy="360000"/>
              </a:xfrm>
              <a:custGeom>
                <a:avLst/>
                <a:gdLst>
                  <a:gd name="csX0" fmla="*/ 94084 w 187874"/>
                  <a:gd name="csY0" fmla="*/ 188304 h 188114"/>
                  <a:gd name="csX1" fmla="*/ 160508 w 187874"/>
                  <a:gd name="csY1" fmla="*/ 160755 h 188114"/>
                  <a:gd name="csX2" fmla="*/ 188022 w 187874"/>
                  <a:gd name="csY2" fmla="*/ 94246 h 188114"/>
                  <a:gd name="csX3" fmla="*/ 160508 w 187874"/>
                  <a:gd name="csY3" fmla="*/ 27738 h 188114"/>
                  <a:gd name="csX4" fmla="*/ 94084 w 187874"/>
                  <a:gd name="csY4" fmla="*/ 189 h 188114"/>
                  <a:gd name="csX5" fmla="*/ 27661 w 187874"/>
                  <a:gd name="csY5" fmla="*/ 27738 h 188114"/>
                  <a:gd name="csX6" fmla="*/ 147 w 187874"/>
                  <a:gd name="csY6" fmla="*/ 94246 h 188114"/>
                  <a:gd name="csX7" fmla="*/ 27661 w 187874"/>
                  <a:gd name="csY7" fmla="*/ 160755 h 188114"/>
                  <a:gd name="csX8" fmla="*/ 94084 w 187874"/>
                  <a:gd name="csY8" fmla="*/ 18830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4" y="188304"/>
                    </a:moveTo>
                    <a:cubicBezTo>
                      <a:pt x="118997" y="188304"/>
                      <a:pt x="142892" y="178393"/>
                      <a:pt x="160508" y="160755"/>
                    </a:cubicBezTo>
                    <a:cubicBezTo>
                      <a:pt x="178124" y="143117"/>
                      <a:pt x="188022" y="119191"/>
                      <a:pt x="188022" y="94246"/>
                    </a:cubicBezTo>
                    <a:cubicBezTo>
                      <a:pt x="188022" y="69302"/>
                      <a:pt x="178124" y="45376"/>
                      <a:pt x="160508" y="27738"/>
                    </a:cubicBezTo>
                    <a:cubicBezTo>
                      <a:pt x="142892" y="10099"/>
                      <a:pt x="118997" y="189"/>
                      <a:pt x="94084" y="189"/>
                    </a:cubicBezTo>
                    <a:cubicBezTo>
                      <a:pt x="69172" y="189"/>
                      <a:pt x="45276" y="10099"/>
                      <a:pt x="27661" y="27738"/>
                    </a:cubicBezTo>
                    <a:cubicBezTo>
                      <a:pt x="10045" y="45376"/>
                      <a:pt x="147" y="69302"/>
                      <a:pt x="147" y="94246"/>
                    </a:cubicBezTo>
                    <a:cubicBezTo>
                      <a:pt x="147" y="119191"/>
                      <a:pt x="10045" y="143117"/>
                      <a:pt x="27661" y="160755"/>
                    </a:cubicBezTo>
                    <a:cubicBezTo>
                      <a:pt x="45276" y="178393"/>
                      <a:pt x="69172" y="188304"/>
                      <a:pt x="94084" y="188304"/>
                    </a:cubicBezTo>
                    <a:close/>
                  </a:path>
                </a:pathLst>
              </a:custGeom>
              <a:solidFill>
                <a:srgbClr val="38B97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6" name="任意多边形: 形状 135"/>
              <p:cNvSpPr/>
              <p:nvPr/>
            </p:nvSpPr>
            <p:spPr>
              <a:xfrm>
                <a:off x="10116386" y="14883356"/>
                <a:ext cx="360000" cy="360000"/>
              </a:xfrm>
              <a:custGeom>
                <a:avLst/>
                <a:gdLst>
                  <a:gd name="csX0" fmla="*/ 94124 w 187874"/>
                  <a:gd name="csY0" fmla="*/ 188346 h 188114"/>
                  <a:gd name="csX1" fmla="*/ 160548 w 187874"/>
                  <a:gd name="csY1" fmla="*/ 160798 h 188114"/>
                  <a:gd name="csX2" fmla="*/ 188061 w 187874"/>
                  <a:gd name="csY2" fmla="*/ 94289 h 188114"/>
                  <a:gd name="csX3" fmla="*/ 160548 w 187874"/>
                  <a:gd name="csY3" fmla="*/ 27780 h 188114"/>
                  <a:gd name="csX4" fmla="*/ 94124 w 187874"/>
                  <a:gd name="csY4" fmla="*/ 232 h 188114"/>
                  <a:gd name="csX5" fmla="*/ 27700 w 187874"/>
                  <a:gd name="csY5" fmla="*/ 27780 h 188114"/>
                  <a:gd name="csX6" fmla="*/ 186 w 187874"/>
                  <a:gd name="csY6" fmla="*/ 94289 h 188114"/>
                  <a:gd name="csX7" fmla="*/ 27700 w 187874"/>
                  <a:gd name="csY7" fmla="*/ 160798 h 188114"/>
                  <a:gd name="csX8" fmla="*/ 94124 w 187874"/>
                  <a:gd name="csY8" fmla="*/ 18834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4" y="188346"/>
                    </a:moveTo>
                    <a:cubicBezTo>
                      <a:pt x="119036" y="188346"/>
                      <a:pt x="142932" y="178436"/>
                      <a:pt x="160548" y="160798"/>
                    </a:cubicBezTo>
                    <a:cubicBezTo>
                      <a:pt x="178163" y="143159"/>
                      <a:pt x="188061" y="119233"/>
                      <a:pt x="188061" y="94289"/>
                    </a:cubicBezTo>
                    <a:cubicBezTo>
                      <a:pt x="188061" y="69345"/>
                      <a:pt x="178163" y="45419"/>
                      <a:pt x="160548" y="27780"/>
                    </a:cubicBezTo>
                    <a:cubicBezTo>
                      <a:pt x="142932" y="10142"/>
                      <a:pt x="119036" y="232"/>
                      <a:pt x="94124" y="232"/>
                    </a:cubicBezTo>
                    <a:cubicBezTo>
                      <a:pt x="69211" y="232"/>
                      <a:pt x="45316" y="10142"/>
                      <a:pt x="27700" y="27780"/>
                    </a:cubicBezTo>
                    <a:cubicBezTo>
                      <a:pt x="10084" y="45419"/>
                      <a:pt x="186" y="69345"/>
                      <a:pt x="186" y="94289"/>
                    </a:cubicBezTo>
                    <a:cubicBezTo>
                      <a:pt x="186" y="119233"/>
                      <a:pt x="10084" y="143159"/>
                      <a:pt x="27700" y="160798"/>
                    </a:cubicBezTo>
                    <a:cubicBezTo>
                      <a:pt x="45316" y="178436"/>
                      <a:pt x="69211" y="188346"/>
                      <a:pt x="94124" y="188346"/>
                    </a:cubicBezTo>
                    <a:close/>
                  </a:path>
                </a:pathLst>
              </a:custGeom>
              <a:solidFill>
                <a:srgbClr val="69CD5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7" name="任意多边形: 形状 136"/>
              <p:cNvSpPr/>
              <p:nvPr/>
            </p:nvSpPr>
            <p:spPr>
              <a:xfrm>
                <a:off x="9381815" y="12021447"/>
                <a:ext cx="360000" cy="360000"/>
              </a:xfrm>
              <a:custGeom>
                <a:avLst/>
                <a:gdLst>
                  <a:gd name="csX0" fmla="*/ 94109 w 187874"/>
                  <a:gd name="csY0" fmla="*/ 188287 h 188114"/>
                  <a:gd name="csX1" fmla="*/ 160532 w 187874"/>
                  <a:gd name="csY1" fmla="*/ 160739 h 188114"/>
                  <a:gd name="csX2" fmla="*/ 188046 w 187874"/>
                  <a:gd name="csY2" fmla="*/ 94230 h 188114"/>
                  <a:gd name="csX3" fmla="*/ 160532 w 187874"/>
                  <a:gd name="csY3" fmla="*/ 27721 h 188114"/>
                  <a:gd name="csX4" fmla="*/ 94109 w 187874"/>
                  <a:gd name="csY4" fmla="*/ 173 h 188114"/>
                  <a:gd name="csX5" fmla="*/ 27685 w 187874"/>
                  <a:gd name="csY5" fmla="*/ 27721 h 188114"/>
                  <a:gd name="csX6" fmla="*/ 171 w 187874"/>
                  <a:gd name="csY6" fmla="*/ 94230 h 188114"/>
                  <a:gd name="csX7" fmla="*/ 27685 w 187874"/>
                  <a:gd name="csY7" fmla="*/ 160739 h 188114"/>
                  <a:gd name="csX8" fmla="*/ 94109 w 187874"/>
                  <a:gd name="csY8" fmla="*/ 18828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9" y="188287"/>
                    </a:moveTo>
                    <a:cubicBezTo>
                      <a:pt x="119021" y="188287"/>
                      <a:pt x="142917" y="178377"/>
                      <a:pt x="160532" y="160739"/>
                    </a:cubicBezTo>
                    <a:cubicBezTo>
                      <a:pt x="178148" y="143100"/>
                      <a:pt x="188046" y="119174"/>
                      <a:pt x="188046" y="94230"/>
                    </a:cubicBezTo>
                    <a:cubicBezTo>
                      <a:pt x="188046" y="69286"/>
                      <a:pt x="178148" y="45360"/>
                      <a:pt x="160532" y="27721"/>
                    </a:cubicBezTo>
                    <a:cubicBezTo>
                      <a:pt x="142917" y="10083"/>
                      <a:pt x="119021" y="173"/>
                      <a:pt x="94109" y="173"/>
                    </a:cubicBezTo>
                    <a:cubicBezTo>
                      <a:pt x="69196" y="173"/>
                      <a:pt x="45301" y="10083"/>
                      <a:pt x="27685" y="27721"/>
                    </a:cubicBezTo>
                    <a:cubicBezTo>
                      <a:pt x="10069" y="45360"/>
                      <a:pt x="171" y="69286"/>
                      <a:pt x="171" y="94230"/>
                    </a:cubicBezTo>
                    <a:cubicBezTo>
                      <a:pt x="171" y="119174"/>
                      <a:pt x="10069" y="143100"/>
                      <a:pt x="27685" y="160739"/>
                    </a:cubicBezTo>
                    <a:cubicBezTo>
                      <a:pt x="45301" y="178377"/>
                      <a:pt x="69196" y="188287"/>
                      <a:pt x="94109" y="188287"/>
                    </a:cubicBezTo>
                    <a:close/>
                  </a:path>
                </a:pathLst>
              </a:custGeom>
              <a:solidFill>
                <a:srgbClr val="2092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8" name="任意多边形: 形状 137"/>
              <p:cNvSpPr/>
              <p:nvPr/>
            </p:nvSpPr>
            <p:spPr>
              <a:xfrm>
                <a:off x="11560579" y="8874166"/>
                <a:ext cx="360000" cy="360000"/>
              </a:xfrm>
              <a:custGeom>
                <a:avLst/>
                <a:gdLst>
                  <a:gd name="csX0" fmla="*/ 94154 w 187874"/>
                  <a:gd name="csY0" fmla="*/ 188223 h 188114"/>
                  <a:gd name="csX1" fmla="*/ 160577 w 187874"/>
                  <a:gd name="csY1" fmla="*/ 160674 h 188114"/>
                  <a:gd name="csX2" fmla="*/ 188091 w 187874"/>
                  <a:gd name="csY2" fmla="*/ 94165 h 188114"/>
                  <a:gd name="csX3" fmla="*/ 160577 w 187874"/>
                  <a:gd name="csY3" fmla="*/ 27657 h 188114"/>
                  <a:gd name="csX4" fmla="*/ 94154 w 187874"/>
                  <a:gd name="csY4" fmla="*/ 108 h 188114"/>
                  <a:gd name="csX5" fmla="*/ 27730 w 187874"/>
                  <a:gd name="csY5" fmla="*/ 27657 h 188114"/>
                  <a:gd name="csX6" fmla="*/ 216 w 187874"/>
                  <a:gd name="csY6" fmla="*/ 94165 h 188114"/>
                  <a:gd name="csX7" fmla="*/ 27730 w 187874"/>
                  <a:gd name="csY7" fmla="*/ 160674 h 188114"/>
                  <a:gd name="csX8" fmla="*/ 94154 w 187874"/>
                  <a:gd name="csY8" fmla="*/ 18822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4" y="188223"/>
                    </a:moveTo>
                    <a:cubicBezTo>
                      <a:pt x="119066" y="188223"/>
                      <a:pt x="142962" y="178312"/>
                      <a:pt x="160577" y="160674"/>
                    </a:cubicBezTo>
                    <a:cubicBezTo>
                      <a:pt x="178193" y="143036"/>
                      <a:pt x="188091" y="119110"/>
                      <a:pt x="188091" y="94165"/>
                    </a:cubicBezTo>
                    <a:cubicBezTo>
                      <a:pt x="188091" y="69221"/>
                      <a:pt x="178193" y="45295"/>
                      <a:pt x="160577" y="27657"/>
                    </a:cubicBezTo>
                    <a:cubicBezTo>
                      <a:pt x="142962" y="10018"/>
                      <a:pt x="119066" y="108"/>
                      <a:pt x="94154" y="108"/>
                    </a:cubicBezTo>
                    <a:cubicBezTo>
                      <a:pt x="69241" y="108"/>
                      <a:pt x="45346" y="10018"/>
                      <a:pt x="27730" y="27657"/>
                    </a:cubicBezTo>
                    <a:cubicBezTo>
                      <a:pt x="10114" y="45295"/>
                      <a:pt x="216" y="69221"/>
                      <a:pt x="216" y="94165"/>
                    </a:cubicBezTo>
                    <a:cubicBezTo>
                      <a:pt x="216" y="119110"/>
                      <a:pt x="10114" y="143036"/>
                      <a:pt x="27730" y="160674"/>
                    </a:cubicBezTo>
                    <a:cubicBezTo>
                      <a:pt x="45346" y="178312"/>
                      <a:pt x="69241" y="188223"/>
                      <a:pt x="94154" y="188223"/>
                    </a:cubicBezTo>
                    <a:close/>
                  </a:path>
                </a:pathLst>
              </a:custGeom>
              <a:solidFill>
                <a:srgbClr val="CDE11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39" name="任意多边形: 形状 138"/>
              <p:cNvSpPr/>
              <p:nvPr/>
            </p:nvSpPr>
            <p:spPr>
              <a:xfrm>
                <a:off x="9503514" y="10447080"/>
                <a:ext cx="360000" cy="360000"/>
              </a:xfrm>
              <a:custGeom>
                <a:avLst/>
                <a:gdLst>
                  <a:gd name="csX0" fmla="*/ 94111 w 187874"/>
                  <a:gd name="csY0" fmla="*/ 188255 h 188114"/>
                  <a:gd name="csX1" fmla="*/ 160535 w 187874"/>
                  <a:gd name="csY1" fmla="*/ 160706 h 188114"/>
                  <a:gd name="csX2" fmla="*/ 188049 w 187874"/>
                  <a:gd name="csY2" fmla="*/ 94198 h 188114"/>
                  <a:gd name="csX3" fmla="*/ 160535 w 187874"/>
                  <a:gd name="csY3" fmla="*/ 27689 h 188114"/>
                  <a:gd name="csX4" fmla="*/ 94111 w 187874"/>
                  <a:gd name="csY4" fmla="*/ 140 h 188114"/>
                  <a:gd name="csX5" fmla="*/ 27687 w 187874"/>
                  <a:gd name="csY5" fmla="*/ 27689 h 188114"/>
                  <a:gd name="csX6" fmla="*/ 174 w 187874"/>
                  <a:gd name="csY6" fmla="*/ 94198 h 188114"/>
                  <a:gd name="csX7" fmla="*/ 27687 w 187874"/>
                  <a:gd name="csY7" fmla="*/ 160706 h 188114"/>
                  <a:gd name="csX8" fmla="*/ 94111 w 187874"/>
                  <a:gd name="csY8" fmla="*/ 18825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1" y="188255"/>
                    </a:moveTo>
                    <a:cubicBezTo>
                      <a:pt x="119024" y="188255"/>
                      <a:pt x="142919" y="178345"/>
                      <a:pt x="160535" y="160706"/>
                    </a:cubicBezTo>
                    <a:cubicBezTo>
                      <a:pt x="178151" y="143068"/>
                      <a:pt x="188049" y="119142"/>
                      <a:pt x="188049" y="94198"/>
                    </a:cubicBezTo>
                    <a:cubicBezTo>
                      <a:pt x="188049" y="69253"/>
                      <a:pt x="178151" y="45327"/>
                      <a:pt x="160535" y="27689"/>
                    </a:cubicBezTo>
                    <a:cubicBezTo>
                      <a:pt x="142919" y="10051"/>
                      <a:pt x="119024" y="140"/>
                      <a:pt x="94111" y="140"/>
                    </a:cubicBezTo>
                    <a:cubicBezTo>
                      <a:pt x="69199" y="140"/>
                      <a:pt x="45303" y="10051"/>
                      <a:pt x="27687" y="27689"/>
                    </a:cubicBezTo>
                    <a:cubicBezTo>
                      <a:pt x="10072" y="45327"/>
                      <a:pt x="174" y="69253"/>
                      <a:pt x="174" y="94198"/>
                    </a:cubicBezTo>
                    <a:cubicBezTo>
                      <a:pt x="174" y="119142"/>
                      <a:pt x="10072" y="143068"/>
                      <a:pt x="27687" y="160706"/>
                    </a:cubicBezTo>
                    <a:cubicBezTo>
                      <a:pt x="45303" y="178345"/>
                      <a:pt x="69199" y="188255"/>
                      <a:pt x="94111" y="188255"/>
                    </a:cubicBezTo>
                    <a:close/>
                  </a:path>
                </a:pathLst>
              </a:custGeom>
              <a:solidFill>
                <a:srgbClr val="2CB17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0" name="任意多边形: 形状 139"/>
              <p:cNvSpPr/>
              <p:nvPr/>
            </p:nvSpPr>
            <p:spPr>
              <a:xfrm>
                <a:off x="11590658" y="11734881"/>
                <a:ext cx="360000" cy="360000"/>
              </a:xfrm>
              <a:custGeom>
                <a:avLst/>
                <a:gdLst>
                  <a:gd name="csX0" fmla="*/ 94154 w 187874"/>
                  <a:gd name="csY0" fmla="*/ 188282 h 188114"/>
                  <a:gd name="csX1" fmla="*/ 160578 w 187874"/>
                  <a:gd name="csY1" fmla="*/ 160733 h 188114"/>
                  <a:gd name="csX2" fmla="*/ 188092 w 187874"/>
                  <a:gd name="csY2" fmla="*/ 94224 h 188114"/>
                  <a:gd name="csX3" fmla="*/ 160578 w 187874"/>
                  <a:gd name="csY3" fmla="*/ 27716 h 188114"/>
                  <a:gd name="csX4" fmla="*/ 94154 w 187874"/>
                  <a:gd name="csY4" fmla="*/ 167 h 188114"/>
                  <a:gd name="csX5" fmla="*/ 27730 w 187874"/>
                  <a:gd name="csY5" fmla="*/ 27716 h 188114"/>
                  <a:gd name="csX6" fmla="*/ 217 w 187874"/>
                  <a:gd name="csY6" fmla="*/ 94224 h 188114"/>
                  <a:gd name="csX7" fmla="*/ 27730 w 187874"/>
                  <a:gd name="csY7" fmla="*/ 160733 h 188114"/>
                  <a:gd name="csX8" fmla="*/ 94154 w 187874"/>
                  <a:gd name="csY8" fmla="*/ 18828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4" y="188282"/>
                    </a:moveTo>
                    <a:cubicBezTo>
                      <a:pt x="119067" y="188282"/>
                      <a:pt x="142962" y="178371"/>
                      <a:pt x="160578" y="160733"/>
                    </a:cubicBezTo>
                    <a:cubicBezTo>
                      <a:pt x="178194" y="143094"/>
                      <a:pt x="188092" y="119168"/>
                      <a:pt x="188092" y="94224"/>
                    </a:cubicBezTo>
                    <a:cubicBezTo>
                      <a:pt x="188092" y="69280"/>
                      <a:pt x="178194" y="45354"/>
                      <a:pt x="160578" y="27716"/>
                    </a:cubicBezTo>
                    <a:cubicBezTo>
                      <a:pt x="142962" y="10077"/>
                      <a:pt x="119067" y="167"/>
                      <a:pt x="94154" y="167"/>
                    </a:cubicBezTo>
                    <a:cubicBezTo>
                      <a:pt x="69242" y="167"/>
                      <a:pt x="45346" y="10077"/>
                      <a:pt x="27730" y="27716"/>
                    </a:cubicBezTo>
                    <a:cubicBezTo>
                      <a:pt x="10115" y="45354"/>
                      <a:pt x="217" y="69280"/>
                      <a:pt x="217" y="94224"/>
                    </a:cubicBezTo>
                    <a:cubicBezTo>
                      <a:pt x="217" y="119168"/>
                      <a:pt x="10115" y="143094"/>
                      <a:pt x="27730" y="160733"/>
                    </a:cubicBezTo>
                    <a:cubicBezTo>
                      <a:pt x="45346" y="178371"/>
                      <a:pt x="69242" y="188282"/>
                      <a:pt x="94154" y="188282"/>
                    </a:cubicBezTo>
                    <a:close/>
                  </a:path>
                </a:pathLst>
              </a:custGeom>
              <a:solidFill>
                <a:srgbClr val="248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1" name="任意多边形: 形状 140"/>
              <p:cNvSpPr/>
              <p:nvPr/>
            </p:nvSpPr>
            <p:spPr>
              <a:xfrm>
                <a:off x="10621299" y="13272675"/>
                <a:ext cx="360000" cy="360000"/>
              </a:xfrm>
              <a:custGeom>
                <a:avLst/>
                <a:gdLst>
                  <a:gd name="csX0" fmla="*/ 94134 w 187874"/>
                  <a:gd name="csY0" fmla="*/ 188313 h 188114"/>
                  <a:gd name="csX1" fmla="*/ 160558 w 187874"/>
                  <a:gd name="csY1" fmla="*/ 160764 h 188114"/>
                  <a:gd name="csX2" fmla="*/ 188072 w 187874"/>
                  <a:gd name="csY2" fmla="*/ 94256 h 188114"/>
                  <a:gd name="csX3" fmla="*/ 160558 w 187874"/>
                  <a:gd name="csY3" fmla="*/ 27747 h 188114"/>
                  <a:gd name="csX4" fmla="*/ 94134 w 187874"/>
                  <a:gd name="csY4" fmla="*/ 198 h 188114"/>
                  <a:gd name="csX5" fmla="*/ 27710 w 187874"/>
                  <a:gd name="csY5" fmla="*/ 27747 h 188114"/>
                  <a:gd name="csX6" fmla="*/ 197 w 187874"/>
                  <a:gd name="csY6" fmla="*/ 94256 h 188114"/>
                  <a:gd name="csX7" fmla="*/ 27710 w 187874"/>
                  <a:gd name="csY7" fmla="*/ 160764 h 188114"/>
                  <a:gd name="csX8" fmla="*/ 94134 w 187874"/>
                  <a:gd name="csY8" fmla="*/ 18831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4" y="188313"/>
                    </a:moveTo>
                    <a:cubicBezTo>
                      <a:pt x="119047" y="188313"/>
                      <a:pt x="142942" y="178403"/>
                      <a:pt x="160558" y="160764"/>
                    </a:cubicBezTo>
                    <a:cubicBezTo>
                      <a:pt x="178174" y="143126"/>
                      <a:pt x="188072" y="119200"/>
                      <a:pt x="188072" y="94256"/>
                    </a:cubicBezTo>
                    <a:cubicBezTo>
                      <a:pt x="188072" y="69311"/>
                      <a:pt x="178174" y="45385"/>
                      <a:pt x="160558" y="27747"/>
                    </a:cubicBezTo>
                    <a:cubicBezTo>
                      <a:pt x="142942" y="10109"/>
                      <a:pt x="119047" y="198"/>
                      <a:pt x="94134" y="198"/>
                    </a:cubicBezTo>
                    <a:cubicBezTo>
                      <a:pt x="69222" y="198"/>
                      <a:pt x="45326" y="10109"/>
                      <a:pt x="27710" y="27747"/>
                    </a:cubicBezTo>
                    <a:cubicBezTo>
                      <a:pt x="10095" y="45385"/>
                      <a:pt x="197" y="69311"/>
                      <a:pt x="197" y="94256"/>
                    </a:cubicBezTo>
                    <a:cubicBezTo>
                      <a:pt x="197" y="119200"/>
                      <a:pt x="10095" y="143126"/>
                      <a:pt x="27710" y="160764"/>
                    </a:cubicBezTo>
                    <a:cubicBezTo>
                      <a:pt x="45326" y="178403"/>
                      <a:pt x="69222" y="188313"/>
                      <a:pt x="94134" y="188313"/>
                    </a:cubicBezTo>
                    <a:close/>
                  </a:path>
                </a:pathLst>
              </a:custGeom>
              <a:solidFill>
                <a:srgbClr val="238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2" name="任意多边形: 形状 141"/>
              <p:cNvSpPr/>
              <p:nvPr/>
            </p:nvSpPr>
            <p:spPr>
              <a:xfrm>
                <a:off x="11928312" y="13433322"/>
                <a:ext cx="360000" cy="360000"/>
              </a:xfrm>
              <a:custGeom>
                <a:avLst/>
                <a:gdLst>
                  <a:gd name="csX0" fmla="*/ 94161 w 187874"/>
                  <a:gd name="csY0" fmla="*/ 188317 h 188114"/>
                  <a:gd name="csX1" fmla="*/ 160585 w 187874"/>
                  <a:gd name="csY1" fmla="*/ 160768 h 188114"/>
                  <a:gd name="csX2" fmla="*/ 188099 w 187874"/>
                  <a:gd name="csY2" fmla="*/ 94259 h 188114"/>
                  <a:gd name="csX3" fmla="*/ 160585 w 187874"/>
                  <a:gd name="csY3" fmla="*/ 27750 h 188114"/>
                  <a:gd name="csX4" fmla="*/ 94161 w 187874"/>
                  <a:gd name="csY4" fmla="*/ 202 h 188114"/>
                  <a:gd name="csX5" fmla="*/ 27737 w 187874"/>
                  <a:gd name="csY5" fmla="*/ 27750 h 188114"/>
                  <a:gd name="csX6" fmla="*/ 224 w 187874"/>
                  <a:gd name="csY6" fmla="*/ 94259 h 188114"/>
                  <a:gd name="csX7" fmla="*/ 27737 w 187874"/>
                  <a:gd name="csY7" fmla="*/ 160768 h 188114"/>
                  <a:gd name="csX8" fmla="*/ 94161 w 187874"/>
                  <a:gd name="csY8" fmla="*/ 18831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1" y="188317"/>
                    </a:moveTo>
                    <a:cubicBezTo>
                      <a:pt x="119074" y="188317"/>
                      <a:pt x="142969" y="178406"/>
                      <a:pt x="160585" y="160768"/>
                    </a:cubicBezTo>
                    <a:cubicBezTo>
                      <a:pt x="178201" y="143129"/>
                      <a:pt x="188099" y="119203"/>
                      <a:pt x="188099" y="94259"/>
                    </a:cubicBezTo>
                    <a:cubicBezTo>
                      <a:pt x="188099" y="69315"/>
                      <a:pt x="178201" y="45389"/>
                      <a:pt x="160585" y="27750"/>
                    </a:cubicBezTo>
                    <a:cubicBezTo>
                      <a:pt x="142969" y="10112"/>
                      <a:pt x="119074" y="202"/>
                      <a:pt x="94161" y="202"/>
                    </a:cubicBezTo>
                    <a:cubicBezTo>
                      <a:pt x="69249" y="202"/>
                      <a:pt x="45353" y="10112"/>
                      <a:pt x="27737" y="27750"/>
                    </a:cubicBezTo>
                    <a:cubicBezTo>
                      <a:pt x="10122" y="45389"/>
                      <a:pt x="224" y="69315"/>
                      <a:pt x="224" y="94259"/>
                    </a:cubicBezTo>
                    <a:cubicBezTo>
                      <a:pt x="224" y="119203"/>
                      <a:pt x="10122" y="143129"/>
                      <a:pt x="27737" y="160768"/>
                    </a:cubicBezTo>
                    <a:cubicBezTo>
                      <a:pt x="45353" y="178406"/>
                      <a:pt x="69249" y="188317"/>
                      <a:pt x="94161" y="188317"/>
                    </a:cubicBezTo>
                    <a:close/>
                  </a:path>
                </a:pathLst>
              </a:custGeom>
              <a:solidFill>
                <a:srgbClr val="1F96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3" name="任意多边形: 形状 142"/>
              <p:cNvSpPr/>
              <p:nvPr/>
            </p:nvSpPr>
            <p:spPr>
              <a:xfrm>
                <a:off x="6988828" y="10421598"/>
                <a:ext cx="360000" cy="360000"/>
              </a:xfrm>
              <a:custGeom>
                <a:avLst/>
                <a:gdLst>
                  <a:gd name="csX0" fmla="*/ 94059 w 187874"/>
                  <a:gd name="csY0" fmla="*/ 188255 h 188114"/>
                  <a:gd name="csX1" fmla="*/ 160483 w 187874"/>
                  <a:gd name="csY1" fmla="*/ 160706 h 188114"/>
                  <a:gd name="csX2" fmla="*/ 187997 w 187874"/>
                  <a:gd name="csY2" fmla="*/ 94197 h 188114"/>
                  <a:gd name="csX3" fmla="*/ 160483 w 187874"/>
                  <a:gd name="csY3" fmla="*/ 27688 h 188114"/>
                  <a:gd name="csX4" fmla="*/ 94059 w 187874"/>
                  <a:gd name="csY4" fmla="*/ 140 h 188114"/>
                  <a:gd name="csX5" fmla="*/ 27636 w 187874"/>
                  <a:gd name="csY5" fmla="*/ 27688 h 188114"/>
                  <a:gd name="csX6" fmla="*/ 122 w 187874"/>
                  <a:gd name="csY6" fmla="*/ 94197 h 188114"/>
                  <a:gd name="csX7" fmla="*/ 27636 w 187874"/>
                  <a:gd name="csY7" fmla="*/ 160706 h 188114"/>
                  <a:gd name="csX8" fmla="*/ 94059 w 187874"/>
                  <a:gd name="csY8" fmla="*/ 18825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59" y="188255"/>
                    </a:moveTo>
                    <a:cubicBezTo>
                      <a:pt x="118972" y="188255"/>
                      <a:pt x="142867" y="178344"/>
                      <a:pt x="160483" y="160706"/>
                    </a:cubicBezTo>
                    <a:cubicBezTo>
                      <a:pt x="178099" y="143067"/>
                      <a:pt x="187997" y="119141"/>
                      <a:pt x="187997" y="94197"/>
                    </a:cubicBezTo>
                    <a:cubicBezTo>
                      <a:pt x="187997" y="69253"/>
                      <a:pt x="178099" y="45327"/>
                      <a:pt x="160483" y="27688"/>
                    </a:cubicBezTo>
                    <a:cubicBezTo>
                      <a:pt x="142867" y="10050"/>
                      <a:pt x="118972" y="140"/>
                      <a:pt x="94059" y="140"/>
                    </a:cubicBezTo>
                    <a:cubicBezTo>
                      <a:pt x="69147" y="140"/>
                      <a:pt x="45251" y="10050"/>
                      <a:pt x="27636" y="27688"/>
                    </a:cubicBezTo>
                    <a:cubicBezTo>
                      <a:pt x="10020" y="45327"/>
                      <a:pt x="122" y="69253"/>
                      <a:pt x="122" y="94197"/>
                    </a:cubicBezTo>
                    <a:cubicBezTo>
                      <a:pt x="122" y="119141"/>
                      <a:pt x="10020" y="143067"/>
                      <a:pt x="27636" y="160706"/>
                    </a:cubicBezTo>
                    <a:cubicBezTo>
                      <a:pt x="45251" y="178344"/>
                      <a:pt x="69147" y="188255"/>
                      <a:pt x="94059" y="188255"/>
                    </a:cubicBezTo>
                    <a:close/>
                  </a:path>
                </a:pathLst>
              </a:custGeom>
              <a:solidFill>
                <a:srgbClr val="C8E02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4" name="任意多边形: 形状 143"/>
              <p:cNvSpPr/>
              <p:nvPr/>
            </p:nvSpPr>
            <p:spPr>
              <a:xfrm>
                <a:off x="8640943" y="13537767"/>
                <a:ext cx="360000" cy="360000"/>
              </a:xfrm>
              <a:custGeom>
                <a:avLst/>
                <a:gdLst>
                  <a:gd name="csX0" fmla="*/ 94093 w 187874"/>
                  <a:gd name="csY0" fmla="*/ 188319 h 188114"/>
                  <a:gd name="csX1" fmla="*/ 160517 w 187874"/>
                  <a:gd name="csY1" fmla="*/ 160770 h 188114"/>
                  <a:gd name="csX2" fmla="*/ 188031 w 187874"/>
                  <a:gd name="csY2" fmla="*/ 94261 h 188114"/>
                  <a:gd name="csX3" fmla="*/ 160517 w 187874"/>
                  <a:gd name="csY3" fmla="*/ 27753 h 188114"/>
                  <a:gd name="csX4" fmla="*/ 94093 w 187874"/>
                  <a:gd name="csY4" fmla="*/ 204 h 188114"/>
                  <a:gd name="csX5" fmla="*/ 27670 w 187874"/>
                  <a:gd name="csY5" fmla="*/ 27753 h 188114"/>
                  <a:gd name="csX6" fmla="*/ 156 w 187874"/>
                  <a:gd name="csY6" fmla="*/ 94261 h 188114"/>
                  <a:gd name="csX7" fmla="*/ 27670 w 187874"/>
                  <a:gd name="csY7" fmla="*/ 160770 h 188114"/>
                  <a:gd name="csX8" fmla="*/ 94093 w 187874"/>
                  <a:gd name="csY8" fmla="*/ 18831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3" y="188319"/>
                    </a:moveTo>
                    <a:cubicBezTo>
                      <a:pt x="119006" y="188319"/>
                      <a:pt x="142901" y="178408"/>
                      <a:pt x="160517" y="160770"/>
                    </a:cubicBezTo>
                    <a:cubicBezTo>
                      <a:pt x="178133" y="143132"/>
                      <a:pt x="188031" y="119206"/>
                      <a:pt x="188031" y="94261"/>
                    </a:cubicBezTo>
                    <a:cubicBezTo>
                      <a:pt x="188031" y="69317"/>
                      <a:pt x="178133" y="45391"/>
                      <a:pt x="160517" y="27753"/>
                    </a:cubicBezTo>
                    <a:cubicBezTo>
                      <a:pt x="142901" y="10114"/>
                      <a:pt x="119006" y="204"/>
                      <a:pt x="94093" y="204"/>
                    </a:cubicBezTo>
                    <a:cubicBezTo>
                      <a:pt x="69181" y="204"/>
                      <a:pt x="45285" y="10114"/>
                      <a:pt x="27670" y="27753"/>
                    </a:cubicBezTo>
                    <a:cubicBezTo>
                      <a:pt x="10054" y="45391"/>
                      <a:pt x="156" y="69317"/>
                      <a:pt x="156" y="94261"/>
                    </a:cubicBezTo>
                    <a:cubicBezTo>
                      <a:pt x="156" y="119206"/>
                      <a:pt x="10054" y="143132"/>
                      <a:pt x="27670" y="160770"/>
                    </a:cubicBezTo>
                    <a:cubicBezTo>
                      <a:pt x="45285" y="178408"/>
                      <a:pt x="69181" y="188319"/>
                      <a:pt x="94093" y="188319"/>
                    </a:cubicBezTo>
                    <a:close/>
                  </a:path>
                </a:pathLst>
              </a:custGeom>
              <a:solidFill>
                <a:srgbClr val="25AC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5" name="任意多边形: 形状 144"/>
              <p:cNvSpPr/>
              <p:nvPr/>
            </p:nvSpPr>
            <p:spPr>
              <a:xfrm>
                <a:off x="13077059" y="13285596"/>
                <a:ext cx="360000" cy="360000"/>
              </a:xfrm>
              <a:custGeom>
                <a:avLst/>
                <a:gdLst>
                  <a:gd name="csX0" fmla="*/ 94185 w 187874"/>
                  <a:gd name="csY0" fmla="*/ 188313 h 188114"/>
                  <a:gd name="csX1" fmla="*/ 160609 w 187874"/>
                  <a:gd name="csY1" fmla="*/ 160765 h 188114"/>
                  <a:gd name="csX2" fmla="*/ 188122 w 187874"/>
                  <a:gd name="csY2" fmla="*/ 94256 h 188114"/>
                  <a:gd name="csX3" fmla="*/ 160609 w 187874"/>
                  <a:gd name="csY3" fmla="*/ 27747 h 188114"/>
                  <a:gd name="csX4" fmla="*/ 94185 w 187874"/>
                  <a:gd name="csY4" fmla="*/ 199 h 188114"/>
                  <a:gd name="csX5" fmla="*/ 27761 w 187874"/>
                  <a:gd name="csY5" fmla="*/ 27747 h 188114"/>
                  <a:gd name="csX6" fmla="*/ 247 w 187874"/>
                  <a:gd name="csY6" fmla="*/ 94256 h 188114"/>
                  <a:gd name="csX7" fmla="*/ 27761 w 187874"/>
                  <a:gd name="csY7" fmla="*/ 160765 h 188114"/>
                  <a:gd name="csX8" fmla="*/ 94185 w 187874"/>
                  <a:gd name="csY8" fmla="*/ 18831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5" y="188313"/>
                    </a:moveTo>
                    <a:cubicBezTo>
                      <a:pt x="119097" y="188313"/>
                      <a:pt x="142993" y="178403"/>
                      <a:pt x="160609" y="160765"/>
                    </a:cubicBezTo>
                    <a:cubicBezTo>
                      <a:pt x="178224" y="143126"/>
                      <a:pt x="188122" y="119200"/>
                      <a:pt x="188122" y="94256"/>
                    </a:cubicBezTo>
                    <a:cubicBezTo>
                      <a:pt x="188122" y="69312"/>
                      <a:pt x="178224" y="45386"/>
                      <a:pt x="160609" y="27747"/>
                    </a:cubicBezTo>
                    <a:cubicBezTo>
                      <a:pt x="142993" y="10109"/>
                      <a:pt x="119097" y="199"/>
                      <a:pt x="94185" y="199"/>
                    </a:cubicBezTo>
                    <a:cubicBezTo>
                      <a:pt x="69272" y="199"/>
                      <a:pt x="45377" y="10109"/>
                      <a:pt x="27761" y="27747"/>
                    </a:cubicBezTo>
                    <a:cubicBezTo>
                      <a:pt x="10145" y="45386"/>
                      <a:pt x="247" y="69312"/>
                      <a:pt x="247" y="94256"/>
                    </a:cubicBezTo>
                    <a:cubicBezTo>
                      <a:pt x="247" y="119200"/>
                      <a:pt x="10145" y="143126"/>
                      <a:pt x="27761" y="160765"/>
                    </a:cubicBezTo>
                    <a:cubicBezTo>
                      <a:pt x="45377" y="178403"/>
                      <a:pt x="69272" y="188313"/>
                      <a:pt x="94185" y="188313"/>
                    </a:cubicBezTo>
                    <a:close/>
                  </a:path>
                </a:pathLst>
              </a:custGeom>
              <a:solidFill>
                <a:srgbClr val="26AD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6" name="任意多边形: 形状 145"/>
              <p:cNvSpPr/>
              <p:nvPr/>
            </p:nvSpPr>
            <p:spPr>
              <a:xfrm>
                <a:off x="10211151" y="10455765"/>
                <a:ext cx="360000" cy="360000"/>
              </a:xfrm>
              <a:custGeom>
                <a:avLst/>
                <a:gdLst>
                  <a:gd name="csX0" fmla="*/ 94126 w 187874"/>
                  <a:gd name="csY0" fmla="*/ 188255 h 188114"/>
                  <a:gd name="csX1" fmla="*/ 160550 w 187874"/>
                  <a:gd name="csY1" fmla="*/ 160706 h 188114"/>
                  <a:gd name="csX2" fmla="*/ 188063 w 187874"/>
                  <a:gd name="csY2" fmla="*/ 94198 h 188114"/>
                  <a:gd name="csX3" fmla="*/ 160550 w 187874"/>
                  <a:gd name="csY3" fmla="*/ 27689 h 188114"/>
                  <a:gd name="csX4" fmla="*/ 94126 w 187874"/>
                  <a:gd name="csY4" fmla="*/ 140 h 188114"/>
                  <a:gd name="csX5" fmla="*/ 27702 w 187874"/>
                  <a:gd name="csY5" fmla="*/ 27689 h 188114"/>
                  <a:gd name="csX6" fmla="*/ 188 w 187874"/>
                  <a:gd name="csY6" fmla="*/ 94198 h 188114"/>
                  <a:gd name="csX7" fmla="*/ 27702 w 187874"/>
                  <a:gd name="csY7" fmla="*/ 160706 h 188114"/>
                  <a:gd name="csX8" fmla="*/ 94126 w 187874"/>
                  <a:gd name="csY8" fmla="*/ 18825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6" y="188255"/>
                    </a:moveTo>
                    <a:cubicBezTo>
                      <a:pt x="119038" y="188255"/>
                      <a:pt x="142934" y="178345"/>
                      <a:pt x="160550" y="160706"/>
                    </a:cubicBezTo>
                    <a:cubicBezTo>
                      <a:pt x="178165" y="143068"/>
                      <a:pt x="188063" y="119142"/>
                      <a:pt x="188063" y="94198"/>
                    </a:cubicBezTo>
                    <a:cubicBezTo>
                      <a:pt x="188063" y="69253"/>
                      <a:pt x="178165" y="45327"/>
                      <a:pt x="160550" y="27689"/>
                    </a:cubicBezTo>
                    <a:cubicBezTo>
                      <a:pt x="142934" y="10051"/>
                      <a:pt x="119038" y="140"/>
                      <a:pt x="94126" y="140"/>
                    </a:cubicBezTo>
                    <a:cubicBezTo>
                      <a:pt x="69213" y="140"/>
                      <a:pt x="45318" y="10051"/>
                      <a:pt x="27702" y="27689"/>
                    </a:cubicBezTo>
                    <a:cubicBezTo>
                      <a:pt x="10086" y="45327"/>
                      <a:pt x="188" y="69253"/>
                      <a:pt x="188" y="94198"/>
                    </a:cubicBezTo>
                    <a:cubicBezTo>
                      <a:pt x="188" y="119142"/>
                      <a:pt x="10086" y="143068"/>
                      <a:pt x="27702" y="160706"/>
                    </a:cubicBezTo>
                    <a:cubicBezTo>
                      <a:pt x="45318" y="178345"/>
                      <a:pt x="69213" y="188255"/>
                      <a:pt x="94126" y="188255"/>
                    </a:cubicBezTo>
                    <a:close/>
                  </a:path>
                </a:pathLst>
              </a:custGeom>
              <a:solidFill>
                <a:srgbClr val="1FA1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7" name="任意多边形: 形状 146"/>
              <p:cNvSpPr/>
              <p:nvPr/>
            </p:nvSpPr>
            <p:spPr>
              <a:xfrm>
                <a:off x="11620798" y="14676493"/>
                <a:ext cx="360000" cy="360000"/>
              </a:xfrm>
              <a:custGeom>
                <a:avLst/>
                <a:gdLst>
                  <a:gd name="csX0" fmla="*/ 94155 w 187874"/>
                  <a:gd name="csY0" fmla="*/ 188342 h 188114"/>
                  <a:gd name="csX1" fmla="*/ 160579 w 187874"/>
                  <a:gd name="csY1" fmla="*/ 160793 h 188114"/>
                  <a:gd name="csX2" fmla="*/ 188092 w 187874"/>
                  <a:gd name="csY2" fmla="*/ 94285 h 188114"/>
                  <a:gd name="csX3" fmla="*/ 160579 w 187874"/>
                  <a:gd name="csY3" fmla="*/ 27776 h 188114"/>
                  <a:gd name="csX4" fmla="*/ 94155 w 187874"/>
                  <a:gd name="csY4" fmla="*/ 227 h 188114"/>
                  <a:gd name="csX5" fmla="*/ 27731 w 187874"/>
                  <a:gd name="csY5" fmla="*/ 27776 h 188114"/>
                  <a:gd name="csX6" fmla="*/ 217 w 187874"/>
                  <a:gd name="csY6" fmla="*/ 94285 h 188114"/>
                  <a:gd name="csX7" fmla="*/ 27731 w 187874"/>
                  <a:gd name="csY7" fmla="*/ 160793 h 188114"/>
                  <a:gd name="csX8" fmla="*/ 94155 w 187874"/>
                  <a:gd name="csY8" fmla="*/ 18834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5" y="188342"/>
                    </a:moveTo>
                    <a:cubicBezTo>
                      <a:pt x="119067" y="188342"/>
                      <a:pt x="142963" y="178432"/>
                      <a:pt x="160579" y="160793"/>
                    </a:cubicBezTo>
                    <a:cubicBezTo>
                      <a:pt x="178194" y="143155"/>
                      <a:pt x="188092" y="119229"/>
                      <a:pt x="188092" y="94285"/>
                    </a:cubicBezTo>
                    <a:cubicBezTo>
                      <a:pt x="188092" y="69340"/>
                      <a:pt x="178194" y="45414"/>
                      <a:pt x="160579" y="27776"/>
                    </a:cubicBezTo>
                    <a:cubicBezTo>
                      <a:pt x="142963" y="10138"/>
                      <a:pt x="119067" y="227"/>
                      <a:pt x="94155" y="227"/>
                    </a:cubicBezTo>
                    <a:cubicBezTo>
                      <a:pt x="69242" y="227"/>
                      <a:pt x="45347" y="10138"/>
                      <a:pt x="27731" y="27776"/>
                    </a:cubicBezTo>
                    <a:cubicBezTo>
                      <a:pt x="10115" y="45414"/>
                      <a:pt x="217" y="69340"/>
                      <a:pt x="217" y="94285"/>
                    </a:cubicBezTo>
                    <a:cubicBezTo>
                      <a:pt x="217" y="119229"/>
                      <a:pt x="10115" y="143155"/>
                      <a:pt x="27731" y="160793"/>
                    </a:cubicBezTo>
                    <a:cubicBezTo>
                      <a:pt x="45347" y="178432"/>
                      <a:pt x="69242" y="188342"/>
                      <a:pt x="94155" y="188342"/>
                    </a:cubicBezTo>
                    <a:close/>
                  </a:path>
                </a:pathLst>
              </a:custGeom>
              <a:solidFill>
                <a:srgbClr val="35B77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8" name="任意多边形: 形状 147"/>
              <p:cNvSpPr/>
              <p:nvPr/>
            </p:nvSpPr>
            <p:spPr>
              <a:xfrm>
                <a:off x="8161818" y="14013581"/>
                <a:ext cx="360000" cy="360000"/>
              </a:xfrm>
              <a:custGeom>
                <a:avLst/>
                <a:gdLst>
                  <a:gd name="csX0" fmla="*/ 94084 w 187874"/>
                  <a:gd name="csY0" fmla="*/ 188328 h 188114"/>
                  <a:gd name="csX1" fmla="*/ 160507 w 187874"/>
                  <a:gd name="csY1" fmla="*/ 160780 h 188114"/>
                  <a:gd name="csX2" fmla="*/ 188021 w 187874"/>
                  <a:gd name="csY2" fmla="*/ 94271 h 188114"/>
                  <a:gd name="csX3" fmla="*/ 160507 w 187874"/>
                  <a:gd name="csY3" fmla="*/ 27762 h 188114"/>
                  <a:gd name="csX4" fmla="*/ 94084 w 187874"/>
                  <a:gd name="csY4" fmla="*/ 214 h 188114"/>
                  <a:gd name="csX5" fmla="*/ 27660 w 187874"/>
                  <a:gd name="csY5" fmla="*/ 27762 h 188114"/>
                  <a:gd name="csX6" fmla="*/ 146 w 187874"/>
                  <a:gd name="csY6" fmla="*/ 94271 h 188114"/>
                  <a:gd name="csX7" fmla="*/ 27660 w 187874"/>
                  <a:gd name="csY7" fmla="*/ 160780 h 188114"/>
                  <a:gd name="csX8" fmla="*/ 94084 w 187874"/>
                  <a:gd name="csY8" fmla="*/ 18832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4" y="188328"/>
                    </a:moveTo>
                    <a:cubicBezTo>
                      <a:pt x="118996" y="188328"/>
                      <a:pt x="142892" y="178418"/>
                      <a:pt x="160507" y="160780"/>
                    </a:cubicBezTo>
                    <a:cubicBezTo>
                      <a:pt x="178123" y="143141"/>
                      <a:pt x="188021" y="119215"/>
                      <a:pt x="188021" y="94271"/>
                    </a:cubicBezTo>
                    <a:cubicBezTo>
                      <a:pt x="188021" y="69327"/>
                      <a:pt x="178123" y="45401"/>
                      <a:pt x="160507" y="27762"/>
                    </a:cubicBezTo>
                    <a:cubicBezTo>
                      <a:pt x="142892" y="10124"/>
                      <a:pt x="118996" y="214"/>
                      <a:pt x="94084" y="214"/>
                    </a:cubicBezTo>
                    <a:cubicBezTo>
                      <a:pt x="69171" y="214"/>
                      <a:pt x="45275" y="10124"/>
                      <a:pt x="27660" y="27762"/>
                    </a:cubicBezTo>
                    <a:cubicBezTo>
                      <a:pt x="10044" y="45401"/>
                      <a:pt x="146" y="69327"/>
                      <a:pt x="146" y="94271"/>
                    </a:cubicBezTo>
                    <a:cubicBezTo>
                      <a:pt x="146" y="119215"/>
                      <a:pt x="10044" y="143141"/>
                      <a:pt x="27660" y="160780"/>
                    </a:cubicBezTo>
                    <a:cubicBezTo>
                      <a:pt x="45275" y="178418"/>
                      <a:pt x="69171" y="188328"/>
                      <a:pt x="94084" y="188328"/>
                    </a:cubicBezTo>
                    <a:close/>
                  </a:path>
                </a:pathLst>
              </a:custGeom>
              <a:solidFill>
                <a:srgbClr val="44BF7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49" name="任意多边形: 形状 148"/>
              <p:cNvSpPr/>
              <p:nvPr/>
            </p:nvSpPr>
            <p:spPr>
              <a:xfrm>
                <a:off x="10240603" y="13239743"/>
                <a:ext cx="360000" cy="360000"/>
              </a:xfrm>
              <a:custGeom>
                <a:avLst/>
                <a:gdLst>
                  <a:gd name="csX0" fmla="*/ 94126 w 187874"/>
                  <a:gd name="csY0" fmla="*/ 188313 h 188114"/>
                  <a:gd name="csX1" fmla="*/ 160550 w 187874"/>
                  <a:gd name="csY1" fmla="*/ 160764 h 188114"/>
                  <a:gd name="csX2" fmla="*/ 188064 w 187874"/>
                  <a:gd name="csY2" fmla="*/ 94255 h 188114"/>
                  <a:gd name="csX3" fmla="*/ 160550 w 187874"/>
                  <a:gd name="csY3" fmla="*/ 27746 h 188114"/>
                  <a:gd name="csX4" fmla="*/ 94126 w 187874"/>
                  <a:gd name="csY4" fmla="*/ 198 h 188114"/>
                  <a:gd name="csX5" fmla="*/ 27703 w 187874"/>
                  <a:gd name="csY5" fmla="*/ 27746 h 188114"/>
                  <a:gd name="csX6" fmla="*/ 189 w 187874"/>
                  <a:gd name="csY6" fmla="*/ 94255 h 188114"/>
                  <a:gd name="csX7" fmla="*/ 27703 w 187874"/>
                  <a:gd name="csY7" fmla="*/ 160764 h 188114"/>
                  <a:gd name="csX8" fmla="*/ 94126 w 187874"/>
                  <a:gd name="csY8" fmla="*/ 18831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6" y="188313"/>
                    </a:moveTo>
                    <a:cubicBezTo>
                      <a:pt x="119039" y="188313"/>
                      <a:pt x="142934" y="178402"/>
                      <a:pt x="160550" y="160764"/>
                    </a:cubicBezTo>
                    <a:cubicBezTo>
                      <a:pt x="178166" y="143125"/>
                      <a:pt x="188064" y="119199"/>
                      <a:pt x="188064" y="94255"/>
                    </a:cubicBezTo>
                    <a:cubicBezTo>
                      <a:pt x="188064" y="69311"/>
                      <a:pt x="178166" y="45385"/>
                      <a:pt x="160550" y="27746"/>
                    </a:cubicBezTo>
                    <a:cubicBezTo>
                      <a:pt x="142934" y="10108"/>
                      <a:pt x="119039" y="198"/>
                      <a:pt x="94126" y="198"/>
                    </a:cubicBezTo>
                    <a:cubicBezTo>
                      <a:pt x="69214" y="198"/>
                      <a:pt x="45318" y="10108"/>
                      <a:pt x="27703" y="27746"/>
                    </a:cubicBezTo>
                    <a:cubicBezTo>
                      <a:pt x="10087" y="45385"/>
                      <a:pt x="189" y="69311"/>
                      <a:pt x="189" y="94255"/>
                    </a:cubicBezTo>
                    <a:cubicBezTo>
                      <a:pt x="189" y="119199"/>
                      <a:pt x="10087" y="143125"/>
                      <a:pt x="27703" y="160764"/>
                    </a:cubicBezTo>
                    <a:cubicBezTo>
                      <a:pt x="45318" y="178402"/>
                      <a:pt x="69214" y="188313"/>
                      <a:pt x="94126" y="188313"/>
                    </a:cubicBezTo>
                    <a:close/>
                  </a:path>
                </a:pathLst>
              </a:custGeom>
              <a:solidFill>
                <a:srgbClr val="2A7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0" name="任意多边形: 形状 149"/>
              <p:cNvSpPr/>
              <p:nvPr/>
            </p:nvSpPr>
            <p:spPr>
              <a:xfrm>
                <a:off x="11215220" y="11425097"/>
                <a:ext cx="360000" cy="360000"/>
              </a:xfrm>
              <a:custGeom>
                <a:avLst/>
                <a:gdLst>
                  <a:gd name="csX0" fmla="*/ 94146 w 187874"/>
                  <a:gd name="csY0" fmla="*/ 188275 h 188114"/>
                  <a:gd name="csX1" fmla="*/ 160570 w 187874"/>
                  <a:gd name="csY1" fmla="*/ 160726 h 188114"/>
                  <a:gd name="csX2" fmla="*/ 188084 w 187874"/>
                  <a:gd name="csY2" fmla="*/ 94218 h 188114"/>
                  <a:gd name="csX3" fmla="*/ 160570 w 187874"/>
                  <a:gd name="csY3" fmla="*/ 27709 h 188114"/>
                  <a:gd name="csX4" fmla="*/ 94146 w 187874"/>
                  <a:gd name="csY4" fmla="*/ 160 h 188114"/>
                  <a:gd name="csX5" fmla="*/ 27723 w 187874"/>
                  <a:gd name="csY5" fmla="*/ 27709 h 188114"/>
                  <a:gd name="csX6" fmla="*/ 209 w 187874"/>
                  <a:gd name="csY6" fmla="*/ 94218 h 188114"/>
                  <a:gd name="csX7" fmla="*/ 27723 w 187874"/>
                  <a:gd name="csY7" fmla="*/ 160726 h 188114"/>
                  <a:gd name="csX8" fmla="*/ 94146 w 187874"/>
                  <a:gd name="csY8" fmla="*/ 18827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6" y="188275"/>
                    </a:moveTo>
                    <a:cubicBezTo>
                      <a:pt x="119059" y="188275"/>
                      <a:pt x="142954" y="178365"/>
                      <a:pt x="160570" y="160726"/>
                    </a:cubicBezTo>
                    <a:cubicBezTo>
                      <a:pt x="178186" y="143088"/>
                      <a:pt x="188084" y="119162"/>
                      <a:pt x="188084" y="94218"/>
                    </a:cubicBezTo>
                    <a:cubicBezTo>
                      <a:pt x="188084" y="69273"/>
                      <a:pt x="178186" y="45347"/>
                      <a:pt x="160570" y="27709"/>
                    </a:cubicBezTo>
                    <a:cubicBezTo>
                      <a:pt x="142954" y="10071"/>
                      <a:pt x="119059" y="160"/>
                      <a:pt x="94146" y="160"/>
                    </a:cubicBezTo>
                    <a:cubicBezTo>
                      <a:pt x="69234" y="160"/>
                      <a:pt x="45338" y="10071"/>
                      <a:pt x="27723" y="27709"/>
                    </a:cubicBezTo>
                    <a:cubicBezTo>
                      <a:pt x="10107" y="45347"/>
                      <a:pt x="209" y="69273"/>
                      <a:pt x="209" y="94218"/>
                    </a:cubicBezTo>
                    <a:cubicBezTo>
                      <a:pt x="209" y="119162"/>
                      <a:pt x="10107" y="143088"/>
                      <a:pt x="27723" y="160726"/>
                    </a:cubicBezTo>
                    <a:cubicBezTo>
                      <a:pt x="45338" y="178365"/>
                      <a:pt x="69234" y="188275"/>
                      <a:pt x="94146" y="188275"/>
                    </a:cubicBezTo>
                    <a:close/>
                  </a:path>
                </a:pathLst>
              </a:custGeom>
              <a:solidFill>
                <a:srgbClr val="2B7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1" name="任意多边形: 形状 150"/>
              <p:cNvSpPr/>
              <p:nvPr/>
            </p:nvSpPr>
            <p:spPr>
              <a:xfrm>
                <a:off x="11736995" y="10956781"/>
                <a:ext cx="360000" cy="360000"/>
              </a:xfrm>
              <a:custGeom>
                <a:avLst/>
                <a:gdLst>
                  <a:gd name="csX0" fmla="*/ 94157 w 187874"/>
                  <a:gd name="csY0" fmla="*/ 188266 h 188114"/>
                  <a:gd name="csX1" fmla="*/ 160581 w 187874"/>
                  <a:gd name="csY1" fmla="*/ 160717 h 188114"/>
                  <a:gd name="csX2" fmla="*/ 188095 w 187874"/>
                  <a:gd name="csY2" fmla="*/ 94208 h 188114"/>
                  <a:gd name="csX3" fmla="*/ 160581 w 187874"/>
                  <a:gd name="csY3" fmla="*/ 27699 h 188114"/>
                  <a:gd name="csX4" fmla="*/ 94157 w 187874"/>
                  <a:gd name="csY4" fmla="*/ 151 h 188114"/>
                  <a:gd name="csX5" fmla="*/ 27733 w 187874"/>
                  <a:gd name="csY5" fmla="*/ 27699 h 188114"/>
                  <a:gd name="csX6" fmla="*/ 220 w 187874"/>
                  <a:gd name="csY6" fmla="*/ 94208 h 188114"/>
                  <a:gd name="csX7" fmla="*/ 27733 w 187874"/>
                  <a:gd name="csY7" fmla="*/ 160717 h 188114"/>
                  <a:gd name="csX8" fmla="*/ 94157 w 187874"/>
                  <a:gd name="csY8" fmla="*/ 18826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7" y="188266"/>
                    </a:moveTo>
                    <a:cubicBezTo>
                      <a:pt x="119070" y="188266"/>
                      <a:pt x="142965" y="178355"/>
                      <a:pt x="160581" y="160717"/>
                    </a:cubicBezTo>
                    <a:cubicBezTo>
                      <a:pt x="178197" y="143078"/>
                      <a:pt x="188095" y="119152"/>
                      <a:pt x="188095" y="94208"/>
                    </a:cubicBezTo>
                    <a:cubicBezTo>
                      <a:pt x="188095" y="69264"/>
                      <a:pt x="178197" y="45338"/>
                      <a:pt x="160581" y="27699"/>
                    </a:cubicBezTo>
                    <a:cubicBezTo>
                      <a:pt x="142965" y="10061"/>
                      <a:pt x="119070" y="151"/>
                      <a:pt x="94157" y="151"/>
                    </a:cubicBezTo>
                    <a:cubicBezTo>
                      <a:pt x="69245" y="151"/>
                      <a:pt x="45349" y="10061"/>
                      <a:pt x="27733" y="27699"/>
                    </a:cubicBezTo>
                    <a:cubicBezTo>
                      <a:pt x="10118" y="45338"/>
                      <a:pt x="220" y="69264"/>
                      <a:pt x="220" y="94208"/>
                    </a:cubicBezTo>
                    <a:cubicBezTo>
                      <a:pt x="220" y="119152"/>
                      <a:pt x="10118" y="143078"/>
                      <a:pt x="27733" y="160717"/>
                    </a:cubicBezTo>
                    <a:cubicBezTo>
                      <a:pt x="45349" y="178355"/>
                      <a:pt x="69245" y="188266"/>
                      <a:pt x="94157" y="188266"/>
                    </a:cubicBezTo>
                    <a:close/>
                  </a:path>
                </a:pathLst>
              </a:custGeom>
              <a:solidFill>
                <a:srgbClr val="228C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2" name="任意多边形: 形状 151"/>
              <p:cNvSpPr/>
              <p:nvPr/>
            </p:nvSpPr>
            <p:spPr>
              <a:xfrm>
                <a:off x="9564338" y="11329762"/>
                <a:ext cx="360000" cy="360000"/>
              </a:xfrm>
              <a:custGeom>
                <a:avLst/>
                <a:gdLst>
                  <a:gd name="csX0" fmla="*/ 94112 w 187874"/>
                  <a:gd name="csY0" fmla="*/ 188273 h 188114"/>
                  <a:gd name="csX1" fmla="*/ 160536 w 187874"/>
                  <a:gd name="csY1" fmla="*/ 160724 h 188114"/>
                  <a:gd name="csX2" fmla="*/ 188050 w 187874"/>
                  <a:gd name="csY2" fmla="*/ 94216 h 188114"/>
                  <a:gd name="csX3" fmla="*/ 160536 w 187874"/>
                  <a:gd name="csY3" fmla="*/ 27707 h 188114"/>
                  <a:gd name="csX4" fmla="*/ 94112 w 187874"/>
                  <a:gd name="csY4" fmla="*/ 158 h 188114"/>
                  <a:gd name="csX5" fmla="*/ 27689 w 187874"/>
                  <a:gd name="csY5" fmla="*/ 27707 h 188114"/>
                  <a:gd name="csX6" fmla="*/ 175 w 187874"/>
                  <a:gd name="csY6" fmla="*/ 94216 h 188114"/>
                  <a:gd name="csX7" fmla="*/ 27689 w 187874"/>
                  <a:gd name="csY7" fmla="*/ 160724 h 188114"/>
                  <a:gd name="csX8" fmla="*/ 94112 w 187874"/>
                  <a:gd name="csY8" fmla="*/ 18827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2" y="188273"/>
                    </a:moveTo>
                    <a:cubicBezTo>
                      <a:pt x="119025" y="188273"/>
                      <a:pt x="142920" y="178363"/>
                      <a:pt x="160536" y="160724"/>
                    </a:cubicBezTo>
                    <a:cubicBezTo>
                      <a:pt x="178152" y="143086"/>
                      <a:pt x="188050" y="119160"/>
                      <a:pt x="188050" y="94216"/>
                    </a:cubicBezTo>
                    <a:cubicBezTo>
                      <a:pt x="188050" y="69271"/>
                      <a:pt x="178152" y="45345"/>
                      <a:pt x="160536" y="27707"/>
                    </a:cubicBezTo>
                    <a:cubicBezTo>
                      <a:pt x="142920" y="10069"/>
                      <a:pt x="119025" y="158"/>
                      <a:pt x="94112" y="158"/>
                    </a:cubicBezTo>
                    <a:cubicBezTo>
                      <a:pt x="69200" y="158"/>
                      <a:pt x="45304" y="10069"/>
                      <a:pt x="27689" y="27707"/>
                    </a:cubicBezTo>
                    <a:cubicBezTo>
                      <a:pt x="10073" y="45345"/>
                      <a:pt x="175" y="69271"/>
                      <a:pt x="175" y="94216"/>
                    </a:cubicBezTo>
                    <a:cubicBezTo>
                      <a:pt x="175" y="119160"/>
                      <a:pt x="10073" y="143086"/>
                      <a:pt x="27689" y="160724"/>
                    </a:cubicBezTo>
                    <a:cubicBezTo>
                      <a:pt x="45304" y="178363"/>
                      <a:pt x="69200" y="188273"/>
                      <a:pt x="94112" y="188273"/>
                    </a:cubicBezTo>
                    <a:close/>
                  </a:path>
                </a:pathLst>
              </a:custGeom>
              <a:solidFill>
                <a:srgbClr val="2780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3" name="任意多边形: 形状 152"/>
              <p:cNvSpPr/>
              <p:nvPr/>
            </p:nvSpPr>
            <p:spPr>
              <a:xfrm>
                <a:off x="11560763" y="14373645"/>
                <a:ext cx="360000" cy="360000"/>
              </a:xfrm>
              <a:custGeom>
                <a:avLst/>
                <a:gdLst>
                  <a:gd name="csX0" fmla="*/ 94154 w 187874"/>
                  <a:gd name="csY0" fmla="*/ 188336 h 188114"/>
                  <a:gd name="csX1" fmla="*/ 160577 w 187874"/>
                  <a:gd name="csY1" fmla="*/ 160787 h 188114"/>
                  <a:gd name="csX2" fmla="*/ 188091 w 187874"/>
                  <a:gd name="csY2" fmla="*/ 94278 h 188114"/>
                  <a:gd name="csX3" fmla="*/ 160577 w 187874"/>
                  <a:gd name="csY3" fmla="*/ 27770 h 188114"/>
                  <a:gd name="csX4" fmla="*/ 94154 w 187874"/>
                  <a:gd name="csY4" fmla="*/ 221 h 188114"/>
                  <a:gd name="csX5" fmla="*/ 27730 w 187874"/>
                  <a:gd name="csY5" fmla="*/ 27770 h 188114"/>
                  <a:gd name="csX6" fmla="*/ 216 w 187874"/>
                  <a:gd name="csY6" fmla="*/ 94278 h 188114"/>
                  <a:gd name="csX7" fmla="*/ 27730 w 187874"/>
                  <a:gd name="csY7" fmla="*/ 160787 h 188114"/>
                  <a:gd name="csX8" fmla="*/ 94154 w 187874"/>
                  <a:gd name="csY8" fmla="*/ 18833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4" y="188336"/>
                    </a:moveTo>
                    <a:cubicBezTo>
                      <a:pt x="119066" y="188336"/>
                      <a:pt x="142962" y="178425"/>
                      <a:pt x="160577" y="160787"/>
                    </a:cubicBezTo>
                    <a:cubicBezTo>
                      <a:pt x="178193" y="143149"/>
                      <a:pt x="188091" y="119223"/>
                      <a:pt x="188091" y="94278"/>
                    </a:cubicBezTo>
                    <a:cubicBezTo>
                      <a:pt x="188091" y="69334"/>
                      <a:pt x="178193" y="45408"/>
                      <a:pt x="160577" y="27770"/>
                    </a:cubicBezTo>
                    <a:cubicBezTo>
                      <a:pt x="142962" y="10132"/>
                      <a:pt x="119066" y="221"/>
                      <a:pt x="94154" y="221"/>
                    </a:cubicBezTo>
                    <a:cubicBezTo>
                      <a:pt x="69241" y="221"/>
                      <a:pt x="45346" y="10132"/>
                      <a:pt x="27730" y="27770"/>
                    </a:cubicBezTo>
                    <a:cubicBezTo>
                      <a:pt x="10114" y="45408"/>
                      <a:pt x="216" y="69334"/>
                      <a:pt x="216" y="94278"/>
                    </a:cubicBezTo>
                    <a:cubicBezTo>
                      <a:pt x="216" y="119223"/>
                      <a:pt x="10114" y="143149"/>
                      <a:pt x="27730" y="160787"/>
                    </a:cubicBezTo>
                    <a:cubicBezTo>
                      <a:pt x="45346" y="178425"/>
                      <a:pt x="69241" y="188336"/>
                      <a:pt x="94154" y="188336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4" name="任意多边形: 形状 153"/>
              <p:cNvSpPr/>
              <p:nvPr/>
            </p:nvSpPr>
            <p:spPr>
              <a:xfrm>
                <a:off x="8445724" y="11962881"/>
                <a:ext cx="360000" cy="360000"/>
              </a:xfrm>
              <a:custGeom>
                <a:avLst/>
                <a:gdLst>
                  <a:gd name="csX0" fmla="*/ 94089 w 187874"/>
                  <a:gd name="csY0" fmla="*/ 188286 h 188114"/>
                  <a:gd name="csX1" fmla="*/ 160513 w 187874"/>
                  <a:gd name="csY1" fmla="*/ 160737 h 188114"/>
                  <a:gd name="csX2" fmla="*/ 188027 w 187874"/>
                  <a:gd name="csY2" fmla="*/ 94229 h 188114"/>
                  <a:gd name="csX3" fmla="*/ 160513 w 187874"/>
                  <a:gd name="csY3" fmla="*/ 27720 h 188114"/>
                  <a:gd name="csX4" fmla="*/ 94089 w 187874"/>
                  <a:gd name="csY4" fmla="*/ 171 h 188114"/>
                  <a:gd name="csX5" fmla="*/ 27666 w 187874"/>
                  <a:gd name="csY5" fmla="*/ 27720 h 188114"/>
                  <a:gd name="csX6" fmla="*/ 152 w 187874"/>
                  <a:gd name="csY6" fmla="*/ 94229 h 188114"/>
                  <a:gd name="csX7" fmla="*/ 27666 w 187874"/>
                  <a:gd name="csY7" fmla="*/ 160737 h 188114"/>
                  <a:gd name="csX8" fmla="*/ 94089 w 187874"/>
                  <a:gd name="csY8" fmla="*/ 18828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9" y="188286"/>
                    </a:moveTo>
                    <a:cubicBezTo>
                      <a:pt x="119002" y="188286"/>
                      <a:pt x="142897" y="178376"/>
                      <a:pt x="160513" y="160737"/>
                    </a:cubicBezTo>
                    <a:cubicBezTo>
                      <a:pt x="178129" y="143099"/>
                      <a:pt x="188027" y="119173"/>
                      <a:pt x="188027" y="94229"/>
                    </a:cubicBezTo>
                    <a:cubicBezTo>
                      <a:pt x="188027" y="69284"/>
                      <a:pt x="178129" y="45358"/>
                      <a:pt x="160513" y="27720"/>
                    </a:cubicBezTo>
                    <a:cubicBezTo>
                      <a:pt x="142897" y="10082"/>
                      <a:pt x="119002" y="171"/>
                      <a:pt x="94089" y="171"/>
                    </a:cubicBezTo>
                    <a:cubicBezTo>
                      <a:pt x="69177" y="171"/>
                      <a:pt x="45281" y="10082"/>
                      <a:pt x="27666" y="27720"/>
                    </a:cubicBezTo>
                    <a:cubicBezTo>
                      <a:pt x="10050" y="45358"/>
                      <a:pt x="152" y="69284"/>
                      <a:pt x="152" y="94229"/>
                    </a:cubicBezTo>
                    <a:cubicBezTo>
                      <a:pt x="152" y="119173"/>
                      <a:pt x="10050" y="143099"/>
                      <a:pt x="27666" y="160737"/>
                    </a:cubicBezTo>
                    <a:cubicBezTo>
                      <a:pt x="45281" y="178376"/>
                      <a:pt x="69177" y="188286"/>
                      <a:pt x="94089" y="188286"/>
                    </a:cubicBezTo>
                    <a:close/>
                  </a:path>
                </a:pathLst>
              </a:custGeom>
              <a:solidFill>
                <a:srgbClr val="2092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5" name="任意多边形: 形状 154"/>
              <p:cNvSpPr/>
              <p:nvPr/>
            </p:nvSpPr>
            <p:spPr>
              <a:xfrm>
                <a:off x="8938538" y="11939379"/>
                <a:ext cx="360000" cy="360000"/>
              </a:xfrm>
              <a:custGeom>
                <a:avLst/>
                <a:gdLst>
                  <a:gd name="csX0" fmla="*/ 94100 w 187874"/>
                  <a:gd name="csY0" fmla="*/ 188286 h 188114"/>
                  <a:gd name="csX1" fmla="*/ 160523 w 187874"/>
                  <a:gd name="csY1" fmla="*/ 160737 h 188114"/>
                  <a:gd name="csX2" fmla="*/ 188037 w 187874"/>
                  <a:gd name="csY2" fmla="*/ 94228 h 188114"/>
                  <a:gd name="csX3" fmla="*/ 160523 w 187874"/>
                  <a:gd name="csY3" fmla="*/ 27720 h 188114"/>
                  <a:gd name="csX4" fmla="*/ 94100 w 187874"/>
                  <a:gd name="csY4" fmla="*/ 171 h 188114"/>
                  <a:gd name="csX5" fmla="*/ 27676 w 187874"/>
                  <a:gd name="csY5" fmla="*/ 27720 h 188114"/>
                  <a:gd name="csX6" fmla="*/ 162 w 187874"/>
                  <a:gd name="csY6" fmla="*/ 94228 h 188114"/>
                  <a:gd name="csX7" fmla="*/ 27676 w 187874"/>
                  <a:gd name="csY7" fmla="*/ 160737 h 188114"/>
                  <a:gd name="csX8" fmla="*/ 94100 w 187874"/>
                  <a:gd name="csY8" fmla="*/ 18828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0" y="188286"/>
                    </a:moveTo>
                    <a:cubicBezTo>
                      <a:pt x="119012" y="188286"/>
                      <a:pt x="142908" y="178375"/>
                      <a:pt x="160523" y="160737"/>
                    </a:cubicBezTo>
                    <a:cubicBezTo>
                      <a:pt x="178139" y="143099"/>
                      <a:pt x="188037" y="119173"/>
                      <a:pt x="188037" y="94228"/>
                    </a:cubicBezTo>
                    <a:cubicBezTo>
                      <a:pt x="188037" y="69284"/>
                      <a:pt x="178139" y="45358"/>
                      <a:pt x="160523" y="27720"/>
                    </a:cubicBezTo>
                    <a:cubicBezTo>
                      <a:pt x="142908" y="10081"/>
                      <a:pt x="119012" y="171"/>
                      <a:pt x="94100" y="171"/>
                    </a:cubicBezTo>
                    <a:cubicBezTo>
                      <a:pt x="69187" y="171"/>
                      <a:pt x="45292" y="10081"/>
                      <a:pt x="27676" y="27720"/>
                    </a:cubicBezTo>
                    <a:cubicBezTo>
                      <a:pt x="10060" y="45358"/>
                      <a:pt x="162" y="69284"/>
                      <a:pt x="162" y="94228"/>
                    </a:cubicBezTo>
                    <a:cubicBezTo>
                      <a:pt x="162" y="119173"/>
                      <a:pt x="10060" y="143099"/>
                      <a:pt x="27676" y="160737"/>
                    </a:cubicBezTo>
                    <a:cubicBezTo>
                      <a:pt x="45292" y="178375"/>
                      <a:pt x="69187" y="188286"/>
                      <a:pt x="94100" y="188286"/>
                    </a:cubicBezTo>
                    <a:close/>
                  </a:path>
                </a:pathLst>
              </a:custGeom>
              <a:solidFill>
                <a:srgbClr val="277F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6" name="任意多边形: 形状 155"/>
              <p:cNvSpPr/>
              <p:nvPr/>
            </p:nvSpPr>
            <p:spPr>
              <a:xfrm>
                <a:off x="9622046" y="11882138"/>
                <a:ext cx="360000" cy="360000"/>
              </a:xfrm>
              <a:custGeom>
                <a:avLst/>
                <a:gdLst>
                  <a:gd name="csX0" fmla="*/ 94114 w 187874"/>
                  <a:gd name="csY0" fmla="*/ 188285 h 188114"/>
                  <a:gd name="csX1" fmla="*/ 160537 w 187874"/>
                  <a:gd name="csY1" fmla="*/ 160736 h 188114"/>
                  <a:gd name="csX2" fmla="*/ 188051 w 187874"/>
                  <a:gd name="csY2" fmla="*/ 94227 h 188114"/>
                  <a:gd name="csX3" fmla="*/ 160537 w 187874"/>
                  <a:gd name="csY3" fmla="*/ 27719 h 188114"/>
                  <a:gd name="csX4" fmla="*/ 94114 w 187874"/>
                  <a:gd name="csY4" fmla="*/ 170 h 188114"/>
                  <a:gd name="csX5" fmla="*/ 27690 w 187874"/>
                  <a:gd name="csY5" fmla="*/ 27719 h 188114"/>
                  <a:gd name="csX6" fmla="*/ 176 w 187874"/>
                  <a:gd name="csY6" fmla="*/ 94227 h 188114"/>
                  <a:gd name="csX7" fmla="*/ 27690 w 187874"/>
                  <a:gd name="csY7" fmla="*/ 160736 h 188114"/>
                  <a:gd name="csX8" fmla="*/ 94114 w 187874"/>
                  <a:gd name="csY8" fmla="*/ 18828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4" y="188285"/>
                    </a:moveTo>
                    <a:cubicBezTo>
                      <a:pt x="119026" y="188285"/>
                      <a:pt x="142922" y="178374"/>
                      <a:pt x="160537" y="160736"/>
                    </a:cubicBezTo>
                    <a:cubicBezTo>
                      <a:pt x="178153" y="143098"/>
                      <a:pt x="188051" y="119172"/>
                      <a:pt x="188051" y="94227"/>
                    </a:cubicBezTo>
                    <a:cubicBezTo>
                      <a:pt x="188051" y="69283"/>
                      <a:pt x="178153" y="45357"/>
                      <a:pt x="160537" y="27719"/>
                    </a:cubicBezTo>
                    <a:cubicBezTo>
                      <a:pt x="142922" y="10080"/>
                      <a:pt x="119026" y="170"/>
                      <a:pt x="94114" y="170"/>
                    </a:cubicBezTo>
                    <a:cubicBezTo>
                      <a:pt x="69201" y="170"/>
                      <a:pt x="45306" y="10080"/>
                      <a:pt x="27690" y="27719"/>
                    </a:cubicBezTo>
                    <a:cubicBezTo>
                      <a:pt x="10074" y="45357"/>
                      <a:pt x="176" y="69283"/>
                      <a:pt x="176" y="94227"/>
                    </a:cubicBezTo>
                    <a:cubicBezTo>
                      <a:pt x="176" y="119172"/>
                      <a:pt x="10074" y="143098"/>
                      <a:pt x="27690" y="160736"/>
                    </a:cubicBezTo>
                    <a:cubicBezTo>
                      <a:pt x="45306" y="178374"/>
                      <a:pt x="69201" y="188285"/>
                      <a:pt x="94114" y="188285"/>
                    </a:cubicBezTo>
                    <a:close/>
                  </a:path>
                </a:pathLst>
              </a:custGeom>
              <a:solidFill>
                <a:srgbClr val="2E6D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7" name="任意多边形: 形状 156"/>
              <p:cNvSpPr/>
              <p:nvPr/>
            </p:nvSpPr>
            <p:spPr>
              <a:xfrm>
                <a:off x="11726071" y="11893389"/>
                <a:ext cx="360000" cy="360000"/>
              </a:xfrm>
              <a:custGeom>
                <a:avLst/>
                <a:gdLst>
                  <a:gd name="csX0" fmla="*/ 94157 w 187874"/>
                  <a:gd name="csY0" fmla="*/ 188285 h 188114"/>
                  <a:gd name="csX1" fmla="*/ 160581 w 187874"/>
                  <a:gd name="csY1" fmla="*/ 160736 h 188114"/>
                  <a:gd name="csX2" fmla="*/ 188094 w 187874"/>
                  <a:gd name="csY2" fmla="*/ 94227 h 188114"/>
                  <a:gd name="csX3" fmla="*/ 160581 w 187874"/>
                  <a:gd name="csY3" fmla="*/ 27719 h 188114"/>
                  <a:gd name="csX4" fmla="*/ 94157 w 187874"/>
                  <a:gd name="csY4" fmla="*/ 170 h 188114"/>
                  <a:gd name="csX5" fmla="*/ 27733 w 187874"/>
                  <a:gd name="csY5" fmla="*/ 27719 h 188114"/>
                  <a:gd name="csX6" fmla="*/ 220 w 187874"/>
                  <a:gd name="csY6" fmla="*/ 94227 h 188114"/>
                  <a:gd name="csX7" fmla="*/ 27733 w 187874"/>
                  <a:gd name="csY7" fmla="*/ 160736 h 188114"/>
                  <a:gd name="csX8" fmla="*/ 94157 w 187874"/>
                  <a:gd name="csY8" fmla="*/ 18828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7" y="188285"/>
                    </a:moveTo>
                    <a:cubicBezTo>
                      <a:pt x="119070" y="188285"/>
                      <a:pt x="142965" y="178374"/>
                      <a:pt x="160581" y="160736"/>
                    </a:cubicBezTo>
                    <a:cubicBezTo>
                      <a:pt x="178197" y="143098"/>
                      <a:pt x="188094" y="119172"/>
                      <a:pt x="188094" y="94227"/>
                    </a:cubicBezTo>
                    <a:cubicBezTo>
                      <a:pt x="188094" y="69283"/>
                      <a:pt x="178197" y="45357"/>
                      <a:pt x="160581" y="27719"/>
                    </a:cubicBezTo>
                    <a:cubicBezTo>
                      <a:pt x="142965" y="10080"/>
                      <a:pt x="119070" y="170"/>
                      <a:pt x="94157" y="170"/>
                    </a:cubicBezTo>
                    <a:cubicBezTo>
                      <a:pt x="69244" y="170"/>
                      <a:pt x="45349" y="10080"/>
                      <a:pt x="27733" y="27719"/>
                    </a:cubicBezTo>
                    <a:cubicBezTo>
                      <a:pt x="10117" y="45357"/>
                      <a:pt x="220" y="69283"/>
                      <a:pt x="220" y="94227"/>
                    </a:cubicBezTo>
                    <a:cubicBezTo>
                      <a:pt x="220" y="119172"/>
                      <a:pt x="10117" y="143098"/>
                      <a:pt x="27733" y="160736"/>
                    </a:cubicBezTo>
                    <a:cubicBezTo>
                      <a:pt x="45349" y="178374"/>
                      <a:pt x="69244" y="188285"/>
                      <a:pt x="94157" y="188285"/>
                    </a:cubicBezTo>
                    <a:close/>
                  </a:path>
                </a:pathLst>
              </a:custGeom>
              <a:solidFill>
                <a:srgbClr val="306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8" name="任意多边形: 形状 157"/>
              <p:cNvSpPr/>
              <p:nvPr/>
            </p:nvSpPr>
            <p:spPr>
              <a:xfrm>
                <a:off x="11502712" y="14581178"/>
                <a:ext cx="360000" cy="360000"/>
              </a:xfrm>
              <a:custGeom>
                <a:avLst/>
                <a:gdLst>
                  <a:gd name="csX0" fmla="*/ 94152 w 187874"/>
                  <a:gd name="csY0" fmla="*/ 188340 h 188114"/>
                  <a:gd name="csX1" fmla="*/ 160576 w 187874"/>
                  <a:gd name="csY1" fmla="*/ 160791 h 188114"/>
                  <a:gd name="csX2" fmla="*/ 188090 w 187874"/>
                  <a:gd name="csY2" fmla="*/ 94283 h 188114"/>
                  <a:gd name="csX3" fmla="*/ 160576 w 187874"/>
                  <a:gd name="csY3" fmla="*/ 27774 h 188114"/>
                  <a:gd name="csX4" fmla="*/ 94152 w 187874"/>
                  <a:gd name="csY4" fmla="*/ 225 h 188114"/>
                  <a:gd name="csX5" fmla="*/ 27729 w 187874"/>
                  <a:gd name="csY5" fmla="*/ 27774 h 188114"/>
                  <a:gd name="csX6" fmla="*/ 215 w 187874"/>
                  <a:gd name="csY6" fmla="*/ 94283 h 188114"/>
                  <a:gd name="csX7" fmla="*/ 27729 w 187874"/>
                  <a:gd name="csY7" fmla="*/ 160791 h 188114"/>
                  <a:gd name="csX8" fmla="*/ 94152 w 187874"/>
                  <a:gd name="csY8" fmla="*/ 18834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2" y="188340"/>
                    </a:moveTo>
                    <a:cubicBezTo>
                      <a:pt x="119065" y="188340"/>
                      <a:pt x="142960" y="178430"/>
                      <a:pt x="160576" y="160791"/>
                    </a:cubicBezTo>
                    <a:cubicBezTo>
                      <a:pt x="178192" y="143153"/>
                      <a:pt x="188090" y="119227"/>
                      <a:pt x="188090" y="94283"/>
                    </a:cubicBezTo>
                    <a:cubicBezTo>
                      <a:pt x="188090" y="69338"/>
                      <a:pt x="178192" y="45412"/>
                      <a:pt x="160576" y="27774"/>
                    </a:cubicBezTo>
                    <a:cubicBezTo>
                      <a:pt x="142960" y="10136"/>
                      <a:pt x="119065" y="225"/>
                      <a:pt x="94152" y="225"/>
                    </a:cubicBezTo>
                    <a:cubicBezTo>
                      <a:pt x="69240" y="225"/>
                      <a:pt x="45344" y="10136"/>
                      <a:pt x="27729" y="27774"/>
                    </a:cubicBezTo>
                    <a:cubicBezTo>
                      <a:pt x="10113" y="45412"/>
                      <a:pt x="215" y="69338"/>
                      <a:pt x="215" y="94283"/>
                    </a:cubicBezTo>
                    <a:cubicBezTo>
                      <a:pt x="215" y="119227"/>
                      <a:pt x="10113" y="143153"/>
                      <a:pt x="27729" y="160791"/>
                    </a:cubicBezTo>
                    <a:cubicBezTo>
                      <a:pt x="45344" y="178430"/>
                      <a:pt x="69240" y="188340"/>
                      <a:pt x="94152" y="188340"/>
                    </a:cubicBezTo>
                    <a:close/>
                  </a:path>
                </a:pathLst>
              </a:custGeom>
              <a:solidFill>
                <a:srgbClr val="1FA0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59" name="任意多边形: 形状 158"/>
              <p:cNvSpPr/>
              <p:nvPr/>
            </p:nvSpPr>
            <p:spPr>
              <a:xfrm>
                <a:off x="9218631" y="12972657"/>
                <a:ext cx="360000" cy="360000"/>
              </a:xfrm>
              <a:custGeom>
                <a:avLst/>
                <a:gdLst>
                  <a:gd name="csX0" fmla="*/ 94105 w 187874"/>
                  <a:gd name="csY0" fmla="*/ 188307 h 188114"/>
                  <a:gd name="csX1" fmla="*/ 160529 w 187874"/>
                  <a:gd name="csY1" fmla="*/ 160758 h 188114"/>
                  <a:gd name="csX2" fmla="*/ 188043 w 187874"/>
                  <a:gd name="csY2" fmla="*/ 94250 h 188114"/>
                  <a:gd name="csX3" fmla="*/ 160529 w 187874"/>
                  <a:gd name="csY3" fmla="*/ 27741 h 188114"/>
                  <a:gd name="csX4" fmla="*/ 94105 w 187874"/>
                  <a:gd name="csY4" fmla="*/ 192 h 188114"/>
                  <a:gd name="csX5" fmla="*/ 27682 w 187874"/>
                  <a:gd name="csY5" fmla="*/ 27741 h 188114"/>
                  <a:gd name="csX6" fmla="*/ 168 w 187874"/>
                  <a:gd name="csY6" fmla="*/ 94250 h 188114"/>
                  <a:gd name="csX7" fmla="*/ 27682 w 187874"/>
                  <a:gd name="csY7" fmla="*/ 160758 h 188114"/>
                  <a:gd name="csX8" fmla="*/ 94105 w 187874"/>
                  <a:gd name="csY8" fmla="*/ 18830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5" y="188307"/>
                    </a:moveTo>
                    <a:cubicBezTo>
                      <a:pt x="119018" y="188307"/>
                      <a:pt x="142913" y="178397"/>
                      <a:pt x="160529" y="160758"/>
                    </a:cubicBezTo>
                    <a:cubicBezTo>
                      <a:pt x="178145" y="143120"/>
                      <a:pt x="188043" y="119194"/>
                      <a:pt x="188043" y="94250"/>
                    </a:cubicBezTo>
                    <a:cubicBezTo>
                      <a:pt x="188043" y="69305"/>
                      <a:pt x="178145" y="45379"/>
                      <a:pt x="160529" y="27741"/>
                    </a:cubicBezTo>
                    <a:cubicBezTo>
                      <a:pt x="142913" y="10103"/>
                      <a:pt x="119018" y="192"/>
                      <a:pt x="94105" y="192"/>
                    </a:cubicBezTo>
                    <a:cubicBezTo>
                      <a:pt x="69193" y="192"/>
                      <a:pt x="45297" y="10103"/>
                      <a:pt x="27682" y="27741"/>
                    </a:cubicBezTo>
                    <a:cubicBezTo>
                      <a:pt x="10066" y="45379"/>
                      <a:pt x="168" y="69305"/>
                      <a:pt x="168" y="94250"/>
                    </a:cubicBezTo>
                    <a:cubicBezTo>
                      <a:pt x="168" y="119194"/>
                      <a:pt x="10066" y="143120"/>
                      <a:pt x="27682" y="160758"/>
                    </a:cubicBezTo>
                    <a:cubicBezTo>
                      <a:pt x="45297" y="178397"/>
                      <a:pt x="69193" y="188307"/>
                      <a:pt x="94105" y="188307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0" name="任意多边形: 形状 159"/>
              <p:cNvSpPr/>
              <p:nvPr/>
            </p:nvSpPr>
            <p:spPr>
              <a:xfrm>
                <a:off x="11348785" y="12498026"/>
                <a:ext cx="360000" cy="360000"/>
              </a:xfrm>
              <a:custGeom>
                <a:avLst/>
                <a:gdLst>
                  <a:gd name="csX0" fmla="*/ 94149 w 187874"/>
                  <a:gd name="csY0" fmla="*/ 188297 h 188114"/>
                  <a:gd name="csX1" fmla="*/ 160573 w 187874"/>
                  <a:gd name="csY1" fmla="*/ 160748 h 188114"/>
                  <a:gd name="csX2" fmla="*/ 188087 w 187874"/>
                  <a:gd name="csY2" fmla="*/ 94240 h 188114"/>
                  <a:gd name="csX3" fmla="*/ 160573 w 187874"/>
                  <a:gd name="csY3" fmla="*/ 27731 h 188114"/>
                  <a:gd name="csX4" fmla="*/ 94149 w 187874"/>
                  <a:gd name="csY4" fmla="*/ 182 h 188114"/>
                  <a:gd name="csX5" fmla="*/ 27725 w 187874"/>
                  <a:gd name="csY5" fmla="*/ 27731 h 188114"/>
                  <a:gd name="csX6" fmla="*/ 212 w 187874"/>
                  <a:gd name="csY6" fmla="*/ 94240 h 188114"/>
                  <a:gd name="csX7" fmla="*/ 27725 w 187874"/>
                  <a:gd name="csY7" fmla="*/ 160748 h 188114"/>
                  <a:gd name="csX8" fmla="*/ 94149 w 187874"/>
                  <a:gd name="csY8" fmla="*/ 18829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9" y="188297"/>
                    </a:moveTo>
                    <a:cubicBezTo>
                      <a:pt x="119062" y="188297"/>
                      <a:pt x="142957" y="178387"/>
                      <a:pt x="160573" y="160748"/>
                    </a:cubicBezTo>
                    <a:cubicBezTo>
                      <a:pt x="178189" y="143110"/>
                      <a:pt x="188087" y="119184"/>
                      <a:pt x="188087" y="94240"/>
                    </a:cubicBezTo>
                    <a:cubicBezTo>
                      <a:pt x="188087" y="69296"/>
                      <a:pt x="178189" y="45370"/>
                      <a:pt x="160573" y="27731"/>
                    </a:cubicBezTo>
                    <a:cubicBezTo>
                      <a:pt x="142957" y="10093"/>
                      <a:pt x="119062" y="182"/>
                      <a:pt x="94149" y="182"/>
                    </a:cubicBezTo>
                    <a:cubicBezTo>
                      <a:pt x="69237" y="182"/>
                      <a:pt x="45341" y="10093"/>
                      <a:pt x="27725" y="27731"/>
                    </a:cubicBezTo>
                    <a:cubicBezTo>
                      <a:pt x="10110" y="45370"/>
                      <a:pt x="212" y="69296"/>
                      <a:pt x="212" y="94240"/>
                    </a:cubicBezTo>
                    <a:cubicBezTo>
                      <a:pt x="212" y="119184"/>
                      <a:pt x="10110" y="143110"/>
                      <a:pt x="27725" y="160748"/>
                    </a:cubicBezTo>
                    <a:cubicBezTo>
                      <a:pt x="45341" y="178387"/>
                      <a:pt x="69237" y="188297"/>
                      <a:pt x="94149" y="188297"/>
                    </a:cubicBezTo>
                    <a:close/>
                  </a:path>
                </a:pathLst>
              </a:custGeom>
              <a:solidFill>
                <a:srgbClr val="3858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1" name="任意多边形: 形状 160"/>
              <p:cNvSpPr/>
              <p:nvPr/>
            </p:nvSpPr>
            <p:spPr>
              <a:xfrm>
                <a:off x="8866523" y="13367347"/>
                <a:ext cx="360000" cy="360000"/>
              </a:xfrm>
              <a:custGeom>
                <a:avLst/>
                <a:gdLst>
                  <a:gd name="csX0" fmla="*/ 94098 w 187874"/>
                  <a:gd name="csY0" fmla="*/ 188315 h 188114"/>
                  <a:gd name="csX1" fmla="*/ 160522 w 187874"/>
                  <a:gd name="csY1" fmla="*/ 160766 h 188114"/>
                  <a:gd name="csX2" fmla="*/ 188035 w 187874"/>
                  <a:gd name="csY2" fmla="*/ 94258 h 188114"/>
                  <a:gd name="csX3" fmla="*/ 160522 w 187874"/>
                  <a:gd name="csY3" fmla="*/ 27749 h 188114"/>
                  <a:gd name="csX4" fmla="*/ 94098 w 187874"/>
                  <a:gd name="csY4" fmla="*/ 200 h 188114"/>
                  <a:gd name="csX5" fmla="*/ 27674 w 187874"/>
                  <a:gd name="csY5" fmla="*/ 27749 h 188114"/>
                  <a:gd name="csX6" fmla="*/ 161 w 187874"/>
                  <a:gd name="csY6" fmla="*/ 94258 h 188114"/>
                  <a:gd name="csX7" fmla="*/ 27674 w 187874"/>
                  <a:gd name="csY7" fmla="*/ 160766 h 188114"/>
                  <a:gd name="csX8" fmla="*/ 94098 w 187874"/>
                  <a:gd name="csY8" fmla="*/ 18831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8" y="188315"/>
                    </a:moveTo>
                    <a:cubicBezTo>
                      <a:pt x="119011" y="188315"/>
                      <a:pt x="142906" y="178405"/>
                      <a:pt x="160522" y="160766"/>
                    </a:cubicBezTo>
                    <a:cubicBezTo>
                      <a:pt x="178138" y="143128"/>
                      <a:pt x="188035" y="119202"/>
                      <a:pt x="188035" y="94258"/>
                    </a:cubicBezTo>
                    <a:cubicBezTo>
                      <a:pt x="188035" y="69313"/>
                      <a:pt x="178138" y="45387"/>
                      <a:pt x="160522" y="27749"/>
                    </a:cubicBezTo>
                    <a:cubicBezTo>
                      <a:pt x="142906" y="10111"/>
                      <a:pt x="119011" y="200"/>
                      <a:pt x="94098" y="200"/>
                    </a:cubicBezTo>
                    <a:cubicBezTo>
                      <a:pt x="69186" y="200"/>
                      <a:pt x="45290" y="10111"/>
                      <a:pt x="27674" y="27749"/>
                    </a:cubicBezTo>
                    <a:cubicBezTo>
                      <a:pt x="10058" y="45387"/>
                      <a:pt x="161" y="69313"/>
                      <a:pt x="161" y="94258"/>
                    </a:cubicBezTo>
                    <a:cubicBezTo>
                      <a:pt x="161" y="119202"/>
                      <a:pt x="10058" y="143128"/>
                      <a:pt x="27674" y="160766"/>
                    </a:cubicBezTo>
                    <a:cubicBezTo>
                      <a:pt x="45290" y="178405"/>
                      <a:pt x="69186" y="188315"/>
                      <a:pt x="94098" y="188315"/>
                    </a:cubicBezTo>
                    <a:close/>
                  </a:path>
                </a:pathLst>
              </a:custGeom>
              <a:solidFill>
                <a:srgbClr val="2584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2" name="任意多边形: 形状 161"/>
              <p:cNvSpPr/>
              <p:nvPr/>
            </p:nvSpPr>
            <p:spPr>
              <a:xfrm>
                <a:off x="9814713" y="13663478"/>
                <a:ext cx="360000" cy="360000"/>
              </a:xfrm>
              <a:custGeom>
                <a:avLst/>
                <a:gdLst>
                  <a:gd name="csX0" fmla="*/ 94118 w 187874"/>
                  <a:gd name="csY0" fmla="*/ 188321 h 188114"/>
                  <a:gd name="csX1" fmla="*/ 160541 w 187874"/>
                  <a:gd name="csY1" fmla="*/ 160772 h 188114"/>
                  <a:gd name="csX2" fmla="*/ 188055 w 187874"/>
                  <a:gd name="csY2" fmla="*/ 94264 h 188114"/>
                  <a:gd name="csX3" fmla="*/ 160541 w 187874"/>
                  <a:gd name="csY3" fmla="*/ 27755 h 188114"/>
                  <a:gd name="csX4" fmla="*/ 94118 w 187874"/>
                  <a:gd name="csY4" fmla="*/ 206 h 188114"/>
                  <a:gd name="csX5" fmla="*/ 27694 w 187874"/>
                  <a:gd name="csY5" fmla="*/ 27755 h 188114"/>
                  <a:gd name="csX6" fmla="*/ 180 w 187874"/>
                  <a:gd name="csY6" fmla="*/ 94264 h 188114"/>
                  <a:gd name="csX7" fmla="*/ 27694 w 187874"/>
                  <a:gd name="csY7" fmla="*/ 160772 h 188114"/>
                  <a:gd name="csX8" fmla="*/ 94118 w 187874"/>
                  <a:gd name="csY8" fmla="*/ 18832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8" y="188321"/>
                    </a:moveTo>
                    <a:cubicBezTo>
                      <a:pt x="119030" y="188321"/>
                      <a:pt x="142926" y="178411"/>
                      <a:pt x="160541" y="160772"/>
                    </a:cubicBezTo>
                    <a:cubicBezTo>
                      <a:pt x="178157" y="143134"/>
                      <a:pt x="188055" y="119208"/>
                      <a:pt x="188055" y="94264"/>
                    </a:cubicBezTo>
                    <a:cubicBezTo>
                      <a:pt x="188055" y="69320"/>
                      <a:pt x="178157" y="45393"/>
                      <a:pt x="160541" y="27755"/>
                    </a:cubicBezTo>
                    <a:cubicBezTo>
                      <a:pt x="142926" y="10117"/>
                      <a:pt x="119030" y="206"/>
                      <a:pt x="94118" y="206"/>
                    </a:cubicBezTo>
                    <a:cubicBezTo>
                      <a:pt x="69205" y="206"/>
                      <a:pt x="45310" y="10117"/>
                      <a:pt x="27694" y="27755"/>
                    </a:cubicBezTo>
                    <a:cubicBezTo>
                      <a:pt x="10078" y="45393"/>
                      <a:pt x="180" y="69320"/>
                      <a:pt x="180" y="94264"/>
                    </a:cubicBezTo>
                    <a:cubicBezTo>
                      <a:pt x="180" y="119208"/>
                      <a:pt x="10078" y="143134"/>
                      <a:pt x="27694" y="160772"/>
                    </a:cubicBezTo>
                    <a:cubicBezTo>
                      <a:pt x="45310" y="178411"/>
                      <a:pt x="69205" y="188321"/>
                      <a:pt x="94118" y="188321"/>
                    </a:cubicBezTo>
                    <a:close/>
                  </a:path>
                </a:pathLst>
              </a:custGeom>
              <a:solidFill>
                <a:srgbClr val="2B7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3" name="任意多边形: 形状 162"/>
              <p:cNvSpPr/>
              <p:nvPr/>
            </p:nvSpPr>
            <p:spPr>
              <a:xfrm>
                <a:off x="10826070" y="11564156"/>
                <a:ext cx="360000" cy="360000"/>
              </a:xfrm>
              <a:custGeom>
                <a:avLst/>
                <a:gdLst>
                  <a:gd name="csX0" fmla="*/ 94138 w 187874"/>
                  <a:gd name="csY0" fmla="*/ 188278 h 188114"/>
                  <a:gd name="csX1" fmla="*/ 160562 w 187874"/>
                  <a:gd name="csY1" fmla="*/ 160729 h 188114"/>
                  <a:gd name="csX2" fmla="*/ 188076 w 187874"/>
                  <a:gd name="csY2" fmla="*/ 94221 h 188114"/>
                  <a:gd name="csX3" fmla="*/ 160562 w 187874"/>
                  <a:gd name="csY3" fmla="*/ 27712 h 188114"/>
                  <a:gd name="csX4" fmla="*/ 94138 w 187874"/>
                  <a:gd name="csY4" fmla="*/ 163 h 188114"/>
                  <a:gd name="csX5" fmla="*/ 27715 w 187874"/>
                  <a:gd name="csY5" fmla="*/ 27712 h 188114"/>
                  <a:gd name="csX6" fmla="*/ 201 w 187874"/>
                  <a:gd name="csY6" fmla="*/ 94221 h 188114"/>
                  <a:gd name="csX7" fmla="*/ 27715 w 187874"/>
                  <a:gd name="csY7" fmla="*/ 160729 h 188114"/>
                  <a:gd name="csX8" fmla="*/ 94138 w 187874"/>
                  <a:gd name="csY8" fmla="*/ 18827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8" y="188278"/>
                    </a:moveTo>
                    <a:cubicBezTo>
                      <a:pt x="119051" y="188278"/>
                      <a:pt x="142946" y="178368"/>
                      <a:pt x="160562" y="160729"/>
                    </a:cubicBezTo>
                    <a:cubicBezTo>
                      <a:pt x="178178" y="143091"/>
                      <a:pt x="188076" y="119165"/>
                      <a:pt x="188076" y="94221"/>
                    </a:cubicBezTo>
                    <a:cubicBezTo>
                      <a:pt x="188076" y="69276"/>
                      <a:pt x="178178" y="45350"/>
                      <a:pt x="160562" y="27712"/>
                    </a:cubicBezTo>
                    <a:cubicBezTo>
                      <a:pt x="142946" y="10074"/>
                      <a:pt x="119051" y="163"/>
                      <a:pt x="94138" y="163"/>
                    </a:cubicBezTo>
                    <a:cubicBezTo>
                      <a:pt x="69226" y="163"/>
                      <a:pt x="45330" y="10074"/>
                      <a:pt x="27715" y="27712"/>
                    </a:cubicBezTo>
                    <a:cubicBezTo>
                      <a:pt x="10099" y="45350"/>
                      <a:pt x="201" y="69276"/>
                      <a:pt x="201" y="94221"/>
                    </a:cubicBezTo>
                    <a:cubicBezTo>
                      <a:pt x="201" y="119165"/>
                      <a:pt x="10099" y="143091"/>
                      <a:pt x="27715" y="160729"/>
                    </a:cubicBezTo>
                    <a:cubicBezTo>
                      <a:pt x="45330" y="178368"/>
                      <a:pt x="69226" y="188278"/>
                      <a:pt x="94138" y="188278"/>
                    </a:cubicBezTo>
                    <a:close/>
                  </a:path>
                </a:pathLst>
              </a:custGeom>
              <a:solidFill>
                <a:srgbClr val="365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4" name="任意多边形: 形状 163"/>
              <p:cNvSpPr/>
              <p:nvPr/>
            </p:nvSpPr>
            <p:spPr>
              <a:xfrm>
                <a:off x="9735369" y="9973983"/>
                <a:ext cx="360000" cy="360000"/>
              </a:xfrm>
              <a:custGeom>
                <a:avLst/>
                <a:gdLst>
                  <a:gd name="csX0" fmla="*/ 94116 w 187874"/>
                  <a:gd name="csY0" fmla="*/ 188245 h 188114"/>
                  <a:gd name="csX1" fmla="*/ 160540 w 187874"/>
                  <a:gd name="csY1" fmla="*/ 160696 h 188114"/>
                  <a:gd name="csX2" fmla="*/ 188053 w 187874"/>
                  <a:gd name="csY2" fmla="*/ 94188 h 188114"/>
                  <a:gd name="csX3" fmla="*/ 160540 w 187874"/>
                  <a:gd name="csY3" fmla="*/ 27679 h 188114"/>
                  <a:gd name="csX4" fmla="*/ 94116 w 187874"/>
                  <a:gd name="csY4" fmla="*/ 130 h 188114"/>
                  <a:gd name="csX5" fmla="*/ 27692 w 187874"/>
                  <a:gd name="csY5" fmla="*/ 27679 h 188114"/>
                  <a:gd name="csX6" fmla="*/ 178 w 187874"/>
                  <a:gd name="csY6" fmla="*/ 94188 h 188114"/>
                  <a:gd name="csX7" fmla="*/ 27692 w 187874"/>
                  <a:gd name="csY7" fmla="*/ 160696 h 188114"/>
                  <a:gd name="csX8" fmla="*/ 94116 w 187874"/>
                  <a:gd name="csY8" fmla="*/ 18824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6" y="188245"/>
                    </a:moveTo>
                    <a:cubicBezTo>
                      <a:pt x="119028" y="188245"/>
                      <a:pt x="142924" y="178335"/>
                      <a:pt x="160540" y="160696"/>
                    </a:cubicBezTo>
                    <a:cubicBezTo>
                      <a:pt x="178156" y="143058"/>
                      <a:pt x="188053" y="119132"/>
                      <a:pt x="188053" y="94188"/>
                    </a:cubicBezTo>
                    <a:cubicBezTo>
                      <a:pt x="188053" y="69244"/>
                      <a:pt x="178156" y="45318"/>
                      <a:pt x="160540" y="27679"/>
                    </a:cubicBezTo>
                    <a:cubicBezTo>
                      <a:pt x="142924" y="10041"/>
                      <a:pt x="119028" y="130"/>
                      <a:pt x="94116" y="130"/>
                    </a:cubicBezTo>
                    <a:cubicBezTo>
                      <a:pt x="69203" y="130"/>
                      <a:pt x="45308" y="10041"/>
                      <a:pt x="27692" y="27679"/>
                    </a:cubicBezTo>
                    <a:cubicBezTo>
                      <a:pt x="10076" y="45318"/>
                      <a:pt x="178" y="69244"/>
                      <a:pt x="178" y="94188"/>
                    </a:cubicBezTo>
                    <a:cubicBezTo>
                      <a:pt x="178" y="119132"/>
                      <a:pt x="10076" y="143058"/>
                      <a:pt x="27692" y="160696"/>
                    </a:cubicBezTo>
                    <a:cubicBezTo>
                      <a:pt x="45308" y="178335"/>
                      <a:pt x="69203" y="188245"/>
                      <a:pt x="94116" y="188245"/>
                    </a:cubicBezTo>
                    <a:close/>
                  </a:path>
                </a:pathLst>
              </a:custGeom>
              <a:solidFill>
                <a:srgbClr val="2AB0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5" name="任意多边形: 形状 164"/>
              <p:cNvSpPr/>
              <p:nvPr/>
            </p:nvSpPr>
            <p:spPr>
              <a:xfrm>
                <a:off x="10443194" y="13847330"/>
                <a:ext cx="360000" cy="360000"/>
              </a:xfrm>
              <a:custGeom>
                <a:avLst/>
                <a:gdLst>
                  <a:gd name="csX0" fmla="*/ 94131 w 187874"/>
                  <a:gd name="csY0" fmla="*/ 188325 h 188114"/>
                  <a:gd name="csX1" fmla="*/ 160554 w 187874"/>
                  <a:gd name="csY1" fmla="*/ 160776 h 188114"/>
                  <a:gd name="csX2" fmla="*/ 188068 w 187874"/>
                  <a:gd name="csY2" fmla="*/ 94268 h 188114"/>
                  <a:gd name="csX3" fmla="*/ 160554 w 187874"/>
                  <a:gd name="csY3" fmla="*/ 27759 h 188114"/>
                  <a:gd name="csX4" fmla="*/ 94131 w 187874"/>
                  <a:gd name="csY4" fmla="*/ 210 h 188114"/>
                  <a:gd name="csX5" fmla="*/ 27707 w 187874"/>
                  <a:gd name="csY5" fmla="*/ 27759 h 188114"/>
                  <a:gd name="csX6" fmla="*/ 193 w 187874"/>
                  <a:gd name="csY6" fmla="*/ 94268 h 188114"/>
                  <a:gd name="csX7" fmla="*/ 27707 w 187874"/>
                  <a:gd name="csY7" fmla="*/ 160776 h 188114"/>
                  <a:gd name="csX8" fmla="*/ 94131 w 187874"/>
                  <a:gd name="csY8" fmla="*/ 18832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1" y="188325"/>
                    </a:moveTo>
                    <a:cubicBezTo>
                      <a:pt x="119043" y="188325"/>
                      <a:pt x="142939" y="178415"/>
                      <a:pt x="160554" y="160776"/>
                    </a:cubicBezTo>
                    <a:cubicBezTo>
                      <a:pt x="178170" y="143138"/>
                      <a:pt x="188068" y="119212"/>
                      <a:pt x="188068" y="94268"/>
                    </a:cubicBezTo>
                    <a:cubicBezTo>
                      <a:pt x="188068" y="69323"/>
                      <a:pt x="178170" y="45397"/>
                      <a:pt x="160554" y="27759"/>
                    </a:cubicBezTo>
                    <a:cubicBezTo>
                      <a:pt x="142939" y="10121"/>
                      <a:pt x="119043" y="210"/>
                      <a:pt x="94131" y="210"/>
                    </a:cubicBezTo>
                    <a:cubicBezTo>
                      <a:pt x="69218" y="210"/>
                      <a:pt x="45323" y="10121"/>
                      <a:pt x="27707" y="27759"/>
                    </a:cubicBezTo>
                    <a:cubicBezTo>
                      <a:pt x="10091" y="45397"/>
                      <a:pt x="193" y="69323"/>
                      <a:pt x="193" y="94268"/>
                    </a:cubicBezTo>
                    <a:cubicBezTo>
                      <a:pt x="193" y="119212"/>
                      <a:pt x="10091" y="143138"/>
                      <a:pt x="27707" y="160776"/>
                    </a:cubicBezTo>
                    <a:cubicBezTo>
                      <a:pt x="45323" y="178415"/>
                      <a:pt x="69218" y="188325"/>
                      <a:pt x="94131" y="188325"/>
                    </a:cubicBezTo>
                    <a:close/>
                  </a:path>
                </a:pathLst>
              </a:custGeom>
              <a:solidFill>
                <a:srgbClr val="2E6D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6" name="任意多边形: 形状 165"/>
              <p:cNvSpPr/>
              <p:nvPr/>
            </p:nvSpPr>
            <p:spPr>
              <a:xfrm>
                <a:off x="9185025" y="12944944"/>
                <a:ext cx="360000" cy="360000"/>
              </a:xfrm>
              <a:custGeom>
                <a:avLst/>
                <a:gdLst>
                  <a:gd name="csX0" fmla="*/ 94105 w 187874"/>
                  <a:gd name="csY0" fmla="*/ 188306 h 188114"/>
                  <a:gd name="csX1" fmla="*/ 160528 w 187874"/>
                  <a:gd name="csY1" fmla="*/ 160758 h 188114"/>
                  <a:gd name="csX2" fmla="*/ 188042 w 187874"/>
                  <a:gd name="csY2" fmla="*/ 94249 h 188114"/>
                  <a:gd name="csX3" fmla="*/ 160528 w 187874"/>
                  <a:gd name="csY3" fmla="*/ 27740 h 188114"/>
                  <a:gd name="csX4" fmla="*/ 94105 w 187874"/>
                  <a:gd name="csY4" fmla="*/ 192 h 188114"/>
                  <a:gd name="csX5" fmla="*/ 27681 w 187874"/>
                  <a:gd name="csY5" fmla="*/ 27740 h 188114"/>
                  <a:gd name="csX6" fmla="*/ 167 w 187874"/>
                  <a:gd name="csY6" fmla="*/ 94249 h 188114"/>
                  <a:gd name="csX7" fmla="*/ 27681 w 187874"/>
                  <a:gd name="csY7" fmla="*/ 160758 h 188114"/>
                  <a:gd name="csX8" fmla="*/ 94105 w 187874"/>
                  <a:gd name="csY8" fmla="*/ 18830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5" y="188306"/>
                    </a:moveTo>
                    <a:cubicBezTo>
                      <a:pt x="119017" y="188306"/>
                      <a:pt x="142913" y="178396"/>
                      <a:pt x="160528" y="160758"/>
                    </a:cubicBezTo>
                    <a:cubicBezTo>
                      <a:pt x="178144" y="143119"/>
                      <a:pt x="188042" y="119193"/>
                      <a:pt x="188042" y="94249"/>
                    </a:cubicBezTo>
                    <a:cubicBezTo>
                      <a:pt x="188042" y="69305"/>
                      <a:pt x="178144" y="45379"/>
                      <a:pt x="160528" y="27740"/>
                    </a:cubicBezTo>
                    <a:cubicBezTo>
                      <a:pt x="142913" y="10102"/>
                      <a:pt x="119017" y="192"/>
                      <a:pt x="94105" y="192"/>
                    </a:cubicBezTo>
                    <a:cubicBezTo>
                      <a:pt x="69192" y="192"/>
                      <a:pt x="45297" y="10102"/>
                      <a:pt x="27681" y="27740"/>
                    </a:cubicBezTo>
                    <a:cubicBezTo>
                      <a:pt x="10065" y="45379"/>
                      <a:pt x="167" y="69305"/>
                      <a:pt x="167" y="94249"/>
                    </a:cubicBezTo>
                    <a:cubicBezTo>
                      <a:pt x="167" y="119193"/>
                      <a:pt x="10065" y="143119"/>
                      <a:pt x="27681" y="160758"/>
                    </a:cubicBezTo>
                    <a:cubicBezTo>
                      <a:pt x="45297" y="178396"/>
                      <a:pt x="69192" y="188306"/>
                      <a:pt x="94105" y="188306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7" name="任意多边形: 形状 166"/>
              <p:cNvSpPr/>
              <p:nvPr/>
            </p:nvSpPr>
            <p:spPr>
              <a:xfrm>
                <a:off x="8683869" y="11245839"/>
                <a:ext cx="360000" cy="360000"/>
              </a:xfrm>
              <a:custGeom>
                <a:avLst/>
                <a:gdLst>
                  <a:gd name="csX0" fmla="*/ 94094 w 187874"/>
                  <a:gd name="csY0" fmla="*/ 188271 h 188114"/>
                  <a:gd name="csX1" fmla="*/ 160518 w 187874"/>
                  <a:gd name="csY1" fmla="*/ 160723 h 188114"/>
                  <a:gd name="csX2" fmla="*/ 188032 w 187874"/>
                  <a:gd name="csY2" fmla="*/ 94214 h 188114"/>
                  <a:gd name="csX3" fmla="*/ 160518 w 187874"/>
                  <a:gd name="csY3" fmla="*/ 27705 h 188114"/>
                  <a:gd name="csX4" fmla="*/ 94094 w 187874"/>
                  <a:gd name="csY4" fmla="*/ 157 h 188114"/>
                  <a:gd name="csX5" fmla="*/ 27670 w 187874"/>
                  <a:gd name="csY5" fmla="*/ 27705 h 188114"/>
                  <a:gd name="csX6" fmla="*/ 157 w 187874"/>
                  <a:gd name="csY6" fmla="*/ 94214 h 188114"/>
                  <a:gd name="csX7" fmla="*/ 27670 w 187874"/>
                  <a:gd name="csY7" fmla="*/ 160723 h 188114"/>
                  <a:gd name="csX8" fmla="*/ 94094 w 187874"/>
                  <a:gd name="csY8" fmla="*/ 18827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4" y="188271"/>
                    </a:moveTo>
                    <a:cubicBezTo>
                      <a:pt x="119007" y="188271"/>
                      <a:pt x="142902" y="178361"/>
                      <a:pt x="160518" y="160723"/>
                    </a:cubicBezTo>
                    <a:cubicBezTo>
                      <a:pt x="178134" y="143084"/>
                      <a:pt x="188032" y="119158"/>
                      <a:pt x="188032" y="94214"/>
                    </a:cubicBezTo>
                    <a:cubicBezTo>
                      <a:pt x="188032" y="69270"/>
                      <a:pt x="178134" y="45344"/>
                      <a:pt x="160518" y="27705"/>
                    </a:cubicBezTo>
                    <a:cubicBezTo>
                      <a:pt x="142902" y="10067"/>
                      <a:pt x="119007" y="157"/>
                      <a:pt x="94094" y="157"/>
                    </a:cubicBezTo>
                    <a:cubicBezTo>
                      <a:pt x="69182" y="157"/>
                      <a:pt x="45286" y="10067"/>
                      <a:pt x="27670" y="27705"/>
                    </a:cubicBezTo>
                    <a:cubicBezTo>
                      <a:pt x="10055" y="45344"/>
                      <a:pt x="157" y="69270"/>
                      <a:pt x="157" y="94214"/>
                    </a:cubicBezTo>
                    <a:cubicBezTo>
                      <a:pt x="157" y="119158"/>
                      <a:pt x="10055" y="143084"/>
                      <a:pt x="27670" y="160723"/>
                    </a:cubicBezTo>
                    <a:cubicBezTo>
                      <a:pt x="45286" y="178361"/>
                      <a:pt x="69182" y="188271"/>
                      <a:pt x="94094" y="188271"/>
                    </a:cubicBezTo>
                    <a:close/>
                  </a:path>
                </a:pathLst>
              </a:custGeom>
              <a:solidFill>
                <a:srgbClr val="218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8" name="任意多边形: 形状 167"/>
              <p:cNvSpPr/>
              <p:nvPr/>
            </p:nvSpPr>
            <p:spPr>
              <a:xfrm>
                <a:off x="10111262" y="13058636"/>
                <a:ext cx="360000" cy="360000"/>
              </a:xfrm>
              <a:custGeom>
                <a:avLst/>
                <a:gdLst>
                  <a:gd name="csX0" fmla="*/ 94124 w 187874"/>
                  <a:gd name="csY0" fmla="*/ 188309 h 188114"/>
                  <a:gd name="csX1" fmla="*/ 160547 w 187874"/>
                  <a:gd name="csY1" fmla="*/ 160760 h 188114"/>
                  <a:gd name="csX2" fmla="*/ 188061 w 187874"/>
                  <a:gd name="csY2" fmla="*/ 94251 h 188114"/>
                  <a:gd name="csX3" fmla="*/ 160547 w 187874"/>
                  <a:gd name="csY3" fmla="*/ 27743 h 188114"/>
                  <a:gd name="csX4" fmla="*/ 94124 w 187874"/>
                  <a:gd name="csY4" fmla="*/ 194 h 188114"/>
                  <a:gd name="csX5" fmla="*/ 27700 w 187874"/>
                  <a:gd name="csY5" fmla="*/ 27743 h 188114"/>
                  <a:gd name="csX6" fmla="*/ 186 w 187874"/>
                  <a:gd name="csY6" fmla="*/ 94251 h 188114"/>
                  <a:gd name="csX7" fmla="*/ 27700 w 187874"/>
                  <a:gd name="csY7" fmla="*/ 160760 h 188114"/>
                  <a:gd name="csX8" fmla="*/ 94124 w 187874"/>
                  <a:gd name="csY8" fmla="*/ 18830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4" y="188309"/>
                    </a:moveTo>
                    <a:cubicBezTo>
                      <a:pt x="119036" y="188309"/>
                      <a:pt x="142932" y="178398"/>
                      <a:pt x="160547" y="160760"/>
                    </a:cubicBezTo>
                    <a:cubicBezTo>
                      <a:pt x="178163" y="143122"/>
                      <a:pt x="188061" y="119196"/>
                      <a:pt x="188061" y="94251"/>
                    </a:cubicBezTo>
                    <a:cubicBezTo>
                      <a:pt x="188061" y="69307"/>
                      <a:pt x="178163" y="45381"/>
                      <a:pt x="160547" y="27743"/>
                    </a:cubicBezTo>
                    <a:cubicBezTo>
                      <a:pt x="142932" y="10104"/>
                      <a:pt x="119036" y="194"/>
                      <a:pt x="94124" y="194"/>
                    </a:cubicBezTo>
                    <a:cubicBezTo>
                      <a:pt x="69211" y="194"/>
                      <a:pt x="45316" y="10104"/>
                      <a:pt x="27700" y="27743"/>
                    </a:cubicBezTo>
                    <a:cubicBezTo>
                      <a:pt x="10084" y="45381"/>
                      <a:pt x="186" y="69307"/>
                      <a:pt x="186" y="94251"/>
                    </a:cubicBezTo>
                    <a:cubicBezTo>
                      <a:pt x="186" y="119196"/>
                      <a:pt x="10084" y="143122"/>
                      <a:pt x="27700" y="160760"/>
                    </a:cubicBezTo>
                    <a:cubicBezTo>
                      <a:pt x="45316" y="178398"/>
                      <a:pt x="69211" y="188309"/>
                      <a:pt x="94124" y="188309"/>
                    </a:cubicBezTo>
                    <a:close/>
                  </a:path>
                </a:pathLst>
              </a:custGeom>
              <a:solidFill>
                <a:srgbClr val="3E4C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69" name="任意多边形: 形状 168"/>
              <p:cNvSpPr/>
              <p:nvPr/>
            </p:nvSpPr>
            <p:spPr>
              <a:xfrm>
                <a:off x="10062963" y="12229269"/>
                <a:ext cx="360000" cy="360000"/>
              </a:xfrm>
              <a:custGeom>
                <a:avLst/>
                <a:gdLst>
                  <a:gd name="csX0" fmla="*/ 94123 w 187874"/>
                  <a:gd name="csY0" fmla="*/ 188292 h 188114"/>
                  <a:gd name="csX1" fmla="*/ 160546 w 187874"/>
                  <a:gd name="csY1" fmla="*/ 160743 h 188114"/>
                  <a:gd name="csX2" fmla="*/ 188060 w 187874"/>
                  <a:gd name="csY2" fmla="*/ 94234 h 188114"/>
                  <a:gd name="csX3" fmla="*/ 160546 w 187874"/>
                  <a:gd name="csY3" fmla="*/ 27726 h 188114"/>
                  <a:gd name="csX4" fmla="*/ 94123 w 187874"/>
                  <a:gd name="csY4" fmla="*/ 177 h 188114"/>
                  <a:gd name="csX5" fmla="*/ 27699 w 187874"/>
                  <a:gd name="csY5" fmla="*/ 27726 h 188114"/>
                  <a:gd name="csX6" fmla="*/ 185 w 187874"/>
                  <a:gd name="csY6" fmla="*/ 94234 h 188114"/>
                  <a:gd name="csX7" fmla="*/ 27699 w 187874"/>
                  <a:gd name="csY7" fmla="*/ 160743 h 188114"/>
                  <a:gd name="csX8" fmla="*/ 94123 w 187874"/>
                  <a:gd name="csY8" fmla="*/ 18829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3" y="188292"/>
                    </a:moveTo>
                    <a:cubicBezTo>
                      <a:pt x="119035" y="188292"/>
                      <a:pt x="142931" y="178381"/>
                      <a:pt x="160546" y="160743"/>
                    </a:cubicBezTo>
                    <a:cubicBezTo>
                      <a:pt x="178162" y="143105"/>
                      <a:pt x="188060" y="119179"/>
                      <a:pt x="188060" y="94234"/>
                    </a:cubicBezTo>
                    <a:cubicBezTo>
                      <a:pt x="188060" y="69290"/>
                      <a:pt x="178162" y="45364"/>
                      <a:pt x="160546" y="27726"/>
                    </a:cubicBezTo>
                    <a:cubicBezTo>
                      <a:pt x="142931" y="10087"/>
                      <a:pt x="119035" y="177"/>
                      <a:pt x="94123" y="177"/>
                    </a:cubicBezTo>
                    <a:cubicBezTo>
                      <a:pt x="69210" y="177"/>
                      <a:pt x="45315" y="10087"/>
                      <a:pt x="27699" y="27726"/>
                    </a:cubicBezTo>
                    <a:cubicBezTo>
                      <a:pt x="10083" y="45364"/>
                      <a:pt x="185" y="69290"/>
                      <a:pt x="185" y="94234"/>
                    </a:cubicBezTo>
                    <a:cubicBezTo>
                      <a:pt x="185" y="119179"/>
                      <a:pt x="10083" y="143105"/>
                      <a:pt x="27699" y="160743"/>
                    </a:cubicBezTo>
                    <a:cubicBezTo>
                      <a:pt x="45315" y="178381"/>
                      <a:pt x="69210" y="188292"/>
                      <a:pt x="94123" y="188292"/>
                    </a:cubicBezTo>
                    <a:close/>
                  </a:path>
                </a:pathLst>
              </a:custGeom>
              <a:solidFill>
                <a:srgbClr val="4046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0" name="任意多边形: 形状 169"/>
              <p:cNvSpPr/>
              <p:nvPr/>
            </p:nvSpPr>
            <p:spPr>
              <a:xfrm>
                <a:off x="13029691" y="12200058"/>
                <a:ext cx="360000" cy="360000"/>
              </a:xfrm>
              <a:custGeom>
                <a:avLst/>
                <a:gdLst>
                  <a:gd name="csX0" fmla="*/ 94184 w 187874"/>
                  <a:gd name="csY0" fmla="*/ 188291 h 188114"/>
                  <a:gd name="csX1" fmla="*/ 160608 w 187874"/>
                  <a:gd name="csY1" fmla="*/ 160742 h 188114"/>
                  <a:gd name="csX2" fmla="*/ 188121 w 187874"/>
                  <a:gd name="csY2" fmla="*/ 94234 h 188114"/>
                  <a:gd name="csX3" fmla="*/ 160608 w 187874"/>
                  <a:gd name="csY3" fmla="*/ 27725 h 188114"/>
                  <a:gd name="csX4" fmla="*/ 94184 w 187874"/>
                  <a:gd name="csY4" fmla="*/ 176 h 188114"/>
                  <a:gd name="csX5" fmla="*/ 27760 w 187874"/>
                  <a:gd name="csY5" fmla="*/ 27725 h 188114"/>
                  <a:gd name="csX6" fmla="*/ 246 w 187874"/>
                  <a:gd name="csY6" fmla="*/ 94234 h 188114"/>
                  <a:gd name="csX7" fmla="*/ 27760 w 187874"/>
                  <a:gd name="csY7" fmla="*/ 160742 h 188114"/>
                  <a:gd name="csX8" fmla="*/ 94184 w 187874"/>
                  <a:gd name="csY8" fmla="*/ 18829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4" y="188291"/>
                    </a:moveTo>
                    <a:cubicBezTo>
                      <a:pt x="119096" y="188291"/>
                      <a:pt x="142992" y="178381"/>
                      <a:pt x="160608" y="160742"/>
                    </a:cubicBezTo>
                    <a:cubicBezTo>
                      <a:pt x="178223" y="143104"/>
                      <a:pt x="188121" y="119178"/>
                      <a:pt x="188121" y="94234"/>
                    </a:cubicBezTo>
                    <a:cubicBezTo>
                      <a:pt x="188121" y="69289"/>
                      <a:pt x="178223" y="45363"/>
                      <a:pt x="160608" y="27725"/>
                    </a:cubicBezTo>
                    <a:cubicBezTo>
                      <a:pt x="142992" y="10087"/>
                      <a:pt x="119096" y="176"/>
                      <a:pt x="94184" y="176"/>
                    </a:cubicBezTo>
                    <a:cubicBezTo>
                      <a:pt x="69271" y="176"/>
                      <a:pt x="45376" y="10087"/>
                      <a:pt x="27760" y="27725"/>
                    </a:cubicBezTo>
                    <a:cubicBezTo>
                      <a:pt x="10144" y="45363"/>
                      <a:pt x="246" y="69289"/>
                      <a:pt x="246" y="94234"/>
                    </a:cubicBezTo>
                    <a:cubicBezTo>
                      <a:pt x="246" y="119178"/>
                      <a:pt x="10144" y="143104"/>
                      <a:pt x="27760" y="160742"/>
                    </a:cubicBezTo>
                    <a:cubicBezTo>
                      <a:pt x="45376" y="178381"/>
                      <a:pt x="69271" y="188291"/>
                      <a:pt x="94184" y="188291"/>
                    </a:cubicBezTo>
                    <a:close/>
                  </a:path>
                </a:pathLst>
              </a:custGeom>
              <a:solidFill>
                <a:srgbClr val="2583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1" name="任意多边形: 形状 170"/>
              <p:cNvSpPr/>
              <p:nvPr/>
            </p:nvSpPr>
            <p:spPr>
              <a:xfrm>
                <a:off x="10121428" y="10152237"/>
                <a:ext cx="360000" cy="360000"/>
              </a:xfrm>
              <a:custGeom>
                <a:avLst/>
                <a:gdLst>
                  <a:gd name="csX0" fmla="*/ 94124 w 187874"/>
                  <a:gd name="csY0" fmla="*/ 188249 h 188114"/>
                  <a:gd name="csX1" fmla="*/ 160548 w 187874"/>
                  <a:gd name="csY1" fmla="*/ 160700 h 188114"/>
                  <a:gd name="csX2" fmla="*/ 188061 w 187874"/>
                  <a:gd name="csY2" fmla="*/ 94192 h 188114"/>
                  <a:gd name="csX3" fmla="*/ 160548 w 187874"/>
                  <a:gd name="csY3" fmla="*/ 27683 h 188114"/>
                  <a:gd name="csX4" fmla="*/ 94124 w 187874"/>
                  <a:gd name="csY4" fmla="*/ 134 h 188114"/>
                  <a:gd name="csX5" fmla="*/ 27700 w 187874"/>
                  <a:gd name="csY5" fmla="*/ 27683 h 188114"/>
                  <a:gd name="csX6" fmla="*/ 186 w 187874"/>
                  <a:gd name="csY6" fmla="*/ 94192 h 188114"/>
                  <a:gd name="csX7" fmla="*/ 27700 w 187874"/>
                  <a:gd name="csY7" fmla="*/ 160700 h 188114"/>
                  <a:gd name="csX8" fmla="*/ 94124 w 187874"/>
                  <a:gd name="csY8" fmla="*/ 18824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4" y="188249"/>
                    </a:moveTo>
                    <a:cubicBezTo>
                      <a:pt x="119036" y="188249"/>
                      <a:pt x="142932" y="178338"/>
                      <a:pt x="160548" y="160700"/>
                    </a:cubicBezTo>
                    <a:cubicBezTo>
                      <a:pt x="178164" y="143062"/>
                      <a:pt x="188061" y="119136"/>
                      <a:pt x="188061" y="94192"/>
                    </a:cubicBezTo>
                    <a:cubicBezTo>
                      <a:pt x="188061" y="69247"/>
                      <a:pt x="178164" y="45321"/>
                      <a:pt x="160548" y="27683"/>
                    </a:cubicBezTo>
                    <a:cubicBezTo>
                      <a:pt x="142932" y="10045"/>
                      <a:pt x="119036" y="134"/>
                      <a:pt x="94124" y="134"/>
                    </a:cubicBezTo>
                    <a:cubicBezTo>
                      <a:pt x="69211" y="134"/>
                      <a:pt x="45316" y="10045"/>
                      <a:pt x="27700" y="27683"/>
                    </a:cubicBezTo>
                    <a:cubicBezTo>
                      <a:pt x="10084" y="45321"/>
                      <a:pt x="186" y="69247"/>
                      <a:pt x="186" y="94192"/>
                    </a:cubicBezTo>
                    <a:cubicBezTo>
                      <a:pt x="186" y="119136"/>
                      <a:pt x="10084" y="143062"/>
                      <a:pt x="27700" y="160700"/>
                    </a:cubicBezTo>
                    <a:cubicBezTo>
                      <a:pt x="45316" y="178338"/>
                      <a:pt x="69211" y="188249"/>
                      <a:pt x="94124" y="188249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2" name="任意多边形: 形状 171"/>
              <p:cNvSpPr/>
              <p:nvPr/>
            </p:nvSpPr>
            <p:spPr>
              <a:xfrm>
                <a:off x="9933752" y="13039067"/>
                <a:ext cx="360000" cy="360000"/>
              </a:xfrm>
              <a:custGeom>
                <a:avLst/>
                <a:gdLst>
                  <a:gd name="csX0" fmla="*/ 94120 w 187874"/>
                  <a:gd name="csY0" fmla="*/ 188308 h 188114"/>
                  <a:gd name="csX1" fmla="*/ 160544 w 187874"/>
                  <a:gd name="csY1" fmla="*/ 160760 h 188114"/>
                  <a:gd name="csX2" fmla="*/ 188057 w 187874"/>
                  <a:gd name="csY2" fmla="*/ 94251 h 188114"/>
                  <a:gd name="csX3" fmla="*/ 160544 w 187874"/>
                  <a:gd name="csY3" fmla="*/ 27742 h 188114"/>
                  <a:gd name="csX4" fmla="*/ 94120 w 187874"/>
                  <a:gd name="csY4" fmla="*/ 194 h 188114"/>
                  <a:gd name="csX5" fmla="*/ 27696 w 187874"/>
                  <a:gd name="csY5" fmla="*/ 27742 h 188114"/>
                  <a:gd name="csX6" fmla="*/ 183 w 187874"/>
                  <a:gd name="csY6" fmla="*/ 94251 h 188114"/>
                  <a:gd name="csX7" fmla="*/ 27696 w 187874"/>
                  <a:gd name="csY7" fmla="*/ 160760 h 188114"/>
                  <a:gd name="csX8" fmla="*/ 94120 w 187874"/>
                  <a:gd name="csY8" fmla="*/ 18830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308"/>
                    </a:moveTo>
                    <a:cubicBezTo>
                      <a:pt x="119033" y="188308"/>
                      <a:pt x="142928" y="178398"/>
                      <a:pt x="160544" y="160760"/>
                    </a:cubicBezTo>
                    <a:cubicBezTo>
                      <a:pt x="178160" y="143121"/>
                      <a:pt x="188057" y="119195"/>
                      <a:pt x="188057" y="94251"/>
                    </a:cubicBezTo>
                    <a:cubicBezTo>
                      <a:pt x="188057" y="69307"/>
                      <a:pt x="178160" y="45381"/>
                      <a:pt x="160544" y="27742"/>
                    </a:cubicBezTo>
                    <a:cubicBezTo>
                      <a:pt x="142928" y="10104"/>
                      <a:pt x="119033" y="194"/>
                      <a:pt x="94120" y="194"/>
                    </a:cubicBezTo>
                    <a:cubicBezTo>
                      <a:pt x="69208" y="194"/>
                      <a:pt x="45312" y="10104"/>
                      <a:pt x="27696" y="27742"/>
                    </a:cubicBezTo>
                    <a:cubicBezTo>
                      <a:pt x="10080" y="45381"/>
                      <a:pt x="183" y="69307"/>
                      <a:pt x="183" y="94251"/>
                    </a:cubicBezTo>
                    <a:cubicBezTo>
                      <a:pt x="183" y="119195"/>
                      <a:pt x="10080" y="143121"/>
                      <a:pt x="27696" y="160760"/>
                    </a:cubicBezTo>
                    <a:cubicBezTo>
                      <a:pt x="45312" y="178398"/>
                      <a:pt x="69208" y="188308"/>
                      <a:pt x="94120" y="188308"/>
                    </a:cubicBezTo>
                    <a:close/>
                  </a:path>
                </a:pathLst>
              </a:custGeom>
              <a:solidFill>
                <a:srgbClr val="3E4A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3" name="任意多边形: 形状 172"/>
              <p:cNvSpPr/>
              <p:nvPr/>
            </p:nvSpPr>
            <p:spPr>
              <a:xfrm>
                <a:off x="12977571" y="11526862"/>
                <a:ext cx="360000" cy="360000"/>
              </a:xfrm>
              <a:custGeom>
                <a:avLst/>
                <a:gdLst>
                  <a:gd name="csX0" fmla="*/ 94183 w 187874"/>
                  <a:gd name="csY0" fmla="*/ 188277 h 188114"/>
                  <a:gd name="csX1" fmla="*/ 160607 w 187874"/>
                  <a:gd name="csY1" fmla="*/ 160728 h 188114"/>
                  <a:gd name="csX2" fmla="*/ 188120 w 187874"/>
                  <a:gd name="csY2" fmla="*/ 94220 h 188114"/>
                  <a:gd name="csX3" fmla="*/ 160607 w 187874"/>
                  <a:gd name="csY3" fmla="*/ 27711 h 188114"/>
                  <a:gd name="csX4" fmla="*/ 94183 w 187874"/>
                  <a:gd name="csY4" fmla="*/ 162 h 188114"/>
                  <a:gd name="csX5" fmla="*/ 27759 w 187874"/>
                  <a:gd name="csY5" fmla="*/ 27711 h 188114"/>
                  <a:gd name="csX6" fmla="*/ 245 w 187874"/>
                  <a:gd name="csY6" fmla="*/ 94220 h 188114"/>
                  <a:gd name="csX7" fmla="*/ 27759 w 187874"/>
                  <a:gd name="csY7" fmla="*/ 160728 h 188114"/>
                  <a:gd name="csX8" fmla="*/ 94183 w 187874"/>
                  <a:gd name="csY8" fmla="*/ 18827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3" y="188277"/>
                    </a:moveTo>
                    <a:cubicBezTo>
                      <a:pt x="119095" y="188277"/>
                      <a:pt x="142991" y="178367"/>
                      <a:pt x="160607" y="160728"/>
                    </a:cubicBezTo>
                    <a:cubicBezTo>
                      <a:pt x="178222" y="143090"/>
                      <a:pt x="188120" y="119164"/>
                      <a:pt x="188120" y="94220"/>
                    </a:cubicBezTo>
                    <a:cubicBezTo>
                      <a:pt x="188120" y="69276"/>
                      <a:pt x="178222" y="45350"/>
                      <a:pt x="160607" y="27711"/>
                    </a:cubicBezTo>
                    <a:cubicBezTo>
                      <a:pt x="142991" y="10073"/>
                      <a:pt x="119095" y="162"/>
                      <a:pt x="94183" y="162"/>
                    </a:cubicBezTo>
                    <a:cubicBezTo>
                      <a:pt x="69270" y="162"/>
                      <a:pt x="45375" y="10073"/>
                      <a:pt x="27759" y="27711"/>
                    </a:cubicBezTo>
                    <a:cubicBezTo>
                      <a:pt x="10143" y="45350"/>
                      <a:pt x="245" y="69276"/>
                      <a:pt x="245" y="94220"/>
                    </a:cubicBezTo>
                    <a:cubicBezTo>
                      <a:pt x="245" y="119164"/>
                      <a:pt x="10143" y="143090"/>
                      <a:pt x="27759" y="160728"/>
                    </a:cubicBezTo>
                    <a:cubicBezTo>
                      <a:pt x="45375" y="178367"/>
                      <a:pt x="69270" y="188277"/>
                      <a:pt x="94183" y="188277"/>
                    </a:cubicBezTo>
                    <a:close/>
                  </a:path>
                </a:pathLst>
              </a:custGeom>
              <a:solidFill>
                <a:srgbClr val="228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" name="任意多边形: 形状 173"/>
              <p:cNvSpPr/>
              <p:nvPr/>
            </p:nvSpPr>
            <p:spPr>
              <a:xfrm>
                <a:off x="10755034" y="13044992"/>
                <a:ext cx="360000" cy="360000"/>
              </a:xfrm>
              <a:custGeom>
                <a:avLst/>
                <a:gdLst>
                  <a:gd name="csX0" fmla="*/ 94137 w 187874"/>
                  <a:gd name="csY0" fmla="*/ 188309 h 188114"/>
                  <a:gd name="csX1" fmla="*/ 160561 w 187874"/>
                  <a:gd name="csY1" fmla="*/ 160760 h 188114"/>
                  <a:gd name="csX2" fmla="*/ 188074 w 187874"/>
                  <a:gd name="csY2" fmla="*/ 94251 h 188114"/>
                  <a:gd name="csX3" fmla="*/ 160561 w 187874"/>
                  <a:gd name="csY3" fmla="*/ 27742 h 188114"/>
                  <a:gd name="csX4" fmla="*/ 94137 w 187874"/>
                  <a:gd name="csY4" fmla="*/ 194 h 188114"/>
                  <a:gd name="csX5" fmla="*/ 27713 w 187874"/>
                  <a:gd name="csY5" fmla="*/ 27742 h 188114"/>
                  <a:gd name="csX6" fmla="*/ 199 w 187874"/>
                  <a:gd name="csY6" fmla="*/ 94251 h 188114"/>
                  <a:gd name="csX7" fmla="*/ 27713 w 187874"/>
                  <a:gd name="csY7" fmla="*/ 160760 h 188114"/>
                  <a:gd name="csX8" fmla="*/ 94137 w 187874"/>
                  <a:gd name="csY8" fmla="*/ 18830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7" y="188309"/>
                    </a:moveTo>
                    <a:cubicBezTo>
                      <a:pt x="119049" y="188309"/>
                      <a:pt x="142945" y="178398"/>
                      <a:pt x="160561" y="160760"/>
                    </a:cubicBezTo>
                    <a:cubicBezTo>
                      <a:pt x="178177" y="143121"/>
                      <a:pt x="188074" y="119195"/>
                      <a:pt x="188074" y="94251"/>
                    </a:cubicBezTo>
                    <a:cubicBezTo>
                      <a:pt x="188074" y="69307"/>
                      <a:pt x="178177" y="45381"/>
                      <a:pt x="160561" y="27742"/>
                    </a:cubicBezTo>
                    <a:cubicBezTo>
                      <a:pt x="142945" y="10104"/>
                      <a:pt x="119049" y="194"/>
                      <a:pt x="94137" y="194"/>
                    </a:cubicBezTo>
                    <a:cubicBezTo>
                      <a:pt x="69224" y="194"/>
                      <a:pt x="45329" y="10104"/>
                      <a:pt x="27713" y="27742"/>
                    </a:cubicBezTo>
                    <a:cubicBezTo>
                      <a:pt x="10097" y="45381"/>
                      <a:pt x="199" y="69307"/>
                      <a:pt x="199" y="94251"/>
                    </a:cubicBezTo>
                    <a:cubicBezTo>
                      <a:pt x="199" y="119195"/>
                      <a:pt x="10097" y="143121"/>
                      <a:pt x="27713" y="160760"/>
                    </a:cubicBezTo>
                    <a:cubicBezTo>
                      <a:pt x="45329" y="178398"/>
                      <a:pt x="69224" y="188309"/>
                      <a:pt x="94137" y="188309"/>
                    </a:cubicBezTo>
                    <a:close/>
                  </a:path>
                </a:pathLst>
              </a:custGeom>
              <a:solidFill>
                <a:srgbClr val="433E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" name="任意多边形: 形状 174"/>
              <p:cNvSpPr/>
              <p:nvPr/>
            </p:nvSpPr>
            <p:spPr>
              <a:xfrm>
                <a:off x="9900492" y="15861604"/>
                <a:ext cx="360000" cy="360000"/>
              </a:xfrm>
              <a:custGeom>
                <a:avLst/>
                <a:gdLst>
                  <a:gd name="csX0" fmla="*/ 94119 w 187874"/>
                  <a:gd name="csY0" fmla="*/ 188367 h 188114"/>
                  <a:gd name="csX1" fmla="*/ 160543 w 187874"/>
                  <a:gd name="csY1" fmla="*/ 160818 h 188114"/>
                  <a:gd name="csX2" fmla="*/ 188057 w 187874"/>
                  <a:gd name="csY2" fmla="*/ 94309 h 188114"/>
                  <a:gd name="csX3" fmla="*/ 160543 w 187874"/>
                  <a:gd name="csY3" fmla="*/ 27800 h 188114"/>
                  <a:gd name="csX4" fmla="*/ 94119 w 187874"/>
                  <a:gd name="csY4" fmla="*/ 252 h 188114"/>
                  <a:gd name="csX5" fmla="*/ 27696 w 187874"/>
                  <a:gd name="csY5" fmla="*/ 27800 h 188114"/>
                  <a:gd name="csX6" fmla="*/ 182 w 187874"/>
                  <a:gd name="csY6" fmla="*/ 94309 h 188114"/>
                  <a:gd name="csX7" fmla="*/ 27696 w 187874"/>
                  <a:gd name="csY7" fmla="*/ 160818 h 188114"/>
                  <a:gd name="csX8" fmla="*/ 94119 w 187874"/>
                  <a:gd name="csY8" fmla="*/ 18836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9" y="188367"/>
                    </a:moveTo>
                    <a:cubicBezTo>
                      <a:pt x="119032" y="188367"/>
                      <a:pt x="142927" y="178456"/>
                      <a:pt x="160543" y="160818"/>
                    </a:cubicBezTo>
                    <a:cubicBezTo>
                      <a:pt x="178159" y="143179"/>
                      <a:pt x="188057" y="119253"/>
                      <a:pt x="188057" y="94309"/>
                    </a:cubicBezTo>
                    <a:cubicBezTo>
                      <a:pt x="188057" y="69365"/>
                      <a:pt x="178159" y="45439"/>
                      <a:pt x="160543" y="27800"/>
                    </a:cubicBezTo>
                    <a:cubicBezTo>
                      <a:pt x="142927" y="10162"/>
                      <a:pt x="119032" y="252"/>
                      <a:pt x="94119" y="252"/>
                    </a:cubicBezTo>
                    <a:cubicBezTo>
                      <a:pt x="69207" y="252"/>
                      <a:pt x="45311" y="10162"/>
                      <a:pt x="27696" y="27800"/>
                    </a:cubicBezTo>
                    <a:cubicBezTo>
                      <a:pt x="10080" y="45439"/>
                      <a:pt x="182" y="69365"/>
                      <a:pt x="182" y="94309"/>
                    </a:cubicBezTo>
                    <a:cubicBezTo>
                      <a:pt x="182" y="119253"/>
                      <a:pt x="10080" y="143179"/>
                      <a:pt x="27696" y="160818"/>
                    </a:cubicBezTo>
                    <a:cubicBezTo>
                      <a:pt x="45311" y="178456"/>
                      <a:pt x="69207" y="188367"/>
                      <a:pt x="94119" y="188367"/>
                    </a:cubicBezTo>
                    <a:close/>
                  </a:path>
                </a:pathLst>
              </a:custGeom>
              <a:solidFill>
                <a:srgbClr val="73D05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" name="任意多边形: 形状 175"/>
              <p:cNvSpPr/>
              <p:nvPr/>
            </p:nvSpPr>
            <p:spPr>
              <a:xfrm>
                <a:off x="13031307" y="11002902"/>
                <a:ext cx="360000" cy="360000"/>
              </a:xfrm>
              <a:custGeom>
                <a:avLst/>
                <a:gdLst>
                  <a:gd name="csX0" fmla="*/ 94184 w 187874"/>
                  <a:gd name="csY0" fmla="*/ 188266 h 188114"/>
                  <a:gd name="csX1" fmla="*/ 160608 w 187874"/>
                  <a:gd name="csY1" fmla="*/ 160718 h 188114"/>
                  <a:gd name="csX2" fmla="*/ 188121 w 187874"/>
                  <a:gd name="csY2" fmla="*/ 94209 h 188114"/>
                  <a:gd name="csX3" fmla="*/ 160608 w 187874"/>
                  <a:gd name="csY3" fmla="*/ 27700 h 188114"/>
                  <a:gd name="csX4" fmla="*/ 94184 w 187874"/>
                  <a:gd name="csY4" fmla="*/ 152 h 188114"/>
                  <a:gd name="csX5" fmla="*/ 27760 w 187874"/>
                  <a:gd name="csY5" fmla="*/ 27700 h 188114"/>
                  <a:gd name="csX6" fmla="*/ 246 w 187874"/>
                  <a:gd name="csY6" fmla="*/ 94209 h 188114"/>
                  <a:gd name="csX7" fmla="*/ 27760 w 187874"/>
                  <a:gd name="csY7" fmla="*/ 160718 h 188114"/>
                  <a:gd name="csX8" fmla="*/ 94184 w 187874"/>
                  <a:gd name="csY8" fmla="*/ 18826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4" y="188266"/>
                    </a:moveTo>
                    <a:cubicBezTo>
                      <a:pt x="119096" y="188266"/>
                      <a:pt x="142992" y="178356"/>
                      <a:pt x="160608" y="160718"/>
                    </a:cubicBezTo>
                    <a:cubicBezTo>
                      <a:pt x="178224" y="143079"/>
                      <a:pt x="188121" y="119153"/>
                      <a:pt x="188121" y="94209"/>
                    </a:cubicBezTo>
                    <a:cubicBezTo>
                      <a:pt x="188121" y="69265"/>
                      <a:pt x="178224" y="45339"/>
                      <a:pt x="160608" y="27700"/>
                    </a:cubicBezTo>
                    <a:cubicBezTo>
                      <a:pt x="142992" y="10062"/>
                      <a:pt x="119096" y="152"/>
                      <a:pt x="94184" y="152"/>
                    </a:cubicBezTo>
                    <a:cubicBezTo>
                      <a:pt x="69271" y="152"/>
                      <a:pt x="45376" y="10062"/>
                      <a:pt x="27760" y="27700"/>
                    </a:cubicBezTo>
                    <a:cubicBezTo>
                      <a:pt x="10144" y="45339"/>
                      <a:pt x="246" y="69265"/>
                      <a:pt x="246" y="94209"/>
                    </a:cubicBezTo>
                    <a:cubicBezTo>
                      <a:pt x="246" y="119153"/>
                      <a:pt x="10144" y="143079"/>
                      <a:pt x="27760" y="160718"/>
                    </a:cubicBezTo>
                    <a:cubicBezTo>
                      <a:pt x="45376" y="178356"/>
                      <a:pt x="69271" y="188266"/>
                      <a:pt x="94184" y="188266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" name="任意多边形: 形状 176"/>
              <p:cNvSpPr/>
              <p:nvPr/>
            </p:nvSpPr>
            <p:spPr>
              <a:xfrm>
                <a:off x="9776176" y="13746142"/>
                <a:ext cx="360000" cy="360000"/>
              </a:xfrm>
              <a:custGeom>
                <a:avLst/>
                <a:gdLst>
                  <a:gd name="csX0" fmla="*/ 94117 w 187874"/>
                  <a:gd name="csY0" fmla="*/ 188323 h 188114"/>
                  <a:gd name="csX1" fmla="*/ 160541 w 187874"/>
                  <a:gd name="csY1" fmla="*/ 160774 h 188114"/>
                  <a:gd name="csX2" fmla="*/ 188054 w 187874"/>
                  <a:gd name="csY2" fmla="*/ 94266 h 188114"/>
                  <a:gd name="csX3" fmla="*/ 160541 w 187874"/>
                  <a:gd name="csY3" fmla="*/ 27757 h 188114"/>
                  <a:gd name="csX4" fmla="*/ 94117 w 187874"/>
                  <a:gd name="csY4" fmla="*/ 208 h 188114"/>
                  <a:gd name="csX5" fmla="*/ 27693 w 187874"/>
                  <a:gd name="csY5" fmla="*/ 27757 h 188114"/>
                  <a:gd name="csX6" fmla="*/ 179 w 187874"/>
                  <a:gd name="csY6" fmla="*/ 94266 h 188114"/>
                  <a:gd name="csX7" fmla="*/ 27693 w 187874"/>
                  <a:gd name="csY7" fmla="*/ 160774 h 188114"/>
                  <a:gd name="csX8" fmla="*/ 94117 w 187874"/>
                  <a:gd name="csY8" fmla="*/ 18832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7" y="188323"/>
                    </a:moveTo>
                    <a:cubicBezTo>
                      <a:pt x="119029" y="188323"/>
                      <a:pt x="142925" y="178412"/>
                      <a:pt x="160541" y="160774"/>
                    </a:cubicBezTo>
                    <a:cubicBezTo>
                      <a:pt x="178156" y="143136"/>
                      <a:pt x="188054" y="119210"/>
                      <a:pt x="188054" y="94266"/>
                    </a:cubicBezTo>
                    <a:cubicBezTo>
                      <a:pt x="188054" y="69321"/>
                      <a:pt x="178156" y="45395"/>
                      <a:pt x="160541" y="27757"/>
                    </a:cubicBezTo>
                    <a:cubicBezTo>
                      <a:pt x="142925" y="10119"/>
                      <a:pt x="119029" y="208"/>
                      <a:pt x="94117" y="208"/>
                    </a:cubicBezTo>
                    <a:cubicBezTo>
                      <a:pt x="69204" y="208"/>
                      <a:pt x="45309" y="10119"/>
                      <a:pt x="27693" y="27757"/>
                    </a:cubicBezTo>
                    <a:cubicBezTo>
                      <a:pt x="10077" y="45395"/>
                      <a:pt x="179" y="69321"/>
                      <a:pt x="179" y="94266"/>
                    </a:cubicBezTo>
                    <a:cubicBezTo>
                      <a:pt x="179" y="119210"/>
                      <a:pt x="10077" y="143136"/>
                      <a:pt x="27693" y="160774"/>
                    </a:cubicBezTo>
                    <a:cubicBezTo>
                      <a:pt x="45309" y="178412"/>
                      <a:pt x="69204" y="188323"/>
                      <a:pt x="94117" y="188323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" name="任意多边形: 形状 177"/>
              <p:cNvSpPr/>
              <p:nvPr/>
            </p:nvSpPr>
            <p:spPr>
              <a:xfrm>
                <a:off x="7879135" y="13200318"/>
                <a:ext cx="360000" cy="360000"/>
              </a:xfrm>
              <a:custGeom>
                <a:avLst/>
                <a:gdLst>
                  <a:gd name="csX0" fmla="*/ 94078 w 187874"/>
                  <a:gd name="csY0" fmla="*/ 188312 h 188114"/>
                  <a:gd name="csX1" fmla="*/ 160501 w 187874"/>
                  <a:gd name="csY1" fmla="*/ 160763 h 188114"/>
                  <a:gd name="csX2" fmla="*/ 188015 w 187874"/>
                  <a:gd name="csY2" fmla="*/ 94254 h 188114"/>
                  <a:gd name="csX3" fmla="*/ 160501 w 187874"/>
                  <a:gd name="csY3" fmla="*/ 27746 h 188114"/>
                  <a:gd name="csX4" fmla="*/ 94078 w 187874"/>
                  <a:gd name="csY4" fmla="*/ 197 h 188114"/>
                  <a:gd name="csX5" fmla="*/ 27654 w 187874"/>
                  <a:gd name="csY5" fmla="*/ 27746 h 188114"/>
                  <a:gd name="csX6" fmla="*/ 140 w 187874"/>
                  <a:gd name="csY6" fmla="*/ 94254 h 188114"/>
                  <a:gd name="csX7" fmla="*/ 27654 w 187874"/>
                  <a:gd name="csY7" fmla="*/ 160763 h 188114"/>
                  <a:gd name="csX8" fmla="*/ 94078 w 187874"/>
                  <a:gd name="csY8" fmla="*/ 18831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78" y="188312"/>
                    </a:moveTo>
                    <a:cubicBezTo>
                      <a:pt x="118990" y="188312"/>
                      <a:pt x="142886" y="178401"/>
                      <a:pt x="160501" y="160763"/>
                    </a:cubicBezTo>
                    <a:cubicBezTo>
                      <a:pt x="178117" y="143125"/>
                      <a:pt x="188015" y="119199"/>
                      <a:pt x="188015" y="94254"/>
                    </a:cubicBezTo>
                    <a:cubicBezTo>
                      <a:pt x="188015" y="69310"/>
                      <a:pt x="178117" y="45384"/>
                      <a:pt x="160501" y="27746"/>
                    </a:cubicBezTo>
                    <a:cubicBezTo>
                      <a:pt x="142886" y="10107"/>
                      <a:pt x="118990" y="197"/>
                      <a:pt x="94078" y="197"/>
                    </a:cubicBezTo>
                    <a:cubicBezTo>
                      <a:pt x="69165" y="197"/>
                      <a:pt x="45270" y="10107"/>
                      <a:pt x="27654" y="27746"/>
                    </a:cubicBezTo>
                    <a:cubicBezTo>
                      <a:pt x="10038" y="45384"/>
                      <a:pt x="140" y="69310"/>
                      <a:pt x="140" y="94254"/>
                    </a:cubicBezTo>
                    <a:cubicBezTo>
                      <a:pt x="140" y="119199"/>
                      <a:pt x="10038" y="143125"/>
                      <a:pt x="27654" y="160763"/>
                    </a:cubicBezTo>
                    <a:cubicBezTo>
                      <a:pt x="45270" y="178401"/>
                      <a:pt x="69165" y="188312"/>
                      <a:pt x="94078" y="188312"/>
                    </a:cubicBezTo>
                    <a:close/>
                  </a:path>
                </a:pathLst>
              </a:custGeom>
              <a:solidFill>
                <a:srgbClr val="1F9A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" name="任意多边形: 形状 178"/>
              <p:cNvSpPr/>
              <p:nvPr/>
            </p:nvSpPr>
            <p:spPr>
              <a:xfrm>
                <a:off x="15504253" y="12600664"/>
                <a:ext cx="360000" cy="360000"/>
              </a:xfrm>
              <a:custGeom>
                <a:avLst/>
                <a:gdLst>
                  <a:gd name="csX0" fmla="*/ 94235 w 187874"/>
                  <a:gd name="csY0" fmla="*/ 188299 h 188114"/>
                  <a:gd name="csX1" fmla="*/ 160659 w 187874"/>
                  <a:gd name="csY1" fmla="*/ 160751 h 188114"/>
                  <a:gd name="csX2" fmla="*/ 188172 w 187874"/>
                  <a:gd name="csY2" fmla="*/ 94242 h 188114"/>
                  <a:gd name="csX3" fmla="*/ 160659 w 187874"/>
                  <a:gd name="csY3" fmla="*/ 27733 h 188114"/>
                  <a:gd name="csX4" fmla="*/ 94235 w 187874"/>
                  <a:gd name="csY4" fmla="*/ 185 h 188114"/>
                  <a:gd name="csX5" fmla="*/ 27811 w 187874"/>
                  <a:gd name="csY5" fmla="*/ 27733 h 188114"/>
                  <a:gd name="csX6" fmla="*/ 297 w 187874"/>
                  <a:gd name="csY6" fmla="*/ 94242 h 188114"/>
                  <a:gd name="csX7" fmla="*/ 27811 w 187874"/>
                  <a:gd name="csY7" fmla="*/ 160751 h 188114"/>
                  <a:gd name="csX8" fmla="*/ 94235 w 187874"/>
                  <a:gd name="csY8" fmla="*/ 18829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235" y="188299"/>
                    </a:moveTo>
                    <a:cubicBezTo>
                      <a:pt x="119147" y="188299"/>
                      <a:pt x="143043" y="178389"/>
                      <a:pt x="160659" y="160751"/>
                    </a:cubicBezTo>
                    <a:cubicBezTo>
                      <a:pt x="178274" y="143112"/>
                      <a:pt x="188172" y="119186"/>
                      <a:pt x="188172" y="94242"/>
                    </a:cubicBezTo>
                    <a:cubicBezTo>
                      <a:pt x="188172" y="69298"/>
                      <a:pt x="178274" y="45372"/>
                      <a:pt x="160659" y="27733"/>
                    </a:cubicBezTo>
                    <a:cubicBezTo>
                      <a:pt x="143043" y="10095"/>
                      <a:pt x="119147" y="185"/>
                      <a:pt x="94235" y="185"/>
                    </a:cubicBezTo>
                    <a:cubicBezTo>
                      <a:pt x="69322" y="185"/>
                      <a:pt x="45427" y="10095"/>
                      <a:pt x="27811" y="27733"/>
                    </a:cubicBezTo>
                    <a:cubicBezTo>
                      <a:pt x="10195" y="45372"/>
                      <a:pt x="297" y="69298"/>
                      <a:pt x="297" y="94242"/>
                    </a:cubicBezTo>
                    <a:cubicBezTo>
                      <a:pt x="297" y="119186"/>
                      <a:pt x="10195" y="143112"/>
                      <a:pt x="27811" y="160751"/>
                    </a:cubicBezTo>
                    <a:cubicBezTo>
                      <a:pt x="45427" y="178389"/>
                      <a:pt x="69322" y="188299"/>
                      <a:pt x="94235" y="188299"/>
                    </a:cubicBezTo>
                    <a:close/>
                  </a:path>
                </a:pathLst>
              </a:custGeom>
              <a:solidFill>
                <a:srgbClr val="B8DE2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" name="任意多边形: 形状 179"/>
              <p:cNvSpPr/>
              <p:nvPr/>
            </p:nvSpPr>
            <p:spPr>
              <a:xfrm>
                <a:off x="11936245" y="12621275"/>
                <a:ext cx="360000" cy="360000"/>
              </a:xfrm>
              <a:custGeom>
                <a:avLst/>
                <a:gdLst>
                  <a:gd name="csX0" fmla="*/ 94161 w 187874"/>
                  <a:gd name="csY0" fmla="*/ 188300 h 188114"/>
                  <a:gd name="csX1" fmla="*/ 160585 w 187874"/>
                  <a:gd name="csY1" fmla="*/ 160751 h 188114"/>
                  <a:gd name="csX2" fmla="*/ 188099 w 187874"/>
                  <a:gd name="csY2" fmla="*/ 94242 h 188114"/>
                  <a:gd name="csX3" fmla="*/ 160585 w 187874"/>
                  <a:gd name="csY3" fmla="*/ 27734 h 188114"/>
                  <a:gd name="csX4" fmla="*/ 94161 w 187874"/>
                  <a:gd name="csY4" fmla="*/ 185 h 188114"/>
                  <a:gd name="csX5" fmla="*/ 27738 w 187874"/>
                  <a:gd name="csY5" fmla="*/ 27734 h 188114"/>
                  <a:gd name="csX6" fmla="*/ 224 w 187874"/>
                  <a:gd name="csY6" fmla="*/ 94242 h 188114"/>
                  <a:gd name="csX7" fmla="*/ 27738 w 187874"/>
                  <a:gd name="csY7" fmla="*/ 160751 h 188114"/>
                  <a:gd name="csX8" fmla="*/ 94161 w 187874"/>
                  <a:gd name="csY8" fmla="*/ 18830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1" y="188300"/>
                    </a:moveTo>
                    <a:cubicBezTo>
                      <a:pt x="119074" y="188300"/>
                      <a:pt x="142969" y="178389"/>
                      <a:pt x="160585" y="160751"/>
                    </a:cubicBezTo>
                    <a:cubicBezTo>
                      <a:pt x="178201" y="143113"/>
                      <a:pt x="188099" y="119187"/>
                      <a:pt x="188099" y="94242"/>
                    </a:cubicBezTo>
                    <a:cubicBezTo>
                      <a:pt x="188099" y="69298"/>
                      <a:pt x="178201" y="45372"/>
                      <a:pt x="160585" y="27734"/>
                    </a:cubicBezTo>
                    <a:cubicBezTo>
                      <a:pt x="142969" y="10095"/>
                      <a:pt x="119074" y="185"/>
                      <a:pt x="94161" y="185"/>
                    </a:cubicBezTo>
                    <a:cubicBezTo>
                      <a:pt x="69249" y="185"/>
                      <a:pt x="45353" y="10095"/>
                      <a:pt x="27738" y="27734"/>
                    </a:cubicBezTo>
                    <a:cubicBezTo>
                      <a:pt x="10122" y="45372"/>
                      <a:pt x="224" y="69298"/>
                      <a:pt x="224" y="94242"/>
                    </a:cubicBezTo>
                    <a:cubicBezTo>
                      <a:pt x="224" y="119187"/>
                      <a:pt x="10122" y="143113"/>
                      <a:pt x="27738" y="160751"/>
                    </a:cubicBezTo>
                    <a:cubicBezTo>
                      <a:pt x="45353" y="178389"/>
                      <a:pt x="69249" y="188300"/>
                      <a:pt x="94161" y="188300"/>
                    </a:cubicBezTo>
                    <a:close/>
                  </a:path>
                </a:pathLst>
              </a:custGeom>
              <a:solidFill>
                <a:srgbClr val="3C50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" name="任意多边形: 形状 180"/>
              <p:cNvSpPr/>
              <p:nvPr/>
            </p:nvSpPr>
            <p:spPr>
              <a:xfrm>
                <a:off x="11552663" y="12184311"/>
                <a:ext cx="360000" cy="360000"/>
              </a:xfrm>
              <a:custGeom>
                <a:avLst/>
                <a:gdLst>
                  <a:gd name="csX0" fmla="*/ 94153 w 187874"/>
                  <a:gd name="csY0" fmla="*/ 188291 h 188114"/>
                  <a:gd name="csX1" fmla="*/ 160577 w 187874"/>
                  <a:gd name="csY1" fmla="*/ 160742 h 188114"/>
                  <a:gd name="csX2" fmla="*/ 188091 w 187874"/>
                  <a:gd name="csY2" fmla="*/ 94233 h 188114"/>
                  <a:gd name="csX3" fmla="*/ 160577 w 187874"/>
                  <a:gd name="csY3" fmla="*/ 27725 h 188114"/>
                  <a:gd name="csX4" fmla="*/ 94153 w 187874"/>
                  <a:gd name="csY4" fmla="*/ 176 h 188114"/>
                  <a:gd name="csX5" fmla="*/ 27730 w 187874"/>
                  <a:gd name="csY5" fmla="*/ 27725 h 188114"/>
                  <a:gd name="csX6" fmla="*/ 216 w 187874"/>
                  <a:gd name="csY6" fmla="*/ 94233 h 188114"/>
                  <a:gd name="csX7" fmla="*/ 27730 w 187874"/>
                  <a:gd name="csY7" fmla="*/ 160742 h 188114"/>
                  <a:gd name="csX8" fmla="*/ 94153 w 187874"/>
                  <a:gd name="csY8" fmla="*/ 18829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3" y="188291"/>
                    </a:moveTo>
                    <a:cubicBezTo>
                      <a:pt x="119066" y="188291"/>
                      <a:pt x="142961" y="178380"/>
                      <a:pt x="160577" y="160742"/>
                    </a:cubicBezTo>
                    <a:cubicBezTo>
                      <a:pt x="178193" y="143104"/>
                      <a:pt x="188091" y="119178"/>
                      <a:pt x="188091" y="94233"/>
                    </a:cubicBezTo>
                    <a:cubicBezTo>
                      <a:pt x="188091" y="69289"/>
                      <a:pt x="178193" y="45363"/>
                      <a:pt x="160577" y="27725"/>
                    </a:cubicBezTo>
                    <a:cubicBezTo>
                      <a:pt x="142961" y="10086"/>
                      <a:pt x="119066" y="176"/>
                      <a:pt x="94153" y="176"/>
                    </a:cubicBezTo>
                    <a:cubicBezTo>
                      <a:pt x="69241" y="176"/>
                      <a:pt x="45345" y="10086"/>
                      <a:pt x="27730" y="27725"/>
                    </a:cubicBezTo>
                    <a:cubicBezTo>
                      <a:pt x="10114" y="45363"/>
                      <a:pt x="216" y="69289"/>
                      <a:pt x="216" y="94233"/>
                    </a:cubicBezTo>
                    <a:cubicBezTo>
                      <a:pt x="216" y="119178"/>
                      <a:pt x="10114" y="143104"/>
                      <a:pt x="27730" y="160742"/>
                    </a:cubicBezTo>
                    <a:cubicBezTo>
                      <a:pt x="45345" y="178380"/>
                      <a:pt x="69241" y="188291"/>
                      <a:pt x="94153" y="188291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" name="任意多边形: 形状 181"/>
              <p:cNvSpPr/>
              <p:nvPr/>
            </p:nvSpPr>
            <p:spPr>
              <a:xfrm>
                <a:off x="8819678" y="12333839"/>
                <a:ext cx="360000" cy="360000"/>
              </a:xfrm>
              <a:custGeom>
                <a:avLst/>
                <a:gdLst>
                  <a:gd name="csX0" fmla="*/ 94097 w 187874"/>
                  <a:gd name="csY0" fmla="*/ 188294 h 188114"/>
                  <a:gd name="csX1" fmla="*/ 160521 w 187874"/>
                  <a:gd name="csY1" fmla="*/ 160745 h 188114"/>
                  <a:gd name="csX2" fmla="*/ 188035 w 187874"/>
                  <a:gd name="csY2" fmla="*/ 94236 h 188114"/>
                  <a:gd name="csX3" fmla="*/ 160521 w 187874"/>
                  <a:gd name="csY3" fmla="*/ 27728 h 188114"/>
                  <a:gd name="csX4" fmla="*/ 94097 w 187874"/>
                  <a:gd name="csY4" fmla="*/ 179 h 188114"/>
                  <a:gd name="csX5" fmla="*/ 27673 w 187874"/>
                  <a:gd name="csY5" fmla="*/ 27728 h 188114"/>
                  <a:gd name="csX6" fmla="*/ 160 w 187874"/>
                  <a:gd name="csY6" fmla="*/ 94236 h 188114"/>
                  <a:gd name="csX7" fmla="*/ 27673 w 187874"/>
                  <a:gd name="csY7" fmla="*/ 160745 h 188114"/>
                  <a:gd name="csX8" fmla="*/ 94097 w 187874"/>
                  <a:gd name="csY8" fmla="*/ 18829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7" y="188294"/>
                    </a:moveTo>
                    <a:cubicBezTo>
                      <a:pt x="119010" y="188294"/>
                      <a:pt x="142905" y="178383"/>
                      <a:pt x="160521" y="160745"/>
                    </a:cubicBezTo>
                    <a:cubicBezTo>
                      <a:pt x="178137" y="143107"/>
                      <a:pt x="188035" y="119181"/>
                      <a:pt x="188035" y="94236"/>
                    </a:cubicBezTo>
                    <a:cubicBezTo>
                      <a:pt x="188035" y="69292"/>
                      <a:pt x="178137" y="45366"/>
                      <a:pt x="160521" y="27728"/>
                    </a:cubicBezTo>
                    <a:cubicBezTo>
                      <a:pt x="142905" y="10090"/>
                      <a:pt x="119010" y="179"/>
                      <a:pt x="94097" y="179"/>
                    </a:cubicBezTo>
                    <a:cubicBezTo>
                      <a:pt x="69185" y="179"/>
                      <a:pt x="45289" y="10090"/>
                      <a:pt x="27673" y="27728"/>
                    </a:cubicBezTo>
                    <a:cubicBezTo>
                      <a:pt x="10057" y="45366"/>
                      <a:pt x="160" y="69292"/>
                      <a:pt x="160" y="94236"/>
                    </a:cubicBezTo>
                    <a:cubicBezTo>
                      <a:pt x="160" y="119181"/>
                      <a:pt x="10057" y="143107"/>
                      <a:pt x="27673" y="160745"/>
                    </a:cubicBezTo>
                    <a:cubicBezTo>
                      <a:pt x="45289" y="178383"/>
                      <a:pt x="69185" y="188294"/>
                      <a:pt x="94097" y="188294"/>
                    </a:cubicBezTo>
                    <a:close/>
                  </a:path>
                </a:pathLst>
              </a:custGeom>
              <a:solidFill>
                <a:srgbClr val="2F6B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" name="任意多边形: 形状 182"/>
              <p:cNvSpPr/>
              <p:nvPr/>
            </p:nvSpPr>
            <p:spPr>
              <a:xfrm>
                <a:off x="12599410" y="12078260"/>
                <a:ext cx="360000" cy="360000"/>
              </a:xfrm>
              <a:custGeom>
                <a:avLst/>
                <a:gdLst>
                  <a:gd name="csX0" fmla="*/ 94175 w 187874"/>
                  <a:gd name="csY0" fmla="*/ 188289 h 188114"/>
                  <a:gd name="csX1" fmla="*/ 160599 w 187874"/>
                  <a:gd name="csY1" fmla="*/ 160740 h 188114"/>
                  <a:gd name="csX2" fmla="*/ 188112 w 187874"/>
                  <a:gd name="csY2" fmla="*/ 94231 h 188114"/>
                  <a:gd name="csX3" fmla="*/ 160599 w 187874"/>
                  <a:gd name="csY3" fmla="*/ 27723 h 188114"/>
                  <a:gd name="csX4" fmla="*/ 94175 w 187874"/>
                  <a:gd name="csY4" fmla="*/ 174 h 188114"/>
                  <a:gd name="csX5" fmla="*/ 27751 w 187874"/>
                  <a:gd name="csY5" fmla="*/ 27723 h 188114"/>
                  <a:gd name="csX6" fmla="*/ 238 w 187874"/>
                  <a:gd name="csY6" fmla="*/ 94231 h 188114"/>
                  <a:gd name="csX7" fmla="*/ 27751 w 187874"/>
                  <a:gd name="csY7" fmla="*/ 160740 h 188114"/>
                  <a:gd name="csX8" fmla="*/ 94175 w 187874"/>
                  <a:gd name="csY8" fmla="*/ 18828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5" y="188289"/>
                    </a:moveTo>
                    <a:cubicBezTo>
                      <a:pt x="119088" y="188289"/>
                      <a:pt x="142983" y="178378"/>
                      <a:pt x="160599" y="160740"/>
                    </a:cubicBezTo>
                    <a:cubicBezTo>
                      <a:pt x="178215" y="143102"/>
                      <a:pt x="188112" y="119176"/>
                      <a:pt x="188112" y="94231"/>
                    </a:cubicBezTo>
                    <a:cubicBezTo>
                      <a:pt x="188112" y="69287"/>
                      <a:pt x="178215" y="45361"/>
                      <a:pt x="160599" y="27723"/>
                    </a:cubicBezTo>
                    <a:cubicBezTo>
                      <a:pt x="142983" y="10084"/>
                      <a:pt x="119088" y="174"/>
                      <a:pt x="94175" y="174"/>
                    </a:cubicBezTo>
                    <a:cubicBezTo>
                      <a:pt x="69262" y="174"/>
                      <a:pt x="45367" y="10084"/>
                      <a:pt x="27751" y="27723"/>
                    </a:cubicBezTo>
                    <a:cubicBezTo>
                      <a:pt x="10135" y="45361"/>
                      <a:pt x="238" y="69287"/>
                      <a:pt x="238" y="94231"/>
                    </a:cubicBezTo>
                    <a:cubicBezTo>
                      <a:pt x="238" y="119176"/>
                      <a:pt x="10135" y="143102"/>
                      <a:pt x="27751" y="160740"/>
                    </a:cubicBezTo>
                    <a:cubicBezTo>
                      <a:pt x="45367" y="178378"/>
                      <a:pt x="69262" y="188289"/>
                      <a:pt x="94175" y="188289"/>
                    </a:cubicBezTo>
                    <a:close/>
                  </a:path>
                </a:pathLst>
              </a:custGeom>
              <a:solidFill>
                <a:srgbClr val="2E6E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" name="任意多边形: 形状 183"/>
              <p:cNvSpPr/>
              <p:nvPr/>
            </p:nvSpPr>
            <p:spPr>
              <a:xfrm>
                <a:off x="10079644" y="10977739"/>
                <a:ext cx="360000" cy="360000"/>
              </a:xfrm>
              <a:custGeom>
                <a:avLst/>
                <a:gdLst>
                  <a:gd name="csX0" fmla="*/ 94123 w 187874"/>
                  <a:gd name="csY0" fmla="*/ 188266 h 188114"/>
                  <a:gd name="csX1" fmla="*/ 160547 w 187874"/>
                  <a:gd name="csY1" fmla="*/ 160717 h 188114"/>
                  <a:gd name="csX2" fmla="*/ 188061 w 187874"/>
                  <a:gd name="csY2" fmla="*/ 94209 h 188114"/>
                  <a:gd name="csX3" fmla="*/ 160547 w 187874"/>
                  <a:gd name="csY3" fmla="*/ 27700 h 188114"/>
                  <a:gd name="csX4" fmla="*/ 94123 w 187874"/>
                  <a:gd name="csY4" fmla="*/ 151 h 188114"/>
                  <a:gd name="csX5" fmla="*/ 27699 w 187874"/>
                  <a:gd name="csY5" fmla="*/ 27700 h 188114"/>
                  <a:gd name="csX6" fmla="*/ 186 w 187874"/>
                  <a:gd name="csY6" fmla="*/ 94209 h 188114"/>
                  <a:gd name="csX7" fmla="*/ 27699 w 187874"/>
                  <a:gd name="csY7" fmla="*/ 160717 h 188114"/>
                  <a:gd name="csX8" fmla="*/ 94123 w 187874"/>
                  <a:gd name="csY8" fmla="*/ 18826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3" y="188266"/>
                    </a:moveTo>
                    <a:cubicBezTo>
                      <a:pt x="119036" y="188266"/>
                      <a:pt x="142931" y="178355"/>
                      <a:pt x="160547" y="160717"/>
                    </a:cubicBezTo>
                    <a:cubicBezTo>
                      <a:pt x="178163" y="143079"/>
                      <a:pt x="188061" y="119153"/>
                      <a:pt x="188061" y="94209"/>
                    </a:cubicBezTo>
                    <a:cubicBezTo>
                      <a:pt x="188061" y="69264"/>
                      <a:pt x="178163" y="45338"/>
                      <a:pt x="160547" y="27700"/>
                    </a:cubicBezTo>
                    <a:cubicBezTo>
                      <a:pt x="142931" y="10062"/>
                      <a:pt x="119036" y="151"/>
                      <a:pt x="94123" y="151"/>
                    </a:cubicBezTo>
                    <a:cubicBezTo>
                      <a:pt x="69211" y="151"/>
                      <a:pt x="45315" y="10062"/>
                      <a:pt x="27699" y="27700"/>
                    </a:cubicBezTo>
                    <a:cubicBezTo>
                      <a:pt x="10083" y="45338"/>
                      <a:pt x="186" y="69264"/>
                      <a:pt x="186" y="94209"/>
                    </a:cubicBezTo>
                    <a:cubicBezTo>
                      <a:pt x="186" y="119153"/>
                      <a:pt x="10083" y="143079"/>
                      <a:pt x="27699" y="160717"/>
                    </a:cubicBezTo>
                    <a:cubicBezTo>
                      <a:pt x="45315" y="178355"/>
                      <a:pt x="69211" y="188266"/>
                      <a:pt x="94123" y="188266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" name="任意多边形: 形状 184"/>
              <p:cNvSpPr/>
              <p:nvPr/>
            </p:nvSpPr>
            <p:spPr>
              <a:xfrm>
                <a:off x="8968337" y="10835442"/>
                <a:ext cx="360000" cy="360000"/>
              </a:xfrm>
              <a:custGeom>
                <a:avLst/>
                <a:gdLst>
                  <a:gd name="csX0" fmla="*/ 94100 w 187874"/>
                  <a:gd name="csY0" fmla="*/ 188263 h 188114"/>
                  <a:gd name="csX1" fmla="*/ 160524 w 187874"/>
                  <a:gd name="csY1" fmla="*/ 160714 h 188114"/>
                  <a:gd name="csX2" fmla="*/ 188038 w 187874"/>
                  <a:gd name="csY2" fmla="*/ 94206 h 188114"/>
                  <a:gd name="csX3" fmla="*/ 160524 w 187874"/>
                  <a:gd name="csY3" fmla="*/ 27697 h 188114"/>
                  <a:gd name="csX4" fmla="*/ 94100 w 187874"/>
                  <a:gd name="csY4" fmla="*/ 148 h 188114"/>
                  <a:gd name="csX5" fmla="*/ 27676 w 187874"/>
                  <a:gd name="csY5" fmla="*/ 27697 h 188114"/>
                  <a:gd name="csX6" fmla="*/ 163 w 187874"/>
                  <a:gd name="csY6" fmla="*/ 94206 h 188114"/>
                  <a:gd name="csX7" fmla="*/ 27676 w 187874"/>
                  <a:gd name="csY7" fmla="*/ 160714 h 188114"/>
                  <a:gd name="csX8" fmla="*/ 94100 w 187874"/>
                  <a:gd name="csY8" fmla="*/ 18826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0" y="188263"/>
                    </a:moveTo>
                    <a:cubicBezTo>
                      <a:pt x="119013" y="188263"/>
                      <a:pt x="142908" y="178353"/>
                      <a:pt x="160524" y="160714"/>
                    </a:cubicBezTo>
                    <a:cubicBezTo>
                      <a:pt x="178140" y="143076"/>
                      <a:pt x="188038" y="119150"/>
                      <a:pt x="188038" y="94206"/>
                    </a:cubicBezTo>
                    <a:cubicBezTo>
                      <a:pt x="188038" y="69261"/>
                      <a:pt x="178140" y="45335"/>
                      <a:pt x="160524" y="27697"/>
                    </a:cubicBezTo>
                    <a:cubicBezTo>
                      <a:pt x="142908" y="10059"/>
                      <a:pt x="119013" y="148"/>
                      <a:pt x="94100" y="148"/>
                    </a:cubicBezTo>
                    <a:cubicBezTo>
                      <a:pt x="69188" y="148"/>
                      <a:pt x="45292" y="10059"/>
                      <a:pt x="27676" y="27697"/>
                    </a:cubicBezTo>
                    <a:cubicBezTo>
                      <a:pt x="10061" y="45335"/>
                      <a:pt x="163" y="69261"/>
                      <a:pt x="163" y="94206"/>
                    </a:cubicBezTo>
                    <a:cubicBezTo>
                      <a:pt x="163" y="119150"/>
                      <a:pt x="10061" y="143076"/>
                      <a:pt x="27676" y="160714"/>
                    </a:cubicBezTo>
                    <a:cubicBezTo>
                      <a:pt x="45292" y="178353"/>
                      <a:pt x="69188" y="188263"/>
                      <a:pt x="94100" y="188263"/>
                    </a:cubicBezTo>
                    <a:close/>
                  </a:path>
                </a:pathLst>
              </a:custGeom>
              <a:solidFill>
                <a:srgbClr val="2191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" name="任意多边形: 形状 185"/>
              <p:cNvSpPr/>
              <p:nvPr/>
            </p:nvSpPr>
            <p:spPr>
              <a:xfrm>
                <a:off x="9472989" y="11531108"/>
                <a:ext cx="360000" cy="360000"/>
              </a:xfrm>
              <a:custGeom>
                <a:avLst/>
                <a:gdLst>
                  <a:gd name="csX0" fmla="*/ 94111 w 187874"/>
                  <a:gd name="csY0" fmla="*/ 188277 h 188114"/>
                  <a:gd name="csX1" fmla="*/ 160534 w 187874"/>
                  <a:gd name="csY1" fmla="*/ 160729 h 188114"/>
                  <a:gd name="csX2" fmla="*/ 188048 w 187874"/>
                  <a:gd name="csY2" fmla="*/ 94220 h 188114"/>
                  <a:gd name="csX3" fmla="*/ 160534 w 187874"/>
                  <a:gd name="csY3" fmla="*/ 27711 h 188114"/>
                  <a:gd name="csX4" fmla="*/ 94111 w 187874"/>
                  <a:gd name="csY4" fmla="*/ 163 h 188114"/>
                  <a:gd name="csX5" fmla="*/ 27687 w 187874"/>
                  <a:gd name="csY5" fmla="*/ 27711 h 188114"/>
                  <a:gd name="csX6" fmla="*/ 173 w 187874"/>
                  <a:gd name="csY6" fmla="*/ 94220 h 188114"/>
                  <a:gd name="csX7" fmla="*/ 27687 w 187874"/>
                  <a:gd name="csY7" fmla="*/ 160729 h 188114"/>
                  <a:gd name="csX8" fmla="*/ 94111 w 187874"/>
                  <a:gd name="csY8" fmla="*/ 18827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1" y="188277"/>
                    </a:moveTo>
                    <a:cubicBezTo>
                      <a:pt x="119023" y="188277"/>
                      <a:pt x="142919" y="178367"/>
                      <a:pt x="160534" y="160729"/>
                    </a:cubicBezTo>
                    <a:cubicBezTo>
                      <a:pt x="178150" y="143090"/>
                      <a:pt x="188048" y="119164"/>
                      <a:pt x="188048" y="94220"/>
                    </a:cubicBezTo>
                    <a:cubicBezTo>
                      <a:pt x="188048" y="69276"/>
                      <a:pt x="178150" y="45350"/>
                      <a:pt x="160534" y="27711"/>
                    </a:cubicBezTo>
                    <a:cubicBezTo>
                      <a:pt x="142919" y="10073"/>
                      <a:pt x="119023" y="163"/>
                      <a:pt x="94111" y="163"/>
                    </a:cubicBezTo>
                    <a:cubicBezTo>
                      <a:pt x="69198" y="163"/>
                      <a:pt x="45303" y="10073"/>
                      <a:pt x="27687" y="27711"/>
                    </a:cubicBezTo>
                    <a:cubicBezTo>
                      <a:pt x="10071" y="45350"/>
                      <a:pt x="173" y="69276"/>
                      <a:pt x="173" y="94220"/>
                    </a:cubicBezTo>
                    <a:cubicBezTo>
                      <a:pt x="173" y="119164"/>
                      <a:pt x="10071" y="143090"/>
                      <a:pt x="27687" y="160729"/>
                    </a:cubicBezTo>
                    <a:cubicBezTo>
                      <a:pt x="45303" y="178367"/>
                      <a:pt x="69198" y="188277"/>
                      <a:pt x="94111" y="188277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" name="任意多边形: 形状 186"/>
              <p:cNvSpPr/>
              <p:nvPr/>
            </p:nvSpPr>
            <p:spPr>
              <a:xfrm>
                <a:off x="11812254" y="13973753"/>
                <a:ext cx="360000" cy="360000"/>
              </a:xfrm>
              <a:custGeom>
                <a:avLst/>
                <a:gdLst>
                  <a:gd name="csX0" fmla="*/ 94159 w 187874"/>
                  <a:gd name="csY0" fmla="*/ 188328 h 188114"/>
                  <a:gd name="csX1" fmla="*/ 160583 w 187874"/>
                  <a:gd name="csY1" fmla="*/ 160779 h 188114"/>
                  <a:gd name="csX2" fmla="*/ 188096 w 187874"/>
                  <a:gd name="csY2" fmla="*/ 94270 h 188114"/>
                  <a:gd name="csX3" fmla="*/ 160583 w 187874"/>
                  <a:gd name="csY3" fmla="*/ 27762 h 188114"/>
                  <a:gd name="csX4" fmla="*/ 94159 w 187874"/>
                  <a:gd name="csY4" fmla="*/ 213 h 188114"/>
                  <a:gd name="csX5" fmla="*/ 27735 w 187874"/>
                  <a:gd name="csY5" fmla="*/ 27762 h 188114"/>
                  <a:gd name="csX6" fmla="*/ 221 w 187874"/>
                  <a:gd name="csY6" fmla="*/ 94270 h 188114"/>
                  <a:gd name="csX7" fmla="*/ 27735 w 187874"/>
                  <a:gd name="csY7" fmla="*/ 160779 h 188114"/>
                  <a:gd name="csX8" fmla="*/ 94159 w 187874"/>
                  <a:gd name="csY8" fmla="*/ 18832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9" y="188328"/>
                    </a:moveTo>
                    <a:cubicBezTo>
                      <a:pt x="119071" y="188328"/>
                      <a:pt x="142967" y="178417"/>
                      <a:pt x="160583" y="160779"/>
                    </a:cubicBezTo>
                    <a:cubicBezTo>
                      <a:pt x="178198" y="143141"/>
                      <a:pt x="188096" y="119215"/>
                      <a:pt x="188096" y="94270"/>
                    </a:cubicBezTo>
                    <a:cubicBezTo>
                      <a:pt x="188096" y="69326"/>
                      <a:pt x="178198" y="45400"/>
                      <a:pt x="160583" y="27762"/>
                    </a:cubicBezTo>
                    <a:cubicBezTo>
                      <a:pt x="142967" y="10123"/>
                      <a:pt x="119071" y="213"/>
                      <a:pt x="94159" y="213"/>
                    </a:cubicBezTo>
                    <a:cubicBezTo>
                      <a:pt x="69246" y="213"/>
                      <a:pt x="45351" y="10123"/>
                      <a:pt x="27735" y="27762"/>
                    </a:cubicBezTo>
                    <a:cubicBezTo>
                      <a:pt x="10119" y="45400"/>
                      <a:pt x="221" y="69326"/>
                      <a:pt x="221" y="94270"/>
                    </a:cubicBezTo>
                    <a:cubicBezTo>
                      <a:pt x="221" y="119215"/>
                      <a:pt x="10119" y="143141"/>
                      <a:pt x="27735" y="160779"/>
                    </a:cubicBezTo>
                    <a:cubicBezTo>
                      <a:pt x="45351" y="178417"/>
                      <a:pt x="69246" y="188328"/>
                      <a:pt x="94159" y="188328"/>
                    </a:cubicBezTo>
                    <a:close/>
                  </a:path>
                </a:pathLst>
              </a:custGeom>
              <a:solidFill>
                <a:srgbClr val="2D70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" name="任意多边形: 形状 187"/>
              <p:cNvSpPr/>
              <p:nvPr/>
            </p:nvSpPr>
            <p:spPr>
              <a:xfrm>
                <a:off x="11672959" y="13897225"/>
                <a:ext cx="360000" cy="360000"/>
              </a:xfrm>
              <a:custGeom>
                <a:avLst/>
                <a:gdLst>
                  <a:gd name="csX0" fmla="*/ 94156 w 187874"/>
                  <a:gd name="csY0" fmla="*/ 188326 h 188114"/>
                  <a:gd name="csX1" fmla="*/ 160580 w 187874"/>
                  <a:gd name="csY1" fmla="*/ 160777 h 188114"/>
                  <a:gd name="csX2" fmla="*/ 188093 w 187874"/>
                  <a:gd name="csY2" fmla="*/ 94269 h 188114"/>
                  <a:gd name="csX3" fmla="*/ 160580 w 187874"/>
                  <a:gd name="csY3" fmla="*/ 27760 h 188114"/>
                  <a:gd name="csX4" fmla="*/ 94156 w 187874"/>
                  <a:gd name="csY4" fmla="*/ 211 h 188114"/>
                  <a:gd name="csX5" fmla="*/ 27732 w 187874"/>
                  <a:gd name="csY5" fmla="*/ 27760 h 188114"/>
                  <a:gd name="csX6" fmla="*/ 218 w 187874"/>
                  <a:gd name="csY6" fmla="*/ 94269 h 188114"/>
                  <a:gd name="csX7" fmla="*/ 27732 w 187874"/>
                  <a:gd name="csY7" fmla="*/ 160777 h 188114"/>
                  <a:gd name="csX8" fmla="*/ 94156 w 187874"/>
                  <a:gd name="csY8" fmla="*/ 18832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6" y="188326"/>
                    </a:moveTo>
                    <a:cubicBezTo>
                      <a:pt x="119068" y="188326"/>
                      <a:pt x="142964" y="178416"/>
                      <a:pt x="160580" y="160777"/>
                    </a:cubicBezTo>
                    <a:cubicBezTo>
                      <a:pt x="178196" y="143139"/>
                      <a:pt x="188093" y="119213"/>
                      <a:pt x="188093" y="94269"/>
                    </a:cubicBezTo>
                    <a:cubicBezTo>
                      <a:pt x="188093" y="69324"/>
                      <a:pt x="178196" y="45398"/>
                      <a:pt x="160580" y="27760"/>
                    </a:cubicBezTo>
                    <a:cubicBezTo>
                      <a:pt x="142964" y="10122"/>
                      <a:pt x="119068" y="211"/>
                      <a:pt x="94156" y="211"/>
                    </a:cubicBezTo>
                    <a:cubicBezTo>
                      <a:pt x="69243" y="211"/>
                      <a:pt x="45348" y="10122"/>
                      <a:pt x="27732" y="27760"/>
                    </a:cubicBezTo>
                    <a:cubicBezTo>
                      <a:pt x="10116" y="45398"/>
                      <a:pt x="218" y="69324"/>
                      <a:pt x="218" y="94269"/>
                    </a:cubicBezTo>
                    <a:cubicBezTo>
                      <a:pt x="218" y="119213"/>
                      <a:pt x="10116" y="143139"/>
                      <a:pt x="27732" y="160777"/>
                    </a:cubicBezTo>
                    <a:cubicBezTo>
                      <a:pt x="45348" y="178416"/>
                      <a:pt x="69243" y="188326"/>
                      <a:pt x="94156" y="188326"/>
                    </a:cubicBezTo>
                    <a:close/>
                  </a:path>
                </a:pathLst>
              </a:custGeom>
              <a:solidFill>
                <a:srgbClr val="3069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" name="任意多边形: 形状 188"/>
              <p:cNvSpPr/>
              <p:nvPr/>
            </p:nvSpPr>
            <p:spPr>
              <a:xfrm>
                <a:off x="9508029" y="11289286"/>
                <a:ext cx="360000" cy="360000"/>
              </a:xfrm>
              <a:custGeom>
                <a:avLst/>
                <a:gdLst>
                  <a:gd name="csX0" fmla="*/ 94111 w 187874"/>
                  <a:gd name="csY0" fmla="*/ 188272 h 188114"/>
                  <a:gd name="csX1" fmla="*/ 160535 w 187874"/>
                  <a:gd name="csY1" fmla="*/ 160724 h 188114"/>
                  <a:gd name="csX2" fmla="*/ 188049 w 187874"/>
                  <a:gd name="csY2" fmla="*/ 94215 h 188114"/>
                  <a:gd name="csX3" fmla="*/ 160535 w 187874"/>
                  <a:gd name="csY3" fmla="*/ 27706 h 188114"/>
                  <a:gd name="csX4" fmla="*/ 94111 w 187874"/>
                  <a:gd name="csY4" fmla="*/ 158 h 188114"/>
                  <a:gd name="csX5" fmla="*/ 27687 w 187874"/>
                  <a:gd name="csY5" fmla="*/ 27706 h 188114"/>
                  <a:gd name="csX6" fmla="*/ 174 w 187874"/>
                  <a:gd name="csY6" fmla="*/ 94215 h 188114"/>
                  <a:gd name="csX7" fmla="*/ 27687 w 187874"/>
                  <a:gd name="csY7" fmla="*/ 160724 h 188114"/>
                  <a:gd name="csX8" fmla="*/ 94111 w 187874"/>
                  <a:gd name="csY8" fmla="*/ 18827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1" y="188272"/>
                    </a:moveTo>
                    <a:cubicBezTo>
                      <a:pt x="119024" y="188272"/>
                      <a:pt x="142919" y="178362"/>
                      <a:pt x="160535" y="160724"/>
                    </a:cubicBezTo>
                    <a:cubicBezTo>
                      <a:pt x="178151" y="143085"/>
                      <a:pt x="188049" y="119159"/>
                      <a:pt x="188049" y="94215"/>
                    </a:cubicBezTo>
                    <a:cubicBezTo>
                      <a:pt x="188049" y="69271"/>
                      <a:pt x="178151" y="45345"/>
                      <a:pt x="160535" y="27706"/>
                    </a:cubicBezTo>
                    <a:cubicBezTo>
                      <a:pt x="142919" y="10068"/>
                      <a:pt x="119024" y="158"/>
                      <a:pt x="94111" y="158"/>
                    </a:cubicBezTo>
                    <a:cubicBezTo>
                      <a:pt x="69199" y="158"/>
                      <a:pt x="45303" y="10068"/>
                      <a:pt x="27687" y="27706"/>
                    </a:cubicBezTo>
                    <a:cubicBezTo>
                      <a:pt x="10072" y="45345"/>
                      <a:pt x="174" y="69271"/>
                      <a:pt x="174" y="94215"/>
                    </a:cubicBezTo>
                    <a:cubicBezTo>
                      <a:pt x="174" y="119159"/>
                      <a:pt x="10072" y="143085"/>
                      <a:pt x="27687" y="160724"/>
                    </a:cubicBezTo>
                    <a:cubicBezTo>
                      <a:pt x="45303" y="178362"/>
                      <a:pt x="69199" y="188272"/>
                      <a:pt x="94111" y="188272"/>
                    </a:cubicBezTo>
                    <a:close/>
                  </a:path>
                </a:pathLst>
              </a:custGeom>
              <a:solidFill>
                <a:srgbClr val="2E6D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" name="任意多边形: 形状 189"/>
              <p:cNvSpPr/>
              <p:nvPr/>
            </p:nvSpPr>
            <p:spPr>
              <a:xfrm>
                <a:off x="10525147" y="9922051"/>
                <a:ext cx="360000" cy="360000"/>
              </a:xfrm>
              <a:custGeom>
                <a:avLst/>
                <a:gdLst>
                  <a:gd name="csX0" fmla="*/ 94132 w 187874"/>
                  <a:gd name="csY0" fmla="*/ 188244 h 188114"/>
                  <a:gd name="csX1" fmla="*/ 160556 w 187874"/>
                  <a:gd name="csY1" fmla="*/ 160695 h 188114"/>
                  <a:gd name="csX2" fmla="*/ 188070 w 187874"/>
                  <a:gd name="csY2" fmla="*/ 94187 h 188114"/>
                  <a:gd name="csX3" fmla="*/ 160556 w 187874"/>
                  <a:gd name="csY3" fmla="*/ 27678 h 188114"/>
                  <a:gd name="csX4" fmla="*/ 94132 w 187874"/>
                  <a:gd name="csY4" fmla="*/ 129 h 188114"/>
                  <a:gd name="csX5" fmla="*/ 27708 w 187874"/>
                  <a:gd name="csY5" fmla="*/ 27678 h 188114"/>
                  <a:gd name="csX6" fmla="*/ 195 w 187874"/>
                  <a:gd name="csY6" fmla="*/ 94187 h 188114"/>
                  <a:gd name="csX7" fmla="*/ 27708 w 187874"/>
                  <a:gd name="csY7" fmla="*/ 160695 h 188114"/>
                  <a:gd name="csX8" fmla="*/ 94132 w 187874"/>
                  <a:gd name="csY8" fmla="*/ 18824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2" y="188244"/>
                    </a:moveTo>
                    <a:cubicBezTo>
                      <a:pt x="119045" y="188244"/>
                      <a:pt x="142940" y="178334"/>
                      <a:pt x="160556" y="160695"/>
                    </a:cubicBezTo>
                    <a:cubicBezTo>
                      <a:pt x="178172" y="143057"/>
                      <a:pt x="188070" y="119131"/>
                      <a:pt x="188070" y="94187"/>
                    </a:cubicBezTo>
                    <a:cubicBezTo>
                      <a:pt x="188070" y="69242"/>
                      <a:pt x="178172" y="45316"/>
                      <a:pt x="160556" y="27678"/>
                    </a:cubicBezTo>
                    <a:cubicBezTo>
                      <a:pt x="142940" y="10040"/>
                      <a:pt x="119045" y="129"/>
                      <a:pt x="94132" y="129"/>
                    </a:cubicBezTo>
                    <a:cubicBezTo>
                      <a:pt x="69220" y="129"/>
                      <a:pt x="45324" y="10040"/>
                      <a:pt x="27708" y="27678"/>
                    </a:cubicBezTo>
                    <a:cubicBezTo>
                      <a:pt x="10093" y="45316"/>
                      <a:pt x="195" y="69242"/>
                      <a:pt x="195" y="94187"/>
                    </a:cubicBezTo>
                    <a:cubicBezTo>
                      <a:pt x="195" y="119131"/>
                      <a:pt x="10093" y="143057"/>
                      <a:pt x="27708" y="160695"/>
                    </a:cubicBezTo>
                    <a:cubicBezTo>
                      <a:pt x="45324" y="178334"/>
                      <a:pt x="69220" y="188244"/>
                      <a:pt x="94132" y="188244"/>
                    </a:cubicBezTo>
                    <a:close/>
                  </a:path>
                </a:pathLst>
              </a:custGeom>
              <a:solidFill>
                <a:srgbClr val="24AA8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" name="任意多边形: 形状 190"/>
              <p:cNvSpPr/>
              <p:nvPr/>
            </p:nvSpPr>
            <p:spPr>
              <a:xfrm>
                <a:off x="12251656" y="12240509"/>
                <a:ext cx="360000" cy="360000"/>
              </a:xfrm>
              <a:custGeom>
                <a:avLst/>
                <a:gdLst>
                  <a:gd name="csX0" fmla="*/ 94168 w 187874"/>
                  <a:gd name="csY0" fmla="*/ 188292 h 188114"/>
                  <a:gd name="csX1" fmla="*/ 160592 w 187874"/>
                  <a:gd name="csY1" fmla="*/ 160743 h 188114"/>
                  <a:gd name="csX2" fmla="*/ 188105 w 187874"/>
                  <a:gd name="csY2" fmla="*/ 94235 h 188114"/>
                  <a:gd name="csX3" fmla="*/ 160592 w 187874"/>
                  <a:gd name="csY3" fmla="*/ 27726 h 188114"/>
                  <a:gd name="csX4" fmla="*/ 94168 w 187874"/>
                  <a:gd name="csY4" fmla="*/ 177 h 188114"/>
                  <a:gd name="csX5" fmla="*/ 27744 w 187874"/>
                  <a:gd name="csY5" fmla="*/ 27726 h 188114"/>
                  <a:gd name="csX6" fmla="*/ 230 w 187874"/>
                  <a:gd name="csY6" fmla="*/ 94235 h 188114"/>
                  <a:gd name="csX7" fmla="*/ 27744 w 187874"/>
                  <a:gd name="csY7" fmla="*/ 160743 h 188114"/>
                  <a:gd name="csX8" fmla="*/ 94168 w 187874"/>
                  <a:gd name="csY8" fmla="*/ 18829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8" y="188292"/>
                    </a:moveTo>
                    <a:cubicBezTo>
                      <a:pt x="119080" y="188292"/>
                      <a:pt x="142976" y="178381"/>
                      <a:pt x="160592" y="160743"/>
                    </a:cubicBezTo>
                    <a:cubicBezTo>
                      <a:pt x="178207" y="143105"/>
                      <a:pt x="188105" y="119179"/>
                      <a:pt x="188105" y="94235"/>
                    </a:cubicBezTo>
                    <a:cubicBezTo>
                      <a:pt x="188105" y="69290"/>
                      <a:pt x="178207" y="45364"/>
                      <a:pt x="160592" y="27726"/>
                    </a:cubicBezTo>
                    <a:cubicBezTo>
                      <a:pt x="142976" y="10088"/>
                      <a:pt x="119080" y="177"/>
                      <a:pt x="94168" y="177"/>
                    </a:cubicBezTo>
                    <a:cubicBezTo>
                      <a:pt x="69255" y="177"/>
                      <a:pt x="45360" y="10088"/>
                      <a:pt x="27744" y="27726"/>
                    </a:cubicBezTo>
                    <a:cubicBezTo>
                      <a:pt x="10128" y="45364"/>
                      <a:pt x="230" y="69290"/>
                      <a:pt x="230" y="94235"/>
                    </a:cubicBezTo>
                    <a:cubicBezTo>
                      <a:pt x="230" y="119179"/>
                      <a:pt x="10128" y="143105"/>
                      <a:pt x="27744" y="160743"/>
                    </a:cubicBezTo>
                    <a:cubicBezTo>
                      <a:pt x="45360" y="178381"/>
                      <a:pt x="69255" y="188292"/>
                      <a:pt x="94168" y="188292"/>
                    </a:cubicBezTo>
                    <a:close/>
                  </a:path>
                </a:pathLst>
              </a:custGeom>
              <a:solidFill>
                <a:srgbClr val="3859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" name="任意多边形: 形状 191"/>
              <p:cNvSpPr/>
              <p:nvPr/>
            </p:nvSpPr>
            <p:spPr>
              <a:xfrm>
                <a:off x="11498321" y="11894767"/>
                <a:ext cx="360000" cy="360000"/>
              </a:xfrm>
              <a:custGeom>
                <a:avLst/>
                <a:gdLst>
                  <a:gd name="csX0" fmla="*/ 94152 w 187874"/>
                  <a:gd name="csY0" fmla="*/ 188285 h 188114"/>
                  <a:gd name="csX1" fmla="*/ 160576 w 187874"/>
                  <a:gd name="csY1" fmla="*/ 160736 h 188114"/>
                  <a:gd name="csX2" fmla="*/ 188090 w 187874"/>
                  <a:gd name="csY2" fmla="*/ 94227 h 188114"/>
                  <a:gd name="csX3" fmla="*/ 160576 w 187874"/>
                  <a:gd name="csY3" fmla="*/ 27719 h 188114"/>
                  <a:gd name="csX4" fmla="*/ 94152 w 187874"/>
                  <a:gd name="csY4" fmla="*/ 170 h 188114"/>
                  <a:gd name="csX5" fmla="*/ 27728 w 187874"/>
                  <a:gd name="csY5" fmla="*/ 27719 h 188114"/>
                  <a:gd name="csX6" fmla="*/ 215 w 187874"/>
                  <a:gd name="csY6" fmla="*/ 94227 h 188114"/>
                  <a:gd name="csX7" fmla="*/ 27728 w 187874"/>
                  <a:gd name="csY7" fmla="*/ 160736 h 188114"/>
                  <a:gd name="csX8" fmla="*/ 94152 w 187874"/>
                  <a:gd name="csY8" fmla="*/ 18828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2" y="188285"/>
                    </a:moveTo>
                    <a:cubicBezTo>
                      <a:pt x="119065" y="188285"/>
                      <a:pt x="142960" y="178374"/>
                      <a:pt x="160576" y="160736"/>
                    </a:cubicBezTo>
                    <a:cubicBezTo>
                      <a:pt x="178192" y="143098"/>
                      <a:pt x="188090" y="119172"/>
                      <a:pt x="188090" y="94227"/>
                    </a:cubicBezTo>
                    <a:cubicBezTo>
                      <a:pt x="188090" y="69283"/>
                      <a:pt x="178192" y="45357"/>
                      <a:pt x="160576" y="27719"/>
                    </a:cubicBezTo>
                    <a:cubicBezTo>
                      <a:pt x="142960" y="10080"/>
                      <a:pt x="119065" y="170"/>
                      <a:pt x="94152" y="170"/>
                    </a:cubicBezTo>
                    <a:cubicBezTo>
                      <a:pt x="69240" y="170"/>
                      <a:pt x="45344" y="10080"/>
                      <a:pt x="27728" y="27719"/>
                    </a:cubicBezTo>
                    <a:cubicBezTo>
                      <a:pt x="10113" y="45357"/>
                      <a:pt x="215" y="69283"/>
                      <a:pt x="215" y="94227"/>
                    </a:cubicBezTo>
                    <a:cubicBezTo>
                      <a:pt x="215" y="119172"/>
                      <a:pt x="10113" y="143098"/>
                      <a:pt x="27728" y="160736"/>
                    </a:cubicBezTo>
                    <a:cubicBezTo>
                      <a:pt x="45344" y="178374"/>
                      <a:pt x="69240" y="188285"/>
                      <a:pt x="94152" y="188285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" name="任意多边形: 形状 192"/>
              <p:cNvSpPr/>
              <p:nvPr/>
            </p:nvSpPr>
            <p:spPr>
              <a:xfrm>
                <a:off x="10765664" y="15211094"/>
                <a:ext cx="360000" cy="360000"/>
              </a:xfrm>
              <a:custGeom>
                <a:avLst/>
                <a:gdLst>
                  <a:gd name="csX0" fmla="*/ 94137 w 187874"/>
                  <a:gd name="csY0" fmla="*/ 188353 h 188114"/>
                  <a:gd name="csX1" fmla="*/ 160561 w 187874"/>
                  <a:gd name="csY1" fmla="*/ 160804 h 188114"/>
                  <a:gd name="csX2" fmla="*/ 188075 w 187874"/>
                  <a:gd name="csY2" fmla="*/ 94296 h 188114"/>
                  <a:gd name="csX3" fmla="*/ 160561 w 187874"/>
                  <a:gd name="csY3" fmla="*/ 27787 h 188114"/>
                  <a:gd name="csX4" fmla="*/ 94137 w 187874"/>
                  <a:gd name="csY4" fmla="*/ 238 h 188114"/>
                  <a:gd name="csX5" fmla="*/ 27713 w 187874"/>
                  <a:gd name="csY5" fmla="*/ 27787 h 188114"/>
                  <a:gd name="csX6" fmla="*/ 200 w 187874"/>
                  <a:gd name="csY6" fmla="*/ 94296 h 188114"/>
                  <a:gd name="csX7" fmla="*/ 27713 w 187874"/>
                  <a:gd name="csY7" fmla="*/ 160804 h 188114"/>
                  <a:gd name="csX8" fmla="*/ 94137 w 187874"/>
                  <a:gd name="csY8" fmla="*/ 18835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7" y="188353"/>
                    </a:moveTo>
                    <a:cubicBezTo>
                      <a:pt x="119050" y="188353"/>
                      <a:pt x="142945" y="178443"/>
                      <a:pt x="160561" y="160804"/>
                    </a:cubicBezTo>
                    <a:cubicBezTo>
                      <a:pt x="178177" y="143166"/>
                      <a:pt x="188075" y="119240"/>
                      <a:pt x="188075" y="94296"/>
                    </a:cubicBezTo>
                    <a:cubicBezTo>
                      <a:pt x="188075" y="69351"/>
                      <a:pt x="178177" y="45425"/>
                      <a:pt x="160561" y="27787"/>
                    </a:cubicBezTo>
                    <a:cubicBezTo>
                      <a:pt x="142945" y="10149"/>
                      <a:pt x="119050" y="238"/>
                      <a:pt x="94137" y="238"/>
                    </a:cubicBezTo>
                    <a:cubicBezTo>
                      <a:pt x="69225" y="238"/>
                      <a:pt x="45329" y="10149"/>
                      <a:pt x="27713" y="27787"/>
                    </a:cubicBezTo>
                    <a:cubicBezTo>
                      <a:pt x="10098" y="45425"/>
                      <a:pt x="200" y="69351"/>
                      <a:pt x="200" y="94296"/>
                    </a:cubicBezTo>
                    <a:cubicBezTo>
                      <a:pt x="200" y="119240"/>
                      <a:pt x="10098" y="143166"/>
                      <a:pt x="27713" y="160804"/>
                    </a:cubicBezTo>
                    <a:cubicBezTo>
                      <a:pt x="45329" y="178443"/>
                      <a:pt x="69225" y="188353"/>
                      <a:pt x="94137" y="188353"/>
                    </a:cubicBezTo>
                    <a:close/>
                  </a:path>
                </a:pathLst>
              </a:custGeom>
              <a:solidFill>
                <a:srgbClr val="1FA2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4" name="任意多边形: 形状 193"/>
              <p:cNvSpPr/>
              <p:nvPr/>
            </p:nvSpPr>
            <p:spPr>
              <a:xfrm>
                <a:off x="10922311" y="12371240"/>
                <a:ext cx="360000" cy="360000"/>
              </a:xfrm>
              <a:custGeom>
                <a:avLst/>
                <a:gdLst>
                  <a:gd name="csX0" fmla="*/ 94140 w 187874"/>
                  <a:gd name="csY0" fmla="*/ 188295 h 188114"/>
                  <a:gd name="csX1" fmla="*/ 160564 w 187874"/>
                  <a:gd name="csY1" fmla="*/ 160746 h 188114"/>
                  <a:gd name="csX2" fmla="*/ 188078 w 187874"/>
                  <a:gd name="csY2" fmla="*/ 94237 h 188114"/>
                  <a:gd name="csX3" fmla="*/ 160564 w 187874"/>
                  <a:gd name="csY3" fmla="*/ 27729 h 188114"/>
                  <a:gd name="csX4" fmla="*/ 94140 w 187874"/>
                  <a:gd name="csY4" fmla="*/ 180 h 188114"/>
                  <a:gd name="csX5" fmla="*/ 27717 w 187874"/>
                  <a:gd name="csY5" fmla="*/ 27729 h 188114"/>
                  <a:gd name="csX6" fmla="*/ 203 w 187874"/>
                  <a:gd name="csY6" fmla="*/ 94237 h 188114"/>
                  <a:gd name="csX7" fmla="*/ 27717 w 187874"/>
                  <a:gd name="csY7" fmla="*/ 160746 h 188114"/>
                  <a:gd name="csX8" fmla="*/ 94140 w 187874"/>
                  <a:gd name="csY8" fmla="*/ 18829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0" y="188295"/>
                    </a:moveTo>
                    <a:cubicBezTo>
                      <a:pt x="119053" y="188295"/>
                      <a:pt x="142948" y="178384"/>
                      <a:pt x="160564" y="160746"/>
                    </a:cubicBezTo>
                    <a:cubicBezTo>
                      <a:pt x="178180" y="143108"/>
                      <a:pt x="188078" y="119182"/>
                      <a:pt x="188078" y="94237"/>
                    </a:cubicBezTo>
                    <a:cubicBezTo>
                      <a:pt x="188078" y="69293"/>
                      <a:pt x="178180" y="45367"/>
                      <a:pt x="160564" y="27729"/>
                    </a:cubicBezTo>
                    <a:cubicBezTo>
                      <a:pt x="142948" y="10090"/>
                      <a:pt x="119053" y="180"/>
                      <a:pt x="94140" y="180"/>
                    </a:cubicBezTo>
                    <a:cubicBezTo>
                      <a:pt x="69228" y="180"/>
                      <a:pt x="45332" y="10090"/>
                      <a:pt x="27717" y="27729"/>
                    </a:cubicBezTo>
                    <a:cubicBezTo>
                      <a:pt x="10101" y="45367"/>
                      <a:pt x="203" y="69293"/>
                      <a:pt x="203" y="94237"/>
                    </a:cubicBezTo>
                    <a:cubicBezTo>
                      <a:pt x="203" y="119182"/>
                      <a:pt x="10101" y="143108"/>
                      <a:pt x="27717" y="160746"/>
                    </a:cubicBezTo>
                    <a:cubicBezTo>
                      <a:pt x="45332" y="178384"/>
                      <a:pt x="69228" y="188295"/>
                      <a:pt x="94140" y="188295"/>
                    </a:cubicBezTo>
                    <a:close/>
                  </a:path>
                </a:pathLst>
              </a:custGeom>
              <a:solidFill>
                <a:srgbClr val="48217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5" name="任意多边形: 形状 194"/>
              <p:cNvSpPr/>
              <p:nvPr/>
            </p:nvSpPr>
            <p:spPr>
              <a:xfrm>
                <a:off x="11050674" y="12749428"/>
                <a:ext cx="360000" cy="360000"/>
              </a:xfrm>
              <a:custGeom>
                <a:avLst/>
                <a:gdLst>
                  <a:gd name="csX0" fmla="*/ 94143 w 187874"/>
                  <a:gd name="csY0" fmla="*/ 188302 h 188114"/>
                  <a:gd name="csX1" fmla="*/ 160567 w 187874"/>
                  <a:gd name="csY1" fmla="*/ 160754 h 188114"/>
                  <a:gd name="csX2" fmla="*/ 188081 w 187874"/>
                  <a:gd name="csY2" fmla="*/ 94245 h 188114"/>
                  <a:gd name="csX3" fmla="*/ 160567 w 187874"/>
                  <a:gd name="csY3" fmla="*/ 27736 h 188114"/>
                  <a:gd name="csX4" fmla="*/ 94143 w 187874"/>
                  <a:gd name="csY4" fmla="*/ 188 h 188114"/>
                  <a:gd name="csX5" fmla="*/ 27719 w 187874"/>
                  <a:gd name="csY5" fmla="*/ 27736 h 188114"/>
                  <a:gd name="csX6" fmla="*/ 206 w 187874"/>
                  <a:gd name="csY6" fmla="*/ 94245 h 188114"/>
                  <a:gd name="csX7" fmla="*/ 27719 w 187874"/>
                  <a:gd name="csY7" fmla="*/ 160754 h 188114"/>
                  <a:gd name="csX8" fmla="*/ 94143 w 187874"/>
                  <a:gd name="csY8" fmla="*/ 18830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3" y="188302"/>
                    </a:moveTo>
                    <a:cubicBezTo>
                      <a:pt x="119056" y="188302"/>
                      <a:pt x="142951" y="178392"/>
                      <a:pt x="160567" y="160754"/>
                    </a:cubicBezTo>
                    <a:cubicBezTo>
                      <a:pt x="178183" y="143115"/>
                      <a:pt x="188081" y="119189"/>
                      <a:pt x="188081" y="94245"/>
                    </a:cubicBezTo>
                    <a:cubicBezTo>
                      <a:pt x="188081" y="69301"/>
                      <a:pt x="178183" y="45375"/>
                      <a:pt x="160567" y="27736"/>
                    </a:cubicBezTo>
                    <a:cubicBezTo>
                      <a:pt x="142951" y="10098"/>
                      <a:pt x="119056" y="188"/>
                      <a:pt x="94143" y="188"/>
                    </a:cubicBezTo>
                    <a:cubicBezTo>
                      <a:pt x="69231" y="188"/>
                      <a:pt x="45335" y="10098"/>
                      <a:pt x="27719" y="27736"/>
                    </a:cubicBezTo>
                    <a:cubicBezTo>
                      <a:pt x="10103" y="45375"/>
                      <a:pt x="206" y="69301"/>
                      <a:pt x="206" y="94245"/>
                    </a:cubicBezTo>
                    <a:cubicBezTo>
                      <a:pt x="206" y="119189"/>
                      <a:pt x="10103" y="143115"/>
                      <a:pt x="27719" y="160754"/>
                    </a:cubicBezTo>
                    <a:cubicBezTo>
                      <a:pt x="45335" y="178392"/>
                      <a:pt x="69231" y="188302"/>
                      <a:pt x="94143" y="188302"/>
                    </a:cubicBezTo>
                    <a:close/>
                  </a:path>
                </a:pathLst>
              </a:custGeom>
              <a:solidFill>
                <a:srgbClr val="48207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6" name="任意多边形: 形状 195"/>
              <p:cNvSpPr/>
              <p:nvPr/>
            </p:nvSpPr>
            <p:spPr>
              <a:xfrm>
                <a:off x="10162297" y="11898188"/>
                <a:ext cx="360000" cy="360000"/>
              </a:xfrm>
              <a:custGeom>
                <a:avLst/>
                <a:gdLst>
                  <a:gd name="csX0" fmla="*/ 94125 w 187874"/>
                  <a:gd name="csY0" fmla="*/ 188285 h 188114"/>
                  <a:gd name="csX1" fmla="*/ 160549 w 187874"/>
                  <a:gd name="csY1" fmla="*/ 160736 h 188114"/>
                  <a:gd name="csX2" fmla="*/ 188062 w 187874"/>
                  <a:gd name="csY2" fmla="*/ 94227 h 188114"/>
                  <a:gd name="csX3" fmla="*/ 160549 w 187874"/>
                  <a:gd name="csY3" fmla="*/ 27719 h 188114"/>
                  <a:gd name="csX4" fmla="*/ 94125 w 187874"/>
                  <a:gd name="csY4" fmla="*/ 170 h 188114"/>
                  <a:gd name="csX5" fmla="*/ 27701 w 187874"/>
                  <a:gd name="csY5" fmla="*/ 27719 h 188114"/>
                  <a:gd name="csX6" fmla="*/ 187 w 187874"/>
                  <a:gd name="csY6" fmla="*/ 94227 h 188114"/>
                  <a:gd name="csX7" fmla="*/ 27701 w 187874"/>
                  <a:gd name="csY7" fmla="*/ 160736 h 188114"/>
                  <a:gd name="csX8" fmla="*/ 94125 w 187874"/>
                  <a:gd name="csY8" fmla="*/ 18828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5" y="188285"/>
                    </a:moveTo>
                    <a:cubicBezTo>
                      <a:pt x="119037" y="188285"/>
                      <a:pt x="142933" y="178374"/>
                      <a:pt x="160549" y="160736"/>
                    </a:cubicBezTo>
                    <a:cubicBezTo>
                      <a:pt x="178164" y="143098"/>
                      <a:pt x="188062" y="119172"/>
                      <a:pt x="188062" y="94227"/>
                    </a:cubicBezTo>
                    <a:cubicBezTo>
                      <a:pt x="188062" y="69283"/>
                      <a:pt x="178164" y="45357"/>
                      <a:pt x="160549" y="27719"/>
                    </a:cubicBezTo>
                    <a:cubicBezTo>
                      <a:pt x="142933" y="10081"/>
                      <a:pt x="119037" y="170"/>
                      <a:pt x="94125" y="170"/>
                    </a:cubicBezTo>
                    <a:cubicBezTo>
                      <a:pt x="69212" y="170"/>
                      <a:pt x="45317" y="10081"/>
                      <a:pt x="27701" y="27719"/>
                    </a:cubicBezTo>
                    <a:cubicBezTo>
                      <a:pt x="10085" y="45357"/>
                      <a:pt x="187" y="69283"/>
                      <a:pt x="187" y="94227"/>
                    </a:cubicBezTo>
                    <a:cubicBezTo>
                      <a:pt x="187" y="119172"/>
                      <a:pt x="10085" y="143098"/>
                      <a:pt x="27701" y="160736"/>
                    </a:cubicBezTo>
                    <a:cubicBezTo>
                      <a:pt x="45317" y="178374"/>
                      <a:pt x="69212" y="188285"/>
                      <a:pt x="94125" y="188285"/>
                    </a:cubicBezTo>
                    <a:close/>
                  </a:path>
                </a:pathLst>
              </a:custGeom>
              <a:solidFill>
                <a:srgbClr val="443B8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7" name="任意多边形: 形状 196"/>
              <p:cNvSpPr/>
              <p:nvPr/>
            </p:nvSpPr>
            <p:spPr>
              <a:xfrm>
                <a:off x="9168894" y="13401858"/>
                <a:ext cx="360000" cy="360000"/>
              </a:xfrm>
              <a:custGeom>
                <a:avLst/>
                <a:gdLst>
                  <a:gd name="csX0" fmla="*/ 94104 w 187874"/>
                  <a:gd name="csY0" fmla="*/ 188316 h 188114"/>
                  <a:gd name="csX1" fmla="*/ 160528 w 187874"/>
                  <a:gd name="csY1" fmla="*/ 160767 h 188114"/>
                  <a:gd name="csX2" fmla="*/ 188042 w 187874"/>
                  <a:gd name="csY2" fmla="*/ 94258 h 188114"/>
                  <a:gd name="csX3" fmla="*/ 160528 w 187874"/>
                  <a:gd name="csY3" fmla="*/ 27750 h 188114"/>
                  <a:gd name="csX4" fmla="*/ 94104 w 187874"/>
                  <a:gd name="csY4" fmla="*/ 201 h 188114"/>
                  <a:gd name="csX5" fmla="*/ 27680 w 187874"/>
                  <a:gd name="csY5" fmla="*/ 27750 h 188114"/>
                  <a:gd name="csX6" fmla="*/ 167 w 187874"/>
                  <a:gd name="csY6" fmla="*/ 94258 h 188114"/>
                  <a:gd name="csX7" fmla="*/ 27680 w 187874"/>
                  <a:gd name="csY7" fmla="*/ 160767 h 188114"/>
                  <a:gd name="csX8" fmla="*/ 94104 w 187874"/>
                  <a:gd name="csY8" fmla="*/ 18831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4" y="188316"/>
                    </a:moveTo>
                    <a:cubicBezTo>
                      <a:pt x="119017" y="188316"/>
                      <a:pt x="142912" y="178405"/>
                      <a:pt x="160528" y="160767"/>
                    </a:cubicBezTo>
                    <a:cubicBezTo>
                      <a:pt x="178144" y="143129"/>
                      <a:pt x="188042" y="119203"/>
                      <a:pt x="188042" y="94258"/>
                    </a:cubicBezTo>
                    <a:cubicBezTo>
                      <a:pt x="188042" y="69314"/>
                      <a:pt x="178144" y="45388"/>
                      <a:pt x="160528" y="27750"/>
                    </a:cubicBezTo>
                    <a:cubicBezTo>
                      <a:pt x="142912" y="10112"/>
                      <a:pt x="119017" y="201"/>
                      <a:pt x="94104" y="201"/>
                    </a:cubicBezTo>
                    <a:cubicBezTo>
                      <a:pt x="69192" y="201"/>
                      <a:pt x="45296" y="10112"/>
                      <a:pt x="27680" y="27750"/>
                    </a:cubicBezTo>
                    <a:cubicBezTo>
                      <a:pt x="10065" y="45388"/>
                      <a:pt x="167" y="69314"/>
                      <a:pt x="167" y="94258"/>
                    </a:cubicBezTo>
                    <a:cubicBezTo>
                      <a:pt x="167" y="119203"/>
                      <a:pt x="10065" y="143129"/>
                      <a:pt x="27680" y="160767"/>
                    </a:cubicBezTo>
                    <a:cubicBezTo>
                      <a:pt x="45296" y="178405"/>
                      <a:pt x="69192" y="188316"/>
                      <a:pt x="94104" y="188316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8" name="任意多边形: 形状 197"/>
              <p:cNvSpPr/>
              <p:nvPr/>
            </p:nvSpPr>
            <p:spPr>
              <a:xfrm>
                <a:off x="12465589" y="12592453"/>
                <a:ext cx="360000" cy="360000"/>
              </a:xfrm>
              <a:custGeom>
                <a:avLst/>
                <a:gdLst>
                  <a:gd name="csX0" fmla="*/ 94172 w 187874"/>
                  <a:gd name="csY0" fmla="*/ 188299 h 188114"/>
                  <a:gd name="csX1" fmla="*/ 160596 w 187874"/>
                  <a:gd name="csY1" fmla="*/ 160750 h 188114"/>
                  <a:gd name="csX2" fmla="*/ 188110 w 187874"/>
                  <a:gd name="csY2" fmla="*/ 94242 h 188114"/>
                  <a:gd name="csX3" fmla="*/ 160596 w 187874"/>
                  <a:gd name="csY3" fmla="*/ 27733 h 188114"/>
                  <a:gd name="csX4" fmla="*/ 94172 w 187874"/>
                  <a:gd name="csY4" fmla="*/ 184 h 188114"/>
                  <a:gd name="csX5" fmla="*/ 27748 w 187874"/>
                  <a:gd name="csY5" fmla="*/ 27733 h 188114"/>
                  <a:gd name="csX6" fmla="*/ 235 w 187874"/>
                  <a:gd name="csY6" fmla="*/ 94242 h 188114"/>
                  <a:gd name="csX7" fmla="*/ 27748 w 187874"/>
                  <a:gd name="csY7" fmla="*/ 160750 h 188114"/>
                  <a:gd name="csX8" fmla="*/ 94172 w 187874"/>
                  <a:gd name="csY8" fmla="*/ 18829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2" y="188299"/>
                    </a:moveTo>
                    <a:cubicBezTo>
                      <a:pt x="119085" y="188299"/>
                      <a:pt x="142980" y="178389"/>
                      <a:pt x="160596" y="160750"/>
                    </a:cubicBezTo>
                    <a:cubicBezTo>
                      <a:pt x="178212" y="143112"/>
                      <a:pt x="188110" y="119186"/>
                      <a:pt x="188110" y="94242"/>
                    </a:cubicBezTo>
                    <a:cubicBezTo>
                      <a:pt x="188110" y="69297"/>
                      <a:pt x="178212" y="45371"/>
                      <a:pt x="160596" y="27733"/>
                    </a:cubicBezTo>
                    <a:cubicBezTo>
                      <a:pt x="142980" y="10095"/>
                      <a:pt x="119085" y="184"/>
                      <a:pt x="94172" y="184"/>
                    </a:cubicBezTo>
                    <a:cubicBezTo>
                      <a:pt x="69260" y="184"/>
                      <a:pt x="45364" y="10095"/>
                      <a:pt x="27748" y="27733"/>
                    </a:cubicBezTo>
                    <a:cubicBezTo>
                      <a:pt x="10133" y="45371"/>
                      <a:pt x="235" y="69297"/>
                      <a:pt x="235" y="94242"/>
                    </a:cubicBezTo>
                    <a:cubicBezTo>
                      <a:pt x="235" y="119186"/>
                      <a:pt x="10133" y="143112"/>
                      <a:pt x="27748" y="160750"/>
                    </a:cubicBezTo>
                    <a:cubicBezTo>
                      <a:pt x="45364" y="178389"/>
                      <a:pt x="69260" y="188299"/>
                      <a:pt x="94172" y="188299"/>
                    </a:cubicBezTo>
                    <a:close/>
                  </a:path>
                </a:pathLst>
              </a:custGeom>
              <a:solidFill>
                <a:srgbClr val="365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9" name="任意多边形: 形状 198"/>
              <p:cNvSpPr/>
              <p:nvPr/>
            </p:nvSpPr>
            <p:spPr>
              <a:xfrm>
                <a:off x="11695905" y="9970215"/>
                <a:ext cx="360000" cy="360000"/>
              </a:xfrm>
              <a:custGeom>
                <a:avLst/>
                <a:gdLst>
                  <a:gd name="csX0" fmla="*/ 94156 w 187874"/>
                  <a:gd name="csY0" fmla="*/ 188245 h 188114"/>
                  <a:gd name="csX1" fmla="*/ 160580 w 187874"/>
                  <a:gd name="csY1" fmla="*/ 160696 h 188114"/>
                  <a:gd name="csX2" fmla="*/ 188094 w 187874"/>
                  <a:gd name="csY2" fmla="*/ 94188 h 188114"/>
                  <a:gd name="csX3" fmla="*/ 160580 w 187874"/>
                  <a:gd name="csY3" fmla="*/ 27679 h 188114"/>
                  <a:gd name="csX4" fmla="*/ 94156 w 187874"/>
                  <a:gd name="csY4" fmla="*/ 130 h 188114"/>
                  <a:gd name="csX5" fmla="*/ 27733 w 187874"/>
                  <a:gd name="csY5" fmla="*/ 27679 h 188114"/>
                  <a:gd name="csX6" fmla="*/ 219 w 187874"/>
                  <a:gd name="csY6" fmla="*/ 94188 h 188114"/>
                  <a:gd name="csX7" fmla="*/ 27733 w 187874"/>
                  <a:gd name="csY7" fmla="*/ 160696 h 188114"/>
                  <a:gd name="csX8" fmla="*/ 94156 w 187874"/>
                  <a:gd name="csY8" fmla="*/ 18824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6" y="188245"/>
                    </a:moveTo>
                    <a:cubicBezTo>
                      <a:pt x="119069" y="188245"/>
                      <a:pt x="142964" y="178335"/>
                      <a:pt x="160580" y="160696"/>
                    </a:cubicBezTo>
                    <a:cubicBezTo>
                      <a:pt x="178196" y="143058"/>
                      <a:pt x="188094" y="119132"/>
                      <a:pt x="188094" y="94188"/>
                    </a:cubicBezTo>
                    <a:cubicBezTo>
                      <a:pt x="188094" y="69243"/>
                      <a:pt x="178196" y="45317"/>
                      <a:pt x="160580" y="27679"/>
                    </a:cubicBezTo>
                    <a:cubicBezTo>
                      <a:pt x="142964" y="10041"/>
                      <a:pt x="119069" y="130"/>
                      <a:pt x="94156" y="130"/>
                    </a:cubicBezTo>
                    <a:cubicBezTo>
                      <a:pt x="69244" y="130"/>
                      <a:pt x="45348" y="10041"/>
                      <a:pt x="27733" y="27679"/>
                    </a:cubicBezTo>
                    <a:cubicBezTo>
                      <a:pt x="10117" y="45317"/>
                      <a:pt x="219" y="69243"/>
                      <a:pt x="219" y="94188"/>
                    </a:cubicBezTo>
                    <a:cubicBezTo>
                      <a:pt x="219" y="119132"/>
                      <a:pt x="10117" y="143058"/>
                      <a:pt x="27733" y="160696"/>
                    </a:cubicBezTo>
                    <a:cubicBezTo>
                      <a:pt x="45348" y="178335"/>
                      <a:pt x="69244" y="188245"/>
                      <a:pt x="94156" y="188245"/>
                    </a:cubicBezTo>
                    <a:close/>
                  </a:path>
                </a:pathLst>
              </a:custGeom>
              <a:solidFill>
                <a:srgbClr val="27AD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0" name="任意多边形: 形状 199"/>
              <p:cNvSpPr/>
              <p:nvPr/>
            </p:nvSpPr>
            <p:spPr>
              <a:xfrm>
                <a:off x="9280490" y="11707105"/>
                <a:ext cx="360000" cy="360000"/>
              </a:xfrm>
              <a:custGeom>
                <a:avLst/>
                <a:gdLst>
                  <a:gd name="csX0" fmla="*/ 94107 w 187874"/>
                  <a:gd name="csY0" fmla="*/ 188281 h 188114"/>
                  <a:gd name="csX1" fmla="*/ 160530 w 187874"/>
                  <a:gd name="csY1" fmla="*/ 160732 h 188114"/>
                  <a:gd name="csX2" fmla="*/ 188044 w 187874"/>
                  <a:gd name="csY2" fmla="*/ 94224 h 188114"/>
                  <a:gd name="csX3" fmla="*/ 160530 w 187874"/>
                  <a:gd name="csY3" fmla="*/ 27715 h 188114"/>
                  <a:gd name="csX4" fmla="*/ 94107 w 187874"/>
                  <a:gd name="csY4" fmla="*/ 166 h 188114"/>
                  <a:gd name="csX5" fmla="*/ 27683 w 187874"/>
                  <a:gd name="csY5" fmla="*/ 27715 h 188114"/>
                  <a:gd name="csX6" fmla="*/ 169 w 187874"/>
                  <a:gd name="csY6" fmla="*/ 94224 h 188114"/>
                  <a:gd name="csX7" fmla="*/ 27683 w 187874"/>
                  <a:gd name="csY7" fmla="*/ 160732 h 188114"/>
                  <a:gd name="csX8" fmla="*/ 94107 w 187874"/>
                  <a:gd name="csY8" fmla="*/ 18828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7" y="188281"/>
                    </a:moveTo>
                    <a:cubicBezTo>
                      <a:pt x="119019" y="188281"/>
                      <a:pt x="142915" y="178371"/>
                      <a:pt x="160530" y="160732"/>
                    </a:cubicBezTo>
                    <a:cubicBezTo>
                      <a:pt x="178146" y="143094"/>
                      <a:pt x="188044" y="119168"/>
                      <a:pt x="188044" y="94224"/>
                    </a:cubicBezTo>
                    <a:cubicBezTo>
                      <a:pt x="188044" y="69279"/>
                      <a:pt x="178146" y="45353"/>
                      <a:pt x="160530" y="27715"/>
                    </a:cubicBezTo>
                    <a:cubicBezTo>
                      <a:pt x="142915" y="10077"/>
                      <a:pt x="119019" y="166"/>
                      <a:pt x="94107" y="166"/>
                    </a:cubicBezTo>
                    <a:cubicBezTo>
                      <a:pt x="69194" y="166"/>
                      <a:pt x="45299" y="10077"/>
                      <a:pt x="27683" y="27715"/>
                    </a:cubicBezTo>
                    <a:cubicBezTo>
                      <a:pt x="10067" y="45353"/>
                      <a:pt x="169" y="69279"/>
                      <a:pt x="169" y="94224"/>
                    </a:cubicBezTo>
                    <a:cubicBezTo>
                      <a:pt x="169" y="119168"/>
                      <a:pt x="10067" y="143094"/>
                      <a:pt x="27683" y="160732"/>
                    </a:cubicBezTo>
                    <a:cubicBezTo>
                      <a:pt x="45299" y="178371"/>
                      <a:pt x="69194" y="188281"/>
                      <a:pt x="94107" y="188281"/>
                    </a:cubicBezTo>
                    <a:close/>
                  </a:path>
                </a:pathLst>
              </a:custGeom>
              <a:solidFill>
                <a:srgbClr val="3460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1" name="任意多边形: 形状 200"/>
              <p:cNvSpPr/>
              <p:nvPr/>
            </p:nvSpPr>
            <p:spPr>
              <a:xfrm>
                <a:off x="9883957" y="12242798"/>
                <a:ext cx="360000" cy="360000"/>
              </a:xfrm>
              <a:custGeom>
                <a:avLst/>
                <a:gdLst>
                  <a:gd name="csX0" fmla="*/ 94119 w 187874"/>
                  <a:gd name="csY0" fmla="*/ 188292 h 188114"/>
                  <a:gd name="csX1" fmla="*/ 160543 w 187874"/>
                  <a:gd name="csY1" fmla="*/ 160743 h 188114"/>
                  <a:gd name="csX2" fmla="*/ 188056 w 187874"/>
                  <a:gd name="csY2" fmla="*/ 94235 h 188114"/>
                  <a:gd name="csX3" fmla="*/ 160543 w 187874"/>
                  <a:gd name="csY3" fmla="*/ 27726 h 188114"/>
                  <a:gd name="csX4" fmla="*/ 94119 w 187874"/>
                  <a:gd name="csY4" fmla="*/ 177 h 188114"/>
                  <a:gd name="csX5" fmla="*/ 27695 w 187874"/>
                  <a:gd name="csY5" fmla="*/ 27726 h 188114"/>
                  <a:gd name="csX6" fmla="*/ 182 w 187874"/>
                  <a:gd name="csY6" fmla="*/ 94235 h 188114"/>
                  <a:gd name="csX7" fmla="*/ 27695 w 187874"/>
                  <a:gd name="csY7" fmla="*/ 160743 h 188114"/>
                  <a:gd name="csX8" fmla="*/ 94119 w 187874"/>
                  <a:gd name="csY8" fmla="*/ 18829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9" y="188292"/>
                    </a:moveTo>
                    <a:cubicBezTo>
                      <a:pt x="119032" y="188292"/>
                      <a:pt x="142927" y="178382"/>
                      <a:pt x="160543" y="160743"/>
                    </a:cubicBezTo>
                    <a:cubicBezTo>
                      <a:pt x="178159" y="143105"/>
                      <a:pt x="188056" y="119179"/>
                      <a:pt x="188056" y="94235"/>
                    </a:cubicBezTo>
                    <a:cubicBezTo>
                      <a:pt x="188056" y="69290"/>
                      <a:pt x="178159" y="45364"/>
                      <a:pt x="160543" y="27726"/>
                    </a:cubicBezTo>
                    <a:cubicBezTo>
                      <a:pt x="142927" y="10088"/>
                      <a:pt x="119032" y="177"/>
                      <a:pt x="94119" y="177"/>
                    </a:cubicBezTo>
                    <a:cubicBezTo>
                      <a:pt x="69206" y="177"/>
                      <a:pt x="45311" y="10088"/>
                      <a:pt x="27695" y="27726"/>
                    </a:cubicBezTo>
                    <a:cubicBezTo>
                      <a:pt x="10079" y="45364"/>
                      <a:pt x="182" y="69290"/>
                      <a:pt x="182" y="94235"/>
                    </a:cubicBezTo>
                    <a:cubicBezTo>
                      <a:pt x="182" y="119179"/>
                      <a:pt x="10079" y="143105"/>
                      <a:pt x="27695" y="160743"/>
                    </a:cubicBezTo>
                    <a:cubicBezTo>
                      <a:pt x="45311" y="178382"/>
                      <a:pt x="69206" y="188292"/>
                      <a:pt x="94119" y="188292"/>
                    </a:cubicBezTo>
                    <a:close/>
                  </a:path>
                </a:pathLst>
              </a:custGeom>
              <a:solidFill>
                <a:srgbClr val="46327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2" name="任意多边形: 形状 201"/>
              <p:cNvSpPr/>
              <p:nvPr/>
            </p:nvSpPr>
            <p:spPr>
              <a:xfrm>
                <a:off x="10248417" y="13424009"/>
                <a:ext cx="360000" cy="360000"/>
              </a:xfrm>
              <a:custGeom>
                <a:avLst/>
                <a:gdLst>
                  <a:gd name="csX0" fmla="*/ 94127 w 187874"/>
                  <a:gd name="csY0" fmla="*/ 188316 h 188114"/>
                  <a:gd name="csX1" fmla="*/ 160550 w 187874"/>
                  <a:gd name="csY1" fmla="*/ 160768 h 188114"/>
                  <a:gd name="csX2" fmla="*/ 188064 w 187874"/>
                  <a:gd name="csY2" fmla="*/ 94259 h 188114"/>
                  <a:gd name="csX3" fmla="*/ 160550 w 187874"/>
                  <a:gd name="csY3" fmla="*/ 27750 h 188114"/>
                  <a:gd name="csX4" fmla="*/ 94127 w 187874"/>
                  <a:gd name="csY4" fmla="*/ 201 h 188114"/>
                  <a:gd name="csX5" fmla="*/ 27703 w 187874"/>
                  <a:gd name="csY5" fmla="*/ 27750 h 188114"/>
                  <a:gd name="csX6" fmla="*/ 189 w 187874"/>
                  <a:gd name="csY6" fmla="*/ 94259 h 188114"/>
                  <a:gd name="csX7" fmla="*/ 27703 w 187874"/>
                  <a:gd name="csY7" fmla="*/ 160768 h 188114"/>
                  <a:gd name="csX8" fmla="*/ 94127 w 187874"/>
                  <a:gd name="csY8" fmla="*/ 18831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7" y="188316"/>
                    </a:moveTo>
                    <a:cubicBezTo>
                      <a:pt x="119039" y="188316"/>
                      <a:pt x="142935" y="178406"/>
                      <a:pt x="160550" y="160768"/>
                    </a:cubicBezTo>
                    <a:cubicBezTo>
                      <a:pt x="178166" y="143129"/>
                      <a:pt x="188064" y="119203"/>
                      <a:pt x="188064" y="94259"/>
                    </a:cubicBezTo>
                    <a:cubicBezTo>
                      <a:pt x="188064" y="69315"/>
                      <a:pt x="178166" y="45389"/>
                      <a:pt x="160550" y="27750"/>
                    </a:cubicBezTo>
                    <a:cubicBezTo>
                      <a:pt x="142935" y="10112"/>
                      <a:pt x="119039" y="201"/>
                      <a:pt x="94127" y="201"/>
                    </a:cubicBezTo>
                    <a:cubicBezTo>
                      <a:pt x="69214" y="201"/>
                      <a:pt x="45319" y="10112"/>
                      <a:pt x="27703" y="27750"/>
                    </a:cubicBezTo>
                    <a:cubicBezTo>
                      <a:pt x="10087" y="45389"/>
                      <a:pt x="189" y="69315"/>
                      <a:pt x="189" y="94259"/>
                    </a:cubicBezTo>
                    <a:cubicBezTo>
                      <a:pt x="189" y="119203"/>
                      <a:pt x="10087" y="143129"/>
                      <a:pt x="27703" y="160768"/>
                    </a:cubicBezTo>
                    <a:cubicBezTo>
                      <a:pt x="45319" y="178406"/>
                      <a:pt x="69214" y="188316"/>
                      <a:pt x="94127" y="188316"/>
                    </a:cubicBezTo>
                    <a:close/>
                  </a:path>
                </a:pathLst>
              </a:custGeom>
              <a:solidFill>
                <a:srgbClr val="4535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3" name="任意多边形: 形状 202"/>
              <p:cNvSpPr/>
              <p:nvPr/>
            </p:nvSpPr>
            <p:spPr>
              <a:xfrm>
                <a:off x="10092941" y="17016865"/>
                <a:ext cx="360000" cy="360000"/>
              </a:xfrm>
              <a:custGeom>
                <a:avLst/>
                <a:gdLst>
                  <a:gd name="csX0" fmla="*/ 94123 w 187874"/>
                  <a:gd name="csY0" fmla="*/ 188390 h 188114"/>
                  <a:gd name="csX1" fmla="*/ 160547 w 187874"/>
                  <a:gd name="csY1" fmla="*/ 160841 h 188114"/>
                  <a:gd name="csX2" fmla="*/ 188061 w 187874"/>
                  <a:gd name="csY2" fmla="*/ 94333 h 188114"/>
                  <a:gd name="csX3" fmla="*/ 160547 w 187874"/>
                  <a:gd name="csY3" fmla="*/ 27824 h 188114"/>
                  <a:gd name="csX4" fmla="*/ 94123 w 187874"/>
                  <a:gd name="csY4" fmla="*/ 275 h 188114"/>
                  <a:gd name="csX5" fmla="*/ 27700 w 187874"/>
                  <a:gd name="csY5" fmla="*/ 27824 h 188114"/>
                  <a:gd name="csX6" fmla="*/ 186 w 187874"/>
                  <a:gd name="csY6" fmla="*/ 94333 h 188114"/>
                  <a:gd name="csX7" fmla="*/ 27700 w 187874"/>
                  <a:gd name="csY7" fmla="*/ 160841 h 188114"/>
                  <a:gd name="csX8" fmla="*/ 94123 w 187874"/>
                  <a:gd name="csY8" fmla="*/ 18839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3" y="188390"/>
                    </a:moveTo>
                    <a:cubicBezTo>
                      <a:pt x="119036" y="188390"/>
                      <a:pt x="142931" y="178480"/>
                      <a:pt x="160547" y="160841"/>
                    </a:cubicBezTo>
                    <a:cubicBezTo>
                      <a:pt x="178163" y="143203"/>
                      <a:pt x="188061" y="119277"/>
                      <a:pt x="188061" y="94333"/>
                    </a:cubicBezTo>
                    <a:cubicBezTo>
                      <a:pt x="188061" y="69389"/>
                      <a:pt x="178163" y="45463"/>
                      <a:pt x="160547" y="27824"/>
                    </a:cubicBezTo>
                    <a:cubicBezTo>
                      <a:pt x="142931" y="10186"/>
                      <a:pt x="119036" y="275"/>
                      <a:pt x="94123" y="275"/>
                    </a:cubicBezTo>
                    <a:cubicBezTo>
                      <a:pt x="69211" y="275"/>
                      <a:pt x="45315" y="10186"/>
                      <a:pt x="27700" y="27824"/>
                    </a:cubicBezTo>
                    <a:cubicBezTo>
                      <a:pt x="10084" y="45463"/>
                      <a:pt x="186" y="69389"/>
                      <a:pt x="186" y="94333"/>
                    </a:cubicBezTo>
                    <a:cubicBezTo>
                      <a:pt x="186" y="119277"/>
                      <a:pt x="10084" y="143203"/>
                      <a:pt x="27700" y="160841"/>
                    </a:cubicBezTo>
                    <a:cubicBezTo>
                      <a:pt x="45315" y="178480"/>
                      <a:pt x="69211" y="188390"/>
                      <a:pt x="94123" y="188390"/>
                    </a:cubicBezTo>
                    <a:close/>
                  </a:path>
                </a:pathLst>
              </a:custGeom>
              <a:solidFill>
                <a:srgbClr val="FDE72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4" name="任意多边形: 形状 203"/>
              <p:cNvSpPr/>
              <p:nvPr/>
            </p:nvSpPr>
            <p:spPr>
              <a:xfrm>
                <a:off x="12406131" y="11599460"/>
                <a:ext cx="360000" cy="360000"/>
              </a:xfrm>
              <a:custGeom>
                <a:avLst/>
                <a:gdLst>
                  <a:gd name="csX0" fmla="*/ 94171 w 187874"/>
                  <a:gd name="csY0" fmla="*/ 188279 h 188114"/>
                  <a:gd name="csX1" fmla="*/ 160595 w 187874"/>
                  <a:gd name="csY1" fmla="*/ 160730 h 188114"/>
                  <a:gd name="csX2" fmla="*/ 188108 w 187874"/>
                  <a:gd name="csY2" fmla="*/ 94221 h 188114"/>
                  <a:gd name="csX3" fmla="*/ 160595 w 187874"/>
                  <a:gd name="csY3" fmla="*/ 27713 h 188114"/>
                  <a:gd name="csX4" fmla="*/ 94171 w 187874"/>
                  <a:gd name="csY4" fmla="*/ 164 h 188114"/>
                  <a:gd name="csX5" fmla="*/ 27747 w 187874"/>
                  <a:gd name="csY5" fmla="*/ 27713 h 188114"/>
                  <a:gd name="csX6" fmla="*/ 234 w 187874"/>
                  <a:gd name="csY6" fmla="*/ 94221 h 188114"/>
                  <a:gd name="csX7" fmla="*/ 27747 w 187874"/>
                  <a:gd name="csY7" fmla="*/ 160730 h 188114"/>
                  <a:gd name="csX8" fmla="*/ 94171 w 187874"/>
                  <a:gd name="csY8" fmla="*/ 18827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1" y="188279"/>
                    </a:moveTo>
                    <a:cubicBezTo>
                      <a:pt x="119084" y="188279"/>
                      <a:pt x="142979" y="178368"/>
                      <a:pt x="160595" y="160730"/>
                    </a:cubicBezTo>
                    <a:cubicBezTo>
                      <a:pt x="178211" y="143092"/>
                      <a:pt x="188108" y="119166"/>
                      <a:pt x="188108" y="94221"/>
                    </a:cubicBezTo>
                    <a:cubicBezTo>
                      <a:pt x="188108" y="69277"/>
                      <a:pt x="178211" y="45351"/>
                      <a:pt x="160595" y="27713"/>
                    </a:cubicBezTo>
                    <a:cubicBezTo>
                      <a:pt x="142979" y="10074"/>
                      <a:pt x="119084" y="164"/>
                      <a:pt x="94171" y="164"/>
                    </a:cubicBezTo>
                    <a:cubicBezTo>
                      <a:pt x="69258" y="164"/>
                      <a:pt x="45363" y="10074"/>
                      <a:pt x="27747" y="27713"/>
                    </a:cubicBezTo>
                    <a:cubicBezTo>
                      <a:pt x="10131" y="45351"/>
                      <a:pt x="234" y="69277"/>
                      <a:pt x="234" y="94221"/>
                    </a:cubicBezTo>
                    <a:cubicBezTo>
                      <a:pt x="234" y="119166"/>
                      <a:pt x="10131" y="143092"/>
                      <a:pt x="27747" y="160730"/>
                    </a:cubicBezTo>
                    <a:cubicBezTo>
                      <a:pt x="45363" y="178368"/>
                      <a:pt x="69258" y="188279"/>
                      <a:pt x="94171" y="188279"/>
                    </a:cubicBezTo>
                    <a:close/>
                  </a:path>
                </a:pathLst>
              </a:custGeom>
              <a:solidFill>
                <a:srgbClr val="2E6E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5" name="任意多边形: 形状 204"/>
              <p:cNvSpPr/>
              <p:nvPr/>
            </p:nvSpPr>
            <p:spPr>
              <a:xfrm>
                <a:off x="10025396" y="12372658"/>
                <a:ext cx="360000" cy="360000"/>
              </a:xfrm>
              <a:custGeom>
                <a:avLst/>
                <a:gdLst>
                  <a:gd name="csX0" fmla="*/ 94122 w 187874"/>
                  <a:gd name="csY0" fmla="*/ 188295 h 188114"/>
                  <a:gd name="csX1" fmla="*/ 160546 w 187874"/>
                  <a:gd name="csY1" fmla="*/ 160746 h 188114"/>
                  <a:gd name="csX2" fmla="*/ 188059 w 187874"/>
                  <a:gd name="csY2" fmla="*/ 94237 h 188114"/>
                  <a:gd name="csX3" fmla="*/ 160546 w 187874"/>
                  <a:gd name="csY3" fmla="*/ 27729 h 188114"/>
                  <a:gd name="csX4" fmla="*/ 94122 w 187874"/>
                  <a:gd name="csY4" fmla="*/ 180 h 188114"/>
                  <a:gd name="csX5" fmla="*/ 27698 w 187874"/>
                  <a:gd name="csY5" fmla="*/ 27729 h 188114"/>
                  <a:gd name="csX6" fmla="*/ 184 w 187874"/>
                  <a:gd name="csY6" fmla="*/ 94237 h 188114"/>
                  <a:gd name="csX7" fmla="*/ 27698 w 187874"/>
                  <a:gd name="csY7" fmla="*/ 160746 h 188114"/>
                  <a:gd name="csX8" fmla="*/ 94122 w 187874"/>
                  <a:gd name="csY8" fmla="*/ 18829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2" y="188295"/>
                    </a:moveTo>
                    <a:cubicBezTo>
                      <a:pt x="119034" y="188295"/>
                      <a:pt x="142930" y="178384"/>
                      <a:pt x="160546" y="160746"/>
                    </a:cubicBezTo>
                    <a:cubicBezTo>
                      <a:pt x="178162" y="143108"/>
                      <a:pt x="188059" y="119182"/>
                      <a:pt x="188059" y="94237"/>
                    </a:cubicBezTo>
                    <a:cubicBezTo>
                      <a:pt x="188059" y="69293"/>
                      <a:pt x="178162" y="45367"/>
                      <a:pt x="160546" y="27729"/>
                    </a:cubicBezTo>
                    <a:cubicBezTo>
                      <a:pt x="142930" y="10090"/>
                      <a:pt x="119034" y="180"/>
                      <a:pt x="94122" y="180"/>
                    </a:cubicBezTo>
                    <a:cubicBezTo>
                      <a:pt x="69209" y="180"/>
                      <a:pt x="45314" y="10090"/>
                      <a:pt x="27698" y="27729"/>
                    </a:cubicBezTo>
                    <a:cubicBezTo>
                      <a:pt x="10082" y="45367"/>
                      <a:pt x="184" y="69293"/>
                      <a:pt x="184" y="94237"/>
                    </a:cubicBezTo>
                    <a:cubicBezTo>
                      <a:pt x="184" y="119182"/>
                      <a:pt x="10082" y="143108"/>
                      <a:pt x="27698" y="160746"/>
                    </a:cubicBezTo>
                    <a:cubicBezTo>
                      <a:pt x="45314" y="178384"/>
                      <a:pt x="69209" y="188295"/>
                      <a:pt x="94122" y="188295"/>
                    </a:cubicBezTo>
                    <a:close/>
                  </a:path>
                </a:pathLst>
              </a:custGeom>
              <a:solidFill>
                <a:srgbClr val="48247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6" name="任意多边形: 形状 205"/>
              <p:cNvSpPr/>
              <p:nvPr/>
            </p:nvSpPr>
            <p:spPr>
              <a:xfrm>
                <a:off x="8738708" y="10998336"/>
                <a:ext cx="360000" cy="360000"/>
              </a:xfrm>
              <a:custGeom>
                <a:avLst/>
                <a:gdLst>
                  <a:gd name="csX0" fmla="*/ 94095 w 187874"/>
                  <a:gd name="csY0" fmla="*/ 188266 h 188114"/>
                  <a:gd name="csX1" fmla="*/ 160519 w 187874"/>
                  <a:gd name="csY1" fmla="*/ 160718 h 188114"/>
                  <a:gd name="csX2" fmla="*/ 188033 w 187874"/>
                  <a:gd name="csY2" fmla="*/ 94209 h 188114"/>
                  <a:gd name="csX3" fmla="*/ 160519 w 187874"/>
                  <a:gd name="csY3" fmla="*/ 27700 h 188114"/>
                  <a:gd name="csX4" fmla="*/ 94095 w 187874"/>
                  <a:gd name="csY4" fmla="*/ 152 h 188114"/>
                  <a:gd name="csX5" fmla="*/ 27672 w 187874"/>
                  <a:gd name="csY5" fmla="*/ 27700 h 188114"/>
                  <a:gd name="csX6" fmla="*/ 158 w 187874"/>
                  <a:gd name="csY6" fmla="*/ 94209 h 188114"/>
                  <a:gd name="csX7" fmla="*/ 27672 w 187874"/>
                  <a:gd name="csY7" fmla="*/ 160718 h 188114"/>
                  <a:gd name="csX8" fmla="*/ 94095 w 187874"/>
                  <a:gd name="csY8" fmla="*/ 18826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5" y="188266"/>
                    </a:moveTo>
                    <a:cubicBezTo>
                      <a:pt x="119008" y="188266"/>
                      <a:pt x="142903" y="178356"/>
                      <a:pt x="160519" y="160718"/>
                    </a:cubicBezTo>
                    <a:cubicBezTo>
                      <a:pt x="178135" y="143079"/>
                      <a:pt x="188033" y="119153"/>
                      <a:pt x="188033" y="94209"/>
                    </a:cubicBezTo>
                    <a:cubicBezTo>
                      <a:pt x="188033" y="69265"/>
                      <a:pt x="178135" y="45339"/>
                      <a:pt x="160519" y="27700"/>
                    </a:cubicBezTo>
                    <a:cubicBezTo>
                      <a:pt x="142903" y="10062"/>
                      <a:pt x="119008" y="152"/>
                      <a:pt x="94095" y="152"/>
                    </a:cubicBezTo>
                    <a:cubicBezTo>
                      <a:pt x="69183" y="152"/>
                      <a:pt x="45287" y="10062"/>
                      <a:pt x="27672" y="27700"/>
                    </a:cubicBezTo>
                    <a:cubicBezTo>
                      <a:pt x="10056" y="45339"/>
                      <a:pt x="158" y="69265"/>
                      <a:pt x="158" y="94209"/>
                    </a:cubicBezTo>
                    <a:cubicBezTo>
                      <a:pt x="158" y="119153"/>
                      <a:pt x="10056" y="143079"/>
                      <a:pt x="27672" y="160718"/>
                    </a:cubicBezTo>
                    <a:cubicBezTo>
                      <a:pt x="45287" y="178356"/>
                      <a:pt x="69183" y="188266"/>
                      <a:pt x="94095" y="188266"/>
                    </a:cubicBezTo>
                    <a:close/>
                  </a:path>
                </a:pathLst>
              </a:custGeom>
              <a:solidFill>
                <a:srgbClr val="218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7" name="任意多边形: 形状 206"/>
              <p:cNvSpPr/>
              <p:nvPr/>
            </p:nvSpPr>
            <p:spPr>
              <a:xfrm>
                <a:off x="13038183" y="13320009"/>
                <a:ext cx="360000" cy="360000"/>
              </a:xfrm>
              <a:custGeom>
                <a:avLst/>
                <a:gdLst>
                  <a:gd name="csX0" fmla="*/ 94184 w 187874"/>
                  <a:gd name="csY0" fmla="*/ 188314 h 188114"/>
                  <a:gd name="csX1" fmla="*/ 160608 w 187874"/>
                  <a:gd name="csY1" fmla="*/ 160765 h 188114"/>
                  <a:gd name="csX2" fmla="*/ 188121 w 187874"/>
                  <a:gd name="csY2" fmla="*/ 94257 h 188114"/>
                  <a:gd name="csX3" fmla="*/ 160608 w 187874"/>
                  <a:gd name="csY3" fmla="*/ 27748 h 188114"/>
                  <a:gd name="csX4" fmla="*/ 94184 w 187874"/>
                  <a:gd name="csY4" fmla="*/ 199 h 188114"/>
                  <a:gd name="csX5" fmla="*/ 27760 w 187874"/>
                  <a:gd name="csY5" fmla="*/ 27748 h 188114"/>
                  <a:gd name="csX6" fmla="*/ 247 w 187874"/>
                  <a:gd name="csY6" fmla="*/ 94257 h 188114"/>
                  <a:gd name="csX7" fmla="*/ 27760 w 187874"/>
                  <a:gd name="csY7" fmla="*/ 160765 h 188114"/>
                  <a:gd name="csX8" fmla="*/ 94184 w 187874"/>
                  <a:gd name="csY8" fmla="*/ 18831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4" y="188314"/>
                    </a:moveTo>
                    <a:cubicBezTo>
                      <a:pt x="119097" y="188314"/>
                      <a:pt x="142992" y="178404"/>
                      <a:pt x="160608" y="160765"/>
                    </a:cubicBezTo>
                    <a:cubicBezTo>
                      <a:pt x="178224" y="143127"/>
                      <a:pt x="188121" y="119201"/>
                      <a:pt x="188121" y="94257"/>
                    </a:cubicBezTo>
                    <a:cubicBezTo>
                      <a:pt x="188121" y="69312"/>
                      <a:pt x="178224" y="45386"/>
                      <a:pt x="160608" y="27748"/>
                    </a:cubicBezTo>
                    <a:cubicBezTo>
                      <a:pt x="142992" y="10110"/>
                      <a:pt x="119097" y="199"/>
                      <a:pt x="94184" y="199"/>
                    </a:cubicBezTo>
                    <a:cubicBezTo>
                      <a:pt x="69272" y="199"/>
                      <a:pt x="45376" y="10110"/>
                      <a:pt x="27760" y="27748"/>
                    </a:cubicBezTo>
                    <a:cubicBezTo>
                      <a:pt x="10144" y="45386"/>
                      <a:pt x="247" y="69312"/>
                      <a:pt x="247" y="94257"/>
                    </a:cubicBezTo>
                    <a:cubicBezTo>
                      <a:pt x="247" y="119201"/>
                      <a:pt x="10144" y="143127"/>
                      <a:pt x="27760" y="160765"/>
                    </a:cubicBezTo>
                    <a:cubicBezTo>
                      <a:pt x="45376" y="178404"/>
                      <a:pt x="69272" y="188314"/>
                      <a:pt x="94184" y="188314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8" name="任意多边形: 形状 207"/>
              <p:cNvSpPr/>
              <p:nvPr/>
            </p:nvSpPr>
            <p:spPr>
              <a:xfrm>
                <a:off x="9840773" y="15075358"/>
                <a:ext cx="360000" cy="360000"/>
              </a:xfrm>
              <a:custGeom>
                <a:avLst/>
                <a:gdLst>
                  <a:gd name="csX0" fmla="*/ 94118 w 187874"/>
                  <a:gd name="csY0" fmla="*/ 188350 h 188114"/>
                  <a:gd name="csX1" fmla="*/ 160542 w 187874"/>
                  <a:gd name="csY1" fmla="*/ 160802 h 188114"/>
                  <a:gd name="csX2" fmla="*/ 188056 w 187874"/>
                  <a:gd name="csY2" fmla="*/ 94293 h 188114"/>
                  <a:gd name="csX3" fmla="*/ 160542 w 187874"/>
                  <a:gd name="csY3" fmla="*/ 27784 h 188114"/>
                  <a:gd name="csX4" fmla="*/ 94118 w 187874"/>
                  <a:gd name="csY4" fmla="*/ 235 h 188114"/>
                  <a:gd name="csX5" fmla="*/ 27694 w 187874"/>
                  <a:gd name="csY5" fmla="*/ 27784 h 188114"/>
                  <a:gd name="csX6" fmla="*/ 181 w 187874"/>
                  <a:gd name="csY6" fmla="*/ 94293 h 188114"/>
                  <a:gd name="csX7" fmla="*/ 27694 w 187874"/>
                  <a:gd name="csY7" fmla="*/ 160802 h 188114"/>
                  <a:gd name="csX8" fmla="*/ 94118 w 187874"/>
                  <a:gd name="csY8" fmla="*/ 18835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8" y="188350"/>
                    </a:moveTo>
                    <a:cubicBezTo>
                      <a:pt x="119031" y="188350"/>
                      <a:pt x="142926" y="178440"/>
                      <a:pt x="160542" y="160802"/>
                    </a:cubicBezTo>
                    <a:cubicBezTo>
                      <a:pt x="178158" y="143163"/>
                      <a:pt x="188056" y="119237"/>
                      <a:pt x="188056" y="94293"/>
                    </a:cubicBezTo>
                    <a:cubicBezTo>
                      <a:pt x="188056" y="69349"/>
                      <a:pt x="178158" y="45423"/>
                      <a:pt x="160542" y="27784"/>
                    </a:cubicBezTo>
                    <a:cubicBezTo>
                      <a:pt x="142926" y="10146"/>
                      <a:pt x="119031" y="235"/>
                      <a:pt x="94118" y="235"/>
                    </a:cubicBezTo>
                    <a:cubicBezTo>
                      <a:pt x="69206" y="235"/>
                      <a:pt x="45310" y="10146"/>
                      <a:pt x="27694" y="27784"/>
                    </a:cubicBezTo>
                    <a:cubicBezTo>
                      <a:pt x="10078" y="45423"/>
                      <a:pt x="181" y="69349"/>
                      <a:pt x="181" y="94293"/>
                    </a:cubicBezTo>
                    <a:cubicBezTo>
                      <a:pt x="181" y="119237"/>
                      <a:pt x="10078" y="143163"/>
                      <a:pt x="27694" y="160802"/>
                    </a:cubicBezTo>
                    <a:cubicBezTo>
                      <a:pt x="45310" y="178440"/>
                      <a:pt x="69206" y="188350"/>
                      <a:pt x="94118" y="188350"/>
                    </a:cubicBezTo>
                    <a:close/>
                  </a:path>
                </a:pathLst>
              </a:custGeom>
              <a:solidFill>
                <a:srgbClr val="1F98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9" name="任意多边形: 形状 208"/>
              <p:cNvSpPr/>
              <p:nvPr/>
            </p:nvSpPr>
            <p:spPr>
              <a:xfrm>
                <a:off x="8043582" y="11481949"/>
                <a:ext cx="360000" cy="360000"/>
              </a:xfrm>
              <a:custGeom>
                <a:avLst/>
                <a:gdLst>
                  <a:gd name="csX0" fmla="*/ 94081 w 187874"/>
                  <a:gd name="csY0" fmla="*/ 188276 h 188114"/>
                  <a:gd name="csX1" fmla="*/ 160505 w 187874"/>
                  <a:gd name="csY1" fmla="*/ 160728 h 188114"/>
                  <a:gd name="csX2" fmla="*/ 188019 w 187874"/>
                  <a:gd name="csY2" fmla="*/ 94219 h 188114"/>
                  <a:gd name="csX3" fmla="*/ 160505 w 187874"/>
                  <a:gd name="csY3" fmla="*/ 27710 h 188114"/>
                  <a:gd name="csX4" fmla="*/ 94081 w 187874"/>
                  <a:gd name="csY4" fmla="*/ 161 h 188114"/>
                  <a:gd name="csX5" fmla="*/ 27657 w 187874"/>
                  <a:gd name="csY5" fmla="*/ 27710 h 188114"/>
                  <a:gd name="csX6" fmla="*/ 144 w 187874"/>
                  <a:gd name="csY6" fmla="*/ 94219 h 188114"/>
                  <a:gd name="csX7" fmla="*/ 27657 w 187874"/>
                  <a:gd name="csY7" fmla="*/ 160728 h 188114"/>
                  <a:gd name="csX8" fmla="*/ 94081 w 187874"/>
                  <a:gd name="csY8" fmla="*/ 18827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1" y="188276"/>
                    </a:moveTo>
                    <a:cubicBezTo>
                      <a:pt x="118994" y="188276"/>
                      <a:pt x="142889" y="178366"/>
                      <a:pt x="160505" y="160728"/>
                    </a:cubicBezTo>
                    <a:cubicBezTo>
                      <a:pt x="178121" y="143089"/>
                      <a:pt x="188019" y="119163"/>
                      <a:pt x="188019" y="94219"/>
                    </a:cubicBezTo>
                    <a:cubicBezTo>
                      <a:pt x="188019" y="69275"/>
                      <a:pt x="178121" y="45349"/>
                      <a:pt x="160505" y="27710"/>
                    </a:cubicBezTo>
                    <a:cubicBezTo>
                      <a:pt x="142889" y="10072"/>
                      <a:pt x="118994" y="161"/>
                      <a:pt x="94081" y="161"/>
                    </a:cubicBezTo>
                    <a:cubicBezTo>
                      <a:pt x="69169" y="161"/>
                      <a:pt x="45273" y="10072"/>
                      <a:pt x="27657" y="27710"/>
                    </a:cubicBezTo>
                    <a:cubicBezTo>
                      <a:pt x="10041" y="45349"/>
                      <a:pt x="144" y="69275"/>
                      <a:pt x="144" y="94219"/>
                    </a:cubicBezTo>
                    <a:cubicBezTo>
                      <a:pt x="144" y="119163"/>
                      <a:pt x="10041" y="143089"/>
                      <a:pt x="27657" y="160728"/>
                    </a:cubicBezTo>
                    <a:cubicBezTo>
                      <a:pt x="45273" y="178366"/>
                      <a:pt x="69169" y="188276"/>
                      <a:pt x="94081" y="188276"/>
                    </a:cubicBezTo>
                    <a:close/>
                  </a:path>
                </a:pathLst>
              </a:custGeom>
              <a:solidFill>
                <a:srgbClr val="1F96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0" name="任意多边形: 形状 209"/>
              <p:cNvSpPr/>
              <p:nvPr/>
            </p:nvSpPr>
            <p:spPr>
              <a:xfrm>
                <a:off x="11718712" y="12843519"/>
                <a:ext cx="360000" cy="360000"/>
              </a:xfrm>
              <a:custGeom>
                <a:avLst/>
                <a:gdLst>
                  <a:gd name="csX0" fmla="*/ 94157 w 187874"/>
                  <a:gd name="csY0" fmla="*/ 188304 h 188114"/>
                  <a:gd name="csX1" fmla="*/ 160581 w 187874"/>
                  <a:gd name="csY1" fmla="*/ 160756 h 188114"/>
                  <a:gd name="csX2" fmla="*/ 188094 w 187874"/>
                  <a:gd name="csY2" fmla="*/ 94247 h 188114"/>
                  <a:gd name="csX3" fmla="*/ 160581 w 187874"/>
                  <a:gd name="csY3" fmla="*/ 27738 h 188114"/>
                  <a:gd name="csX4" fmla="*/ 94157 w 187874"/>
                  <a:gd name="csY4" fmla="*/ 190 h 188114"/>
                  <a:gd name="csX5" fmla="*/ 27733 w 187874"/>
                  <a:gd name="csY5" fmla="*/ 27738 h 188114"/>
                  <a:gd name="csX6" fmla="*/ 219 w 187874"/>
                  <a:gd name="csY6" fmla="*/ 94247 h 188114"/>
                  <a:gd name="csX7" fmla="*/ 27733 w 187874"/>
                  <a:gd name="csY7" fmla="*/ 160756 h 188114"/>
                  <a:gd name="csX8" fmla="*/ 94157 w 187874"/>
                  <a:gd name="csY8" fmla="*/ 18830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7" y="188304"/>
                    </a:moveTo>
                    <a:cubicBezTo>
                      <a:pt x="119069" y="188304"/>
                      <a:pt x="142965" y="178394"/>
                      <a:pt x="160581" y="160756"/>
                    </a:cubicBezTo>
                    <a:cubicBezTo>
                      <a:pt x="178196" y="143117"/>
                      <a:pt x="188094" y="119191"/>
                      <a:pt x="188094" y="94247"/>
                    </a:cubicBezTo>
                    <a:cubicBezTo>
                      <a:pt x="188094" y="69303"/>
                      <a:pt x="178196" y="45377"/>
                      <a:pt x="160581" y="27738"/>
                    </a:cubicBezTo>
                    <a:cubicBezTo>
                      <a:pt x="142965" y="10100"/>
                      <a:pt x="119069" y="190"/>
                      <a:pt x="94157" y="190"/>
                    </a:cubicBezTo>
                    <a:cubicBezTo>
                      <a:pt x="69244" y="190"/>
                      <a:pt x="45349" y="10100"/>
                      <a:pt x="27733" y="27738"/>
                    </a:cubicBezTo>
                    <a:cubicBezTo>
                      <a:pt x="10117" y="45377"/>
                      <a:pt x="219" y="69303"/>
                      <a:pt x="219" y="94247"/>
                    </a:cubicBezTo>
                    <a:cubicBezTo>
                      <a:pt x="219" y="119191"/>
                      <a:pt x="10117" y="143117"/>
                      <a:pt x="27733" y="160756"/>
                    </a:cubicBezTo>
                    <a:cubicBezTo>
                      <a:pt x="45349" y="178394"/>
                      <a:pt x="69244" y="188304"/>
                      <a:pt x="94157" y="188304"/>
                    </a:cubicBezTo>
                    <a:close/>
                  </a:path>
                </a:pathLst>
              </a:custGeom>
              <a:solidFill>
                <a:srgbClr val="472F7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1" name="任意多边形: 形状 210"/>
              <p:cNvSpPr/>
              <p:nvPr/>
            </p:nvSpPr>
            <p:spPr>
              <a:xfrm>
                <a:off x="11671281" y="14421338"/>
                <a:ext cx="360000" cy="360000"/>
              </a:xfrm>
              <a:custGeom>
                <a:avLst/>
                <a:gdLst>
                  <a:gd name="csX0" fmla="*/ 94156 w 187874"/>
                  <a:gd name="csY0" fmla="*/ 188337 h 188114"/>
                  <a:gd name="csX1" fmla="*/ 160580 w 187874"/>
                  <a:gd name="csY1" fmla="*/ 160788 h 188114"/>
                  <a:gd name="csX2" fmla="*/ 188093 w 187874"/>
                  <a:gd name="csY2" fmla="*/ 94279 h 188114"/>
                  <a:gd name="csX3" fmla="*/ 160580 w 187874"/>
                  <a:gd name="csY3" fmla="*/ 27771 h 188114"/>
                  <a:gd name="csX4" fmla="*/ 94156 w 187874"/>
                  <a:gd name="csY4" fmla="*/ 222 h 188114"/>
                  <a:gd name="csX5" fmla="*/ 27732 w 187874"/>
                  <a:gd name="csY5" fmla="*/ 27771 h 188114"/>
                  <a:gd name="csX6" fmla="*/ 218 w 187874"/>
                  <a:gd name="csY6" fmla="*/ 94279 h 188114"/>
                  <a:gd name="csX7" fmla="*/ 27732 w 187874"/>
                  <a:gd name="csY7" fmla="*/ 160788 h 188114"/>
                  <a:gd name="csX8" fmla="*/ 94156 w 187874"/>
                  <a:gd name="csY8" fmla="*/ 18833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6" y="188337"/>
                    </a:moveTo>
                    <a:cubicBezTo>
                      <a:pt x="119068" y="188337"/>
                      <a:pt x="142964" y="178426"/>
                      <a:pt x="160580" y="160788"/>
                    </a:cubicBezTo>
                    <a:cubicBezTo>
                      <a:pt x="178195" y="143150"/>
                      <a:pt x="188093" y="119224"/>
                      <a:pt x="188093" y="94279"/>
                    </a:cubicBezTo>
                    <a:cubicBezTo>
                      <a:pt x="188093" y="69335"/>
                      <a:pt x="178195" y="45409"/>
                      <a:pt x="160580" y="27771"/>
                    </a:cubicBezTo>
                    <a:cubicBezTo>
                      <a:pt x="142964" y="10132"/>
                      <a:pt x="119068" y="222"/>
                      <a:pt x="94156" y="222"/>
                    </a:cubicBezTo>
                    <a:cubicBezTo>
                      <a:pt x="69243" y="222"/>
                      <a:pt x="45348" y="10132"/>
                      <a:pt x="27732" y="27771"/>
                    </a:cubicBezTo>
                    <a:cubicBezTo>
                      <a:pt x="10116" y="45409"/>
                      <a:pt x="218" y="69335"/>
                      <a:pt x="218" y="94279"/>
                    </a:cubicBezTo>
                    <a:cubicBezTo>
                      <a:pt x="218" y="119224"/>
                      <a:pt x="10116" y="143150"/>
                      <a:pt x="27732" y="160788"/>
                    </a:cubicBezTo>
                    <a:cubicBezTo>
                      <a:pt x="45348" y="178426"/>
                      <a:pt x="69243" y="188337"/>
                      <a:pt x="94156" y="188337"/>
                    </a:cubicBezTo>
                    <a:close/>
                  </a:path>
                </a:pathLst>
              </a:custGeom>
              <a:solidFill>
                <a:srgbClr val="2B7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2" name="任意多边形: 形状 211"/>
              <p:cNvSpPr/>
              <p:nvPr/>
            </p:nvSpPr>
            <p:spPr>
              <a:xfrm>
                <a:off x="12772563" y="14245249"/>
                <a:ext cx="360000" cy="360000"/>
              </a:xfrm>
              <a:custGeom>
                <a:avLst/>
                <a:gdLst>
                  <a:gd name="csX0" fmla="*/ 94179 w 187874"/>
                  <a:gd name="csY0" fmla="*/ 188333 h 188114"/>
                  <a:gd name="csX1" fmla="*/ 160602 w 187874"/>
                  <a:gd name="csY1" fmla="*/ 160784 h 188114"/>
                  <a:gd name="csX2" fmla="*/ 188116 w 187874"/>
                  <a:gd name="csY2" fmla="*/ 94276 h 188114"/>
                  <a:gd name="csX3" fmla="*/ 160602 w 187874"/>
                  <a:gd name="csY3" fmla="*/ 27767 h 188114"/>
                  <a:gd name="csX4" fmla="*/ 94179 w 187874"/>
                  <a:gd name="csY4" fmla="*/ 218 h 188114"/>
                  <a:gd name="csX5" fmla="*/ 27755 w 187874"/>
                  <a:gd name="csY5" fmla="*/ 27767 h 188114"/>
                  <a:gd name="csX6" fmla="*/ 241 w 187874"/>
                  <a:gd name="csY6" fmla="*/ 94276 h 188114"/>
                  <a:gd name="csX7" fmla="*/ 27755 w 187874"/>
                  <a:gd name="csY7" fmla="*/ 160784 h 188114"/>
                  <a:gd name="csX8" fmla="*/ 94179 w 187874"/>
                  <a:gd name="csY8" fmla="*/ 18833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9" y="188333"/>
                    </a:moveTo>
                    <a:cubicBezTo>
                      <a:pt x="119091" y="188333"/>
                      <a:pt x="142987" y="178423"/>
                      <a:pt x="160602" y="160784"/>
                    </a:cubicBezTo>
                    <a:cubicBezTo>
                      <a:pt x="178218" y="143146"/>
                      <a:pt x="188116" y="119220"/>
                      <a:pt x="188116" y="94276"/>
                    </a:cubicBezTo>
                    <a:cubicBezTo>
                      <a:pt x="188116" y="69331"/>
                      <a:pt x="178218" y="45405"/>
                      <a:pt x="160602" y="27767"/>
                    </a:cubicBezTo>
                    <a:cubicBezTo>
                      <a:pt x="142987" y="10129"/>
                      <a:pt x="119091" y="218"/>
                      <a:pt x="94179" y="218"/>
                    </a:cubicBezTo>
                    <a:cubicBezTo>
                      <a:pt x="69266" y="218"/>
                      <a:pt x="45371" y="10129"/>
                      <a:pt x="27755" y="27767"/>
                    </a:cubicBezTo>
                    <a:cubicBezTo>
                      <a:pt x="10139" y="45405"/>
                      <a:pt x="241" y="69331"/>
                      <a:pt x="241" y="94276"/>
                    </a:cubicBezTo>
                    <a:cubicBezTo>
                      <a:pt x="241" y="119220"/>
                      <a:pt x="10139" y="143146"/>
                      <a:pt x="27755" y="160784"/>
                    </a:cubicBezTo>
                    <a:cubicBezTo>
                      <a:pt x="45371" y="178423"/>
                      <a:pt x="69266" y="188333"/>
                      <a:pt x="94179" y="188333"/>
                    </a:cubicBezTo>
                    <a:close/>
                  </a:path>
                </a:pathLst>
              </a:custGeom>
              <a:solidFill>
                <a:srgbClr val="228B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3" name="任意多边形: 形状 212"/>
              <p:cNvSpPr/>
              <p:nvPr/>
            </p:nvSpPr>
            <p:spPr>
              <a:xfrm>
                <a:off x="9597596" y="11364180"/>
                <a:ext cx="360000" cy="360000"/>
              </a:xfrm>
              <a:custGeom>
                <a:avLst/>
                <a:gdLst>
                  <a:gd name="csX0" fmla="*/ 94113 w 187874"/>
                  <a:gd name="csY0" fmla="*/ 188274 h 188114"/>
                  <a:gd name="csX1" fmla="*/ 160537 w 187874"/>
                  <a:gd name="csY1" fmla="*/ 160725 h 188114"/>
                  <a:gd name="csX2" fmla="*/ 188051 w 187874"/>
                  <a:gd name="csY2" fmla="*/ 94216 h 188114"/>
                  <a:gd name="csX3" fmla="*/ 160537 w 187874"/>
                  <a:gd name="csY3" fmla="*/ 27708 h 188114"/>
                  <a:gd name="csX4" fmla="*/ 94113 w 187874"/>
                  <a:gd name="csY4" fmla="*/ 159 h 188114"/>
                  <a:gd name="csX5" fmla="*/ 27689 w 187874"/>
                  <a:gd name="csY5" fmla="*/ 27708 h 188114"/>
                  <a:gd name="csX6" fmla="*/ 176 w 187874"/>
                  <a:gd name="csY6" fmla="*/ 94216 h 188114"/>
                  <a:gd name="csX7" fmla="*/ 27689 w 187874"/>
                  <a:gd name="csY7" fmla="*/ 160725 h 188114"/>
                  <a:gd name="csX8" fmla="*/ 94113 w 187874"/>
                  <a:gd name="csY8" fmla="*/ 18827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3" y="188274"/>
                    </a:moveTo>
                    <a:cubicBezTo>
                      <a:pt x="119026" y="188274"/>
                      <a:pt x="142921" y="178363"/>
                      <a:pt x="160537" y="160725"/>
                    </a:cubicBezTo>
                    <a:cubicBezTo>
                      <a:pt x="178153" y="143087"/>
                      <a:pt x="188051" y="119161"/>
                      <a:pt x="188051" y="94216"/>
                    </a:cubicBezTo>
                    <a:cubicBezTo>
                      <a:pt x="188051" y="69272"/>
                      <a:pt x="178153" y="45346"/>
                      <a:pt x="160537" y="27708"/>
                    </a:cubicBezTo>
                    <a:cubicBezTo>
                      <a:pt x="142921" y="10070"/>
                      <a:pt x="119026" y="159"/>
                      <a:pt x="94113" y="159"/>
                    </a:cubicBezTo>
                    <a:cubicBezTo>
                      <a:pt x="69201" y="159"/>
                      <a:pt x="45305" y="10070"/>
                      <a:pt x="27689" y="27708"/>
                    </a:cubicBezTo>
                    <a:cubicBezTo>
                      <a:pt x="10073" y="45346"/>
                      <a:pt x="176" y="69272"/>
                      <a:pt x="176" y="94216"/>
                    </a:cubicBezTo>
                    <a:cubicBezTo>
                      <a:pt x="176" y="119161"/>
                      <a:pt x="10073" y="143087"/>
                      <a:pt x="27689" y="160725"/>
                    </a:cubicBezTo>
                    <a:cubicBezTo>
                      <a:pt x="45305" y="178363"/>
                      <a:pt x="69201" y="188274"/>
                      <a:pt x="94113" y="188274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4" name="任意多边形: 形状 213"/>
              <p:cNvSpPr/>
              <p:nvPr/>
            </p:nvSpPr>
            <p:spPr>
              <a:xfrm>
                <a:off x="12162342" y="11585243"/>
                <a:ext cx="360000" cy="360000"/>
              </a:xfrm>
              <a:custGeom>
                <a:avLst/>
                <a:gdLst>
                  <a:gd name="csX0" fmla="*/ 94166 w 187874"/>
                  <a:gd name="csY0" fmla="*/ 188278 h 188114"/>
                  <a:gd name="csX1" fmla="*/ 160590 w 187874"/>
                  <a:gd name="csY1" fmla="*/ 160730 h 188114"/>
                  <a:gd name="csX2" fmla="*/ 188103 w 187874"/>
                  <a:gd name="csY2" fmla="*/ 94221 h 188114"/>
                  <a:gd name="csX3" fmla="*/ 160590 w 187874"/>
                  <a:gd name="csY3" fmla="*/ 27712 h 188114"/>
                  <a:gd name="csX4" fmla="*/ 94166 w 187874"/>
                  <a:gd name="csY4" fmla="*/ 164 h 188114"/>
                  <a:gd name="csX5" fmla="*/ 27742 w 187874"/>
                  <a:gd name="csY5" fmla="*/ 27712 h 188114"/>
                  <a:gd name="csX6" fmla="*/ 229 w 187874"/>
                  <a:gd name="csY6" fmla="*/ 94221 h 188114"/>
                  <a:gd name="csX7" fmla="*/ 27742 w 187874"/>
                  <a:gd name="csY7" fmla="*/ 160730 h 188114"/>
                  <a:gd name="csX8" fmla="*/ 94166 w 187874"/>
                  <a:gd name="csY8" fmla="*/ 18827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6" y="188278"/>
                    </a:moveTo>
                    <a:cubicBezTo>
                      <a:pt x="119078" y="188278"/>
                      <a:pt x="142974" y="178368"/>
                      <a:pt x="160590" y="160730"/>
                    </a:cubicBezTo>
                    <a:cubicBezTo>
                      <a:pt x="178206" y="143091"/>
                      <a:pt x="188103" y="119165"/>
                      <a:pt x="188103" y="94221"/>
                    </a:cubicBezTo>
                    <a:cubicBezTo>
                      <a:pt x="188103" y="69277"/>
                      <a:pt x="178206" y="45351"/>
                      <a:pt x="160590" y="27712"/>
                    </a:cubicBezTo>
                    <a:cubicBezTo>
                      <a:pt x="142974" y="10074"/>
                      <a:pt x="119078" y="164"/>
                      <a:pt x="94166" y="164"/>
                    </a:cubicBezTo>
                    <a:cubicBezTo>
                      <a:pt x="69253" y="164"/>
                      <a:pt x="45358" y="10074"/>
                      <a:pt x="27742" y="27712"/>
                    </a:cubicBezTo>
                    <a:cubicBezTo>
                      <a:pt x="10126" y="45351"/>
                      <a:pt x="229" y="69277"/>
                      <a:pt x="229" y="94221"/>
                    </a:cubicBezTo>
                    <a:cubicBezTo>
                      <a:pt x="229" y="119165"/>
                      <a:pt x="10126" y="143091"/>
                      <a:pt x="27742" y="160730"/>
                    </a:cubicBezTo>
                    <a:cubicBezTo>
                      <a:pt x="45358" y="178368"/>
                      <a:pt x="69253" y="188278"/>
                      <a:pt x="94166" y="188278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5" name="任意多边形: 形状 214"/>
              <p:cNvSpPr/>
              <p:nvPr/>
            </p:nvSpPr>
            <p:spPr>
              <a:xfrm>
                <a:off x="9919087" y="11771405"/>
                <a:ext cx="360000" cy="360000"/>
              </a:xfrm>
              <a:custGeom>
                <a:avLst/>
                <a:gdLst>
                  <a:gd name="csX0" fmla="*/ 94120 w 187874"/>
                  <a:gd name="csY0" fmla="*/ 188282 h 188114"/>
                  <a:gd name="csX1" fmla="*/ 160544 w 187874"/>
                  <a:gd name="csY1" fmla="*/ 160734 h 188114"/>
                  <a:gd name="csX2" fmla="*/ 188057 w 187874"/>
                  <a:gd name="csY2" fmla="*/ 94225 h 188114"/>
                  <a:gd name="csX3" fmla="*/ 160544 w 187874"/>
                  <a:gd name="csY3" fmla="*/ 27716 h 188114"/>
                  <a:gd name="csX4" fmla="*/ 94120 w 187874"/>
                  <a:gd name="csY4" fmla="*/ 167 h 188114"/>
                  <a:gd name="csX5" fmla="*/ 27696 w 187874"/>
                  <a:gd name="csY5" fmla="*/ 27716 h 188114"/>
                  <a:gd name="csX6" fmla="*/ 182 w 187874"/>
                  <a:gd name="csY6" fmla="*/ 94225 h 188114"/>
                  <a:gd name="csX7" fmla="*/ 27696 w 187874"/>
                  <a:gd name="csY7" fmla="*/ 160734 h 188114"/>
                  <a:gd name="csX8" fmla="*/ 94120 w 187874"/>
                  <a:gd name="csY8" fmla="*/ 18828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282"/>
                    </a:moveTo>
                    <a:cubicBezTo>
                      <a:pt x="119032" y="188282"/>
                      <a:pt x="142928" y="178372"/>
                      <a:pt x="160544" y="160734"/>
                    </a:cubicBezTo>
                    <a:cubicBezTo>
                      <a:pt x="178159" y="143095"/>
                      <a:pt x="188057" y="119169"/>
                      <a:pt x="188057" y="94225"/>
                    </a:cubicBezTo>
                    <a:cubicBezTo>
                      <a:pt x="188057" y="69281"/>
                      <a:pt x="178159" y="45355"/>
                      <a:pt x="160544" y="27716"/>
                    </a:cubicBezTo>
                    <a:cubicBezTo>
                      <a:pt x="142928" y="10078"/>
                      <a:pt x="119032" y="167"/>
                      <a:pt x="94120" y="167"/>
                    </a:cubicBezTo>
                    <a:cubicBezTo>
                      <a:pt x="69207" y="167"/>
                      <a:pt x="45312" y="10078"/>
                      <a:pt x="27696" y="27716"/>
                    </a:cubicBezTo>
                    <a:cubicBezTo>
                      <a:pt x="10080" y="45355"/>
                      <a:pt x="182" y="69281"/>
                      <a:pt x="182" y="94225"/>
                    </a:cubicBezTo>
                    <a:cubicBezTo>
                      <a:pt x="182" y="119169"/>
                      <a:pt x="10080" y="143095"/>
                      <a:pt x="27696" y="160734"/>
                    </a:cubicBezTo>
                    <a:cubicBezTo>
                      <a:pt x="45312" y="178372"/>
                      <a:pt x="69207" y="188282"/>
                      <a:pt x="94120" y="188282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6" name="任意多边形: 形状 215"/>
              <p:cNvSpPr/>
              <p:nvPr/>
            </p:nvSpPr>
            <p:spPr>
              <a:xfrm>
                <a:off x="12531504" y="12489797"/>
                <a:ext cx="360000" cy="360000"/>
              </a:xfrm>
              <a:custGeom>
                <a:avLst/>
                <a:gdLst>
                  <a:gd name="csX0" fmla="*/ 94174 w 187874"/>
                  <a:gd name="csY0" fmla="*/ 188297 h 188114"/>
                  <a:gd name="csX1" fmla="*/ 160597 w 187874"/>
                  <a:gd name="csY1" fmla="*/ 160748 h 188114"/>
                  <a:gd name="csX2" fmla="*/ 188111 w 187874"/>
                  <a:gd name="csY2" fmla="*/ 94240 h 188114"/>
                  <a:gd name="csX3" fmla="*/ 160597 w 187874"/>
                  <a:gd name="csY3" fmla="*/ 27731 h 188114"/>
                  <a:gd name="csX4" fmla="*/ 94174 w 187874"/>
                  <a:gd name="csY4" fmla="*/ 182 h 188114"/>
                  <a:gd name="csX5" fmla="*/ 27750 w 187874"/>
                  <a:gd name="csY5" fmla="*/ 27731 h 188114"/>
                  <a:gd name="csX6" fmla="*/ 236 w 187874"/>
                  <a:gd name="csY6" fmla="*/ 94240 h 188114"/>
                  <a:gd name="csX7" fmla="*/ 27750 w 187874"/>
                  <a:gd name="csY7" fmla="*/ 160748 h 188114"/>
                  <a:gd name="csX8" fmla="*/ 94174 w 187874"/>
                  <a:gd name="csY8" fmla="*/ 18829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4" y="188297"/>
                    </a:moveTo>
                    <a:cubicBezTo>
                      <a:pt x="119086" y="188297"/>
                      <a:pt x="142982" y="178387"/>
                      <a:pt x="160597" y="160748"/>
                    </a:cubicBezTo>
                    <a:cubicBezTo>
                      <a:pt x="178213" y="143110"/>
                      <a:pt x="188111" y="119184"/>
                      <a:pt x="188111" y="94240"/>
                    </a:cubicBezTo>
                    <a:cubicBezTo>
                      <a:pt x="188111" y="69295"/>
                      <a:pt x="178213" y="45369"/>
                      <a:pt x="160597" y="27731"/>
                    </a:cubicBezTo>
                    <a:cubicBezTo>
                      <a:pt x="142982" y="10093"/>
                      <a:pt x="119086" y="182"/>
                      <a:pt x="94174" y="182"/>
                    </a:cubicBezTo>
                    <a:cubicBezTo>
                      <a:pt x="69261" y="182"/>
                      <a:pt x="45366" y="10093"/>
                      <a:pt x="27750" y="27731"/>
                    </a:cubicBezTo>
                    <a:cubicBezTo>
                      <a:pt x="10134" y="45369"/>
                      <a:pt x="236" y="69295"/>
                      <a:pt x="236" y="94240"/>
                    </a:cubicBezTo>
                    <a:cubicBezTo>
                      <a:pt x="236" y="119184"/>
                      <a:pt x="10134" y="143110"/>
                      <a:pt x="27750" y="160748"/>
                    </a:cubicBezTo>
                    <a:cubicBezTo>
                      <a:pt x="45366" y="178387"/>
                      <a:pt x="69261" y="188297"/>
                      <a:pt x="94174" y="188297"/>
                    </a:cubicBezTo>
                    <a:close/>
                  </a:path>
                </a:pathLst>
              </a:custGeom>
              <a:solidFill>
                <a:srgbClr val="365C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7" name="任意多边形: 形状 216"/>
              <p:cNvSpPr/>
              <p:nvPr/>
            </p:nvSpPr>
            <p:spPr>
              <a:xfrm>
                <a:off x="13983988" y="13004250"/>
                <a:ext cx="360000" cy="360000"/>
              </a:xfrm>
              <a:custGeom>
                <a:avLst/>
                <a:gdLst>
                  <a:gd name="csX0" fmla="*/ 94204 w 187874"/>
                  <a:gd name="csY0" fmla="*/ 188308 h 188114"/>
                  <a:gd name="csX1" fmla="*/ 160627 w 187874"/>
                  <a:gd name="csY1" fmla="*/ 160759 h 188114"/>
                  <a:gd name="csX2" fmla="*/ 188141 w 187874"/>
                  <a:gd name="csY2" fmla="*/ 94250 h 188114"/>
                  <a:gd name="csX3" fmla="*/ 160627 w 187874"/>
                  <a:gd name="csY3" fmla="*/ 27742 h 188114"/>
                  <a:gd name="csX4" fmla="*/ 94204 w 187874"/>
                  <a:gd name="csY4" fmla="*/ 193 h 188114"/>
                  <a:gd name="csX5" fmla="*/ 27780 w 187874"/>
                  <a:gd name="csY5" fmla="*/ 27742 h 188114"/>
                  <a:gd name="csX6" fmla="*/ 266 w 187874"/>
                  <a:gd name="csY6" fmla="*/ 94250 h 188114"/>
                  <a:gd name="csX7" fmla="*/ 27780 w 187874"/>
                  <a:gd name="csY7" fmla="*/ 160759 h 188114"/>
                  <a:gd name="csX8" fmla="*/ 94204 w 187874"/>
                  <a:gd name="csY8" fmla="*/ 18830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204" y="188308"/>
                    </a:moveTo>
                    <a:cubicBezTo>
                      <a:pt x="119116" y="188308"/>
                      <a:pt x="143012" y="178397"/>
                      <a:pt x="160627" y="160759"/>
                    </a:cubicBezTo>
                    <a:cubicBezTo>
                      <a:pt x="178243" y="143121"/>
                      <a:pt x="188141" y="119195"/>
                      <a:pt x="188141" y="94250"/>
                    </a:cubicBezTo>
                    <a:cubicBezTo>
                      <a:pt x="188141" y="69306"/>
                      <a:pt x="178243" y="45380"/>
                      <a:pt x="160627" y="27742"/>
                    </a:cubicBezTo>
                    <a:cubicBezTo>
                      <a:pt x="143012" y="10103"/>
                      <a:pt x="119116" y="193"/>
                      <a:pt x="94204" y="193"/>
                    </a:cubicBezTo>
                    <a:cubicBezTo>
                      <a:pt x="69291" y="193"/>
                      <a:pt x="45396" y="10103"/>
                      <a:pt x="27780" y="27742"/>
                    </a:cubicBezTo>
                    <a:cubicBezTo>
                      <a:pt x="10164" y="45380"/>
                      <a:pt x="266" y="69306"/>
                      <a:pt x="266" y="94250"/>
                    </a:cubicBezTo>
                    <a:cubicBezTo>
                      <a:pt x="266" y="119195"/>
                      <a:pt x="10164" y="143121"/>
                      <a:pt x="27780" y="160759"/>
                    </a:cubicBezTo>
                    <a:cubicBezTo>
                      <a:pt x="45396" y="178397"/>
                      <a:pt x="69291" y="188308"/>
                      <a:pt x="94204" y="188308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8" name="任意多边形: 形状 217"/>
              <p:cNvSpPr/>
              <p:nvPr/>
            </p:nvSpPr>
            <p:spPr>
              <a:xfrm>
                <a:off x="10331166" y="10593589"/>
                <a:ext cx="360000" cy="360000"/>
              </a:xfrm>
              <a:custGeom>
                <a:avLst/>
                <a:gdLst>
                  <a:gd name="csX0" fmla="*/ 94128 w 187874"/>
                  <a:gd name="csY0" fmla="*/ 188258 h 188114"/>
                  <a:gd name="csX1" fmla="*/ 160552 w 187874"/>
                  <a:gd name="csY1" fmla="*/ 160709 h 188114"/>
                  <a:gd name="csX2" fmla="*/ 188066 w 187874"/>
                  <a:gd name="csY2" fmla="*/ 94201 h 188114"/>
                  <a:gd name="csX3" fmla="*/ 160552 w 187874"/>
                  <a:gd name="csY3" fmla="*/ 27692 h 188114"/>
                  <a:gd name="csX4" fmla="*/ 94128 w 187874"/>
                  <a:gd name="csY4" fmla="*/ 143 h 188114"/>
                  <a:gd name="csX5" fmla="*/ 27704 w 187874"/>
                  <a:gd name="csY5" fmla="*/ 27692 h 188114"/>
                  <a:gd name="csX6" fmla="*/ 191 w 187874"/>
                  <a:gd name="csY6" fmla="*/ 94201 h 188114"/>
                  <a:gd name="csX7" fmla="*/ 27704 w 187874"/>
                  <a:gd name="csY7" fmla="*/ 160709 h 188114"/>
                  <a:gd name="csX8" fmla="*/ 94128 w 187874"/>
                  <a:gd name="csY8" fmla="*/ 18825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8" y="188258"/>
                    </a:moveTo>
                    <a:cubicBezTo>
                      <a:pt x="119041" y="188258"/>
                      <a:pt x="142936" y="178348"/>
                      <a:pt x="160552" y="160709"/>
                    </a:cubicBezTo>
                    <a:cubicBezTo>
                      <a:pt x="178168" y="143071"/>
                      <a:pt x="188066" y="119145"/>
                      <a:pt x="188066" y="94201"/>
                    </a:cubicBezTo>
                    <a:cubicBezTo>
                      <a:pt x="188066" y="69256"/>
                      <a:pt x="178168" y="45330"/>
                      <a:pt x="160552" y="27692"/>
                    </a:cubicBezTo>
                    <a:cubicBezTo>
                      <a:pt x="142936" y="10054"/>
                      <a:pt x="119041" y="143"/>
                      <a:pt x="94128" y="143"/>
                    </a:cubicBezTo>
                    <a:cubicBezTo>
                      <a:pt x="69216" y="143"/>
                      <a:pt x="45320" y="10054"/>
                      <a:pt x="27704" y="27692"/>
                    </a:cubicBezTo>
                    <a:cubicBezTo>
                      <a:pt x="10089" y="45330"/>
                      <a:pt x="191" y="69256"/>
                      <a:pt x="191" y="94201"/>
                    </a:cubicBezTo>
                    <a:cubicBezTo>
                      <a:pt x="191" y="119145"/>
                      <a:pt x="10089" y="143071"/>
                      <a:pt x="27704" y="160709"/>
                    </a:cubicBezTo>
                    <a:cubicBezTo>
                      <a:pt x="45320" y="178348"/>
                      <a:pt x="69216" y="188258"/>
                      <a:pt x="94128" y="188258"/>
                    </a:cubicBezTo>
                    <a:close/>
                  </a:path>
                </a:pathLst>
              </a:custGeom>
              <a:solidFill>
                <a:srgbClr val="2584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19" name="任意多边形: 形状 218"/>
              <p:cNvSpPr/>
              <p:nvPr/>
            </p:nvSpPr>
            <p:spPr>
              <a:xfrm>
                <a:off x="12223367" y="13794569"/>
                <a:ext cx="360000" cy="360000"/>
              </a:xfrm>
              <a:custGeom>
                <a:avLst/>
                <a:gdLst>
                  <a:gd name="csX0" fmla="*/ 94167 w 187874"/>
                  <a:gd name="csY0" fmla="*/ 188324 h 188114"/>
                  <a:gd name="csX1" fmla="*/ 160591 w 187874"/>
                  <a:gd name="csY1" fmla="*/ 160775 h 188114"/>
                  <a:gd name="csX2" fmla="*/ 188105 w 187874"/>
                  <a:gd name="csY2" fmla="*/ 94267 h 188114"/>
                  <a:gd name="csX3" fmla="*/ 160591 w 187874"/>
                  <a:gd name="csY3" fmla="*/ 27758 h 188114"/>
                  <a:gd name="csX4" fmla="*/ 94167 w 187874"/>
                  <a:gd name="csY4" fmla="*/ 209 h 188114"/>
                  <a:gd name="csX5" fmla="*/ 27743 w 187874"/>
                  <a:gd name="csY5" fmla="*/ 27758 h 188114"/>
                  <a:gd name="csX6" fmla="*/ 230 w 187874"/>
                  <a:gd name="csY6" fmla="*/ 94267 h 188114"/>
                  <a:gd name="csX7" fmla="*/ 27743 w 187874"/>
                  <a:gd name="csY7" fmla="*/ 160775 h 188114"/>
                  <a:gd name="csX8" fmla="*/ 94167 w 187874"/>
                  <a:gd name="csY8" fmla="*/ 18832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7" y="188324"/>
                    </a:moveTo>
                    <a:cubicBezTo>
                      <a:pt x="119080" y="188324"/>
                      <a:pt x="142975" y="178413"/>
                      <a:pt x="160591" y="160775"/>
                    </a:cubicBezTo>
                    <a:cubicBezTo>
                      <a:pt x="178207" y="143137"/>
                      <a:pt x="188105" y="119211"/>
                      <a:pt x="188105" y="94267"/>
                    </a:cubicBezTo>
                    <a:cubicBezTo>
                      <a:pt x="188105" y="69322"/>
                      <a:pt x="178207" y="45396"/>
                      <a:pt x="160591" y="27758"/>
                    </a:cubicBezTo>
                    <a:cubicBezTo>
                      <a:pt x="142975" y="10120"/>
                      <a:pt x="119080" y="209"/>
                      <a:pt x="94167" y="209"/>
                    </a:cubicBezTo>
                    <a:cubicBezTo>
                      <a:pt x="69255" y="209"/>
                      <a:pt x="45359" y="10120"/>
                      <a:pt x="27743" y="27758"/>
                    </a:cubicBezTo>
                    <a:cubicBezTo>
                      <a:pt x="10128" y="45396"/>
                      <a:pt x="230" y="69322"/>
                      <a:pt x="230" y="94267"/>
                    </a:cubicBezTo>
                    <a:cubicBezTo>
                      <a:pt x="230" y="119211"/>
                      <a:pt x="10128" y="143137"/>
                      <a:pt x="27743" y="160775"/>
                    </a:cubicBezTo>
                    <a:cubicBezTo>
                      <a:pt x="45359" y="178413"/>
                      <a:pt x="69255" y="188324"/>
                      <a:pt x="94167" y="188324"/>
                    </a:cubicBezTo>
                    <a:close/>
                  </a:path>
                </a:pathLst>
              </a:custGeom>
              <a:solidFill>
                <a:srgbClr val="3264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0" name="任意多边形: 形状 219"/>
              <p:cNvSpPr/>
              <p:nvPr/>
            </p:nvSpPr>
            <p:spPr>
              <a:xfrm>
                <a:off x="11689257" y="12100953"/>
                <a:ext cx="360000" cy="360000"/>
              </a:xfrm>
              <a:custGeom>
                <a:avLst/>
                <a:gdLst>
                  <a:gd name="csX0" fmla="*/ 94156 w 187874"/>
                  <a:gd name="csY0" fmla="*/ 188289 h 188114"/>
                  <a:gd name="csX1" fmla="*/ 160580 w 187874"/>
                  <a:gd name="csY1" fmla="*/ 160740 h 188114"/>
                  <a:gd name="csX2" fmla="*/ 188094 w 187874"/>
                  <a:gd name="csY2" fmla="*/ 94232 h 188114"/>
                  <a:gd name="csX3" fmla="*/ 160580 w 187874"/>
                  <a:gd name="csY3" fmla="*/ 27723 h 188114"/>
                  <a:gd name="csX4" fmla="*/ 94156 w 187874"/>
                  <a:gd name="csY4" fmla="*/ 174 h 188114"/>
                  <a:gd name="csX5" fmla="*/ 27732 w 187874"/>
                  <a:gd name="csY5" fmla="*/ 27723 h 188114"/>
                  <a:gd name="csX6" fmla="*/ 219 w 187874"/>
                  <a:gd name="csY6" fmla="*/ 94232 h 188114"/>
                  <a:gd name="csX7" fmla="*/ 27732 w 187874"/>
                  <a:gd name="csY7" fmla="*/ 160740 h 188114"/>
                  <a:gd name="csX8" fmla="*/ 94156 w 187874"/>
                  <a:gd name="csY8" fmla="*/ 18828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6" y="188289"/>
                    </a:moveTo>
                    <a:cubicBezTo>
                      <a:pt x="119069" y="188289"/>
                      <a:pt x="142964" y="178379"/>
                      <a:pt x="160580" y="160740"/>
                    </a:cubicBezTo>
                    <a:cubicBezTo>
                      <a:pt x="178196" y="143102"/>
                      <a:pt x="188094" y="119176"/>
                      <a:pt x="188094" y="94232"/>
                    </a:cubicBezTo>
                    <a:cubicBezTo>
                      <a:pt x="188094" y="69287"/>
                      <a:pt x="178196" y="45361"/>
                      <a:pt x="160580" y="27723"/>
                    </a:cubicBezTo>
                    <a:cubicBezTo>
                      <a:pt x="142964" y="10085"/>
                      <a:pt x="119069" y="174"/>
                      <a:pt x="94156" y="174"/>
                    </a:cubicBezTo>
                    <a:cubicBezTo>
                      <a:pt x="69244" y="174"/>
                      <a:pt x="45348" y="10085"/>
                      <a:pt x="27732" y="27723"/>
                    </a:cubicBezTo>
                    <a:cubicBezTo>
                      <a:pt x="10117" y="45361"/>
                      <a:pt x="219" y="69287"/>
                      <a:pt x="219" y="94232"/>
                    </a:cubicBezTo>
                    <a:cubicBezTo>
                      <a:pt x="219" y="119176"/>
                      <a:pt x="10117" y="143102"/>
                      <a:pt x="27732" y="160740"/>
                    </a:cubicBezTo>
                    <a:cubicBezTo>
                      <a:pt x="45348" y="178379"/>
                      <a:pt x="69244" y="188289"/>
                      <a:pt x="94156" y="188289"/>
                    </a:cubicBezTo>
                    <a:close/>
                  </a:path>
                </a:pathLst>
              </a:custGeom>
              <a:solidFill>
                <a:srgbClr val="443B8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1" name="任意多边形: 形状 220"/>
              <p:cNvSpPr/>
              <p:nvPr/>
            </p:nvSpPr>
            <p:spPr>
              <a:xfrm>
                <a:off x="10956856" y="14268011"/>
                <a:ext cx="360000" cy="360000"/>
              </a:xfrm>
              <a:custGeom>
                <a:avLst/>
                <a:gdLst>
                  <a:gd name="csX0" fmla="*/ 94141 w 187874"/>
                  <a:gd name="csY0" fmla="*/ 188334 h 188114"/>
                  <a:gd name="csX1" fmla="*/ 160565 w 187874"/>
                  <a:gd name="csY1" fmla="*/ 160785 h 188114"/>
                  <a:gd name="csX2" fmla="*/ 188079 w 187874"/>
                  <a:gd name="csY2" fmla="*/ 94276 h 188114"/>
                  <a:gd name="csX3" fmla="*/ 160565 w 187874"/>
                  <a:gd name="csY3" fmla="*/ 27768 h 188114"/>
                  <a:gd name="csX4" fmla="*/ 94141 w 187874"/>
                  <a:gd name="csY4" fmla="*/ 219 h 188114"/>
                  <a:gd name="csX5" fmla="*/ 27717 w 187874"/>
                  <a:gd name="csY5" fmla="*/ 27768 h 188114"/>
                  <a:gd name="csX6" fmla="*/ 204 w 187874"/>
                  <a:gd name="csY6" fmla="*/ 94276 h 188114"/>
                  <a:gd name="csX7" fmla="*/ 27717 w 187874"/>
                  <a:gd name="csY7" fmla="*/ 160785 h 188114"/>
                  <a:gd name="csX8" fmla="*/ 94141 w 187874"/>
                  <a:gd name="csY8" fmla="*/ 18833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1" y="188334"/>
                    </a:moveTo>
                    <a:cubicBezTo>
                      <a:pt x="119054" y="188334"/>
                      <a:pt x="142949" y="178423"/>
                      <a:pt x="160565" y="160785"/>
                    </a:cubicBezTo>
                    <a:cubicBezTo>
                      <a:pt x="178181" y="143147"/>
                      <a:pt x="188079" y="119221"/>
                      <a:pt x="188079" y="94276"/>
                    </a:cubicBezTo>
                    <a:cubicBezTo>
                      <a:pt x="188079" y="69332"/>
                      <a:pt x="178181" y="45406"/>
                      <a:pt x="160565" y="27768"/>
                    </a:cubicBezTo>
                    <a:cubicBezTo>
                      <a:pt x="142949" y="10129"/>
                      <a:pt x="119054" y="219"/>
                      <a:pt x="94141" y="219"/>
                    </a:cubicBezTo>
                    <a:cubicBezTo>
                      <a:pt x="69229" y="219"/>
                      <a:pt x="45333" y="10129"/>
                      <a:pt x="27717" y="27768"/>
                    </a:cubicBezTo>
                    <a:cubicBezTo>
                      <a:pt x="10102" y="45406"/>
                      <a:pt x="204" y="69332"/>
                      <a:pt x="204" y="94276"/>
                    </a:cubicBezTo>
                    <a:cubicBezTo>
                      <a:pt x="204" y="119221"/>
                      <a:pt x="10102" y="143147"/>
                      <a:pt x="27717" y="160785"/>
                    </a:cubicBezTo>
                    <a:cubicBezTo>
                      <a:pt x="45333" y="178423"/>
                      <a:pt x="69229" y="188334"/>
                      <a:pt x="94141" y="188334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2" name="任意多边形: 形状 221"/>
              <p:cNvSpPr/>
              <p:nvPr/>
            </p:nvSpPr>
            <p:spPr>
              <a:xfrm>
                <a:off x="9976336" y="12243751"/>
                <a:ext cx="360000" cy="360000"/>
              </a:xfrm>
              <a:custGeom>
                <a:avLst/>
                <a:gdLst>
                  <a:gd name="csX0" fmla="*/ 94121 w 187874"/>
                  <a:gd name="csY0" fmla="*/ 188292 h 188114"/>
                  <a:gd name="csX1" fmla="*/ 160545 w 187874"/>
                  <a:gd name="csY1" fmla="*/ 160743 h 188114"/>
                  <a:gd name="csX2" fmla="*/ 188058 w 187874"/>
                  <a:gd name="csY2" fmla="*/ 94235 h 188114"/>
                  <a:gd name="csX3" fmla="*/ 160545 w 187874"/>
                  <a:gd name="csY3" fmla="*/ 27726 h 188114"/>
                  <a:gd name="csX4" fmla="*/ 94121 w 187874"/>
                  <a:gd name="csY4" fmla="*/ 177 h 188114"/>
                  <a:gd name="csX5" fmla="*/ 27697 w 187874"/>
                  <a:gd name="csY5" fmla="*/ 27726 h 188114"/>
                  <a:gd name="csX6" fmla="*/ 183 w 187874"/>
                  <a:gd name="csY6" fmla="*/ 94235 h 188114"/>
                  <a:gd name="csX7" fmla="*/ 27697 w 187874"/>
                  <a:gd name="csY7" fmla="*/ 160743 h 188114"/>
                  <a:gd name="csX8" fmla="*/ 94121 w 187874"/>
                  <a:gd name="csY8" fmla="*/ 18829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1" y="188292"/>
                    </a:moveTo>
                    <a:cubicBezTo>
                      <a:pt x="119033" y="188292"/>
                      <a:pt x="142929" y="178382"/>
                      <a:pt x="160545" y="160743"/>
                    </a:cubicBezTo>
                    <a:cubicBezTo>
                      <a:pt x="178161" y="143105"/>
                      <a:pt x="188058" y="119179"/>
                      <a:pt x="188058" y="94235"/>
                    </a:cubicBezTo>
                    <a:cubicBezTo>
                      <a:pt x="188058" y="69290"/>
                      <a:pt x="178161" y="45364"/>
                      <a:pt x="160545" y="27726"/>
                    </a:cubicBezTo>
                    <a:cubicBezTo>
                      <a:pt x="142929" y="10088"/>
                      <a:pt x="119033" y="177"/>
                      <a:pt x="94121" y="177"/>
                    </a:cubicBezTo>
                    <a:cubicBezTo>
                      <a:pt x="69208" y="177"/>
                      <a:pt x="45313" y="10088"/>
                      <a:pt x="27697" y="27726"/>
                    </a:cubicBezTo>
                    <a:cubicBezTo>
                      <a:pt x="10081" y="45364"/>
                      <a:pt x="183" y="69290"/>
                      <a:pt x="183" y="94235"/>
                    </a:cubicBezTo>
                    <a:cubicBezTo>
                      <a:pt x="183" y="119179"/>
                      <a:pt x="10081" y="143105"/>
                      <a:pt x="27697" y="160743"/>
                    </a:cubicBezTo>
                    <a:cubicBezTo>
                      <a:pt x="45313" y="178382"/>
                      <a:pt x="69208" y="188292"/>
                      <a:pt x="94121" y="188292"/>
                    </a:cubicBezTo>
                    <a:close/>
                  </a:path>
                </a:pathLst>
              </a:custGeom>
              <a:solidFill>
                <a:srgbClr val="48287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3" name="任意多边形: 形状 222"/>
              <p:cNvSpPr/>
              <p:nvPr/>
            </p:nvSpPr>
            <p:spPr>
              <a:xfrm>
                <a:off x="9885460" y="12321745"/>
                <a:ext cx="360000" cy="360000"/>
              </a:xfrm>
              <a:custGeom>
                <a:avLst/>
                <a:gdLst>
                  <a:gd name="csX0" fmla="*/ 94119 w 187874"/>
                  <a:gd name="csY0" fmla="*/ 188294 h 188114"/>
                  <a:gd name="csX1" fmla="*/ 160543 w 187874"/>
                  <a:gd name="csY1" fmla="*/ 160745 h 188114"/>
                  <a:gd name="csX2" fmla="*/ 188057 w 187874"/>
                  <a:gd name="csY2" fmla="*/ 94236 h 188114"/>
                  <a:gd name="csX3" fmla="*/ 160543 w 187874"/>
                  <a:gd name="csY3" fmla="*/ 27728 h 188114"/>
                  <a:gd name="csX4" fmla="*/ 94119 w 187874"/>
                  <a:gd name="csY4" fmla="*/ 179 h 188114"/>
                  <a:gd name="csX5" fmla="*/ 27695 w 187874"/>
                  <a:gd name="csY5" fmla="*/ 27728 h 188114"/>
                  <a:gd name="csX6" fmla="*/ 182 w 187874"/>
                  <a:gd name="csY6" fmla="*/ 94236 h 188114"/>
                  <a:gd name="csX7" fmla="*/ 27695 w 187874"/>
                  <a:gd name="csY7" fmla="*/ 160745 h 188114"/>
                  <a:gd name="csX8" fmla="*/ 94119 w 187874"/>
                  <a:gd name="csY8" fmla="*/ 18829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9" y="188294"/>
                    </a:moveTo>
                    <a:cubicBezTo>
                      <a:pt x="119032" y="188294"/>
                      <a:pt x="142927" y="178383"/>
                      <a:pt x="160543" y="160745"/>
                    </a:cubicBezTo>
                    <a:cubicBezTo>
                      <a:pt x="178159" y="143107"/>
                      <a:pt x="188057" y="119181"/>
                      <a:pt x="188057" y="94236"/>
                    </a:cubicBezTo>
                    <a:cubicBezTo>
                      <a:pt x="188057" y="69292"/>
                      <a:pt x="178159" y="45366"/>
                      <a:pt x="160543" y="27728"/>
                    </a:cubicBezTo>
                    <a:cubicBezTo>
                      <a:pt x="142927" y="10089"/>
                      <a:pt x="119032" y="179"/>
                      <a:pt x="94119" y="179"/>
                    </a:cubicBezTo>
                    <a:cubicBezTo>
                      <a:pt x="69207" y="179"/>
                      <a:pt x="45311" y="10089"/>
                      <a:pt x="27695" y="27728"/>
                    </a:cubicBezTo>
                    <a:cubicBezTo>
                      <a:pt x="10079" y="45366"/>
                      <a:pt x="182" y="69292"/>
                      <a:pt x="182" y="94236"/>
                    </a:cubicBezTo>
                    <a:cubicBezTo>
                      <a:pt x="182" y="119181"/>
                      <a:pt x="10079" y="143107"/>
                      <a:pt x="27695" y="160745"/>
                    </a:cubicBezTo>
                    <a:cubicBezTo>
                      <a:pt x="45311" y="178383"/>
                      <a:pt x="69207" y="188294"/>
                      <a:pt x="94119" y="188294"/>
                    </a:cubicBezTo>
                    <a:close/>
                  </a:path>
                </a:pathLst>
              </a:custGeom>
              <a:solidFill>
                <a:srgbClr val="48287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4" name="任意多边形: 形状 223"/>
              <p:cNvSpPr/>
              <p:nvPr/>
            </p:nvSpPr>
            <p:spPr>
              <a:xfrm>
                <a:off x="9956198" y="11878730"/>
                <a:ext cx="360000" cy="360000"/>
              </a:xfrm>
              <a:custGeom>
                <a:avLst/>
                <a:gdLst>
                  <a:gd name="csX0" fmla="*/ 94120 w 187874"/>
                  <a:gd name="csY0" fmla="*/ 188285 h 188114"/>
                  <a:gd name="csX1" fmla="*/ 160544 w 187874"/>
                  <a:gd name="csY1" fmla="*/ 160736 h 188114"/>
                  <a:gd name="csX2" fmla="*/ 188058 w 187874"/>
                  <a:gd name="csY2" fmla="*/ 94227 h 188114"/>
                  <a:gd name="csX3" fmla="*/ 160544 w 187874"/>
                  <a:gd name="csY3" fmla="*/ 27718 h 188114"/>
                  <a:gd name="csX4" fmla="*/ 94120 w 187874"/>
                  <a:gd name="csY4" fmla="*/ 170 h 188114"/>
                  <a:gd name="csX5" fmla="*/ 27697 w 187874"/>
                  <a:gd name="csY5" fmla="*/ 27718 h 188114"/>
                  <a:gd name="csX6" fmla="*/ 183 w 187874"/>
                  <a:gd name="csY6" fmla="*/ 94227 h 188114"/>
                  <a:gd name="csX7" fmla="*/ 27697 w 187874"/>
                  <a:gd name="csY7" fmla="*/ 160736 h 188114"/>
                  <a:gd name="csX8" fmla="*/ 94120 w 187874"/>
                  <a:gd name="csY8" fmla="*/ 18828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285"/>
                    </a:moveTo>
                    <a:cubicBezTo>
                      <a:pt x="119033" y="188285"/>
                      <a:pt x="142929" y="178374"/>
                      <a:pt x="160544" y="160736"/>
                    </a:cubicBezTo>
                    <a:cubicBezTo>
                      <a:pt x="178160" y="143097"/>
                      <a:pt x="188058" y="119171"/>
                      <a:pt x="188058" y="94227"/>
                    </a:cubicBezTo>
                    <a:cubicBezTo>
                      <a:pt x="188058" y="69283"/>
                      <a:pt x="178160" y="45357"/>
                      <a:pt x="160544" y="27718"/>
                    </a:cubicBezTo>
                    <a:cubicBezTo>
                      <a:pt x="142929" y="10080"/>
                      <a:pt x="119033" y="170"/>
                      <a:pt x="94120" y="170"/>
                    </a:cubicBezTo>
                    <a:cubicBezTo>
                      <a:pt x="69208" y="170"/>
                      <a:pt x="45312" y="10080"/>
                      <a:pt x="27697" y="27718"/>
                    </a:cubicBezTo>
                    <a:cubicBezTo>
                      <a:pt x="10081" y="45357"/>
                      <a:pt x="183" y="69283"/>
                      <a:pt x="183" y="94227"/>
                    </a:cubicBezTo>
                    <a:cubicBezTo>
                      <a:pt x="183" y="119171"/>
                      <a:pt x="10081" y="143097"/>
                      <a:pt x="27697" y="160736"/>
                    </a:cubicBezTo>
                    <a:cubicBezTo>
                      <a:pt x="45312" y="178374"/>
                      <a:pt x="69208" y="188285"/>
                      <a:pt x="94120" y="188285"/>
                    </a:cubicBezTo>
                    <a:close/>
                  </a:path>
                </a:pathLst>
              </a:custGeom>
              <a:solidFill>
                <a:srgbClr val="433E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5" name="任意多边形: 形状 224"/>
              <p:cNvSpPr/>
              <p:nvPr/>
            </p:nvSpPr>
            <p:spPr>
              <a:xfrm>
                <a:off x="11197408" y="12570630"/>
                <a:ext cx="360000" cy="360000"/>
              </a:xfrm>
              <a:custGeom>
                <a:avLst/>
                <a:gdLst>
                  <a:gd name="csX0" fmla="*/ 94146 w 187874"/>
                  <a:gd name="csY0" fmla="*/ 188299 h 188114"/>
                  <a:gd name="csX1" fmla="*/ 160570 w 187874"/>
                  <a:gd name="csY1" fmla="*/ 160750 h 188114"/>
                  <a:gd name="csX2" fmla="*/ 188084 w 187874"/>
                  <a:gd name="csY2" fmla="*/ 94241 h 188114"/>
                  <a:gd name="csX3" fmla="*/ 160570 w 187874"/>
                  <a:gd name="csY3" fmla="*/ 27733 h 188114"/>
                  <a:gd name="csX4" fmla="*/ 94146 w 187874"/>
                  <a:gd name="csY4" fmla="*/ 184 h 188114"/>
                  <a:gd name="csX5" fmla="*/ 27722 w 187874"/>
                  <a:gd name="csY5" fmla="*/ 27733 h 188114"/>
                  <a:gd name="csX6" fmla="*/ 209 w 187874"/>
                  <a:gd name="csY6" fmla="*/ 94241 h 188114"/>
                  <a:gd name="csX7" fmla="*/ 27722 w 187874"/>
                  <a:gd name="csY7" fmla="*/ 160750 h 188114"/>
                  <a:gd name="csX8" fmla="*/ 94146 w 187874"/>
                  <a:gd name="csY8" fmla="*/ 18829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6" y="188299"/>
                    </a:moveTo>
                    <a:cubicBezTo>
                      <a:pt x="119059" y="188299"/>
                      <a:pt x="142954" y="178388"/>
                      <a:pt x="160570" y="160750"/>
                    </a:cubicBezTo>
                    <a:cubicBezTo>
                      <a:pt x="178186" y="143112"/>
                      <a:pt x="188084" y="119186"/>
                      <a:pt x="188084" y="94241"/>
                    </a:cubicBezTo>
                    <a:cubicBezTo>
                      <a:pt x="188084" y="69297"/>
                      <a:pt x="178186" y="45371"/>
                      <a:pt x="160570" y="27733"/>
                    </a:cubicBezTo>
                    <a:cubicBezTo>
                      <a:pt x="142954" y="10094"/>
                      <a:pt x="119059" y="184"/>
                      <a:pt x="94146" y="184"/>
                    </a:cubicBezTo>
                    <a:cubicBezTo>
                      <a:pt x="69234" y="184"/>
                      <a:pt x="45338" y="10094"/>
                      <a:pt x="27722" y="27733"/>
                    </a:cubicBezTo>
                    <a:cubicBezTo>
                      <a:pt x="10106" y="45371"/>
                      <a:pt x="209" y="69297"/>
                      <a:pt x="209" y="94241"/>
                    </a:cubicBezTo>
                    <a:cubicBezTo>
                      <a:pt x="209" y="119186"/>
                      <a:pt x="10106" y="143112"/>
                      <a:pt x="27722" y="160750"/>
                    </a:cubicBezTo>
                    <a:cubicBezTo>
                      <a:pt x="45338" y="178388"/>
                      <a:pt x="69234" y="188299"/>
                      <a:pt x="94146" y="188299"/>
                    </a:cubicBezTo>
                    <a:close/>
                  </a:path>
                </a:pathLst>
              </a:custGeom>
              <a:solidFill>
                <a:srgbClr val="460B5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6" name="任意多边形: 形状 225"/>
              <p:cNvSpPr/>
              <p:nvPr/>
            </p:nvSpPr>
            <p:spPr>
              <a:xfrm>
                <a:off x="9288668" y="13722495"/>
                <a:ext cx="360000" cy="360000"/>
              </a:xfrm>
              <a:custGeom>
                <a:avLst/>
                <a:gdLst>
                  <a:gd name="csX0" fmla="*/ 94107 w 187874"/>
                  <a:gd name="csY0" fmla="*/ 188322 h 188114"/>
                  <a:gd name="csX1" fmla="*/ 160531 w 187874"/>
                  <a:gd name="csY1" fmla="*/ 160774 h 188114"/>
                  <a:gd name="csX2" fmla="*/ 188044 w 187874"/>
                  <a:gd name="csY2" fmla="*/ 94265 h 188114"/>
                  <a:gd name="csX3" fmla="*/ 160531 w 187874"/>
                  <a:gd name="csY3" fmla="*/ 27756 h 188114"/>
                  <a:gd name="csX4" fmla="*/ 94107 w 187874"/>
                  <a:gd name="csY4" fmla="*/ 208 h 188114"/>
                  <a:gd name="csX5" fmla="*/ 27683 w 187874"/>
                  <a:gd name="csY5" fmla="*/ 27756 h 188114"/>
                  <a:gd name="csX6" fmla="*/ 169 w 187874"/>
                  <a:gd name="csY6" fmla="*/ 94265 h 188114"/>
                  <a:gd name="csX7" fmla="*/ 27683 w 187874"/>
                  <a:gd name="csY7" fmla="*/ 160774 h 188114"/>
                  <a:gd name="csX8" fmla="*/ 94107 w 187874"/>
                  <a:gd name="csY8" fmla="*/ 18832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7" y="188322"/>
                    </a:moveTo>
                    <a:cubicBezTo>
                      <a:pt x="119019" y="188322"/>
                      <a:pt x="142915" y="178412"/>
                      <a:pt x="160531" y="160774"/>
                    </a:cubicBezTo>
                    <a:cubicBezTo>
                      <a:pt x="178146" y="143135"/>
                      <a:pt x="188044" y="119209"/>
                      <a:pt x="188044" y="94265"/>
                    </a:cubicBezTo>
                    <a:cubicBezTo>
                      <a:pt x="188044" y="69321"/>
                      <a:pt x="178146" y="45395"/>
                      <a:pt x="160531" y="27756"/>
                    </a:cubicBezTo>
                    <a:cubicBezTo>
                      <a:pt x="142915" y="10118"/>
                      <a:pt x="119019" y="208"/>
                      <a:pt x="94107" y="208"/>
                    </a:cubicBezTo>
                    <a:cubicBezTo>
                      <a:pt x="69194" y="208"/>
                      <a:pt x="45299" y="10118"/>
                      <a:pt x="27683" y="27756"/>
                    </a:cubicBezTo>
                    <a:cubicBezTo>
                      <a:pt x="10067" y="45395"/>
                      <a:pt x="169" y="69321"/>
                      <a:pt x="169" y="94265"/>
                    </a:cubicBezTo>
                    <a:cubicBezTo>
                      <a:pt x="169" y="119209"/>
                      <a:pt x="10067" y="143135"/>
                      <a:pt x="27683" y="160774"/>
                    </a:cubicBezTo>
                    <a:cubicBezTo>
                      <a:pt x="45299" y="178412"/>
                      <a:pt x="69194" y="188322"/>
                      <a:pt x="94107" y="188322"/>
                    </a:cubicBezTo>
                    <a:close/>
                  </a:path>
                </a:pathLst>
              </a:custGeom>
              <a:solidFill>
                <a:srgbClr val="375A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7" name="任意多边形: 形状 226"/>
              <p:cNvSpPr/>
              <p:nvPr/>
            </p:nvSpPr>
            <p:spPr>
              <a:xfrm>
                <a:off x="9166297" y="12781847"/>
                <a:ext cx="360000" cy="360000"/>
              </a:xfrm>
              <a:custGeom>
                <a:avLst/>
                <a:gdLst>
                  <a:gd name="csX0" fmla="*/ 94104 w 187874"/>
                  <a:gd name="csY0" fmla="*/ 188303 h 188114"/>
                  <a:gd name="csX1" fmla="*/ 160528 w 187874"/>
                  <a:gd name="csY1" fmla="*/ 160754 h 188114"/>
                  <a:gd name="csX2" fmla="*/ 188042 w 187874"/>
                  <a:gd name="csY2" fmla="*/ 94246 h 188114"/>
                  <a:gd name="csX3" fmla="*/ 160528 w 187874"/>
                  <a:gd name="csY3" fmla="*/ 27737 h 188114"/>
                  <a:gd name="csX4" fmla="*/ 94104 w 187874"/>
                  <a:gd name="csY4" fmla="*/ 188 h 188114"/>
                  <a:gd name="csX5" fmla="*/ 27680 w 187874"/>
                  <a:gd name="csY5" fmla="*/ 27737 h 188114"/>
                  <a:gd name="csX6" fmla="*/ 167 w 187874"/>
                  <a:gd name="csY6" fmla="*/ 94246 h 188114"/>
                  <a:gd name="csX7" fmla="*/ 27680 w 187874"/>
                  <a:gd name="csY7" fmla="*/ 160754 h 188114"/>
                  <a:gd name="csX8" fmla="*/ 94104 w 187874"/>
                  <a:gd name="csY8" fmla="*/ 18830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4" y="188303"/>
                    </a:moveTo>
                    <a:cubicBezTo>
                      <a:pt x="119017" y="188303"/>
                      <a:pt x="142912" y="178393"/>
                      <a:pt x="160528" y="160754"/>
                    </a:cubicBezTo>
                    <a:cubicBezTo>
                      <a:pt x="178144" y="143116"/>
                      <a:pt x="188042" y="119190"/>
                      <a:pt x="188042" y="94246"/>
                    </a:cubicBezTo>
                    <a:cubicBezTo>
                      <a:pt x="188042" y="69301"/>
                      <a:pt x="178144" y="45375"/>
                      <a:pt x="160528" y="27737"/>
                    </a:cubicBezTo>
                    <a:cubicBezTo>
                      <a:pt x="142912" y="10099"/>
                      <a:pt x="119017" y="188"/>
                      <a:pt x="94104" y="188"/>
                    </a:cubicBezTo>
                    <a:cubicBezTo>
                      <a:pt x="69192" y="188"/>
                      <a:pt x="45296" y="10099"/>
                      <a:pt x="27680" y="27737"/>
                    </a:cubicBezTo>
                    <a:cubicBezTo>
                      <a:pt x="10065" y="45375"/>
                      <a:pt x="167" y="69301"/>
                      <a:pt x="167" y="94246"/>
                    </a:cubicBezTo>
                    <a:cubicBezTo>
                      <a:pt x="167" y="119190"/>
                      <a:pt x="10065" y="143116"/>
                      <a:pt x="27680" y="160754"/>
                    </a:cubicBezTo>
                    <a:cubicBezTo>
                      <a:pt x="45296" y="178393"/>
                      <a:pt x="69192" y="188303"/>
                      <a:pt x="94104" y="188303"/>
                    </a:cubicBezTo>
                    <a:close/>
                  </a:path>
                </a:pathLst>
              </a:custGeom>
              <a:solidFill>
                <a:srgbClr val="3E49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8" name="任意多边形: 形状 227"/>
              <p:cNvSpPr/>
              <p:nvPr/>
            </p:nvSpPr>
            <p:spPr>
              <a:xfrm>
                <a:off x="11068865" y="12636204"/>
                <a:ext cx="360000" cy="360000"/>
              </a:xfrm>
              <a:custGeom>
                <a:avLst/>
                <a:gdLst>
                  <a:gd name="csX0" fmla="*/ 94143 w 187874"/>
                  <a:gd name="csY0" fmla="*/ 188300 h 188114"/>
                  <a:gd name="csX1" fmla="*/ 160567 w 187874"/>
                  <a:gd name="csY1" fmla="*/ 160751 h 188114"/>
                  <a:gd name="csX2" fmla="*/ 188081 w 187874"/>
                  <a:gd name="csY2" fmla="*/ 94243 h 188114"/>
                  <a:gd name="csX3" fmla="*/ 160567 w 187874"/>
                  <a:gd name="csY3" fmla="*/ 27734 h 188114"/>
                  <a:gd name="csX4" fmla="*/ 94143 w 187874"/>
                  <a:gd name="csY4" fmla="*/ 185 h 188114"/>
                  <a:gd name="csX5" fmla="*/ 27720 w 187874"/>
                  <a:gd name="csY5" fmla="*/ 27734 h 188114"/>
                  <a:gd name="csX6" fmla="*/ 206 w 187874"/>
                  <a:gd name="csY6" fmla="*/ 94243 h 188114"/>
                  <a:gd name="csX7" fmla="*/ 27720 w 187874"/>
                  <a:gd name="csY7" fmla="*/ 160751 h 188114"/>
                  <a:gd name="csX8" fmla="*/ 94143 w 187874"/>
                  <a:gd name="csY8" fmla="*/ 18830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3" y="188300"/>
                    </a:moveTo>
                    <a:cubicBezTo>
                      <a:pt x="119056" y="188300"/>
                      <a:pt x="142951" y="178390"/>
                      <a:pt x="160567" y="160751"/>
                    </a:cubicBezTo>
                    <a:cubicBezTo>
                      <a:pt x="178183" y="143113"/>
                      <a:pt x="188081" y="119187"/>
                      <a:pt x="188081" y="94243"/>
                    </a:cubicBezTo>
                    <a:cubicBezTo>
                      <a:pt x="188081" y="69298"/>
                      <a:pt x="178183" y="45372"/>
                      <a:pt x="160567" y="27734"/>
                    </a:cubicBezTo>
                    <a:cubicBezTo>
                      <a:pt x="142951" y="10096"/>
                      <a:pt x="119056" y="185"/>
                      <a:pt x="94143" y="185"/>
                    </a:cubicBezTo>
                    <a:cubicBezTo>
                      <a:pt x="69231" y="185"/>
                      <a:pt x="45335" y="10096"/>
                      <a:pt x="27720" y="27734"/>
                    </a:cubicBezTo>
                    <a:cubicBezTo>
                      <a:pt x="10104" y="45372"/>
                      <a:pt x="206" y="69298"/>
                      <a:pt x="206" y="94243"/>
                    </a:cubicBezTo>
                    <a:cubicBezTo>
                      <a:pt x="206" y="119187"/>
                      <a:pt x="10104" y="143113"/>
                      <a:pt x="27720" y="160751"/>
                    </a:cubicBezTo>
                    <a:cubicBezTo>
                      <a:pt x="45335" y="178390"/>
                      <a:pt x="69231" y="188300"/>
                      <a:pt x="94143" y="188300"/>
                    </a:cubicBezTo>
                    <a:close/>
                  </a:path>
                </a:pathLst>
              </a:custGeom>
              <a:solidFill>
                <a:srgbClr val="44015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29" name="任意多边形: 形状 228"/>
              <p:cNvSpPr/>
              <p:nvPr/>
            </p:nvSpPr>
            <p:spPr>
              <a:xfrm>
                <a:off x="12186683" y="12058242"/>
                <a:ext cx="360000" cy="360000"/>
              </a:xfrm>
              <a:custGeom>
                <a:avLst/>
                <a:gdLst>
                  <a:gd name="csX0" fmla="*/ 94166 w 187874"/>
                  <a:gd name="csY0" fmla="*/ 188288 h 188114"/>
                  <a:gd name="csX1" fmla="*/ 160590 w 187874"/>
                  <a:gd name="csY1" fmla="*/ 160739 h 188114"/>
                  <a:gd name="csX2" fmla="*/ 188104 w 187874"/>
                  <a:gd name="csY2" fmla="*/ 94231 h 188114"/>
                  <a:gd name="csX3" fmla="*/ 160590 w 187874"/>
                  <a:gd name="csY3" fmla="*/ 27722 h 188114"/>
                  <a:gd name="csX4" fmla="*/ 94166 w 187874"/>
                  <a:gd name="csY4" fmla="*/ 173 h 188114"/>
                  <a:gd name="csX5" fmla="*/ 27743 w 187874"/>
                  <a:gd name="csY5" fmla="*/ 27722 h 188114"/>
                  <a:gd name="csX6" fmla="*/ 229 w 187874"/>
                  <a:gd name="csY6" fmla="*/ 94231 h 188114"/>
                  <a:gd name="csX7" fmla="*/ 27743 w 187874"/>
                  <a:gd name="csY7" fmla="*/ 160739 h 188114"/>
                  <a:gd name="csX8" fmla="*/ 94166 w 187874"/>
                  <a:gd name="csY8" fmla="*/ 18828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6" y="188288"/>
                    </a:moveTo>
                    <a:cubicBezTo>
                      <a:pt x="119079" y="188288"/>
                      <a:pt x="142974" y="178378"/>
                      <a:pt x="160590" y="160739"/>
                    </a:cubicBezTo>
                    <a:cubicBezTo>
                      <a:pt x="178206" y="143101"/>
                      <a:pt x="188104" y="119175"/>
                      <a:pt x="188104" y="94231"/>
                    </a:cubicBezTo>
                    <a:cubicBezTo>
                      <a:pt x="188104" y="69286"/>
                      <a:pt x="178206" y="45360"/>
                      <a:pt x="160590" y="27722"/>
                    </a:cubicBezTo>
                    <a:cubicBezTo>
                      <a:pt x="142974" y="10084"/>
                      <a:pt x="119079" y="173"/>
                      <a:pt x="94166" y="173"/>
                    </a:cubicBezTo>
                    <a:cubicBezTo>
                      <a:pt x="69254" y="173"/>
                      <a:pt x="45358" y="10084"/>
                      <a:pt x="27743" y="27722"/>
                    </a:cubicBezTo>
                    <a:cubicBezTo>
                      <a:pt x="10127" y="45360"/>
                      <a:pt x="229" y="69286"/>
                      <a:pt x="229" y="94231"/>
                    </a:cubicBezTo>
                    <a:cubicBezTo>
                      <a:pt x="229" y="119175"/>
                      <a:pt x="10127" y="143101"/>
                      <a:pt x="27743" y="160739"/>
                    </a:cubicBezTo>
                    <a:cubicBezTo>
                      <a:pt x="45358" y="178378"/>
                      <a:pt x="69254" y="188288"/>
                      <a:pt x="94166" y="188288"/>
                    </a:cubicBezTo>
                    <a:close/>
                  </a:path>
                </a:pathLst>
              </a:custGeom>
              <a:solidFill>
                <a:srgbClr val="3A54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0" name="任意多边形: 形状 229"/>
              <p:cNvSpPr/>
              <p:nvPr/>
            </p:nvSpPr>
            <p:spPr>
              <a:xfrm>
                <a:off x="10031678" y="14125470"/>
                <a:ext cx="360000" cy="360000"/>
              </a:xfrm>
              <a:custGeom>
                <a:avLst/>
                <a:gdLst>
                  <a:gd name="csX0" fmla="*/ 94122 w 187874"/>
                  <a:gd name="csY0" fmla="*/ 188331 h 188114"/>
                  <a:gd name="csX1" fmla="*/ 160546 w 187874"/>
                  <a:gd name="csY1" fmla="*/ 160782 h 188114"/>
                  <a:gd name="csX2" fmla="*/ 188060 w 187874"/>
                  <a:gd name="csY2" fmla="*/ 94273 h 188114"/>
                  <a:gd name="csX3" fmla="*/ 160546 w 187874"/>
                  <a:gd name="csY3" fmla="*/ 27765 h 188114"/>
                  <a:gd name="csX4" fmla="*/ 94122 w 187874"/>
                  <a:gd name="csY4" fmla="*/ 216 h 188114"/>
                  <a:gd name="csX5" fmla="*/ 27698 w 187874"/>
                  <a:gd name="csY5" fmla="*/ 27765 h 188114"/>
                  <a:gd name="csX6" fmla="*/ 185 w 187874"/>
                  <a:gd name="csY6" fmla="*/ 94273 h 188114"/>
                  <a:gd name="csX7" fmla="*/ 27698 w 187874"/>
                  <a:gd name="csY7" fmla="*/ 160782 h 188114"/>
                  <a:gd name="csX8" fmla="*/ 94122 w 187874"/>
                  <a:gd name="csY8" fmla="*/ 18833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2" y="188331"/>
                    </a:moveTo>
                    <a:cubicBezTo>
                      <a:pt x="119035" y="188331"/>
                      <a:pt x="142930" y="178420"/>
                      <a:pt x="160546" y="160782"/>
                    </a:cubicBezTo>
                    <a:cubicBezTo>
                      <a:pt x="178162" y="143144"/>
                      <a:pt x="188060" y="119218"/>
                      <a:pt x="188060" y="94273"/>
                    </a:cubicBezTo>
                    <a:cubicBezTo>
                      <a:pt x="188060" y="69329"/>
                      <a:pt x="178162" y="45403"/>
                      <a:pt x="160546" y="27765"/>
                    </a:cubicBezTo>
                    <a:cubicBezTo>
                      <a:pt x="142930" y="10126"/>
                      <a:pt x="119035" y="216"/>
                      <a:pt x="94122" y="216"/>
                    </a:cubicBezTo>
                    <a:cubicBezTo>
                      <a:pt x="69210" y="216"/>
                      <a:pt x="45314" y="10126"/>
                      <a:pt x="27698" y="27765"/>
                    </a:cubicBezTo>
                    <a:cubicBezTo>
                      <a:pt x="10082" y="45403"/>
                      <a:pt x="185" y="69329"/>
                      <a:pt x="185" y="94273"/>
                    </a:cubicBezTo>
                    <a:cubicBezTo>
                      <a:pt x="185" y="119218"/>
                      <a:pt x="10082" y="143144"/>
                      <a:pt x="27698" y="160782"/>
                    </a:cubicBezTo>
                    <a:cubicBezTo>
                      <a:pt x="45314" y="178420"/>
                      <a:pt x="69210" y="188331"/>
                      <a:pt x="94122" y="188331"/>
                    </a:cubicBezTo>
                    <a:close/>
                  </a:path>
                </a:pathLst>
              </a:custGeom>
              <a:solidFill>
                <a:srgbClr val="3858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1" name="任意多边形: 形状 230"/>
              <p:cNvSpPr/>
              <p:nvPr/>
            </p:nvSpPr>
            <p:spPr>
              <a:xfrm>
                <a:off x="13561139" y="13565768"/>
                <a:ext cx="360000" cy="360000"/>
              </a:xfrm>
              <a:custGeom>
                <a:avLst/>
                <a:gdLst>
                  <a:gd name="csX0" fmla="*/ 94195 w 187874"/>
                  <a:gd name="csY0" fmla="*/ 188319 h 188114"/>
                  <a:gd name="csX1" fmla="*/ 160619 w 187874"/>
                  <a:gd name="csY1" fmla="*/ 160770 h 188114"/>
                  <a:gd name="csX2" fmla="*/ 188132 w 187874"/>
                  <a:gd name="csY2" fmla="*/ 94262 h 188114"/>
                  <a:gd name="csX3" fmla="*/ 160619 w 187874"/>
                  <a:gd name="csY3" fmla="*/ 27753 h 188114"/>
                  <a:gd name="csX4" fmla="*/ 94195 w 187874"/>
                  <a:gd name="csY4" fmla="*/ 204 h 188114"/>
                  <a:gd name="csX5" fmla="*/ 27771 w 187874"/>
                  <a:gd name="csY5" fmla="*/ 27753 h 188114"/>
                  <a:gd name="csX6" fmla="*/ 257 w 187874"/>
                  <a:gd name="csY6" fmla="*/ 94262 h 188114"/>
                  <a:gd name="csX7" fmla="*/ 27771 w 187874"/>
                  <a:gd name="csY7" fmla="*/ 160770 h 188114"/>
                  <a:gd name="csX8" fmla="*/ 94195 w 187874"/>
                  <a:gd name="csY8" fmla="*/ 18831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95" y="188319"/>
                    </a:moveTo>
                    <a:cubicBezTo>
                      <a:pt x="119107" y="188319"/>
                      <a:pt x="143003" y="178409"/>
                      <a:pt x="160619" y="160770"/>
                    </a:cubicBezTo>
                    <a:cubicBezTo>
                      <a:pt x="178234" y="143132"/>
                      <a:pt x="188132" y="119206"/>
                      <a:pt x="188132" y="94262"/>
                    </a:cubicBezTo>
                    <a:cubicBezTo>
                      <a:pt x="188132" y="69317"/>
                      <a:pt x="178234" y="45391"/>
                      <a:pt x="160619" y="27753"/>
                    </a:cubicBezTo>
                    <a:cubicBezTo>
                      <a:pt x="143003" y="10115"/>
                      <a:pt x="119107" y="204"/>
                      <a:pt x="94195" y="204"/>
                    </a:cubicBezTo>
                    <a:cubicBezTo>
                      <a:pt x="69282" y="204"/>
                      <a:pt x="45387" y="10115"/>
                      <a:pt x="27771" y="27753"/>
                    </a:cubicBezTo>
                    <a:cubicBezTo>
                      <a:pt x="10155" y="45391"/>
                      <a:pt x="257" y="69317"/>
                      <a:pt x="257" y="94262"/>
                    </a:cubicBezTo>
                    <a:cubicBezTo>
                      <a:pt x="257" y="119206"/>
                      <a:pt x="10155" y="143132"/>
                      <a:pt x="27771" y="160770"/>
                    </a:cubicBezTo>
                    <a:cubicBezTo>
                      <a:pt x="45387" y="178409"/>
                      <a:pt x="69282" y="188319"/>
                      <a:pt x="94195" y="188319"/>
                    </a:cubicBezTo>
                    <a:close/>
                  </a:path>
                </a:pathLst>
              </a:custGeom>
              <a:solidFill>
                <a:srgbClr val="2092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2" name="任意多边形: 形状 231"/>
              <p:cNvSpPr/>
              <p:nvPr/>
            </p:nvSpPr>
            <p:spPr>
              <a:xfrm>
                <a:off x="11886295" y="11736623"/>
                <a:ext cx="360000" cy="360000"/>
              </a:xfrm>
              <a:custGeom>
                <a:avLst/>
                <a:gdLst>
                  <a:gd name="csX0" fmla="*/ 94160 w 187874"/>
                  <a:gd name="csY0" fmla="*/ 188282 h 188114"/>
                  <a:gd name="csX1" fmla="*/ 160584 w 187874"/>
                  <a:gd name="csY1" fmla="*/ 160733 h 188114"/>
                  <a:gd name="csX2" fmla="*/ 188098 w 187874"/>
                  <a:gd name="csY2" fmla="*/ 94224 h 188114"/>
                  <a:gd name="csX3" fmla="*/ 160584 w 187874"/>
                  <a:gd name="csY3" fmla="*/ 27716 h 188114"/>
                  <a:gd name="csX4" fmla="*/ 94160 w 187874"/>
                  <a:gd name="csY4" fmla="*/ 167 h 188114"/>
                  <a:gd name="csX5" fmla="*/ 27736 w 187874"/>
                  <a:gd name="csY5" fmla="*/ 27716 h 188114"/>
                  <a:gd name="csX6" fmla="*/ 223 w 187874"/>
                  <a:gd name="csY6" fmla="*/ 94224 h 188114"/>
                  <a:gd name="csX7" fmla="*/ 27736 w 187874"/>
                  <a:gd name="csY7" fmla="*/ 160733 h 188114"/>
                  <a:gd name="csX8" fmla="*/ 94160 w 187874"/>
                  <a:gd name="csY8" fmla="*/ 18828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0" y="188282"/>
                    </a:moveTo>
                    <a:cubicBezTo>
                      <a:pt x="119073" y="188282"/>
                      <a:pt x="142968" y="178371"/>
                      <a:pt x="160584" y="160733"/>
                    </a:cubicBezTo>
                    <a:cubicBezTo>
                      <a:pt x="178200" y="143095"/>
                      <a:pt x="188098" y="119169"/>
                      <a:pt x="188098" y="94224"/>
                    </a:cubicBezTo>
                    <a:cubicBezTo>
                      <a:pt x="188098" y="69280"/>
                      <a:pt x="178200" y="45354"/>
                      <a:pt x="160584" y="27716"/>
                    </a:cubicBezTo>
                    <a:cubicBezTo>
                      <a:pt x="142968" y="10077"/>
                      <a:pt x="119073" y="167"/>
                      <a:pt x="94160" y="167"/>
                    </a:cubicBezTo>
                    <a:cubicBezTo>
                      <a:pt x="69248" y="167"/>
                      <a:pt x="45352" y="10077"/>
                      <a:pt x="27736" y="27716"/>
                    </a:cubicBezTo>
                    <a:cubicBezTo>
                      <a:pt x="10121" y="45354"/>
                      <a:pt x="223" y="69280"/>
                      <a:pt x="223" y="94224"/>
                    </a:cubicBezTo>
                    <a:cubicBezTo>
                      <a:pt x="223" y="119169"/>
                      <a:pt x="10121" y="143095"/>
                      <a:pt x="27736" y="160733"/>
                    </a:cubicBezTo>
                    <a:cubicBezTo>
                      <a:pt x="45352" y="178371"/>
                      <a:pt x="69248" y="188282"/>
                      <a:pt x="94160" y="188282"/>
                    </a:cubicBezTo>
                    <a:close/>
                  </a:path>
                </a:pathLst>
              </a:custGeom>
              <a:solidFill>
                <a:srgbClr val="3956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3" name="任意多边形: 形状 232"/>
              <p:cNvSpPr/>
              <p:nvPr/>
            </p:nvSpPr>
            <p:spPr>
              <a:xfrm>
                <a:off x="9511979" y="13912947"/>
                <a:ext cx="360000" cy="360000"/>
              </a:xfrm>
              <a:custGeom>
                <a:avLst/>
                <a:gdLst>
                  <a:gd name="csX0" fmla="*/ 94111 w 187874"/>
                  <a:gd name="csY0" fmla="*/ 188326 h 188114"/>
                  <a:gd name="csX1" fmla="*/ 160535 w 187874"/>
                  <a:gd name="csY1" fmla="*/ 160778 h 188114"/>
                  <a:gd name="csX2" fmla="*/ 188049 w 187874"/>
                  <a:gd name="csY2" fmla="*/ 94269 h 188114"/>
                  <a:gd name="csX3" fmla="*/ 160535 w 187874"/>
                  <a:gd name="csY3" fmla="*/ 27760 h 188114"/>
                  <a:gd name="csX4" fmla="*/ 94111 w 187874"/>
                  <a:gd name="csY4" fmla="*/ 212 h 188114"/>
                  <a:gd name="csX5" fmla="*/ 27688 w 187874"/>
                  <a:gd name="csY5" fmla="*/ 27760 h 188114"/>
                  <a:gd name="csX6" fmla="*/ 174 w 187874"/>
                  <a:gd name="csY6" fmla="*/ 94269 h 188114"/>
                  <a:gd name="csX7" fmla="*/ 27688 w 187874"/>
                  <a:gd name="csY7" fmla="*/ 160778 h 188114"/>
                  <a:gd name="csX8" fmla="*/ 94111 w 187874"/>
                  <a:gd name="csY8" fmla="*/ 18832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1" y="188326"/>
                    </a:moveTo>
                    <a:cubicBezTo>
                      <a:pt x="119024" y="188326"/>
                      <a:pt x="142919" y="178416"/>
                      <a:pt x="160535" y="160778"/>
                    </a:cubicBezTo>
                    <a:cubicBezTo>
                      <a:pt x="178151" y="143139"/>
                      <a:pt x="188049" y="119213"/>
                      <a:pt x="188049" y="94269"/>
                    </a:cubicBezTo>
                    <a:cubicBezTo>
                      <a:pt x="188049" y="69325"/>
                      <a:pt x="178151" y="45399"/>
                      <a:pt x="160535" y="27760"/>
                    </a:cubicBezTo>
                    <a:cubicBezTo>
                      <a:pt x="142919" y="10122"/>
                      <a:pt x="119024" y="212"/>
                      <a:pt x="94111" y="212"/>
                    </a:cubicBezTo>
                    <a:cubicBezTo>
                      <a:pt x="69199" y="212"/>
                      <a:pt x="45303" y="10122"/>
                      <a:pt x="27688" y="27760"/>
                    </a:cubicBezTo>
                    <a:cubicBezTo>
                      <a:pt x="10072" y="45399"/>
                      <a:pt x="174" y="69325"/>
                      <a:pt x="174" y="94269"/>
                    </a:cubicBezTo>
                    <a:cubicBezTo>
                      <a:pt x="174" y="119213"/>
                      <a:pt x="10072" y="143139"/>
                      <a:pt x="27688" y="160778"/>
                    </a:cubicBezTo>
                    <a:cubicBezTo>
                      <a:pt x="45303" y="178416"/>
                      <a:pt x="69199" y="188326"/>
                      <a:pt x="94111" y="188326"/>
                    </a:cubicBezTo>
                    <a:close/>
                  </a:path>
                </a:pathLst>
              </a:custGeom>
              <a:solidFill>
                <a:srgbClr val="375A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4" name="任意多边形: 形状 233"/>
              <p:cNvSpPr/>
              <p:nvPr/>
            </p:nvSpPr>
            <p:spPr>
              <a:xfrm>
                <a:off x="9985883" y="13237728"/>
                <a:ext cx="360000" cy="360000"/>
              </a:xfrm>
              <a:custGeom>
                <a:avLst/>
                <a:gdLst>
                  <a:gd name="csX0" fmla="*/ 94121 w 187874"/>
                  <a:gd name="csY0" fmla="*/ 188313 h 188114"/>
                  <a:gd name="csX1" fmla="*/ 160545 w 187874"/>
                  <a:gd name="csY1" fmla="*/ 160764 h 188114"/>
                  <a:gd name="csX2" fmla="*/ 188059 w 187874"/>
                  <a:gd name="csY2" fmla="*/ 94255 h 188114"/>
                  <a:gd name="csX3" fmla="*/ 160545 w 187874"/>
                  <a:gd name="csY3" fmla="*/ 27746 h 188114"/>
                  <a:gd name="csX4" fmla="*/ 94121 w 187874"/>
                  <a:gd name="csY4" fmla="*/ 198 h 188114"/>
                  <a:gd name="csX5" fmla="*/ 27697 w 187874"/>
                  <a:gd name="csY5" fmla="*/ 27746 h 188114"/>
                  <a:gd name="csX6" fmla="*/ 184 w 187874"/>
                  <a:gd name="csY6" fmla="*/ 94255 h 188114"/>
                  <a:gd name="csX7" fmla="*/ 27697 w 187874"/>
                  <a:gd name="csY7" fmla="*/ 160764 h 188114"/>
                  <a:gd name="csX8" fmla="*/ 94121 w 187874"/>
                  <a:gd name="csY8" fmla="*/ 18831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1" y="188313"/>
                    </a:moveTo>
                    <a:cubicBezTo>
                      <a:pt x="119034" y="188313"/>
                      <a:pt x="142929" y="178402"/>
                      <a:pt x="160545" y="160764"/>
                    </a:cubicBezTo>
                    <a:cubicBezTo>
                      <a:pt x="178161" y="143125"/>
                      <a:pt x="188059" y="119199"/>
                      <a:pt x="188059" y="94255"/>
                    </a:cubicBezTo>
                    <a:cubicBezTo>
                      <a:pt x="188059" y="69311"/>
                      <a:pt x="178161" y="45385"/>
                      <a:pt x="160545" y="27746"/>
                    </a:cubicBezTo>
                    <a:cubicBezTo>
                      <a:pt x="142929" y="10108"/>
                      <a:pt x="119034" y="198"/>
                      <a:pt x="94121" y="198"/>
                    </a:cubicBezTo>
                    <a:cubicBezTo>
                      <a:pt x="69209" y="198"/>
                      <a:pt x="45313" y="10108"/>
                      <a:pt x="27697" y="27746"/>
                    </a:cubicBezTo>
                    <a:cubicBezTo>
                      <a:pt x="10081" y="45385"/>
                      <a:pt x="184" y="69311"/>
                      <a:pt x="184" y="94255"/>
                    </a:cubicBezTo>
                    <a:cubicBezTo>
                      <a:pt x="184" y="119199"/>
                      <a:pt x="10081" y="143125"/>
                      <a:pt x="27697" y="160764"/>
                    </a:cubicBezTo>
                    <a:cubicBezTo>
                      <a:pt x="45313" y="178402"/>
                      <a:pt x="69209" y="188313"/>
                      <a:pt x="94121" y="188313"/>
                    </a:cubicBezTo>
                    <a:close/>
                  </a:path>
                </a:pathLst>
              </a:custGeom>
              <a:solidFill>
                <a:srgbClr val="48237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5" name="任意多边形: 形状 234"/>
              <p:cNvSpPr/>
              <p:nvPr/>
            </p:nvSpPr>
            <p:spPr>
              <a:xfrm>
                <a:off x="11269922" y="12147013"/>
                <a:ext cx="360000" cy="360000"/>
              </a:xfrm>
              <a:custGeom>
                <a:avLst/>
                <a:gdLst>
                  <a:gd name="csX0" fmla="*/ 94148 w 187874"/>
                  <a:gd name="csY0" fmla="*/ 188290 h 188114"/>
                  <a:gd name="csX1" fmla="*/ 160571 w 187874"/>
                  <a:gd name="csY1" fmla="*/ 160741 h 188114"/>
                  <a:gd name="csX2" fmla="*/ 188085 w 187874"/>
                  <a:gd name="csY2" fmla="*/ 94233 h 188114"/>
                  <a:gd name="csX3" fmla="*/ 160571 w 187874"/>
                  <a:gd name="csY3" fmla="*/ 27724 h 188114"/>
                  <a:gd name="csX4" fmla="*/ 94148 w 187874"/>
                  <a:gd name="csY4" fmla="*/ 175 h 188114"/>
                  <a:gd name="csX5" fmla="*/ 27724 w 187874"/>
                  <a:gd name="csY5" fmla="*/ 27724 h 188114"/>
                  <a:gd name="csX6" fmla="*/ 210 w 187874"/>
                  <a:gd name="csY6" fmla="*/ 94233 h 188114"/>
                  <a:gd name="csX7" fmla="*/ 27724 w 187874"/>
                  <a:gd name="csY7" fmla="*/ 160741 h 188114"/>
                  <a:gd name="csX8" fmla="*/ 94148 w 187874"/>
                  <a:gd name="csY8" fmla="*/ 18829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8" y="188290"/>
                    </a:moveTo>
                    <a:cubicBezTo>
                      <a:pt x="119060" y="188290"/>
                      <a:pt x="142956" y="178380"/>
                      <a:pt x="160571" y="160741"/>
                    </a:cubicBezTo>
                    <a:cubicBezTo>
                      <a:pt x="178187" y="143103"/>
                      <a:pt x="188085" y="119177"/>
                      <a:pt x="188085" y="94233"/>
                    </a:cubicBezTo>
                    <a:cubicBezTo>
                      <a:pt x="188085" y="69288"/>
                      <a:pt x="178187" y="45362"/>
                      <a:pt x="160571" y="27724"/>
                    </a:cubicBezTo>
                    <a:cubicBezTo>
                      <a:pt x="142956" y="10086"/>
                      <a:pt x="119060" y="175"/>
                      <a:pt x="94148" y="175"/>
                    </a:cubicBezTo>
                    <a:cubicBezTo>
                      <a:pt x="69235" y="175"/>
                      <a:pt x="45340" y="10086"/>
                      <a:pt x="27724" y="27724"/>
                    </a:cubicBezTo>
                    <a:cubicBezTo>
                      <a:pt x="10108" y="45362"/>
                      <a:pt x="210" y="69288"/>
                      <a:pt x="210" y="94233"/>
                    </a:cubicBezTo>
                    <a:cubicBezTo>
                      <a:pt x="210" y="119177"/>
                      <a:pt x="10108" y="143103"/>
                      <a:pt x="27724" y="160741"/>
                    </a:cubicBezTo>
                    <a:cubicBezTo>
                      <a:pt x="45340" y="178380"/>
                      <a:pt x="69235" y="188290"/>
                      <a:pt x="94148" y="188290"/>
                    </a:cubicBezTo>
                    <a:close/>
                  </a:path>
                </a:pathLst>
              </a:custGeom>
              <a:solidFill>
                <a:srgbClr val="48297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6" name="任意多边形: 形状 235"/>
              <p:cNvSpPr/>
              <p:nvPr/>
            </p:nvSpPr>
            <p:spPr>
              <a:xfrm>
                <a:off x="9850642" y="13662522"/>
                <a:ext cx="360000" cy="360000"/>
              </a:xfrm>
              <a:custGeom>
                <a:avLst/>
                <a:gdLst>
                  <a:gd name="csX0" fmla="*/ 94118 w 187874"/>
                  <a:gd name="csY0" fmla="*/ 188321 h 188114"/>
                  <a:gd name="csX1" fmla="*/ 160542 w 187874"/>
                  <a:gd name="csY1" fmla="*/ 160772 h 188114"/>
                  <a:gd name="csX2" fmla="*/ 188056 w 187874"/>
                  <a:gd name="csY2" fmla="*/ 94264 h 188114"/>
                  <a:gd name="csX3" fmla="*/ 160542 w 187874"/>
                  <a:gd name="csY3" fmla="*/ 27755 h 188114"/>
                  <a:gd name="csX4" fmla="*/ 94118 w 187874"/>
                  <a:gd name="csY4" fmla="*/ 206 h 188114"/>
                  <a:gd name="csX5" fmla="*/ 27695 w 187874"/>
                  <a:gd name="csY5" fmla="*/ 27755 h 188114"/>
                  <a:gd name="csX6" fmla="*/ 181 w 187874"/>
                  <a:gd name="csY6" fmla="*/ 94264 h 188114"/>
                  <a:gd name="csX7" fmla="*/ 27695 w 187874"/>
                  <a:gd name="csY7" fmla="*/ 160772 h 188114"/>
                  <a:gd name="csX8" fmla="*/ 94118 w 187874"/>
                  <a:gd name="csY8" fmla="*/ 18832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8" y="188321"/>
                    </a:moveTo>
                    <a:cubicBezTo>
                      <a:pt x="119031" y="188321"/>
                      <a:pt x="142926" y="178411"/>
                      <a:pt x="160542" y="160772"/>
                    </a:cubicBezTo>
                    <a:cubicBezTo>
                      <a:pt x="178158" y="143134"/>
                      <a:pt x="188056" y="119208"/>
                      <a:pt x="188056" y="94264"/>
                    </a:cubicBezTo>
                    <a:cubicBezTo>
                      <a:pt x="188056" y="69319"/>
                      <a:pt x="178158" y="45393"/>
                      <a:pt x="160542" y="27755"/>
                    </a:cubicBezTo>
                    <a:cubicBezTo>
                      <a:pt x="142926" y="10117"/>
                      <a:pt x="119031" y="206"/>
                      <a:pt x="94118" y="206"/>
                    </a:cubicBezTo>
                    <a:cubicBezTo>
                      <a:pt x="69206" y="206"/>
                      <a:pt x="45310" y="10117"/>
                      <a:pt x="27695" y="27755"/>
                    </a:cubicBezTo>
                    <a:cubicBezTo>
                      <a:pt x="10079" y="45393"/>
                      <a:pt x="181" y="69319"/>
                      <a:pt x="181" y="94264"/>
                    </a:cubicBezTo>
                    <a:cubicBezTo>
                      <a:pt x="181" y="119208"/>
                      <a:pt x="10079" y="143134"/>
                      <a:pt x="27695" y="160772"/>
                    </a:cubicBezTo>
                    <a:cubicBezTo>
                      <a:pt x="45310" y="178411"/>
                      <a:pt x="69206" y="188321"/>
                      <a:pt x="94118" y="188321"/>
                    </a:cubicBezTo>
                    <a:close/>
                  </a:path>
                </a:pathLst>
              </a:custGeom>
              <a:solidFill>
                <a:srgbClr val="423F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7" name="任意多边形: 形状 236"/>
              <p:cNvSpPr/>
              <p:nvPr/>
            </p:nvSpPr>
            <p:spPr>
              <a:xfrm>
                <a:off x="8107194" y="12744699"/>
                <a:ext cx="360000" cy="360000"/>
              </a:xfrm>
              <a:custGeom>
                <a:avLst/>
                <a:gdLst>
                  <a:gd name="csX0" fmla="*/ 94082 w 187874"/>
                  <a:gd name="csY0" fmla="*/ 188302 h 188114"/>
                  <a:gd name="csX1" fmla="*/ 160506 w 187874"/>
                  <a:gd name="csY1" fmla="*/ 160754 h 188114"/>
                  <a:gd name="csX2" fmla="*/ 188020 w 187874"/>
                  <a:gd name="csY2" fmla="*/ 94245 h 188114"/>
                  <a:gd name="csX3" fmla="*/ 160506 w 187874"/>
                  <a:gd name="csY3" fmla="*/ 27736 h 188114"/>
                  <a:gd name="csX4" fmla="*/ 94082 w 187874"/>
                  <a:gd name="csY4" fmla="*/ 187 h 188114"/>
                  <a:gd name="csX5" fmla="*/ 27659 w 187874"/>
                  <a:gd name="csY5" fmla="*/ 27736 h 188114"/>
                  <a:gd name="csX6" fmla="*/ 145 w 187874"/>
                  <a:gd name="csY6" fmla="*/ 94245 h 188114"/>
                  <a:gd name="csX7" fmla="*/ 27659 w 187874"/>
                  <a:gd name="csY7" fmla="*/ 160754 h 188114"/>
                  <a:gd name="csX8" fmla="*/ 94082 w 187874"/>
                  <a:gd name="csY8" fmla="*/ 18830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2" y="188302"/>
                    </a:moveTo>
                    <a:cubicBezTo>
                      <a:pt x="118995" y="188302"/>
                      <a:pt x="142890" y="178392"/>
                      <a:pt x="160506" y="160754"/>
                    </a:cubicBezTo>
                    <a:cubicBezTo>
                      <a:pt x="178122" y="143115"/>
                      <a:pt x="188020" y="119189"/>
                      <a:pt x="188020" y="94245"/>
                    </a:cubicBezTo>
                    <a:cubicBezTo>
                      <a:pt x="188020" y="69301"/>
                      <a:pt x="178122" y="45375"/>
                      <a:pt x="160506" y="27736"/>
                    </a:cubicBezTo>
                    <a:cubicBezTo>
                      <a:pt x="142890" y="10098"/>
                      <a:pt x="118995" y="187"/>
                      <a:pt x="94082" y="187"/>
                    </a:cubicBezTo>
                    <a:cubicBezTo>
                      <a:pt x="69170" y="187"/>
                      <a:pt x="45274" y="10098"/>
                      <a:pt x="27659" y="27736"/>
                    </a:cubicBezTo>
                    <a:cubicBezTo>
                      <a:pt x="10043" y="45375"/>
                      <a:pt x="145" y="69301"/>
                      <a:pt x="145" y="94245"/>
                    </a:cubicBezTo>
                    <a:cubicBezTo>
                      <a:pt x="145" y="119189"/>
                      <a:pt x="10043" y="143115"/>
                      <a:pt x="27659" y="160754"/>
                    </a:cubicBezTo>
                    <a:cubicBezTo>
                      <a:pt x="45274" y="178392"/>
                      <a:pt x="69170" y="188302"/>
                      <a:pt x="94082" y="188302"/>
                    </a:cubicBezTo>
                    <a:close/>
                  </a:path>
                </a:pathLst>
              </a:custGeom>
              <a:solidFill>
                <a:srgbClr val="277E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8" name="任意多边形: 形状 237"/>
              <p:cNvSpPr/>
              <p:nvPr/>
            </p:nvSpPr>
            <p:spPr>
              <a:xfrm>
                <a:off x="7682813" y="12321535"/>
                <a:ext cx="360000" cy="360000"/>
              </a:xfrm>
              <a:custGeom>
                <a:avLst/>
                <a:gdLst>
                  <a:gd name="csX0" fmla="*/ 94074 w 187874"/>
                  <a:gd name="csY0" fmla="*/ 188294 h 188114"/>
                  <a:gd name="csX1" fmla="*/ 160497 w 187874"/>
                  <a:gd name="csY1" fmla="*/ 160745 h 188114"/>
                  <a:gd name="csX2" fmla="*/ 188011 w 187874"/>
                  <a:gd name="csY2" fmla="*/ 94236 h 188114"/>
                  <a:gd name="csX3" fmla="*/ 160497 w 187874"/>
                  <a:gd name="csY3" fmla="*/ 27728 h 188114"/>
                  <a:gd name="csX4" fmla="*/ 94074 w 187874"/>
                  <a:gd name="csY4" fmla="*/ 179 h 188114"/>
                  <a:gd name="csX5" fmla="*/ 27650 w 187874"/>
                  <a:gd name="csY5" fmla="*/ 27728 h 188114"/>
                  <a:gd name="csX6" fmla="*/ 136 w 187874"/>
                  <a:gd name="csY6" fmla="*/ 94236 h 188114"/>
                  <a:gd name="csX7" fmla="*/ 27650 w 187874"/>
                  <a:gd name="csY7" fmla="*/ 160745 h 188114"/>
                  <a:gd name="csX8" fmla="*/ 94074 w 187874"/>
                  <a:gd name="csY8" fmla="*/ 18829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74" y="188294"/>
                    </a:moveTo>
                    <a:cubicBezTo>
                      <a:pt x="118986" y="188294"/>
                      <a:pt x="142882" y="178383"/>
                      <a:pt x="160497" y="160745"/>
                    </a:cubicBezTo>
                    <a:cubicBezTo>
                      <a:pt x="178113" y="143107"/>
                      <a:pt x="188011" y="119181"/>
                      <a:pt x="188011" y="94236"/>
                    </a:cubicBezTo>
                    <a:cubicBezTo>
                      <a:pt x="188011" y="69292"/>
                      <a:pt x="178113" y="45366"/>
                      <a:pt x="160497" y="27728"/>
                    </a:cubicBezTo>
                    <a:cubicBezTo>
                      <a:pt x="142882" y="10089"/>
                      <a:pt x="118986" y="179"/>
                      <a:pt x="94074" y="179"/>
                    </a:cubicBezTo>
                    <a:cubicBezTo>
                      <a:pt x="69161" y="179"/>
                      <a:pt x="45266" y="10089"/>
                      <a:pt x="27650" y="27728"/>
                    </a:cubicBezTo>
                    <a:cubicBezTo>
                      <a:pt x="10034" y="45366"/>
                      <a:pt x="136" y="69292"/>
                      <a:pt x="136" y="94236"/>
                    </a:cubicBezTo>
                    <a:cubicBezTo>
                      <a:pt x="136" y="119181"/>
                      <a:pt x="10034" y="143107"/>
                      <a:pt x="27650" y="160745"/>
                    </a:cubicBezTo>
                    <a:cubicBezTo>
                      <a:pt x="45266" y="178383"/>
                      <a:pt x="69161" y="188294"/>
                      <a:pt x="94074" y="188294"/>
                    </a:cubicBezTo>
                    <a:close/>
                  </a:path>
                </a:pathLst>
              </a:custGeom>
              <a:solidFill>
                <a:srgbClr val="1F95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39" name="任意多边形: 形状 238"/>
              <p:cNvSpPr/>
              <p:nvPr/>
            </p:nvSpPr>
            <p:spPr>
              <a:xfrm>
                <a:off x="14179162" y="14610770"/>
                <a:ext cx="360000" cy="360000"/>
              </a:xfrm>
              <a:custGeom>
                <a:avLst/>
                <a:gdLst>
                  <a:gd name="csX0" fmla="*/ 94208 w 187874"/>
                  <a:gd name="csY0" fmla="*/ 188341 h 188114"/>
                  <a:gd name="csX1" fmla="*/ 160631 w 187874"/>
                  <a:gd name="csY1" fmla="*/ 160792 h 188114"/>
                  <a:gd name="csX2" fmla="*/ 188145 w 187874"/>
                  <a:gd name="csY2" fmla="*/ 94283 h 188114"/>
                  <a:gd name="csX3" fmla="*/ 160631 w 187874"/>
                  <a:gd name="csY3" fmla="*/ 27775 h 188114"/>
                  <a:gd name="csX4" fmla="*/ 94208 w 187874"/>
                  <a:gd name="csY4" fmla="*/ 226 h 188114"/>
                  <a:gd name="csX5" fmla="*/ 27784 w 187874"/>
                  <a:gd name="csY5" fmla="*/ 27775 h 188114"/>
                  <a:gd name="csX6" fmla="*/ 270 w 187874"/>
                  <a:gd name="csY6" fmla="*/ 94283 h 188114"/>
                  <a:gd name="csX7" fmla="*/ 27784 w 187874"/>
                  <a:gd name="csY7" fmla="*/ 160792 h 188114"/>
                  <a:gd name="csX8" fmla="*/ 94208 w 187874"/>
                  <a:gd name="csY8" fmla="*/ 18834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208" y="188341"/>
                    </a:moveTo>
                    <a:cubicBezTo>
                      <a:pt x="119120" y="188341"/>
                      <a:pt x="143016" y="178430"/>
                      <a:pt x="160631" y="160792"/>
                    </a:cubicBezTo>
                    <a:cubicBezTo>
                      <a:pt x="178247" y="143154"/>
                      <a:pt x="188145" y="119228"/>
                      <a:pt x="188145" y="94283"/>
                    </a:cubicBezTo>
                    <a:cubicBezTo>
                      <a:pt x="188145" y="69339"/>
                      <a:pt x="178247" y="45413"/>
                      <a:pt x="160631" y="27775"/>
                    </a:cubicBezTo>
                    <a:cubicBezTo>
                      <a:pt x="143016" y="10136"/>
                      <a:pt x="119120" y="226"/>
                      <a:pt x="94208" y="226"/>
                    </a:cubicBezTo>
                    <a:cubicBezTo>
                      <a:pt x="69295" y="226"/>
                      <a:pt x="45400" y="10136"/>
                      <a:pt x="27784" y="27775"/>
                    </a:cubicBezTo>
                    <a:cubicBezTo>
                      <a:pt x="10168" y="45413"/>
                      <a:pt x="270" y="69339"/>
                      <a:pt x="270" y="94283"/>
                    </a:cubicBezTo>
                    <a:cubicBezTo>
                      <a:pt x="270" y="119228"/>
                      <a:pt x="10168" y="143154"/>
                      <a:pt x="27784" y="160792"/>
                    </a:cubicBezTo>
                    <a:cubicBezTo>
                      <a:pt x="45400" y="178430"/>
                      <a:pt x="69295" y="188341"/>
                      <a:pt x="94208" y="188341"/>
                    </a:cubicBezTo>
                    <a:close/>
                  </a:path>
                </a:pathLst>
              </a:custGeom>
              <a:solidFill>
                <a:srgbClr val="50C46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0" name="任意多边形: 形状 239"/>
              <p:cNvSpPr/>
              <p:nvPr/>
            </p:nvSpPr>
            <p:spPr>
              <a:xfrm>
                <a:off x="11991443" y="12491282"/>
                <a:ext cx="360000" cy="360000"/>
              </a:xfrm>
              <a:custGeom>
                <a:avLst/>
                <a:gdLst>
                  <a:gd name="csX0" fmla="*/ 94162 w 187874"/>
                  <a:gd name="csY0" fmla="*/ 188297 h 188114"/>
                  <a:gd name="csX1" fmla="*/ 160586 w 187874"/>
                  <a:gd name="csY1" fmla="*/ 160748 h 188114"/>
                  <a:gd name="csX2" fmla="*/ 188100 w 187874"/>
                  <a:gd name="csY2" fmla="*/ 94240 h 188114"/>
                  <a:gd name="csX3" fmla="*/ 160586 w 187874"/>
                  <a:gd name="csY3" fmla="*/ 27731 h 188114"/>
                  <a:gd name="csX4" fmla="*/ 94162 w 187874"/>
                  <a:gd name="csY4" fmla="*/ 182 h 188114"/>
                  <a:gd name="csX5" fmla="*/ 27739 w 187874"/>
                  <a:gd name="csY5" fmla="*/ 27731 h 188114"/>
                  <a:gd name="csX6" fmla="*/ 225 w 187874"/>
                  <a:gd name="csY6" fmla="*/ 94240 h 188114"/>
                  <a:gd name="csX7" fmla="*/ 27739 w 187874"/>
                  <a:gd name="csY7" fmla="*/ 160748 h 188114"/>
                  <a:gd name="csX8" fmla="*/ 94162 w 187874"/>
                  <a:gd name="csY8" fmla="*/ 18829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2" y="188297"/>
                    </a:moveTo>
                    <a:cubicBezTo>
                      <a:pt x="119075" y="188297"/>
                      <a:pt x="142970" y="178387"/>
                      <a:pt x="160586" y="160748"/>
                    </a:cubicBezTo>
                    <a:cubicBezTo>
                      <a:pt x="178202" y="143110"/>
                      <a:pt x="188100" y="119184"/>
                      <a:pt x="188100" y="94240"/>
                    </a:cubicBezTo>
                    <a:cubicBezTo>
                      <a:pt x="188100" y="69295"/>
                      <a:pt x="178202" y="45369"/>
                      <a:pt x="160586" y="27731"/>
                    </a:cubicBezTo>
                    <a:cubicBezTo>
                      <a:pt x="142970" y="10093"/>
                      <a:pt x="119075" y="182"/>
                      <a:pt x="94162" y="182"/>
                    </a:cubicBezTo>
                    <a:cubicBezTo>
                      <a:pt x="69250" y="182"/>
                      <a:pt x="45354" y="10093"/>
                      <a:pt x="27739" y="27731"/>
                    </a:cubicBezTo>
                    <a:cubicBezTo>
                      <a:pt x="10123" y="45369"/>
                      <a:pt x="225" y="69295"/>
                      <a:pt x="225" y="94240"/>
                    </a:cubicBezTo>
                    <a:cubicBezTo>
                      <a:pt x="225" y="119184"/>
                      <a:pt x="10123" y="143110"/>
                      <a:pt x="27739" y="160748"/>
                    </a:cubicBezTo>
                    <a:cubicBezTo>
                      <a:pt x="45354" y="178387"/>
                      <a:pt x="69250" y="188297"/>
                      <a:pt x="94162" y="188297"/>
                    </a:cubicBezTo>
                    <a:close/>
                  </a:path>
                </a:pathLst>
              </a:custGeom>
              <a:solidFill>
                <a:srgbClr val="4240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1" name="任意多边形: 形状 240"/>
              <p:cNvSpPr/>
              <p:nvPr/>
            </p:nvSpPr>
            <p:spPr>
              <a:xfrm>
                <a:off x="12120802" y="11808349"/>
                <a:ext cx="360000" cy="360000"/>
              </a:xfrm>
              <a:custGeom>
                <a:avLst/>
                <a:gdLst>
                  <a:gd name="csX0" fmla="*/ 94165 w 187874"/>
                  <a:gd name="csY0" fmla="*/ 188283 h 188114"/>
                  <a:gd name="csX1" fmla="*/ 160589 w 187874"/>
                  <a:gd name="csY1" fmla="*/ 160734 h 188114"/>
                  <a:gd name="csX2" fmla="*/ 188103 w 187874"/>
                  <a:gd name="csY2" fmla="*/ 94226 h 188114"/>
                  <a:gd name="csX3" fmla="*/ 160589 w 187874"/>
                  <a:gd name="csY3" fmla="*/ 27717 h 188114"/>
                  <a:gd name="csX4" fmla="*/ 94165 w 187874"/>
                  <a:gd name="csY4" fmla="*/ 168 h 188114"/>
                  <a:gd name="csX5" fmla="*/ 27741 w 187874"/>
                  <a:gd name="csY5" fmla="*/ 27717 h 188114"/>
                  <a:gd name="csX6" fmla="*/ 228 w 187874"/>
                  <a:gd name="csY6" fmla="*/ 94226 h 188114"/>
                  <a:gd name="csX7" fmla="*/ 27741 w 187874"/>
                  <a:gd name="csY7" fmla="*/ 160734 h 188114"/>
                  <a:gd name="csX8" fmla="*/ 94165 w 187874"/>
                  <a:gd name="csY8" fmla="*/ 18828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5" y="188283"/>
                    </a:moveTo>
                    <a:cubicBezTo>
                      <a:pt x="119078" y="188283"/>
                      <a:pt x="142973" y="178373"/>
                      <a:pt x="160589" y="160734"/>
                    </a:cubicBezTo>
                    <a:cubicBezTo>
                      <a:pt x="178205" y="143096"/>
                      <a:pt x="188103" y="119170"/>
                      <a:pt x="188103" y="94226"/>
                    </a:cubicBezTo>
                    <a:cubicBezTo>
                      <a:pt x="188103" y="69281"/>
                      <a:pt x="178205" y="45355"/>
                      <a:pt x="160589" y="27717"/>
                    </a:cubicBezTo>
                    <a:cubicBezTo>
                      <a:pt x="142973" y="10079"/>
                      <a:pt x="119078" y="168"/>
                      <a:pt x="94165" y="168"/>
                    </a:cubicBezTo>
                    <a:cubicBezTo>
                      <a:pt x="69253" y="168"/>
                      <a:pt x="45357" y="10079"/>
                      <a:pt x="27741" y="27717"/>
                    </a:cubicBezTo>
                    <a:cubicBezTo>
                      <a:pt x="10125" y="45355"/>
                      <a:pt x="228" y="69281"/>
                      <a:pt x="228" y="94226"/>
                    </a:cubicBezTo>
                    <a:cubicBezTo>
                      <a:pt x="228" y="119170"/>
                      <a:pt x="10125" y="143096"/>
                      <a:pt x="27741" y="160734"/>
                    </a:cubicBezTo>
                    <a:cubicBezTo>
                      <a:pt x="45357" y="178373"/>
                      <a:pt x="69253" y="188283"/>
                      <a:pt x="94165" y="188283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2" name="任意多边形: 形状 241"/>
              <p:cNvSpPr/>
              <p:nvPr/>
            </p:nvSpPr>
            <p:spPr>
              <a:xfrm>
                <a:off x="12065533" y="11499549"/>
                <a:ext cx="360000" cy="360000"/>
              </a:xfrm>
              <a:custGeom>
                <a:avLst/>
                <a:gdLst>
                  <a:gd name="csX0" fmla="*/ 94164 w 187874"/>
                  <a:gd name="csY0" fmla="*/ 188277 h 188114"/>
                  <a:gd name="csX1" fmla="*/ 160588 w 187874"/>
                  <a:gd name="csY1" fmla="*/ 160728 h 188114"/>
                  <a:gd name="csX2" fmla="*/ 188101 w 187874"/>
                  <a:gd name="csY2" fmla="*/ 94219 h 188114"/>
                  <a:gd name="csX3" fmla="*/ 160588 w 187874"/>
                  <a:gd name="csY3" fmla="*/ 27711 h 188114"/>
                  <a:gd name="csX4" fmla="*/ 94164 w 187874"/>
                  <a:gd name="csY4" fmla="*/ 162 h 188114"/>
                  <a:gd name="csX5" fmla="*/ 27740 w 187874"/>
                  <a:gd name="csY5" fmla="*/ 27711 h 188114"/>
                  <a:gd name="csX6" fmla="*/ 227 w 187874"/>
                  <a:gd name="csY6" fmla="*/ 94219 h 188114"/>
                  <a:gd name="csX7" fmla="*/ 27740 w 187874"/>
                  <a:gd name="csY7" fmla="*/ 160728 h 188114"/>
                  <a:gd name="csX8" fmla="*/ 94164 w 187874"/>
                  <a:gd name="csY8" fmla="*/ 18827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4" y="188277"/>
                    </a:moveTo>
                    <a:cubicBezTo>
                      <a:pt x="119076" y="188277"/>
                      <a:pt x="142972" y="178366"/>
                      <a:pt x="160588" y="160728"/>
                    </a:cubicBezTo>
                    <a:cubicBezTo>
                      <a:pt x="178204" y="143090"/>
                      <a:pt x="188101" y="119164"/>
                      <a:pt x="188101" y="94219"/>
                    </a:cubicBezTo>
                    <a:cubicBezTo>
                      <a:pt x="188101" y="69275"/>
                      <a:pt x="178204" y="45349"/>
                      <a:pt x="160588" y="27711"/>
                    </a:cubicBezTo>
                    <a:cubicBezTo>
                      <a:pt x="142972" y="10072"/>
                      <a:pt x="119076" y="162"/>
                      <a:pt x="94164" y="162"/>
                    </a:cubicBezTo>
                    <a:cubicBezTo>
                      <a:pt x="69251" y="162"/>
                      <a:pt x="45356" y="10072"/>
                      <a:pt x="27740" y="27711"/>
                    </a:cubicBezTo>
                    <a:cubicBezTo>
                      <a:pt x="10124" y="45349"/>
                      <a:pt x="227" y="69275"/>
                      <a:pt x="227" y="94219"/>
                    </a:cubicBezTo>
                    <a:cubicBezTo>
                      <a:pt x="227" y="119164"/>
                      <a:pt x="10124" y="143090"/>
                      <a:pt x="27740" y="160728"/>
                    </a:cubicBezTo>
                    <a:cubicBezTo>
                      <a:pt x="45356" y="178366"/>
                      <a:pt x="69251" y="188277"/>
                      <a:pt x="94164" y="188277"/>
                    </a:cubicBezTo>
                    <a:close/>
                  </a:path>
                </a:pathLst>
              </a:custGeom>
              <a:solidFill>
                <a:srgbClr val="2F6B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3" name="任意多边形: 形状 242"/>
              <p:cNvSpPr/>
              <p:nvPr/>
            </p:nvSpPr>
            <p:spPr>
              <a:xfrm>
                <a:off x="8832624" y="12487858"/>
                <a:ext cx="360000" cy="360000"/>
              </a:xfrm>
              <a:custGeom>
                <a:avLst/>
                <a:gdLst>
                  <a:gd name="csX0" fmla="*/ 94097 w 187874"/>
                  <a:gd name="csY0" fmla="*/ 188297 h 188114"/>
                  <a:gd name="csX1" fmla="*/ 160521 w 187874"/>
                  <a:gd name="csY1" fmla="*/ 160748 h 188114"/>
                  <a:gd name="csX2" fmla="*/ 188035 w 187874"/>
                  <a:gd name="csY2" fmla="*/ 94240 h 188114"/>
                  <a:gd name="csX3" fmla="*/ 160521 w 187874"/>
                  <a:gd name="csY3" fmla="*/ 27731 h 188114"/>
                  <a:gd name="csX4" fmla="*/ 94097 w 187874"/>
                  <a:gd name="csY4" fmla="*/ 182 h 188114"/>
                  <a:gd name="csX5" fmla="*/ 27674 w 187874"/>
                  <a:gd name="csY5" fmla="*/ 27731 h 188114"/>
                  <a:gd name="csX6" fmla="*/ 160 w 187874"/>
                  <a:gd name="csY6" fmla="*/ 94240 h 188114"/>
                  <a:gd name="csX7" fmla="*/ 27674 w 187874"/>
                  <a:gd name="csY7" fmla="*/ 160748 h 188114"/>
                  <a:gd name="csX8" fmla="*/ 94097 w 187874"/>
                  <a:gd name="csY8" fmla="*/ 18829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7" y="188297"/>
                    </a:moveTo>
                    <a:cubicBezTo>
                      <a:pt x="119010" y="188297"/>
                      <a:pt x="142905" y="178387"/>
                      <a:pt x="160521" y="160748"/>
                    </a:cubicBezTo>
                    <a:cubicBezTo>
                      <a:pt x="178137" y="143110"/>
                      <a:pt x="188035" y="119184"/>
                      <a:pt x="188035" y="94240"/>
                    </a:cubicBezTo>
                    <a:cubicBezTo>
                      <a:pt x="188035" y="69295"/>
                      <a:pt x="178137" y="45369"/>
                      <a:pt x="160521" y="27731"/>
                    </a:cubicBezTo>
                    <a:cubicBezTo>
                      <a:pt x="142905" y="10093"/>
                      <a:pt x="119010" y="182"/>
                      <a:pt x="94097" y="182"/>
                    </a:cubicBezTo>
                    <a:cubicBezTo>
                      <a:pt x="69185" y="182"/>
                      <a:pt x="45289" y="10093"/>
                      <a:pt x="27674" y="27731"/>
                    </a:cubicBezTo>
                    <a:cubicBezTo>
                      <a:pt x="10058" y="45369"/>
                      <a:pt x="160" y="69295"/>
                      <a:pt x="160" y="94240"/>
                    </a:cubicBezTo>
                    <a:cubicBezTo>
                      <a:pt x="160" y="119184"/>
                      <a:pt x="10058" y="143110"/>
                      <a:pt x="27674" y="160748"/>
                    </a:cubicBezTo>
                    <a:cubicBezTo>
                      <a:pt x="45289" y="178387"/>
                      <a:pt x="69185" y="188297"/>
                      <a:pt x="94097" y="188297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4" name="任意多边形: 形状 243"/>
              <p:cNvSpPr/>
              <p:nvPr/>
            </p:nvSpPr>
            <p:spPr>
              <a:xfrm>
                <a:off x="9388853" y="13585402"/>
                <a:ext cx="360000" cy="360000"/>
              </a:xfrm>
              <a:custGeom>
                <a:avLst/>
                <a:gdLst>
                  <a:gd name="csX0" fmla="*/ 94109 w 187874"/>
                  <a:gd name="csY0" fmla="*/ 188320 h 188114"/>
                  <a:gd name="csX1" fmla="*/ 160533 w 187874"/>
                  <a:gd name="csY1" fmla="*/ 160771 h 188114"/>
                  <a:gd name="csX2" fmla="*/ 188046 w 187874"/>
                  <a:gd name="csY2" fmla="*/ 94262 h 188114"/>
                  <a:gd name="csX3" fmla="*/ 160533 w 187874"/>
                  <a:gd name="csY3" fmla="*/ 27754 h 188114"/>
                  <a:gd name="csX4" fmla="*/ 94109 w 187874"/>
                  <a:gd name="csY4" fmla="*/ 205 h 188114"/>
                  <a:gd name="csX5" fmla="*/ 27685 w 187874"/>
                  <a:gd name="csY5" fmla="*/ 27754 h 188114"/>
                  <a:gd name="csX6" fmla="*/ 171 w 187874"/>
                  <a:gd name="csY6" fmla="*/ 94262 h 188114"/>
                  <a:gd name="csX7" fmla="*/ 27685 w 187874"/>
                  <a:gd name="csY7" fmla="*/ 160771 h 188114"/>
                  <a:gd name="csX8" fmla="*/ 94109 w 187874"/>
                  <a:gd name="csY8" fmla="*/ 18832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9" y="188320"/>
                    </a:moveTo>
                    <a:cubicBezTo>
                      <a:pt x="119021" y="188320"/>
                      <a:pt x="142917" y="178409"/>
                      <a:pt x="160533" y="160771"/>
                    </a:cubicBezTo>
                    <a:cubicBezTo>
                      <a:pt x="178148" y="143133"/>
                      <a:pt x="188046" y="119207"/>
                      <a:pt x="188046" y="94262"/>
                    </a:cubicBezTo>
                    <a:cubicBezTo>
                      <a:pt x="188046" y="69318"/>
                      <a:pt x="178148" y="45392"/>
                      <a:pt x="160533" y="27754"/>
                    </a:cubicBezTo>
                    <a:cubicBezTo>
                      <a:pt x="142917" y="10115"/>
                      <a:pt x="119021" y="205"/>
                      <a:pt x="94109" y="205"/>
                    </a:cubicBezTo>
                    <a:cubicBezTo>
                      <a:pt x="69196" y="205"/>
                      <a:pt x="45301" y="10115"/>
                      <a:pt x="27685" y="27754"/>
                    </a:cubicBezTo>
                    <a:cubicBezTo>
                      <a:pt x="10069" y="45392"/>
                      <a:pt x="171" y="69318"/>
                      <a:pt x="171" y="94262"/>
                    </a:cubicBezTo>
                    <a:cubicBezTo>
                      <a:pt x="171" y="119207"/>
                      <a:pt x="10069" y="143133"/>
                      <a:pt x="27685" y="160771"/>
                    </a:cubicBezTo>
                    <a:cubicBezTo>
                      <a:pt x="45301" y="178409"/>
                      <a:pt x="69196" y="188320"/>
                      <a:pt x="94109" y="188320"/>
                    </a:cubicBezTo>
                    <a:close/>
                  </a:path>
                </a:pathLst>
              </a:custGeom>
              <a:solidFill>
                <a:srgbClr val="3D4E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5" name="任意多边形: 形状 244"/>
              <p:cNvSpPr/>
              <p:nvPr/>
            </p:nvSpPr>
            <p:spPr>
              <a:xfrm>
                <a:off x="7969322" y="12840512"/>
                <a:ext cx="360000" cy="360000"/>
              </a:xfrm>
              <a:custGeom>
                <a:avLst/>
                <a:gdLst>
                  <a:gd name="csX0" fmla="*/ 94080 w 187874"/>
                  <a:gd name="csY0" fmla="*/ 188304 h 188114"/>
                  <a:gd name="csX1" fmla="*/ 160503 w 187874"/>
                  <a:gd name="csY1" fmla="*/ 160756 h 188114"/>
                  <a:gd name="csX2" fmla="*/ 188017 w 187874"/>
                  <a:gd name="csY2" fmla="*/ 94247 h 188114"/>
                  <a:gd name="csX3" fmla="*/ 160503 w 187874"/>
                  <a:gd name="csY3" fmla="*/ 27738 h 188114"/>
                  <a:gd name="csX4" fmla="*/ 94080 w 187874"/>
                  <a:gd name="csY4" fmla="*/ 189 h 188114"/>
                  <a:gd name="csX5" fmla="*/ 27656 w 187874"/>
                  <a:gd name="csY5" fmla="*/ 27738 h 188114"/>
                  <a:gd name="csX6" fmla="*/ 142 w 187874"/>
                  <a:gd name="csY6" fmla="*/ 94247 h 188114"/>
                  <a:gd name="csX7" fmla="*/ 27656 w 187874"/>
                  <a:gd name="csY7" fmla="*/ 160756 h 188114"/>
                  <a:gd name="csX8" fmla="*/ 94080 w 187874"/>
                  <a:gd name="csY8" fmla="*/ 18830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0" y="188304"/>
                    </a:moveTo>
                    <a:cubicBezTo>
                      <a:pt x="118992" y="188304"/>
                      <a:pt x="142888" y="178394"/>
                      <a:pt x="160503" y="160756"/>
                    </a:cubicBezTo>
                    <a:cubicBezTo>
                      <a:pt x="178119" y="143117"/>
                      <a:pt x="188017" y="119191"/>
                      <a:pt x="188017" y="94247"/>
                    </a:cubicBezTo>
                    <a:cubicBezTo>
                      <a:pt x="188017" y="69303"/>
                      <a:pt x="178119" y="45377"/>
                      <a:pt x="160503" y="27738"/>
                    </a:cubicBezTo>
                    <a:cubicBezTo>
                      <a:pt x="142888" y="10100"/>
                      <a:pt x="118992" y="189"/>
                      <a:pt x="94080" y="189"/>
                    </a:cubicBezTo>
                    <a:cubicBezTo>
                      <a:pt x="69167" y="189"/>
                      <a:pt x="45272" y="10100"/>
                      <a:pt x="27656" y="27738"/>
                    </a:cubicBezTo>
                    <a:cubicBezTo>
                      <a:pt x="10040" y="45377"/>
                      <a:pt x="142" y="69303"/>
                      <a:pt x="142" y="94247"/>
                    </a:cubicBezTo>
                    <a:cubicBezTo>
                      <a:pt x="142" y="119191"/>
                      <a:pt x="10040" y="143117"/>
                      <a:pt x="27656" y="160756"/>
                    </a:cubicBezTo>
                    <a:cubicBezTo>
                      <a:pt x="45272" y="178394"/>
                      <a:pt x="69167" y="188304"/>
                      <a:pt x="94080" y="188304"/>
                    </a:cubicBezTo>
                    <a:close/>
                  </a:path>
                </a:pathLst>
              </a:custGeom>
              <a:solidFill>
                <a:srgbClr val="258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6" name="任意多边形: 形状 245"/>
              <p:cNvSpPr/>
              <p:nvPr/>
            </p:nvSpPr>
            <p:spPr>
              <a:xfrm>
                <a:off x="12906969" y="10543722"/>
                <a:ext cx="360000" cy="360000"/>
              </a:xfrm>
              <a:custGeom>
                <a:avLst/>
                <a:gdLst>
                  <a:gd name="csX0" fmla="*/ 94181 w 187874"/>
                  <a:gd name="csY0" fmla="*/ 188257 h 188114"/>
                  <a:gd name="csX1" fmla="*/ 160605 w 187874"/>
                  <a:gd name="csY1" fmla="*/ 160708 h 188114"/>
                  <a:gd name="csX2" fmla="*/ 188119 w 187874"/>
                  <a:gd name="csY2" fmla="*/ 94200 h 188114"/>
                  <a:gd name="csX3" fmla="*/ 160605 w 187874"/>
                  <a:gd name="csY3" fmla="*/ 27691 h 188114"/>
                  <a:gd name="csX4" fmla="*/ 94181 w 187874"/>
                  <a:gd name="csY4" fmla="*/ 142 h 188114"/>
                  <a:gd name="csX5" fmla="*/ 27758 w 187874"/>
                  <a:gd name="csY5" fmla="*/ 27691 h 188114"/>
                  <a:gd name="csX6" fmla="*/ 244 w 187874"/>
                  <a:gd name="csY6" fmla="*/ 94200 h 188114"/>
                  <a:gd name="csX7" fmla="*/ 27758 w 187874"/>
                  <a:gd name="csY7" fmla="*/ 160708 h 188114"/>
                  <a:gd name="csX8" fmla="*/ 94181 w 187874"/>
                  <a:gd name="csY8" fmla="*/ 18825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1" y="188257"/>
                    </a:moveTo>
                    <a:cubicBezTo>
                      <a:pt x="119094" y="188257"/>
                      <a:pt x="142989" y="178347"/>
                      <a:pt x="160605" y="160708"/>
                    </a:cubicBezTo>
                    <a:cubicBezTo>
                      <a:pt x="178221" y="143070"/>
                      <a:pt x="188119" y="119144"/>
                      <a:pt x="188119" y="94200"/>
                    </a:cubicBezTo>
                    <a:cubicBezTo>
                      <a:pt x="188119" y="69255"/>
                      <a:pt x="178221" y="45329"/>
                      <a:pt x="160605" y="27691"/>
                    </a:cubicBezTo>
                    <a:cubicBezTo>
                      <a:pt x="142989" y="10053"/>
                      <a:pt x="119094" y="142"/>
                      <a:pt x="94181" y="142"/>
                    </a:cubicBezTo>
                    <a:cubicBezTo>
                      <a:pt x="69269" y="142"/>
                      <a:pt x="45373" y="10053"/>
                      <a:pt x="27758" y="27691"/>
                    </a:cubicBezTo>
                    <a:cubicBezTo>
                      <a:pt x="10142" y="45329"/>
                      <a:pt x="244" y="69255"/>
                      <a:pt x="244" y="94200"/>
                    </a:cubicBezTo>
                    <a:cubicBezTo>
                      <a:pt x="244" y="119144"/>
                      <a:pt x="10142" y="143070"/>
                      <a:pt x="27758" y="160708"/>
                    </a:cubicBezTo>
                    <a:cubicBezTo>
                      <a:pt x="45373" y="178347"/>
                      <a:pt x="69269" y="188257"/>
                      <a:pt x="94181" y="188257"/>
                    </a:cubicBezTo>
                    <a:close/>
                  </a:path>
                </a:pathLst>
              </a:custGeom>
              <a:solidFill>
                <a:srgbClr val="2AB0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7" name="任意多边形: 形状 246"/>
              <p:cNvSpPr/>
              <p:nvPr/>
            </p:nvSpPr>
            <p:spPr>
              <a:xfrm>
                <a:off x="10411984" y="14592127"/>
                <a:ext cx="360000" cy="360000"/>
              </a:xfrm>
              <a:custGeom>
                <a:avLst/>
                <a:gdLst>
                  <a:gd name="csX0" fmla="*/ 94130 w 187874"/>
                  <a:gd name="csY0" fmla="*/ 188340 h 188114"/>
                  <a:gd name="csX1" fmla="*/ 160554 w 187874"/>
                  <a:gd name="csY1" fmla="*/ 160792 h 188114"/>
                  <a:gd name="csX2" fmla="*/ 188067 w 187874"/>
                  <a:gd name="csY2" fmla="*/ 94283 h 188114"/>
                  <a:gd name="csX3" fmla="*/ 160554 w 187874"/>
                  <a:gd name="csY3" fmla="*/ 27774 h 188114"/>
                  <a:gd name="csX4" fmla="*/ 94130 w 187874"/>
                  <a:gd name="csY4" fmla="*/ 226 h 188114"/>
                  <a:gd name="csX5" fmla="*/ 27706 w 187874"/>
                  <a:gd name="csY5" fmla="*/ 27774 h 188114"/>
                  <a:gd name="csX6" fmla="*/ 192 w 187874"/>
                  <a:gd name="csY6" fmla="*/ 94283 h 188114"/>
                  <a:gd name="csX7" fmla="*/ 27706 w 187874"/>
                  <a:gd name="csY7" fmla="*/ 160792 h 188114"/>
                  <a:gd name="csX8" fmla="*/ 94130 w 187874"/>
                  <a:gd name="csY8" fmla="*/ 18834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0" y="188340"/>
                    </a:moveTo>
                    <a:cubicBezTo>
                      <a:pt x="119042" y="188340"/>
                      <a:pt x="142938" y="178430"/>
                      <a:pt x="160554" y="160792"/>
                    </a:cubicBezTo>
                    <a:cubicBezTo>
                      <a:pt x="178170" y="143153"/>
                      <a:pt x="188067" y="119227"/>
                      <a:pt x="188067" y="94283"/>
                    </a:cubicBezTo>
                    <a:cubicBezTo>
                      <a:pt x="188067" y="69339"/>
                      <a:pt x="178170" y="45413"/>
                      <a:pt x="160554" y="27774"/>
                    </a:cubicBezTo>
                    <a:cubicBezTo>
                      <a:pt x="142938" y="10136"/>
                      <a:pt x="119042" y="226"/>
                      <a:pt x="94130" y="226"/>
                    </a:cubicBezTo>
                    <a:cubicBezTo>
                      <a:pt x="69217" y="226"/>
                      <a:pt x="45322" y="10136"/>
                      <a:pt x="27706" y="27774"/>
                    </a:cubicBezTo>
                    <a:cubicBezTo>
                      <a:pt x="10090" y="45413"/>
                      <a:pt x="192" y="69339"/>
                      <a:pt x="192" y="94283"/>
                    </a:cubicBezTo>
                    <a:cubicBezTo>
                      <a:pt x="192" y="119227"/>
                      <a:pt x="10090" y="143153"/>
                      <a:pt x="27706" y="160792"/>
                    </a:cubicBezTo>
                    <a:cubicBezTo>
                      <a:pt x="45322" y="178430"/>
                      <a:pt x="69217" y="188340"/>
                      <a:pt x="94130" y="188340"/>
                    </a:cubicBezTo>
                    <a:close/>
                  </a:path>
                </a:pathLst>
              </a:custGeom>
              <a:solidFill>
                <a:srgbClr val="2E6D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8" name="任意多边形: 形状 247"/>
              <p:cNvSpPr/>
              <p:nvPr/>
            </p:nvSpPr>
            <p:spPr>
              <a:xfrm>
                <a:off x="8253083" y="12390429"/>
                <a:ext cx="360000" cy="360000"/>
              </a:xfrm>
              <a:custGeom>
                <a:avLst/>
                <a:gdLst>
                  <a:gd name="csX0" fmla="*/ 94085 w 187874"/>
                  <a:gd name="csY0" fmla="*/ 188295 h 188114"/>
                  <a:gd name="csX1" fmla="*/ 160509 w 187874"/>
                  <a:gd name="csY1" fmla="*/ 160746 h 188114"/>
                  <a:gd name="csX2" fmla="*/ 188023 w 187874"/>
                  <a:gd name="csY2" fmla="*/ 94238 h 188114"/>
                  <a:gd name="csX3" fmla="*/ 160509 w 187874"/>
                  <a:gd name="csY3" fmla="*/ 27729 h 188114"/>
                  <a:gd name="csX4" fmla="*/ 94085 w 187874"/>
                  <a:gd name="csY4" fmla="*/ 180 h 188114"/>
                  <a:gd name="csX5" fmla="*/ 27662 w 187874"/>
                  <a:gd name="csY5" fmla="*/ 27729 h 188114"/>
                  <a:gd name="csX6" fmla="*/ 148 w 187874"/>
                  <a:gd name="csY6" fmla="*/ 94238 h 188114"/>
                  <a:gd name="csX7" fmla="*/ 27662 w 187874"/>
                  <a:gd name="csY7" fmla="*/ 160746 h 188114"/>
                  <a:gd name="csX8" fmla="*/ 94085 w 187874"/>
                  <a:gd name="csY8" fmla="*/ 18829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5" y="188295"/>
                    </a:moveTo>
                    <a:cubicBezTo>
                      <a:pt x="118998" y="188295"/>
                      <a:pt x="142893" y="178385"/>
                      <a:pt x="160509" y="160746"/>
                    </a:cubicBezTo>
                    <a:cubicBezTo>
                      <a:pt x="178125" y="143108"/>
                      <a:pt x="188023" y="119182"/>
                      <a:pt x="188023" y="94238"/>
                    </a:cubicBezTo>
                    <a:cubicBezTo>
                      <a:pt x="188023" y="69293"/>
                      <a:pt x="178125" y="45367"/>
                      <a:pt x="160509" y="27729"/>
                    </a:cubicBezTo>
                    <a:cubicBezTo>
                      <a:pt x="142893" y="10091"/>
                      <a:pt x="118998" y="180"/>
                      <a:pt x="94085" y="180"/>
                    </a:cubicBezTo>
                    <a:cubicBezTo>
                      <a:pt x="69173" y="180"/>
                      <a:pt x="45277" y="10091"/>
                      <a:pt x="27662" y="27729"/>
                    </a:cubicBezTo>
                    <a:cubicBezTo>
                      <a:pt x="10046" y="45367"/>
                      <a:pt x="148" y="69293"/>
                      <a:pt x="148" y="94238"/>
                    </a:cubicBezTo>
                    <a:cubicBezTo>
                      <a:pt x="148" y="119182"/>
                      <a:pt x="10046" y="143108"/>
                      <a:pt x="27662" y="160746"/>
                    </a:cubicBezTo>
                    <a:cubicBezTo>
                      <a:pt x="45277" y="178385"/>
                      <a:pt x="69173" y="188295"/>
                      <a:pt x="94085" y="188295"/>
                    </a:cubicBezTo>
                    <a:close/>
                  </a:path>
                </a:pathLst>
              </a:custGeom>
              <a:solidFill>
                <a:srgbClr val="287C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49" name="任意多边形: 形状 248"/>
              <p:cNvSpPr/>
              <p:nvPr/>
            </p:nvSpPr>
            <p:spPr>
              <a:xfrm>
                <a:off x="14895078" y="14093586"/>
                <a:ext cx="360000" cy="360000"/>
              </a:xfrm>
              <a:custGeom>
                <a:avLst/>
                <a:gdLst>
                  <a:gd name="csX0" fmla="*/ 94222 w 187874"/>
                  <a:gd name="csY0" fmla="*/ 188330 h 188114"/>
                  <a:gd name="csX1" fmla="*/ 160646 w 187874"/>
                  <a:gd name="csY1" fmla="*/ 160781 h 188114"/>
                  <a:gd name="csX2" fmla="*/ 188160 w 187874"/>
                  <a:gd name="csY2" fmla="*/ 94273 h 188114"/>
                  <a:gd name="csX3" fmla="*/ 160646 w 187874"/>
                  <a:gd name="csY3" fmla="*/ 27764 h 188114"/>
                  <a:gd name="csX4" fmla="*/ 94222 w 187874"/>
                  <a:gd name="csY4" fmla="*/ 215 h 188114"/>
                  <a:gd name="csX5" fmla="*/ 27799 w 187874"/>
                  <a:gd name="csY5" fmla="*/ 27764 h 188114"/>
                  <a:gd name="csX6" fmla="*/ 285 w 187874"/>
                  <a:gd name="csY6" fmla="*/ 94273 h 188114"/>
                  <a:gd name="csX7" fmla="*/ 27799 w 187874"/>
                  <a:gd name="csY7" fmla="*/ 160781 h 188114"/>
                  <a:gd name="csX8" fmla="*/ 94222 w 187874"/>
                  <a:gd name="csY8" fmla="*/ 18833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222" y="188330"/>
                    </a:moveTo>
                    <a:cubicBezTo>
                      <a:pt x="119135" y="188330"/>
                      <a:pt x="143030" y="178420"/>
                      <a:pt x="160646" y="160781"/>
                    </a:cubicBezTo>
                    <a:cubicBezTo>
                      <a:pt x="178262" y="143143"/>
                      <a:pt x="188160" y="119217"/>
                      <a:pt x="188160" y="94273"/>
                    </a:cubicBezTo>
                    <a:cubicBezTo>
                      <a:pt x="188160" y="69328"/>
                      <a:pt x="178262" y="45402"/>
                      <a:pt x="160646" y="27764"/>
                    </a:cubicBezTo>
                    <a:cubicBezTo>
                      <a:pt x="143030" y="10126"/>
                      <a:pt x="119135" y="215"/>
                      <a:pt x="94222" y="215"/>
                    </a:cubicBezTo>
                    <a:cubicBezTo>
                      <a:pt x="69310" y="215"/>
                      <a:pt x="45414" y="10126"/>
                      <a:pt x="27799" y="27764"/>
                    </a:cubicBezTo>
                    <a:cubicBezTo>
                      <a:pt x="10183" y="45402"/>
                      <a:pt x="285" y="69328"/>
                      <a:pt x="285" y="94273"/>
                    </a:cubicBezTo>
                    <a:cubicBezTo>
                      <a:pt x="285" y="119217"/>
                      <a:pt x="10183" y="143143"/>
                      <a:pt x="27799" y="160781"/>
                    </a:cubicBezTo>
                    <a:cubicBezTo>
                      <a:pt x="45414" y="178420"/>
                      <a:pt x="69310" y="188330"/>
                      <a:pt x="94222" y="188330"/>
                    </a:cubicBezTo>
                    <a:close/>
                  </a:path>
                </a:pathLst>
              </a:custGeom>
              <a:solidFill>
                <a:srgbClr val="75D05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0" name="任意多边形: 形状 249"/>
              <p:cNvSpPr/>
              <p:nvPr/>
            </p:nvSpPr>
            <p:spPr>
              <a:xfrm>
                <a:off x="9313427" y="11239629"/>
                <a:ext cx="360000" cy="360000"/>
              </a:xfrm>
              <a:custGeom>
                <a:avLst/>
                <a:gdLst>
                  <a:gd name="csX0" fmla="*/ 94107 w 187874"/>
                  <a:gd name="csY0" fmla="*/ 188271 h 188114"/>
                  <a:gd name="csX1" fmla="*/ 160531 w 187874"/>
                  <a:gd name="csY1" fmla="*/ 160723 h 188114"/>
                  <a:gd name="csX2" fmla="*/ 188045 w 187874"/>
                  <a:gd name="csY2" fmla="*/ 94214 h 188114"/>
                  <a:gd name="csX3" fmla="*/ 160531 w 187874"/>
                  <a:gd name="csY3" fmla="*/ 27705 h 188114"/>
                  <a:gd name="csX4" fmla="*/ 94107 w 187874"/>
                  <a:gd name="csY4" fmla="*/ 156 h 188114"/>
                  <a:gd name="csX5" fmla="*/ 27683 w 187874"/>
                  <a:gd name="csY5" fmla="*/ 27705 h 188114"/>
                  <a:gd name="csX6" fmla="*/ 170 w 187874"/>
                  <a:gd name="csY6" fmla="*/ 94214 h 188114"/>
                  <a:gd name="csX7" fmla="*/ 27683 w 187874"/>
                  <a:gd name="csY7" fmla="*/ 160723 h 188114"/>
                  <a:gd name="csX8" fmla="*/ 94107 w 187874"/>
                  <a:gd name="csY8" fmla="*/ 18827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7" y="188271"/>
                    </a:moveTo>
                    <a:cubicBezTo>
                      <a:pt x="119020" y="188271"/>
                      <a:pt x="142915" y="178361"/>
                      <a:pt x="160531" y="160723"/>
                    </a:cubicBezTo>
                    <a:cubicBezTo>
                      <a:pt x="178147" y="143084"/>
                      <a:pt x="188045" y="119158"/>
                      <a:pt x="188045" y="94214"/>
                    </a:cubicBezTo>
                    <a:cubicBezTo>
                      <a:pt x="188045" y="69270"/>
                      <a:pt x="178147" y="45344"/>
                      <a:pt x="160531" y="27705"/>
                    </a:cubicBezTo>
                    <a:cubicBezTo>
                      <a:pt x="142915" y="10067"/>
                      <a:pt x="119020" y="156"/>
                      <a:pt x="94107" y="156"/>
                    </a:cubicBezTo>
                    <a:cubicBezTo>
                      <a:pt x="69195" y="156"/>
                      <a:pt x="45299" y="10067"/>
                      <a:pt x="27683" y="27705"/>
                    </a:cubicBezTo>
                    <a:cubicBezTo>
                      <a:pt x="10068" y="45344"/>
                      <a:pt x="170" y="69270"/>
                      <a:pt x="170" y="94214"/>
                    </a:cubicBezTo>
                    <a:cubicBezTo>
                      <a:pt x="170" y="119158"/>
                      <a:pt x="10068" y="143084"/>
                      <a:pt x="27683" y="160723"/>
                    </a:cubicBezTo>
                    <a:cubicBezTo>
                      <a:pt x="45299" y="178361"/>
                      <a:pt x="69195" y="188271"/>
                      <a:pt x="94107" y="188271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1" name="任意多边形: 形状 250"/>
              <p:cNvSpPr/>
              <p:nvPr/>
            </p:nvSpPr>
            <p:spPr>
              <a:xfrm>
                <a:off x="11927337" y="13907761"/>
                <a:ext cx="360000" cy="360000"/>
              </a:xfrm>
              <a:custGeom>
                <a:avLst/>
                <a:gdLst>
                  <a:gd name="csX0" fmla="*/ 94161 w 187874"/>
                  <a:gd name="csY0" fmla="*/ 188326 h 188114"/>
                  <a:gd name="csX1" fmla="*/ 160585 w 187874"/>
                  <a:gd name="csY1" fmla="*/ 160777 h 188114"/>
                  <a:gd name="csX2" fmla="*/ 188099 w 187874"/>
                  <a:gd name="csY2" fmla="*/ 94269 h 188114"/>
                  <a:gd name="csX3" fmla="*/ 160585 w 187874"/>
                  <a:gd name="csY3" fmla="*/ 27760 h 188114"/>
                  <a:gd name="csX4" fmla="*/ 94161 w 187874"/>
                  <a:gd name="csY4" fmla="*/ 211 h 188114"/>
                  <a:gd name="csX5" fmla="*/ 27737 w 187874"/>
                  <a:gd name="csY5" fmla="*/ 27760 h 188114"/>
                  <a:gd name="csX6" fmla="*/ 224 w 187874"/>
                  <a:gd name="csY6" fmla="*/ 94269 h 188114"/>
                  <a:gd name="csX7" fmla="*/ 27737 w 187874"/>
                  <a:gd name="csY7" fmla="*/ 160777 h 188114"/>
                  <a:gd name="csX8" fmla="*/ 94161 w 187874"/>
                  <a:gd name="csY8" fmla="*/ 18832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1" y="188326"/>
                    </a:moveTo>
                    <a:cubicBezTo>
                      <a:pt x="119074" y="188326"/>
                      <a:pt x="142969" y="178416"/>
                      <a:pt x="160585" y="160777"/>
                    </a:cubicBezTo>
                    <a:cubicBezTo>
                      <a:pt x="178201" y="143139"/>
                      <a:pt x="188099" y="119213"/>
                      <a:pt x="188099" y="94269"/>
                    </a:cubicBezTo>
                    <a:cubicBezTo>
                      <a:pt x="188099" y="69325"/>
                      <a:pt x="178201" y="45399"/>
                      <a:pt x="160585" y="27760"/>
                    </a:cubicBezTo>
                    <a:cubicBezTo>
                      <a:pt x="142969" y="10122"/>
                      <a:pt x="119074" y="211"/>
                      <a:pt x="94161" y="211"/>
                    </a:cubicBezTo>
                    <a:cubicBezTo>
                      <a:pt x="69249" y="211"/>
                      <a:pt x="45353" y="10122"/>
                      <a:pt x="27737" y="27760"/>
                    </a:cubicBezTo>
                    <a:cubicBezTo>
                      <a:pt x="10122" y="45399"/>
                      <a:pt x="224" y="69325"/>
                      <a:pt x="224" y="94269"/>
                    </a:cubicBezTo>
                    <a:cubicBezTo>
                      <a:pt x="224" y="119213"/>
                      <a:pt x="10122" y="143139"/>
                      <a:pt x="27737" y="160777"/>
                    </a:cubicBezTo>
                    <a:cubicBezTo>
                      <a:pt x="45353" y="178416"/>
                      <a:pt x="69249" y="188326"/>
                      <a:pt x="94161" y="188326"/>
                    </a:cubicBezTo>
                    <a:close/>
                  </a:path>
                </a:pathLst>
              </a:custGeom>
              <a:solidFill>
                <a:srgbClr val="375A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2" name="任意多边形: 形状 251"/>
              <p:cNvSpPr/>
              <p:nvPr/>
            </p:nvSpPr>
            <p:spPr>
              <a:xfrm>
                <a:off x="9943916" y="12659404"/>
                <a:ext cx="360000" cy="360000"/>
              </a:xfrm>
              <a:custGeom>
                <a:avLst/>
                <a:gdLst>
                  <a:gd name="csX0" fmla="*/ 94120 w 187874"/>
                  <a:gd name="csY0" fmla="*/ 188301 h 188114"/>
                  <a:gd name="csX1" fmla="*/ 160544 w 187874"/>
                  <a:gd name="csY1" fmla="*/ 160752 h 188114"/>
                  <a:gd name="csX2" fmla="*/ 188058 w 187874"/>
                  <a:gd name="csY2" fmla="*/ 94243 h 188114"/>
                  <a:gd name="csX3" fmla="*/ 160544 w 187874"/>
                  <a:gd name="csY3" fmla="*/ 27735 h 188114"/>
                  <a:gd name="csX4" fmla="*/ 94120 w 187874"/>
                  <a:gd name="csY4" fmla="*/ 186 h 188114"/>
                  <a:gd name="csX5" fmla="*/ 27696 w 187874"/>
                  <a:gd name="csY5" fmla="*/ 27735 h 188114"/>
                  <a:gd name="csX6" fmla="*/ 183 w 187874"/>
                  <a:gd name="csY6" fmla="*/ 94243 h 188114"/>
                  <a:gd name="csX7" fmla="*/ 27696 w 187874"/>
                  <a:gd name="csY7" fmla="*/ 160752 h 188114"/>
                  <a:gd name="csX8" fmla="*/ 94120 w 187874"/>
                  <a:gd name="csY8" fmla="*/ 18830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301"/>
                    </a:moveTo>
                    <a:cubicBezTo>
                      <a:pt x="119033" y="188301"/>
                      <a:pt x="142928" y="178390"/>
                      <a:pt x="160544" y="160752"/>
                    </a:cubicBezTo>
                    <a:cubicBezTo>
                      <a:pt x="178160" y="143114"/>
                      <a:pt x="188058" y="119188"/>
                      <a:pt x="188058" y="94243"/>
                    </a:cubicBezTo>
                    <a:cubicBezTo>
                      <a:pt x="188058" y="69299"/>
                      <a:pt x="178160" y="45373"/>
                      <a:pt x="160544" y="27735"/>
                    </a:cubicBezTo>
                    <a:cubicBezTo>
                      <a:pt x="142928" y="10096"/>
                      <a:pt x="119033" y="186"/>
                      <a:pt x="94120" y="186"/>
                    </a:cubicBezTo>
                    <a:cubicBezTo>
                      <a:pt x="69208" y="186"/>
                      <a:pt x="45312" y="10096"/>
                      <a:pt x="27696" y="27735"/>
                    </a:cubicBezTo>
                    <a:cubicBezTo>
                      <a:pt x="10081" y="45373"/>
                      <a:pt x="183" y="69299"/>
                      <a:pt x="183" y="94243"/>
                    </a:cubicBezTo>
                    <a:cubicBezTo>
                      <a:pt x="183" y="119188"/>
                      <a:pt x="10081" y="143114"/>
                      <a:pt x="27696" y="160752"/>
                    </a:cubicBezTo>
                    <a:cubicBezTo>
                      <a:pt x="45312" y="178390"/>
                      <a:pt x="69208" y="188301"/>
                      <a:pt x="94120" y="188301"/>
                    </a:cubicBezTo>
                    <a:close/>
                  </a:path>
                </a:pathLst>
              </a:custGeom>
              <a:solidFill>
                <a:srgbClr val="48257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3" name="任意多边形: 形状 252"/>
              <p:cNvSpPr/>
              <p:nvPr/>
            </p:nvSpPr>
            <p:spPr>
              <a:xfrm>
                <a:off x="9858219" y="11989835"/>
                <a:ext cx="360000" cy="360000"/>
              </a:xfrm>
              <a:custGeom>
                <a:avLst/>
                <a:gdLst>
                  <a:gd name="csX0" fmla="*/ 94118 w 187874"/>
                  <a:gd name="csY0" fmla="*/ 188287 h 188114"/>
                  <a:gd name="csX1" fmla="*/ 160542 w 187874"/>
                  <a:gd name="csY1" fmla="*/ 160738 h 188114"/>
                  <a:gd name="csX2" fmla="*/ 188056 w 187874"/>
                  <a:gd name="csY2" fmla="*/ 94229 h 188114"/>
                  <a:gd name="csX3" fmla="*/ 160542 w 187874"/>
                  <a:gd name="csY3" fmla="*/ 27721 h 188114"/>
                  <a:gd name="csX4" fmla="*/ 94118 w 187874"/>
                  <a:gd name="csY4" fmla="*/ 172 h 188114"/>
                  <a:gd name="csX5" fmla="*/ 27695 w 187874"/>
                  <a:gd name="csY5" fmla="*/ 27721 h 188114"/>
                  <a:gd name="csX6" fmla="*/ 181 w 187874"/>
                  <a:gd name="csY6" fmla="*/ 94229 h 188114"/>
                  <a:gd name="csX7" fmla="*/ 27695 w 187874"/>
                  <a:gd name="csY7" fmla="*/ 160738 h 188114"/>
                  <a:gd name="csX8" fmla="*/ 94118 w 187874"/>
                  <a:gd name="csY8" fmla="*/ 18828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8" y="188287"/>
                    </a:moveTo>
                    <a:cubicBezTo>
                      <a:pt x="119031" y="188287"/>
                      <a:pt x="142926" y="178376"/>
                      <a:pt x="160542" y="160738"/>
                    </a:cubicBezTo>
                    <a:cubicBezTo>
                      <a:pt x="178158" y="143100"/>
                      <a:pt x="188056" y="119174"/>
                      <a:pt x="188056" y="94229"/>
                    </a:cubicBezTo>
                    <a:cubicBezTo>
                      <a:pt x="188056" y="69285"/>
                      <a:pt x="178158" y="45359"/>
                      <a:pt x="160542" y="27721"/>
                    </a:cubicBezTo>
                    <a:cubicBezTo>
                      <a:pt x="142926" y="10082"/>
                      <a:pt x="119031" y="172"/>
                      <a:pt x="94118" y="172"/>
                    </a:cubicBezTo>
                    <a:cubicBezTo>
                      <a:pt x="69206" y="172"/>
                      <a:pt x="45310" y="10082"/>
                      <a:pt x="27695" y="27721"/>
                    </a:cubicBezTo>
                    <a:cubicBezTo>
                      <a:pt x="10079" y="45359"/>
                      <a:pt x="181" y="69285"/>
                      <a:pt x="181" y="94229"/>
                    </a:cubicBezTo>
                    <a:cubicBezTo>
                      <a:pt x="181" y="119174"/>
                      <a:pt x="10079" y="143100"/>
                      <a:pt x="27695" y="160738"/>
                    </a:cubicBezTo>
                    <a:cubicBezTo>
                      <a:pt x="45310" y="178376"/>
                      <a:pt x="69206" y="188287"/>
                      <a:pt x="94118" y="188287"/>
                    </a:cubicBezTo>
                    <a:close/>
                  </a:path>
                </a:pathLst>
              </a:custGeom>
              <a:solidFill>
                <a:srgbClr val="4046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4" name="任意多边形: 形状 253"/>
              <p:cNvSpPr/>
              <p:nvPr/>
            </p:nvSpPr>
            <p:spPr>
              <a:xfrm>
                <a:off x="8838031" y="12695879"/>
                <a:ext cx="360000" cy="360000"/>
              </a:xfrm>
              <a:custGeom>
                <a:avLst/>
                <a:gdLst>
                  <a:gd name="csX0" fmla="*/ 94097 w 187874"/>
                  <a:gd name="csY0" fmla="*/ 188301 h 188114"/>
                  <a:gd name="csX1" fmla="*/ 160521 w 187874"/>
                  <a:gd name="csY1" fmla="*/ 160753 h 188114"/>
                  <a:gd name="csX2" fmla="*/ 188035 w 187874"/>
                  <a:gd name="csY2" fmla="*/ 94244 h 188114"/>
                  <a:gd name="csX3" fmla="*/ 160521 w 187874"/>
                  <a:gd name="csY3" fmla="*/ 27735 h 188114"/>
                  <a:gd name="csX4" fmla="*/ 94097 w 187874"/>
                  <a:gd name="csY4" fmla="*/ 186 h 188114"/>
                  <a:gd name="csX5" fmla="*/ 27674 w 187874"/>
                  <a:gd name="csY5" fmla="*/ 27735 h 188114"/>
                  <a:gd name="csX6" fmla="*/ 160 w 187874"/>
                  <a:gd name="csY6" fmla="*/ 94244 h 188114"/>
                  <a:gd name="csX7" fmla="*/ 27674 w 187874"/>
                  <a:gd name="csY7" fmla="*/ 160753 h 188114"/>
                  <a:gd name="csX8" fmla="*/ 94097 w 187874"/>
                  <a:gd name="csY8" fmla="*/ 18830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7" y="188301"/>
                    </a:moveTo>
                    <a:cubicBezTo>
                      <a:pt x="119010" y="188301"/>
                      <a:pt x="142905" y="178391"/>
                      <a:pt x="160521" y="160753"/>
                    </a:cubicBezTo>
                    <a:cubicBezTo>
                      <a:pt x="178137" y="143114"/>
                      <a:pt x="188035" y="119188"/>
                      <a:pt x="188035" y="94244"/>
                    </a:cubicBezTo>
                    <a:cubicBezTo>
                      <a:pt x="188035" y="69300"/>
                      <a:pt x="178137" y="45374"/>
                      <a:pt x="160521" y="27735"/>
                    </a:cubicBezTo>
                    <a:cubicBezTo>
                      <a:pt x="142905" y="10097"/>
                      <a:pt x="119010" y="186"/>
                      <a:pt x="94097" y="186"/>
                    </a:cubicBezTo>
                    <a:cubicBezTo>
                      <a:pt x="69185" y="186"/>
                      <a:pt x="45289" y="10097"/>
                      <a:pt x="27674" y="27735"/>
                    </a:cubicBezTo>
                    <a:cubicBezTo>
                      <a:pt x="10058" y="45374"/>
                      <a:pt x="160" y="69300"/>
                      <a:pt x="160" y="94244"/>
                    </a:cubicBezTo>
                    <a:cubicBezTo>
                      <a:pt x="160" y="119188"/>
                      <a:pt x="10058" y="143114"/>
                      <a:pt x="27674" y="160753"/>
                    </a:cubicBezTo>
                    <a:cubicBezTo>
                      <a:pt x="45289" y="178391"/>
                      <a:pt x="69185" y="188301"/>
                      <a:pt x="94097" y="188301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5" name="任意多边形: 形状 254"/>
              <p:cNvSpPr/>
              <p:nvPr/>
            </p:nvSpPr>
            <p:spPr>
              <a:xfrm>
                <a:off x="12455348" y="12121235"/>
                <a:ext cx="360000" cy="360000"/>
              </a:xfrm>
              <a:custGeom>
                <a:avLst/>
                <a:gdLst>
                  <a:gd name="csX0" fmla="*/ 94172 w 187874"/>
                  <a:gd name="csY0" fmla="*/ 188290 h 188114"/>
                  <a:gd name="csX1" fmla="*/ 160596 w 187874"/>
                  <a:gd name="csY1" fmla="*/ 160741 h 188114"/>
                  <a:gd name="csX2" fmla="*/ 188109 w 187874"/>
                  <a:gd name="csY2" fmla="*/ 94232 h 188114"/>
                  <a:gd name="csX3" fmla="*/ 160596 w 187874"/>
                  <a:gd name="csY3" fmla="*/ 27723 h 188114"/>
                  <a:gd name="csX4" fmla="*/ 94172 w 187874"/>
                  <a:gd name="csY4" fmla="*/ 175 h 188114"/>
                  <a:gd name="csX5" fmla="*/ 27748 w 187874"/>
                  <a:gd name="csY5" fmla="*/ 27723 h 188114"/>
                  <a:gd name="csX6" fmla="*/ 235 w 187874"/>
                  <a:gd name="csY6" fmla="*/ 94232 h 188114"/>
                  <a:gd name="csX7" fmla="*/ 27748 w 187874"/>
                  <a:gd name="csY7" fmla="*/ 160741 h 188114"/>
                  <a:gd name="csX8" fmla="*/ 94172 w 187874"/>
                  <a:gd name="csY8" fmla="*/ 18829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2" y="188290"/>
                    </a:moveTo>
                    <a:cubicBezTo>
                      <a:pt x="119085" y="188290"/>
                      <a:pt x="142980" y="178379"/>
                      <a:pt x="160596" y="160741"/>
                    </a:cubicBezTo>
                    <a:cubicBezTo>
                      <a:pt x="178212" y="143102"/>
                      <a:pt x="188109" y="119176"/>
                      <a:pt x="188109" y="94232"/>
                    </a:cubicBezTo>
                    <a:cubicBezTo>
                      <a:pt x="188109" y="69288"/>
                      <a:pt x="178212" y="45362"/>
                      <a:pt x="160596" y="27723"/>
                    </a:cubicBezTo>
                    <a:cubicBezTo>
                      <a:pt x="142980" y="10085"/>
                      <a:pt x="119085" y="175"/>
                      <a:pt x="94172" y="175"/>
                    </a:cubicBezTo>
                    <a:cubicBezTo>
                      <a:pt x="69259" y="175"/>
                      <a:pt x="45364" y="10085"/>
                      <a:pt x="27748" y="27723"/>
                    </a:cubicBezTo>
                    <a:cubicBezTo>
                      <a:pt x="10132" y="45362"/>
                      <a:pt x="235" y="69288"/>
                      <a:pt x="235" y="94232"/>
                    </a:cubicBezTo>
                    <a:cubicBezTo>
                      <a:pt x="235" y="119176"/>
                      <a:pt x="10132" y="143102"/>
                      <a:pt x="27748" y="160741"/>
                    </a:cubicBezTo>
                    <a:cubicBezTo>
                      <a:pt x="45364" y="178379"/>
                      <a:pt x="69259" y="188290"/>
                      <a:pt x="94172" y="188290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6" name="任意多边形: 形状 255"/>
              <p:cNvSpPr/>
              <p:nvPr/>
            </p:nvSpPr>
            <p:spPr>
              <a:xfrm>
                <a:off x="10648550" y="12255482"/>
                <a:ext cx="360000" cy="360000"/>
              </a:xfrm>
              <a:custGeom>
                <a:avLst/>
                <a:gdLst>
                  <a:gd name="csX0" fmla="*/ 94135 w 187874"/>
                  <a:gd name="csY0" fmla="*/ 188292 h 188114"/>
                  <a:gd name="csX1" fmla="*/ 160559 w 187874"/>
                  <a:gd name="csY1" fmla="*/ 160743 h 188114"/>
                  <a:gd name="csX2" fmla="*/ 188072 w 187874"/>
                  <a:gd name="csY2" fmla="*/ 94235 h 188114"/>
                  <a:gd name="csX3" fmla="*/ 160559 w 187874"/>
                  <a:gd name="csY3" fmla="*/ 27726 h 188114"/>
                  <a:gd name="csX4" fmla="*/ 94135 w 187874"/>
                  <a:gd name="csY4" fmla="*/ 177 h 188114"/>
                  <a:gd name="csX5" fmla="*/ 27711 w 187874"/>
                  <a:gd name="csY5" fmla="*/ 27726 h 188114"/>
                  <a:gd name="csX6" fmla="*/ 197 w 187874"/>
                  <a:gd name="csY6" fmla="*/ 94235 h 188114"/>
                  <a:gd name="csX7" fmla="*/ 27711 w 187874"/>
                  <a:gd name="csY7" fmla="*/ 160743 h 188114"/>
                  <a:gd name="csX8" fmla="*/ 94135 w 187874"/>
                  <a:gd name="csY8" fmla="*/ 18829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5" y="188292"/>
                    </a:moveTo>
                    <a:cubicBezTo>
                      <a:pt x="119047" y="188292"/>
                      <a:pt x="142943" y="178382"/>
                      <a:pt x="160559" y="160743"/>
                    </a:cubicBezTo>
                    <a:cubicBezTo>
                      <a:pt x="178174" y="143105"/>
                      <a:pt x="188072" y="119179"/>
                      <a:pt x="188072" y="94235"/>
                    </a:cubicBezTo>
                    <a:cubicBezTo>
                      <a:pt x="188072" y="69291"/>
                      <a:pt x="178174" y="45365"/>
                      <a:pt x="160559" y="27726"/>
                    </a:cubicBezTo>
                    <a:cubicBezTo>
                      <a:pt x="142943" y="10088"/>
                      <a:pt x="119047" y="177"/>
                      <a:pt x="94135" y="177"/>
                    </a:cubicBezTo>
                    <a:cubicBezTo>
                      <a:pt x="69222" y="177"/>
                      <a:pt x="45327" y="10088"/>
                      <a:pt x="27711" y="27726"/>
                    </a:cubicBezTo>
                    <a:cubicBezTo>
                      <a:pt x="10095" y="45365"/>
                      <a:pt x="197" y="69291"/>
                      <a:pt x="197" y="94235"/>
                    </a:cubicBezTo>
                    <a:cubicBezTo>
                      <a:pt x="197" y="119179"/>
                      <a:pt x="10095" y="143105"/>
                      <a:pt x="27711" y="160743"/>
                    </a:cubicBezTo>
                    <a:cubicBezTo>
                      <a:pt x="45327" y="178382"/>
                      <a:pt x="69222" y="188292"/>
                      <a:pt x="94135" y="188292"/>
                    </a:cubicBezTo>
                    <a:close/>
                  </a:path>
                </a:pathLst>
              </a:custGeom>
              <a:solidFill>
                <a:srgbClr val="48267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7" name="任意多边形: 形状 256"/>
              <p:cNvSpPr/>
              <p:nvPr/>
            </p:nvSpPr>
            <p:spPr>
              <a:xfrm>
                <a:off x="7840348" y="13075757"/>
                <a:ext cx="360000" cy="360000"/>
              </a:xfrm>
              <a:custGeom>
                <a:avLst/>
                <a:gdLst>
                  <a:gd name="csX0" fmla="*/ 94077 w 187874"/>
                  <a:gd name="csY0" fmla="*/ 188309 h 188114"/>
                  <a:gd name="csX1" fmla="*/ 160501 w 187874"/>
                  <a:gd name="csY1" fmla="*/ 160760 h 188114"/>
                  <a:gd name="csX2" fmla="*/ 188014 w 187874"/>
                  <a:gd name="csY2" fmla="*/ 94252 h 188114"/>
                  <a:gd name="csX3" fmla="*/ 160501 w 187874"/>
                  <a:gd name="csY3" fmla="*/ 27743 h 188114"/>
                  <a:gd name="csX4" fmla="*/ 94077 w 187874"/>
                  <a:gd name="csY4" fmla="*/ 194 h 188114"/>
                  <a:gd name="csX5" fmla="*/ 27653 w 187874"/>
                  <a:gd name="csY5" fmla="*/ 27743 h 188114"/>
                  <a:gd name="csX6" fmla="*/ 139 w 187874"/>
                  <a:gd name="csY6" fmla="*/ 94252 h 188114"/>
                  <a:gd name="csX7" fmla="*/ 27653 w 187874"/>
                  <a:gd name="csY7" fmla="*/ 160760 h 188114"/>
                  <a:gd name="csX8" fmla="*/ 94077 w 187874"/>
                  <a:gd name="csY8" fmla="*/ 18830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77" y="188309"/>
                    </a:moveTo>
                    <a:cubicBezTo>
                      <a:pt x="118989" y="188309"/>
                      <a:pt x="142885" y="178399"/>
                      <a:pt x="160501" y="160760"/>
                    </a:cubicBezTo>
                    <a:cubicBezTo>
                      <a:pt x="178116" y="143122"/>
                      <a:pt x="188014" y="119196"/>
                      <a:pt x="188014" y="94252"/>
                    </a:cubicBezTo>
                    <a:cubicBezTo>
                      <a:pt x="188014" y="69307"/>
                      <a:pt x="178116" y="45381"/>
                      <a:pt x="160501" y="27743"/>
                    </a:cubicBezTo>
                    <a:cubicBezTo>
                      <a:pt x="142885" y="10105"/>
                      <a:pt x="118989" y="194"/>
                      <a:pt x="94077" y="194"/>
                    </a:cubicBezTo>
                    <a:cubicBezTo>
                      <a:pt x="69164" y="194"/>
                      <a:pt x="45269" y="10105"/>
                      <a:pt x="27653" y="27743"/>
                    </a:cubicBezTo>
                    <a:cubicBezTo>
                      <a:pt x="10037" y="45381"/>
                      <a:pt x="139" y="69307"/>
                      <a:pt x="139" y="94252"/>
                    </a:cubicBezTo>
                    <a:cubicBezTo>
                      <a:pt x="139" y="119196"/>
                      <a:pt x="10037" y="143122"/>
                      <a:pt x="27653" y="160760"/>
                    </a:cubicBezTo>
                    <a:cubicBezTo>
                      <a:pt x="45269" y="178399"/>
                      <a:pt x="69164" y="188309"/>
                      <a:pt x="94077" y="188309"/>
                    </a:cubicBezTo>
                    <a:close/>
                  </a:path>
                </a:pathLst>
              </a:custGeom>
              <a:solidFill>
                <a:srgbClr val="228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8" name="任意多边形: 形状 257"/>
              <p:cNvSpPr/>
              <p:nvPr/>
            </p:nvSpPr>
            <p:spPr>
              <a:xfrm>
                <a:off x="11591972" y="16156057"/>
                <a:ext cx="360000" cy="360000"/>
              </a:xfrm>
              <a:custGeom>
                <a:avLst/>
                <a:gdLst>
                  <a:gd name="csX0" fmla="*/ 94154 w 187874"/>
                  <a:gd name="csY0" fmla="*/ 188373 h 188114"/>
                  <a:gd name="csX1" fmla="*/ 160578 w 187874"/>
                  <a:gd name="csY1" fmla="*/ 160824 h 188114"/>
                  <a:gd name="csX2" fmla="*/ 188092 w 187874"/>
                  <a:gd name="csY2" fmla="*/ 94315 h 188114"/>
                  <a:gd name="csX3" fmla="*/ 160578 w 187874"/>
                  <a:gd name="csY3" fmla="*/ 27807 h 188114"/>
                  <a:gd name="csX4" fmla="*/ 94154 w 187874"/>
                  <a:gd name="csY4" fmla="*/ 258 h 188114"/>
                  <a:gd name="csX5" fmla="*/ 27730 w 187874"/>
                  <a:gd name="csY5" fmla="*/ 27807 h 188114"/>
                  <a:gd name="csX6" fmla="*/ 217 w 187874"/>
                  <a:gd name="csY6" fmla="*/ 94315 h 188114"/>
                  <a:gd name="csX7" fmla="*/ 27730 w 187874"/>
                  <a:gd name="csY7" fmla="*/ 160824 h 188114"/>
                  <a:gd name="csX8" fmla="*/ 94154 w 187874"/>
                  <a:gd name="csY8" fmla="*/ 18837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4" y="188373"/>
                    </a:moveTo>
                    <a:cubicBezTo>
                      <a:pt x="119067" y="188373"/>
                      <a:pt x="142962" y="178462"/>
                      <a:pt x="160578" y="160824"/>
                    </a:cubicBezTo>
                    <a:cubicBezTo>
                      <a:pt x="178194" y="143185"/>
                      <a:pt x="188092" y="119259"/>
                      <a:pt x="188092" y="94315"/>
                    </a:cubicBezTo>
                    <a:cubicBezTo>
                      <a:pt x="188092" y="69371"/>
                      <a:pt x="178194" y="45445"/>
                      <a:pt x="160578" y="27807"/>
                    </a:cubicBezTo>
                    <a:cubicBezTo>
                      <a:pt x="142962" y="10168"/>
                      <a:pt x="119067" y="258"/>
                      <a:pt x="94154" y="258"/>
                    </a:cubicBezTo>
                    <a:cubicBezTo>
                      <a:pt x="69242" y="258"/>
                      <a:pt x="45346" y="10168"/>
                      <a:pt x="27730" y="27807"/>
                    </a:cubicBezTo>
                    <a:cubicBezTo>
                      <a:pt x="10115" y="45445"/>
                      <a:pt x="217" y="69371"/>
                      <a:pt x="217" y="94315"/>
                    </a:cubicBezTo>
                    <a:cubicBezTo>
                      <a:pt x="217" y="119259"/>
                      <a:pt x="10115" y="143185"/>
                      <a:pt x="27730" y="160824"/>
                    </a:cubicBezTo>
                    <a:cubicBezTo>
                      <a:pt x="45346" y="178462"/>
                      <a:pt x="69242" y="188373"/>
                      <a:pt x="94154" y="188373"/>
                    </a:cubicBezTo>
                    <a:close/>
                  </a:path>
                </a:pathLst>
              </a:custGeom>
              <a:solidFill>
                <a:srgbClr val="58C76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59" name="任意多边形: 形状 258"/>
              <p:cNvSpPr/>
              <p:nvPr/>
            </p:nvSpPr>
            <p:spPr>
              <a:xfrm>
                <a:off x="10020106" y="12044048"/>
                <a:ext cx="360000" cy="360000"/>
              </a:xfrm>
              <a:custGeom>
                <a:avLst/>
                <a:gdLst>
                  <a:gd name="csX0" fmla="*/ 94122 w 187874"/>
                  <a:gd name="csY0" fmla="*/ 188288 h 188114"/>
                  <a:gd name="csX1" fmla="*/ 160546 w 187874"/>
                  <a:gd name="csY1" fmla="*/ 160739 h 188114"/>
                  <a:gd name="csX2" fmla="*/ 188059 w 187874"/>
                  <a:gd name="csY2" fmla="*/ 94230 h 188114"/>
                  <a:gd name="csX3" fmla="*/ 160546 w 187874"/>
                  <a:gd name="csY3" fmla="*/ 27722 h 188114"/>
                  <a:gd name="csX4" fmla="*/ 94122 w 187874"/>
                  <a:gd name="csY4" fmla="*/ 173 h 188114"/>
                  <a:gd name="csX5" fmla="*/ 27698 w 187874"/>
                  <a:gd name="csY5" fmla="*/ 27722 h 188114"/>
                  <a:gd name="csX6" fmla="*/ 184 w 187874"/>
                  <a:gd name="csY6" fmla="*/ 94230 h 188114"/>
                  <a:gd name="csX7" fmla="*/ 27698 w 187874"/>
                  <a:gd name="csY7" fmla="*/ 160739 h 188114"/>
                  <a:gd name="csX8" fmla="*/ 94122 w 187874"/>
                  <a:gd name="csY8" fmla="*/ 18828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2" y="188288"/>
                    </a:moveTo>
                    <a:cubicBezTo>
                      <a:pt x="119034" y="188288"/>
                      <a:pt x="142930" y="178377"/>
                      <a:pt x="160546" y="160739"/>
                    </a:cubicBezTo>
                    <a:cubicBezTo>
                      <a:pt x="178161" y="143101"/>
                      <a:pt x="188059" y="119175"/>
                      <a:pt x="188059" y="94230"/>
                    </a:cubicBezTo>
                    <a:cubicBezTo>
                      <a:pt x="188059" y="69286"/>
                      <a:pt x="178161" y="45360"/>
                      <a:pt x="160546" y="27722"/>
                    </a:cubicBezTo>
                    <a:cubicBezTo>
                      <a:pt x="142930" y="10084"/>
                      <a:pt x="119034" y="173"/>
                      <a:pt x="94122" y="173"/>
                    </a:cubicBezTo>
                    <a:cubicBezTo>
                      <a:pt x="69209" y="173"/>
                      <a:pt x="45314" y="10084"/>
                      <a:pt x="27698" y="27722"/>
                    </a:cubicBezTo>
                    <a:cubicBezTo>
                      <a:pt x="10082" y="45360"/>
                      <a:pt x="184" y="69286"/>
                      <a:pt x="184" y="94230"/>
                    </a:cubicBezTo>
                    <a:cubicBezTo>
                      <a:pt x="184" y="119175"/>
                      <a:pt x="10082" y="143101"/>
                      <a:pt x="27698" y="160739"/>
                    </a:cubicBezTo>
                    <a:cubicBezTo>
                      <a:pt x="45314" y="178377"/>
                      <a:pt x="69209" y="188288"/>
                      <a:pt x="94122" y="188288"/>
                    </a:cubicBezTo>
                    <a:close/>
                  </a:path>
                </a:pathLst>
              </a:custGeom>
              <a:solidFill>
                <a:srgbClr val="4240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0" name="任意多边形: 形状 259"/>
              <p:cNvSpPr/>
              <p:nvPr/>
            </p:nvSpPr>
            <p:spPr>
              <a:xfrm>
                <a:off x="10687179" y="10695676"/>
                <a:ext cx="360000" cy="360000"/>
              </a:xfrm>
              <a:custGeom>
                <a:avLst/>
                <a:gdLst>
                  <a:gd name="csX0" fmla="*/ 94136 w 187874"/>
                  <a:gd name="csY0" fmla="*/ 188260 h 188114"/>
                  <a:gd name="csX1" fmla="*/ 160559 w 187874"/>
                  <a:gd name="csY1" fmla="*/ 160711 h 188114"/>
                  <a:gd name="csX2" fmla="*/ 188073 w 187874"/>
                  <a:gd name="csY2" fmla="*/ 94203 h 188114"/>
                  <a:gd name="csX3" fmla="*/ 160559 w 187874"/>
                  <a:gd name="csY3" fmla="*/ 27694 h 188114"/>
                  <a:gd name="csX4" fmla="*/ 94136 w 187874"/>
                  <a:gd name="csY4" fmla="*/ 145 h 188114"/>
                  <a:gd name="csX5" fmla="*/ 27712 w 187874"/>
                  <a:gd name="csY5" fmla="*/ 27694 h 188114"/>
                  <a:gd name="csX6" fmla="*/ 198 w 187874"/>
                  <a:gd name="csY6" fmla="*/ 94203 h 188114"/>
                  <a:gd name="csX7" fmla="*/ 27712 w 187874"/>
                  <a:gd name="csY7" fmla="*/ 160711 h 188114"/>
                  <a:gd name="csX8" fmla="*/ 94136 w 187874"/>
                  <a:gd name="csY8" fmla="*/ 18826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6" y="188260"/>
                    </a:moveTo>
                    <a:cubicBezTo>
                      <a:pt x="119048" y="188260"/>
                      <a:pt x="142944" y="178350"/>
                      <a:pt x="160559" y="160711"/>
                    </a:cubicBezTo>
                    <a:cubicBezTo>
                      <a:pt x="178175" y="143073"/>
                      <a:pt x="188073" y="119147"/>
                      <a:pt x="188073" y="94203"/>
                    </a:cubicBezTo>
                    <a:cubicBezTo>
                      <a:pt x="188073" y="69258"/>
                      <a:pt x="178175" y="45332"/>
                      <a:pt x="160559" y="27694"/>
                    </a:cubicBezTo>
                    <a:cubicBezTo>
                      <a:pt x="142944" y="10056"/>
                      <a:pt x="119048" y="145"/>
                      <a:pt x="94136" y="145"/>
                    </a:cubicBezTo>
                    <a:cubicBezTo>
                      <a:pt x="69223" y="145"/>
                      <a:pt x="45328" y="10056"/>
                      <a:pt x="27712" y="27694"/>
                    </a:cubicBezTo>
                    <a:cubicBezTo>
                      <a:pt x="10096" y="45332"/>
                      <a:pt x="198" y="69258"/>
                      <a:pt x="198" y="94203"/>
                    </a:cubicBezTo>
                    <a:cubicBezTo>
                      <a:pt x="198" y="119147"/>
                      <a:pt x="10096" y="143073"/>
                      <a:pt x="27712" y="160711"/>
                    </a:cubicBezTo>
                    <a:cubicBezTo>
                      <a:pt x="45328" y="178350"/>
                      <a:pt x="69223" y="188260"/>
                      <a:pt x="94136" y="188260"/>
                    </a:cubicBezTo>
                    <a:close/>
                  </a:path>
                </a:pathLst>
              </a:custGeom>
              <a:solidFill>
                <a:srgbClr val="2389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1" name="任意多边形: 形状 260"/>
              <p:cNvSpPr/>
              <p:nvPr/>
            </p:nvSpPr>
            <p:spPr>
              <a:xfrm>
                <a:off x="9766191" y="12261573"/>
                <a:ext cx="360000" cy="360000"/>
              </a:xfrm>
              <a:custGeom>
                <a:avLst/>
                <a:gdLst>
                  <a:gd name="csX0" fmla="*/ 94117 w 187874"/>
                  <a:gd name="csY0" fmla="*/ 188292 h 188114"/>
                  <a:gd name="csX1" fmla="*/ 160540 w 187874"/>
                  <a:gd name="csY1" fmla="*/ 160744 h 188114"/>
                  <a:gd name="csX2" fmla="*/ 188054 w 187874"/>
                  <a:gd name="csY2" fmla="*/ 94235 h 188114"/>
                  <a:gd name="csX3" fmla="*/ 160540 w 187874"/>
                  <a:gd name="csY3" fmla="*/ 27726 h 188114"/>
                  <a:gd name="csX4" fmla="*/ 94117 w 187874"/>
                  <a:gd name="csY4" fmla="*/ 178 h 188114"/>
                  <a:gd name="csX5" fmla="*/ 27693 w 187874"/>
                  <a:gd name="csY5" fmla="*/ 27726 h 188114"/>
                  <a:gd name="csX6" fmla="*/ 179 w 187874"/>
                  <a:gd name="csY6" fmla="*/ 94235 h 188114"/>
                  <a:gd name="csX7" fmla="*/ 27693 w 187874"/>
                  <a:gd name="csY7" fmla="*/ 160744 h 188114"/>
                  <a:gd name="csX8" fmla="*/ 94117 w 187874"/>
                  <a:gd name="csY8" fmla="*/ 18829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7" y="188292"/>
                    </a:moveTo>
                    <a:cubicBezTo>
                      <a:pt x="119029" y="188292"/>
                      <a:pt x="142925" y="178382"/>
                      <a:pt x="160540" y="160744"/>
                    </a:cubicBezTo>
                    <a:cubicBezTo>
                      <a:pt x="178156" y="143105"/>
                      <a:pt x="188054" y="119179"/>
                      <a:pt x="188054" y="94235"/>
                    </a:cubicBezTo>
                    <a:cubicBezTo>
                      <a:pt x="188054" y="69291"/>
                      <a:pt x="178156" y="45365"/>
                      <a:pt x="160540" y="27726"/>
                    </a:cubicBezTo>
                    <a:cubicBezTo>
                      <a:pt x="142925" y="10088"/>
                      <a:pt x="119029" y="178"/>
                      <a:pt x="94117" y="178"/>
                    </a:cubicBezTo>
                    <a:cubicBezTo>
                      <a:pt x="69204" y="178"/>
                      <a:pt x="45309" y="10088"/>
                      <a:pt x="27693" y="27726"/>
                    </a:cubicBezTo>
                    <a:cubicBezTo>
                      <a:pt x="10077" y="45365"/>
                      <a:pt x="179" y="69291"/>
                      <a:pt x="179" y="94235"/>
                    </a:cubicBezTo>
                    <a:cubicBezTo>
                      <a:pt x="179" y="119179"/>
                      <a:pt x="10077" y="143105"/>
                      <a:pt x="27693" y="160744"/>
                    </a:cubicBezTo>
                    <a:cubicBezTo>
                      <a:pt x="45309" y="178382"/>
                      <a:pt x="69204" y="188292"/>
                      <a:pt x="94117" y="188292"/>
                    </a:cubicBezTo>
                    <a:close/>
                  </a:path>
                </a:pathLst>
              </a:custGeom>
              <a:solidFill>
                <a:srgbClr val="4240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2" name="任意多边形: 形状 261"/>
              <p:cNvSpPr/>
              <p:nvPr/>
            </p:nvSpPr>
            <p:spPr>
              <a:xfrm>
                <a:off x="10885416" y="15326883"/>
                <a:ext cx="360000" cy="360000"/>
              </a:xfrm>
              <a:custGeom>
                <a:avLst/>
                <a:gdLst>
                  <a:gd name="csX0" fmla="*/ 94140 w 187874"/>
                  <a:gd name="csY0" fmla="*/ 188356 h 188114"/>
                  <a:gd name="csX1" fmla="*/ 160563 w 187874"/>
                  <a:gd name="csY1" fmla="*/ 160807 h 188114"/>
                  <a:gd name="csX2" fmla="*/ 188077 w 187874"/>
                  <a:gd name="csY2" fmla="*/ 94298 h 188114"/>
                  <a:gd name="csX3" fmla="*/ 160563 w 187874"/>
                  <a:gd name="csY3" fmla="*/ 27789 h 188114"/>
                  <a:gd name="csX4" fmla="*/ 94140 w 187874"/>
                  <a:gd name="csY4" fmla="*/ 241 h 188114"/>
                  <a:gd name="csX5" fmla="*/ 27716 w 187874"/>
                  <a:gd name="csY5" fmla="*/ 27789 h 188114"/>
                  <a:gd name="csX6" fmla="*/ 202 w 187874"/>
                  <a:gd name="csY6" fmla="*/ 94298 h 188114"/>
                  <a:gd name="csX7" fmla="*/ 27716 w 187874"/>
                  <a:gd name="csY7" fmla="*/ 160807 h 188114"/>
                  <a:gd name="csX8" fmla="*/ 94140 w 187874"/>
                  <a:gd name="csY8" fmla="*/ 18835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0" y="188356"/>
                    </a:moveTo>
                    <a:cubicBezTo>
                      <a:pt x="119052" y="188356"/>
                      <a:pt x="142948" y="178445"/>
                      <a:pt x="160563" y="160807"/>
                    </a:cubicBezTo>
                    <a:cubicBezTo>
                      <a:pt x="178179" y="143168"/>
                      <a:pt x="188077" y="119242"/>
                      <a:pt x="188077" y="94298"/>
                    </a:cubicBezTo>
                    <a:cubicBezTo>
                      <a:pt x="188077" y="69354"/>
                      <a:pt x="178179" y="45428"/>
                      <a:pt x="160563" y="27789"/>
                    </a:cubicBezTo>
                    <a:cubicBezTo>
                      <a:pt x="142948" y="10151"/>
                      <a:pt x="119052" y="241"/>
                      <a:pt x="94140" y="241"/>
                    </a:cubicBezTo>
                    <a:cubicBezTo>
                      <a:pt x="69227" y="241"/>
                      <a:pt x="45332" y="10151"/>
                      <a:pt x="27716" y="27789"/>
                    </a:cubicBezTo>
                    <a:cubicBezTo>
                      <a:pt x="10100" y="45428"/>
                      <a:pt x="202" y="69354"/>
                      <a:pt x="202" y="94298"/>
                    </a:cubicBezTo>
                    <a:cubicBezTo>
                      <a:pt x="202" y="119242"/>
                      <a:pt x="10100" y="143168"/>
                      <a:pt x="27716" y="160807"/>
                    </a:cubicBezTo>
                    <a:cubicBezTo>
                      <a:pt x="45332" y="178445"/>
                      <a:pt x="69227" y="188356"/>
                      <a:pt x="94140" y="188356"/>
                    </a:cubicBezTo>
                    <a:close/>
                  </a:path>
                </a:pathLst>
              </a:custGeom>
              <a:solidFill>
                <a:srgbClr val="1F95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3" name="任意多边形: 形状 262"/>
              <p:cNvSpPr/>
              <p:nvPr/>
            </p:nvSpPr>
            <p:spPr>
              <a:xfrm>
                <a:off x="10691065" y="12039017"/>
                <a:ext cx="360000" cy="360000"/>
              </a:xfrm>
              <a:custGeom>
                <a:avLst/>
                <a:gdLst>
                  <a:gd name="csX0" fmla="*/ 94136 w 187874"/>
                  <a:gd name="csY0" fmla="*/ 188288 h 188114"/>
                  <a:gd name="csX1" fmla="*/ 160559 w 187874"/>
                  <a:gd name="csY1" fmla="*/ 160739 h 188114"/>
                  <a:gd name="csX2" fmla="*/ 188073 w 187874"/>
                  <a:gd name="csY2" fmla="*/ 94230 h 188114"/>
                  <a:gd name="csX3" fmla="*/ 160559 w 187874"/>
                  <a:gd name="csY3" fmla="*/ 27722 h 188114"/>
                  <a:gd name="csX4" fmla="*/ 94136 w 187874"/>
                  <a:gd name="csY4" fmla="*/ 173 h 188114"/>
                  <a:gd name="csX5" fmla="*/ 27712 w 187874"/>
                  <a:gd name="csY5" fmla="*/ 27722 h 188114"/>
                  <a:gd name="csX6" fmla="*/ 198 w 187874"/>
                  <a:gd name="csY6" fmla="*/ 94230 h 188114"/>
                  <a:gd name="csX7" fmla="*/ 27712 w 187874"/>
                  <a:gd name="csY7" fmla="*/ 160739 h 188114"/>
                  <a:gd name="csX8" fmla="*/ 94136 w 187874"/>
                  <a:gd name="csY8" fmla="*/ 18828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6" y="188288"/>
                    </a:moveTo>
                    <a:cubicBezTo>
                      <a:pt x="119048" y="188288"/>
                      <a:pt x="142944" y="178377"/>
                      <a:pt x="160559" y="160739"/>
                    </a:cubicBezTo>
                    <a:cubicBezTo>
                      <a:pt x="178175" y="143101"/>
                      <a:pt x="188073" y="119175"/>
                      <a:pt x="188073" y="94230"/>
                    </a:cubicBezTo>
                    <a:cubicBezTo>
                      <a:pt x="188073" y="69286"/>
                      <a:pt x="178175" y="45360"/>
                      <a:pt x="160559" y="27722"/>
                    </a:cubicBezTo>
                    <a:cubicBezTo>
                      <a:pt x="142944" y="10083"/>
                      <a:pt x="119048" y="173"/>
                      <a:pt x="94136" y="173"/>
                    </a:cubicBezTo>
                    <a:cubicBezTo>
                      <a:pt x="69223" y="173"/>
                      <a:pt x="45328" y="10083"/>
                      <a:pt x="27712" y="27722"/>
                    </a:cubicBezTo>
                    <a:cubicBezTo>
                      <a:pt x="10096" y="45360"/>
                      <a:pt x="198" y="69286"/>
                      <a:pt x="198" y="94230"/>
                    </a:cubicBezTo>
                    <a:cubicBezTo>
                      <a:pt x="198" y="119175"/>
                      <a:pt x="10096" y="143101"/>
                      <a:pt x="27712" y="160739"/>
                    </a:cubicBezTo>
                    <a:cubicBezTo>
                      <a:pt x="45328" y="178377"/>
                      <a:pt x="69223" y="188288"/>
                      <a:pt x="94136" y="188288"/>
                    </a:cubicBezTo>
                    <a:close/>
                  </a:path>
                </a:pathLst>
              </a:custGeom>
              <a:solidFill>
                <a:srgbClr val="443A8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4" name="任意多边形: 形状 263"/>
              <p:cNvSpPr/>
              <p:nvPr/>
            </p:nvSpPr>
            <p:spPr>
              <a:xfrm>
                <a:off x="8121193" y="11359865"/>
                <a:ext cx="360000" cy="360000"/>
              </a:xfrm>
              <a:custGeom>
                <a:avLst/>
                <a:gdLst>
                  <a:gd name="csX0" fmla="*/ 94083 w 187874"/>
                  <a:gd name="csY0" fmla="*/ 188274 h 188114"/>
                  <a:gd name="csX1" fmla="*/ 160506 w 187874"/>
                  <a:gd name="csY1" fmla="*/ 160725 h 188114"/>
                  <a:gd name="csX2" fmla="*/ 188020 w 187874"/>
                  <a:gd name="csY2" fmla="*/ 94216 h 188114"/>
                  <a:gd name="csX3" fmla="*/ 160506 w 187874"/>
                  <a:gd name="csY3" fmla="*/ 27708 h 188114"/>
                  <a:gd name="csX4" fmla="*/ 94083 w 187874"/>
                  <a:gd name="csY4" fmla="*/ 159 h 188114"/>
                  <a:gd name="csX5" fmla="*/ 27659 w 187874"/>
                  <a:gd name="csY5" fmla="*/ 27708 h 188114"/>
                  <a:gd name="csX6" fmla="*/ 145 w 187874"/>
                  <a:gd name="csY6" fmla="*/ 94216 h 188114"/>
                  <a:gd name="csX7" fmla="*/ 27659 w 187874"/>
                  <a:gd name="csY7" fmla="*/ 160725 h 188114"/>
                  <a:gd name="csX8" fmla="*/ 94083 w 187874"/>
                  <a:gd name="csY8" fmla="*/ 18827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3" y="188274"/>
                    </a:moveTo>
                    <a:cubicBezTo>
                      <a:pt x="118995" y="188274"/>
                      <a:pt x="142891" y="178363"/>
                      <a:pt x="160506" y="160725"/>
                    </a:cubicBezTo>
                    <a:cubicBezTo>
                      <a:pt x="178122" y="143087"/>
                      <a:pt x="188020" y="119161"/>
                      <a:pt x="188020" y="94216"/>
                    </a:cubicBezTo>
                    <a:cubicBezTo>
                      <a:pt x="188020" y="69272"/>
                      <a:pt x="178122" y="45346"/>
                      <a:pt x="160506" y="27708"/>
                    </a:cubicBezTo>
                    <a:cubicBezTo>
                      <a:pt x="142891" y="10069"/>
                      <a:pt x="118995" y="159"/>
                      <a:pt x="94083" y="159"/>
                    </a:cubicBezTo>
                    <a:cubicBezTo>
                      <a:pt x="69170" y="159"/>
                      <a:pt x="45275" y="10069"/>
                      <a:pt x="27659" y="27708"/>
                    </a:cubicBezTo>
                    <a:cubicBezTo>
                      <a:pt x="10043" y="45346"/>
                      <a:pt x="145" y="69272"/>
                      <a:pt x="145" y="94216"/>
                    </a:cubicBezTo>
                    <a:cubicBezTo>
                      <a:pt x="145" y="119161"/>
                      <a:pt x="10043" y="143087"/>
                      <a:pt x="27659" y="160725"/>
                    </a:cubicBezTo>
                    <a:cubicBezTo>
                      <a:pt x="45275" y="178363"/>
                      <a:pt x="69170" y="188274"/>
                      <a:pt x="94083" y="188274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5" name="任意多边形: 形状 264"/>
              <p:cNvSpPr/>
              <p:nvPr/>
            </p:nvSpPr>
            <p:spPr>
              <a:xfrm>
                <a:off x="14835574" y="14668886"/>
                <a:ext cx="360000" cy="360000"/>
              </a:xfrm>
              <a:custGeom>
                <a:avLst/>
                <a:gdLst>
                  <a:gd name="csX0" fmla="*/ 94221 w 187874"/>
                  <a:gd name="csY0" fmla="*/ 188342 h 188114"/>
                  <a:gd name="csX1" fmla="*/ 160645 w 187874"/>
                  <a:gd name="csY1" fmla="*/ 160793 h 188114"/>
                  <a:gd name="csX2" fmla="*/ 188159 w 187874"/>
                  <a:gd name="csY2" fmla="*/ 94285 h 188114"/>
                  <a:gd name="csX3" fmla="*/ 160645 w 187874"/>
                  <a:gd name="csY3" fmla="*/ 27776 h 188114"/>
                  <a:gd name="csX4" fmla="*/ 94221 w 187874"/>
                  <a:gd name="csY4" fmla="*/ 227 h 188114"/>
                  <a:gd name="csX5" fmla="*/ 27797 w 187874"/>
                  <a:gd name="csY5" fmla="*/ 27776 h 188114"/>
                  <a:gd name="csX6" fmla="*/ 284 w 187874"/>
                  <a:gd name="csY6" fmla="*/ 94285 h 188114"/>
                  <a:gd name="csX7" fmla="*/ 27797 w 187874"/>
                  <a:gd name="csY7" fmla="*/ 160793 h 188114"/>
                  <a:gd name="csX8" fmla="*/ 94221 w 187874"/>
                  <a:gd name="csY8" fmla="*/ 18834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221" y="188342"/>
                    </a:moveTo>
                    <a:cubicBezTo>
                      <a:pt x="119134" y="188342"/>
                      <a:pt x="143029" y="178431"/>
                      <a:pt x="160645" y="160793"/>
                    </a:cubicBezTo>
                    <a:cubicBezTo>
                      <a:pt x="178261" y="143155"/>
                      <a:pt x="188159" y="119229"/>
                      <a:pt x="188159" y="94285"/>
                    </a:cubicBezTo>
                    <a:cubicBezTo>
                      <a:pt x="188159" y="69340"/>
                      <a:pt x="178261" y="45414"/>
                      <a:pt x="160645" y="27776"/>
                    </a:cubicBezTo>
                    <a:cubicBezTo>
                      <a:pt x="143029" y="10138"/>
                      <a:pt x="119134" y="227"/>
                      <a:pt x="94221" y="227"/>
                    </a:cubicBezTo>
                    <a:cubicBezTo>
                      <a:pt x="69309" y="227"/>
                      <a:pt x="45413" y="10138"/>
                      <a:pt x="27797" y="27776"/>
                    </a:cubicBezTo>
                    <a:cubicBezTo>
                      <a:pt x="10181" y="45414"/>
                      <a:pt x="284" y="69340"/>
                      <a:pt x="284" y="94285"/>
                    </a:cubicBezTo>
                    <a:cubicBezTo>
                      <a:pt x="284" y="119229"/>
                      <a:pt x="10181" y="143155"/>
                      <a:pt x="27797" y="160793"/>
                    </a:cubicBezTo>
                    <a:cubicBezTo>
                      <a:pt x="45413" y="178431"/>
                      <a:pt x="69309" y="188342"/>
                      <a:pt x="94221" y="188342"/>
                    </a:cubicBezTo>
                    <a:close/>
                  </a:path>
                </a:pathLst>
              </a:custGeom>
              <a:solidFill>
                <a:srgbClr val="93D74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6" name="任意多边形: 形状 265"/>
              <p:cNvSpPr/>
              <p:nvPr/>
            </p:nvSpPr>
            <p:spPr>
              <a:xfrm>
                <a:off x="10121886" y="12706767"/>
                <a:ext cx="360000" cy="360000"/>
              </a:xfrm>
              <a:custGeom>
                <a:avLst/>
                <a:gdLst>
                  <a:gd name="csX0" fmla="*/ 94124 w 187874"/>
                  <a:gd name="csY0" fmla="*/ 188302 h 188114"/>
                  <a:gd name="csX1" fmla="*/ 160548 w 187874"/>
                  <a:gd name="csY1" fmla="*/ 160753 h 188114"/>
                  <a:gd name="csX2" fmla="*/ 188061 w 187874"/>
                  <a:gd name="csY2" fmla="*/ 94244 h 188114"/>
                  <a:gd name="csX3" fmla="*/ 160548 w 187874"/>
                  <a:gd name="csY3" fmla="*/ 27736 h 188114"/>
                  <a:gd name="csX4" fmla="*/ 94124 w 187874"/>
                  <a:gd name="csY4" fmla="*/ 187 h 188114"/>
                  <a:gd name="csX5" fmla="*/ 27700 w 187874"/>
                  <a:gd name="csY5" fmla="*/ 27736 h 188114"/>
                  <a:gd name="csX6" fmla="*/ 186 w 187874"/>
                  <a:gd name="csY6" fmla="*/ 94244 h 188114"/>
                  <a:gd name="csX7" fmla="*/ 27700 w 187874"/>
                  <a:gd name="csY7" fmla="*/ 160753 h 188114"/>
                  <a:gd name="csX8" fmla="*/ 94124 w 187874"/>
                  <a:gd name="csY8" fmla="*/ 18830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4" y="188302"/>
                    </a:moveTo>
                    <a:cubicBezTo>
                      <a:pt x="119036" y="188302"/>
                      <a:pt x="142932" y="178391"/>
                      <a:pt x="160548" y="160753"/>
                    </a:cubicBezTo>
                    <a:cubicBezTo>
                      <a:pt x="178164" y="143114"/>
                      <a:pt x="188061" y="119188"/>
                      <a:pt x="188061" y="94244"/>
                    </a:cubicBezTo>
                    <a:cubicBezTo>
                      <a:pt x="188061" y="69300"/>
                      <a:pt x="178164" y="45374"/>
                      <a:pt x="160548" y="27736"/>
                    </a:cubicBezTo>
                    <a:cubicBezTo>
                      <a:pt x="142932" y="10097"/>
                      <a:pt x="119036" y="187"/>
                      <a:pt x="94124" y="187"/>
                    </a:cubicBezTo>
                    <a:cubicBezTo>
                      <a:pt x="69211" y="187"/>
                      <a:pt x="45316" y="10097"/>
                      <a:pt x="27700" y="27736"/>
                    </a:cubicBezTo>
                    <a:cubicBezTo>
                      <a:pt x="10084" y="45374"/>
                      <a:pt x="186" y="69300"/>
                      <a:pt x="186" y="94244"/>
                    </a:cubicBezTo>
                    <a:cubicBezTo>
                      <a:pt x="186" y="119188"/>
                      <a:pt x="10084" y="143114"/>
                      <a:pt x="27700" y="160753"/>
                    </a:cubicBezTo>
                    <a:cubicBezTo>
                      <a:pt x="45316" y="178391"/>
                      <a:pt x="69211" y="188302"/>
                      <a:pt x="94124" y="188302"/>
                    </a:cubicBezTo>
                    <a:close/>
                  </a:path>
                </a:pathLst>
              </a:custGeom>
              <a:solidFill>
                <a:srgbClr val="48267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7" name="任意多边形: 形状 266"/>
              <p:cNvSpPr/>
              <p:nvPr/>
            </p:nvSpPr>
            <p:spPr>
              <a:xfrm>
                <a:off x="7036721" y="12535380"/>
                <a:ext cx="360000" cy="360000"/>
              </a:xfrm>
              <a:custGeom>
                <a:avLst/>
                <a:gdLst>
                  <a:gd name="csX0" fmla="*/ 94060 w 187874"/>
                  <a:gd name="csY0" fmla="*/ 188298 h 188114"/>
                  <a:gd name="csX1" fmla="*/ 160484 w 187874"/>
                  <a:gd name="csY1" fmla="*/ 160749 h 188114"/>
                  <a:gd name="csX2" fmla="*/ 187998 w 187874"/>
                  <a:gd name="csY2" fmla="*/ 94241 h 188114"/>
                  <a:gd name="csX3" fmla="*/ 160484 w 187874"/>
                  <a:gd name="csY3" fmla="*/ 27732 h 188114"/>
                  <a:gd name="csX4" fmla="*/ 94060 w 187874"/>
                  <a:gd name="csY4" fmla="*/ 183 h 188114"/>
                  <a:gd name="csX5" fmla="*/ 27637 w 187874"/>
                  <a:gd name="csY5" fmla="*/ 27732 h 188114"/>
                  <a:gd name="csX6" fmla="*/ 123 w 187874"/>
                  <a:gd name="csY6" fmla="*/ 94241 h 188114"/>
                  <a:gd name="csX7" fmla="*/ 27637 w 187874"/>
                  <a:gd name="csY7" fmla="*/ 160749 h 188114"/>
                  <a:gd name="csX8" fmla="*/ 94060 w 187874"/>
                  <a:gd name="csY8" fmla="*/ 18829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60" y="188298"/>
                    </a:moveTo>
                    <a:cubicBezTo>
                      <a:pt x="118973" y="188298"/>
                      <a:pt x="142868" y="178388"/>
                      <a:pt x="160484" y="160749"/>
                    </a:cubicBezTo>
                    <a:cubicBezTo>
                      <a:pt x="178100" y="143111"/>
                      <a:pt x="187998" y="119185"/>
                      <a:pt x="187998" y="94241"/>
                    </a:cubicBezTo>
                    <a:cubicBezTo>
                      <a:pt x="187998" y="69296"/>
                      <a:pt x="178100" y="45370"/>
                      <a:pt x="160484" y="27732"/>
                    </a:cubicBezTo>
                    <a:cubicBezTo>
                      <a:pt x="142868" y="10094"/>
                      <a:pt x="118973" y="183"/>
                      <a:pt x="94060" y="183"/>
                    </a:cubicBezTo>
                    <a:cubicBezTo>
                      <a:pt x="69148" y="183"/>
                      <a:pt x="45252" y="10094"/>
                      <a:pt x="27637" y="27732"/>
                    </a:cubicBezTo>
                    <a:cubicBezTo>
                      <a:pt x="10021" y="45370"/>
                      <a:pt x="123" y="69296"/>
                      <a:pt x="123" y="94241"/>
                    </a:cubicBezTo>
                    <a:cubicBezTo>
                      <a:pt x="123" y="119185"/>
                      <a:pt x="10021" y="143111"/>
                      <a:pt x="27637" y="160749"/>
                    </a:cubicBezTo>
                    <a:cubicBezTo>
                      <a:pt x="45252" y="178388"/>
                      <a:pt x="69148" y="188298"/>
                      <a:pt x="94060" y="188298"/>
                    </a:cubicBezTo>
                    <a:close/>
                  </a:path>
                </a:pathLst>
              </a:custGeom>
              <a:solidFill>
                <a:srgbClr val="2FB47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8" name="任意多边形: 形状 267"/>
              <p:cNvSpPr/>
              <p:nvPr/>
            </p:nvSpPr>
            <p:spPr>
              <a:xfrm>
                <a:off x="10647634" y="16255711"/>
                <a:ext cx="360000" cy="360000"/>
              </a:xfrm>
              <a:custGeom>
                <a:avLst/>
                <a:gdLst>
                  <a:gd name="csX0" fmla="*/ 94135 w 187874"/>
                  <a:gd name="csY0" fmla="*/ 188375 h 188114"/>
                  <a:gd name="csX1" fmla="*/ 160559 w 187874"/>
                  <a:gd name="csY1" fmla="*/ 160826 h 188114"/>
                  <a:gd name="csX2" fmla="*/ 188072 w 187874"/>
                  <a:gd name="csY2" fmla="*/ 94317 h 188114"/>
                  <a:gd name="csX3" fmla="*/ 160559 w 187874"/>
                  <a:gd name="csY3" fmla="*/ 27809 h 188114"/>
                  <a:gd name="csX4" fmla="*/ 94135 w 187874"/>
                  <a:gd name="csY4" fmla="*/ 260 h 188114"/>
                  <a:gd name="csX5" fmla="*/ 27711 w 187874"/>
                  <a:gd name="csY5" fmla="*/ 27809 h 188114"/>
                  <a:gd name="csX6" fmla="*/ 197 w 187874"/>
                  <a:gd name="csY6" fmla="*/ 94317 h 188114"/>
                  <a:gd name="csX7" fmla="*/ 27711 w 187874"/>
                  <a:gd name="csY7" fmla="*/ 160826 h 188114"/>
                  <a:gd name="csX8" fmla="*/ 94135 w 187874"/>
                  <a:gd name="csY8" fmla="*/ 18837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5" y="188375"/>
                    </a:moveTo>
                    <a:cubicBezTo>
                      <a:pt x="119047" y="188375"/>
                      <a:pt x="142943" y="178464"/>
                      <a:pt x="160559" y="160826"/>
                    </a:cubicBezTo>
                    <a:cubicBezTo>
                      <a:pt x="178174" y="143188"/>
                      <a:pt x="188072" y="119262"/>
                      <a:pt x="188072" y="94317"/>
                    </a:cubicBezTo>
                    <a:cubicBezTo>
                      <a:pt x="188072" y="69373"/>
                      <a:pt x="178174" y="45447"/>
                      <a:pt x="160559" y="27809"/>
                    </a:cubicBezTo>
                    <a:cubicBezTo>
                      <a:pt x="142943" y="10170"/>
                      <a:pt x="119047" y="260"/>
                      <a:pt x="94135" y="260"/>
                    </a:cubicBezTo>
                    <a:cubicBezTo>
                      <a:pt x="69222" y="260"/>
                      <a:pt x="45327" y="10170"/>
                      <a:pt x="27711" y="27809"/>
                    </a:cubicBezTo>
                    <a:cubicBezTo>
                      <a:pt x="10095" y="45447"/>
                      <a:pt x="197" y="69373"/>
                      <a:pt x="197" y="94317"/>
                    </a:cubicBezTo>
                    <a:cubicBezTo>
                      <a:pt x="197" y="119262"/>
                      <a:pt x="10095" y="143188"/>
                      <a:pt x="27711" y="160826"/>
                    </a:cubicBezTo>
                    <a:cubicBezTo>
                      <a:pt x="45327" y="178464"/>
                      <a:pt x="69222" y="188375"/>
                      <a:pt x="94135" y="188375"/>
                    </a:cubicBezTo>
                    <a:close/>
                  </a:path>
                </a:pathLst>
              </a:custGeom>
              <a:solidFill>
                <a:srgbClr val="58C76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69" name="任意多边形: 形状 268"/>
              <p:cNvSpPr/>
              <p:nvPr/>
            </p:nvSpPr>
            <p:spPr>
              <a:xfrm>
                <a:off x="11864256" y="13667891"/>
                <a:ext cx="360000" cy="360000"/>
              </a:xfrm>
              <a:custGeom>
                <a:avLst/>
                <a:gdLst>
                  <a:gd name="csX0" fmla="*/ 94160 w 187874"/>
                  <a:gd name="csY0" fmla="*/ 188321 h 188114"/>
                  <a:gd name="csX1" fmla="*/ 160584 w 187874"/>
                  <a:gd name="csY1" fmla="*/ 160773 h 188114"/>
                  <a:gd name="csX2" fmla="*/ 188097 w 187874"/>
                  <a:gd name="csY2" fmla="*/ 94264 h 188114"/>
                  <a:gd name="csX3" fmla="*/ 160584 w 187874"/>
                  <a:gd name="csY3" fmla="*/ 27755 h 188114"/>
                  <a:gd name="csX4" fmla="*/ 94160 w 187874"/>
                  <a:gd name="csY4" fmla="*/ 206 h 188114"/>
                  <a:gd name="csX5" fmla="*/ 27736 w 187874"/>
                  <a:gd name="csY5" fmla="*/ 27755 h 188114"/>
                  <a:gd name="csX6" fmla="*/ 222 w 187874"/>
                  <a:gd name="csY6" fmla="*/ 94264 h 188114"/>
                  <a:gd name="csX7" fmla="*/ 27736 w 187874"/>
                  <a:gd name="csY7" fmla="*/ 160773 h 188114"/>
                  <a:gd name="csX8" fmla="*/ 94160 w 187874"/>
                  <a:gd name="csY8" fmla="*/ 18832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0" y="188321"/>
                    </a:moveTo>
                    <a:cubicBezTo>
                      <a:pt x="119072" y="188321"/>
                      <a:pt x="142968" y="178411"/>
                      <a:pt x="160584" y="160773"/>
                    </a:cubicBezTo>
                    <a:cubicBezTo>
                      <a:pt x="178199" y="143134"/>
                      <a:pt x="188097" y="119208"/>
                      <a:pt x="188097" y="94264"/>
                    </a:cubicBezTo>
                    <a:cubicBezTo>
                      <a:pt x="188097" y="69320"/>
                      <a:pt x="178199" y="45394"/>
                      <a:pt x="160584" y="27755"/>
                    </a:cubicBezTo>
                    <a:cubicBezTo>
                      <a:pt x="142968" y="10117"/>
                      <a:pt x="119072" y="206"/>
                      <a:pt x="94160" y="206"/>
                    </a:cubicBezTo>
                    <a:cubicBezTo>
                      <a:pt x="69247" y="206"/>
                      <a:pt x="45352" y="10117"/>
                      <a:pt x="27736" y="27755"/>
                    </a:cubicBezTo>
                    <a:cubicBezTo>
                      <a:pt x="10120" y="45394"/>
                      <a:pt x="222" y="69320"/>
                      <a:pt x="222" y="94264"/>
                    </a:cubicBezTo>
                    <a:cubicBezTo>
                      <a:pt x="222" y="119208"/>
                      <a:pt x="10120" y="143134"/>
                      <a:pt x="27736" y="160773"/>
                    </a:cubicBezTo>
                    <a:cubicBezTo>
                      <a:pt x="45352" y="178411"/>
                      <a:pt x="69247" y="188321"/>
                      <a:pt x="94160" y="188321"/>
                    </a:cubicBezTo>
                    <a:close/>
                  </a:path>
                </a:pathLst>
              </a:custGeom>
              <a:solidFill>
                <a:srgbClr val="3C50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0" name="任意多边形: 形状 269"/>
              <p:cNvSpPr/>
              <p:nvPr/>
            </p:nvSpPr>
            <p:spPr>
              <a:xfrm>
                <a:off x="12680144" y="10572293"/>
                <a:ext cx="360000" cy="360000"/>
              </a:xfrm>
              <a:custGeom>
                <a:avLst/>
                <a:gdLst>
                  <a:gd name="csX0" fmla="*/ 94177 w 187874"/>
                  <a:gd name="csY0" fmla="*/ 188258 h 188114"/>
                  <a:gd name="csX1" fmla="*/ 160600 w 187874"/>
                  <a:gd name="csY1" fmla="*/ 160709 h 188114"/>
                  <a:gd name="csX2" fmla="*/ 188114 w 187874"/>
                  <a:gd name="csY2" fmla="*/ 94200 h 188114"/>
                  <a:gd name="csX3" fmla="*/ 160600 w 187874"/>
                  <a:gd name="csY3" fmla="*/ 27692 h 188114"/>
                  <a:gd name="csX4" fmla="*/ 94177 w 187874"/>
                  <a:gd name="csY4" fmla="*/ 143 h 188114"/>
                  <a:gd name="csX5" fmla="*/ 27753 w 187874"/>
                  <a:gd name="csY5" fmla="*/ 27692 h 188114"/>
                  <a:gd name="csX6" fmla="*/ 239 w 187874"/>
                  <a:gd name="csY6" fmla="*/ 94200 h 188114"/>
                  <a:gd name="csX7" fmla="*/ 27753 w 187874"/>
                  <a:gd name="csY7" fmla="*/ 160709 h 188114"/>
                  <a:gd name="csX8" fmla="*/ 94177 w 187874"/>
                  <a:gd name="csY8" fmla="*/ 18825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7" y="188258"/>
                    </a:moveTo>
                    <a:cubicBezTo>
                      <a:pt x="119089" y="188258"/>
                      <a:pt x="142985" y="178347"/>
                      <a:pt x="160600" y="160709"/>
                    </a:cubicBezTo>
                    <a:cubicBezTo>
                      <a:pt x="178216" y="143071"/>
                      <a:pt x="188114" y="119145"/>
                      <a:pt x="188114" y="94200"/>
                    </a:cubicBezTo>
                    <a:cubicBezTo>
                      <a:pt x="188114" y="69256"/>
                      <a:pt x="178216" y="45330"/>
                      <a:pt x="160600" y="27692"/>
                    </a:cubicBezTo>
                    <a:cubicBezTo>
                      <a:pt x="142985" y="10053"/>
                      <a:pt x="119089" y="143"/>
                      <a:pt x="94177" y="143"/>
                    </a:cubicBezTo>
                    <a:cubicBezTo>
                      <a:pt x="69264" y="143"/>
                      <a:pt x="45369" y="10053"/>
                      <a:pt x="27753" y="27692"/>
                    </a:cubicBezTo>
                    <a:cubicBezTo>
                      <a:pt x="10137" y="45330"/>
                      <a:pt x="239" y="69256"/>
                      <a:pt x="239" y="94200"/>
                    </a:cubicBezTo>
                    <a:cubicBezTo>
                      <a:pt x="239" y="119145"/>
                      <a:pt x="10137" y="143071"/>
                      <a:pt x="27753" y="160709"/>
                    </a:cubicBezTo>
                    <a:cubicBezTo>
                      <a:pt x="45369" y="178347"/>
                      <a:pt x="69264" y="188258"/>
                      <a:pt x="94177" y="188258"/>
                    </a:cubicBezTo>
                    <a:close/>
                  </a:path>
                </a:pathLst>
              </a:custGeom>
              <a:solidFill>
                <a:srgbClr val="29AF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1" name="任意多边形: 形状 270"/>
              <p:cNvSpPr/>
              <p:nvPr/>
            </p:nvSpPr>
            <p:spPr>
              <a:xfrm>
                <a:off x="8569875" y="11274039"/>
                <a:ext cx="360000" cy="360000"/>
              </a:xfrm>
              <a:custGeom>
                <a:avLst/>
                <a:gdLst>
                  <a:gd name="csX0" fmla="*/ 94092 w 187874"/>
                  <a:gd name="csY0" fmla="*/ 188272 h 188114"/>
                  <a:gd name="csX1" fmla="*/ 160516 w 187874"/>
                  <a:gd name="csY1" fmla="*/ 160723 h 188114"/>
                  <a:gd name="csX2" fmla="*/ 188029 w 187874"/>
                  <a:gd name="csY2" fmla="*/ 94215 h 188114"/>
                  <a:gd name="csX3" fmla="*/ 160516 w 187874"/>
                  <a:gd name="csY3" fmla="*/ 27706 h 188114"/>
                  <a:gd name="csX4" fmla="*/ 94092 w 187874"/>
                  <a:gd name="csY4" fmla="*/ 157 h 188114"/>
                  <a:gd name="csX5" fmla="*/ 27668 w 187874"/>
                  <a:gd name="csY5" fmla="*/ 27706 h 188114"/>
                  <a:gd name="csX6" fmla="*/ 154 w 187874"/>
                  <a:gd name="csY6" fmla="*/ 94215 h 188114"/>
                  <a:gd name="csX7" fmla="*/ 27668 w 187874"/>
                  <a:gd name="csY7" fmla="*/ 160723 h 188114"/>
                  <a:gd name="csX8" fmla="*/ 94092 w 187874"/>
                  <a:gd name="csY8" fmla="*/ 18827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2" y="188272"/>
                    </a:moveTo>
                    <a:cubicBezTo>
                      <a:pt x="119004" y="188272"/>
                      <a:pt x="142900" y="178362"/>
                      <a:pt x="160516" y="160723"/>
                    </a:cubicBezTo>
                    <a:cubicBezTo>
                      <a:pt x="178132" y="143085"/>
                      <a:pt x="188029" y="119159"/>
                      <a:pt x="188029" y="94215"/>
                    </a:cubicBezTo>
                    <a:cubicBezTo>
                      <a:pt x="188029" y="69270"/>
                      <a:pt x="178132" y="45344"/>
                      <a:pt x="160516" y="27706"/>
                    </a:cubicBezTo>
                    <a:cubicBezTo>
                      <a:pt x="142900" y="10068"/>
                      <a:pt x="119004" y="157"/>
                      <a:pt x="94092" y="157"/>
                    </a:cubicBezTo>
                    <a:cubicBezTo>
                      <a:pt x="69179" y="157"/>
                      <a:pt x="45284" y="10068"/>
                      <a:pt x="27668" y="27706"/>
                    </a:cubicBezTo>
                    <a:cubicBezTo>
                      <a:pt x="10052" y="45344"/>
                      <a:pt x="154" y="69270"/>
                      <a:pt x="154" y="94215"/>
                    </a:cubicBezTo>
                    <a:cubicBezTo>
                      <a:pt x="154" y="119159"/>
                      <a:pt x="10052" y="143085"/>
                      <a:pt x="27668" y="160723"/>
                    </a:cubicBezTo>
                    <a:cubicBezTo>
                      <a:pt x="45284" y="178362"/>
                      <a:pt x="69179" y="188272"/>
                      <a:pt x="94092" y="188272"/>
                    </a:cubicBezTo>
                    <a:close/>
                  </a:path>
                </a:pathLst>
              </a:custGeom>
              <a:solidFill>
                <a:srgbClr val="1F95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2" name="任意多边形: 形状 271"/>
              <p:cNvSpPr/>
              <p:nvPr/>
            </p:nvSpPr>
            <p:spPr>
              <a:xfrm>
                <a:off x="9927648" y="13497866"/>
                <a:ext cx="360000" cy="360000"/>
              </a:xfrm>
              <a:custGeom>
                <a:avLst/>
                <a:gdLst>
                  <a:gd name="csX0" fmla="*/ 94120 w 187874"/>
                  <a:gd name="csY0" fmla="*/ 188318 h 188114"/>
                  <a:gd name="csX1" fmla="*/ 160544 w 187874"/>
                  <a:gd name="csY1" fmla="*/ 160769 h 188114"/>
                  <a:gd name="csX2" fmla="*/ 188057 w 187874"/>
                  <a:gd name="csY2" fmla="*/ 94260 h 188114"/>
                  <a:gd name="csX3" fmla="*/ 160544 w 187874"/>
                  <a:gd name="csY3" fmla="*/ 27752 h 188114"/>
                  <a:gd name="csX4" fmla="*/ 94120 w 187874"/>
                  <a:gd name="csY4" fmla="*/ 203 h 188114"/>
                  <a:gd name="csX5" fmla="*/ 27696 w 187874"/>
                  <a:gd name="csY5" fmla="*/ 27752 h 188114"/>
                  <a:gd name="csX6" fmla="*/ 182 w 187874"/>
                  <a:gd name="csY6" fmla="*/ 94260 h 188114"/>
                  <a:gd name="csX7" fmla="*/ 27696 w 187874"/>
                  <a:gd name="csY7" fmla="*/ 160769 h 188114"/>
                  <a:gd name="csX8" fmla="*/ 94120 w 187874"/>
                  <a:gd name="csY8" fmla="*/ 18831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318"/>
                    </a:moveTo>
                    <a:cubicBezTo>
                      <a:pt x="119032" y="188318"/>
                      <a:pt x="142928" y="178407"/>
                      <a:pt x="160544" y="160769"/>
                    </a:cubicBezTo>
                    <a:cubicBezTo>
                      <a:pt x="178160" y="143131"/>
                      <a:pt x="188057" y="119205"/>
                      <a:pt x="188057" y="94260"/>
                    </a:cubicBezTo>
                    <a:cubicBezTo>
                      <a:pt x="188057" y="69316"/>
                      <a:pt x="178160" y="45390"/>
                      <a:pt x="160544" y="27752"/>
                    </a:cubicBezTo>
                    <a:cubicBezTo>
                      <a:pt x="142928" y="10113"/>
                      <a:pt x="119032" y="203"/>
                      <a:pt x="94120" y="203"/>
                    </a:cubicBezTo>
                    <a:cubicBezTo>
                      <a:pt x="69207" y="203"/>
                      <a:pt x="45312" y="10113"/>
                      <a:pt x="27696" y="27752"/>
                    </a:cubicBezTo>
                    <a:cubicBezTo>
                      <a:pt x="10080" y="45390"/>
                      <a:pt x="182" y="69316"/>
                      <a:pt x="182" y="94260"/>
                    </a:cubicBezTo>
                    <a:cubicBezTo>
                      <a:pt x="182" y="119205"/>
                      <a:pt x="10080" y="143131"/>
                      <a:pt x="27696" y="160769"/>
                    </a:cubicBezTo>
                    <a:cubicBezTo>
                      <a:pt x="45312" y="178407"/>
                      <a:pt x="69207" y="188318"/>
                      <a:pt x="94120" y="188318"/>
                    </a:cubicBezTo>
                    <a:close/>
                  </a:path>
                </a:pathLst>
              </a:custGeom>
              <a:solidFill>
                <a:srgbClr val="433D8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3" name="任意多边形: 形状 272"/>
              <p:cNvSpPr/>
              <p:nvPr/>
            </p:nvSpPr>
            <p:spPr>
              <a:xfrm>
                <a:off x="9023313" y="15123026"/>
                <a:ext cx="360000" cy="360000"/>
              </a:xfrm>
              <a:custGeom>
                <a:avLst/>
                <a:gdLst>
                  <a:gd name="csX0" fmla="*/ 94101 w 187874"/>
                  <a:gd name="csY0" fmla="*/ 188351 h 188114"/>
                  <a:gd name="csX1" fmla="*/ 160525 w 187874"/>
                  <a:gd name="csY1" fmla="*/ 160803 h 188114"/>
                  <a:gd name="csX2" fmla="*/ 188039 w 187874"/>
                  <a:gd name="csY2" fmla="*/ 94294 h 188114"/>
                  <a:gd name="csX3" fmla="*/ 160525 w 187874"/>
                  <a:gd name="csY3" fmla="*/ 27785 h 188114"/>
                  <a:gd name="csX4" fmla="*/ 94101 w 187874"/>
                  <a:gd name="csY4" fmla="*/ 236 h 188114"/>
                  <a:gd name="csX5" fmla="*/ 27677 w 187874"/>
                  <a:gd name="csY5" fmla="*/ 27785 h 188114"/>
                  <a:gd name="csX6" fmla="*/ 164 w 187874"/>
                  <a:gd name="csY6" fmla="*/ 94294 h 188114"/>
                  <a:gd name="csX7" fmla="*/ 27677 w 187874"/>
                  <a:gd name="csY7" fmla="*/ 160803 h 188114"/>
                  <a:gd name="csX8" fmla="*/ 94101 w 187874"/>
                  <a:gd name="csY8" fmla="*/ 18835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1" y="188351"/>
                    </a:moveTo>
                    <a:cubicBezTo>
                      <a:pt x="119014" y="188351"/>
                      <a:pt x="142909" y="178441"/>
                      <a:pt x="160525" y="160803"/>
                    </a:cubicBezTo>
                    <a:cubicBezTo>
                      <a:pt x="178141" y="143164"/>
                      <a:pt x="188039" y="119238"/>
                      <a:pt x="188039" y="94294"/>
                    </a:cubicBezTo>
                    <a:cubicBezTo>
                      <a:pt x="188039" y="69350"/>
                      <a:pt x="178141" y="45424"/>
                      <a:pt x="160525" y="27785"/>
                    </a:cubicBezTo>
                    <a:cubicBezTo>
                      <a:pt x="142909" y="10147"/>
                      <a:pt x="119014" y="236"/>
                      <a:pt x="94101" y="236"/>
                    </a:cubicBezTo>
                    <a:cubicBezTo>
                      <a:pt x="69189" y="236"/>
                      <a:pt x="45293" y="10147"/>
                      <a:pt x="27677" y="27785"/>
                    </a:cubicBezTo>
                    <a:cubicBezTo>
                      <a:pt x="10062" y="45424"/>
                      <a:pt x="164" y="69350"/>
                      <a:pt x="164" y="94294"/>
                    </a:cubicBezTo>
                    <a:cubicBezTo>
                      <a:pt x="164" y="119238"/>
                      <a:pt x="10062" y="143164"/>
                      <a:pt x="27677" y="160803"/>
                    </a:cubicBezTo>
                    <a:cubicBezTo>
                      <a:pt x="45293" y="178441"/>
                      <a:pt x="69189" y="188351"/>
                      <a:pt x="94101" y="188351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4" name="任意多边形: 形状 273"/>
              <p:cNvSpPr/>
              <p:nvPr/>
            </p:nvSpPr>
            <p:spPr>
              <a:xfrm>
                <a:off x="9600674" y="14300524"/>
                <a:ext cx="360000" cy="360000"/>
              </a:xfrm>
              <a:custGeom>
                <a:avLst/>
                <a:gdLst>
                  <a:gd name="csX0" fmla="*/ 94113 w 187874"/>
                  <a:gd name="csY0" fmla="*/ 188334 h 188114"/>
                  <a:gd name="csX1" fmla="*/ 160537 w 187874"/>
                  <a:gd name="csY1" fmla="*/ 160786 h 188114"/>
                  <a:gd name="csX2" fmla="*/ 188051 w 187874"/>
                  <a:gd name="csY2" fmla="*/ 94277 h 188114"/>
                  <a:gd name="csX3" fmla="*/ 160537 w 187874"/>
                  <a:gd name="csY3" fmla="*/ 27768 h 188114"/>
                  <a:gd name="csX4" fmla="*/ 94113 w 187874"/>
                  <a:gd name="csY4" fmla="*/ 220 h 188114"/>
                  <a:gd name="csX5" fmla="*/ 27689 w 187874"/>
                  <a:gd name="csY5" fmla="*/ 27768 h 188114"/>
                  <a:gd name="csX6" fmla="*/ 176 w 187874"/>
                  <a:gd name="csY6" fmla="*/ 94277 h 188114"/>
                  <a:gd name="csX7" fmla="*/ 27689 w 187874"/>
                  <a:gd name="csY7" fmla="*/ 160786 h 188114"/>
                  <a:gd name="csX8" fmla="*/ 94113 w 187874"/>
                  <a:gd name="csY8" fmla="*/ 18833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3" y="188334"/>
                    </a:moveTo>
                    <a:cubicBezTo>
                      <a:pt x="119026" y="188334"/>
                      <a:pt x="142921" y="178424"/>
                      <a:pt x="160537" y="160786"/>
                    </a:cubicBezTo>
                    <a:cubicBezTo>
                      <a:pt x="178153" y="143147"/>
                      <a:pt x="188051" y="119221"/>
                      <a:pt x="188051" y="94277"/>
                    </a:cubicBezTo>
                    <a:cubicBezTo>
                      <a:pt x="188051" y="69333"/>
                      <a:pt x="178153" y="45407"/>
                      <a:pt x="160537" y="27768"/>
                    </a:cubicBezTo>
                    <a:cubicBezTo>
                      <a:pt x="142921" y="10130"/>
                      <a:pt x="119026" y="220"/>
                      <a:pt x="94113" y="220"/>
                    </a:cubicBezTo>
                    <a:cubicBezTo>
                      <a:pt x="69201" y="220"/>
                      <a:pt x="45305" y="10130"/>
                      <a:pt x="27689" y="27768"/>
                    </a:cubicBezTo>
                    <a:cubicBezTo>
                      <a:pt x="10074" y="45407"/>
                      <a:pt x="176" y="69333"/>
                      <a:pt x="176" y="94277"/>
                    </a:cubicBezTo>
                    <a:cubicBezTo>
                      <a:pt x="176" y="119221"/>
                      <a:pt x="10074" y="143147"/>
                      <a:pt x="27689" y="160786"/>
                    </a:cubicBezTo>
                    <a:cubicBezTo>
                      <a:pt x="45305" y="178424"/>
                      <a:pt x="69201" y="188334"/>
                      <a:pt x="94113" y="188334"/>
                    </a:cubicBezTo>
                    <a:close/>
                  </a:path>
                </a:pathLst>
              </a:custGeom>
              <a:solidFill>
                <a:srgbClr val="2F6B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5" name="任意多边形: 形状 274"/>
              <p:cNvSpPr/>
              <p:nvPr/>
            </p:nvSpPr>
            <p:spPr>
              <a:xfrm>
                <a:off x="8585100" y="11489563"/>
                <a:ext cx="360000" cy="360000"/>
              </a:xfrm>
              <a:custGeom>
                <a:avLst/>
                <a:gdLst>
                  <a:gd name="csX0" fmla="*/ 94092 w 187874"/>
                  <a:gd name="csY0" fmla="*/ 188277 h 188114"/>
                  <a:gd name="csX1" fmla="*/ 160516 w 187874"/>
                  <a:gd name="csY1" fmla="*/ 160728 h 188114"/>
                  <a:gd name="csX2" fmla="*/ 188030 w 187874"/>
                  <a:gd name="csY2" fmla="*/ 94219 h 188114"/>
                  <a:gd name="csX3" fmla="*/ 160516 w 187874"/>
                  <a:gd name="csY3" fmla="*/ 27710 h 188114"/>
                  <a:gd name="csX4" fmla="*/ 94092 w 187874"/>
                  <a:gd name="csY4" fmla="*/ 162 h 188114"/>
                  <a:gd name="csX5" fmla="*/ 27668 w 187874"/>
                  <a:gd name="csY5" fmla="*/ 27710 h 188114"/>
                  <a:gd name="csX6" fmla="*/ 155 w 187874"/>
                  <a:gd name="csY6" fmla="*/ 94219 h 188114"/>
                  <a:gd name="csX7" fmla="*/ 27668 w 187874"/>
                  <a:gd name="csY7" fmla="*/ 160728 h 188114"/>
                  <a:gd name="csX8" fmla="*/ 94092 w 187874"/>
                  <a:gd name="csY8" fmla="*/ 18827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92" y="188277"/>
                    </a:moveTo>
                    <a:cubicBezTo>
                      <a:pt x="119005" y="188277"/>
                      <a:pt x="142900" y="178366"/>
                      <a:pt x="160516" y="160728"/>
                    </a:cubicBezTo>
                    <a:cubicBezTo>
                      <a:pt x="178132" y="143089"/>
                      <a:pt x="188030" y="119163"/>
                      <a:pt x="188030" y="94219"/>
                    </a:cubicBezTo>
                    <a:cubicBezTo>
                      <a:pt x="188030" y="69275"/>
                      <a:pt x="178132" y="45349"/>
                      <a:pt x="160516" y="27710"/>
                    </a:cubicBezTo>
                    <a:cubicBezTo>
                      <a:pt x="142900" y="10072"/>
                      <a:pt x="119005" y="162"/>
                      <a:pt x="94092" y="162"/>
                    </a:cubicBezTo>
                    <a:cubicBezTo>
                      <a:pt x="69180" y="162"/>
                      <a:pt x="45284" y="10072"/>
                      <a:pt x="27668" y="27710"/>
                    </a:cubicBezTo>
                    <a:cubicBezTo>
                      <a:pt x="10053" y="45349"/>
                      <a:pt x="155" y="69275"/>
                      <a:pt x="155" y="94219"/>
                    </a:cubicBezTo>
                    <a:cubicBezTo>
                      <a:pt x="155" y="119163"/>
                      <a:pt x="10053" y="143089"/>
                      <a:pt x="27668" y="160728"/>
                    </a:cubicBezTo>
                    <a:cubicBezTo>
                      <a:pt x="45284" y="178366"/>
                      <a:pt x="69180" y="188277"/>
                      <a:pt x="94092" y="188277"/>
                    </a:cubicBezTo>
                    <a:close/>
                  </a:path>
                </a:pathLst>
              </a:custGeom>
              <a:solidFill>
                <a:srgbClr val="218E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6" name="任意多边形: 形状 275"/>
              <p:cNvSpPr/>
              <p:nvPr/>
            </p:nvSpPr>
            <p:spPr>
              <a:xfrm>
                <a:off x="12445246" y="10801017"/>
                <a:ext cx="360000" cy="360000"/>
              </a:xfrm>
              <a:custGeom>
                <a:avLst/>
                <a:gdLst>
                  <a:gd name="csX0" fmla="*/ 94172 w 187874"/>
                  <a:gd name="csY0" fmla="*/ 188262 h 188114"/>
                  <a:gd name="csX1" fmla="*/ 160596 w 187874"/>
                  <a:gd name="csY1" fmla="*/ 160714 h 188114"/>
                  <a:gd name="csX2" fmla="*/ 188109 w 187874"/>
                  <a:gd name="csY2" fmla="*/ 94205 h 188114"/>
                  <a:gd name="csX3" fmla="*/ 160596 w 187874"/>
                  <a:gd name="csY3" fmla="*/ 27696 h 188114"/>
                  <a:gd name="csX4" fmla="*/ 94172 w 187874"/>
                  <a:gd name="csY4" fmla="*/ 147 h 188114"/>
                  <a:gd name="csX5" fmla="*/ 27748 w 187874"/>
                  <a:gd name="csY5" fmla="*/ 27696 h 188114"/>
                  <a:gd name="csX6" fmla="*/ 234 w 187874"/>
                  <a:gd name="csY6" fmla="*/ 94205 h 188114"/>
                  <a:gd name="csX7" fmla="*/ 27748 w 187874"/>
                  <a:gd name="csY7" fmla="*/ 160714 h 188114"/>
                  <a:gd name="csX8" fmla="*/ 94172 w 187874"/>
                  <a:gd name="csY8" fmla="*/ 18826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2" y="188262"/>
                    </a:moveTo>
                    <a:cubicBezTo>
                      <a:pt x="119084" y="188262"/>
                      <a:pt x="142980" y="178352"/>
                      <a:pt x="160596" y="160714"/>
                    </a:cubicBezTo>
                    <a:cubicBezTo>
                      <a:pt x="178211" y="143075"/>
                      <a:pt x="188109" y="119149"/>
                      <a:pt x="188109" y="94205"/>
                    </a:cubicBezTo>
                    <a:cubicBezTo>
                      <a:pt x="188109" y="69261"/>
                      <a:pt x="178211" y="45335"/>
                      <a:pt x="160596" y="27696"/>
                    </a:cubicBezTo>
                    <a:cubicBezTo>
                      <a:pt x="142980" y="10058"/>
                      <a:pt x="119084" y="147"/>
                      <a:pt x="94172" y="147"/>
                    </a:cubicBezTo>
                    <a:cubicBezTo>
                      <a:pt x="69259" y="147"/>
                      <a:pt x="45364" y="10058"/>
                      <a:pt x="27748" y="27696"/>
                    </a:cubicBezTo>
                    <a:cubicBezTo>
                      <a:pt x="10132" y="45335"/>
                      <a:pt x="234" y="69261"/>
                      <a:pt x="234" y="94205"/>
                    </a:cubicBezTo>
                    <a:cubicBezTo>
                      <a:pt x="234" y="119149"/>
                      <a:pt x="10132" y="143075"/>
                      <a:pt x="27748" y="160714"/>
                    </a:cubicBezTo>
                    <a:cubicBezTo>
                      <a:pt x="45364" y="178352"/>
                      <a:pt x="69259" y="188262"/>
                      <a:pt x="94172" y="188262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7" name="任意多边形: 形状 276"/>
              <p:cNvSpPr/>
              <p:nvPr/>
            </p:nvSpPr>
            <p:spPr>
              <a:xfrm>
                <a:off x="10051209" y="14567468"/>
                <a:ext cx="360000" cy="360000"/>
              </a:xfrm>
              <a:custGeom>
                <a:avLst/>
                <a:gdLst>
                  <a:gd name="csX0" fmla="*/ 94122 w 187874"/>
                  <a:gd name="csY0" fmla="*/ 188340 h 188114"/>
                  <a:gd name="csX1" fmla="*/ 160546 w 187874"/>
                  <a:gd name="csY1" fmla="*/ 160791 h 188114"/>
                  <a:gd name="csX2" fmla="*/ 188060 w 187874"/>
                  <a:gd name="csY2" fmla="*/ 94282 h 188114"/>
                  <a:gd name="csX3" fmla="*/ 160546 w 187874"/>
                  <a:gd name="csY3" fmla="*/ 27774 h 188114"/>
                  <a:gd name="csX4" fmla="*/ 94122 w 187874"/>
                  <a:gd name="csY4" fmla="*/ 225 h 188114"/>
                  <a:gd name="csX5" fmla="*/ 27699 w 187874"/>
                  <a:gd name="csY5" fmla="*/ 27774 h 188114"/>
                  <a:gd name="csX6" fmla="*/ 185 w 187874"/>
                  <a:gd name="csY6" fmla="*/ 94282 h 188114"/>
                  <a:gd name="csX7" fmla="*/ 27699 w 187874"/>
                  <a:gd name="csY7" fmla="*/ 160791 h 188114"/>
                  <a:gd name="csX8" fmla="*/ 94122 w 187874"/>
                  <a:gd name="csY8" fmla="*/ 18834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2" y="188340"/>
                    </a:moveTo>
                    <a:cubicBezTo>
                      <a:pt x="119035" y="188340"/>
                      <a:pt x="142930" y="178429"/>
                      <a:pt x="160546" y="160791"/>
                    </a:cubicBezTo>
                    <a:cubicBezTo>
                      <a:pt x="178162" y="143153"/>
                      <a:pt x="188060" y="119227"/>
                      <a:pt x="188060" y="94282"/>
                    </a:cubicBezTo>
                    <a:cubicBezTo>
                      <a:pt x="188060" y="69338"/>
                      <a:pt x="178162" y="45412"/>
                      <a:pt x="160546" y="27774"/>
                    </a:cubicBezTo>
                    <a:cubicBezTo>
                      <a:pt x="142930" y="10135"/>
                      <a:pt x="119035" y="225"/>
                      <a:pt x="94122" y="225"/>
                    </a:cubicBezTo>
                    <a:cubicBezTo>
                      <a:pt x="69210" y="225"/>
                      <a:pt x="45314" y="10135"/>
                      <a:pt x="27699" y="27774"/>
                    </a:cubicBezTo>
                    <a:cubicBezTo>
                      <a:pt x="10083" y="45412"/>
                      <a:pt x="185" y="69338"/>
                      <a:pt x="185" y="94282"/>
                    </a:cubicBezTo>
                    <a:cubicBezTo>
                      <a:pt x="185" y="119227"/>
                      <a:pt x="10083" y="143153"/>
                      <a:pt x="27699" y="160791"/>
                    </a:cubicBezTo>
                    <a:cubicBezTo>
                      <a:pt x="45314" y="178429"/>
                      <a:pt x="69210" y="188340"/>
                      <a:pt x="94122" y="188340"/>
                    </a:cubicBezTo>
                    <a:close/>
                  </a:path>
                </a:pathLst>
              </a:custGeom>
              <a:solidFill>
                <a:srgbClr val="2D70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8" name="任意多边形: 形状 277"/>
              <p:cNvSpPr/>
              <p:nvPr/>
            </p:nvSpPr>
            <p:spPr>
              <a:xfrm>
                <a:off x="11613513" y="12753129"/>
                <a:ext cx="360000" cy="360000"/>
              </a:xfrm>
              <a:custGeom>
                <a:avLst/>
                <a:gdLst>
                  <a:gd name="csX0" fmla="*/ 94155 w 187874"/>
                  <a:gd name="csY0" fmla="*/ 188303 h 188114"/>
                  <a:gd name="csX1" fmla="*/ 160578 w 187874"/>
                  <a:gd name="csY1" fmla="*/ 160754 h 188114"/>
                  <a:gd name="csX2" fmla="*/ 188092 w 187874"/>
                  <a:gd name="csY2" fmla="*/ 94245 h 188114"/>
                  <a:gd name="csX3" fmla="*/ 160578 w 187874"/>
                  <a:gd name="csY3" fmla="*/ 27736 h 188114"/>
                  <a:gd name="csX4" fmla="*/ 94155 w 187874"/>
                  <a:gd name="csY4" fmla="*/ 188 h 188114"/>
                  <a:gd name="csX5" fmla="*/ 27731 w 187874"/>
                  <a:gd name="csY5" fmla="*/ 27736 h 188114"/>
                  <a:gd name="csX6" fmla="*/ 217 w 187874"/>
                  <a:gd name="csY6" fmla="*/ 94245 h 188114"/>
                  <a:gd name="csX7" fmla="*/ 27731 w 187874"/>
                  <a:gd name="csY7" fmla="*/ 160754 h 188114"/>
                  <a:gd name="csX8" fmla="*/ 94155 w 187874"/>
                  <a:gd name="csY8" fmla="*/ 18830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5" y="188303"/>
                    </a:moveTo>
                    <a:cubicBezTo>
                      <a:pt x="119067" y="188303"/>
                      <a:pt x="142963" y="178392"/>
                      <a:pt x="160578" y="160754"/>
                    </a:cubicBezTo>
                    <a:cubicBezTo>
                      <a:pt x="178194" y="143115"/>
                      <a:pt x="188092" y="119189"/>
                      <a:pt x="188092" y="94245"/>
                    </a:cubicBezTo>
                    <a:cubicBezTo>
                      <a:pt x="188092" y="69301"/>
                      <a:pt x="178194" y="45375"/>
                      <a:pt x="160578" y="27736"/>
                    </a:cubicBezTo>
                    <a:cubicBezTo>
                      <a:pt x="142963" y="10098"/>
                      <a:pt x="119067" y="188"/>
                      <a:pt x="94155" y="188"/>
                    </a:cubicBezTo>
                    <a:cubicBezTo>
                      <a:pt x="69242" y="188"/>
                      <a:pt x="45347" y="10098"/>
                      <a:pt x="27731" y="27736"/>
                    </a:cubicBezTo>
                    <a:cubicBezTo>
                      <a:pt x="10115" y="45375"/>
                      <a:pt x="217" y="69301"/>
                      <a:pt x="217" y="94245"/>
                    </a:cubicBezTo>
                    <a:cubicBezTo>
                      <a:pt x="217" y="119189"/>
                      <a:pt x="10115" y="143115"/>
                      <a:pt x="27731" y="160754"/>
                    </a:cubicBezTo>
                    <a:cubicBezTo>
                      <a:pt x="45347" y="178392"/>
                      <a:pt x="69242" y="188303"/>
                      <a:pt x="94155" y="188303"/>
                    </a:cubicBezTo>
                    <a:close/>
                  </a:path>
                </a:pathLst>
              </a:custGeom>
              <a:solidFill>
                <a:srgbClr val="433E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79" name="任意多边形: 形状 278"/>
              <p:cNvSpPr/>
              <p:nvPr/>
            </p:nvSpPr>
            <p:spPr>
              <a:xfrm>
                <a:off x="9162726" y="11616594"/>
                <a:ext cx="360000" cy="360000"/>
              </a:xfrm>
              <a:custGeom>
                <a:avLst/>
                <a:gdLst>
                  <a:gd name="csX0" fmla="*/ 94104 w 187874"/>
                  <a:gd name="csY0" fmla="*/ 188279 h 188114"/>
                  <a:gd name="csX1" fmla="*/ 160528 w 187874"/>
                  <a:gd name="csY1" fmla="*/ 160730 h 188114"/>
                  <a:gd name="csX2" fmla="*/ 188042 w 187874"/>
                  <a:gd name="csY2" fmla="*/ 94222 h 188114"/>
                  <a:gd name="csX3" fmla="*/ 160528 w 187874"/>
                  <a:gd name="csY3" fmla="*/ 27713 h 188114"/>
                  <a:gd name="csX4" fmla="*/ 94104 w 187874"/>
                  <a:gd name="csY4" fmla="*/ 164 h 188114"/>
                  <a:gd name="csX5" fmla="*/ 27680 w 187874"/>
                  <a:gd name="csY5" fmla="*/ 27713 h 188114"/>
                  <a:gd name="csX6" fmla="*/ 167 w 187874"/>
                  <a:gd name="csY6" fmla="*/ 94222 h 188114"/>
                  <a:gd name="csX7" fmla="*/ 27680 w 187874"/>
                  <a:gd name="csY7" fmla="*/ 160730 h 188114"/>
                  <a:gd name="csX8" fmla="*/ 94104 w 187874"/>
                  <a:gd name="csY8" fmla="*/ 18827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4" y="188279"/>
                    </a:moveTo>
                    <a:cubicBezTo>
                      <a:pt x="119017" y="188279"/>
                      <a:pt x="142912" y="178369"/>
                      <a:pt x="160528" y="160730"/>
                    </a:cubicBezTo>
                    <a:cubicBezTo>
                      <a:pt x="178144" y="143092"/>
                      <a:pt x="188042" y="119166"/>
                      <a:pt x="188042" y="94222"/>
                    </a:cubicBezTo>
                    <a:cubicBezTo>
                      <a:pt x="188042" y="69277"/>
                      <a:pt x="178144" y="45351"/>
                      <a:pt x="160528" y="27713"/>
                    </a:cubicBezTo>
                    <a:cubicBezTo>
                      <a:pt x="142912" y="10075"/>
                      <a:pt x="119017" y="164"/>
                      <a:pt x="94104" y="164"/>
                    </a:cubicBezTo>
                    <a:cubicBezTo>
                      <a:pt x="69192" y="164"/>
                      <a:pt x="45296" y="10075"/>
                      <a:pt x="27680" y="27713"/>
                    </a:cubicBezTo>
                    <a:cubicBezTo>
                      <a:pt x="10065" y="45351"/>
                      <a:pt x="167" y="69277"/>
                      <a:pt x="167" y="94222"/>
                    </a:cubicBezTo>
                    <a:cubicBezTo>
                      <a:pt x="167" y="119166"/>
                      <a:pt x="10065" y="143092"/>
                      <a:pt x="27680" y="160730"/>
                    </a:cubicBezTo>
                    <a:cubicBezTo>
                      <a:pt x="45296" y="178369"/>
                      <a:pt x="69192" y="188279"/>
                      <a:pt x="94104" y="188279"/>
                    </a:cubicBezTo>
                    <a:close/>
                  </a:path>
                </a:pathLst>
              </a:custGeom>
              <a:solidFill>
                <a:srgbClr val="2979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0" name="任意多边形: 形状 279"/>
              <p:cNvSpPr/>
              <p:nvPr/>
            </p:nvSpPr>
            <p:spPr>
              <a:xfrm>
                <a:off x="9949270" y="14669875"/>
                <a:ext cx="360000" cy="360000"/>
              </a:xfrm>
              <a:custGeom>
                <a:avLst/>
                <a:gdLst>
                  <a:gd name="csX0" fmla="*/ 94120 w 187874"/>
                  <a:gd name="csY0" fmla="*/ 188342 h 188114"/>
                  <a:gd name="csX1" fmla="*/ 160544 w 187874"/>
                  <a:gd name="csY1" fmla="*/ 160793 h 188114"/>
                  <a:gd name="csX2" fmla="*/ 188058 w 187874"/>
                  <a:gd name="csY2" fmla="*/ 94285 h 188114"/>
                  <a:gd name="csX3" fmla="*/ 160544 w 187874"/>
                  <a:gd name="csY3" fmla="*/ 27776 h 188114"/>
                  <a:gd name="csX4" fmla="*/ 94120 w 187874"/>
                  <a:gd name="csY4" fmla="*/ 227 h 188114"/>
                  <a:gd name="csX5" fmla="*/ 27697 w 187874"/>
                  <a:gd name="csY5" fmla="*/ 27776 h 188114"/>
                  <a:gd name="csX6" fmla="*/ 183 w 187874"/>
                  <a:gd name="csY6" fmla="*/ 94285 h 188114"/>
                  <a:gd name="csX7" fmla="*/ 27697 w 187874"/>
                  <a:gd name="csY7" fmla="*/ 160793 h 188114"/>
                  <a:gd name="csX8" fmla="*/ 94120 w 187874"/>
                  <a:gd name="csY8" fmla="*/ 18834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342"/>
                    </a:moveTo>
                    <a:cubicBezTo>
                      <a:pt x="119033" y="188342"/>
                      <a:pt x="142928" y="178432"/>
                      <a:pt x="160544" y="160793"/>
                    </a:cubicBezTo>
                    <a:cubicBezTo>
                      <a:pt x="178160" y="143155"/>
                      <a:pt x="188058" y="119229"/>
                      <a:pt x="188058" y="94285"/>
                    </a:cubicBezTo>
                    <a:cubicBezTo>
                      <a:pt x="188058" y="69340"/>
                      <a:pt x="178160" y="45414"/>
                      <a:pt x="160544" y="27776"/>
                    </a:cubicBezTo>
                    <a:cubicBezTo>
                      <a:pt x="142928" y="10138"/>
                      <a:pt x="119033" y="227"/>
                      <a:pt x="94120" y="227"/>
                    </a:cubicBezTo>
                    <a:cubicBezTo>
                      <a:pt x="69208" y="227"/>
                      <a:pt x="45312" y="10138"/>
                      <a:pt x="27697" y="27776"/>
                    </a:cubicBezTo>
                    <a:cubicBezTo>
                      <a:pt x="10081" y="45414"/>
                      <a:pt x="183" y="69340"/>
                      <a:pt x="183" y="94285"/>
                    </a:cubicBezTo>
                    <a:cubicBezTo>
                      <a:pt x="183" y="119229"/>
                      <a:pt x="10081" y="143155"/>
                      <a:pt x="27697" y="160793"/>
                    </a:cubicBezTo>
                    <a:cubicBezTo>
                      <a:pt x="45312" y="178432"/>
                      <a:pt x="69208" y="188342"/>
                      <a:pt x="94120" y="188342"/>
                    </a:cubicBezTo>
                    <a:close/>
                  </a:path>
                </a:pathLst>
              </a:custGeom>
              <a:solidFill>
                <a:srgbClr val="2A7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1" name="任意多边形: 形状 280"/>
              <p:cNvSpPr/>
              <p:nvPr/>
            </p:nvSpPr>
            <p:spPr>
              <a:xfrm>
                <a:off x="10820930" y="12455956"/>
                <a:ext cx="360000" cy="360000"/>
              </a:xfrm>
              <a:custGeom>
                <a:avLst/>
                <a:gdLst>
                  <a:gd name="csX0" fmla="*/ 94138 w 187874"/>
                  <a:gd name="csY0" fmla="*/ 188296 h 188114"/>
                  <a:gd name="csX1" fmla="*/ 160562 w 187874"/>
                  <a:gd name="csY1" fmla="*/ 160748 h 188114"/>
                  <a:gd name="csX2" fmla="*/ 188076 w 187874"/>
                  <a:gd name="csY2" fmla="*/ 94239 h 188114"/>
                  <a:gd name="csX3" fmla="*/ 160562 w 187874"/>
                  <a:gd name="csY3" fmla="*/ 27730 h 188114"/>
                  <a:gd name="csX4" fmla="*/ 94138 w 187874"/>
                  <a:gd name="csY4" fmla="*/ 182 h 188114"/>
                  <a:gd name="csX5" fmla="*/ 27715 w 187874"/>
                  <a:gd name="csY5" fmla="*/ 27730 h 188114"/>
                  <a:gd name="csX6" fmla="*/ 201 w 187874"/>
                  <a:gd name="csY6" fmla="*/ 94239 h 188114"/>
                  <a:gd name="csX7" fmla="*/ 27715 w 187874"/>
                  <a:gd name="csY7" fmla="*/ 160748 h 188114"/>
                  <a:gd name="csX8" fmla="*/ 94138 w 187874"/>
                  <a:gd name="csY8" fmla="*/ 18829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8" y="188296"/>
                    </a:moveTo>
                    <a:cubicBezTo>
                      <a:pt x="119051" y="188296"/>
                      <a:pt x="142946" y="178386"/>
                      <a:pt x="160562" y="160748"/>
                    </a:cubicBezTo>
                    <a:cubicBezTo>
                      <a:pt x="178178" y="143109"/>
                      <a:pt x="188076" y="119183"/>
                      <a:pt x="188076" y="94239"/>
                    </a:cubicBezTo>
                    <a:cubicBezTo>
                      <a:pt x="188076" y="69295"/>
                      <a:pt x="178178" y="45369"/>
                      <a:pt x="160562" y="27730"/>
                    </a:cubicBezTo>
                    <a:cubicBezTo>
                      <a:pt x="142946" y="10092"/>
                      <a:pt x="119051" y="182"/>
                      <a:pt x="94138" y="182"/>
                    </a:cubicBezTo>
                    <a:cubicBezTo>
                      <a:pt x="69226" y="182"/>
                      <a:pt x="45330" y="10092"/>
                      <a:pt x="27715" y="27730"/>
                    </a:cubicBezTo>
                    <a:cubicBezTo>
                      <a:pt x="10099" y="45369"/>
                      <a:pt x="201" y="69295"/>
                      <a:pt x="201" y="94239"/>
                    </a:cubicBezTo>
                    <a:cubicBezTo>
                      <a:pt x="201" y="119183"/>
                      <a:pt x="10099" y="143109"/>
                      <a:pt x="27715" y="160748"/>
                    </a:cubicBezTo>
                    <a:cubicBezTo>
                      <a:pt x="45330" y="178386"/>
                      <a:pt x="69226" y="188296"/>
                      <a:pt x="94138" y="188296"/>
                    </a:cubicBezTo>
                    <a:close/>
                  </a:path>
                </a:pathLst>
              </a:custGeom>
              <a:solidFill>
                <a:srgbClr val="4537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2" name="任意多边形: 形状 281"/>
              <p:cNvSpPr/>
              <p:nvPr/>
            </p:nvSpPr>
            <p:spPr>
              <a:xfrm>
                <a:off x="9979734" y="13659889"/>
                <a:ext cx="360000" cy="360000"/>
              </a:xfrm>
              <a:custGeom>
                <a:avLst/>
                <a:gdLst>
                  <a:gd name="csX0" fmla="*/ 94121 w 187874"/>
                  <a:gd name="csY0" fmla="*/ 188321 h 188114"/>
                  <a:gd name="csX1" fmla="*/ 160545 w 187874"/>
                  <a:gd name="csY1" fmla="*/ 160772 h 188114"/>
                  <a:gd name="csX2" fmla="*/ 188058 w 187874"/>
                  <a:gd name="csY2" fmla="*/ 94264 h 188114"/>
                  <a:gd name="csX3" fmla="*/ 160545 w 187874"/>
                  <a:gd name="csY3" fmla="*/ 27755 h 188114"/>
                  <a:gd name="csX4" fmla="*/ 94121 w 187874"/>
                  <a:gd name="csY4" fmla="*/ 206 h 188114"/>
                  <a:gd name="csX5" fmla="*/ 27697 w 187874"/>
                  <a:gd name="csY5" fmla="*/ 27755 h 188114"/>
                  <a:gd name="csX6" fmla="*/ 184 w 187874"/>
                  <a:gd name="csY6" fmla="*/ 94264 h 188114"/>
                  <a:gd name="csX7" fmla="*/ 27697 w 187874"/>
                  <a:gd name="csY7" fmla="*/ 160772 h 188114"/>
                  <a:gd name="csX8" fmla="*/ 94121 w 187874"/>
                  <a:gd name="csY8" fmla="*/ 18832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1" y="188321"/>
                    </a:moveTo>
                    <a:cubicBezTo>
                      <a:pt x="119034" y="188321"/>
                      <a:pt x="142929" y="178411"/>
                      <a:pt x="160545" y="160772"/>
                    </a:cubicBezTo>
                    <a:cubicBezTo>
                      <a:pt x="178161" y="143134"/>
                      <a:pt x="188058" y="119208"/>
                      <a:pt x="188058" y="94264"/>
                    </a:cubicBezTo>
                    <a:cubicBezTo>
                      <a:pt x="188058" y="69319"/>
                      <a:pt x="178161" y="45393"/>
                      <a:pt x="160545" y="27755"/>
                    </a:cubicBezTo>
                    <a:cubicBezTo>
                      <a:pt x="142929" y="10117"/>
                      <a:pt x="119034" y="206"/>
                      <a:pt x="94121" y="206"/>
                    </a:cubicBezTo>
                    <a:cubicBezTo>
                      <a:pt x="69208" y="206"/>
                      <a:pt x="45313" y="10117"/>
                      <a:pt x="27697" y="27755"/>
                    </a:cubicBezTo>
                    <a:cubicBezTo>
                      <a:pt x="10081" y="45393"/>
                      <a:pt x="184" y="69319"/>
                      <a:pt x="184" y="94264"/>
                    </a:cubicBezTo>
                    <a:cubicBezTo>
                      <a:pt x="184" y="119208"/>
                      <a:pt x="10081" y="143134"/>
                      <a:pt x="27697" y="160772"/>
                    </a:cubicBezTo>
                    <a:cubicBezTo>
                      <a:pt x="45313" y="178411"/>
                      <a:pt x="69208" y="188321"/>
                      <a:pt x="94121" y="188321"/>
                    </a:cubicBezTo>
                    <a:close/>
                  </a:path>
                </a:pathLst>
              </a:custGeom>
              <a:solidFill>
                <a:srgbClr val="3F48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3" name="任意多边形: 形状 282"/>
              <p:cNvSpPr/>
              <p:nvPr/>
            </p:nvSpPr>
            <p:spPr>
              <a:xfrm>
                <a:off x="11095518" y="13173690"/>
                <a:ext cx="360000" cy="360000"/>
              </a:xfrm>
              <a:custGeom>
                <a:avLst/>
                <a:gdLst>
                  <a:gd name="csX0" fmla="*/ 94144 w 187874"/>
                  <a:gd name="csY0" fmla="*/ 188311 h 188114"/>
                  <a:gd name="csX1" fmla="*/ 160568 w 187874"/>
                  <a:gd name="csY1" fmla="*/ 160762 h 188114"/>
                  <a:gd name="csX2" fmla="*/ 188081 w 187874"/>
                  <a:gd name="csY2" fmla="*/ 94254 h 188114"/>
                  <a:gd name="csX3" fmla="*/ 160568 w 187874"/>
                  <a:gd name="csY3" fmla="*/ 27745 h 188114"/>
                  <a:gd name="csX4" fmla="*/ 94144 w 187874"/>
                  <a:gd name="csY4" fmla="*/ 196 h 188114"/>
                  <a:gd name="csX5" fmla="*/ 27720 w 187874"/>
                  <a:gd name="csY5" fmla="*/ 27745 h 188114"/>
                  <a:gd name="csX6" fmla="*/ 207 w 187874"/>
                  <a:gd name="csY6" fmla="*/ 94254 h 188114"/>
                  <a:gd name="csX7" fmla="*/ 27720 w 187874"/>
                  <a:gd name="csY7" fmla="*/ 160762 h 188114"/>
                  <a:gd name="csX8" fmla="*/ 94144 w 187874"/>
                  <a:gd name="csY8" fmla="*/ 18831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4" y="188311"/>
                    </a:moveTo>
                    <a:cubicBezTo>
                      <a:pt x="119057" y="188311"/>
                      <a:pt x="142952" y="178401"/>
                      <a:pt x="160568" y="160762"/>
                    </a:cubicBezTo>
                    <a:cubicBezTo>
                      <a:pt x="178184" y="143124"/>
                      <a:pt x="188081" y="119198"/>
                      <a:pt x="188081" y="94254"/>
                    </a:cubicBezTo>
                    <a:cubicBezTo>
                      <a:pt x="188081" y="69309"/>
                      <a:pt x="178184" y="45383"/>
                      <a:pt x="160568" y="27745"/>
                    </a:cubicBezTo>
                    <a:cubicBezTo>
                      <a:pt x="142952" y="10107"/>
                      <a:pt x="119057" y="196"/>
                      <a:pt x="94144" y="196"/>
                    </a:cubicBezTo>
                    <a:cubicBezTo>
                      <a:pt x="69231" y="196"/>
                      <a:pt x="45336" y="10107"/>
                      <a:pt x="27720" y="27745"/>
                    </a:cubicBezTo>
                    <a:cubicBezTo>
                      <a:pt x="10104" y="45383"/>
                      <a:pt x="207" y="69309"/>
                      <a:pt x="207" y="94254"/>
                    </a:cubicBezTo>
                    <a:cubicBezTo>
                      <a:pt x="207" y="119198"/>
                      <a:pt x="10104" y="143124"/>
                      <a:pt x="27720" y="160762"/>
                    </a:cubicBezTo>
                    <a:cubicBezTo>
                      <a:pt x="45336" y="178401"/>
                      <a:pt x="69231" y="188311"/>
                      <a:pt x="94144" y="188311"/>
                    </a:cubicBezTo>
                    <a:close/>
                  </a:path>
                </a:pathLst>
              </a:custGeom>
              <a:solidFill>
                <a:srgbClr val="4633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4" name="任意多边形: 形状 283"/>
              <p:cNvSpPr/>
              <p:nvPr/>
            </p:nvSpPr>
            <p:spPr>
              <a:xfrm>
                <a:off x="11632608" y="14021982"/>
                <a:ext cx="360000" cy="360000"/>
              </a:xfrm>
              <a:custGeom>
                <a:avLst/>
                <a:gdLst>
                  <a:gd name="csX0" fmla="*/ 94155 w 187874"/>
                  <a:gd name="csY0" fmla="*/ 188329 h 188114"/>
                  <a:gd name="csX1" fmla="*/ 160579 w 187874"/>
                  <a:gd name="csY1" fmla="*/ 160780 h 188114"/>
                  <a:gd name="csX2" fmla="*/ 188093 w 187874"/>
                  <a:gd name="csY2" fmla="*/ 94271 h 188114"/>
                  <a:gd name="csX3" fmla="*/ 160579 w 187874"/>
                  <a:gd name="csY3" fmla="*/ 27763 h 188114"/>
                  <a:gd name="csX4" fmla="*/ 94155 w 187874"/>
                  <a:gd name="csY4" fmla="*/ 214 h 188114"/>
                  <a:gd name="csX5" fmla="*/ 27731 w 187874"/>
                  <a:gd name="csY5" fmla="*/ 27763 h 188114"/>
                  <a:gd name="csX6" fmla="*/ 218 w 187874"/>
                  <a:gd name="csY6" fmla="*/ 94271 h 188114"/>
                  <a:gd name="csX7" fmla="*/ 27731 w 187874"/>
                  <a:gd name="csY7" fmla="*/ 160780 h 188114"/>
                  <a:gd name="csX8" fmla="*/ 94155 w 187874"/>
                  <a:gd name="csY8" fmla="*/ 18832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5" y="188329"/>
                    </a:moveTo>
                    <a:cubicBezTo>
                      <a:pt x="119068" y="188329"/>
                      <a:pt x="142963" y="178418"/>
                      <a:pt x="160579" y="160780"/>
                    </a:cubicBezTo>
                    <a:cubicBezTo>
                      <a:pt x="178195" y="143142"/>
                      <a:pt x="188093" y="119216"/>
                      <a:pt x="188093" y="94271"/>
                    </a:cubicBezTo>
                    <a:cubicBezTo>
                      <a:pt x="188093" y="69327"/>
                      <a:pt x="178195" y="45401"/>
                      <a:pt x="160579" y="27763"/>
                    </a:cubicBezTo>
                    <a:cubicBezTo>
                      <a:pt x="142963" y="10124"/>
                      <a:pt x="119068" y="214"/>
                      <a:pt x="94155" y="214"/>
                    </a:cubicBezTo>
                    <a:cubicBezTo>
                      <a:pt x="69243" y="214"/>
                      <a:pt x="45347" y="10124"/>
                      <a:pt x="27731" y="27763"/>
                    </a:cubicBezTo>
                    <a:cubicBezTo>
                      <a:pt x="10115" y="45401"/>
                      <a:pt x="218" y="69327"/>
                      <a:pt x="218" y="94271"/>
                    </a:cubicBezTo>
                    <a:cubicBezTo>
                      <a:pt x="218" y="119216"/>
                      <a:pt x="10115" y="143142"/>
                      <a:pt x="27731" y="160780"/>
                    </a:cubicBezTo>
                    <a:cubicBezTo>
                      <a:pt x="45347" y="178418"/>
                      <a:pt x="69243" y="188329"/>
                      <a:pt x="94155" y="188329"/>
                    </a:cubicBezTo>
                    <a:close/>
                  </a:path>
                </a:pathLst>
              </a:custGeom>
              <a:solidFill>
                <a:srgbClr val="365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5" name="任意多边形: 形状 284"/>
              <p:cNvSpPr/>
              <p:nvPr/>
            </p:nvSpPr>
            <p:spPr>
              <a:xfrm>
                <a:off x="12659967" y="13589122"/>
                <a:ext cx="360000" cy="360000"/>
              </a:xfrm>
              <a:custGeom>
                <a:avLst/>
                <a:gdLst>
                  <a:gd name="csX0" fmla="*/ 94176 w 187874"/>
                  <a:gd name="csY0" fmla="*/ 188320 h 188114"/>
                  <a:gd name="csX1" fmla="*/ 160600 w 187874"/>
                  <a:gd name="csY1" fmla="*/ 160771 h 188114"/>
                  <a:gd name="csX2" fmla="*/ 188114 w 187874"/>
                  <a:gd name="csY2" fmla="*/ 94262 h 188114"/>
                  <a:gd name="csX3" fmla="*/ 160600 w 187874"/>
                  <a:gd name="csY3" fmla="*/ 27754 h 188114"/>
                  <a:gd name="csX4" fmla="*/ 94176 w 187874"/>
                  <a:gd name="csY4" fmla="*/ 205 h 188114"/>
                  <a:gd name="csX5" fmla="*/ 27752 w 187874"/>
                  <a:gd name="csY5" fmla="*/ 27754 h 188114"/>
                  <a:gd name="csX6" fmla="*/ 239 w 187874"/>
                  <a:gd name="csY6" fmla="*/ 94262 h 188114"/>
                  <a:gd name="csX7" fmla="*/ 27752 w 187874"/>
                  <a:gd name="csY7" fmla="*/ 160771 h 188114"/>
                  <a:gd name="csX8" fmla="*/ 94176 w 187874"/>
                  <a:gd name="csY8" fmla="*/ 18832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6" y="188320"/>
                    </a:moveTo>
                    <a:cubicBezTo>
                      <a:pt x="119089" y="188320"/>
                      <a:pt x="142984" y="178409"/>
                      <a:pt x="160600" y="160771"/>
                    </a:cubicBezTo>
                    <a:cubicBezTo>
                      <a:pt x="178216" y="143133"/>
                      <a:pt x="188114" y="119207"/>
                      <a:pt x="188114" y="94262"/>
                    </a:cubicBezTo>
                    <a:cubicBezTo>
                      <a:pt x="188114" y="69318"/>
                      <a:pt x="178216" y="45392"/>
                      <a:pt x="160600" y="27754"/>
                    </a:cubicBezTo>
                    <a:cubicBezTo>
                      <a:pt x="142984" y="10115"/>
                      <a:pt x="119089" y="205"/>
                      <a:pt x="94176" y="205"/>
                    </a:cubicBezTo>
                    <a:cubicBezTo>
                      <a:pt x="69264" y="205"/>
                      <a:pt x="45368" y="10115"/>
                      <a:pt x="27752" y="27754"/>
                    </a:cubicBezTo>
                    <a:cubicBezTo>
                      <a:pt x="10137" y="45392"/>
                      <a:pt x="239" y="69318"/>
                      <a:pt x="239" y="94262"/>
                    </a:cubicBezTo>
                    <a:cubicBezTo>
                      <a:pt x="239" y="119207"/>
                      <a:pt x="10137" y="143133"/>
                      <a:pt x="27752" y="160771"/>
                    </a:cubicBezTo>
                    <a:cubicBezTo>
                      <a:pt x="45368" y="178409"/>
                      <a:pt x="69264" y="188320"/>
                      <a:pt x="94176" y="188320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6" name="任意多边形: 形状 285"/>
              <p:cNvSpPr/>
              <p:nvPr/>
            </p:nvSpPr>
            <p:spPr>
              <a:xfrm>
                <a:off x="10860079" y="11980963"/>
                <a:ext cx="360000" cy="360000"/>
              </a:xfrm>
              <a:custGeom>
                <a:avLst/>
                <a:gdLst>
                  <a:gd name="csX0" fmla="*/ 94139 w 187874"/>
                  <a:gd name="csY0" fmla="*/ 188287 h 188114"/>
                  <a:gd name="csX1" fmla="*/ 160563 w 187874"/>
                  <a:gd name="csY1" fmla="*/ 160738 h 188114"/>
                  <a:gd name="csX2" fmla="*/ 188077 w 187874"/>
                  <a:gd name="csY2" fmla="*/ 94229 h 188114"/>
                  <a:gd name="csX3" fmla="*/ 160563 w 187874"/>
                  <a:gd name="csY3" fmla="*/ 27721 h 188114"/>
                  <a:gd name="csX4" fmla="*/ 94139 w 187874"/>
                  <a:gd name="csY4" fmla="*/ 172 h 188114"/>
                  <a:gd name="csX5" fmla="*/ 27715 w 187874"/>
                  <a:gd name="csY5" fmla="*/ 27721 h 188114"/>
                  <a:gd name="csX6" fmla="*/ 202 w 187874"/>
                  <a:gd name="csY6" fmla="*/ 94229 h 188114"/>
                  <a:gd name="csX7" fmla="*/ 27715 w 187874"/>
                  <a:gd name="csY7" fmla="*/ 160738 h 188114"/>
                  <a:gd name="csX8" fmla="*/ 94139 w 187874"/>
                  <a:gd name="csY8" fmla="*/ 18828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9" y="188287"/>
                    </a:moveTo>
                    <a:cubicBezTo>
                      <a:pt x="119052" y="188287"/>
                      <a:pt x="142947" y="178376"/>
                      <a:pt x="160563" y="160738"/>
                    </a:cubicBezTo>
                    <a:cubicBezTo>
                      <a:pt x="178179" y="143100"/>
                      <a:pt x="188077" y="119174"/>
                      <a:pt x="188077" y="94229"/>
                    </a:cubicBezTo>
                    <a:cubicBezTo>
                      <a:pt x="188077" y="69285"/>
                      <a:pt x="178179" y="45359"/>
                      <a:pt x="160563" y="27721"/>
                    </a:cubicBezTo>
                    <a:cubicBezTo>
                      <a:pt x="142947" y="10082"/>
                      <a:pt x="119052" y="172"/>
                      <a:pt x="94139" y="172"/>
                    </a:cubicBezTo>
                    <a:cubicBezTo>
                      <a:pt x="69227" y="172"/>
                      <a:pt x="45331" y="10082"/>
                      <a:pt x="27715" y="27721"/>
                    </a:cubicBezTo>
                    <a:cubicBezTo>
                      <a:pt x="10100" y="45359"/>
                      <a:pt x="202" y="69285"/>
                      <a:pt x="202" y="94229"/>
                    </a:cubicBezTo>
                    <a:cubicBezTo>
                      <a:pt x="202" y="119174"/>
                      <a:pt x="10100" y="143100"/>
                      <a:pt x="27715" y="160738"/>
                    </a:cubicBezTo>
                    <a:cubicBezTo>
                      <a:pt x="45331" y="178376"/>
                      <a:pt x="69227" y="188287"/>
                      <a:pt x="94139" y="188287"/>
                    </a:cubicBezTo>
                    <a:close/>
                  </a:path>
                </a:pathLst>
              </a:custGeom>
              <a:solidFill>
                <a:srgbClr val="3A54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7" name="任意多边形: 形状 286"/>
              <p:cNvSpPr/>
              <p:nvPr/>
            </p:nvSpPr>
            <p:spPr>
              <a:xfrm>
                <a:off x="11057958" y="11193027"/>
                <a:ext cx="360000" cy="360000"/>
              </a:xfrm>
              <a:custGeom>
                <a:avLst/>
                <a:gdLst>
                  <a:gd name="csX0" fmla="*/ 94143 w 187874"/>
                  <a:gd name="csY0" fmla="*/ 188270 h 188114"/>
                  <a:gd name="csX1" fmla="*/ 160567 w 187874"/>
                  <a:gd name="csY1" fmla="*/ 160722 h 188114"/>
                  <a:gd name="csX2" fmla="*/ 188081 w 187874"/>
                  <a:gd name="csY2" fmla="*/ 94213 h 188114"/>
                  <a:gd name="csX3" fmla="*/ 160567 w 187874"/>
                  <a:gd name="csY3" fmla="*/ 27704 h 188114"/>
                  <a:gd name="csX4" fmla="*/ 94143 w 187874"/>
                  <a:gd name="csY4" fmla="*/ 156 h 188114"/>
                  <a:gd name="csX5" fmla="*/ 27719 w 187874"/>
                  <a:gd name="csY5" fmla="*/ 27704 h 188114"/>
                  <a:gd name="csX6" fmla="*/ 206 w 187874"/>
                  <a:gd name="csY6" fmla="*/ 94213 h 188114"/>
                  <a:gd name="csX7" fmla="*/ 27719 w 187874"/>
                  <a:gd name="csY7" fmla="*/ 160722 h 188114"/>
                  <a:gd name="csX8" fmla="*/ 94143 w 187874"/>
                  <a:gd name="csY8" fmla="*/ 18827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3" y="188270"/>
                    </a:moveTo>
                    <a:cubicBezTo>
                      <a:pt x="119056" y="188270"/>
                      <a:pt x="142951" y="178360"/>
                      <a:pt x="160567" y="160722"/>
                    </a:cubicBezTo>
                    <a:cubicBezTo>
                      <a:pt x="178183" y="143083"/>
                      <a:pt x="188081" y="119157"/>
                      <a:pt x="188081" y="94213"/>
                    </a:cubicBezTo>
                    <a:cubicBezTo>
                      <a:pt x="188081" y="69269"/>
                      <a:pt x="178183" y="45343"/>
                      <a:pt x="160567" y="27704"/>
                    </a:cubicBezTo>
                    <a:cubicBezTo>
                      <a:pt x="142951" y="10066"/>
                      <a:pt x="119056" y="156"/>
                      <a:pt x="94143" y="156"/>
                    </a:cubicBezTo>
                    <a:cubicBezTo>
                      <a:pt x="69231" y="156"/>
                      <a:pt x="45335" y="10066"/>
                      <a:pt x="27719" y="27704"/>
                    </a:cubicBezTo>
                    <a:cubicBezTo>
                      <a:pt x="10104" y="45343"/>
                      <a:pt x="206" y="69269"/>
                      <a:pt x="206" y="94213"/>
                    </a:cubicBezTo>
                    <a:cubicBezTo>
                      <a:pt x="206" y="119157"/>
                      <a:pt x="10104" y="143083"/>
                      <a:pt x="27719" y="160722"/>
                    </a:cubicBezTo>
                    <a:cubicBezTo>
                      <a:pt x="45335" y="178360"/>
                      <a:pt x="69231" y="188270"/>
                      <a:pt x="94143" y="188270"/>
                    </a:cubicBezTo>
                    <a:close/>
                  </a:path>
                </a:pathLst>
              </a:custGeom>
              <a:solidFill>
                <a:srgbClr val="277E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8" name="任意多边形: 形状 287"/>
              <p:cNvSpPr/>
              <p:nvPr/>
            </p:nvSpPr>
            <p:spPr>
              <a:xfrm>
                <a:off x="11898922" y="13015908"/>
                <a:ext cx="360000" cy="360000"/>
              </a:xfrm>
              <a:custGeom>
                <a:avLst/>
                <a:gdLst>
                  <a:gd name="csX0" fmla="*/ 94161 w 187874"/>
                  <a:gd name="csY0" fmla="*/ 188308 h 188114"/>
                  <a:gd name="csX1" fmla="*/ 160584 w 187874"/>
                  <a:gd name="csY1" fmla="*/ 160759 h 188114"/>
                  <a:gd name="csX2" fmla="*/ 188098 w 187874"/>
                  <a:gd name="csY2" fmla="*/ 94251 h 188114"/>
                  <a:gd name="csX3" fmla="*/ 160584 w 187874"/>
                  <a:gd name="csY3" fmla="*/ 27742 h 188114"/>
                  <a:gd name="csX4" fmla="*/ 94161 w 187874"/>
                  <a:gd name="csY4" fmla="*/ 193 h 188114"/>
                  <a:gd name="csX5" fmla="*/ 27737 w 187874"/>
                  <a:gd name="csY5" fmla="*/ 27742 h 188114"/>
                  <a:gd name="csX6" fmla="*/ 223 w 187874"/>
                  <a:gd name="csY6" fmla="*/ 94251 h 188114"/>
                  <a:gd name="csX7" fmla="*/ 27737 w 187874"/>
                  <a:gd name="csY7" fmla="*/ 160759 h 188114"/>
                  <a:gd name="csX8" fmla="*/ 94161 w 187874"/>
                  <a:gd name="csY8" fmla="*/ 18830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1" y="188308"/>
                    </a:moveTo>
                    <a:cubicBezTo>
                      <a:pt x="119073" y="188308"/>
                      <a:pt x="142969" y="178397"/>
                      <a:pt x="160584" y="160759"/>
                    </a:cubicBezTo>
                    <a:cubicBezTo>
                      <a:pt x="178200" y="143121"/>
                      <a:pt x="188098" y="119195"/>
                      <a:pt x="188098" y="94251"/>
                    </a:cubicBezTo>
                    <a:cubicBezTo>
                      <a:pt x="188098" y="69306"/>
                      <a:pt x="178200" y="45380"/>
                      <a:pt x="160584" y="27742"/>
                    </a:cubicBezTo>
                    <a:cubicBezTo>
                      <a:pt x="142969" y="10104"/>
                      <a:pt x="119073" y="193"/>
                      <a:pt x="94161" y="193"/>
                    </a:cubicBezTo>
                    <a:cubicBezTo>
                      <a:pt x="69248" y="193"/>
                      <a:pt x="45353" y="10104"/>
                      <a:pt x="27737" y="27742"/>
                    </a:cubicBezTo>
                    <a:cubicBezTo>
                      <a:pt x="10121" y="45380"/>
                      <a:pt x="223" y="69306"/>
                      <a:pt x="223" y="94251"/>
                    </a:cubicBezTo>
                    <a:cubicBezTo>
                      <a:pt x="223" y="119195"/>
                      <a:pt x="10121" y="143121"/>
                      <a:pt x="27737" y="160759"/>
                    </a:cubicBezTo>
                    <a:cubicBezTo>
                      <a:pt x="45353" y="178397"/>
                      <a:pt x="69248" y="188308"/>
                      <a:pt x="94161" y="188308"/>
                    </a:cubicBezTo>
                    <a:close/>
                  </a:path>
                </a:pathLst>
              </a:custGeom>
              <a:solidFill>
                <a:srgbClr val="3B52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89" name="任意多边形: 形状 288"/>
              <p:cNvSpPr/>
              <p:nvPr/>
            </p:nvSpPr>
            <p:spPr>
              <a:xfrm>
                <a:off x="8972922" y="9299538"/>
                <a:ext cx="360000" cy="360000"/>
              </a:xfrm>
              <a:custGeom>
                <a:avLst/>
                <a:gdLst>
                  <a:gd name="csX0" fmla="*/ 94100 w 187874"/>
                  <a:gd name="csY0" fmla="*/ 188231 h 188114"/>
                  <a:gd name="csX1" fmla="*/ 160524 w 187874"/>
                  <a:gd name="csY1" fmla="*/ 160683 h 188114"/>
                  <a:gd name="csX2" fmla="*/ 188038 w 187874"/>
                  <a:gd name="csY2" fmla="*/ 94174 h 188114"/>
                  <a:gd name="csX3" fmla="*/ 160524 w 187874"/>
                  <a:gd name="csY3" fmla="*/ 27665 h 188114"/>
                  <a:gd name="csX4" fmla="*/ 94100 w 187874"/>
                  <a:gd name="csY4" fmla="*/ 117 h 188114"/>
                  <a:gd name="csX5" fmla="*/ 27676 w 187874"/>
                  <a:gd name="csY5" fmla="*/ 27665 h 188114"/>
                  <a:gd name="csX6" fmla="*/ 163 w 187874"/>
                  <a:gd name="csY6" fmla="*/ 94174 h 188114"/>
                  <a:gd name="csX7" fmla="*/ 27676 w 187874"/>
                  <a:gd name="csY7" fmla="*/ 160683 h 188114"/>
                  <a:gd name="csX8" fmla="*/ 94100 w 187874"/>
                  <a:gd name="csY8" fmla="*/ 18823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0" y="188231"/>
                    </a:moveTo>
                    <a:cubicBezTo>
                      <a:pt x="119013" y="188231"/>
                      <a:pt x="142908" y="178321"/>
                      <a:pt x="160524" y="160683"/>
                    </a:cubicBezTo>
                    <a:cubicBezTo>
                      <a:pt x="178140" y="143044"/>
                      <a:pt x="188038" y="119118"/>
                      <a:pt x="188038" y="94174"/>
                    </a:cubicBezTo>
                    <a:cubicBezTo>
                      <a:pt x="188038" y="69230"/>
                      <a:pt x="178140" y="45304"/>
                      <a:pt x="160524" y="27665"/>
                    </a:cubicBezTo>
                    <a:cubicBezTo>
                      <a:pt x="142908" y="10027"/>
                      <a:pt x="119013" y="117"/>
                      <a:pt x="94100" y="117"/>
                    </a:cubicBezTo>
                    <a:cubicBezTo>
                      <a:pt x="69188" y="117"/>
                      <a:pt x="45292" y="10027"/>
                      <a:pt x="27676" y="27665"/>
                    </a:cubicBezTo>
                    <a:cubicBezTo>
                      <a:pt x="10061" y="45304"/>
                      <a:pt x="163" y="69230"/>
                      <a:pt x="163" y="94174"/>
                    </a:cubicBezTo>
                    <a:cubicBezTo>
                      <a:pt x="163" y="119118"/>
                      <a:pt x="10061" y="143044"/>
                      <a:pt x="27676" y="160683"/>
                    </a:cubicBezTo>
                    <a:cubicBezTo>
                      <a:pt x="45292" y="178321"/>
                      <a:pt x="69188" y="188231"/>
                      <a:pt x="94100" y="188231"/>
                    </a:cubicBezTo>
                    <a:close/>
                  </a:path>
                </a:pathLst>
              </a:custGeom>
              <a:solidFill>
                <a:srgbClr val="C5E02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0" name="任意多边形: 形状 289"/>
              <p:cNvSpPr/>
              <p:nvPr/>
            </p:nvSpPr>
            <p:spPr>
              <a:xfrm>
                <a:off x="9625438" y="15941738"/>
                <a:ext cx="360000" cy="360000"/>
              </a:xfrm>
              <a:custGeom>
                <a:avLst/>
                <a:gdLst>
                  <a:gd name="csX0" fmla="*/ 94114 w 187874"/>
                  <a:gd name="csY0" fmla="*/ 188368 h 188114"/>
                  <a:gd name="csX1" fmla="*/ 160537 w 187874"/>
                  <a:gd name="csY1" fmla="*/ 160819 h 188114"/>
                  <a:gd name="csX2" fmla="*/ 188051 w 187874"/>
                  <a:gd name="csY2" fmla="*/ 94311 h 188114"/>
                  <a:gd name="csX3" fmla="*/ 160537 w 187874"/>
                  <a:gd name="csY3" fmla="*/ 27802 h 188114"/>
                  <a:gd name="csX4" fmla="*/ 94114 w 187874"/>
                  <a:gd name="csY4" fmla="*/ 253 h 188114"/>
                  <a:gd name="csX5" fmla="*/ 27690 w 187874"/>
                  <a:gd name="csY5" fmla="*/ 27802 h 188114"/>
                  <a:gd name="csX6" fmla="*/ 176 w 187874"/>
                  <a:gd name="csY6" fmla="*/ 94311 h 188114"/>
                  <a:gd name="csX7" fmla="*/ 27690 w 187874"/>
                  <a:gd name="csY7" fmla="*/ 160819 h 188114"/>
                  <a:gd name="csX8" fmla="*/ 94114 w 187874"/>
                  <a:gd name="csY8" fmla="*/ 18836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4" y="188368"/>
                    </a:moveTo>
                    <a:cubicBezTo>
                      <a:pt x="119026" y="188368"/>
                      <a:pt x="142922" y="178458"/>
                      <a:pt x="160537" y="160819"/>
                    </a:cubicBezTo>
                    <a:cubicBezTo>
                      <a:pt x="178153" y="143181"/>
                      <a:pt x="188051" y="119255"/>
                      <a:pt x="188051" y="94311"/>
                    </a:cubicBezTo>
                    <a:cubicBezTo>
                      <a:pt x="188051" y="69366"/>
                      <a:pt x="178153" y="45440"/>
                      <a:pt x="160537" y="27802"/>
                    </a:cubicBezTo>
                    <a:cubicBezTo>
                      <a:pt x="142922" y="10164"/>
                      <a:pt x="119026" y="253"/>
                      <a:pt x="94114" y="253"/>
                    </a:cubicBezTo>
                    <a:cubicBezTo>
                      <a:pt x="69201" y="253"/>
                      <a:pt x="45306" y="10164"/>
                      <a:pt x="27690" y="27802"/>
                    </a:cubicBezTo>
                    <a:cubicBezTo>
                      <a:pt x="10074" y="45440"/>
                      <a:pt x="176" y="69366"/>
                      <a:pt x="176" y="94311"/>
                    </a:cubicBezTo>
                    <a:cubicBezTo>
                      <a:pt x="176" y="119255"/>
                      <a:pt x="10074" y="143181"/>
                      <a:pt x="27690" y="160819"/>
                    </a:cubicBezTo>
                    <a:cubicBezTo>
                      <a:pt x="45306" y="178458"/>
                      <a:pt x="69201" y="188368"/>
                      <a:pt x="94114" y="188368"/>
                    </a:cubicBezTo>
                    <a:close/>
                  </a:path>
                </a:pathLst>
              </a:custGeom>
              <a:solidFill>
                <a:srgbClr val="40BD7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1" name="任意多边形: 形状 290"/>
              <p:cNvSpPr/>
              <p:nvPr/>
            </p:nvSpPr>
            <p:spPr>
              <a:xfrm>
                <a:off x="11604941" y="11968614"/>
                <a:ext cx="360000" cy="360000"/>
              </a:xfrm>
              <a:custGeom>
                <a:avLst/>
                <a:gdLst>
                  <a:gd name="csX0" fmla="*/ 94154 w 187874"/>
                  <a:gd name="csY0" fmla="*/ 188286 h 188114"/>
                  <a:gd name="csX1" fmla="*/ 160578 w 187874"/>
                  <a:gd name="csY1" fmla="*/ 160738 h 188114"/>
                  <a:gd name="csX2" fmla="*/ 188092 w 187874"/>
                  <a:gd name="csY2" fmla="*/ 94229 h 188114"/>
                  <a:gd name="csX3" fmla="*/ 160578 w 187874"/>
                  <a:gd name="csY3" fmla="*/ 27720 h 188114"/>
                  <a:gd name="csX4" fmla="*/ 94154 w 187874"/>
                  <a:gd name="csY4" fmla="*/ 172 h 188114"/>
                  <a:gd name="csX5" fmla="*/ 27731 w 187874"/>
                  <a:gd name="csY5" fmla="*/ 27720 h 188114"/>
                  <a:gd name="csX6" fmla="*/ 217 w 187874"/>
                  <a:gd name="csY6" fmla="*/ 94229 h 188114"/>
                  <a:gd name="csX7" fmla="*/ 27731 w 187874"/>
                  <a:gd name="csY7" fmla="*/ 160738 h 188114"/>
                  <a:gd name="csX8" fmla="*/ 94154 w 187874"/>
                  <a:gd name="csY8" fmla="*/ 18828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4" y="188286"/>
                    </a:moveTo>
                    <a:cubicBezTo>
                      <a:pt x="119067" y="188286"/>
                      <a:pt x="142962" y="178376"/>
                      <a:pt x="160578" y="160738"/>
                    </a:cubicBezTo>
                    <a:cubicBezTo>
                      <a:pt x="178194" y="143099"/>
                      <a:pt x="188092" y="119173"/>
                      <a:pt x="188092" y="94229"/>
                    </a:cubicBezTo>
                    <a:cubicBezTo>
                      <a:pt x="188092" y="69285"/>
                      <a:pt x="178194" y="45359"/>
                      <a:pt x="160578" y="27720"/>
                    </a:cubicBezTo>
                    <a:cubicBezTo>
                      <a:pt x="142962" y="10082"/>
                      <a:pt x="119067" y="172"/>
                      <a:pt x="94154" y="172"/>
                    </a:cubicBezTo>
                    <a:cubicBezTo>
                      <a:pt x="69242" y="172"/>
                      <a:pt x="45346" y="10082"/>
                      <a:pt x="27731" y="27720"/>
                    </a:cubicBezTo>
                    <a:cubicBezTo>
                      <a:pt x="10115" y="45359"/>
                      <a:pt x="217" y="69285"/>
                      <a:pt x="217" y="94229"/>
                    </a:cubicBezTo>
                    <a:cubicBezTo>
                      <a:pt x="217" y="119173"/>
                      <a:pt x="10115" y="143099"/>
                      <a:pt x="27731" y="160738"/>
                    </a:cubicBezTo>
                    <a:cubicBezTo>
                      <a:pt x="45346" y="178376"/>
                      <a:pt x="69242" y="188286"/>
                      <a:pt x="94154" y="188286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2" name="任意多边形: 形状 291"/>
              <p:cNvSpPr/>
              <p:nvPr/>
            </p:nvSpPr>
            <p:spPr>
              <a:xfrm>
                <a:off x="8117139" y="11899637"/>
                <a:ext cx="360000" cy="360000"/>
              </a:xfrm>
              <a:custGeom>
                <a:avLst/>
                <a:gdLst>
                  <a:gd name="csX0" fmla="*/ 94083 w 187874"/>
                  <a:gd name="csY0" fmla="*/ 188285 h 188114"/>
                  <a:gd name="csX1" fmla="*/ 160506 w 187874"/>
                  <a:gd name="csY1" fmla="*/ 160736 h 188114"/>
                  <a:gd name="csX2" fmla="*/ 188020 w 187874"/>
                  <a:gd name="csY2" fmla="*/ 94228 h 188114"/>
                  <a:gd name="csX3" fmla="*/ 160506 w 187874"/>
                  <a:gd name="csY3" fmla="*/ 27719 h 188114"/>
                  <a:gd name="csX4" fmla="*/ 94083 w 187874"/>
                  <a:gd name="csY4" fmla="*/ 170 h 188114"/>
                  <a:gd name="csX5" fmla="*/ 27659 w 187874"/>
                  <a:gd name="csY5" fmla="*/ 27719 h 188114"/>
                  <a:gd name="csX6" fmla="*/ 145 w 187874"/>
                  <a:gd name="csY6" fmla="*/ 94228 h 188114"/>
                  <a:gd name="csX7" fmla="*/ 27659 w 187874"/>
                  <a:gd name="csY7" fmla="*/ 160736 h 188114"/>
                  <a:gd name="csX8" fmla="*/ 94083 w 187874"/>
                  <a:gd name="csY8" fmla="*/ 18828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083" y="188285"/>
                    </a:moveTo>
                    <a:cubicBezTo>
                      <a:pt x="118995" y="188285"/>
                      <a:pt x="142891" y="178374"/>
                      <a:pt x="160506" y="160736"/>
                    </a:cubicBezTo>
                    <a:cubicBezTo>
                      <a:pt x="178122" y="143098"/>
                      <a:pt x="188020" y="119172"/>
                      <a:pt x="188020" y="94228"/>
                    </a:cubicBezTo>
                    <a:cubicBezTo>
                      <a:pt x="188020" y="69283"/>
                      <a:pt x="178122" y="45357"/>
                      <a:pt x="160506" y="27719"/>
                    </a:cubicBezTo>
                    <a:cubicBezTo>
                      <a:pt x="142891" y="10081"/>
                      <a:pt x="118995" y="170"/>
                      <a:pt x="94083" y="170"/>
                    </a:cubicBezTo>
                    <a:cubicBezTo>
                      <a:pt x="69170" y="170"/>
                      <a:pt x="45275" y="10081"/>
                      <a:pt x="27659" y="27719"/>
                    </a:cubicBezTo>
                    <a:cubicBezTo>
                      <a:pt x="10043" y="45357"/>
                      <a:pt x="145" y="69283"/>
                      <a:pt x="145" y="94228"/>
                    </a:cubicBezTo>
                    <a:cubicBezTo>
                      <a:pt x="145" y="119172"/>
                      <a:pt x="10043" y="143098"/>
                      <a:pt x="27659" y="160736"/>
                    </a:cubicBezTo>
                    <a:cubicBezTo>
                      <a:pt x="45275" y="178374"/>
                      <a:pt x="69170" y="188285"/>
                      <a:pt x="94083" y="188285"/>
                    </a:cubicBezTo>
                    <a:close/>
                  </a:path>
                </a:pathLst>
              </a:custGeom>
              <a:solidFill>
                <a:srgbClr val="1E9D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3" name="任意多边形: 形状 292"/>
              <p:cNvSpPr/>
              <p:nvPr/>
            </p:nvSpPr>
            <p:spPr>
              <a:xfrm>
                <a:off x="13151916" y="11348221"/>
                <a:ext cx="360000" cy="360000"/>
              </a:xfrm>
              <a:custGeom>
                <a:avLst/>
                <a:gdLst>
                  <a:gd name="csX0" fmla="*/ 94186 w 187874"/>
                  <a:gd name="csY0" fmla="*/ 188274 h 188114"/>
                  <a:gd name="csX1" fmla="*/ 160610 w 187874"/>
                  <a:gd name="csY1" fmla="*/ 160725 h 188114"/>
                  <a:gd name="csX2" fmla="*/ 188124 w 187874"/>
                  <a:gd name="csY2" fmla="*/ 94216 h 188114"/>
                  <a:gd name="csX3" fmla="*/ 160610 w 187874"/>
                  <a:gd name="csY3" fmla="*/ 27708 h 188114"/>
                  <a:gd name="csX4" fmla="*/ 94186 w 187874"/>
                  <a:gd name="csY4" fmla="*/ 159 h 188114"/>
                  <a:gd name="csX5" fmla="*/ 27763 w 187874"/>
                  <a:gd name="csY5" fmla="*/ 27708 h 188114"/>
                  <a:gd name="csX6" fmla="*/ 249 w 187874"/>
                  <a:gd name="csY6" fmla="*/ 94216 h 188114"/>
                  <a:gd name="csX7" fmla="*/ 27763 w 187874"/>
                  <a:gd name="csY7" fmla="*/ 160725 h 188114"/>
                  <a:gd name="csX8" fmla="*/ 94186 w 187874"/>
                  <a:gd name="csY8" fmla="*/ 18827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6" y="188274"/>
                    </a:moveTo>
                    <a:cubicBezTo>
                      <a:pt x="119099" y="188274"/>
                      <a:pt x="142994" y="178363"/>
                      <a:pt x="160610" y="160725"/>
                    </a:cubicBezTo>
                    <a:cubicBezTo>
                      <a:pt x="178226" y="143087"/>
                      <a:pt x="188124" y="119161"/>
                      <a:pt x="188124" y="94216"/>
                    </a:cubicBezTo>
                    <a:cubicBezTo>
                      <a:pt x="188124" y="69272"/>
                      <a:pt x="178226" y="45346"/>
                      <a:pt x="160610" y="27708"/>
                    </a:cubicBezTo>
                    <a:cubicBezTo>
                      <a:pt x="142994" y="10069"/>
                      <a:pt x="119099" y="159"/>
                      <a:pt x="94186" y="159"/>
                    </a:cubicBezTo>
                    <a:cubicBezTo>
                      <a:pt x="69274" y="159"/>
                      <a:pt x="45378" y="10069"/>
                      <a:pt x="27763" y="27708"/>
                    </a:cubicBezTo>
                    <a:cubicBezTo>
                      <a:pt x="10147" y="45346"/>
                      <a:pt x="249" y="69272"/>
                      <a:pt x="249" y="94216"/>
                    </a:cubicBezTo>
                    <a:cubicBezTo>
                      <a:pt x="249" y="119161"/>
                      <a:pt x="10147" y="143087"/>
                      <a:pt x="27763" y="160725"/>
                    </a:cubicBezTo>
                    <a:cubicBezTo>
                      <a:pt x="45378" y="178363"/>
                      <a:pt x="69274" y="188274"/>
                      <a:pt x="94186" y="188274"/>
                    </a:cubicBezTo>
                    <a:close/>
                  </a:path>
                </a:pathLst>
              </a:custGeom>
              <a:solidFill>
                <a:srgbClr val="24AA8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4" name="任意多边形: 形状 293"/>
              <p:cNvSpPr/>
              <p:nvPr/>
            </p:nvSpPr>
            <p:spPr>
              <a:xfrm>
                <a:off x="12205933" y="13123686"/>
                <a:ext cx="360000" cy="360000"/>
              </a:xfrm>
              <a:custGeom>
                <a:avLst/>
                <a:gdLst>
                  <a:gd name="csX0" fmla="*/ 94167 w 187874"/>
                  <a:gd name="csY0" fmla="*/ 188310 h 188114"/>
                  <a:gd name="csX1" fmla="*/ 160591 w 187874"/>
                  <a:gd name="csY1" fmla="*/ 160761 h 188114"/>
                  <a:gd name="csX2" fmla="*/ 188104 w 187874"/>
                  <a:gd name="csY2" fmla="*/ 94253 h 188114"/>
                  <a:gd name="csX3" fmla="*/ 160591 w 187874"/>
                  <a:gd name="csY3" fmla="*/ 27744 h 188114"/>
                  <a:gd name="csX4" fmla="*/ 94167 w 187874"/>
                  <a:gd name="csY4" fmla="*/ 195 h 188114"/>
                  <a:gd name="csX5" fmla="*/ 27743 w 187874"/>
                  <a:gd name="csY5" fmla="*/ 27744 h 188114"/>
                  <a:gd name="csX6" fmla="*/ 229 w 187874"/>
                  <a:gd name="csY6" fmla="*/ 94253 h 188114"/>
                  <a:gd name="csX7" fmla="*/ 27743 w 187874"/>
                  <a:gd name="csY7" fmla="*/ 160761 h 188114"/>
                  <a:gd name="csX8" fmla="*/ 94167 w 187874"/>
                  <a:gd name="csY8" fmla="*/ 18831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7" y="188310"/>
                    </a:moveTo>
                    <a:cubicBezTo>
                      <a:pt x="119079" y="188310"/>
                      <a:pt x="142975" y="178400"/>
                      <a:pt x="160591" y="160761"/>
                    </a:cubicBezTo>
                    <a:cubicBezTo>
                      <a:pt x="178206" y="143123"/>
                      <a:pt x="188104" y="119197"/>
                      <a:pt x="188104" y="94253"/>
                    </a:cubicBezTo>
                    <a:cubicBezTo>
                      <a:pt x="188104" y="69308"/>
                      <a:pt x="178206" y="45382"/>
                      <a:pt x="160591" y="27744"/>
                    </a:cubicBezTo>
                    <a:cubicBezTo>
                      <a:pt x="142975" y="10106"/>
                      <a:pt x="119079" y="195"/>
                      <a:pt x="94167" y="195"/>
                    </a:cubicBezTo>
                    <a:cubicBezTo>
                      <a:pt x="69254" y="195"/>
                      <a:pt x="45359" y="10106"/>
                      <a:pt x="27743" y="27744"/>
                    </a:cubicBezTo>
                    <a:cubicBezTo>
                      <a:pt x="10127" y="45382"/>
                      <a:pt x="229" y="69308"/>
                      <a:pt x="229" y="94253"/>
                    </a:cubicBezTo>
                    <a:cubicBezTo>
                      <a:pt x="229" y="119197"/>
                      <a:pt x="10127" y="143123"/>
                      <a:pt x="27743" y="160761"/>
                    </a:cubicBezTo>
                    <a:cubicBezTo>
                      <a:pt x="45359" y="178400"/>
                      <a:pt x="69254" y="188310"/>
                      <a:pt x="94167" y="188310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5" name="任意多边形: 形状 294"/>
              <p:cNvSpPr/>
              <p:nvPr/>
            </p:nvSpPr>
            <p:spPr>
              <a:xfrm>
                <a:off x="10614730" y="14661027"/>
                <a:ext cx="360000" cy="360000"/>
              </a:xfrm>
              <a:custGeom>
                <a:avLst/>
                <a:gdLst>
                  <a:gd name="csX0" fmla="*/ 94134 w 187874"/>
                  <a:gd name="csY0" fmla="*/ 188342 h 188114"/>
                  <a:gd name="csX1" fmla="*/ 160558 w 187874"/>
                  <a:gd name="csY1" fmla="*/ 160793 h 188114"/>
                  <a:gd name="csX2" fmla="*/ 188072 w 187874"/>
                  <a:gd name="csY2" fmla="*/ 94284 h 188114"/>
                  <a:gd name="csX3" fmla="*/ 160558 w 187874"/>
                  <a:gd name="csY3" fmla="*/ 27776 h 188114"/>
                  <a:gd name="csX4" fmla="*/ 94134 w 187874"/>
                  <a:gd name="csY4" fmla="*/ 227 h 188114"/>
                  <a:gd name="csX5" fmla="*/ 27710 w 187874"/>
                  <a:gd name="csY5" fmla="*/ 27776 h 188114"/>
                  <a:gd name="csX6" fmla="*/ 197 w 187874"/>
                  <a:gd name="csY6" fmla="*/ 94284 h 188114"/>
                  <a:gd name="csX7" fmla="*/ 27710 w 187874"/>
                  <a:gd name="csY7" fmla="*/ 160793 h 188114"/>
                  <a:gd name="csX8" fmla="*/ 94134 w 187874"/>
                  <a:gd name="csY8" fmla="*/ 18834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4" y="188342"/>
                    </a:moveTo>
                    <a:cubicBezTo>
                      <a:pt x="119047" y="188342"/>
                      <a:pt x="142942" y="178431"/>
                      <a:pt x="160558" y="160793"/>
                    </a:cubicBezTo>
                    <a:cubicBezTo>
                      <a:pt x="178174" y="143155"/>
                      <a:pt x="188072" y="119229"/>
                      <a:pt x="188072" y="94284"/>
                    </a:cubicBezTo>
                    <a:cubicBezTo>
                      <a:pt x="188072" y="69340"/>
                      <a:pt x="178174" y="45414"/>
                      <a:pt x="160558" y="27776"/>
                    </a:cubicBezTo>
                    <a:cubicBezTo>
                      <a:pt x="142942" y="10137"/>
                      <a:pt x="119047" y="227"/>
                      <a:pt x="94134" y="227"/>
                    </a:cubicBezTo>
                    <a:cubicBezTo>
                      <a:pt x="69222" y="227"/>
                      <a:pt x="45326" y="10137"/>
                      <a:pt x="27710" y="27776"/>
                    </a:cubicBezTo>
                    <a:cubicBezTo>
                      <a:pt x="10094" y="45414"/>
                      <a:pt x="197" y="69340"/>
                      <a:pt x="197" y="94284"/>
                    </a:cubicBezTo>
                    <a:cubicBezTo>
                      <a:pt x="197" y="119229"/>
                      <a:pt x="10094" y="143155"/>
                      <a:pt x="27710" y="160793"/>
                    </a:cubicBezTo>
                    <a:cubicBezTo>
                      <a:pt x="45326" y="178431"/>
                      <a:pt x="69222" y="188342"/>
                      <a:pt x="94134" y="188342"/>
                    </a:cubicBezTo>
                    <a:close/>
                  </a:path>
                </a:pathLst>
              </a:custGeom>
              <a:solidFill>
                <a:srgbClr val="2A7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6" name="任意多边形: 形状 295"/>
              <p:cNvSpPr/>
              <p:nvPr/>
            </p:nvSpPr>
            <p:spPr>
              <a:xfrm>
                <a:off x="9567866" y="11827459"/>
                <a:ext cx="360000" cy="360000"/>
              </a:xfrm>
              <a:custGeom>
                <a:avLst/>
                <a:gdLst>
                  <a:gd name="csX0" fmla="*/ 94112 w 187874"/>
                  <a:gd name="csY0" fmla="*/ 188283 h 188114"/>
                  <a:gd name="csX1" fmla="*/ 160536 w 187874"/>
                  <a:gd name="csY1" fmla="*/ 160735 h 188114"/>
                  <a:gd name="csX2" fmla="*/ 188050 w 187874"/>
                  <a:gd name="csY2" fmla="*/ 94226 h 188114"/>
                  <a:gd name="csX3" fmla="*/ 160536 w 187874"/>
                  <a:gd name="csY3" fmla="*/ 27717 h 188114"/>
                  <a:gd name="csX4" fmla="*/ 94112 w 187874"/>
                  <a:gd name="csY4" fmla="*/ 169 h 188114"/>
                  <a:gd name="csX5" fmla="*/ 27689 w 187874"/>
                  <a:gd name="csY5" fmla="*/ 27717 h 188114"/>
                  <a:gd name="csX6" fmla="*/ 175 w 187874"/>
                  <a:gd name="csY6" fmla="*/ 94226 h 188114"/>
                  <a:gd name="csX7" fmla="*/ 27689 w 187874"/>
                  <a:gd name="csY7" fmla="*/ 160735 h 188114"/>
                  <a:gd name="csX8" fmla="*/ 94112 w 187874"/>
                  <a:gd name="csY8" fmla="*/ 18828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2" y="188283"/>
                    </a:moveTo>
                    <a:cubicBezTo>
                      <a:pt x="119025" y="188283"/>
                      <a:pt x="142920" y="178373"/>
                      <a:pt x="160536" y="160735"/>
                    </a:cubicBezTo>
                    <a:cubicBezTo>
                      <a:pt x="178152" y="143096"/>
                      <a:pt x="188050" y="119170"/>
                      <a:pt x="188050" y="94226"/>
                    </a:cubicBezTo>
                    <a:cubicBezTo>
                      <a:pt x="188050" y="69282"/>
                      <a:pt x="178152" y="45356"/>
                      <a:pt x="160536" y="27717"/>
                    </a:cubicBezTo>
                    <a:cubicBezTo>
                      <a:pt x="142920" y="10079"/>
                      <a:pt x="119025" y="169"/>
                      <a:pt x="94112" y="169"/>
                    </a:cubicBezTo>
                    <a:cubicBezTo>
                      <a:pt x="69200" y="169"/>
                      <a:pt x="45304" y="10079"/>
                      <a:pt x="27689" y="27717"/>
                    </a:cubicBezTo>
                    <a:cubicBezTo>
                      <a:pt x="10073" y="45356"/>
                      <a:pt x="175" y="69282"/>
                      <a:pt x="175" y="94226"/>
                    </a:cubicBezTo>
                    <a:cubicBezTo>
                      <a:pt x="175" y="119170"/>
                      <a:pt x="10073" y="143096"/>
                      <a:pt x="27689" y="160735"/>
                    </a:cubicBezTo>
                    <a:cubicBezTo>
                      <a:pt x="45304" y="178373"/>
                      <a:pt x="69200" y="188283"/>
                      <a:pt x="94112" y="188283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7" name="任意多边形: 形状 296"/>
              <p:cNvSpPr/>
              <p:nvPr/>
            </p:nvSpPr>
            <p:spPr>
              <a:xfrm>
                <a:off x="14195829" y="12675061"/>
                <a:ext cx="360000" cy="360000"/>
              </a:xfrm>
              <a:custGeom>
                <a:avLst/>
                <a:gdLst>
                  <a:gd name="csX0" fmla="*/ 94208 w 187874"/>
                  <a:gd name="csY0" fmla="*/ 188301 h 188114"/>
                  <a:gd name="csX1" fmla="*/ 160632 w 187874"/>
                  <a:gd name="csY1" fmla="*/ 160752 h 188114"/>
                  <a:gd name="csX2" fmla="*/ 188145 w 187874"/>
                  <a:gd name="csY2" fmla="*/ 94243 h 188114"/>
                  <a:gd name="csX3" fmla="*/ 160632 w 187874"/>
                  <a:gd name="csY3" fmla="*/ 27735 h 188114"/>
                  <a:gd name="csX4" fmla="*/ 94208 w 187874"/>
                  <a:gd name="csY4" fmla="*/ 186 h 188114"/>
                  <a:gd name="csX5" fmla="*/ 27784 w 187874"/>
                  <a:gd name="csY5" fmla="*/ 27735 h 188114"/>
                  <a:gd name="csX6" fmla="*/ 270 w 187874"/>
                  <a:gd name="csY6" fmla="*/ 94243 h 188114"/>
                  <a:gd name="csX7" fmla="*/ 27784 w 187874"/>
                  <a:gd name="csY7" fmla="*/ 160752 h 188114"/>
                  <a:gd name="csX8" fmla="*/ 94208 w 187874"/>
                  <a:gd name="csY8" fmla="*/ 18830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208" y="188301"/>
                    </a:moveTo>
                    <a:cubicBezTo>
                      <a:pt x="119120" y="188301"/>
                      <a:pt x="143016" y="178390"/>
                      <a:pt x="160632" y="160752"/>
                    </a:cubicBezTo>
                    <a:cubicBezTo>
                      <a:pt x="178248" y="143114"/>
                      <a:pt x="188145" y="119188"/>
                      <a:pt x="188145" y="94243"/>
                    </a:cubicBezTo>
                    <a:cubicBezTo>
                      <a:pt x="188145" y="69299"/>
                      <a:pt x="178248" y="45373"/>
                      <a:pt x="160632" y="27735"/>
                    </a:cubicBezTo>
                    <a:cubicBezTo>
                      <a:pt x="143016" y="10097"/>
                      <a:pt x="119120" y="186"/>
                      <a:pt x="94208" y="186"/>
                    </a:cubicBezTo>
                    <a:cubicBezTo>
                      <a:pt x="69295" y="186"/>
                      <a:pt x="45400" y="10097"/>
                      <a:pt x="27784" y="27735"/>
                    </a:cubicBezTo>
                    <a:cubicBezTo>
                      <a:pt x="10168" y="45373"/>
                      <a:pt x="270" y="69299"/>
                      <a:pt x="270" y="94243"/>
                    </a:cubicBezTo>
                    <a:cubicBezTo>
                      <a:pt x="270" y="119188"/>
                      <a:pt x="10168" y="143114"/>
                      <a:pt x="27784" y="160752"/>
                    </a:cubicBezTo>
                    <a:cubicBezTo>
                      <a:pt x="45400" y="178390"/>
                      <a:pt x="69295" y="188301"/>
                      <a:pt x="94208" y="188301"/>
                    </a:cubicBezTo>
                    <a:close/>
                  </a:path>
                </a:pathLst>
              </a:custGeom>
              <a:solidFill>
                <a:srgbClr val="37B87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8" name="任意多边形: 形状 297"/>
              <p:cNvSpPr/>
              <p:nvPr/>
            </p:nvSpPr>
            <p:spPr>
              <a:xfrm>
                <a:off x="11370291" y="13221974"/>
                <a:ext cx="360000" cy="360000"/>
              </a:xfrm>
              <a:custGeom>
                <a:avLst/>
                <a:gdLst>
                  <a:gd name="csX0" fmla="*/ 94150 w 187874"/>
                  <a:gd name="csY0" fmla="*/ 188312 h 188114"/>
                  <a:gd name="csX1" fmla="*/ 160573 w 187874"/>
                  <a:gd name="csY1" fmla="*/ 160763 h 188114"/>
                  <a:gd name="csX2" fmla="*/ 188087 w 187874"/>
                  <a:gd name="csY2" fmla="*/ 94255 h 188114"/>
                  <a:gd name="csX3" fmla="*/ 160573 w 187874"/>
                  <a:gd name="csY3" fmla="*/ 27746 h 188114"/>
                  <a:gd name="csX4" fmla="*/ 94150 w 187874"/>
                  <a:gd name="csY4" fmla="*/ 197 h 188114"/>
                  <a:gd name="csX5" fmla="*/ 27726 w 187874"/>
                  <a:gd name="csY5" fmla="*/ 27746 h 188114"/>
                  <a:gd name="csX6" fmla="*/ 212 w 187874"/>
                  <a:gd name="csY6" fmla="*/ 94255 h 188114"/>
                  <a:gd name="csX7" fmla="*/ 27726 w 187874"/>
                  <a:gd name="csY7" fmla="*/ 160763 h 188114"/>
                  <a:gd name="csX8" fmla="*/ 94150 w 187874"/>
                  <a:gd name="csY8" fmla="*/ 18831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0" y="188312"/>
                    </a:moveTo>
                    <a:cubicBezTo>
                      <a:pt x="119062" y="188312"/>
                      <a:pt x="142958" y="178402"/>
                      <a:pt x="160573" y="160763"/>
                    </a:cubicBezTo>
                    <a:cubicBezTo>
                      <a:pt x="178189" y="143125"/>
                      <a:pt x="188087" y="119199"/>
                      <a:pt x="188087" y="94255"/>
                    </a:cubicBezTo>
                    <a:cubicBezTo>
                      <a:pt x="188087" y="69310"/>
                      <a:pt x="178189" y="45384"/>
                      <a:pt x="160573" y="27746"/>
                    </a:cubicBezTo>
                    <a:cubicBezTo>
                      <a:pt x="142958" y="10108"/>
                      <a:pt x="119062" y="197"/>
                      <a:pt x="94150" y="197"/>
                    </a:cubicBezTo>
                    <a:cubicBezTo>
                      <a:pt x="69237" y="197"/>
                      <a:pt x="45342" y="10108"/>
                      <a:pt x="27726" y="27746"/>
                    </a:cubicBezTo>
                    <a:cubicBezTo>
                      <a:pt x="10110" y="45384"/>
                      <a:pt x="212" y="69310"/>
                      <a:pt x="212" y="94255"/>
                    </a:cubicBezTo>
                    <a:cubicBezTo>
                      <a:pt x="212" y="119199"/>
                      <a:pt x="10110" y="143125"/>
                      <a:pt x="27726" y="160763"/>
                    </a:cubicBezTo>
                    <a:cubicBezTo>
                      <a:pt x="45342" y="178402"/>
                      <a:pt x="69237" y="188312"/>
                      <a:pt x="94150" y="188312"/>
                    </a:cubicBezTo>
                    <a:close/>
                  </a:path>
                </a:pathLst>
              </a:custGeom>
              <a:solidFill>
                <a:srgbClr val="3858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99" name="任意多边形: 形状 298"/>
              <p:cNvSpPr/>
              <p:nvPr/>
            </p:nvSpPr>
            <p:spPr>
              <a:xfrm>
                <a:off x="10142422" y="11937786"/>
                <a:ext cx="360000" cy="360000"/>
              </a:xfrm>
              <a:custGeom>
                <a:avLst/>
                <a:gdLst>
                  <a:gd name="csX0" fmla="*/ 94124 w 187874"/>
                  <a:gd name="csY0" fmla="*/ 188286 h 188114"/>
                  <a:gd name="csX1" fmla="*/ 160548 w 187874"/>
                  <a:gd name="csY1" fmla="*/ 160737 h 188114"/>
                  <a:gd name="csX2" fmla="*/ 188062 w 187874"/>
                  <a:gd name="csY2" fmla="*/ 94228 h 188114"/>
                  <a:gd name="csX3" fmla="*/ 160548 w 187874"/>
                  <a:gd name="csY3" fmla="*/ 27720 h 188114"/>
                  <a:gd name="csX4" fmla="*/ 94124 w 187874"/>
                  <a:gd name="csY4" fmla="*/ 171 h 188114"/>
                  <a:gd name="csX5" fmla="*/ 27701 w 187874"/>
                  <a:gd name="csY5" fmla="*/ 27720 h 188114"/>
                  <a:gd name="csX6" fmla="*/ 187 w 187874"/>
                  <a:gd name="csY6" fmla="*/ 94228 h 188114"/>
                  <a:gd name="csX7" fmla="*/ 27701 w 187874"/>
                  <a:gd name="csY7" fmla="*/ 160737 h 188114"/>
                  <a:gd name="csX8" fmla="*/ 94124 w 187874"/>
                  <a:gd name="csY8" fmla="*/ 18828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4" y="188286"/>
                    </a:moveTo>
                    <a:cubicBezTo>
                      <a:pt x="119037" y="188286"/>
                      <a:pt x="142932" y="178375"/>
                      <a:pt x="160548" y="160737"/>
                    </a:cubicBezTo>
                    <a:cubicBezTo>
                      <a:pt x="178164" y="143099"/>
                      <a:pt x="188062" y="119173"/>
                      <a:pt x="188062" y="94228"/>
                    </a:cubicBezTo>
                    <a:cubicBezTo>
                      <a:pt x="188062" y="69284"/>
                      <a:pt x="178164" y="45358"/>
                      <a:pt x="160548" y="27720"/>
                    </a:cubicBezTo>
                    <a:cubicBezTo>
                      <a:pt x="142932" y="10081"/>
                      <a:pt x="119037" y="171"/>
                      <a:pt x="94124" y="171"/>
                    </a:cubicBezTo>
                    <a:cubicBezTo>
                      <a:pt x="69212" y="171"/>
                      <a:pt x="45316" y="10081"/>
                      <a:pt x="27701" y="27720"/>
                    </a:cubicBezTo>
                    <a:cubicBezTo>
                      <a:pt x="10085" y="45358"/>
                      <a:pt x="187" y="69284"/>
                      <a:pt x="187" y="94228"/>
                    </a:cubicBezTo>
                    <a:cubicBezTo>
                      <a:pt x="187" y="119173"/>
                      <a:pt x="10085" y="143099"/>
                      <a:pt x="27701" y="160737"/>
                    </a:cubicBezTo>
                    <a:cubicBezTo>
                      <a:pt x="45316" y="178375"/>
                      <a:pt x="69212" y="188286"/>
                      <a:pt x="94124" y="188286"/>
                    </a:cubicBezTo>
                    <a:close/>
                  </a:path>
                </a:pathLst>
              </a:custGeom>
              <a:solidFill>
                <a:srgbClr val="2C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0" name="任意多边形: 形状 299"/>
              <p:cNvSpPr/>
              <p:nvPr/>
            </p:nvSpPr>
            <p:spPr>
              <a:xfrm>
                <a:off x="11931860" y="12585805"/>
                <a:ext cx="360000" cy="360000"/>
              </a:xfrm>
              <a:custGeom>
                <a:avLst/>
                <a:gdLst>
                  <a:gd name="csX0" fmla="*/ 94161 w 187874"/>
                  <a:gd name="csY0" fmla="*/ 188299 h 188114"/>
                  <a:gd name="csX1" fmla="*/ 160585 w 187874"/>
                  <a:gd name="csY1" fmla="*/ 160750 h 188114"/>
                  <a:gd name="csX2" fmla="*/ 188099 w 187874"/>
                  <a:gd name="csY2" fmla="*/ 94242 h 188114"/>
                  <a:gd name="csX3" fmla="*/ 160585 w 187874"/>
                  <a:gd name="csY3" fmla="*/ 27733 h 188114"/>
                  <a:gd name="csX4" fmla="*/ 94161 w 187874"/>
                  <a:gd name="csY4" fmla="*/ 184 h 188114"/>
                  <a:gd name="csX5" fmla="*/ 27737 w 187874"/>
                  <a:gd name="csY5" fmla="*/ 27733 h 188114"/>
                  <a:gd name="csX6" fmla="*/ 224 w 187874"/>
                  <a:gd name="csY6" fmla="*/ 94242 h 188114"/>
                  <a:gd name="csX7" fmla="*/ 27737 w 187874"/>
                  <a:gd name="csY7" fmla="*/ 160750 h 188114"/>
                  <a:gd name="csX8" fmla="*/ 94161 w 187874"/>
                  <a:gd name="csY8" fmla="*/ 18829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1" y="188299"/>
                    </a:moveTo>
                    <a:cubicBezTo>
                      <a:pt x="119074" y="188299"/>
                      <a:pt x="142969" y="178389"/>
                      <a:pt x="160585" y="160750"/>
                    </a:cubicBezTo>
                    <a:cubicBezTo>
                      <a:pt x="178201" y="143112"/>
                      <a:pt x="188099" y="119186"/>
                      <a:pt x="188099" y="94242"/>
                    </a:cubicBezTo>
                    <a:cubicBezTo>
                      <a:pt x="188099" y="69297"/>
                      <a:pt x="178201" y="45371"/>
                      <a:pt x="160585" y="27733"/>
                    </a:cubicBezTo>
                    <a:cubicBezTo>
                      <a:pt x="142969" y="10095"/>
                      <a:pt x="119074" y="184"/>
                      <a:pt x="94161" y="184"/>
                    </a:cubicBezTo>
                    <a:cubicBezTo>
                      <a:pt x="69249" y="184"/>
                      <a:pt x="45353" y="10095"/>
                      <a:pt x="27737" y="27733"/>
                    </a:cubicBezTo>
                    <a:cubicBezTo>
                      <a:pt x="10122" y="45371"/>
                      <a:pt x="224" y="69297"/>
                      <a:pt x="224" y="94242"/>
                    </a:cubicBezTo>
                    <a:cubicBezTo>
                      <a:pt x="224" y="119186"/>
                      <a:pt x="10122" y="143112"/>
                      <a:pt x="27737" y="160750"/>
                    </a:cubicBezTo>
                    <a:cubicBezTo>
                      <a:pt x="45353" y="178389"/>
                      <a:pt x="69249" y="188299"/>
                      <a:pt x="94161" y="188299"/>
                    </a:cubicBezTo>
                    <a:close/>
                  </a:path>
                </a:pathLst>
              </a:custGeom>
              <a:solidFill>
                <a:srgbClr val="2D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1" name="任意多边形: 形状 300"/>
              <p:cNvSpPr/>
              <p:nvPr/>
            </p:nvSpPr>
            <p:spPr>
              <a:xfrm>
                <a:off x="9308859" y="13826544"/>
                <a:ext cx="360000" cy="360000"/>
              </a:xfrm>
              <a:custGeom>
                <a:avLst/>
                <a:gdLst>
                  <a:gd name="csX0" fmla="*/ 94107 w 187874"/>
                  <a:gd name="csY0" fmla="*/ 188325 h 188114"/>
                  <a:gd name="csX1" fmla="*/ 160531 w 187874"/>
                  <a:gd name="csY1" fmla="*/ 160776 h 188114"/>
                  <a:gd name="csX2" fmla="*/ 188045 w 187874"/>
                  <a:gd name="csY2" fmla="*/ 94267 h 188114"/>
                  <a:gd name="csX3" fmla="*/ 160531 w 187874"/>
                  <a:gd name="csY3" fmla="*/ 27759 h 188114"/>
                  <a:gd name="csX4" fmla="*/ 94107 w 187874"/>
                  <a:gd name="csY4" fmla="*/ 210 h 188114"/>
                  <a:gd name="csX5" fmla="*/ 27683 w 187874"/>
                  <a:gd name="csY5" fmla="*/ 27759 h 188114"/>
                  <a:gd name="csX6" fmla="*/ 170 w 187874"/>
                  <a:gd name="csY6" fmla="*/ 94267 h 188114"/>
                  <a:gd name="csX7" fmla="*/ 27683 w 187874"/>
                  <a:gd name="csY7" fmla="*/ 160776 h 188114"/>
                  <a:gd name="csX8" fmla="*/ 94107 w 187874"/>
                  <a:gd name="csY8" fmla="*/ 18832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7" y="188325"/>
                    </a:moveTo>
                    <a:cubicBezTo>
                      <a:pt x="119020" y="188325"/>
                      <a:pt x="142915" y="178414"/>
                      <a:pt x="160531" y="160776"/>
                    </a:cubicBezTo>
                    <a:cubicBezTo>
                      <a:pt x="178147" y="143138"/>
                      <a:pt x="188045" y="119212"/>
                      <a:pt x="188045" y="94267"/>
                    </a:cubicBezTo>
                    <a:cubicBezTo>
                      <a:pt x="188045" y="69323"/>
                      <a:pt x="178147" y="45397"/>
                      <a:pt x="160531" y="27759"/>
                    </a:cubicBezTo>
                    <a:cubicBezTo>
                      <a:pt x="142915" y="10120"/>
                      <a:pt x="119020" y="210"/>
                      <a:pt x="94107" y="210"/>
                    </a:cubicBezTo>
                    <a:cubicBezTo>
                      <a:pt x="69195" y="210"/>
                      <a:pt x="45299" y="10120"/>
                      <a:pt x="27683" y="27759"/>
                    </a:cubicBezTo>
                    <a:cubicBezTo>
                      <a:pt x="10068" y="45397"/>
                      <a:pt x="170" y="69323"/>
                      <a:pt x="170" y="94267"/>
                    </a:cubicBezTo>
                    <a:cubicBezTo>
                      <a:pt x="170" y="119212"/>
                      <a:pt x="10068" y="143138"/>
                      <a:pt x="27683" y="160776"/>
                    </a:cubicBezTo>
                    <a:cubicBezTo>
                      <a:pt x="45299" y="178414"/>
                      <a:pt x="69195" y="188325"/>
                      <a:pt x="94107" y="188325"/>
                    </a:cubicBezTo>
                    <a:close/>
                  </a:path>
                </a:pathLst>
              </a:custGeom>
              <a:solidFill>
                <a:srgbClr val="2979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2" name="任意多边形: 形状 301"/>
              <p:cNvSpPr/>
              <p:nvPr/>
            </p:nvSpPr>
            <p:spPr>
              <a:xfrm>
                <a:off x="12230355" y="10796514"/>
                <a:ext cx="360000" cy="360000"/>
              </a:xfrm>
              <a:custGeom>
                <a:avLst/>
                <a:gdLst>
                  <a:gd name="csX0" fmla="*/ 94167 w 187874"/>
                  <a:gd name="csY0" fmla="*/ 188262 h 188114"/>
                  <a:gd name="csX1" fmla="*/ 160591 w 187874"/>
                  <a:gd name="csY1" fmla="*/ 160713 h 188114"/>
                  <a:gd name="csX2" fmla="*/ 188105 w 187874"/>
                  <a:gd name="csY2" fmla="*/ 94205 h 188114"/>
                  <a:gd name="csX3" fmla="*/ 160591 w 187874"/>
                  <a:gd name="csY3" fmla="*/ 27696 h 188114"/>
                  <a:gd name="csX4" fmla="*/ 94167 w 187874"/>
                  <a:gd name="csY4" fmla="*/ 147 h 188114"/>
                  <a:gd name="csX5" fmla="*/ 27744 w 187874"/>
                  <a:gd name="csY5" fmla="*/ 27696 h 188114"/>
                  <a:gd name="csX6" fmla="*/ 230 w 187874"/>
                  <a:gd name="csY6" fmla="*/ 94205 h 188114"/>
                  <a:gd name="csX7" fmla="*/ 27744 w 187874"/>
                  <a:gd name="csY7" fmla="*/ 160713 h 188114"/>
                  <a:gd name="csX8" fmla="*/ 94167 w 187874"/>
                  <a:gd name="csY8" fmla="*/ 18826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7" y="188262"/>
                    </a:moveTo>
                    <a:cubicBezTo>
                      <a:pt x="119080" y="188262"/>
                      <a:pt x="142975" y="178352"/>
                      <a:pt x="160591" y="160713"/>
                    </a:cubicBezTo>
                    <a:cubicBezTo>
                      <a:pt x="178207" y="143075"/>
                      <a:pt x="188105" y="119149"/>
                      <a:pt x="188105" y="94205"/>
                    </a:cubicBezTo>
                    <a:cubicBezTo>
                      <a:pt x="188105" y="69260"/>
                      <a:pt x="178207" y="45334"/>
                      <a:pt x="160591" y="27696"/>
                    </a:cubicBezTo>
                    <a:cubicBezTo>
                      <a:pt x="142975" y="10058"/>
                      <a:pt x="119080" y="147"/>
                      <a:pt x="94167" y="147"/>
                    </a:cubicBezTo>
                    <a:cubicBezTo>
                      <a:pt x="69255" y="147"/>
                      <a:pt x="45359" y="10058"/>
                      <a:pt x="27744" y="27696"/>
                    </a:cubicBezTo>
                    <a:cubicBezTo>
                      <a:pt x="10128" y="45334"/>
                      <a:pt x="230" y="69260"/>
                      <a:pt x="230" y="94205"/>
                    </a:cubicBezTo>
                    <a:cubicBezTo>
                      <a:pt x="230" y="119149"/>
                      <a:pt x="10128" y="143075"/>
                      <a:pt x="27744" y="160713"/>
                    </a:cubicBezTo>
                    <a:cubicBezTo>
                      <a:pt x="45359" y="178352"/>
                      <a:pt x="69255" y="188262"/>
                      <a:pt x="94167" y="188262"/>
                    </a:cubicBezTo>
                    <a:close/>
                  </a:path>
                </a:pathLst>
              </a:custGeom>
              <a:solidFill>
                <a:srgbClr val="35B77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3" name="任意多边形: 形状 302"/>
              <p:cNvSpPr/>
              <p:nvPr/>
            </p:nvSpPr>
            <p:spPr>
              <a:xfrm>
                <a:off x="11329110" y="13615213"/>
                <a:ext cx="360000" cy="360000"/>
              </a:xfrm>
              <a:custGeom>
                <a:avLst/>
                <a:gdLst>
                  <a:gd name="csX0" fmla="*/ 94149 w 187874"/>
                  <a:gd name="csY0" fmla="*/ 188320 h 188114"/>
                  <a:gd name="csX1" fmla="*/ 160573 w 187874"/>
                  <a:gd name="csY1" fmla="*/ 160771 h 188114"/>
                  <a:gd name="csX2" fmla="*/ 188086 w 187874"/>
                  <a:gd name="csY2" fmla="*/ 94263 h 188114"/>
                  <a:gd name="csX3" fmla="*/ 160573 w 187874"/>
                  <a:gd name="csY3" fmla="*/ 27754 h 188114"/>
                  <a:gd name="csX4" fmla="*/ 94149 w 187874"/>
                  <a:gd name="csY4" fmla="*/ 205 h 188114"/>
                  <a:gd name="csX5" fmla="*/ 27725 w 187874"/>
                  <a:gd name="csY5" fmla="*/ 27754 h 188114"/>
                  <a:gd name="csX6" fmla="*/ 211 w 187874"/>
                  <a:gd name="csY6" fmla="*/ 94263 h 188114"/>
                  <a:gd name="csX7" fmla="*/ 27725 w 187874"/>
                  <a:gd name="csY7" fmla="*/ 160771 h 188114"/>
                  <a:gd name="csX8" fmla="*/ 94149 w 187874"/>
                  <a:gd name="csY8" fmla="*/ 18832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9" y="188320"/>
                    </a:moveTo>
                    <a:cubicBezTo>
                      <a:pt x="119061" y="188320"/>
                      <a:pt x="142957" y="178410"/>
                      <a:pt x="160573" y="160771"/>
                    </a:cubicBezTo>
                    <a:cubicBezTo>
                      <a:pt x="178188" y="143133"/>
                      <a:pt x="188086" y="119207"/>
                      <a:pt x="188086" y="94263"/>
                    </a:cubicBezTo>
                    <a:cubicBezTo>
                      <a:pt x="188086" y="69319"/>
                      <a:pt x="178188" y="45393"/>
                      <a:pt x="160573" y="27754"/>
                    </a:cubicBezTo>
                    <a:cubicBezTo>
                      <a:pt x="142957" y="10116"/>
                      <a:pt x="119061" y="205"/>
                      <a:pt x="94149" y="205"/>
                    </a:cubicBezTo>
                    <a:cubicBezTo>
                      <a:pt x="69236" y="205"/>
                      <a:pt x="45341" y="10116"/>
                      <a:pt x="27725" y="27754"/>
                    </a:cubicBezTo>
                    <a:cubicBezTo>
                      <a:pt x="10109" y="45393"/>
                      <a:pt x="211" y="69319"/>
                      <a:pt x="211" y="94263"/>
                    </a:cubicBezTo>
                    <a:cubicBezTo>
                      <a:pt x="211" y="119207"/>
                      <a:pt x="10109" y="143133"/>
                      <a:pt x="27725" y="160771"/>
                    </a:cubicBezTo>
                    <a:cubicBezTo>
                      <a:pt x="45341" y="178410"/>
                      <a:pt x="69236" y="188320"/>
                      <a:pt x="94149" y="188320"/>
                    </a:cubicBezTo>
                    <a:close/>
                  </a:path>
                </a:pathLst>
              </a:custGeom>
              <a:solidFill>
                <a:srgbClr val="316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4" name="任意多边形: 形状 303"/>
              <p:cNvSpPr/>
              <p:nvPr/>
            </p:nvSpPr>
            <p:spPr>
              <a:xfrm>
                <a:off x="10368180" y="11434216"/>
                <a:ext cx="360000" cy="360000"/>
              </a:xfrm>
              <a:custGeom>
                <a:avLst/>
                <a:gdLst>
                  <a:gd name="csX0" fmla="*/ 94129 w 187874"/>
                  <a:gd name="csY0" fmla="*/ 188275 h 188114"/>
                  <a:gd name="csX1" fmla="*/ 160553 w 187874"/>
                  <a:gd name="csY1" fmla="*/ 160727 h 188114"/>
                  <a:gd name="csX2" fmla="*/ 188066 w 187874"/>
                  <a:gd name="csY2" fmla="*/ 94218 h 188114"/>
                  <a:gd name="csX3" fmla="*/ 160553 w 187874"/>
                  <a:gd name="csY3" fmla="*/ 27709 h 188114"/>
                  <a:gd name="csX4" fmla="*/ 94129 w 187874"/>
                  <a:gd name="csY4" fmla="*/ 161 h 188114"/>
                  <a:gd name="csX5" fmla="*/ 27705 w 187874"/>
                  <a:gd name="csY5" fmla="*/ 27709 h 188114"/>
                  <a:gd name="csX6" fmla="*/ 192 w 187874"/>
                  <a:gd name="csY6" fmla="*/ 94218 h 188114"/>
                  <a:gd name="csX7" fmla="*/ 27705 w 187874"/>
                  <a:gd name="csY7" fmla="*/ 160727 h 188114"/>
                  <a:gd name="csX8" fmla="*/ 94129 w 187874"/>
                  <a:gd name="csY8" fmla="*/ 18827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9" y="188275"/>
                    </a:moveTo>
                    <a:cubicBezTo>
                      <a:pt x="119042" y="188275"/>
                      <a:pt x="142937" y="178365"/>
                      <a:pt x="160553" y="160727"/>
                    </a:cubicBezTo>
                    <a:cubicBezTo>
                      <a:pt x="178169" y="143088"/>
                      <a:pt x="188066" y="119162"/>
                      <a:pt x="188066" y="94218"/>
                    </a:cubicBezTo>
                    <a:cubicBezTo>
                      <a:pt x="188066" y="69274"/>
                      <a:pt x="178169" y="45348"/>
                      <a:pt x="160553" y="27709"/>
                    </a:cubicBezTo>
                    <a:cubicBezTo>
                      <a:pt x="142937" y="10071"/>
                      <a:pt x="119042" y="161"/>
                      <a:pt x="94129" y="161"/>
                    </a:cubicBezTo>
                    <a:cubicBezTo>
                      <a:pt x="69216" y="161"/>
                      <a:pt x="45321" y="10071"/>
                      <a:pt x="27705" y="27709"/>
                    </a:cubicBezTo>
                    <a:cubicBezTo>
                      <a:pt x="10089" y="45348"/>
                      <a:pt x="192" y="69274"/>
                      <a:pt x="192" y="94218"/>
                    </a:cubicBezTo>
                    <a:cubicBezTo>
                      <a:pt x="192" y="119162"/>
                      <a:pt x="10089" y="143088"/>
                      <a:pt x="27705" y="160727"/>
                    </a:cubicBezTo>
                    <a:cubicBezTo>
                      <a:pt x="45321" y="178365"/>
                      <a:pt x="69216" y="188275"/>
                      <a:pt x="94129" y="188275"/>
                    </a:cubicBezTo>
                    <a:close/>
                  </a:path>
                </a:pathLst>
              </a:custGeom>
              <a:solidFill>
                <a:srgbClr val="218E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5" name="任意多边形: 形状 304"/>
              <p:cNvSpPr/>
              <p:nvPr/>
            </p:nvSpPr>
            <p:spPr>
              <a:xfrm>
                <a:off x="10951152" y="11613014"/>
                <a:ext cx="360000" cy="360000"/>
              </a:xfrm>
              <a:custGeom>
                <a:avLst/>
                <a:gdLst>
                  <a:gd name="csX0" fmla="*/ 94141 w 187874"/>
                  <a:gd name="csY0" fmla="*/ 188279 h 188114"/>
                  <a:gd name="csX1" fmla="*/ 160565 w 187874"/>
                  <a:gd name="csY1" fmla="*/ 160730 h 188114"/>
                  <a:gd name="csX2" fmla="*/ 188078 w 187874"/>
                  <a:gd name="csY2" fmla="*/ 94222 h 188114"/>
                  <a:gd name="csX3" fmla="*/ 160565 w 187874"/>
                  <a:gd name="csY3" fmla="*/ 27713 h 188114"/>
                  <a:gd name="csX4" fmla="*/ 94141 w 187874"/>
                  <a:gd name="csY4" fmla="*/ 164 h 188114"/>
                  <a:gd name="csX5" fmla="*/ 27717 w 187874"/>
                  <a:gd name="csY5" fmla="*/ 27713 h 188114"/>
                  <a:gd name="csX6" fmla="*/ 204 w 187874"/>
                  <a:gd name="csY6" fmla="*/ 94222 h 188114"/>
                  <a:gd name="csX7" fmla="*/ 27717 w 187874"/>
                  <a:gd name="csY7" fmla="*/ 160730 h 188114"/>
                  <a:gd name="csX8" fmla="*/ 94141 w 187874"/>
                  <a:gd name="csY8" fmla="*/ 18827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41" y="188279"/>
                    </a:moveTo>
                    <a:cubicBezTo>
                      <a:pt x="119054" y="188279"/>
                      <a:pt x="142949" y="178369"/>
                      <a:pt x="160565" y="160730"/>
                    </a:cubicBezTo>
                    <a:cubicBezTo>
                      <a:pt x="178181" y="143092"/>
                      <a:pt x="188078" y="119166"/>
                      <a:pt x="188078" y="94222"/>
                    </a:cubicBezTo>
                    <a:cubicBezTo>
                      <a:pt x="188078" y="69277"/>
                      <a:pt x="178181" y="45351"/>
                      <a:pt x="160565" y="27713"/>
                    </a:cubicBezTo>
                    <a:cubicBezTo>
                      <a:pt x="142949" y="10075"/>
                      <a:pt x="119054" y="164"/>
                      <a:pt x="94141" y="164"/>
                    </a:cubicBezTo>
                    <a:cubicBezTo>
                      <a:pt x="69228" y="164"/>
                      <a:pt x="45333" y="10075"/>
                      <a:pt x="27717" y="27713"/>
                    </a:cubicBezTo>
                    <a:cubicBezTo>
                      <a:pt x="10101" y="45351"/>
                      <a:pt x="204" y="69277"/>
                      <a:pt x="204" y="94222"/>
                    </a:cubicBezTo>
                    <a:cubicBezTo>
                      <a:pt x="204" y="119166"/>
                      <a:pt x="10101" y="143092"/>
                      <a:pt x="27717" y="160730"/>
                    </a:cubicBezTo>
                    <a:cubicBezTo>
                      <a:pt x="45333" y="178369"/>
                      <a:pt x="69228" y="188279"/>
                      <a:pt x="94141" y="188279"/>
                    </a:cubicBezTo>
                    <a:close/>
                  </a:path>
                </a:pathLst>
              </a:custGeom>
              <a:solidFill>
                <a:srgbClr val="248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6" name="任意多边形: 形状 305"/>
              <p:cNvSpPr/>
              <p:nvPr/>
            </p:nvSpPr>
            <p:spPr>
              <a:xfrm>
                <a:off x="12538205" y="13841536"/>
                <a:ext cx="360000" cy="360000"/>
              </a:xfrm>
              <a:custGeom>
                <a:avLst/>
                <a:gdLst>
                  <a:gd name="csX0" fmla="*/ 94174 w 187874"/>
                  <a:gd name="csY0" fmla="*/ 188325 h 188114"/>
                  <a:gd name="csX1" fmla="*/ 160598 w 187874"/>
                  <a:gd name="csY1" fmla="*/ 160776 h 188114"/>
                  <a:gd name="csX2" fmla="*/ 188111 w 187874"/>
                  <a:gd name="csY2" fmla="*/ 94268 h 188114"/>
                  <a:gd name="csX3" fmla="*/ 160598 w 187874"/>
                  <a:gd name="csY3" fmla="*/ 27759 h 188114"/>
                  <a:gd name="csX4" fmla="*/ 94174 w 187874"/>
                  <a:gd name="csY4" fmla="*/ 210 h 188114"/>
                  <a:gd name="csX5" fmla="*/ 27750 w 187874"/>
                  <a:gd name="csY5" fmla="*/ 27759 h 188114"/>
                  <a:gd name="csX6" fmla="*/ 236 w 187874"/>
                  <a:gd name="csY6" fmla="*/ 94268 h 188114"/>
                  <a:gd name="csX7" fmla="*/ 27750 w 187874"/>
                  <a:gd name="csY7" fmla="*/ 160776 h 188114"/>
                  <a:gd name="csX8" fmla="*/ 94174 w 187874"/>
                  <a:gd name="csY8" fmla="*/ 18832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4" y="188325"/>
                    </a:moveTo>
                    <a:cubicBezTo>
                      <a:pt x="119086" y="188325"/>
                      <a:pt x="142982" y="178414"/>
                      <a:pt x="160598" y="160776"/>
                    </a:cubicBezTo>
                    <a:cubicBezTo>
                      <a:pt x="178213" y="143138"/>
                      <a:pt x="188111" y="119212"/>
                      <a:pt x="188111" y="94268"/>
                    </a:cubicBezTo>
                    <a:cubicBezTo>
                      <a:pt x="188111" y="69323"/>
                      <a:pt x="178213" y="45397"/>
                      <a:pt x="160598" y="27759"/>
                    </a:cubicBezTo>
                    <a:cubicBezTo>
                      <a:pt x="142982" y="10121"/>
                      <a:pt x="119086" y="210"/>
                      <a:pt x="94174" y="210"/>
                    </a:cubicBezTo>
                    <a:cubicBezTo>
                      <a:pt x="69261" y="210"/>
                      <a:pt x="45366" y="10121"/>
                      <a:pt x="27750" y="27759"/>
                    </a:cubicBezTo>
                    <a:cubicBezTo>
                      <a:pt x="10134" y="45397"/>
                      <a:pt x="236" y="69323"/>
                      <a:pt x="236" y="94268"/>
                    </a:cubicBezTo>
                    <a:cubicBezTo>
                      <a:pt x="236" y="119212"/>
                      <a:pt x="10134" y="143138"/>
                      <a:pt x="27750" y="160776"/>
                    </a:cubicBezTo>
                    <a:cubicBezTo>
                      <a:pt x="45366" y="178414"/>
                      <a:pt x="69261" y="188325"/>
                      <a:pt x="94174" y="188325"/>
                    </a:cubicBezTo>
                    <a:close/>
                  </a:path>
                </a:pathLst>
              </a:custGeom>
              <a:solidFill>
                <a:srgbClr val="238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7" name="任意多边形: 形状 306"/>
              <p:cNvSpPr/>
              <p:nvPr/>
            </p:nvSpPr>
            <p:spPr>
              <a:xfrm>
                <a:off x="12888719" y="16157635"/>
                <a:ext cx="360000" cy="360000"/>
              </a:xfrm>
              <a:custGeom>
                <a:avLst/>
                <a:gdLst>
                  <a:gd name="csX0" fmla="*/ 94181 w 187874"/>
                  <a:gd name="csY0" fmla="*/ 188373 h 188114"/>
                  <a:gd name="csX1" fmla="*/ 160605 w 187874"/>
                  <a:gd name="csY1" fmla="*/ 160824 h 188114"/>
                  <a:gd name="csX2" fmla="*/ 188118 w 187874"/>
                  <a:gd name="csY2" fmla="*/ 94315 h 188114"/>
                  <a:gd name="csX3" fmla="*/ 160605 w 187874"/>
                  <a:gd name="csY3" fmla="*/ 27807 h 188114"/>
                  <a:gd name="csX4" fmla="*/ 94181 w 187874"/>
                  <a:gd name="csY4" fmla="*/ 258 h 188114"/>
                  <a:gd name="csX5" fmla="*/ 27757 w 187874"/>
                  <a:gd name="csY5" fmla="*/ 27807 h 188114"/>
                  <a:gd name="csX6" fmla="*/ 243 w 187874"/>
                  <a:gd name="csY6" fmla="*/ 94315 h 188114"/>
                  <a:gd name="csX7" fmla="*/ 27757 w 187874"/>
                  <a:gd name="csY7" fmla="*/ 160824 h 188114"/>
                  <a:gd name="csX8" fmla="*/ 94181 w 187874"/>
                  <a:gd name="csY8" fmla="*/ 18837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1" y="188373"/>
                    </a:moveTo>
                    <a:cubicBezTo>
                      <a:pt x="119093" y="188373"/>
                      <a:pt x="142989" y="178462"/>
                      <a:pt x="160605" y="160824"/>
                    </a:cubicBezTo>
                    <a:cubicBezTo>
                      <a:pt x="178221" y="143186"/>
                      <a:pt x="188118" y="119260"/>
                      <a:pt x="188118" y="94315"/>
                    </a:cubicBezTo>
                    <a:cubicBezTo>
                      <a:pt x="188118" y="69371"/>
                      <a:pt x="178221" y="45445"/>
                      <a:pt x="160605" y="27807"/>
                    </a:cubicBezTo>
                    <a:cubicBezTo>
                      <a:pt x="142989" y="10168"/>
                      <a:pt x="119093" y="258"/>
                      <a:pt x="94181" y="258"/>
                    </a:cubicBezTo>
                    <a:cubicBezTo>
                      <a:pt x="69268" y="258"/>
                      <a:pt x="45373" y="10168"/>
                      <a:pt x="27757" y="27807"/>
                    </a:cubicBezTo>
                    <a:cubicBezTo>
                      <a:pt x="10141" y="45445"/>
                      <a:pt x="243" y="69371"/>
                      <a:pt x="243" y="94315"/>
                    </a:cubicBezTo>
                    <a:cubicBezTo>
                      <a:pt x="243" y="119260"/>
                      <a:pt x="10141" y="143186"/>
                      <a:pt x="27757" y="160824"/>
                    </a:cubicBezTo>
                    <a:cubicBezTo>
                      <a:pt x="45373" y="178462"/>
                      <a:pt x="69268" y="188373"/>
                      <a:pt x="94181" y="188373"/>
                    </a:cubicBezTo>
                    <a:close/>
                  </a:path>
                </a:pathLst>
              </a:custGeom>
              <a:solidFill>
                <a:srgbClr val="90D74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8" name="任意多边形: 形状 307"/>
              <p:cNvSpPr/>
              <p:nvPr/>
            </p:nvSpPr>
            <p:spPr>
              <a:xfrm>
                <a:off x="11842629" y="13208974"/>
                <a:ext cx="360000" cy="360000"/>
              </a:xfrm>
              <a:custGeom>
                <a:avLst/>
                <a:gdLst>
                  <a:gd name="csX0" fmla="*/ 94159 w 187874"/>
                  <a:gd name="csY0" fmla="*/ 188312 h 188114"/>
                  <a:gd name="csX1" fmla="*/ 160583 w 187874"/>
                  <a:gd name="csY1" fmla="*/ 160763 h 188114"/>
                  <a:gd name="csX2" fmla="*/ 188097 w 187874"/>
                  <a:gd name="csY2" fmla="*/ 94254 h 188114"/>
                  <a:gd name="csX3" fmla="*/ 160583 w 187874"/>
                  <a:gd name="csY3" fmla="*/ 27746 h 188114"/>
                  <a:gd name="csX4" fmla="*/ 94159 w 187874"/>
                  <a:gd name="csY4" fmla="*/ 197 h 188114"/>
                  <a:gd name="csX5" fmla="*/ 27736 w 187874"/>
                  <a:gd name="csY5" fmla="*/ 27746 h 188114"/>
                  <a:gd name="csX6" fmla="*/ 222 w 187874"/>
                  <a:gd name="csY6" fmla="*/ 94254 h 188114"/>
                  <a:gd name="csX7" fmla="*/ 27736 w 187874"/>
                  <a:gd name="csY7" fmla="*/ 160763 h 188114"/>
                  <a:gd name="csX8" fmla="*/ 94159 w 187874"/>
                  <a:gd name="csY8" fmla="*/ 18831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9" y="188312"/>
                    </a:moveTo>
                    <a:cubicBezTo>
                      <a:pt x="119072" y="188312"/>
                      <a:pt x="142967" y="178401"/>
                      <a:pt x="160583" y="160763"/>
                    </a:cubicBezTo>
                    <a:cubicBezTo>
                      <a:pt x="178199" y="143125"/>
                      <a:pt x="188097" y="119199"/>
                      <a:pt x="188097" y="94254"/>
                    </a:cubicBezTo>
                    <a:cubicBezTo>
                      <a:pt x="188097" y="69310"/>
                      <a:pt x="178199" y="45384"/>
                      <a:pt x="160583" y="27746"/>
                    </a:cubicBezTo>
                    <a:cubicBezTo>
                      <a:pt x="142967" y="10108"/>
                      <a:pt x="119072" y="197"/>
                      <a:pt x="94159" y="197"/>
                    </a:cubicBezTo>
                    <a:cubicBezTo>
                      <a:pt x="69247" y="197"/>
                      <a:pt x="45351" y="10108"/>
                      <a:pt x="27736" y="27746"/>
                    </a:cubicBezTo>
                    <a:cubicBezTo>
                      <a:pt x="10120" y="45384"/>
                      <a:pt x="222" y="69310"/>
                      <a:pt x="222" y="94254"/>
                    </a:cubicBezTo>
                    <a:cubicBezTo>
                      <a:pt x="222" y="119199"/>
                      <a:pt x="10120" y="143125"/>
                      <a:pt x="27736" y="160763"/>
                    </a:cubicBezTo>
                    <a:cubicBezTo>
                      <a:pt x="45351" y="178401"/>
                      <a:pt x="69247" y="188312"/>
                      <a:pt x="94159" y="188312"/>
                    </a:cubicBezTo>
                    <a:close/>
                  </a:path>
                </a:pathLst>
              </a:custGeom>
              <a:solidFill>
                <a:srgbClr val="2C73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09" name="任意多边形: 形状 308"/>
              <p:cNvSpPr/>
              <p:nvPr/>
            </p:nvSpPr>
            <p:spPr>
              <a:xfrm>
                <a:off x="9119886" y="16189903"/>
                <a:ext cx="360000" cy="360000"/>
              </a:xfrm>
              <a:custGeom>
                <a:avLst/>
                <a:gdLst>
                  <a:gd name="csX0" fmla="*/ 94103 w 187874"/>
                  <a:gd name="csY0" fmla="*/ 188373 h 188114"/>
                  <a:gd name="csX1" fmla="*/ 160527 w 187874"/>
                  <a:gd name="csY1" fmla="*/ 160824 h 188114"/>
                  <a:gd name="csX2" fmla="*/ 188041 w 187874"/>
                  <a:gd name="csY2" fmla="*/ 94316 h 188114"/>
                  <a:gd name="csX3" fmla="*/ 160527 w 187874"/>
                  <a:gd name="csY3" fmla="*/ 27807 h 188114"/>
                  <a:gd name="csX4" fmla="*/ 94103 w 187874"/>
                  <a:gd name="csY4" fmla="*/ 258 h 188114"/>
                  <a:gd name="csX5" fmla="*/ 27679 w 187874"/>
                  <a:gd name="csY5" fmla="*/ 27807 h 188114"/>
                  <a:gd name="csX6" fmla="*/ 166 w 187874"/>
                  <a:gd name="csY6" fmla="*/ 94316 h 188114"/>
                  <a:gd name="csX7" fmla="*/ 27679 w 187874"/>
                  <a:gd name="csY7" fmla="*/ 160824 h 188114"/>
                  <a:gd name="csX8" fmla="*/ 94103 w 187874"/>
                  <a:gd name="csY8" fmla="*/ 18837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3" y="188373"/>
                    </a:moveTo>
                    <a:cubicBezTo>
                      <a:pt x="119016" y="188373"/>
                      <a:pt x="142911" y="178463"/>
                      <a:pt x="160527" y="160824"/>
                    </a:cubicBezTo>
                    <a:cubicBezTo>
                      <a:pt x="178143" y="143186"/>
                      <a:pt x="188041" y="119260"/>
                      <a:pt x="188041" y="94316"/>
                    </a:cubicBezTo>
                    <a:cubicBezTo>
                      <a:pt x="188041" y="69372"/>
                      <a:pt x="178143" y="45446"/>
                      <a:pt x="160527" y="27807"/>
                    </a:cubicBezTo>
                    <a:cubicBezTo>
                      <a:pt x="142911" y="10169"/>
                      <a:pt x="119016" y="258"/>
                      <a:pt x="94103" y="258"/>
                    </a:cubicBezTo>
                    <a:cubicBezTo>
                      <a:pt x="69191" y="258"/>
                      <a:pt x="45295" y="10169"/>
                      <a:pt x="27679" y="27807"/>
                    </a:cubicBezTo>
                    <a:cubicBezTo>
                      <a:pt x="10064" y="45446"/>
                      <a:pt x="166" y="69372"/>
                      <a:pt x="166" y="94316"/>
                    </a:cubicBezTo>
                    <a:cubicBezTo>
                      <a:pt x="166" y="119260"/>
                      <a:pt x="10064" y="143186"/>
                      <a:pt x="27679" y="160824"/>
                    </a:cubicBezTo>
                    <a:cubicBezTo>
                      <a:pt x="45295" y="178463"/>
                      <a:pt x="69191" y="188373"/>
                      <a:pt x="94103" y="188373"/>
                    </a:cubicBezTo>
                    <a:close/>
                  </a:path>
                </a:pathLst>
              </a:custGeom>
              <a:solidFill>
                <a:srgbClr val="7CD25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0" name="任意多边形: 形状 309"/>
              <p:cNvSpPr/>
              <p:nvPr/>
            </p:nvSpPr>
            <p:spPr>
              <a:xfrm>
                <a:off x="10587461" y="13323045"/>
                <a:ext cx="360000" cy="360000"/>
              </a:xfrm>
              <a:custGeom>
                <a:avLst/>
                <a:gdLst>
                  <a:gd name="csX0" fmla="*/ 94134 w 187874"/>
                  <a:gd name="csY0" fmla="*/ 188314 h 188114"/>
                  <a:gd name="csX1" fmla="*/ 160557 w 187874"/>
                  <a:gd name="csY1" fmla="*/ 160765 h 188114"/>
                  <a:gd name="csX2" fmla="*/ 188071 w 187874"/>
                  <a:gd name="csY2" fmla="*/ 94257 h 188114"/>
                  <a:gd name="csX3" fmla="*/ 160557 w 187874"/>
                  <a:gd name="csY3" fmla="*/ 27748 h 188114"/>
                  <a:gd name="csX4" fmla="*/ 94134 w 187874"/>
                  <a:gd name="csY4" fmla="*/ 199 h 188114"/>
                  <a:gd name="csX5" fmla="*/ 27710 w 187874"/>
                  <a:gd name="csY5" fmla="*/ 27748 h 188114"/>
                  <a:gd name="csX6" fmla="*/ 196 w 187874"/>
                  <a:gd name="csY6" fmla="*/ 94257 h 188114"/>
                  <a:gd name="csX7" fmla="*/ 27710 w 187874"/>
                  <a:gd name="csY7" fmla="*/ 160765 h 188114"/>
                  <a:gd name="csX8" fmla="*/ 94134 w 187874"/>
                  <a:gd name="csY8" fmla="*/ 188314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34" y="188314"/>
                    </a:moveTo>
                    <a:cubicBezTo>
                      <a:pt x="119046" y="188314"/>
                      <a:pt x="142942" y="178404"/>
                      <a:pt x="160557" y="160765"/>
                    </a:cubicBezTo>
                    <a:cubicBezTo>
                      <a:pt x="178173" y="143127"/>
                      <a:pt x="188071" y="119201"/>
                      <a:pt x="188071" y="94257"/>
                    </a:cubicBezTo>
                    <a:cubicBezTo>
                      <a:pt x="188071" y="69312"/>
                      <a:pt x="178173" y="45386"/>
                      <a:pt x="160557" y="27748"/>
                    </a:cubicBezTo>
                    <a:cubicBezTo>
                      <a:pt x="142942" y="10110"/>
                      <a:pt x="119046" y="199"/>
                      <a:pt x="94134" y="199"/>
                    </a:cubicBezTo>
                    <a:cubicBezTo>
                      <a:pt x="69221" y="199"/>
                      <a:pt x="45326" y="10110"/>
                      <a:pt x="27710" y="27748"/>
                    </a:cubicBezTo>
                    <a:cubicBezTo>
                      <a:pt x="10094" y="45386"/>
                      <a:pt x="196" y="69312"/>
                      <a:pt x="196" y="94257"/>
                    </a:cubicBezTo>
                    <a:cubicBezTo>
                      <a:pt x="196" y="119201"/>
                      <a:pt x="10094" y="143127"/>
                      <a:pt x="27710" y="160765"/>
                    </a:cubicBezTo>
                    <a:cubicBezTo>
                      <a:pt x="45326" y="178404"/>
                      <a:pt x="69221" y="188314"/>
                      <a:pt x="94134" y="188314"/>
                    </a:cubicBezTo>
                    <a:close/>
                  </a:path>
                </a:pathLst>
              </a:custGeom>
              <a:solidFill>
                <a:srgbClr val="2D70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1" name="任意多边形: 形状 310"/>
              <p:cNvSpPr/>
              <p:nvPr/>
            </p:nvSpPr>
            <p:spPr>
              <a:xfrm>
                <a:off x="9865876" y="14464319"/>
                <a:ext cx="360000" cy="360000"/>
              </a:xfrm>
              <a:custGeom>
                <a:avLst/>
                <a:gdLst>
                  <a:gd name="csX0" fmla="*/ 94119 w 187874"/>
                  <a:gd name="csY0" fmla="*/ 188338 h 188114"/>
                  <a:gd name="csX1" fmla="*/ 160542 w 187874"/>
                  <a:gd name="csY1" fmla="*/ 160789 h 188114"/>
                  <a:gd name="csX2" fmla="*/ 188056 w 187874"/>
                  <a:gd name="csY2" fmla="*/ 94280 h 188114"/>
                  <a:gd name="csX3" fmla="*/ 160542 w 187874"/>
                  <a:gd name="csY3" fmla="*/ 27772 h 188114"/>
                  <a:gd name="csX4" fmla="*/ 94119 w 187874"/>
                  <a:gd name="csY4" fmla="*/ 223 h 188114"/>
                  <a:gd name="csX5" fmla="*/ 27695 w 187874"/>
                  <a:gd name="csY5" fmla="*/ 27772 h 188114"/>
                  <a:gd name="csX6" fmla="*/ 181 w 187874"/>
                  <a:gd name="csY6" fmla="*/ 94280 h 188114"/>
                  <a:gd name="csX7" fmla="*/ 27695 w 187874"/>
                  <a:gd name="csY7" fmla="*/ 160789 h 188114"/>
                  <a:gd name="csX8" fmla="*/ 94119 w 187874"/>
                  <a:gd name="csY8" fmla="*/ 18833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9" y="188338"/>
                    </a:moveTo>
                    <a:cubicBezTo>
                      <a:pt x="119031" y="188338"/>
                      <a:pt x="142927" y="178427"/>
                      <a:pt x="160542" y="160789"/>
                    </a:cubicBezTo>
                    <a:cubicBezTo>
                      <a:pt x="178158" y="143151"/>
                      <a:pt x="188056" y="119225"/>
                      <a:pt x="188056" y="94280"/>
                    </a:cubicBezTo>
                    <a:cubicBezTo>
                      <a:pt x="188056" y="69336"/>
                      <a:pt x="178158" y="45410"/>
                      <a:pt x="160542" y="27772"/>
                    </a:cubicBezTo>
                    <a:cubicBezTo>
                      <a:pt x="142927" y="10133"/>
                      <a:pt x="119031" y="223"/>
                      <a:pt x="94119" y="223"/>
                    </a:cubicBezTo>
                    <a:cubicBezTo>
                      <a:pt x="69206" y="223"/>
                      <a:pt x="45311" y="10133"/>
                      <a:pt x="27695" y="27772"/>
                    </a:cubicBezTo>
                    <a:cubicBezTo>
                      <a:pt x="10079" y="45410"/>
                      <a:pt x="181" y="69336"/>
                      <a:pt x="181" y="94280"/>
                    </a:cubicBezTo>
                    <a:cubicBezTo>
                      <a:pt x="181" y="119225"/>
                      <a:pt x="10079" y="143151"/>
                      <a:pt x="27695" y="160789"/>
                    </a:cubicBezTo>
                    <a:cubicBezTo>
                      <a:pt x="45311" y="178427"/>
                      <a:pt x="69206" y="188338"/>
                      <a:pt x="94119" y="188338"/>
                    </a:cubicBezTo>
                    <a:close/>
                  </a:path>
                </a:pathLst>
              </a:custGeom>
              <a:solidFill>
                <a:srgbClr val="2190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2" name="任意多边形: 形状 311"/>
              <p:cNvSpPr/>
              <p:nvPr/>
            </p:nvSpPr>
            <p:spPr>
              <a:xfrm>
                <a:off x="9784879" y="13433177"/>
                <a:ext cx="360000" cy="360000"/>
              </a:xfrm>
              <a:custGeom>
                <a:avLst/>
                <a:gdLst>
                  <a:gd name="csX0" fmla="*/ 94117 w 187874"/>
                  <a:gd name="csY0" fmla="*/ 188317 h 188114"/>
                  <a:gd name="csX1" fmla="*/ 160541 w 187874"/>
                  <a:gd name="csY1" fmla="*/ 160768 h 188114"/>
                  <a:gd name="csX2" fmla="*/ 188054 w 187874"/>
                  <a:gd name="csY2" fmla="*/ 94259 h 188114"/>
                  <a:gd name="csX3" fmla="*/ 160541 w 187874"/>
                  <a:gd name="csY3" fmla="*/ 27750 h 188114"/>
                  <a:gd name="csX4" fmla="*/ 94117 w 187874"/>
                  <a:gd name="csY4" fmla="*/ 202 h 188114"/>
                  <a:gd name="csX5" fmla="*/ 27693 w 187874"/>
                  <a:gd name="csY5" fmla="*/ 27750 h 188114"/>
                  <a:gd name="csX6" fmla="*/ 179 w 187874"/>
                  <a:gd name="csY6" fmla="*/ 94259 h 188114"/>
                  <a:gd name="csX7" fmla="*/ 27693 w 187874"/>
                  <a:gd name="csY7" fmla="*/ 160768 h 188114"/>
                  <a:gd name="csX8" fmla="*/ 94117 w 187874"/>
                  <a:gd name="csY8" fmla="*/ 18831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7" y="188317"/>
                    </a:moveTo>
                    <a:cubicBezTo>
                      <a:pt x="119029" y="188317"/>
                      <a:pt x="142925" y="178406"/>
                      <a:pt x="160541" y="160768"/>
                    </a:cubicBezTo>
                    <a:cubicBezTo>
                      <a:pt x="178157" y="143129"/>
                      <a:pt x="188054" y="119203"/>
                      <a:pt x="188054" y="94259"/>
                    </a:cubicBezTo>
                    <a:cubicBezTo>
                      <a:pt x="188054" y="69315"/>
                      <a:pt x="178157" y="45389"/>
                      <a:pt x="160541" y="27750"/>
                    </a:cubicBezTo>
                    <a:cubicBezTo>
                      <a:pt x="142925" y="10112"/>
                      <a:pt x="119029" y="202"/>
                      <a:pt x="94117" y="202"/>
                    </a:cubicBezTo>
                    <a:cubicBezTo>
                      <a:pt x="69204" y="202"/>
                      <a:pt x="45309" y="10112"/>
                      <a:pt x="27693" y="27750"/>
                    </a:cubicBezTo>
                    <a:cubicBezTo>
                      <a:pt x="10077" y="45389"/>
                      <a:pt x="179" y="69315"/>
                      <a:pt x="179" y="94259"/>
                    </a:cubicBezTo>
                    <a:cubicBezTo>
                      <a:pt x="179" y="119203"/>
                      <a:pt x="10077" y="143129"/>
                      <a:pt x="27693" y="160768"/>
                    </a:cubicBezTo>
                    <a:cubicBezTo>
                      <a:pt x="45309" y="178406"/>
                      <a:pt x="69204" y="188317"/>
                      <a:pt x="94117" y="188317"/>
                    </a:cubicBezTo>
                    <a:close/>
                  </a:path>
                </a:pathLst>
              </a:custGeom>
              <a:solidFill>
                <a:srgbClr val="268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3" name="任意多边形: 形状 312"/>
              <p:cNvSpPr/>
              <p:nvPr/>
            </p:nvSpPr>
            <p:spPr>
              <a:xfrm>
                <a:off x="12353877" y="12019669"/>
                <a:ext cx="360000" cy="360000"/>
              </a:xfrm>
              <a:custGeom>
                <a:avLst/>
                <a:gdLst>
                  <a:gd name="csX0" fmla="*/ 94170 w 187874"/>
                  <a:gd name="csY0" fmla="*/ 188287 h 188114"/>
                  <a:gd name="csX1" fmla="*/ 160594 w 187874"/>
                  <a:gd name="csY1" fmla="*/ 160739 h 188114"/>
                  <a:gd name="csX2" fmla="*/ 188107 w 187874"/>
                  <a:gd name="csY2" fmla="*/ 94230 h 188114"/>
                  <a:gd name="csX3" fmla="*/ 160594 w 187874"/>
                  <a:gd name="csY3" fmla="*/ 27721 h 188114"/>
                  <a:gd name="csX4" fmla="*/ 94170 w 187874"/>
                  <a:gd name="csY4" fmla="*/ 173 h 188114"/>
                  <a:gd name="csX5" fmla="*/ 27746 w 187874"/>
                  <a:gd name="csY5" fmla="*/ 27721 h 188114"/>
                  <a:gd name="csX6" fmla="*/ 232 w 187874"/>
                  <a:gd name="csY6" fmla="*/ 94230 h 188114"/>
                  <a:gd name="csX7" fmla="*/ 27746 w 187874"/>
                  <a:gd name="csY7" fmla="*/ 160739 h 188114"/>
                  <a:gd name="csX8" fmla="*/ 94170 w 187874"/>
                  <a:gd name="csY8" fmla="*/ 188287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70" y="188287"/>
                    </a:moveTo>
                    <a:cubicBezTo>
                      <a:pt x="119082" y="188287"/>
                      <a:pt x="142978" y="178377"/>
                      <a:pt x="160594" y="160739"/>
                    </a:cubicBezTo>
                    <a:cubicBezTo>
                      <a:pt x="178210" y="143100"/>
                      <a:pt x="188107" y="119174"/>
                      <a:pt x="188107" y="94230"/>
                    </a:cubicBezTo>
                    <a:cubicBezTo>
                      <a:pt x="188107" y="69286"/>
                      <a:pt x="178210" y="45360"/>
                      <a:pt x="160594" y="27721"/>
                    </a:cubicBezTo>
                    <a:cubicBezTo>
                      <a:pt x="142978" y="10083"/>
                      <a:pt x="119082" y="173"/>
                      <a:pt x="94170" y="173"/>
                    </a:cubicBezTo>
                    <a:cubicBezTo>
                      <a:pt x="69257" y="173"/>
                      <a:pt x="45362" y="10083"/>
                      <a:pt x="27746" y="27721"/>
                    </a:cubicBezTo>
                    <a:cubicBezTo>
                      <a:pt x="10130" y="45360"/>
                      <a:pt x="232" y="69286"/>
                      <a:pt x="232" y="94230"/>
                    </a:cubicBezTo>
                    <a:cubicBezTo>
                      <a:pt x="232" y="119174"/>
                      <a:pt x="10130" y="143100"/>
                      <a:pt x="27746" y="160739"/>
                    </a:cubicBezTo>
                    <a:cubicBezTo>
                      <a:pt x="45362" y="178377"/>
                      <a:pt x="69257" y="188287"/>
                      <a:pt x="94170" y="188287"/>
                    </a:cubicBezTo>
                    <a:close/>
                  </a:path>
                </a:pathLst>
              </a:custGeom>
              <a:solidFill>
                <a:srgbClr val="21A6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4" name="任意多边形: 形状 313"/>
              <p:cNvSpPr/>
              <p:nvPr/>
            </p:nvSpPr>
            <p:spPr>
              <a:xfrm>
                <a:off x="12115828" y="13696151"/>
                <a:ext cx="360000" cy="360000"/>
              </a:xfrm>
              <a:custGeom>
                <a:avLst/>
                <a:gdLst>
                  <a:gd name="csX0" fmla="*/ 94165 w 187874"/>
                  <a:gd name="csY0" fmla="*/ 188322 h 188114"/>
                  <a:gd name="csX1" fmla="*/ 160589 w 187874"/>
                  <a:gd name="csY1" fmla="*/ 160773 h 188114"/>
                  <a:gd name="csX2" fmla="*/ 188102 w 187874"/>
                  <a:gd name="csY2" fmla="*/ 94265 h 188114"/>
                  <a:gd name="csX3" fmla="*/ 160589 w 187874"/>
                  <a:gd name="csY3" fmla="*/ 27756 h 188114"/>
                  <a:gd name="csX4" fmla="*/ 94165 w 187874"/>
                  <a:gd name="csY4" fmla="*/ 207 h 188114"/>
                  <a:gd name="csX5" fmla="*/ 27741 w 187874"/>
                  <a:gd name="csY5" fmla="*/ 27756 h 188114"/>
                  <a:gd name="csX6" fmla="*/ 228 w 187874"/>
                  <a:gd name="csY6" fmla="*/ 94265 h 188114"/>
                  <a:gd name="csX7" fmla="*/ 27741 w 187874"/>
                  <a:gd name="csY7" fmla="*/ 160773 h 188114"/>
                  <a:gd name="csX8" fmla="*/ 94165 w 187874"/>
                  <a:gd name="csY8" fmla="*/ 18832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65" y="188322"/>
                    </a:moveTo>
                    <a:cubicBezTo>
                      <a:pt x="119078" y="188322"/>
                      <a:pt x="142973" y="178411"/>
                      <a:pt x="160589" y="160773"/>
                    </a:cubicBezTo>
                    <a:cubicBezTo>
                      <a:pt x="178205" y="143135"/>
                      <a:pt x="188102" y="119209"/>
                      <a:pt x="188102" y="94265"/>
                    </a:cubicBezTo>
                    <a:cubicBezTo>
                      <a:pt x="188102" y="69320"/>
                      <a:pt x="178205" y="45394"/>
                      <a:pt x="160589" y="27756"/>
                    </a:cubicBezTo>
                    <a:cubicBezTo>
                      <a:pt x="142973" y="10118"/>
                      <a:pt x="119078" y="207"/>
                      <a:pt x="94165" y="207"/>
                    </a:cubicBezTo>
                    <a:cubicBezTo>
                      <a:pt x="69252" y="207"/>
                      <a:pt x="45357" y="10118"/>
                      <a:pt x="27741" y="27756"/>
                    </a:cubicBezTo>
                    <a:cubicBezTo>
                      <a:pt x="10125" y="45394"/>
                      <a:pt x="228" y="69320"/>
                      <a:pt x="228" y="94265"/>
                    </a:cubicBezTo>
                    <a:cubicBezTo>
                      <a:pt x="228" y="119209"/>
                      <a:pt x="10125" y="143135"/>
                      <a:pt x="27741" y="160773"/>
                    </a:cubicBezTo>
                    <a:cubicBezTo>
                      <a:pt x="45357" y="178411"/>
                      <a:pt x="69252" y="188322"/>
                      <a:pt x="94165" y="188322"/>
                    </a:cubicBezTo>
                    <a:close/>
                  </a:path>
                </a:pathLst>
              </a:custGeom>
              <a:solidFill>
                <a:srgbClr val="2092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5" name="任意多边形: 形状 314"/>
              <p:cNvSpPr/>
              <p:nvPr/>
            </p:nvSpPr>
            <p:spPr>
              <a:xfrm>
                <a:off x="9682070" y="13337255"/>
                <a:ext cx="360000" cy="360000"/>
              </a:xfrm>
              <a:custGeom>
                <a:avLst/>
                <a:gdLst>
                  <a:gd name="csX0" fmla="*/ 94115 w 187874"/>
                  <a:gd name="csY0" fmla="*/ 188315 h 188114"/>
                  <a:gd name="csX1" fmla="*/ 160539 w 187874"/>
                  <a:gd name="csY1" fmla="*/ 160766 h 188114"/>
                  <a:gd name="csX2" fmla="*/ 188052 w 187874"/>
                  <a:gd name="csY2" fmla="*/ 94257 h 188114"/>
                  <a:gd name="csX3" fmla="*/ 160539 w 187874"/>
                  <a:gd name="csY3" fmla="*/ 27749 h 188114"/>
                  <a:gd name="csX4" fmla="*/ 94115 w 187874"/>
                  <a:gd name="csY4" fmla="*/ 200 h 188114"/>
                  <a:gd name="csX5" fmla="*/ 27691 w 187874"/>
                  <a:gd name="csY5" fmla="*/ 27749 h 188114"/>
                  <a:gd name="csX6" fmla="*/ 177 w 187874"/>
                  <a:gd name="csY6" fmla="*/ 94257 h 188114"/>
                  <a:gd name="csX7" fmla="*/ 27691 w 187874"/>
                  <a:gd name="csY7" fmla="*/ 160766 h 188114"/>
                  <a:gd name="csX8" fmla="*/ 94115 w 187874"/>
                  <a:gd name="csY8" fmla="*/ 188315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5" y="188315"/>
                    </a:moveTo>
                    <a:cubicBezTo>
                      <a:pt x="119027" y="188315"/>
                      <a:pt x="142923" y="178404"/>
                      <a:pt x="160539" y="160766"/>
                    </a:cubicBezTo>
                    <a:cubicBezTo>
                      <a:pt x="178154" y="143127"/>
                      <a:pt x="188052" y="119201"/>
                      <a:pt x="188052" y="94257"/>
                    </a:cubicBezTo>
                    <a:cubicBezTo>
                      <a:pt x="188052" y="69313"/>
                      <a:pt x="178154" y="45387"/>
                      <a:pt x="160539" y="27749"/>
                    </a:cubicBezTo>
                    <a:cubicBezTo>
                      <a:pt x="142923" y="10110"/>
                      <a:pt x="119027" y="200"/>
                      <a:pt x="94115" y="200"/>
                    </a:cubicBezTo>
                    <a:cubicBezTo>
                      <a:pt x="69202" y="200"/>
                      <a:pt x="45307" y="10110"/>
                      <a:pt x="27691" y="27749"/>
                    </a:cubicBezTo>
                    <a:cubicBezTo>
                      <a:pt x="10075" y="45387"/>
                      <a:pt x="177" y="69313"/>
                      <a:pt x="177" y="94257"/>
                    </a:cubicBezTo>
                    <a:cubicBezTo>
                      <a:pt x="177" y="119201"/>
                      <a:pt x="10075" y="143127"/>
                      <a:pt x="27691" y="160766"/>
                    </a:cubicBezTo>
                    <a:cubicBezTo>
                      <a:pt x="45307" y="178404"/>
                      <a:pt x="69202" y="188315"/>
                      <a:pt x="94115" y="188315"/>
                    </a:cubicBezTo>
                    <a:close/>
                  </a:path>
                </a:pathLst>
              </a:custGeom>
              <a:solidFill>
                <a:srgbClr val="238A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6" name="任意多边形: 形状 315"/>
              <p:cNvSpPr/>
              <p:nvPr/>
            </p:nvSpPr>
            <p:spPr>
              <a:xfrm>
                <a:off x="11543703" y="13078135"/>
                <a:ext cx="360000" cy="360000"/>
              </a:xfrm>
              <a:custGeom>
                <a:avLst/>
                <a:gdLst>
                  <a:gd name="csX0" fmla="*/ 94153 w 187874"/>
                  <a:gd name="csY0" fmla="*/ 188309 h 188114"/>
                  <a:gd name="csX1" fmla="*/ 160577 w 187874"/>
                  <a:gd name="csY1" fmla="*/ 160760 h 188114"/>
                  <a:gd name="csX2" fmla="*/ 188091 w 187874"/>
                  <a:gd name="csY2" fmla="*/ 94252 h 188114"/>
                  <a:gd name="csX3" fmla="*/ 160577 w 187874"/>
                  <a:gd name="csY3" fmla="*/ 27743 h 188114"/>
                  <a:gd name="csX4" fmla="*/ 94153 w 187874"/>
                  <a:gd name="csY4" fmla="*/ 194 h 188114"/>
                  <a:gd name="csX5" fmla="*/ 27729 w 187874"/>
                  <a:gd name="csY5" fmla="*/ 27743 h 188114"/>
                  <a:gd name="csX6" fmla="*/ 216 w 187874"/>
                  <a:gd name="csY6" fmla="*/ 94252 h 188114"/>
                  <a:gd name="csX7" fmla="*/ 27729 w 187874"/>
                  <a:gd name="csY7" fmla="*/ 160760 h 188114"/>
                  <a:gd name="csX8" fmla="*/ 94153 w 187874"/>
                  <a:gd name="csY8" fmla="*/ 188309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53" y="188309"/>
                    </a:moveTo>
                    <a:cubicBezTo>
                      <a:pt x="119066" y="188309"/>
                      <a:pt x="142961" y="178399"/>
                      <a:pt x="160577" y="160760"/>
                    </a:cubicBezTo>
                    <a:cubicBezTo>
                      <a:pt x="178193" y="143122"/>
                      <a:pt x="188091" y="119196"/>
                      <a:pt x="188091" y="94252"/>
                    </a:cubicBezTo>
                    <a:cubicBezTo>
                      <a:pt x="188091" y="69307"/>
                      <a:pt x="178193" y="45381"/>
                      <a:pt x="160577" y="27743"/>
                    </a:cubicBezTo>
                    <a:cubicBezTo>
                      <a:pt x="142961" y="10105"/>
                      <a:pt x="119066" y="194"/>
                      <a:pt x="94153" y="194"/>
                    </a:cubicBezTo>
                    <a:cubicBezTo>
                      <a:pt x="69241" y="194"/>
                      <a:pt x="45345" y="10105"/>
                      <a:pt x="27729" y="27743"/>
                    </a:cubicBezTo>
                    <a:cubicBezTo>
                      <a:pt x="10114" y="45381"/>
                      <a:pt x="216" y="69307"/>
                      <a:pt x="216" y="94252"/>
                    </a:cubicBezTo>
                    <a:cubicBezTo>
                      <a:pt x="216" y="119196"/>
                      <a:pt x="10114" y="143122"/>
                      <a:pt x="27729" y="160760"/>
                    </a:cubicBezTo>
                    <a:cubicBezTo>
                      <a:pt x="45345" y="178399"/>
                      <a:pt x="69241" y="188309"/>
                      <a:pt x="94153" y="188309"/>
                    </a:cubicBezTo>
                    <a:close/>
                  </a:path>
                </a:pathLst>
              </a:custGeom>
              <a:solidFill>
                <a:srgbClr val="2190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7" name="任意多边形: 形状 316"/>
              <p:cNvSpPr/>
              <p:nvPr/>
            </p:nvSpPr>
            <p:spPr>
              <a:xfrm>
                <a:off x="9927439" y="12138461"/>
                <a:ext cx="360000" cy="360000"/>
              </a:xfrm>
              <a:custGeom>
                <a:avLst/>
                <a:gdLst>
                  <a:gd name="csX0" fmla="*/ 94120 w 187874"/>
                  <a:gd name="csY0" fmla="*/ 188290 h 188114"/>
                  <a:gd name="csX1" fmla="*/ 160544 w 187874"/>
                  <a:gd name="csY1" fmla="*/ 160741 h 188114"/>
                  <a:gd name="csX2" fmla="*/ 188057 w 187874"/>
                  <a:gd name="csY2" fmla="*/ 94232 h 188114"/>
                  <a:gd name="csX3" fmla="*/ 160544 w 187874"/>
                  <a:gd name="csY3" fmla="*/ 27724 h 188114"/>
                  <a:gd name="csX4" fmla="*/ 94120 w 187874"/>
                  <a:gd name="csY4" fmla="*/ 175 h 188114"/>
                  <a:gd name="csX5" fmla="*/ 27696 w 187874"/>
                  <a:gd name="csY5" fmla="*/ 27724 h 188114"/>
                  <a:gd name="csX6" fmla="*/ 182 w 187874"/>
                  <a:gd name="csY6" fmla="*/ 94232 h 188114"/>
                  <a:gd name="csX7" fmla="*/ 27696 w 187874"/>
                  <a:gd name="csY7" fmla="*/ 160741 h 188114"/>
                  <a:gd name="csX8" fmla="*/ 94120 w 187874"/>
                  <a:gd name="csY8" fmla="*/ 18829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0" y="188290"/>
                    </a:moveTo>
                    <a:cubicBezTo>
                      <a:pt x="119032" y="188290"/>
                      <a:pt x="142928" y="178379"/>
                      <a:pt x="160544" y="160741"/>
                    </a:cubicBezTo>
                    <a:cubicBezTo>
                      <a:pt x="178160" y="143103"/>
                      <a:pt x="188057" y="119177"/>
                      <a:pt x="188057" y="94232"/>
                    </a:cubicBezTo>
                    <a:cubicBezTo>
                      <a:pt x="188057" y="69288"/>
                      <a:pt x="178160" y="45362"/>
                      <a:pt x="160544" y="27724"/>
                    </a:cubicBezTo>
                    <a:cubicBezTo>
                      <a:pt x="142928" y="10085"/>
                      <a:pt x="119032" y="175"/>
                      <a:pt x="94120" y="175"/>
                    </a:cubicBezTo>
                    <a:cubicBezTo>
                      <a:pt x="69207" y="175"/>
                      <a:pt x="45312" y="10085"/>
                      <a:pt x="27696" y="27724"/>
                    </a:cubicBezTo>
                    <a:cubicBezTo>
                      <a:pt x="10080" y="45362"/>
                      <a:pt x="182" y="69288"/>
                      <a:pt x="182" y="94232"/>
                    </a:cubicBezTo>
                    <a:cubicBezTo>
                      <a:pt x="182" y="119177"/>
                      <a:pt x="10080" y="143103"/>
                      <a:pt x="27696" y="160741"/>
                    </a:cubicBezTo>
                    <a:cubicBezTo>
                      <a:pt x="45312" y="178379"/>
                      <a:pt x="69207" y="188290"/>
                      <a:pt x="94120" y="188290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8" name="任意多边形: 形状 317"/>
              <p:cNvSpPr/>
              <p:nvPr/>
            </p:nvSpPr>
            <p:spPr>
              <a:xfrm>
                <a:off x="9510332" y="14391516"/>
                <a:ext cx="360000" cy="360000"/>
              </a:xfrm>
              <a:custGeom>
                <a:avLst/>
                <a:gdLst>
                  <a:gd name="csX0" fmla="*/ 94111 w 187874"/>
                  <a:gd name="csY0" fmla="*/ 188336 h 188114"/>
                  <a:gd name="csX1" fmla="*/ 160535 w 187874"/>
                  <a:gd name="csY1" fmla="*/ 160787 h 188114"/>
                  <a:gd name="csX2" fmla="*/ 188049 w 187874"/>
                  <a:gd name="csY2" fmla="*/ 94279 h 188114"/>
                  <a:gd name="csX3" fmla="*/ 160535 w 187874"/>
                  <a:gd name="csY3" fmla="*/ 27770 h 188114"/>
                  <a:gd name="csX4" fmla="*/ 94111 w 187874"/>
                  <a:gd name="csY4" fmla="*/ 221 h 188114"/>
                  <a:gd name="csX5" fmla="*/ 27688 w 187874"/>
                  <a:gd name="csY5" fmla="*/ 27770 h 188114"/>
                  <a:gd name="csX6" fmla="*/ 174 w 187874"/>
                  <a:gd name="csY6" fmla="*/ 94279 h 188114"/>
                  <a:gd name="csX7" fmla="*/ 27688 w 187874"/>
                  <a:gd name="csY7" fmla="*/ 160787 h 188114"/>
                  <a:gd name="csX8" fmla="*/ 94111 w 187874"/>
                  <a:gd name="csY8" fmla="*/ 188336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1" y="188336"/>
                    </a:moveTo>
                    <a:cubicBezTo>
                      <a:pt x="119024" y="188336"/>
                      <a:pt x="142919" y="178426"/>
                      <a:pt x="160535" y="160787"/>
                    </a:cubicBezTo>
                    <a:cubicBezTo>
                      <a:pt x="178151" y="143149"/>
                      <a:pt x="188049" y="119223"/>
                      <a:pt x="188049" y="94279"/>
                    </a:cubicBezTo>
                    <a:cubicBezTo>
                      <a:pt x="188049" y="69334"/>
                      <a:pt x="178151" y="45408"/>
                      <a:pt x="160535" y="27770"/>
                    </a:cubicBezTo>
                    <a:cubicBezTo>
                      <a:pt x="142919" y="10132"/>
                      <a:pt x="119024" y="221"/>
                      <a:pt x="94111" y="221"/>
                    </a:cubicBezTo>
                    <a:cubicBezTo>
                      <a:pt x="69199" y="221"/>
                      <a:pt x="45303" y="10132"/>
                      <a:pt x="27688" y="27770"/>
                    </a:cubicBezTo>
                    <a:cubicBezTo>
                      <a:pt x="10072" y="45408"/>
                      <a:pt x="174" y="69334"/>
                      <a:pt x="174" y="94279"/>
                    </a:cubicBezTo>
                    <a:cubicBezTo>
                      <a:pt x="174" y="119223"/>
                      <a:pt x="10072" y="143149"/>
                      <a:pt x="27688" y="160787"/>
                    </a:cubicBezTo>
                    <a:cubicBezTo>
                      <a:pt x="45303" y="178426"/>
                      <a:pt x="69199" y="188336"/>
                      <a:pt x="94111" y="188336"/>
                    </a:cubicBezTo>
                    <a:close/>
                  </a:path>
                </a:pathLst>
              </a:custGeom>
              <a:solidFill>
                <a:srgbClr val="1FA1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19" name="任意多边形: 形状 318"/>
              <p:cNvSpPr/>
              <p:nvPr/>
            </p:nvSpPr>
            <p:spPr>
              <a:xfrm>
                <a:off x="9062157" y="13686506"/>
                <a:ext cx="360000" cy="360000"/>
              </a:xfrm>
              <a:custGeom>
                <a:avLst/>
                <a:gdLst>
                  <a:gd name="csX0" fmla="*/ 94102 w 187874"/>
                  <a:gd name="csY0" fmla="*/ 188322 h 188114"/>
                  <a:gd name="csX1" fmla="*/ 160526 w 187874"/>
                  <a:gd name="csY1" fmla="*/ 160773 h 188114"/>
                  <a:gd name="csX2" fmla="*/ 188040 w 187874"/>
                  <a:gd name="csY2" fmla="*/ 94264 h 188114"/>
                  <a:gd name="csX3" fmla="*/ 160526 w 187874"/>
                  <a:gd name="csY3" fmla="*/ 27756 h 188114"/>
                  <a:gd name="csX4" fmla="*/ 94102 w 187874"/>
                  <a:gd name="csY4" fmla="*/ 207 h 188114"/>
                  <a:gd name="csX5" fmla="*/ 27678 w 187874"/>
                  <a:gd name="csY5" fmla="*/ 27756 h 188114"/>
                  <a:gd name="csX6" fmla="*/ 165 w 187874"/>
                  <a:gd name="csY6" fmla="*/ 94264 h 188114"/>
                  <a:gd name="csX7" fmla="*/ 27678 w 187874"/>
                  <a:gd name="csY7" fmla="*/ 160773 h 188114"/>
                  <a:gd name="csX8" fmla="*/ 94102 w 187874"/>
                  <a:gd name="csY8" fmla="*/ 18832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2" y="188322"/>
                    </a:moveTo>
                    <a:cubicBezTo>
                      <a:pt x="119015" y="188322"/>
                      <a:pt x="142910" y="178411"/>
                      <a:pt x="160526" y="160773"/>
                    </a:cubicBezTo>
                    <a:cubicBezTo>
                      <a:pt x="178142" y="143135"/>
                      <a:pt x="188040" y="119209"/>
                      <a:pt x="188040" y="94264"/>
                    </a:cubicBezTo>
                    <a:cubicBezTo>
                      <a:pt x="188040" y="69320"/>
                      <a:pt x="178142" y="45394"/>
                      <a:pt x="160526" y="27756"/>
                    </a:cubicBezTo>
                    <a:cubicBezTo>
                      <a:pt x="142910" y="10117"/>
                      <a:pt x="119015" y="207"/>
                      <a:pt x="94102" y="207"/>
                    </a:cubicBezTo>
                    <a:cubicBezTo>
                      <a:pt x="69190" y="207"/>
                      <a:pt x="45294" y="10117"/>
                      <a:pt x="27678" y="27756"/>
                    </a:cubicBezTo>
                    <a:cubicBezTo>
                      <a:pt x="10062" y="45394"/>
                      <a:pt x="165" y="69320"/>
                      <a:pt x="165" y="94264"/>
                    </a:cubicBezTo>
                    <a:cubicBezTo>
                      <a:pt x="165" y="119209"/>
                      <a:pt x="10062" y="143135"/>
                      <a:pt x="27678" y="160773"/>
                    </a:cubicBezTo>
                    <a:cubicBezTo>
                      <a:pt x="45294" y="178411"/>
                      <a:pt x="69190" y="188322"/>
                      <a:pt x="94102" y="188322"/>
                    </a:cubicBezTo>
                    <a:close/>
                  </a:path>
                </a:pathLst>
              </a:custGeom>
              <a:solidFill>
                <a:srgbClr val="22A7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0" name="任意多边形: 形状 319"/>
              <p:cNvSpPr/>
              <p:nvPr/>
            </p:nvSpPr>
            <p:spPr>
              <a:xfrm>
                <a:off x="9281227" y="12798233"/>
                <a:ext cx="360000" cy="360000"/>
              </a:xfrm>
              <a:custGeom>
                <a:avLst/>
                <a:gdLst>
                  <a:gd name="csX0" fmla="*/ 94107 w 187874"/>
                  <a:gd name="csY0" fmla="*/ 188303 h 188114"/>
                  <a:gd name="csX1" fmla="*/ 160530 w 187874"/>
                  <a:gd name="csY1" fmla="*/ 160755 h 188114"/>
                  <a:gd name="csX2" fmla="*/ 188044 w 187874"/>
                  <a:gd name="csY2" fmla="*/ 94246 h 188114"/>
                  <a:gd name="csX3" fmla="*/ 160530 w 187874"/>
                  <a:gd name="csY3" fmla="*/ 27737 h 188114"/>
                  <a:gd name="csX4" fmla="*/ 94107 w 187874"/>
                  <a:gd name="csY4" fmla="*/ 189 h 188114"/>
                  <a:gd name="csX5" fmla="*/ 27683 w 187874"/>
                  <a:gd name="csY5" fmla="*/ 27737 h 188114"/>
                  <a:gd name="csX6" fmla="*/ 169 w 187874"/>
                  <a:gd name="csY6" fmla="*/ 94246 h 188114"/>
                  <a:gd name="csX7" fmla="*/ 27683 w 187874"/>
                  <a:gd name="csY7" fmla="*/ 160755 h 188114"/>
                  <a:gd name="csX8" fmla="*/ 94107 w 187874"/>
                  <a:gd name="csY8" fmla="*/ 188303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7" y="188303"/>
                    </a:moveTo>
                    <a:cubicBezTo>
                      <a:pt x="119019" y="188303"/>
                      <a:pt x="142915" y="178393"/>
                      <a:pt x="160530" y="160755"/>
                    </a:cubicBezTo>
                    <a:cubicBezTo>
                      <a:pt x="178146" y="143116"/>
                      <a:pt x="188044" y="119190"/>
                      <a:pt x="188044" y="94246"/>
                    </a:cubicBezTo>
                    <a:cubicBezTo>
                      <a:pt x="188044" y="69302"/>
                      <a:pt x="178146" y="45376"/>
                      <a:pt x="160530" y="27737"/>
                    </a:cubicBezTo>
                    <a:cubicBezTo>
                      <a:pt x="142915" y="10099"/>
                      <a:pt x="119019" y="189"/>
                      <a:pt x="94107" y="189"/>
                    </a:cubicBezTo>
                    <a:cubicBezTo>
                      <a:pt x="69194" y="189"/>
                      <a:pt x="45299" y="10099"/>
                      <a:pt x="27683" y="27737"/>
                    </a:cubicBezTo>
                    <a:cubicBezTo>
                      <a:pt x="10067" y="45376"/>
                      <a:pt x="169" y="69302"/>
                      <a:pt x="169" y="94246"/>
                    </a:cubicBezTo>
                    <a:cubicBezTo>
                      <a:pt x="169" y="119190"/>
                      <a:pt x="10067" y="143116"/>
                      <a:pt x="27683" y="160755"/>
                    </a:cubicBezTo>
                    <a:cubicBezTo>
                      <a:pt x="45299" y="178393"/>
                      <a:pt x="69194" y="188303"/>
                      <a:pt x="94107" y="188303"/>
                    </a:cubicBezTo>
                    <a:close/>
                  </a:path>
                </a:pathLst>
              </a:custGeom>
              <a:solidFill>
                <a:srgbClr val="24AA8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1" name="任意多边形: 形状 320"/>
              <p:cNvSpPr/>
              <p:nvPr/>
            </p:nvSpPr>
            <p:spPr>
              <a:xfrm>
                <a:off x="10141941" y="12161624"/>
                <a:ext cx="360000" cy="360000"/>
              </a:xfrm>
              <a:custGeom>
                <a:avLst/>
                <a:gdLst>
                  <a:gd name="csX0" fmla="*/ 94124 w 187874"/>
                  <a:gd name="csY0" fmla="*/ 188290 h 188114"/>
                  <a:gd name="csX1" fmla="*/ 160548 w 187874"/>
                  <a:gd name="csY1" fmla="*/ 160742 h 188114"/>
                  <a:gd name="csX2" fmla="*/ 188062 w 187874"/>
                  <a:gd name="csY2" fmla="*/ 94233 h 188114"/>
                  <a:gd name="csX3" fmla="*/ 160548 w 187874"/>
                  <a:gd name="csY3" fmla="*/ 27724 h 188114"/>
                  <a:gd name="csX4" fmla="*/ 94124 w 187874"/>
                  <a:gd name="csY4" fmla="*/ 175 h 188114"/>
                  <a:gd name="csX5" fmla="*/ 27701 w 187874"/>
                  <a:gd name="csY5" fmla="*/ 27724 h 188114"/>
                  <a:gd name="csX6" fmla="*/ 187 w 187874"/>
                  <a:gd name="csY6" fmla="*/ 94233 h 188114"/>
                  <a:gd name="csX7" fmla="*/ 27701 w 187874"/>
                  <a:gd name="csY7" fmla="*/ 160742 h 188114"/>
                  <a:gd name="csX8" fmla="*/ 94124 w 187874"/>
                  <a:gd name="csY8" fmla="*/ 188290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4" y="188290"/>
                    </a:moveTo>
                    <a:cubicBezTo>
                      <a:pt x="119037" y="188290"/>
                      <a:pt x="142932" y="178380"/>
                      <a:pt x="160548" y="160742"/>
                    </a:cubicBezTo>
                    <a:cubicBezTo>
                      <a:pt x="178164" y="143103"/>
                      <a:pt x="188062" y="119177"/>
                      <a:pt x="188062" y="94233"/>
                    </a:cubicBezTo>
                    <a:cubicBezTo>
                      <a:pt x="188062" y="69289"/>
                      <a:pt x="178164" y="45363"/>
                      <a:pt x="160548" y="27724"/>
                    </a:cubicBezTo>
                    <a:cubicBezTo>
                      <a:pt x="142932" y="10086"/>
                      <a:pt x="119037" y="175"/>
                      <a:pt x="94124" y="175"/>
                    </a:cubicBezTo>
                    <a:cubicBezTo>
                      <a:pt x="69212" y="175"/>
                      <a:pt x="45316" y="10086"/>
                      <a:pt x="27701" y="27724"/>
                    </a:cubicBezTo>
                    <a:cubicBezTo>
                      <a:pt x="10085" y="45363"/>
                      <a:pt x="187" y="69289"/>
                      <a:pt x="187" y="94233"/>
                    </a:cubicBezTo>
                    <a:cubicBezTo>
                      <a:pt x="187" y="119177"/>
                      <a:pt x="10085" y="143103"/>
                      <a:pt x="27701" y="160742"/>
                    </a:cubicBezTo>
                    <a:cubicBezTo>
                      <a:pt x="45316" y="178380"/>
                      <a:pt x="69212" y="188290"/>
                      <a:pt x="94124" y="188290"/>
                    </a:cubicBezTo>
                    <a:close/>
                  </a:path>
                </a:pathLst>
              </a:custGeom>
              <a:solidFill>
                <a:srgbClr val="27AD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2" name="任意多边形: 形状 321"/>
              <p:cNvSpPr/>
              <p:nvPr/>
            </p:nvSpPr>
            <p:spPr>
              <a:xfrm>
                <a:off x="10156895" y="13012195"/>
                <a:ext cx="360000" cy="360000"/>
              </a:xfrm>
              <a:custGeom>
                <a:avLst/>
                <a:gdLst>
                  <a:gd name="csX0" fmla="*/ 94125 w 187874"/>
                  <a:gd name="csY0" fmla="*/ 188308 h 188114"/>
                  <a:gd name="csX1" fmla="*/ 160548 w 187874"/>
                  <a:gd name="csY1" fmla="*/ 160759 h 188114"/>
                  <a:gd name="csX2" fmla="*/ 188062 w 187874"/>
                  <a:gd name="csY2" fmla="*/ 94250 h 188114"/>
                  <a:gd name="csX3" fmla="*/ 160548 w 187874"/>
                  <a:gd name="csY3" fmla="*/ 27742 h 188114"/>
                  <a:gd name="csX4" fmla="*/ 94125 w 187874"/>
                  <a:gd name="csY4" fmla="*/ 193 h 188114"/>
                  <a:gd name="csX5" fmla="*/ 27701 w 187874"/>
                  <a:gd name="csY5" fmla="*/ 27742 h 188114"/>
                  <a:gd name="csX6" fmla="*/ 187 w 187874"/>
                  <a:gd name="csY6" fmla="*/ 94250 h 188114"/>
                  <a:gd name="csX7" fmla="*/ 27701 w 187874"/>
                  <a:gd name="csY7" fmla="*/ 160759 h 188114"/>
                  <a:gd name="csX8" fmla="*/ 94125 w 187874"/>
                  <a:gd name="csY8" fmla="*/ 18830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25" y="188308"/>
                    </a:moveTo>
                    <a:cubicBezTo>
                      <a:pt x="119037" y="188308"/>
                      <a:pt x="142933" y="178397"/>
                      <a:pt x="160548" y="160759"/>
                    </a:cubicBezTo>
                    <a:cubicBezTo>
                      <a:pt x="178164" y="143121"/>
                      <a:pt x="188062" y="119195"/>
                      <a:pt x="188062" y="94250"/>
                    </a:cubicBezTo>
                    <a:cubicBezTo>
                      <a:pt x="188062" y="69306"/>
                      <a:pt x="178164" y="45380"/>
                      <a:pt x="160548" y="27742"/>
                    </a:cubicBezTo>
                    <a:cubicBezTo>
                      <a:pt x="142933" y="10103"/>
                      <a:pt x="119037" y="193"/>
                      <a:pt x="94125" y="193"/>
                    </a:cubicBezTo>
                    <a:cubicBezTo>
                      <a:pt x="69212" y="193"/>
                      <a:pt x="45317" y="10103"/>
                      <a:pt x="27701" y="27742"/>
                    </a:cubicBezTo>
                    <a:cubicBezTo>
                      <a:pt x="10085" y="45380"/>
                      <a:pt x="187" y="69306"/>
                      <a:pt x="187" y="94250"/>
                    </a:cubicBezTo>
                    <a:cubicBezTo>
                      <a:pt x="187" y="119195"/>
                      <a:pt x="10085" y="143121"/>
                      <a:pt x="27701" y="160759"/>
                    </a:cubicBezTo>
                    <a:cubicBezTo>
                      <a:pt x="45317" y="178397"/>
                      <a:pt x="69212" y="188308"/>
                      <a:pt x="94125" y="188308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3" name="任意多边形: 形状 322"/>
              <p:cNvSpPr/>
              <p:nvPr/>
            </p:nvSpPr>
            <p:spPr>
              <a:xfrm>
                <a:off x="13204916" y="15138225"/>
                <a:ext cx="360000" cy="360000"/>
              </a:xfrm>
              <a:custGeom>
                <a:avLst/>
                <a:gdLst>
                  <a:gd name="csX0" fmla="*/ 94187 w 187874"/>
                  <a:gd name="csY0" fmla="*/ 188352 h 188114"/>
                  <a:gd name="csX1" fmla="*/ 160611 w 187874"/>
                  <a:gd name="csY1" fmla="*/ 160803 h 188114"/>
                  <a:gd name="csX2" fmla="*/ 188125 w 187874"/>
                  <a:gd name="csY2" fmla="*/ 94294 h 188114"/>
                  <a:gd name="csX3" fmla="*/ 160611 w 187874"/>
                  <a:gd name="csY3" fmla="*/ 27786 h 188114"/>
                  <a:gd name="csX4" fmla="*/ 94187 w 187874"/>
                  <a:gd name="csY4" fmla="*/ 237 h 188114"/>
                  <a:gd name="csX5" fmla="*/ 27764 w 187874"/>
                  <a:gd name="csY5" fmla="*/ 27786 h 188114"/>
                  <a:gd name="csX6" fmla="*/ 250 w 187874"/>
                  <a:gd name="csY6" fmla="*/ 94294 h 188114"/>
                  <a:gd name="csX7" fmla="*/ 27764 w 187874"/>
                  <a:gd name="csY7" fmla="*/ 160803 h 188114"/>
                  <a:gd name="csX8" fmla="*/ 94187 w 187874"/>
                  <a:gd name="csY8" fmla="*/ 188352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87" y="188352"/>
                    </a:moveTo>
                    <a:cubicBezTo>
                      <a:pt x="119100" y="188352"/>
                      <a:pt x="142995" y="178441"/>
                      <a:pt x="160611" y="160803"/>
                    </a:cubicBezTo>
                    <a:cubicBezTo>
                      <a:pt x="178227" y="143165"/>
                      <a:pt x="188125" y="119239"/>
                      <a:pt x="188125" y="94294"/>
                    </a:cubicBezTo>
                    <a:cubicBezTo>
                      <a:pt x="188125" y="69350"/>
                      <a:pt x="178227" y="45424"/>
                      <a:pt x="160611" y="27786"/>
                    </a:cubicBezTo>
                    <a:cubicBezTo>
                      <a:pt x="142995" y="10147"/>
                      <a:pt x="119100" y="237"/>
                      <a:pt x="94187" y="237"/>
                    </a:cubicBezTo>
                    <a:cubicBezTo>
                      <a:pt x="69275" y="237"/>
                      <a:pt x="45379" y="10147"/>
                      <a:pt x="27764" y="27786"/>
                    </a:cubicBezTo>
                    <a:cubicBezTo>
                      <a:pt x="10148" y="45424"/>
                      <a:pt x="250" y="69350"/>
                      <a:pt x="250" y="94294"/>
                    </a:cubicBezTo>
                    <a:cubicBezTo>
                      <a:pt x="250" y="119239"/>
                      <a:pt x="10148" y="143165"/>
                      <a:pt x="27764" y="160803"/>
                    </a:cubicBezTo>
                    <a:cubicBezTo>
                      <a:pt x="45379" y="178441"/>
                      <a:pt x="69275" y="188352"/>
                      <a:pt x="94187" y="188352"/>
                    </a:cubicBezTo>
                    <a:close/>
                  </a:path>
                </a:pathLst>
              </a:custGeom>
              <a:solidFill>
                <a:srgbClr val="81D34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4" name="任意多边形: 形状 323"/>
              <p:cNvSpPr/>
              <p:nvPr/>
            </p:nvSpPr>
            <p:spPr>
              <a:xfrm>
                <a:off x="9088239" y="13143292"/>
                <a:ext cx="360000" cy="360000"/>
              </a:xfrm>
              <a:custGeom>
                <a:avLst/>
                <a:gdLst>
                  <a:gd name="csX0" fmla="*/ 94103 w 187874"/>
                  <a:gd name="csY0" fmla="*/ 188311 h 188114"/>
                  <a:gd name="csX1" fmla="*/ 160526 w 187874"/>
                  <a:gd name="csY1" fmla="*/ 160762 h 188114"/>
                  <a:gd name="csX2" fmla="*/ 188040 w 187874"/>
                  <a:gd name="csY2" fmla="*/ 94253 h 188114"/>
                  <a:gd name="csX3" fmla="*/ 160526 w 187874"/>
                  <a:gd name="csY3" fmla="*/ 27745 h 188114"/>
                  <a:gd name="csX4" fmla="*/ 94103 w 187874"/>
                  <a:gd name="csY4" fmla="*/ 196 h 188114"/>
                  <a:gd name="csX5" fmla="*/ 27679 w 187874"/>
                  <a:gd name="csY5" fmla="*/ 27745 h 188114"/>
                  <a:gd name="csX6" fmla="*/ 165 w 187874"/>
                  <a:gd name="csY6" fmla="*/ 94253 h 188114"/>
                  <a:gd name="csX7" fmla="*/ 27679 w 187874"/>
                  <a:gd name="csY7" fmla="*/ 160762 h 188114"/>
                  <a:gd name="csX8" fmla="*/ 94103 w 187874"/>
                  <a:gd name="csY8" fmla="*/ 188311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03" y="188311"/>
                    </a:moveTo>
                    <a:cubicBezTo>
                      <a:pt x="119015" y="188311"/>
                      <a:pt x="142911" y="178400"/>
                      <a:pt x="160526" y="160762"/>
                    </a:cubicBezTo>
                    <a:cubicBezTo>
                      <a:pt x="178142" y="143123"/>
                      <a:pt x="188040" y="119197"/>
                      <a:pt x="188040" y="94253"/>
                    </a:cubicBezTo>
                    <a:cubicBezTo>
                      <a:pt x="188040" y="69309"/>
                      <a:pt x="178142" y="45383"/>
                      <a:pt x="160526" y="27745"/>
                    </a:cubicBezTo>
                    <a:cubicBezTo>
                      <a:pt x="142911" y="10106"/>
                      <a:pt x="119015" y="196"/>
                      <a:pt x="94103" y="196"/>
                    </a:cubicBezTo>
                    <a:cubicBezTo>
                      <a:pt x="69190" y="196"/>
                      <a:pt x="45295" y="10106"/>
                      <a:pt x="27679" y="27745"/>
                    </a:cubicBezTo>
                    <a:cubicBezTo>
                      <a:pt x="10063" y="45383"/>
                      <a:pt x="165" y="69309"/>
                      <a:pt x="165" y="94253"/>
                    </a:cubicBezTo>
                    <a:cubicBezTo>
                      <a:pt x="165" y="119197"/>
                      <a:pt x="10063" y="143123"/>
                      <a:pt x="27679" y="160762"/>
                    </a:cubicBezTo>
                    <a:cubicBezTo>
                      <a:pt x="45295" y="178400"/>
                      <a:pt x="69190" y="188311"/>
                      <a:pt x="94103" y="188311"/>
                    </a:cubicBezTo>
                    <a:close/>
                  </a:path>
                </a:pathLst>
              </a:custGeom>
              <a:solidFill>
                <a:srgbClr val="37B87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325" name="任意多边形: 形状 324"/>
              <p:cNvSpPr/>
              <p:nvPr/>
            </p:nvSpPr>
            <p:spPr>
              <a:xfrm>
                <a:off x="9822290" y="14486954"/>
                <a:ext cx="360000" cy="360000"/>
              </a:xfrm>
              <a:custGeom>
                <a:avLst/>
                <a:gdLst>
                  <a:gd name="csX0" fmla="*/ 94118 w 187874"/>
                  <a:gd name="csY0" fmla="*/ 188338 h 188114"/>
                  <a:gd name="csX1" fmla="*/ 160542 w 187874"/>
                  <a:gd name="csY1" fmla="*/ 160789 h 188114"/>
                  <a:gd name="csX2" fmla="*/ 188055 w 187874"/>
                  <a:gd name="csY2" fmla="*/ 94281 h 188114"/>
                  <a:gd name="csX3" fmla="*/ 160542 w 187874"/>
                  <a:gd name="csY3" fmla="*/ 27772 h 188114"/>
                  <a:gd name="csX4" fmla="*/ 94118 w 187874"/>
                  <a:gd name="csY4" fmla="*/ 223 h 188114"/>
                  <a:gd name="csX5" fmla="*/ 27694 w 187874"/>
                  <a:gd name="csY5" fmla="*/ 27772 h 188114"/>
                  <a:gd name="csX6" fmla="*/ 180 w 187874"/>
                  <a:gd name="csY6" fmla="*/ 94281 h 188114"/>
                  <a:gd name="csX7" fmla="*/ 27694 w 187874"/>
                  <a:gd name="csY7" fmla="*/ 160789 h 188114"/>
                  <a:gd name="csX8" fmla="*/ 94118 w 187874"/>
                  <a:gd name="csY8" fmla="*/ 188338 h 188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7874" h="188114">
                    <a:moveTo>
                      <a:pt x="94118" y="188338"/>
                    </a:moveTo>
                    <a:cubicBezTo>
                      <a:pt x="119030" y="188338"/>
                      <a:pt x="142926" y="178428"/>
                      <a:pt x="160542" y="160789"/>
                    </a:cubicBezTo>
                    <a:cubicBezTo>
                      <a:pt x="178157" y="143151"/>
                      <a:pt x="188055" y="119225"/>
                      <a:pt x="188055" y="94281"/>
                    </a:cubicBezTo>
                    <a:cubicBezTo>
                      <a:pt x="188055" y="69336"/>
                      <a:pt x="178157" y="45410"/>
                      <a:pt x="160542" y="27772"/>
                    </a:cubicBezTo>
                    <a:cubicBezTo>
                      <a:pt x="142926" y="10134"/>
                      <a:pt x="119030" y="223"/>
                      <a:pt x="94118" y="223"/>
                    </a:cubicBezTo>
                    <a:cubicBezTo>
                      <a:pt x="69205" y="223"/>
                      <a:pt x="45310" y="10134"/>
                      <a:pt x="27694" y="27772"/>
                    </a:cubicBezTo>
                    <a:cubicBezTo>
                      <a:pt x="10078" y="45410"/>
                      <a:pt x="180" y="69336"/>
                      <a:pt x="180" y="94281"/>
                    </a:cubicBezTo>
                    <a:cubicBezTo>
                      <a:pt x="180" y="119225"/>
                      <a:pt x="10078" y="143151"/>
                      <a:pt x="27694" y="160789"/>
                    </a:cubicBezTo>
                    <a:cubicBezTo>
                      <a:pt x="45310" y="178428"/>
                      <a:pt x="69205" y="188338"/>
                      <a:pt x="94118" y="188338"/>
                    </a:cubicBezTo>
                    <a:close/>
                  </a:path>
                </a:pathLst>
              </a:custGeom>
              <a:solidFill>
                <a:srgbClr val="3DBC7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</p:grpSp>
      </p:grpSp>
      <p:grpSp>
        <p:nvGrpSpPr>
          <p:cNvPr id="1940" name="组合 1939"/>
          <p:cNvGrpSpPr>
            <a:grpSpLocks noChangeAspect="1"/>
          </p:cNvGrpSpPr>
          <p:nvPr/>
        </p:nvGrpSpPr>
        <p:grpSpPr>
          <a:xfrm>
            <a:off x="21431529" y="405642"/>
            <a:ext cx="7919720" cy="7576128"/>
            <a:chOff x="13822401" y="3295142"/>
            <a:chExt cx="10116000" cy="9676800"/>
          </a:xfrm>
        </p:grpSpPr>
        <p:sp>
          <p:nvSpPr>
            <p:cNvPr id="1295" name="任意多边形: 形状 1294"/>
            <p:cNvSpPr/>
            <p:nvPr/>
          </p:nvSpPr>
          <p:spPr>
            <a:xfrm>
              <a:off x="13822401" y="3295142"/>
              <a:ext cx="3943485" cy="7611229"/>
            </a:xfrm>
            <a:custGeom>
              <a:avLst/>
              <a:gdLst>
                <a:gd name="csX0" fmla="*/ 251695 w 4327320"/>
                <a:gd name="csY0" fmla="*/ 8353797 h 8353796"/>
                <a:gd name="csX1" fmla="*/ 4327321 w 4327320"/>
                <a:gd name="csY1" fmla="*/ 4933165 h 8353796"/>
                <a:gd name="csX2" fmla="*/ 4270666 w 4327320"/>
                <a:gd name="csY2" fmla="*/ 0 h 8353796"/>
                <a:gd name="csX3" fmla="*/ 0 w 4327320"/>
                <a:gd name="csY3" fmla="*/ 3120517 h 8353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27320" h="8353796">
                  <a:moveTo>
                    <a:pt x="251695" y="8353797"/>
                  </a:moveTo>
                  <a:lnTo>
                    <a:pt x="4327321" y="4933165"/>
                  </a:lnTo>
                  <a:lnTo>
                    <a:pt x="4270666" y="0"/>
                  </a:lnTo>
                  <a:lnTo>
                    <a:pt x="0" y="3120517"/>
                  </a:lnTo>
                </a:path>
              </a:pathLst>
            </a:custGeom>
            <a:solidFill>
              <a:srgbClr val="F2F2F2">
                <a:alpha val="50000"/>
              </a:srgbClr>
            </a:solidFill>
            <a:ln w="33143" cap="flat">
              <a:solidFill>
                <a:srgbClr val="F2F2F2">
                  <a:alpha val="50000"/>
                </a:srgbClr>
              </a:solidFill>
              <a:prstDash val="solid"/>
              <a:miter/>
            </a:ln>
          </p:spPr>
        </p:sp>
        <p:sp>
          <p:nvSpPr>
            <p:cNvPr id="1296" name="任意多边形: 形状 1295"/>
            <p:cNvSpPr/>
            <p:nvPr/>
          </p:nvSpPr>
          <p:spPr>
            <a:xfrm>
              <a:off x="17714256" y="3295142"/>
              <a:ext cx="6224145" cy="6228796"/>
            </a:xfrm>
            <a:custGeom>
              <a:avLst/>
              <a:gdLst>
                <a:gd name="csX0" fmla="*/ 56655 w 6829966"/>
                <a:gd name="csY0" fmla="*/ 4933165 h 6836490"/>
                <a:gd name="csX1" fmla="*/ 6596580 w 6829966"/>
                <a:gd name="csY1" fmla="*/ 6836490 h 6836490"/>
                <a:gd name="csX2" fmla="*/ 6829966 w 6829966"/>
                <a:gd name="csY2" fmla="*/ 1733409 h 6836490"/>
                <a:gd name="csX3" fmla="*/ 0 w 6829966"/>
                <a:gd name="csY3" fmla="*/ 0 h 68364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29966" h="6836490">
                  <a:moveTo>
                    <a:pt x="56655" y="4933165"/>
                  </a:moveTo>
                  <a:lnTo>
                    <a:pt x="6596580" y="6836490"/>
                  </a:lnTo>
                  <a:lnTo>
                    <a:pt x="6829966" y="1733409"/>
                  </a:lnTo>
                  <a:lnTo>
                    <a:pt x="0" y="0"/>
                  </a:lnTo>
                </a:path>
              </a:pathLst>
            </a:custGeom>
            <a:solidFill>
              <a:srgbClr val="E6E6E6">
                <a:alpha val="50000"/>
              </a:srgbClr>
            </a:solidFill>
            <a:ln w="33143" cap="flat">
              <a:solidFill>
                <a:srgbClr val="E6E6E6">
                  <a:alpha val="50000"/>
                </a:srgbClr>
              </a:solidFill>
              <a:prstDash val="solid"/>
              <a:miter/>
            </a:ln>
          </p:spPr>
        </p:sp>
        <p:sp>
          <p:nvSpPr>
            <p:cNvPr id="1297" name="任意多边形: 形状 1296"/>
            <p:cNvSpPr/>
            <p:nvPr/>
          </p:nvSpPr>
          <p:spPr>
            <a:xfrm>
              <a:off x="14051771" y="7789798"/>
              <a:ext cx="9673946" cy="5182144"/>
            </a:xfrm>
            <a:custGeom>
              <a:avLst/>
              <a:gdLst>
                <a:gd name="csX0" fmla="*/ 0 w 10615550"/>
                <a:gd name="csY0" fmla="*/ 3420633 h 5687725"/>
                <a:gd name="csX1" fmla="*/ 6932640 w 10615550"/>
                <a:gd name="csY1" fmla="*/ 5687725 h 5687725"/>
                <a:gd name="csX2" fmla="*/ 10615550 w 10615550"/>
                <a:gd name="csY2" fmla="*/ 1903326 h 5687725"/>
                <a:gd name="csX3" fmla="*/ 4075626 w 10615550"/>
                <a:gd name="csY3" fmla="*/ 0 h 5687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615550" h="5687725">
                  <a:moveTo>
                    <a:pt x="0" y="3420633"/>
                  </a:moveTo>
                  <a:lnTo>
                    <a:pt x="6932640" y="5687725"/>
                  </a:lnTo>
                  <a:lnTo>
                    <a:pt x="10615550" y="1903326"/>
                  </a:lnTo>
                  <a:lnTo>
                    <a:pt x="4075626" y="0"/>
                  </a:lnTo>
                </a:path>
              </a:pathLst>
            </a:custGeom>
            <a:solidFill>
              <a:srgbClr val="ECECEC">
                <a:alpha val="50000"/>
              </a:srgbClr>
            </a:solidFill>
            <a:ln w="33143" cap="flat">
              <a:solidFill>
                <a:srgbClr val="ECECEC">
                  <a:alpha val="50000"/>
                </a:srgbClr>
              </a:solidFill>
              <a:prstDash val="solid"/>
              <a:miter/>
            </a:ln>
          </p:spPr>
        </p:sp>
        <p:grpSp>
          <p:nvGrpSpPr>
            <p:cNvPr id="1298" name="图形 1289"/>
            <p:cNvGrpSpPr/>
            <p:nvPr/>
          </p:nvGrpSpPr>
          <p:grpSpPr>
            <a:xfrm>
              <a:off x="14051771" y="3428727"/>
              <a:ext cx="9309476" cy="9543215"/>
              <a:chOff x="13551808" y="3427741"/>
              <a:chExt cx="10215605" cy="10474271"/>
            </a:xfrm>
          </p:grpSpPr>
          <p:grpSp>
            <p:nvGrpSpPr>
              <p:cNvPr id="1301" name="图形 1289"/>
              <p:cNvGrpSpPr/>
              <p:nvPr/>
            </p:nvGrpSpPr>
            <p:grpSpPr>
              <a:xfrm>
                <a:off x="14136960" y="3427741"/>
                <a:ext cx="9630453" cy="10263608"/>
                <a:chOff x="14136960" y="3427741"/>
                <a:chExt cx="9630453" cy="10263608"/>
              </a:xfrm>
              <a:noFill/>
            </p:grpSpPr>
            <p:sp>
              <p:nvSpPr>
                <p:cNvPr id="1302" name="任意多边形: 形状 1301"/>
                <p:cNvSpPr/>
                <p:nvPr/>
              </p:nvSpPr>
              <p:spPr>
                <a:xfrm>
                  <a:off x="14136960" y="3427741"/>
                  <a:ext cx="4044713" cy="8398534"/>
                </a:xfrm>
                <a:custGeom>
                  <a:avLst/>
                  <a:gdLst>
                    <a:gd name="csX0" fmla="*/ 0 w 4044713"/>
                    <a:gd name="csY0" fmla="*/ 8398535 h 8398534"/>
                    <a:gd name="csX1" fmla="*/ 4044714 w 4044713"/>
                    <a:gd name="csY1" fmla="*/ 4947848 h 8398534"/>
                    <a:gd name="csX2" fmla="*/ 4011521 w 4044713"/>
                    <a:gd name="csY2" fmla="*/ 0 h 83985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044713" h="8398534">
                      <a:moveTo>
                        <a:pt x="0" y="8398535"/>
                      </a:moveTo>
                      <a:lnTo>
                        <a:pt x="4044714" y="4947848"/>
                      </a:lnTo>
                      <a:lnTo>
                        <a:pt x="4011521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03" name="任意多边形: 形状 1302"/>
                <p:cNvSpPr/>
                <p:nvPr/>
              </p:nvSpPr>
              <p:spPr>
                <a:xfrm>
                  <a:off x="15053631" y="3657311"/>
                  <a:ext cx="3999400" cy="8468731"/>
                </a:xfrm>
                <a:custGeom>
                  <a:avLst/>
                  <a:gdLst>
                    <a:gd name="csX0" fmla="*/ 0 w 3999400"/>
                    <a:gd name="csY0" fmla="*/ 8468731 h 8468731"/>
                    <a:gd name="csX1" fmla="*/ 3995457 w 3999400"/>
                    <a:gd name="csY1" fmla="*/ 4970724 h 8468731"/>
                    <a:gd name="csX2" fmla="*/ 3999400 w 3999400"/>
                    <a:gd name="csY2" fmla="*/ 0 h 84687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999400" h="8468731">
                      <a:moveTo>
                        <a:pt x="0" y="8468731"/>
                      </a:moveTo>
                      <a:lnTo>
                        <a:pt x="3995457" y="4970724"/>
                      </a:lnTo>
                      <a:lnTo>
                        <a:pt x="3999400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04" name="任意多边形: 形状 1303"/>
                <p:cNvSpPr/>
                <p:nvPr/>
              </p:nvSpPr>
              <p:spPr>
                <a:xfrm>
                  <a:off x="15983464" y="3890034"/>
                  <a:ext cx="3986542" cy="8540080"/>
                </a:xfrm>
                <a:custGeom>
                  <a:avLst/>
                  <a:gdLst>
                    <a:gd name="csX0" fmla="*/ 0 w 3986542"/>
                    <a:gd name="csY0" fmla="*/ 8540080 h 8540080"/>
                    <a:gd name="csX1" fmla="*/ 3944459 w 3986542"/>
                    <a:gd name="csY1" fmla="*/ 4993769 h 8540080"/>
                    <a:gd name="csX2" fmla="*/ 3986542 w 3986542"/>
                    <a:gd name="csY2" fmla="*/ 0 h 85400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986542" h="8540080">
                      <a:moveTo>
                        <a:pt x="0" y="8540080"/>
                      </a:moveTo>
                      <a:lnTo>
                        <a:pt x="3944459" y="4993769"/>
                      </a:lnTo>
                      <a:lnTo>
                        <a:pt x="3986542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05" name="任意多边形: 形状 1304"/>
                <p:cNvSpPr/>
                <p:nvPr/>
              </p:nvSpPr>
              <p:spPr>
                <a:xfrm>
                  <a:off x="16926744" y="4125976"/>
                  <a:ext cx="3972919" cy="8612606"/>
                </a:xfrm>
                <a:custGeom>
                  <a:avLst/>
                  <a:gdLst>
                    <a:gd name="csX0" fmla="*/ 0 w 3972919"/>
                    <a:gd name="csY0" fmla="*/ 8612606 h 8612606"/>
                    <a:gd name="csX1" fmla="*/ 3891659 w 3972919"/>
                    <a:gd name="csY1" fmla="*/ 5016985 h 8612606"/>
                    <a:gd name="csX2" fmla="*/ 3972919 w 3972919"/>
                    <a:gd name="csY2" fmla="*/ 0 h 86126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972919" h="8612606">
                      <a:moveTo>
                        <a:pt x="0" y="8612606"/>
                      </a:moveTo>
                      <a:lnTo>
                        <a:pt x="3891659" y="5016985"/>
                      </a:lnTo>
                      <a:lnTo>
                        <a:pt x="3972919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06" name="任意多边形: 形状 1305"/>
                <p:cNvSpPr/>
                <p:nvPr/>
              </p:nvSpPr>
              <p:spPr>
                <a:xfrm>
                  <a:off x="17883766" y="4365204"/>
                  <a:ext cx="3958500" cy="8686341"/>
                </a:xfrm>
                <a:custGeom>
                  <a:avLst/>
                  <a:gdLst>
                    <a:gd name="csX0" fmla="*/ 0 w 3958500"/>
                    <a:gd name="csY0" fmla="*/ 8686342 h 8686341"/>
                    <a:gd name="csX1" fmla="*/ 3836996 w 3958500"/>
                    <a:gd name="csY1" fmla="*/ 5040373 h 8686341"/>
                    <a:gd name="csX2" fmla="*/ 3958501 w 3958500"/>
                    <a:gd name="csY2" fmla="*/ 0 h 86863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958500" h="8686341">
                      <a:moveTo>
                        <a:pt x="0" y="8686342"/>
                      </a:moveTo>
                      <a:lnTo>
                        <a:pt x="3836996" y="5040373"/>
                      </a:lnTo>
                      <a:lnTo>
                        <a:pt x="3958501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07" name="任意多边形: 形状 1306"/>
                <p:cNvSpPr/>
                <p:nvPr/>
              </p:nvSpPr>
              <p:spPr>
                <a:xfrm>
                  <a:off x="18854831" y="4607787"/>
                  <a:ext cx="3943259" cy="8761313"/>
                </a:xfrm>
                <a:custGeom>
                  <a:avLst/>
                  <a:gdLst>
                    <a:gd name="csX0" fmla="*/ 0 w 3943259"/>
                    <a:gd name="csY0" fmla="*/ 8761313 h 8761313"/>
                    <a:gd name="csX1" fmla="*/ 3780410 w 3943259"/>
                    <a:gd name="csY1" fmla="*/ 5063932 h 8761313"/>
                    <a:gd name="csX2" fmla="*/ 3943260 w 3943259"/>
                    <a:gd name="csY2" fmla="*/ 0 h 87613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943259" h="8761313">
                      <a:moveTo>
                        <a:pt x="0" y="8761313"/>
                      </a:moveTo>
                      <a:lnTo>
                        <a:pt x="3780410" y="5063932"/>
                      </a:lnTo>
                      <a:lnTo>
                        <a:pt x="3943260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08" name="任意多边形: 形状 1307"/>
                <p:cNvSpPr/>
                <p:nvPr/>
              </p:nvSpPr>
              <p:spPr>
                <a:xfrm>
                  <a:off x="19840251" y="4853796"/>
                  <a:ext cx="3927162" cy="8837553"/>
                </a:xfrm>
                <a:custGeom>
                  <a:avLst/>
                  <a:gdLst>
                    <a:gd name="csX0" fmla="*/ 0 w 3927162"/>
                    <a:gd name="csY0" fmla="*/ 8837553 h 8837553"/>
                    <a:gd name="csX1" fmla="*/ 3721832 w 3927162"/>
                    <a:gd name="csY1" fmla="*/ 5087664 h 8837553"/>
                    <a:gd name="csX2" fmla="*/ 3927163 w 3927162"/>
                    <a:gd name="csY2" fmla="*/ 0 h 88375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3927162" h="8837553">
                      <a:moveTo>
                        <a:pt x="0" y="8837553"/>
                      </a:moveTo>
                      <a:lnTo>
                        <a:pt x="3721832" y="5087664"/>
                      </a:lnTo>
                      <a:lnTo>
                        <a:pt x="3927163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</p:grpSp>
          <p:sp>
            <p:nvSpPr>
              <p:cNvPr id="1299" name="任意多边形: 形状 1298"/>
              <p:cNvSpPr/>
              <p:nvPr/>
            </p:nvSpPr>
            <p:spPr>
              <a:xfrm>
                <a:off x="13551808" y="11634920"/>
                <a:ext cx="6932639" cy="2267092"/>
              </a:xfrm>
              <a:custGeom>
                <a:avLst/>
                <a:gdLst>
                  <a:gd name="csX0" fmla="*/ 0 w 6932639"/>
                  <a:gd name="csY0" fmla="*/ 0 h 2267092"/>
                  <a:gd name="csX1" fmla="*/ 6932640 w 6932639"/>
                  <a:gd name="csY1" fmla="*/ 2267093 h 22670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932639" h="2267092">
                    <a:moveTo>
                      <a:pt x="0" y="0"/>
                    </a:moveTo>
                    <a:lnTo>
                      <a:pt x="6932640" y="2267093"/>
                    </a:lnTo>
                  </a:path>
                </a:pathLst>
              </a:custGeom>
              <a:noFill/>
              <a:ln w="101600" cap="sq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</p:spPr>
          </p:sp>
        </p:grpSp>
        <p:grpSp>
          <p:nvGrpSpPr>
            <p:cNvPr id="1336" name="图形 1289"/>
            <p:cNvGrpSpPr/>
            <p:nvPr/>
          </p:nvGrpSpPr>
          <p:grpSpPr>
            <a:xfrm>
              <a:off x="14196125" y="3527262"/>
              <a:ext cx="9529591" cy="9444680"/>
              <a:chOff x="13710213" y="3535889"/>
              <a:chExt cx="10457144" cy="10366123"/>
            </a:xfrm>
          </p:grpSpPr>
          <p:grpSp>
            <p:nvGrpSpPr>
              <p:cNvPr id="1339" name="图形 1289"/>
              <p:cNvGrpSpPr/>
              <p:nvPr/>
            </p:nvGrpSpPr>
            <p:grpSpPr>
              <a:xfrm>
                <a:off x="13710213" y="3535889"/>
                <a:ext cx="10156634" cy="10002514"/>
                <a:chOff x="13710213" y="3535889"/>
                <a:chExt cx="10156634" cy="10002514"/>
              </a:xfrm>
              <a:noFill/>
            </p:grpSpPr>
            <p:sp>
              <p:nvSpPr>
                <p:cNvPr id="1340" name="任意多边形: 形状 1339"/>
                <p:cNvSpPr/>
                <p:nvPr/>
              </p:nvSpPr>
              <p:spPr>
                <a:xfrm>
                  <a:off x="13710213" y="6101985"/>
                  <a:ext cx="7128091" cy="7436417"/>
                </a:xfrm>
                <a:custGeom>
                  <a:avLst/>
                  <a:gdLst>
                    <a:gd name="csX0" fmla="*/ 0 w 7128091"/>
                    <a:gd name="csY0" fmla="*/ 0 h 7436417"/>
                    <a:gd name="csX1" fmla="*/ 231624 w 7128091"/>
                    <a:gd name="csY1" fmla="*/ 5205587 h 7436417"/>
                    <a:gd name="csX2" fmla="*/ 7128092 w 7128091"/>
                    <a:gd name="csY2" fmla="*/ 7436418 h 74364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128091" h="7436417">
                      <a:moveTo>
                        <a:pt x="0" y="0"/>
                      </a:moveTo>
                      <a:lnTo>
                        <a:pt x="231624" y="5205587"/>
                      </a:lnTo>
                      <a:lnTo>
                        <a:pt x="7128092" y="7436418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41" name="任意多边形: 形状 1340"/>
                <p:cNvSpPr/>
                <p:nvPr/>
              </p:nvSpPr>
              <p:spPr>
                <a:xfrm>
                  <a:off x="14332135" y="5647555"/>
                  <a:ext cx="7042718" cy="7339513"/>
                </a:xfrm>
                <a:custGeom>
                  <a:avLst/>
                  <a:gdLst>
                    <a:gd name="csX0" fmla="*/ 0 w 7042718"/>
                    <a:gd name="csY0" fmla="*/ 0 h 7339513"/>
                    <a:gd name="csX1" fmla="*/ 201729 w 7042718"/>
                    <a:gd name="csY1" fmla="*/ 5163134 h 7339513"/>
                    <a:gd name="csX2" fmla="*/ 7042719 w 7042718"/>
                    <a:gd name="csY2" fmla="*/ 7339514 h 73395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042718" h="7339513">
                      <a:moveTo>
                        <a:pt x="0" y="0"/>
                      </a:moveTo>
                      <a:lnTo>
                        <a:pt x="201729" y="5163134"/>
                      </a:lnTo>
                      <a:lnTo>
                        <a:pt x="7042719" y="7339514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42" name="任意多边形: 形状 1341"/>
                <p:cNvSpPr/>
                <p:nvPr/>
              </p:nvSpPr>
              <p:spPr>
                <a:xfrm>
                  <a:off x="14938692" y="5204353"/>
                  <a:ext cx="6959361" cy="7245099"/>
                </a:xfrm>
                <a:custGeom>
                  <a:avLst/>
                  <a:gdLst>
                    <a:gd name="csX0" fmla="*/ 0 w 6959361"/>
                    <a:gd name="csY0" fmla="*/ 0 h 7245099"/>
                    <a:gd name="csX1" fmla="*/ 173204 w 6959361"/>
                    <a:gd name="csY1" fmla="*/ 5121201 h 7245099"/>
                    <a:gd name="csX2" fmla="*/ 6959362 w 6959361"/>
                    <a:gd name="csY2" fmla="*/ 7245100 h 72450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959361" h="7245099">
                      <a:moveTo>
                        <a:pt x="0" y="0"/>
                      </a:moveTo>
                      <a:lnTo>
                        <a:pt x="173204" y="5121201"/>
                      </a:lnTo>
                      <a:lnTo>
                        <a:pt x="6959362" y="724510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43" name="任意多边形: 形状 1342"/>
                <p:cNvSpPr/>
                <p:nvPr/>
              </p:nvSpPr>
              <p:spPr>
                <a:xfrm>
                  <a:off x="15530445" y="4771967"/>
                  <a:ext cx="6877950" cy="7153079"/>
                </a:xfrm>
                <a:custGeom>
                  <a:avLst/>
                  <a:gdLst>
                    <a:gd name="csX0" fmla="*/ 0 w 6877950"/>
                    <a:gd name="csY0" fmla="*/ 0 h 7153079"/>
                    <a:gd name="csX1" fmla="*/ 145975 w 6877950"/>
                    <a:gd name="csY1" fmla="*/ 5079788 h 7153079"/>
                    <a:gd name="csX2" fmla="*/ 6877951 w 6877950"/>
                    <a:gd name="csY2" fmla="*/ 7153080 h 71530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877950" h="7153079">
                      <a:moveTo>
                        <a:pt x="0" y="0"/>
                      </a:moveTo>
                      <a:lnTo>
                        <a:pt x="145975" y="5079788"/>
                      </a:lnTo>
                      <a:lnTo>
                        <a:pt x="6877951" y="715308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44" name="任意多边形: 形状 1343"/>
                <p:cNvSpPr/>
                <p:nvPr/>
              </p:nvSpPr>
              <p:spPr>
                <a:xfrm>
                  <a:off x="16107930" y="4350006"/>
                  <a:ext cx="6798418" cy="7063365"/>
                </a:xfrm>
                <a:custGeom>
                  <a:avLst/>
                  <a:gdLst>
                    <a:gd name="csX0" fmla="*/ 0 w 6798418"/>
                    <a:gd name="csY0" fmla="*/ 0 h 7063365"/>
                    <a:gd name="csX1" fmla="*/ 119976 w 6798418"/>
                    <a:gd name="csY1" fmla="*/ 5038891 h 7063365"/>
                    <a:gd name="csX2" fmla="*/ 6798418 w 6798418"/>
                    <a:gd name="csY2" fmla="*/ 7063365 h 70633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798418" h="7063365">
                      <a:moveTo>
                        <a:pt x="0" y="0"/>
                      </a:moveTo>
                      <a:lnTo>
                        <a:pt x="119976" y="5038891"/>
                      </a:lnTo>
                      <a:lnTo>
                        <a:pt x="6798418" y="7063365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45" name="任意多边形: 形状 1344"/>
                <p:cNvSpPr/>
                <p:nvPr/>
              </p:nvSpPr>
              <p:spPr>
                <a:xfrm>
                  <a:off x="16671657" y="3938099"/>
                  <a:ext cx="6720700" cy="6975871"/>
                </a:xfrm>
                <a:custGeom>
                  <a:avLst/>
                  <a:gdLst>
                    <a:gd name="csX0" fmla="*/ 0 w 6720700"/>
                    <a:gd name="csY0" fmla="*/ 0 h 6975871"/>
                    <a:gd name="csX1" fmla="*/ 95143 w 6720700"/>
                    <a:gd name="csY1" fmla="*/ 4998510 h 6975871"/>
                    <a:gd name="csX2" fmla="*/ 6720700 w 6720700"/>
                    <a:gd name="csY2" fmla="*/ 6975872 h 69758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720700" h="6975871">
                      <a:moveTo>
                        <a:pt x="0" y="0"/>
                      </a:moveTo>
                      <a:lnTo>
                        <a:pt x="95143" y="4998510"/>
                      </a:lnTo>
                      <a:lnTo>
                        <a:pt x="6720700" y="6975872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46" name="任意多边形: 形状 1345"/>
                <p:cNvSpPr/>
                <p:nvPr/>
              </p:nvSpPr>
              <p:spPr>
                <a:xfrm>
                  <a:off x="17222112" y="3535889"/>
                  <a:ext cx="6644736" cy="6890515"/>
                </a:xfrm>
                <a:custGeom>
                  <a:avLst/>
                  <a:gdLst>
                    <a:gd name="csX0" fmla="*/ 0 w 6644736"/>
                    <a:gd name="csY0" fmla="*/ 0 h 6890515"/>
                    <a:gd name="csX1" fmla="*/ 71416 w 6644736"/>
                    <a:gd name="csY1" fmla="*/ 4958642 h 6890515"/>
                    <a:gd name="csX2" fmla="*/ 6644736 w 6644736"/>
                    <a:gd name="csY2" fmla="*/ 6890516 h 68905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6644736" h="6890515">
                      <a:moveTo>
                        <a:pt x="0" y="0"/>
                      </a:moveTo>
                      <a:lnTo>
                        <a:pt x="71416" y="4958642"/>
                      </a:lnTo>
                      <a:lnTo>
                        <a:pt x="6644736" y="6890516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</p:grpSp>
          <p:sp>
            <p:nvSpPr>
              <p:cNvPr id="1337" name="任意多边形: 形状 1336"/>
              <p:cNvSpPr/>
              <p:nvPr/>
            </p:nvSpPr>
            <p:spPr>
              <a:xfrm>
                <a:off x="20484447" y="10117613"/>
                <a:ext cx="3682910" cy="3784399"/>
              </a:xfrm>
              <a:custGeom>
                <a:avLst/>
                <a:gdLst>
                  <a:gd name="csX0" fmla="*/ 3682911 w 3682910"/>
                  <a:gd name="csY0" fmla="*/ 0 h 3784399"/>
                  <a:gd name="csX1" fmla="*/ 0 w 3682910"/>
                  <a:gd name="csY1" fmla="*/ 3784400 h 37843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682910" h="3784399">
                    <a:moveTo>
                      <a:pt x="3682911" y="0"/>
                    </a:moveTo>
                    <a:lnTo>
                      <a:pt x="0" y="3784400"/>
                    </a:lnTo>
                  </a:path>
                </a:pathLst>
              </a:custGeom>
              <a:noFill/>
              <a:ln w="101600" cap="sq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</p:spPr>
          </p:sp>
        </p:grpSp>
        <p:grpSp>
          <p:nvGrpSpPr>
            <p:cNvPr id="1374" name="图形 1289"/>
            <p:cNvGrpSpPr/>
            <p:nvPr/>
          </p:nvGrpSpPr>
          <p:grpSpPr>
            <a:xfrm>
              <a:off x="13843575" y="3708637"/>
              <a:ext cx="10094826" cy="6792610"/>
              <a:chOff x="13323348" y="3734959"/>
              <a:chExt cx="11077396" cy="7455311"/>
            </a:xfrm>
          </p:grpSpPr>
          <p:grpSp>
            <p:nvGrpSpPr>
              <p:cNvPr id="1377" name="图形 1289"/>
              <p:cNvGrpSpPr/>
              <p:nvPr/>
            </p:nvGrpSpPr>
            <p:grpSpPr>
              <a:xfrm>
                <a:off x="13323348" y="3734959"/>
                <a:ext cx="11055884" cy="7455311"/>
                <a:chOff x="13323348" y="3734959"/>
                <a:chExt cx="11055884" cy="7455311"/>
              </a:xfrm>
              <a:noFill/>
            </p:grpSpPr>
            <p:sp>
              <p:nvSpPr>
                <p:cNvPr id="1378" name="任意多边形: 形状 1377"/>
                <p:cNvSpPr/>
                <p:nvPr/>
              </p:nvSpPr>
              <p:spPr>
                <a:xfrm>
                  <a:off x="13530422" y="7793679"/>
                  <a:ext cx="10656795" cy="3396592"/>
                </a:xfrm>
                <a:custGeom>
                  <a:avLst/>
                  <a:gdLst>
                    <a:gd name="csX0" fmla="*/ 10656796 w 10656795"/>
                    <a:gd name="csY0" fmla="*/ 1889678 h 3396592"/>
                    <a:gd name="csX1" fmla="*/ 4092180 w 10656795"/>
                    <a:gd name="csY1" fmla="*/ 0 h 3396592"/>
                    <a:gd name="csX2" fmla="*/ 0 w 10656795"/>
                    <a:gd name="csY2" fmla="*/ 3396593 h 33965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656795" h="3396592">
                      <a:moveTo>
                        <a:pt x="10656796" y="1889678"/>
                      </a:moveTo>
                      <a:lnTo>
                        <a:pt x="4092180" y="0"/>
                      </a:lnTo>
                      <a:lnTo>
                        <a:pt x="0" y="3396593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79" name="任意多边形: 形状 1378"/>
                <p:cNvSpPr/>
                <p:nvPr/>
              </p:nvSpPr>
              <p:spPr>
                <a:xfrm>
                  <a:off x="13496973" y="7136352"/>
                  <a:ext cx="10721297" cy="3358445"/>
                </a:xfrm>
                <a:custGeom>
                  <a:avLst/>
                  <a:gdLst>
                    <a:gd name="csX0" fmla="*/ 10721297 w 10721297"/>
                    <a:gd name="csY0" fmla="*/ 1868036 h 3358445"/>
                    <a:gd name="csX1" fmla="*/ 4118080 w 10721297"/>
                    <a:gd name="csY1" fmla="*/ 0 h 3358445"/>
                    <a:gd name="csX2" fmla="*/ 0 w 10721297"/>
                    <a:gd name="csY2" fmla="*/ 3358445 h 33584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721297" h="3358445">
                      <a:moveTo>
                        <a:pt x="10721297" y="1868036"/>
                      </a:moveTo>
                      <a:lnTo>
                        <a:pt x="4118080" y="0"/>
                      </a:lnTo>
                      <a:lnTo>
                        <a:pt x="0" y="3358445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80" name="任意多边形: 形状 1379"/>
                <p:cNvSpPr/>
                <p:nvPr/>
              </p:nvSpPr>
              <p:spPr>
                <a:xfrm>
                  <a:off x="13463110" y="6471549"/>
                  <a:ext cx="10786583" cy="3319148"/>
                </a:xfrm>
                <a:custGeom>
                  <a:avLst/>
                  <a:gdLst>
                    <a:gd name="csX0" fmla="*/ 10786584 w 10786583"/>
                    <a:gd name="csY0" fmla="*/ 1845759 h 3319148"/>
                    <a:gd name="csX1" fmla="*/ 4144309 w 10786583"/>
                    <a:gd name="csY1" fmla="*/ 0 h 3319148"/>
                    <a:gd name="csX2" fmla="*/ 0 w 10786583"/>
                    <a:gd name="csY2" fmla="*/ 3319149 h 33191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786583" h="3319148">
                      <a:moveTo>
                        <a:pt x="10786584" y="1845759"/>
                      </a:moveTo>
                      <a:lnTo>
                        <a:pt x="4144309" y="0"/>
                      </a:lnTo>
                      <a:lnTo>
                        <a:pt x="0" y="3319149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81" name="任意多边形: 形状 1380"/>
                <p:cNvSpPr/>
                <p:nvPr/>
              </p:nvSpPr>
              <p:spPr>
                <a:xfrm>
                  <a:off x="13428823" y="5799141"/>
                  <a:ext cx="10852671" cy="3278669"/>
                </a:xfrm>
                <a:custGeom>
                  <a:avLst/>
                  <a:gdLst>
                    <a:gd name="csX0" fmla="*/ 10852672 w 10852671"/>
                    <a:gd name="csY0" fmla="*/ 1822831 h 3278669"/>
                    <a:gd name="csX1" fmla="*/ 4170873 w 10852671"/>
                    <a:gd name="csY1" fmla="*/ 0 h 3278669"/>
                    <a:gd name="csX2" fmla="*/ 0 w 10852671"/>
                    <a:gd name="csY2" fmla="*/ 3278670 h 32786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852671" h="3278669">
                      <a:moveTo>
                        <a:pt x="10852672" y="1822831"/>
                      </a:moveTo>
                      <a:lnTo>
                        <a:pt x="4170873" y="0"/>
                      </a:lnTo>
                      <a:lnTo>
                        <a:pt x="0" y="327867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82" name="任意多边形: 形状 1381"/>
                <p:cNvSpPr/>
                <p:nvPr/>
              </p:nvSpPr>
              <p:spPr>
                <a:xfrm>
                  <a:off x="13394106" y="5118997"/>
                  <a:ext cx="10919573" cy="3236973"/>
                </a:xfrm>
                <a:custGeom>
                  <a:avLst/>
                  <a:gdLst>
                    <a:gd name="csX0" fmla="*/ 10919573 w 10919573"/>
                    <a:gd name="csY0" fmla="*/ 1799231 h 3236973"/>
                    <a:gd name="csX1" fmla="*/ 4197779 w 10919573"/>
                    <a:gd name="csY1" fmla="*/ 0 h 3236973"/>
                    <a:gd name="csX2" fmla="*/ 0 w 10919573"/>
                    <a:gd name="csY2" fmla="*/ 3236974 h 32369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919573" h="3236973">
                      <a:moveTo>
                        <a:pt x="10919573" y="1799231"/>
                      </a:moveTo>
                      <a:lnTo>
                        <a:pt x="4197779" y="0"/>
                      </a:lnTo>
                      <a:lnTo>
                        <a:pt x="0" y="3236974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83" name="任意多边形: 形状 1382"/>
                <p:cNvSpPr/>
                <p:nvPr/>
              </p:nvSpPr>
              <p:spPr>
                <a:xfrm>
                  <a:off x="13358951" y="4430982"/>
                  <a:ext cx="10987306" cy="3194026"/>
                </a:xfrm>
                <a:custGeom>
                  <a:avLst/>
                  <a:gdLst>
                    <a:gd name="csX0" fmla="*/ 10987306 w 10987306"/>
                    <a:gd name="csY0" fmla="*/ 1774941 h 3194026"/>
                    <a:gd name="csX1" fmla="*/ 4225033 w 10987306"/>
                    <a:gd name="csY1" fmla="*/ 0 h 3194026"/>
                    <a:gd name="csX2" fmla="*/ 0 w 10987306"/>
                    <a:gd name="csY2" fmla="*/ 3194026 h 31940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0987306" h="3194026">
                      <a:moveTo>
                        <a:pt x="10987306" y="1774941"/>
                      </a:moveTo>
                      <a:lnTo>
                        <a:pt x="4225033" y="0"/>
                      </a:lnTo>
                      <a:lnTo>
                        <a:pt x="0" y="3194026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384" name="任意多边形: 形状 1383"/>
                <p:cNvSpPr/>
                <p:nvPr/>
              </p:nvSpPr>
              <p:spPr>
                <a:xfrm>
                  <a:off x="13323348" y="3734959"/>
                  <a:ext cx="11055884" cy="3149789"/>
                </a:xfrm>
                <a:custGeom>
                  <a:avLst/>
                  <a:gdLst>
                    <a:gd name="csX0" fmla="*/ 11055884 w 11055884"/>
                    <a:gd name="csY0" fmla="*/ 1749941 h 3149789"/>
                    <a:gd name="csX1" fmla="*/ 4252642 w 11055884"/>
                    <a:gd name="csY1" fmla="*/ 0 h 3149789"/>
                    <a:gd name="csX2" fmla="*/ 0 w 11055884"/>
                    <a:gd name="csY2" fmla="*/ 3149790 h 31497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1055884" h="3149789">
                      <a:moveTo>
                        <a:pt x="11055884" y="1749941"/>
                      </a:moveTo>
                      <a:lnTo>
                        <a:pt x="4252642" y="0"/>
                      </a:lnTo>
                      <a:lnTo>
                        <a:pt x="0" y="314979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</p:grpSp>
          <p:sp>
            <p:nvSpPr>
              <p:cNvPr id="1375" name="任意多边形: 形状 1374"/>
              <p:cNvSpPr/>
              <p:nvPr/>
            </p:nvSpPr>
            <p:spPr>
              <a:xfrm>
                <a:off x="24167358" y="5014531"/>
                <a:ext cx="233386" cy="5103081"/>
              </a:xfrm>
              <a:custGeom>
                <a:avLst/>
                <a:gdLst>
                  <a:gd name="csX0" fmla="*/ 0 w 233386"/>
                  <a:gd name="csY0" fmla="*/ 5103082 h 5103081"/>
                  <a:gd name="csX1" fmla="*/ 233386 w 233386"/>
                  <a:gd name="csY1" fmla="*/ 0 h 51030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3386" h="5103081">
                    <a:moveTo>
                      <a:pt x="0" y="5103082"/>
                    </a:moveTo>
                    <a:lnTo>
                      <a:pt x="233386" y="0"/>
                    </a:lnTo>
                  </a:path>
                </a:pathLst>
              </a:custGeom>
              <a:noFill/>
              <a:ln w="101600" cap="sq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</p:spPr>
          </p:sp>
        </p:grpSp>
        <p:grpSp>
          <p:nvGrpSpPr>
            <p:cNvPr id="1614" name="组合 1613"/>
            <p:cNvGrpSpPr/>
            <p:nvPr/>
          </p:nvGrpSpPr>
          <p:grpSpPr>
            <a:xfrm>
              <a:off x="17528261" y="6667799"/>
              <a:ext cx="2967250" cy="2522760"/>
              <a:chOff x="16327201" y="6735291"/>
              <a:chExt cx="2967250" cy="2522760"/>
            </a:xfrm>
          </p:grpSpPr>
          <p:sp>
            <p:nvSpPr>
              <p:cNvPr id="1413" name="任意多边形: 形状 1412"/>
              <p:cNvSpPr/>
              <p:nvPr/>
            </p:nvSpPr>
            <p:spPr>
              <a:xfrm>
                <a:off x="17825055" y="7472405"/>
                <a:ext cx="223200" cy="223200"/>
              </a:xfrm>
              <a:custGeom>
                <a:avLst/>
                <a:gdLst>
                  <a:gd name="csX0" fmla="*/ 64407 w 128409"/>
                  <a:gd name="csY0" fmla="*/ 128747 h 128573"/>
                  <a:gd name="csX1" fmla="*/ 109806 w 128409"/>
                  <a:gd name="csY1" fmla="*/ 109918 h 128573"/>
                  <a:gd name="csX2" fmla="*/ 128611 w 128409"/>
                  <a:gd name="csY2" fmla="*/ 64461 h 128573"/>
                  <a:gd name="csX3" fmla="*/ 109806 w 128409"/>
                  <a:gd name="csY3" fmla="*/ 19003 h 128573"/>
                  <a:gd name="csX4" fmla="*/ 64407 w 128409"/>
                  <a:gd name="csY4" fmla="*/ 174 h 128573"/>
                  <a:gd name="csX5" fmla="*/ 19007 w 128409"/>
                  <a:gd name="csY5" fmla="*/ 19003 h 128573"/>
                  <a:gd name="csX6" fmla="*/ 202 w 128409"/>
                  <a:gd name="csY6" fmla="*/ 64461 h 128573"/>
                  <a:gd name="csX7" fmla="*/ 19007 w 128409"/>
                  <a:gd name="csY7" fmla="*/ 109918 h 128573"/>
                  <a:gd name="csX8" fmla="*/ 64407 w 128409"/>
                  <a:gd name="csY8" fmla="*/ 12874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7" y="128747"/>
                    </a:moveTo>
                    <a:cubicBezTo>
                      <a:pt x="81434" y="128747"/>
                      <a:pt x="97766" y="121974"/>
                      <a:pt x="109806" y="109918"/>
                    </a:cubicBezTo>
                    <a:cubicBezTo>
                      <a:pt x="121846" y="97863"/>
                      <a:pt x="128611" y="81510"/>
                      <a:pt x="128611" y="64461"/>
                    </a:cubicBezTo>
                    <a:cubicBezTo>
                      <a:pt x="128611" y="47411"/>
                      <a:pt x="121846" y="31058"/>
                      <a:pt x="109806" y="19003"/>
                    </a:cubicBezTo>
                    <a:cubicBezTo>
                      <a:pt x="97766" y="6947"/>
                      <a:pt x="81434" y="174"/>
                      <a:pt x="64407" y="174"/>
                    </a:cubicBezTo>
                    <a:cubicBezTo>
                      <a:pt x="47379" y="174"/>
                      <a:pt x="31047" y="6947"/>
                      <a:pt x="19007" y="19003"/>
                    </a:cubicBezTo>
                    <a:cubicBezTo>
                      <a:pt x="6967" y="31058"/>
                      <a:pt x="202" y="47411"/>
                      <a:pt x="202" y="64461"/>
                    </a:cubicBezTo>
                    <a:cubicBezTo>
                      <a:pt x="202" y="81510"/>
                      <a:pt x="6967" y="97863"/>
                      <a:pt x="19007" y="109918"/>
                    </a:cubicBezTo>
                    <a:cubicBezTo>
                      <a:pt x="31047" y="121974"/>
                      <a:pt x="47379" y="128747"/>
                      <a:pt x="64407" y="128747"/>
                    </a:cubicBezTo>
                    <a:close/>
                  </a:path>
                </a:pathLst>
              </a:custGeom>
              <a:solidFill>
                <a:srgbClr val="A2DA3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14" name="任意多边形: 形状 1413"/>
              <p:cNvSpPr/>
              <p:nvPr/>
            </p:nvSpPr>
            <p:spPr>
              <a:xfrm>
                <a:off x="17723546" y="7186824"/>
                <a:ext cx="223200" cy="223200"/>
              </a:xfrm>
              <a:custGeom>
                <a:avLst/>
                <a:gdLst>
                  <a:gd name="csX0" fmla="*/ 64403 w 128409"/>
                  <a:gd name="csY0" fmla="*/ 128738 h 128573"/>
                  <a:gd name="csX1" fmla="*/ 109803 w 128409"/>
                  <a:gd name="csY1" fmla="*/ 109909 h 128573"/>
                  <a:gd name="csX2" fmla="*/ 128608 w 128409"/>
                  <a:gd name="csY2" fmla="*/ 64451 h 128573"/>
                  <a:gd name="csX3" fmla="*/ 109803 w 128409"/>
                  <a:gd name="csY3" fmla="*/ 18994 h 128573"/>
                  <a:gd name="csX4" fmla="*/ 64403 w 128409"/>
                  <a:gd name="csY4" fmla="*/ 164 h 128573"/>
                  <a:gd name="csX5" fmla="*/ 19004 w 128409"/>
                  <a:gd name="csY5" fmla="*/ 18994 h 128573"/>
                  <a:gd name="csX6" fmla="*/ 199 w 128409"/>
                  <a:gd name="csY6" fmla="*/ 64451 h 128573"/>
                  <a:gd name="csX7" fmla="*/ 19004 w 128409"/>
                  <a:gd name="csY7" fmla="*/ 109909 h 128573"/>
                  <a:gd name="csX8" fmla="*/ 64403 w 128409"/>
                  <a:gd name="csY8" fmla="*/ 12873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3" y="128738"/>
                    </a:moveTo>
                    <a:cubicBezTo>
                      <a:pt x="81431" y="128738"/>
                      <a:pt x="97763" y="121964"/>
                      <a:pt x="109803" y="109909"/>
                    </a:cubicBezTo>
                    <a:cubicBezTo>
                      <a:pt x="121843" y="97853"/>
                      <a:pt x="128608" y="81500"/>
                      <a:pt x="128608" y="64451"/>
                    </a:cubicBezTo>
                    <a:cubicBezTo>
                      <a:pt x="128608" y="47402"/>
                      <a:pt x="121843" y="31049"/>
                      <a:pt x="109803" y="18994"/>
                    </a:cubicBezTo>
                    <a:cubicBezTo>
                      <a:pt x="97763" y="6938"/>
                      <a:pt x="81431" y="164"/>
                      <a:pt x="64403" y="164"/>
                    </a:cubicBezTo>
                    <a:cubicBezTo>
                      <a:pt x="47376" y="164"/>
                      <a:pt x="31044" y="6938"/>
                      <a:pt x="19004" y="18994"/>
                    </a:cubicBezTo>
                    <a:cubicBezTo>
                      <a:pt x="6964" y="31049"/>
                      <a:pt x="199" y="47402"/>
                      <a:pt x="199" y="64451"/>
                    </a:cubicBezTo>
                    <a:cubicBezTo>
                      <a:pt x="199" y="81500"/>
                      <a:pt x="6964" y="97853"/>
                      <a:pt x="19004" y="109909"/>
                    </a:cubicBezTo>
                    <a:cubicBezTo>
                      <a:pt x="31044" y="121964"/>
                      <a:pt x="47376" y="128738"/>
                      <a:pt x="64403" y="128738"/>
                    </a:cubicBezTo>
                    <a:close/>
                  </a:path>
                </a:pathLst>
              </a:custGeom>
              <a:solidFill>
                <a:srgbClr val="D0E11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15" name="任意多边形: 形状 1414"/>
              <p:cNvSpPr/>
              <p:nvPr/>
            </p:nvSpPr>
            <p:spPr>
              <a:xfrm>
                <a:off x="17690248" y="7640386"/>
                <a:ext cx="223200" cy="223200"/>
              </a:xfrm>
              <a:custGeom>
                <a:avLst/>
                <a:gdLst>
                  <a:gd name="csX0" fmla="*/ 64402 w 128409"/>
                  <a:gd name="csY0" fmla="*/ 128753 h 128573"/>
                  <a:gd name="csX1" fmla="*/ 109802 w 128409"/>
                  <a:gd name="csY1" fmla="*/ 109924 h 128573"/>
                  <a:gd name="csX2" fmla="*/ 128607 w 128409"/>
                  <a:gd name="csY2" fmla="*/ 64466 h 128573"/>
                  <a:gd name="csX3" fmla="*/ 109802 w 128409"/>
                  <a:gd name="csY3" fmla="*/ 19009 h 128573"/>
                  <a:gd name="csX4" fmla="*/ 64402 w 128409"/>
                  <a:gd name="csY4" fmla="*/ 179 h 128573"/>
                  <a:gd name="csX5" fmla="*/ 19003 w 128409"/>
                  <a:gd name="csY5" fmla="*/ 19009 h 128573"/>
                  <a:gd name="csX6" fmla="*/ 197 w 128409"/>
                  <a:gd name="csY6" fmla="*/ 64466 h 128573"/>
                  <a:gd name="csX7" fmla="*/ 19003 w 128409"/>
                  <a:gd name="csY7" fmla="*/ 109924 h 128573"/>
                  <a:gd name="csX8" fmla="*/ 64402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2" y="128753"/>
                    </a:moveTo>
                    <a:cubicBezTo>
                      <a:pt x="81429" y="128753"/>
                      <a:pt x="97762" y="121979"/>
                      <a:pt x="109802" y="109924"/>
                    </a:cubicBezTo>
                    <a:cubicBezTo>
                      <a:pt x="121842" y="97868"/>
                      <a:pt x="128607" y="81515"/>
                      <a:pt x="128607" y="64466"/>
                    </a:cubicBezTo>
                    <a:cubicBezTo>
                      <a:pt x="128607" y="47417"/>
                      <a:pt x="121842" y="31064"/>
                      <a:pt x="109802" y="19009"/>
                    </a:cubicBezTo>
                    <a:cubicBezTo>
                      <a:pt x="97762" y="6953"/>
                      <a:pt x="81429" y="179"/>
                      <a:pt x="64402" y="179"/>
                    </a:cubicBezTo>
                    <a:cubicBezTo>
                      <a:pt x="47375" y="179"/>
                      <a:pt x="31043" y="6953"/>
                      <a:pt x="19003" y="19009"/>
                    </a:cubicBezTo>
                    <a:cubicBezTo>
                      <a:pt x="6962" y="31064"/>
                      <a:pt x="197" y="47417"/>
                      <a:pt x="197" y="64466"/>
                    </a:cubicBezTo>
                    <a:cubicBezTo>
                      <a:pt x="197" y="81515"/>
                      <a:pt x="6962" y="97868"/>
                      <a:pt x="19003" y="109924"/>
                    </a:cubicBezTo>
                    <a:cubicBezTo>
                      <a:pt x="31043" y="121979"/>
                      <a:pt x="47375" y="128753"/>
                      <a:pt x="64402" y="128753"/>
                    </a:cubicBezTo>
                    <a:close/>
                  </a:path>
                </a:pathLst>
              </a:custGeom>
              <a:solidFill>
                <a:srgbClr val="40BD72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16" name="任意多边形: 形状 1415"/>
              <p:cNvSpPr/>
              <p:nvPr/>
            </p:nvSpPr>
            <p:spPr>
              <a:xfrm>
                <a:off x="17953929" y="7246870"/>
                <a:ext cx="223200" cy="223200"/>
              </a:xfrm>
              <a:custGeom>
                <a:avLst/>
                <a:gdLst>
                  <a:gd name="csX0" fmla="*/ 64411 w 128409"/>
                  <a:gd name="csY0" fmla="*/ 128740 h 128573"/>
                  <a:gd name="csX1" fmla="*/ 109810 w 128409"/>
                  <a:gd name="csY1" fmla="*/ 109911 h 128573"/>
                  <a:gd name="csX2" fmla="*/ 128616 w 128409"/>
                  <a:gd name="csY2" fmla="*/ 64453 h 128573"/>
                  <a:gd name="csX3" fmla="*/ 109810 w 128409"/>
                  <a:gd name="csY3" fmla="*/ 18996 h 128573"/>
                  <a:gd name="csX4" fmla="*/ 64411 w 128409"/>
                  <a:gd name="csY4" fmla="*/ 166 h 128573"/>
                  <a:gd name="csX5" fmla="*/ 19011 w 128409"/>
                  <a:gd name="csY5" fmla="*/ 18996 h 128573"/>
                  <a:gd name="csX6" fmla="*/ 206 w 128409"/>
                  <a:gd name="csY6" fmla="*/ 64453 h 128573"/>
                  <a:gd name="csX7" fmla="*/ 19011 w 128409"/>
                  <a:gd name="csY7" fmla="*/ 109911 h 128573"/>
                  <a:gd name="csX8" fmla="*/ 64411 w 128409"/>
                  <a:gd name="csY8" fmla="*/ 12874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1" y="128740"/>
                    </a:moveTo>
                    <a:cubicBezTo>
                      <a:pt x="81438" y="128740"/>
                      <a:pt x="97770" y="121966"/>
                      <a:pt x="109810" y="109911"/>
                    </a:cubicBezTo>
                    <a:cubicBezTo>
                      <a:pt x="121851" y="97855"/>
                      <a:pt x="128616" y="81502"/>
                      <a:pt x="128616" y="64453"/>
                    </a:cubicBezTo>
                    <a:cubicBezTo>
                      <a:pt x="128616" y="47404"/>
                      <a:pt x="121851" y="31051"/>
                      <a:pt x="109810" y="18996"/>
                    </a:cubicBezTo>
                    <a:cubicBezTo>
                      <a:pt x="97770" y="6940"/>
                      <a:pt x="81438" y="166"/>
                      <a:pt x="64411" y="166"/>
                    </a:cubicBezTo>
                    <a:cubicBezTo>
                      <a:pt x="47384" y="166"/>
                      <a:pt x="31051" y="6940"/>
                      <a:pt x="19011" y="18996"/>
                    </a:cubicBezTo>
                    <a:cubicBezTo>
                      <a:pt x="6971" y="31051"/>
                      <a:pt x="206" y="47404"/>
                      <a:pt x="206" y="64453"/>
                    </a:cubicBezTo>
                    <a:cubicBezTo>
                      <a:pt x="206" y="81502"/>
                      <a:pt x="6971" y="97855"/>
                      <a:pt x="19011" y="109911"/>
                    </a:cubicBezTo>
                    <a:cubicBezTo>
                      <a:pt x="31051" y="121966"/>
                      <a:pt x="47384" y="128740"/>
                      <a:pt x="64411" y="128740"/>
                    </a:cubicBezTo>
                    <a:close/>
                  </a:path>
                </a:pathLst>
              </a:custGeom>
              <a:solidFill>
                <a:srgbClr val="7AD15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17" name="任意多边形: 形状 1416"/>
              <p:cNvSpPr/>
              <p:nvPr/>
            </p:nvSpPr>
            <p:spPr>
              <a:xfrm>
                <a:off x="17880649" y="7898904"/>
                <a:ext cx="223200" cy="223200"/>
              </a:xfrm>
              <a:custGeom>
                <a:avLst/>
                <a:gdLst>
                  <a:gd name="csX0" fmla="*/ 64408 w 128409"/>
                  <a:gd name="csY0" fmla="*/ 128761 h 128573"/>
                  <a:gd name="csX1" fmla="*/ 109808 w 128409"/>
                  <a:gd name="csY1" fmla="*/ 109932 h 128573"/>
                  <a:gd name="csX2" fmla="*/ 128613 w 128409"/>
                  <a:gd name="csY2" fmla="*/ 64475 h 128573"/>
                  <a:gd name="csX3" fmla="*/ 109808 w 128409"/>
                  <a:gd name="csY3" fmla="*/ 19017 h 128573"/>
                  <a:gd name="csX4" fmla="*/ 64408 w 128409"/>
                  <a:gd name="csY4" fmla="*/ 188 h 128573"/>
                  <a:gd name="csX5" fmla="*/ 19009 w 128409"/>
                  <a:gd name="csY5" fmla="*/ 19017 h 128573"/>
                  <a:gd name="csX6" fmla="*/ 204 w 128409"/>
                  <a:gd name="csY6" fmla="*/ 64475 h 128573"/>
                  <a:gd name="csX7" fmla="*/ 19009 w 128409"/>
                  <a:gd name="csY7" fmla="*/ 109932 h 128573"/>
                  <a:gd name="csX8" fmla="*/ 64408 w 128409"/>
                  <a:gd name="csY8" fmla="*/ 12876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8" y="128761"/>
                    </a:moveTo>
                    <a:cubicBezTo>
                      <a:pt x="81436" y="128761"/>
                      <a:pt x="97768" y="121988"/>
                      <a:pt x="109808" y="109932"/>
                    </a:cubicBezTo>
                    <a:cubicBezTo>
                      <a:pt x="121848" y="97877"/>
                      <a:pt x="128613" y="81524"/>
                      <a:pt x="128613" y="64475"/>
                    </a:cubicBezTo>
                    <a:cubicBezTo>
                      <a:pt x="128613" y="47426"/>
                      <a:pt x="121848" y="31073"/>
                      <a:pt x="109808" y="19017"/>
                    </a:cubicBezTo>
                    <a:cubicBezTo>
                      <a:pt x="97768" y="6962"/>
                      <a:pt x="81436" y="188"/>
                      <a:pt x="64408" y="188"/>
                    </a:cubicBezTo>
                    <a:cubicBezTo>
                      <a:pt x="47381" y="188"/>
                      <a:pt x="31049" y="6962"/>
                      <a:pt x="19009" y="19017"/>
                    </a:cubicBezTo>
                    <a:cubicBezTo>
                      <a:pt x="6969" y="31073"/>
                      <a:pt x="204" y="47426"/>
                      <a:pt x="204" y="64475"/>
                    </a:cubicBezTo>
                    <a:cubicBezTo>
                      <a:pt x="204" y="81524"/>
                      <a:pt x="6969" y="97877"/>
                      <a:pt x="19009" y="109932"/>
                    </a:cubicBezTo>
                    <a:cubicBezTo>
                      <a:pt x="31049" y="121988"/>
                      <a:pt x="47381" y="128761"/>
                      <a:pt x="64408" y="128761"/>
                    </a:cubicBezTo>
                    <a:close/>
                  </a:path>
                </a:pathLst>
              </a:custGeom>
              <a:solidFill>
                <a:srgbClr val="27AD8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18" name="任意多边形: 形状 1417"/>
              <p:cNvSpPr/>
              <p:nvPr/>
            </p:nvSpPr>
            <p:spPr>
              <a:xfrm>
                <a:off x="17813967" y="7759287"/>
                <a:ext cx="223200" cy="223200"/>
              </a:xfrm>
              <a:custGeom>
                <a:avLst/>
                <a:gdLst>
                  <a:gd name="csX0" fmla="*/ 64406 w 128409"/>
                  <a:gd name="csY0" fmla="*/ 128757 h 128573"/>
                  <a:gd name="csX1" fmla="*/ 109806 w 128409"/>
                  <a:gd name="csY1" fmla="*/ 109928 h 128573"/>
                  <a:gd name="csX2" fmla="*/ 128611 w 128409"/>
                  <a:gd name="csY2" fmla="*/ 64470 h 128573"/>
                  <a:gd name="csX3" fmla="*/ 109806 w 128409"/>
                  <a:gd name="csY3" fmla="*/ 19012 h 128573"/>
                  <a:gd name="csX4" fmla="*/ 64406 w 128409"/>
                  <a:gd name="csY4" fmla="*/ 183 h 128573"/>
                  <a:gd name="csX5" fmla="*/ 19007 w 128409"/>
                  <a:gd name="csY5" fmla="*/ 19012 h 128573"/>
                  <a:gd name="csX6" fmla="*/ 202 w 128409"/>
                  <a:gd name="csY6" fmla="*/ 64470 h 128573"/>
                  <a:gd name="csX7" fmla="*/ 19007 w 128409"/>
                  <a:gd name="csY7" fmla="*/ 109928 h 128573"/>
                  <a:gd name="csX8" fmla="*/ 64406 w 128409"/>
                  <a:gd name="csY8" fmla="*/ 12875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6" y="128757"/>
                    </a:moveTo>
                    <a:cubicBezTo>
                      <a:pt x="81434" y="128757"/>
                      <a:pt x="97766" y="121983"/>
                      <a:pt x="109806" y="109928"/>
                    </a:cubicBezTo>
                    <a:cubicBezTo>
                      <a:pt x="121846" y="97872"/>
                      <a:pt x="128611" y="81519"/>
                      <a:pt x="128611" y="64470"/>
                    </a:cubicBezTo>
                    <a:cubicBezTo>
                      <a:pt x="128611" y="47421"/>
                      <a:pt x="121846" y="31068"/>
                      <a:pt x="109806" y="19012"/>
                    </a:cubicBezTo>
                    <a:cubicBezTo>
                      <a:pt x="97766" y="6957"/>
                      <a:pt x="81434" y="183"/>
                      <a:pt x="64406" y="183"/>
                    </a:cubicBezTo>
                    <a:cubicBezTo>
                      <a:pt x="47379" y="183"/>
                      <a:pt x="31047" y="6957"/>
                      <a:pt x="19007" y="19012"/>
                    </a:cubicBezTo>
                    <a:cubicBezTo>
                      <a:pt x="6967" y="31068"/>
                      <a:pt x="202" y="47421"/>
                      <a:pt x="202" y="64470"/>
                    </a:cubicBezTo>
                    <a:cubicBezTo>
                      <a:pt x="202" y="81519"/>
                      <a:pt x="6967" y="97872"/>
                      <a:pt x="19007" y="109928"/>
                    </a:cubicBezTo>
                    <a:cubicBezTo>
                      <a:pt x="31047" y="121983"/>
                      <a:pt x="47379" y="128757"/>
                      <a:pt x="64406" y="128757"/>
                    </a:cubicBezTo>
                    <a:close/>
                  </a:path>
                </a:pathLst>
              </a:custGeom>
              <a:solidFill>
                <a:srgbClr val="20A38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19" name="任意多边形: 形状 1418"/>
              <p:cNvSpPr/>
              <p:nvPr/>
            </p:nvSpPr>
            <p:spPr>
              <a:xfrm>
                <a:off x="17554108" y="7619935"/>
                <a:ext cx="223200" cy="223200"/>
              </a:xfrm>
              <a:custGeom>
                <a:avLst/>
                <a:gdLst>
                  <a:gd name="csX0" fmla="*/ 64398 w 128409"/>
                  <a:gd name="csY0" fmla="*/ 128752 h 128573"/>
                  <a:gd name="csX1" fmla="*/ 109797 w 128409"/>
                  <a:gd name="csY1" fmla="*/ 109923 h 128573"/>
                  <a:gd name="csX2" fmla="*/ 128602 w 128409"/>
                  <a:gd name="csY2" fmla="*/ 64465 h 128573"/>
                  <a:gd name="csX3" fmla="*/ 109797 w 128409"/>
                  <a:gd name="csY3" fmla="*/ 19008 h 128573"/>
                  <a:gd name="csX4" fmla="*/ 64398 w 128409"/>
                  <a:gd name="csY4" fmla="*/ 179 h 128573"/>
                  <a:gd name="csX5" fmla="*/ 18998 w 128409"/>
                  <a:gd name="csY5" fmla="*/ 19008 h 128573"/>
                  <a:gd name="csX6" fmla="*/ 193 w 128409"/>
                  <a:gd name="csY6" fmla="*/ 64465 h 128573"/>
                  <a:gd name="csX7" fmla="*/ 18998 w 128409"/>
                  <a:gd name="csY7" fmla="*/ 109923 h 128573"/>
                  <a:gd name="csX8" fmla="*/ 64398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8" y="128752"/>
                    </a:moveTo>
                    <a:cubicBezTo>
                      <a:pt x="81425" y="128752"/>
                      <a:pt x="97757" y="121978"/>
                      <a:pt x="109797" y="109923"/>
                    </a:cubicBezTo>
                    <a:cubicBezTo>
                      <a:pt x="121837" y="97867"/>
                      <a:pt x="128602" y="81514"/>
                      <a:pt x="128602" y="64465"/>
                    </a:cubicBezTo>
                    <a:cubicBezTo>
                      <a:pt x="128602" y="47416"/>
                      <a:pt x="121837" y="31063"/>
                      <a:pt x="109797" y="19008"/>
                    </a:cubicBezTo>
                    <a:cubicBezTo>
                      <a:pt x="97757" y="6952"/>
                      <a:pt x="81425" y="179"/>
                      <a:pt x="64398" y="179"/>
                    </a:cubicBezTo>
                    <a:cubicBezTo>
                      <a:pt x="47370" y="179"/>
                      <a:pt x="31038" y="6952"/>
                      <a:pt x="18998" y="19008"/>
                    </a:cubicBezTo>
                    <a:cubicBezTo>
                      <a:pt x="6958" y="31063"/>
                      <a:pt x="193" y="47416"/>
                      <a:pt x="193" y="64465"/>
                    </a:cubicBezTo>
                    <a:cubicBezTo>
                      <a:pt x="193" y="81514"/>
                      <a:pt x="6958" y="97867"/>
                      <a:pt x="18998" y="109923"/>
                    </a:cubicBezTo>
                    <a:cubicBezTo>
                      <a:pt x="31038" y="121978"/>
                      <a:pt x="47370" y="128752"/>
                      <a:pt x="64398" y="128752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0" name="任意多边形: 形状 1419"/>
              <p:cNvSpPr/>
              <p:nvPr/>
            </p:nvSpPr>
            <p:spPr>
              <a:xfrm>
                <a:off x="17821549" y="7528175"/>
                <a:ext cx="223200" cy="223200"/>
              </a:xfrm>
              <a:custGeom>
                <a:avLst/>
                <a:gdLst>
                  <a:gd name="csX0" fmla="*/ 64406 w 128409"/>
                  <a:gd name="csY0" fmla="*/ 128749 h 128573"/>
                  <a:gd name="csX1" fmla="*/ 109806 w 128409"/>
                  <a:gd name="csY1" fmla="*/ 109920 h 128573"/>
                  <a:gd name="csX2" fmla="*/ 128611 w 128409"/>
                  <a:gd name="csY2" fmla="*/ 64462 h 128573"/>
                  <a:gd name="csX3" fmla="*/ 109806 w 128409"/>
                  <a:gd name="csY3" fmla="*/ 19005 h 128573"/>
                  <a:gd name="csX4" fmla="*/ 64406 w 128409"/>
                  <a:gd name="csY4" fmla="*/ 176 h 128573"/>
                  <a:gd name="csX5" fmla="*/ 19007 w 128409"/>
                  <a:gd name="csY5" fmla="*/ 19005 h 128573"/>
                  <a:gd name="csX6" fmla="*/ 202 w 128409"/>
                  <a:gd name="csY6" fmla="*/ 64462 h 128573"/>
                  <a:gd name="csX7" fmla="*/ 19007 w 128409"/>
                  <a:gd name="csY7" fmla="*/ 109920 h 128573"/>
                  <a:gd name="csX8" fmla="*/ 64406 w 128409"/>
                  <a:gd name="csY8" fmla="*/ 12874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6" y="128749"/>
                    </a:moveTo>
                    <a:cubicBezTo>
                      <a:pt x="81434" y="128749"/>
                      <a:pt x="97766" y="121975"/>
                      <a:pt x="109806" y="109920"/>
                    </a:cubicBezTo>
                    <a:cubicBezTo>
                      <a:pt x="121846" y="97864"/>
                      <a:pt x="128611" y="81511"/>
                      <a:pt x="128611" y="64462"/>
                    </a:cubicBezTo>
                    <a:cubicBezTo>
                      <a:pt x="128611" y="47413"/>
                      <a:pt x="121846" y="31060"/>
                      <a:pt x="109806" y="19005"/>
                    </a:cubicBezTo>
                    <a:cubicBezTo>
                      <a:pt x="97766" y="6949"/>
                      <a:pt x="81434" y="176"/>
                      <a:pt x="64406" y="176"/>
                    </a:cubicBezTo>
                    <a:cubicBezTo>
                      <a:pt x="47379" y="176"/>
                      <a:pt x="31047" y="6949"/>
                      <a:pt x="19007" y="19005"/>
                    </a:cubicBezTo>
                    <a:cubicBezTo>
                      <a:pt x="6967" y="31060"/>
                      <a:pt x="202" y="47413"/>
                      <a:pt x="202" y="64462"/>
                    </a:cubicBezTo>
                    <a:cubicBezTo>
                      <a:pt x="202" y="81511"/>
                      <a:pt x="6967" y="97864"/>
                      <a:pt x="19007" y="109920"/>
                    </a:cubicBezTo>
                    <a:cubicBezTo>
                      <a:pt x="31047" y="121975"/>
                      <a:pt x="47379" y="128749"/>
                      <a:pt x="64406" y="128749"/>
                    </a:cubicBezTo>
                    <a:close/>
                  </a:path>
                </a:pathLst>
              </a:custGeom>
              <a:solidFill>
                <a:srgbClr val="1E9B8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1" name="任意多边形: 形状 1420"/>
              <p:cNvSpPr/>
              <p:nvPr/>
            </p:nvSpPr>
            <p:spPr>
              <a:xfrm>
                <a:off x="18492310" y="7685244"/>
                <a:ext cx="223200" cy="223200"/>
              </a:xfrm>
              <a:custGeom>
                <a:avLst/>
                <a:gdLst>
                  <a:gd name="csX0" fmla="*/ 64429 w 128409"/>
                  <a:gd name="csY0" fmla="*/ 128754 h 128573"/>
                  <a:gd name="csX1" fmla="*/ 109828 w 128409"/>
                  <a:gd name="csY1" fmla="*/ 109925 h 128573"/>
                  <a:gd name="csX2" fmla="*/ 128633 w 128409"/>
                  <a:gd name="csY2" fmla="*/ 64468 h 128573"/>
                  <a:gd name="csX3" fmla="*/ 109828 w 128409"/>
                  <a:gd name="csY3" fmla="*/ 19010 h 128573"/>
                  <a:gd name="csX4" fmla="*/ 64429 w 128409"/>
                  <a:gd name="csY4" fmla="*/ 181 h 128573"/>
                  <a:gd name="csX5" fmla="*/ 19029 w 128409"/>
                  <a:gd name="csY5" fmla="*/ 19010 h 128573"/>
                  <a:gd name="csX6" fmla="*/ 224 w 128409"/>
                  <a:gd name="csY6" fmla="*/ 64468 h 128573"/>
                  <a:gd name="csX7" fmla="*/ 19029 w 128409"/>
                  <a:gd name="csY7" fmla="*/ 109925 h 128573"/>
                  <a:gd name="csX8" fmla="*/ 64429 w 128409"/>
                  <a:gd name="csY8" fmla="*/ 12875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9" y="128754"/>
                    </a:moveTo>
                    <a:cubicBezTo>
                      <a:pt x="81456" y="128754"/>
                      <a:pt x="97788" y="121981"/>
                      <a:pt x="109828" y="109925"/>
                    </a:cubicBezTo>
                    <a:cubicBezTo>
                      <a:pt x="121868" y="97870"/>
                      <a:pt x="128633" y="81517"/>
                      <a:pt x="128633" y="64468"/>
                    </a:cubicBezTo>
                    <a:cubicBezTo>
                      <a:pt x="128633" y="47419"/>
                      <a:pt x="121868" y="31066"/>
                      <a:pt x="109828" y="19010"/>
                    </a:cubicBezTo>
                    <a:cubicBezTo>
                      <a:pt x="97788" y="6955"/>
                      <a:pt x="81456" y="181"/>
                      <a:pt x="64429" y="181"/>
                    </a:cubicBezTo>
                    <a:cubicBezTo>
                      <a:pt x="47401" y="181"/>
                      <a:pt x="31069" y="6955"/>
                      <a:pt x="19029" y="19010"/>
                    </a:cubicBezTo>
                    <a:cubicBezTo>
                      <a:pt x="6989" y="31066"/>
                      <a:pt x="224" y="47419"/>
                      <a:pt x="224" y="64468"/>
                    </a:cubicBezTo>
                    <a:cubicBezTo>
                      <a:pt x="224" y="81517"/>
                      <a:pt x="6989" y="97870"/>
                      <a:pt x="19029" y="109925"/>
                    </a:cubicBezTo>
                    <a:cubicBezTo>
                      <a:pt x="31069" y="121981"/>
                      <a:pt x="47401" y="128754"/>
                      <a:pt x="64429" y="128754"/>
                    </a:cubicBezTo>
                    <a:close/>
                  </a:path>
                </a:pathLst>
              </a:custGeom>
              <a:solidFill>
                <a:srgbClr val="6CCD5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2" name="任意多边形: 形状 1421"/>
              <p:cNvSpPr/>
              <p:nvPr/>
            </p:nvSpPr>
            <p:spPr>
              <a:xfrm>
                <a:off x="18000168" y="7382063"/>
                <a:ext cx="223200" cy="223200"/>
              </a:xfrm>
              <a:custGeom>
                <a:avLst/>
                <a:gdLst>
                  <a:gd name="csX0" fmla="*/ 64412 w 128409"/>
                  <a:gd name="csY0" fmla="*/ 128744 h 128573"/>
                  <a:gd name="csX1" fmla="*/ 109812 w 128409"/>
                  <a:gd name="csY1" fmla="*/ 109915 h 128573"/>
                  <a:gd name="csX2" fmla="*/ 128617 w 128409"/>
                  <a:gd name="csY2" fmla="*/ 64458 h 128573"/>
                  <a:gd name="csX3" fmla="*/ 109812 w 128409"/>
                  <a:gd name="csY3" fmla="*/ 19000 h 128573"/>
                  <a:gd name="csX4" fmla="*/ 64412 w 128409"/>
                  <a:gd name="csY4" fmla="*/ 171 h 128573"/>
                  <a:gd name="csX5" fmla="*/ 19013 w 128409"/>
                  <a:gd name="csY5" fmla="*/ 19000 h 128573"/>
                  <a:gd name="csX6" fmla="*/ 208 w 128409"/>
                  <a:gd name="csY6" fmla="*/ 64458 h 128573"/>
                  <a:gd name="csX7" fmla="*/ 19013 w 128409"/>
                  <a:gd name="csY7" fmla="*/ 109915 h 128573"/>
                  <a:gd name="csX8" fmla="*/ 64412 w 128409"/>
                  <a:gd name="csY8" fmla="*/ 12874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2" y="128744"/>
                    </a:moveTo>
                    <a:cubicBezTo>
                      <a:pt x="81440" y="128744"/>
                      <a:pt x="97772" y="121971"/>
                      <a:pt x="109812" y="109915"/>
                    </a:cubicBezTo>
                    <a:cubicBezTo>
                      <a:pt x="121852" y="97860"/>
                      <a:pt x="128617" y="81507"/>
                      <a:pt x="128617" y="64458"/>
                    </a:cubicBezTo>
                    <a:cubicBezTo>
                      <a:pt x="128617" y="47409"/>
                      <a:pt x="121852" y="31055"/>
                      <a:pt x="109812" y="19000"/>
                    </a:cubicBezTo>
                    <a:cubicBezTo>
                      <a:pt x="97772" y="6944"/>
                      <a:pt x="81440" y="171"/>
                      <a:pt x="64412" y="171"/>
                    </a:cubicBezTo>
                    <a:cubicBezTo>
                      <a:pt x="47385" y="171"/>
                      <a:pt x="31053" y="6944"/>
                      <a:pt x="19013" y="19000"/>
                    </a:cubicBezTo>
                    <a:cubicBezTo>
                      <a:pt x="6973" y="31055"/>
                      <a:pt x="208" y="47409"/>
                      <a:pt x="208" y="64458"/>
                    </a:cubicBezTo>
                    <a:cubicBezTo>
                      <a:pt x="208" y="81507"/>
                      <a:pt x="6973" y="97860"/>
                      <a:pt x="19013" y="109915"/>
                    </a:cubicBezTo>
                    <a:cubicBezTo>
                      <a:pt x="31053" y="121971"/>
                      <a:pt x="47385" y="128744"/>
                      <a:pt x="64412" y="128744"/>
                    </a:cubicBezTo>
                    <a:close/>
                  </a:path>
                </a:pathLst>
              </a:custGeom>
              <a:solidFill>
                <a:srgbClr val="25AC82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3" name="任意多边形: 形状 1422"/>
              <p:cNvSpPr/>
              <p:nvPr/>
            </p:nvSpPr>
            <p:spPr>
              <a:xfrm>
                <a:off x="17819465" y="6905030"/>
                <a:ext cx="223200" cy="223200"/>
              </a:xfrm>
              <a:custGeom>
                <a:avLst/>
                <a:gdLst>
                  <a:gd name="csX0" fmla="*/ 64406 w 128409"/>
                  <a:gd name="csY0" fmla="*/ 128728 h 128573"/>
                  <a:gd name="csX1" fmla="*/ 109806 w 128409"/>
                  <a:gd name="csY1" fmla="*/ 109899 h 128573"/>
                  <a:gd name="csX2" fmla="*/ 128611 w 128409"/>
                  <a:gd name="csY2" fmla="*/ 64442 h 128573"/>
                  <a:gd name="csX3" fmla="*/ 109806 w 128409"/>
                  <a:gd name="csY3" fmla="*/ 18984 h 128573"/>
                  <a:gd name="csX4" fmla="*/ 64406 w 128409"/>
                  <a:gd name="csY4" fmla="*/ 155 h 128573"/>
                  <a:gd name="csX5" fmla="*/ 19007 w 128409"/>
                  <a:gd name="csY5" fmla="*/ 18984 h 128573"/>
                  <a:gd name="csX6" fmla="*/ 202 w 128409"/>
                  <a:gd name="csY6" fmla="*/ 64442 h 128573"/>
                  <a:gd name="csX7" fmla="*/ 19007 w 128409"/>
                  <a:gd name="csY7" fmla="*/ 109899 h 128573"/>
                  <a:gd name="csX8" fmla="*/ 64406 w 128409"/>
                  <a:gd name="csY8" fmla="*/ 12872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6" y="128728"/>
                    </a:moveTo>
                    <a:cubicBezTo>
                      <a:pt x="81434" y="128728"/>
                      <a:pt x="97766" y="121955"/>
                      <a:pt x="109806" y="109899"/>
                    </a:cubicBezTo>
                    <a:cubicBezTo>
                      <a:pt x="121846" y="97844"/>
                      <a:pt x="128611" y="81491"/>
                      <a:pt x="128611" y="64442"/>
                    </a:cubicBezTo>
                    <a:cubicBezTo>
                      <a:pt x="128611" y="47393"/>
                      <a:pt x="121846" y="31040"/>
                      <a:pt x="109806" y="18984"/>
                    </a:cubicBezTo>
                    <a:cubicBezTo>
                      <a:pt x="97766" y="6929"/>
                      <a:pt x="81434" y="155"/>
                      <a:pt x="64406" y="155"/>
                    </a:cubicBezTo>
                    <a:cubicBezTo>
                      <a:pt x="47379" y="155"/>
                      <a:pt x="31047" y="6929"/>
                      <a:pt x="19007" y="18984"/>
                    </a:cubicBezTo>
                    <a:cubicBezTo>
                      <a:pt x="6967" y="31040"/>
                      <a:pt x="202" y="47393"/>
                      <a:pt x="202" y="64442"/>
                    </a:cubicBezTo>
                    <a:cubicBezTo>
                      <a:pt x="202" y="81491"/>
                      <a:pt x="6967" y="97844"/>
                      <a:pt x="19007" y="109899"/>
                    </a:cubicBezTo>
                    <a:cubicBezTo>
                      <a:pt x="31047" y="121955"/>
                      <a:pt x="47379" y="128728"/>
                      <a:pt x="64406" y="128728"/>
                    </a:cubicBezTo>
                    <a:close/>
                  </a:path>
                </a:pathLst>
              </a:custGeom>
              <a:solidFill>
                <a:srgbClr val="DAE31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4" name="任意多边形: 形状 1423"/>
              <p:cNvSpPr/>
              <p:nvPr/>
            </p:nvSpPr>
            <p:spPr>
              <a:xfrm>
                <a:off x="17866157" y="7156696"/>
                <a:ext cx="223200" cy="223200"/>
              </a:xfrm>
              <a:custGeom>
                <a:avLst/>
                <a:gdLst>
                  <a:gd name="csX0" fmla="*/ 64408 w 128409"/>
                  <a:gd name="csY0" fmla="*/ 128737 h 128573"/>
                  <a:gd name="csX1" fmla="*/ 109808 w 128409"/>
                  <a:gd name="csY1" fmla="*/ 109908 h 128573"/>
                  <a:gd name="csX2" fmla="*/ 128613 w 128409"/>
                  <a:gd name="csY2" fmla="*/ 64450 h 128573"/>
                  <a:gd name="csX3" fmla="*/ 109808 w 128409"/>
                  <a:gd name="csY3" fmla="*/ 18993 h 128573"/>
                  <a:gd name="csX4" fmla="*/ 64408 w 128409"/>
                  <a:gd name="csY4" fmla="*/ 163 h 128573"/>
                  <a:gd name="csX5" fmla="*/ 19008 w 128409"/>
                  <a:gd name="csY5" fmla="*/ 18993 h 128573"/>
                  <a:gd name="csX6" fmla="*/ 203 w 128409"/>
                  <a:gd name="csY6" fmla="*/ 64450 h 128573"/>
                  <a:gd name="csX7" fmla="*/ 19008 w 128409"/>
                  <a:gd name="csY7" fmla="*/ 109908 h 128573"/>
                  <a:gd name="csX8" fmla="*/ 64408 w 128409"/>
                  <a:gd name="csY8" fmla="*/ 12873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8" y="128737"/>
                    </a:moveTo>
                    <a:cubicBezTo>
                      <a:pt x="81435" y="128737"/>
                      <a:pt x="97767" y="121963"/>
                      <a:pt x="109808" y="109908"/>
                    </a:cubicBezTo>
                    <a:cubicBezTo>
                      <a:pt x="121848" y="97852"/>
                      <a:pt x="128613" y="81499"/>
                      <a:pt x="128613" y="64450"/>
                    </a:cubicBezTo>
                    <a:cubicBezTo>
                      <a:pt x="128613" y="47401"/>
                      <a:pt x="121848" y="31048"/>
                      <a:pt x="109808" y="18993"/>
                    </a:cubicBezTo>
                    <a:cubicBezTo>
                      <a:pt x="97767" y="6937"/>
                      <a:pt x="81435" y="163"/>
                      <a:pt x="64408" y="163"/>
                    </a:cubicBezTo>
                    <a:cubicBezTo>
                      <a:pt x="47381" y="163"/>
                      <a:pt x="31048" y="6937"/>
                      <a:pt x="19008" y="18993"/>
                    </a:cubicBezTo>
                    <a:cubicBezTo>
                      <a:pt x="6968" y="31048"/>
                      <a:pt x="203" y="47401"/>
                      <a:pt x="203" y="64450"/>
                    </a:cubicBezTo>
                    <a:cubicBezTo>
                      <a:pt x="203" y="81499"/>
                      <a:pt x="6968" y="97852"/>
                      <a:pt x="19008" y="109908"/>
                    </a:cubicBezTo>
                    <a:cubicBezTo>
                      <a:pt x="31048" y="121963"/>
                      <a:pt x="47381" y="128737"/>
                      <a:pt x="64408" y="128737"/>
                    </a:cubicBezTo>
                    <a:close/>
                  </a:path>
                </a:pathLst>
              </a:custGeom>
              <a:solidFill>
                <a:srgbClr val="48C16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5" name="任意多边形: 形状 1424"/>
              <p:cNvSpPr/>
              <p:nvPr/>
            </p:nvSpPr>
            <p:spPr>
              <a:xfrm>
                <a:off x="17593502" y="8034290"/>
                <a:ext cx="223200" cy="223200"/>
              </a:xfrm>
              <a:custGeom>
                <a:avLst/>
                <a:gdLst>
                  <a:gd name="csX0" fmla="*/ 64399 w 128409"/>
                  <a:gd name="csY0" fmla="*/ 128766 h 128573"/>
                  <a:gd name="csX1" fmla="*/ 109798 w 128409"/>
                  <a:gd name="csY1" fmla="*/ 109937 h 128573"/>
                  <a:gd name="csX2" fmla="*/ 128604 w 128409"/>
                  <a:gd name="csY2" fmla="*/ 64479 h 128573"/>
                  <a:gd name="csX3" fmla="*/ 109798 w 128409"/>
                  <a:gd name="csY3" fmla="*/ 19022 h 128573"/>
                  <a:gd name="csX4" fmla="*/ 64399 w 128409"/>
                  <a:gd name="csY4" fmla="*/ 192 h 128573"/>
                  <a:gd name="csX5" fmla="*/ 18999 w 128409"/>
                  <a:gd name="csY5" fmla="*/ 19022 h 128573"/>
                  <a:gd name="csX6" fmla="*/ 194 w 128409"/>
                  <a:gd name="csY6" fmla="*/ 64479 h 128573"/>
                  <a:gd name="csX7" fmla="*/ 18999 w 128409"/>
                  <a:gd name="csY7" fmla="*/ 109937 h 128573"/>
                  <a:gd name="csX8" fmla="*/ 64399 w 128409"/>
                  <a:gd name="csY8" fmla="*/ 12876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9" y="128766"/>
                    </a:moveTo>
                    <a:cubicBezTo>
                      <a:pt x="81426" y="128766"/>
                      <a:pt x="97758" y="121992"/>
                      <a:pt x="109798" y="109937"/>
                    </a:cubicBezTo>
                    <a:cubicBezTo>
                      <a:pt x="121839" y="97881"/>
                      <a:pt x="128604" y="81528"/>
                      <a:pt x="128604" y="64479"/>
                    </a:cubicBezTo>
                    <a:cubicBezTo>
                      <a:pt x="128604" y="47430"/>
                      <a:pt x="121839" y="31077"/>
                      <a:pt x="109798" y="19022"/>
                    </a:cubicBezTo>
                    <a:cubicBezTo>
                      <a:pt x="97758" y="6966"/>
                      <a:pt x="81426" y="192"/>
                      <a:pt x="64399" y="192"/>
                    </a:cubicBezTo>
                    <a:cubicBezTo>
                      <a:pt x="47372" y="192"/>
                      <a:pt x="31039" y="6966"/>
                      <a:pt x="18999" y="19022"/>
                    </a:cubicBezTo>
                    <a:cubicBezTo>
                      <a:pt x="6959" y="31077"/>
                      <a:pt x="194" y="47430"/>
                      <a:pt x="194" y="64479"/>
                    </a:cubicBezTo>
                    <a:cubicBezTo>
                      <a:pt x="194" y="81528"/>
                      <a:pt x="6959" y="97881"/>
                      <a:pt x="18999" y="109937"/>
                    </a:cubicBezTo>
                    <a:cubicBezTo>
                      <a:pt x="31039" y="121992"/>
                      <a:pt x="47372" y="128766"/>
                      <a:pt x="64399" y="128766"/>
                    </a:cubicBezTo>
                    <a:close/>
                  </a:path>
                </a:pathLst>
              </a:custGeom>
              <a:solidFill>
                <a:srgbClr val="2190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6" name="任意多边形: 形状 1425"/>
              <p:cNvSpPr/>
              <p:nvPr/>
            </p:nvSpPr>
            <p:spPr>
              <a:xfrm>
                <a:off x="17641372" y="7792965"/>
                <a:ext cx="223200" cy="223200"/>
              </a:xfrm>
              <a:custGeom>
                <a:avLst/>
                <a:gdLst>
                  <a:gd name="csX0" fmla="*/ 64401 w 128409"/>
                  <a:gd name="csY0" fmla="*/ 128758 h 128573"/>
                  <a:gd name="csX1" fmla="*/ 109800 w 128409"/>
                  <a:gd name="csY1" fmla="*/ 109929 h 128573"/>
                  <a:gd name="csX2" fmla="*/ 128605 w 128409"/>
                  <a:gd name="csY2" fmla="*/ 64471 h 128573"/>
                  <a:gd name="csX3" fmla="*/ 109800 w 128409"/>
                  <a:gd name="csY3" fmla="*/ 19014 h 128573"/>
                  <a:gd name="csX4" fmla="*/ 64401 w 128409"/>
                  <a:gd name="csY4" fmla="*/ 184 h 128573"/>
                  <a:gd name="csX5" fmla="*/ 19001 w 128409"/>
                  <a:gd name="csY5" fmla="*/ 19014 h 128573"/>
                  <a:gd name="csX6" fmla="*/ 196 w 128409"/>
                  <a:gd name="csY6" fmla="*/ 64471 h 128573"/>
                  <a:gd name="csX7" fmla="*/ 19001 w 128409"/>
                  <a:gd name="csY7" fmla="*/ 109929 h 128573"/>
                  <a:gd name="csX8" fmla="*/ 64401 w 128409"/>
                  <a:gd name="csY8" fmla="*/ 12875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1" y="128758"/>
                    </a:moveTo>
                    <a:cubicBezTo>
                      <a:pt x="81428" y="128758"/>
                      <a:pt x="97760" y="121984"/>
                      <a:pt x="109800" y="109929"/>
                    </a:cubicBezTo>
                    <a:cubicBezTo>
                      <a:pt x="121840" y="97873"/>
                      <a:pt x="128605" y="81520"/>
                      <a:pt x="128605" y="64471"/>
                    </a:cubicBezTo>
                    <a:cubicBezTo>
                      <a:pt x="128605" y="47422"/>
                      <a:pt x="121840" y="31069"/>
                      <a:pt x="109800" y="19014"/>
                    </a:cubicBezTo>
                    <a:cubicBezTo>
                      <a:pt x="97760" y="6958"/>
                      <a:pt x="81428" y="184"/>
                      <a:pt x="64401" y="184"/>
                    </a:cubicBezTo>
                    <a:cubicBezTo>
                      <a:pt x="47373" y="184"/>
                      <a:pt x="31041" y="6958"/>
                      <a:pt x="19001" y="19014"/>
                    </a:cubicBezTo>
                    <a:cubicBezTo>
                      <a:pt x="6961" y="31069"/>
                      <a:pt x="196" y="47422"/>
                      <a:pt x="196" y="64471"/>
                    </a:cubicBezTo>
                    <a:cubicBezTo>
                      <a:pt x="196" y="81520"/>
                      <a:pt x="6961" y="97873"/>
                      <a:pt x="19001" y="109929"/>
                    </a:cubicBezTo>
                    <a:cubicBezTo>
                      <a:pt x="31041" y="121984"/>
                      <a:pt x="47373" y="128758"/>
                      <a:pt x="64401" y="128758"/>
                    </a:cubicBezTo>
                    <a:close/>
                  </a:path>
                </a:pathLst>
              </a:custGeom>
              <a:solidFill>
                <a:srgbClr val="2979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7" name="任意多边形: 形状 1426"/>
              <p:cNvSpPr/>
              <p:nvPr/>
            </p:nvSpPr>
            <p:spPr>
              <a:xfrm>
                <a:off x="18457288" y="7268766"/>
                <a:ext cx="223200" cy="223200"/>
              </a:xfrm>
              <a:custGeom>
                <a:avLst/>
                <a:gdLst>
                  <a:gd name="csX0" fmla="*/ 64428 w 128409"/>
                  <a:gd name="csY0" fmla="*/ 128741 h 128573"/>
                  <a:gd name="csX1" fmla="*/ 109827 w 128409"/>
                  <a:gd name="csY1" fmla="*/ 109911 h 128573"/>
                  <a:gd name="csX2" fmla="*/ 128632 w 128409"/>
                  <a:gd name="csY2" fmla="*/ 64454 h 128573"/>
                  <a:gd name="csX3" fmla="*/ 109827 w 128409"/>
                  <a:gd name="csY3" fmla="*/ 18996 h 128573"/>
                  <a:gd name="csX4" fmla="*/ 64428 w 128409"/>
                  <a:gd name="csY4" fmla="*/ 167 h 128573"/>
                  <a:gd name="csX5" fmla="*/ 19028 w 128409"/>
                  <a:gd name="csY5" fmla="*/ 18996 h 128573"/>
                  <a:gd name="csX6" fmla="*/ 223 w 128409"/>
                  <a:gd name="csY6" fmla="*/ 64454 h 128573"/>
                  <a:gd name="csX7" fmla="*/ 19028 w 128409"/>
                  <a:gd name="csY7" fmla="*/ 109911 h 128573"/>
                  <a:gd name="csX8" fmla="*/ 64428 w 128409"/>
                  <a:gd name="csY8" fmla="*/ 12874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8" y="128741"/>
                    </a:moveTo>
                    <a:cubicBezTo>
                      <a:pt x="81455" y="128741"/>
                      <a:pt x="97787" y="121967"/>
                      <a:pt x="109827" y="109911"/>
                    </a:cubicBezTo>
                    <a:cubicBezTo>
                      <a:pt x="121867" y="97856"/>
                      <a:pt x="128632" y="81503"/>
                      <a:pt x="128632" y="64454"/>
                    </a:cubicBezTo>
                    <a:cubicBezTo>
                      <a:pt x="128632" y="47405"/>
                      <a:pt x="121867" y="31052"/>
                      <a:pt x="109827" y="18996"/>
                    </a:cubicBezTo>
                    <a:cubicBezTo>
                      <a:pt x="97787" y="6941"/>
                      <a:pt x="81455" y="167"/>
                      <a:pt x="64428" y="167"/>
                    </a:cubicBezTo>
                    <a:cubicBezTo>
                      <a:pt x="47400" y="167"/>
                      <a:pt x="31068" y="6941"/>
                      <a:pt x="19028" y="18996"/>
                    </a:cubicBezTo>
                    <a:cubicBezTo>
                      <a:pt x="6988" y="31052"/>
                      <a:pt x="223" y="47405"/>
                      <a:pt x="223" y="64454"/>
                    </a:cubicBezTo>
                    <a:cubicBezTo>
                      <a:pt x="223" y="81503"/>
                      <a:pt x="6988" y="97856"/>
                      <a:pt x="19028" y="109911"/>
                    </a:cubicBezTo>
                    <a:cubicBezTo>
                      <a:pt x="31068" y="121967"/>
                      <a:pt x="47400" y="128741"/>
                      <a:pt x="64428" y="128741"/>
                    </a:cubicBezTo>
                    <a:close/>
                  </a:path>
                </a:pathLst>
              </a:custGeom>
              <a:solidFill>
                <a:srgbClr val="7FD34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8" name="任意多边形: 形状 1427"/>
              <p:cNvSpPr/>
              <p:nvPr/>
            </p:nvSpPr>
            <p:spPr>
              <a:xfrm>
                <a:off x="17141781" y="7431123"/>
                <a:ext cx="223200" cy="223200"/>
              </a:xfrm>
              <a:custGeom>
                <a:avLst/>
                <a:gdLst>
                  <a:gd name="csX0" fmla="*/ 64384 w 128409"/>
                  <a:gd name="csY0" fmla="*/ 128746 h 128573"/>
                  <a:gd name="csX1" fmla="*/ 109784 w 128409"/>
                  <a:gd name="csY1" fmla="*/ 109917 h 128573"/>
                  <a:gd name="csX2" fmla="*/ 128589 w 128409"/>
                  <a:gd name="csY2" fmla="*/ 64459 h 128573"/>
                  <a:gd name="csX3" fmla="*/ 109784 w 128409"/>
                  <a:gd name="csY3" fmla="*/ 19002 h 128573"/>
                  <a:gd name="csX4" fmla="*/ 64384 w 128409"/>
                  <a:gd name="csY4" fmla="*/ 172 h 128573"/>
                  <a:gd name="csX5" fmla="*/ 18984 w 128409"/>
                  <a:gd name="csY5" fmla="*/ 19002 h 128573"/>
                  <a:gd name="csX6" fmla="*/ 179 w 128409"/>
                  <a:gd name="csY6" fmla="*/ 64459 h 128573"/>
                  <a:gd name="csX7" fmla="*/ 18984 w 128409"/>
                  <a:gd name="csY7" fmla="*/ 109917 h 128573"/>
                  <a:gd name="csX8" fmla="*/ 64384 w 128409"/>
                  <a:gd name="csY8" fmla="*/ 12874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4" y="128746"/>
                    </a:moveTo>
                    <a:cubicBezTo>
                      <a:pt x="81411" y="128746"/>
                      <a:pt x="97743" y="121972"/>
                      <a:pt x="109784" y="109917"/>
                    </a:cubicBezTo>
                    <a:cubicBezTo>
                      <a:pt x="121824" y="97861"/>
                      <a:pt x="128589" y="81508"/>
                      <a:pt x="128589" y="64459"/>
                    </a:cubicBezTo>
                    <a:cubicBezTo>
                      <a:pt x="128589" y="47410"/>
                      <a:pt x="121824" y="31057"/>
                      <a:pt x="109784" y="19002"/>
                    </a:cubicBezTo>
                    <a:cubicBezTo>
                      <a:pt x="97743" y="6946"/>
                      <a:pt x="81411" y="172"/>
                      <a:pt x="64384" y="172"/>
                    </a:cubicBezTo>
                    <a:cubicBezTo>
                      <a:pt x="47357" y="172"/>
                      <a:pt x="31025" y="6946"/>
                      <a:pt x="18984" y="19002"/>
                    </a:cubicBezTo>
                    <a:cubicBezTo>
                      <a:pt x="6944" y="31057"/>
                      <a:pt x="179" y="47410"/>
                      <a:pt x="179" y="64459"/>
                    </a:cubicBezTo>
                    <a:cubicBezTo>
                      <a:pt x="179" y="81508"/>
                      <a:pt x="6944" y="97861"/>
                      <a:pt x="18984" y="109917"/>
                    </a:cubicBezTo>
                    <a:cubicBezTo>
                      <a:pt x="31025" y="121972"/>
                      <a:pt x="47357" y="128746"/>
                      <a:pt x="64384" y="128746"/>
                    </a:cubicBezTo>
                    <a:close/>
                  </a:path>
                </a:pathLst>
              </a:custGeom>
              <a:solidFill>
                <a:srgbClr val="28AE8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29" name="任意多边形: 形状 1428"/>
              <p:cNvSpPr/>
              <p:nvPr/>
            </p:nvSpPr>
            <p:spPr>
              <a:xfrm>
                <a:off x="17714187" y="8643042"/>
                <a:ext cx="223200" cy="223200"/>
              </a:xfrm>
              <a:custGeom>
                <a:avLst/>
                <a:gdLst>
                  <a:gd name="csX0" fmla="*/ 64403 w 128409"/>
                  <a:gd name="csY0" fmla="*/ 128786 h 128573"/>
                  <a:gd name="csX1" fmla="*/ 109802 w 128409"/>
                  <a:gd name="csY1" fmla="*/ 109957 h 128573"/>
                  <a:gd name="csX2" fmla="*/ 128608 w 128409"/>
                  <a:gd name="csY2" fmla="*/ 64499 h 128573"/>
                  <a:gd name="csX3" fmla="*/ 109802 w 128409"/>
                  <a:gd name="csY3" fmla="*/ 19042 h 128573"/>
                  <a:gd name="csX4" fmla="*/ 64403 w 128409"/>
                  <a:gd name="csY4" fmla="*/ 213 h 128573"/>
                  <a:gd name="csX5" fmla="*/ 19003 w 128409"/>
                  <a:gd name="csY5" fmla="*/ 19042 h 128573"/>
                  <a:gd name="csX6" fmla="*/ 198 w 128409"/>
                  <a:gd name="csY6" fmla="*/ 64499 h 128573"/>
                  <a:gd name="csX7" fmla="*/ 19003 w 128409"/>
                  <a:gd name="csY7" fmla="*/ 109957 h 128573"/>
                  <a:gd name="csX8" fmla="*/ 64403 w 128409"/>
                  <a:gd name="csY8" fmla="*/ 12878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3" y="128786"/>
                    </a:moveTo>
                    <a:cubicBezTo>
                      <a:pt x="81430" y="128786"/>
                      <a:pt x="97762" y="122012"/>
                      <a:pt x="109802" y="109957"/>
                    </a:cubicBezTo>
                    <a:cubicBezTo>
                      <a:pt x="121843" y="97901"/>
                      <a:pt x="128608" y="81548"/>
                      <a:pt x="128608" y="64499"/>
                    </a:cubicBezTo>
                    <a:cubicBezTo>
                      <a:pt x="128608" y="47450"/>
                      <a:pt x="121843" y="31097"/>
                      <a:pt x="109802" y="19042"/>
                    </a:cubicBezTo>
                    <a:cubicBezTo>
                      <a:pt x="97762" y="6986"/>
                      <a:pt x="81430" y="213"/>
                      <a:pt x="64403" y="213"/>
                    </a:cubicBezTo>
                    <a:cubicBezTo>
                      <a:pt x="47376" y="213"/>
                      <a:pt x="31043" y="6986"/>
                      <a:pt x="19003" y="19042"/>
                    </a:cubicBezTo>
                    <a:cubicBezTo>
                      <a:pt x="6963" y="31097"/>
                      <a:pt x="198" y="47450"/>
                      <a:pt x="198" y="64499"/>
                    </a:cubicBezTo>
                    <a:cubicBezTo>
                      <a:pt x="198" y="81548"/>
                      <a:pt x="6963" y="97901"/>
                      <a:pt x="19003" y="109957"/>
                    </a:cubicBezTo>
                    <a:cubicBezTo>
                      <a:pt x="31043" y="122012"/>
                      <a:pt x="47376" y="128786"/>
                      <a:pt x="64403" y="128786"/>
                    </a:cubicBezTo>
                    <a:close/>
                  </a:path>
                </a:pathLst>
              </a:custGeom>
              <a:solidFill>
                <a:srgbClr val="CAE11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0" name="任意多边形: 形状 1429"/>
              <p:cNvSpPr/>
              <p:nvPr/>
            </p:nvSpPr>
            <p:spPr>
              <a:xfrm>
                <a:off x="16975267" y="8125960"/>
                <a:ext cx="223200" cy="223200"/>
              </a:xfrm>
              <a:custGeom>
                <a:avLst/>
                <a:gdLst>
                  <a:gd name="csX0" fmla="*/ 64378 w 128409"/>
                  <a:gd name="csY0" fmla="*/ 128769 h 128573"/>
                  <a:gd name="csX1" fmla="*/ 109778 w 128409"/>
                  <a:gd name="csY1" fmla="*/ 109940 h 128573"/>
                  <a:gd name="csX2" fmla="*/ 128583 w 128409"/>
                  <a:gd name="csY2" fmla="*/ 64482 h 128573"/>
                  <a:gd name="csX3" fmla="*/ 109778 w 128409"/>
                  <a:gd name="csY3" fmla="*/ 19025 h 128573"/>
                  <a:gd name="csX4" fmla="*/ 64378 w 128409"/>
                  <a:gd name="csY4" fmla="*/ 195 h 128573"/>
                  <a:gd name="csX5" fmla="*/ 18979 w 128409"/>
                  <a:gd name="csY5" fmla="*/ 19025 h 128573"/>
                  <a:gd name="csX6" fmla="*/ 174 w 128409"/>
                  <a:gd name="csY6" fmla="*/ 64482 h 128573"/>
                  <a:gd name="csX7" fmla="*/ 18979 w 128409"/>
                  <a:gd name="csY7" fmla="*/ 109940 h 128573"/>
                  <a:gd name="csX8" fmla="*/ 64378 w 128409"/>
                  <a:gd name="csY8" fmla="*/ 12876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8" y="128769"/>
                    </a:moveTo>
                    <a:cubicBezTo>
                      <a:pt x="81406" y="128769"/>
                      <a:pt x="97738" y="121995"/>
                      <a:pt x="109778" y="109940"/>
                    </a:cubicBezTo>
                    <a:cubicBezTo>
                      <a:pt x="121818" y="97884"/>
                      <a:pt x="128583" y="81531"/>
                      <a:pt x="128583" y="64482"/>
                    </a:cubicBezTo>
                    <a:cubicBezTo>
                      <a:pt x="128583" y="47433"/>
                      <a:pt x="121818" y="31080"/>
                      <a:pt x="109778" y="19025"/>
                    </a:cubicBezTo>
                    <a:cubicBezTo>
                      <a:pt x="97738" y="6969"/>
                      <a:pt x="81406" y="195"/>
                      <a:pt x="64378" y="195"/>
                    </a:cubicBezTo>
                    <a:cubicBezTo>
                      <a:pt x="47351" y="195"/>
                      <a:pt x="31019" y="6969"/>
                      <a:pt x="18979" y="19025"/>
                    </a:cubicBezTo>
                    <a:cubicBezTo>
                      <a:pt x="6939" y="31080"/>
                      <a:pt x="174" y="47433"/>
                      <a:pt x="174" y="64482"/>
                    </a:cubicBezTo>
                    <a:cubicBezTo>
                      <a:pt x="174" y="81531"/>
                      <a:pt x="6939" y="97884"/>
                      <a:pt x="18979" y="109940"/>
                    </a:cubicBezTo>
                    <a:cubicBezTo>
                      <a:pt x="31019" y="121995"/>
                      <a:pt x="47351" y="128769"/>
                      <a:pt x="64378" y="128769"/>
                    </a:cubicBezTo>
                    <a:close/>
                  </a:path>
                </a:pathLst>
              </a:custGeom>
              <a:solidFill>
                <a:srgbClr val="4EC36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1" name="任意多边形: 形状 1430"/>
              <p:cNvSpPr/>
              <p:nvPr/>
            </p:nvSpPr>
            <p:spPr>
              <a:xfrm>
                <a:off x="17931752" y="7491794"/>
                <a:ext cx="223200" cy="223200"/>
              </a:xfrm>
              <a:custGeom>
                <a:avLst/>
                <a:gdLst>
                  <a:gd name="csX0" fmla="*/ 64410 w 128409"/>
                  <a:gd name="csY0" fmla="*/ 128748 h 128573"/>
                  <a:gd name="csX1" fmla="*/ 109810 w 128409"/>
                  <a:gd name="csY1" fmla="*/ 109919 h 128573"/>
                  <a:gd name="csX2" fmla="*/ 128615 w 128409"/>
                  <a:gd name="csY2" fmla="*/ 64461 h 128573"/>
                  <a:gd name="csX3" fmla="*/ 109810 w 128409"/>
                  <a:gd name="csY3" fmla="*/ 19004 h 128573"/>
                  <a:gd name="csX4" fmla="*/ 64410 w 128409"/>
                  <a:gd name="csY4" fmla="*/ 174 h 128573"/>
                  <a:gd name="csX5" fmla="*/ 19011 w 128409"/>
                  <a:gd name="csY5" fmla="*/ 19004 h 128573"/>
                  <a:gd name="csX6" fmla="*/ 205 w 128409"/>
                  <a:gd name="csY6" fmla="*/ 64461 h 128573"/>
                  <a:gd name="csX7" fmla="*/ 19011 w 128409"/>
                  <a:gd name="csY7" fmla="*/ 109919 h 128573"/>
                  <a:gd name="csX8" fmla="*/ 64410 w 128409"/>
                  <a:gd name="csY8" fmla="*/ 12874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0" y="128748"/>
                    </a:moveTo>
                    <a:cubicBezTo>
                      <a:pt x="81437" y="128748"/>
                      <a:pt x="97770" y="121974"/>
                      <a:pt x="109810" y="109919"/>
                    </a:cubicBezTo>
                    <a:cubicBezTo>
                      <a:pt x="121850" y="97863"/>
                      <a:pt x="128615" y="81510"/>
                      <a:pt x="128615" y="64461"/>
                    </a:cubicBezTo>
                    <a:cubicBezTo>
                      <a:pt x="128615" y="47412"/>
                      <a:pt x="121850" y="31059"/>
                      <a:pt x="109810" y="19004"/>
                    </a:cubicBezTo>
                    <a:cubicBezTo>
                      <a:pt x="97770" y="6948"/>
                      <a:pt x="81437" y="174"/>
                      <a:pt x="64410" y="174"/>
                    </a:cubicBezTo>
                    <a:cubicBezTo>
                      <a:pt x="47383" y="174"/>
                      <a:pt x="31051" y="6948"/>
                      <a:pt x="19011" y="19004"/>
                    </a:cubicBezTo>
                    <a:cubicBezTo>
                      <a:pt x="6970" y="31059"/>
                      <a:pt x="205" y="47412"/>
                      <a:pt x="205" y="64461"/>
                    </a:cubicBezTo>
                    <a:cubicBezTo>
                      <a:pt x="205" y="81510"/>
                      <a:pt x="6970" y="97863"/>
                      <a:pt x="19011" y="109919"/>
                    </a:cubicBezTo>
                    <a:cubicBezTo>
                      <a:pt x="31051" y="121974"/>
                      <a:pt x="47383" y="128748"/>
                      <a:pt x="64410" y="128748"/>
                    </a:cubicBezTo>
                    <a:close/>
                  </a:path>
                </a:pathLst>
              </a:custGeom>
              <a:solidFill>
                <a:srgbClr val="2A77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2" name="任意多边形: 形状 1431"/>
              <p:cNvSpPr/>
              <p:nvPr/>
            </p:nvSpPr>
            <p:spPr>
              <a:xfrm>
                <a:off x="17570967" y="8650100"/>
                <a:ext cx="223200" cy="223200"/>
              </a:xfrm>
              <a:custGeom>
                <a:avLst/>
                <a:gdLst>
                  <a:gd name="csX0" fmla="*/ 64398 w 128409"/>
                  <a:gd name="csY0" fmla="*/ 128786 h 128573"/>
                  <a:gd name="csX1" fmla="*/ 109798 w 128409"/>
                  <a:gd name="csY1" fmla="*/ 109957 h 128573"/>
                  <a:gd name="csX2" fmla="*/ 128603 w 128409"/>
                  <a:gd name="csY2" fmla="*/ 64499 h 128573"/>
                  <a:gd name="csX3" fmla="*/ 109798 w 128409"/>
                  <a:gd name="csY3" fmla="*/ 19042 h 128573"/>
                  <a:gd name="csX4" fmla="*/ 64398 w 128409"/>
                  <a:gd name="csY4" fmla="*/ 213 h 128573"/>
                  <a:gd name="csX5" fmla="*/ 18999 w 128409"/>
                  <a:gd name="csY5" fmla="*/ 19042 h 128573"/>
                  <a:gd name="csX6" fmla="*/ 193 w 128409"/>
                  <a:gd name="csY6" fmla="*/ 64499 h 128573"/>
                  <a:gd name="csX7" fmla="*/ 18999 w 128409"/>
                  <a:gd name="csY7" fmla="*/ 109957 h 128573"/>
                  <a:gd name="csX8" fmla="*/ 64398 w 128409"/>
                  <a:gd name="csY8" fmla="*/ 12878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8" y="128786"/>
                    </a:moveTo>
                    <a:cubicBezTo>
                      <a:pt x="81425" y="128786"/>
                      <a:pt x="97758" y="122013"/>
                      <a:pt x="109798" y="109957"/>
                    </a:cubicBezTo>
                    <a:cubicBezTo>
                      <a:pt x="121838" y="97902"/>
                      <a:pt x="128603" y="81549"/>
                      <a:pt x="128603" y="64499"/>
                    </a:cubicBezTo>
                    <a:cubicBezTo>
                      <a:pt x="128603" y="47450"/>
                      <a:pt x="121838" y="31097"/>
                      <a:pt x="109798" y="19042"/>
                    </a:cubicBezTo>
                    <a:cubicBezTo>
                      <a:pt x="97758" y="6986"/>
                      <a:pt x="81425" y="213"/>
                      <a:pt x="64398" y="213"/>
                    </a:cubicBezTo>
                    <a:cubicBezTo>
                      <a:pt x="47371" y="213"/>
                      <a:pt x="31039" y="6986"/>
                      <a:pt x="18999" y="19042"/>
                    </a:cubicBezTo>
                    <a:cubicBezTo>
                      <a:pt x="6958" y="31097"/>
                      <a:pt x="193" y="47450"/>
                      <a:pt x="193" y="64499"/>
                    </a:cubicBezTo>
                    <a:cubicBezTo>
                      <a:pt x="193" y="81549"/>
                      <a:pt x="6958" y="97902"/>
                      <a:pt x="18999" y="109957"/>
                    </a:cubicBezTo>
                    <a:cubicBezTo>
                      <a:pt x="31039" y="122013"/>
                      <a:pt x="47371" y="128786"/>
                      <a:pt x="64398" y="128786"/>
                    </a:cubicBezTo>
                    <a:close/>
                  </a:path>
                </a:pathLst>
              </a:custGeom>
              <a:solidFill>
                <a:srgbClr val="C5E02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3" name="任意多边形: 形状 1432"/>
              <p:cNvSpPr/>
              <p:nvPr/>
            </p:nvSpPr>
            <p:spPr>
              <a:xfrm>
                <a:off x="18544218" y="7351914"/>
                <a:ext cx="223200" cy="223200"/>
              </a:xfrm>
              <a:custGeom>
                <a:avLst/>
                <a:gdLst>
                  <a:gd name="csX0" fmla="*/ 64430 w 128409"/>
                  <a:gd name="csY0" fmla="*/ 128743 h 128573"/>
                  <a:gd name="csX1" fmla="*/ 109830 w 128409"/>
                  <a:gd name="csY1" fmla="*/ 109914 h 128573"/>
                  <a:gd name="csX2" fmla="*/ 128635 w 128409"/>
                  <a:gd name="csY2" fmla="*/ 64457 h 128573"/>
                  <a:gd name="csX3" fmla="*/ 109830 w 128409"/>
                  <a:gd name="csY3" fmla="*/ 18999 h 128573"/>
                  <a:gd name="csX4" fmla="*/ 64430 w 128409"/>
                  <a:gd name="csY4" fmla="*/ 170 h 128573"/>
                  <a:gd name="csX5" fmla="*/ 19031 w 128409"/>
                  <a:gd name="csY5" fmla="*/ 18999 h 128573"/>
                  <a:gd name="csX6" fmla="*/ 226 w 128409"/>
                  <a:gd name="csY6" fmla="*/ 64457 h 128573"/>
                  <a:gd name="csX7" fmla="*/ 19031 w 128409"/>
                  <a:gd name="csY7" fmla="*/ 109914 h 128573"/>
                  <a:gd name="csX8" fmla="*/ 64430 w 128409"/>
                  <a:gd name="csY8" fmla="*/ 12874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0" y="128743"/>
                    </a:moveTo>
                    <a:cubicBezTo>
                      <a:pt x="81458" y="128743"/>
                      <a:pt x="97790" y="121970"/>
                      <a:pt x="109830" y="109914"/>
                    </a:cubicBezTo>
                    <a:cubicBezTo>
                      <a:pt x="121870" y="97859"/>
                      <a:pt x="128635" y="81506"/>
                      <a:pt x="128635" y="64457"/>
                    </a:cubicBezTo>
                    <a:cubicBezTo>
                      <a:pt x="128635" y="47408"/>
                      <a:pt x="121870" y="31054"/>
                      <a:pt x="109830" y="18999"/>
                    </a:cubicBezTo>
                    <a:cubicBezTo>
                      <a:pt x="97790" y="6943"/>
                      <a:pt x="81458" y="170"/>
                      <a:pt x="64430" y="170"/>
                    </a:cubicBezTo>
                    <a:cubicBezTo>
                      <a:pt x="47403" y="170"/>
                      <a:pt x="31071" y="6943"/>
                      <a:pt x="19031" y="18999"/>
                    </a:cubicBezTo>
                    <a:cubicBezTo>
                      <a:pt x="6991" y="31054"/>
                      <a:pt x="226" y="47408"/>
                      <a:pt x="226" y="64457"/>
                    </a:cubicBezTo>
                    <a:cubicBezTo>
                      <a:pt x="226" y="81506"/>
                      <a:pt x="6991" y="97859"/>
                      <a:pt x="19031" y="109914"/>
                    </a:cubicBezTo>
                    <a:cubicBezTo>
                      <a:pt x="31071" y="121970"/>
                      <a:pt x="47403" y="128743"/>
                      <a:pt x="64430" y="128743"/>
                    </a:cubicBezTo>
                    <a:close/>
                  </a:path>
                </a:pathLst>
              </a:custGeom>
              <a:solidFill>
                <a:srgbClr val="69CD5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4" name="任意多边形: 形状 1433"/>
              <p:cNvSpPr/>
              <p:nvPr/>
            </p:nvSpPr>
            <p:spPr>
              <a:xfrm>
                <a:off x="17596770" y="8348850"/>
                <a:ext cx="223200" cy="223200"/>
              </a:xfrm>
              <a:custGeom>
                <a:avLst/>
                <a:gdLst>
                  <a:gd name="csX0" fmla="*/ 64399 w 128409"/>
                  <a:gd name="csY0" fmla="*/ 128776 h 128573"/>
                  <a:gd name="csX1" fmla="*/ 109799 w 128409"/>
                  <a:gd name="csY1" fmla="*/ 109947 h 128573"/>
                  <a:gd name="csX2" fmla="*/ 128604 w 128409"/>
                  <a:gd name="csY2" fmla="*/ 64490 h 128573"/>
                  <a:gd name="csX3" fmla="*/ 109799 w 128409"/>
                  <a:gd name="csY3" fmla="*/ 19032 h 128573"/>
                  <a:gd name="csX4" fmla="*/ 64399 w 128409"/>
                  <a:gd name="csY4" fmla="*/ 203 h 128573"/>
                  <a:gd name="csX5" fmla="*/ 18999 w 128409"/>
                  <a:gd name="csY5" fmla="*/ 19032 h 128573"/>
                  <a:gd name="csX6" fmla="*/ 194 w 128409"/>
                  <a:gd name="csY6" fmla="*/ 64490 h 128573"/>
                  <a:gd name="csX7" fmla="*/ 18999 w 128409"/>
                  <a:gd name="csY7" fmla="*/ 109947 h 128573"/>
                  <a:gd name="csX8" fmla="*/ 64399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9" y="128776"/>
                    </a:moveTo>
                    <a:cubicBezTo>
                      <a:pt x="81426" y="128776"/>
                      <a:pt x="97759" y="122003"/>
                      <a:pt x="109799" y="109947"/>
                    </a:cubicBezTo>
                    <a:cubicBezTo>
                      <a:pt x="121839" y="97892"/>
                      <a:pt x="128604" y="81539"/>
                      <a:pt x="128604" y="64490"/>
                    </a:cubicBezTo>
                    <a:cubicBezTo>
                      <a:pt x="128604" y="47440"/>
                      <a:pt x="121839" y="31087"/>
                      <a:pt x="109799" y="19032"/>
                    </a:cubicBezTo>
                    <a:cubicBezTo>
                      <a:pt x="97759" y="6976"/>
                      <a:pt x="81426" y="203"/>
                      <a:pt x="64399" y="203"/>
                    </a:cubicBezTo>
                    <a:cubicBezTo>
                      <a:pt x="47372" y="203"/>
                      <a:pt x="31040" y="6976"/>
                      <a:pt x="18999" y="19032"/>
                    </a:cubicBezTo>
                    <a:cubicBezTo>
                      <a:pt x="6959" y="31087"/>
                      <a:pt x="194" y="47440"/>
                      <a:pt x="194" y="64490"/>
                    </a:cubicBezTo>
                    <a:cubicBezTo>
                      <a:pt x="194" y="81539"/>
                      <a:pt x="6959" y="97892"/>
                      <a:pt x="18999" y="109947"/>
                    </a:cubicBezTo>
                    <a:cubicBezTo>
                      <a:pt x="31040" y="122003"/>
                      <a:pt x="47372" y="128776"/>
                      <a:pt x="64399" y="128776"/>
                    </a:cubicBezTo>
                    <a:close/>
                  </a:path>
                </a:pathLst>
              </a:custGeom>
              <a:solidFill>
                <a:srgbClr val="23A98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5" name="任意多边形: 形状 1434"/>
              <p:cNvSpPr/>
              <p:nvPr/>
            </p:nvSpPr>
            <p:spPr>
              <a:xfrm>
                <a:off x="17929896" y="8414885"/>
                <a:ext cx="223200" cy="223200"/>
              </a:xfrm>
              <a:custGeom>
                <a:avLst/>
                <a:gdLst>
                  <a:gd name="csX0" fmla="*/ 64410 w 128409"/>
                  <a:gd name="csY0" fmla="*/ 128778 h 128573"/>
                  <a:gd name="csX1" fmla="*/ 109810 w 128409"/>
                  <a:gd name="csY1" fmla="*/ 109949 h 128573"/>
                  <a:gd name="csX2" fmla="*/ 128615 w 128409"/>
                  <a:gd name="csY2" fmla="*/ 64492 h 128573"/>
                  <a:gd name="csX3" fmla="*/ 109810 w 128409"/>
                  <a:gd name="csY3" fmla="*/ 19034 h 128573"/>
                  <a:gd name="csX4" fmla="*/ 64410 w 128409"/>
                  <a:gd name="csY4" fmla="*/ 205 h 128573"/>
                  <a:gd name="csX5" fmla="*/ 19010 w 128409"/>
                  <a:gd name="csY5" fmla="*/ 19034 h 128573"/>
                  <a:gd name="csX6" fmla="*/ 205 w 128409"/>
                  <a:gd name="csY6" fmla="*/ 64492 h 128573"/>
                  <a:gd name="csX7" fmla="*/ 19010 w 128409"/>
                  <a:gd name="csY7" fmla="*/ 109949 h 128573"/>
                  <a:gd name="csX8" fmla="*/ 64410 w 128409"/>
                  <a:gd name="csY8" fmla="*/ 12877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0" y="128778"/>
                    </a:moveTo>
                    <a:cubicBezTo>
                      <a:pt x="81437" y="128778"/>
                      <a:pt x="97770" y="122005"/>
                      <a:pt x="109810" y="109949"/>
                    </a:cubicBezTo>
                    <a:cubicBezTo>
                      <a:pt x="121850" y="97894"/>
                      <a:pt x="128615" y="81541"/>
                      <a:pt x="128615" y="64492"/>
                    </a:cubicBezTo>
                    <a:cubicBezTo>
                      <a:pt x="128615" y="47443"/>
                      <a:pt x="121850" y="31090"/>
                      <a:pt x="109810" y="19034"/>
                    </a:cubicBezTo>
                    <a:cubicBezTo>
                      <a:pt x="97770" y="6979"/>
                      <a:pt x="81437" y="205"/>
                      <a:pt x="64410" y="205"/>
                    </a:cubicBezTo>
                    <a:cubicBezTo>
                      <a:pt x="47383" y="205"/>
                      <a:pt x="31051" y="6979"/>
                      <a:pt x="19010" y="19034"/>
                    </a:cubicBezTo>
                    <a:cubicBezTo>
                      <a:pt x="6970" y="31090"/>
                      <a:pt x="205" y="47443"/>
                      <a:pt x="205" y="64492"/>
                    </a:cubicBezTo>
                    <a:cubicBezTo>
                      <a:pt x="205" y="81541"/>
                      <a:pt x="6970" y="97894"/>
                      <a:pt x="19010" y="109949"/>
                    </a:cubicBezTo>
                    <a:cubicBezTo>
                      <a:pt x="31051" y="122005"/>
                      <a:pt x="47383" y="128778"/>
                      <a:pt x="64410" y="128778"/>
                    </a:cubicBezTo>
                    <a:close/>
                  </a:path>
                </a:pathLst>
              </a:custGeom>
              <a:solidFill>
                <a:srgbClr val="38B97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6" name="任意多边形: 形状 1435"/>
              <p:cNvSpPr/>
              <p:nvPr/>
            </p:nvSpPr>
            <p:spPr>
              <a:xfrm>
                <a:off x="17642060" y="8093419"/>
                <a:ext cx="223200" cy="223200"/>
              </a:xfrm>
              <a:custGeom>
                <a:avLst/>
                <a:gdLst>
                  <a:gd name="csX0" fmla="*/ 64401 w 128409"/>
                  <a:gd name="csY0" fmla="*/ 128768 h 128573"/>
                  <a:gd name="csX1" fmla="*/ 109800 w 128409"/>
                  <a:gd name="csY1" fmla="*/ 109939 h 128573"/>
                  <a:gd name="csX2" fmla="*/ 128605 w 128409"/>
                  <a:gd name="csY2" fmla="*/ 64481 h 128573"/>
                  <a:gd name="csX3" fmla="*/ 109800 w 128409"/>
                  <a:gd name="csY3" fmla="*/ 19024 h 128573"/>
                  <a:gd name="csX4" fmla="*/ 64401 w 128409"/>
                  <a:gd name="csY4" fmla="*/ 194 h 128573"/>
                  <a:gd name="csX5" fmla="*/ 19001 w 128409"/>
                  <a:gd name="csY5" fmla="*/ 19024 h 128573"/>
                  <a:gd name="csX6" fmla="*/ 196 w 128409"/>
                  <a:gd name="csY6" fmla="*/ 64481 h 128573"/>
                  <a:gd name="csX7" fmla="*/ 19001 w 128409"/>
                  <a:gd name="csY7" fmla="*/ 109939 h 128573"/>
                  <a:gd name="csX8" fmla="*/ 64401 w 128409"/>
                  <a:gd name="csY8" fmla="*/ 12876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1" y="128768"/>
                    </a:moveTo>
                    <a:cubicBezTo>
                      <a:pt x="81428" y="128768"/>
                      <a:pt x="97760" y="121994"/>
                      <a:pt x="109800" y="109939"/>
                    </a:cubicBezTo>
                    <a:cubicBezTo>
                      <a:pt x="121840" y="97883"/>
                      <a:pt x="128605" y="81530"/>
                      <a:pt x="128605" y="64481"/>
                    </a:cubicBezTo>
                    <a:cubicBezTo>
                      <a:pt x="128605" y="47432"/>
                      <a:pt x="121840" y="31079"/>
                      <a:pt x="109800" y="19024"/>
                    </a:cubicBezTo>
                    <a:cubicBezTo>
                      <a:pt x="97760" y="6968"/>
                      <a:pt x="81428" y="194"/>
                      <a:pt x="64401" y="194"/>
                    </a:cubicBezTo>
                    <a:cubicBezTo>
                      <a:pt x="47373" y="194"/>
                      <a:pt x="31041" y="6968"/>
                      <a:pt x="19001" y="19024"/>
                    </a:cubicBezTo>
                    <a:cubicBezTo>
                      <a:pt x="6961" y="31079"/>
                      <a:pt x="196" y="47432"/>
                      <a:pt x="196" y="64481"/>
                    </a:cubicBezTo>
                    <a:cubicBezTo>
                      <a:pt x="196" y="81530"/>
                      <a:pt x="6961" y="97883"/>
                      <a:pt x="19001" y="109939"/>
                    </a:cubicBezTo>
                    <a:cubicBezTo>
                      <a:pt x="31041" y="121994"/>
                      <a:pt x="47373" y="128768"/>
                      <a:pt x="64401" y="128768"/>
                    </a:cubicBezTo>
                    <a:close/>
                  </a:path>
                </a:pathLst>
              </a:custGeom>
              <a:solidFill>
                <a:srgbClr val="2C73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7" name="任意多边形: 形状 1436"/>
              <p:cNvSpPr/>
              <p:nvPr/>
            </p:nvSpPr>
            <p:spPr>
              <a:xfrm>
                <a:off x="17604934" y="7469053"/>
                <a:ext cx="223200" cy="223200"/>
              </a:xfrm>
              <a:custGeom>
                <a:avLst/>
                <a:gdLst>
                  <a:gd name="csX0" fmla="*/ 64399 w 128409"/>
                  <a:gd name="csY0" fmla="*/ 128747 h 128573"/>
                  <a:gd name="csX1" fmla="*/ 109799 w 128409"/>
                  <a:gd name="csY1" fmla="*/ 109918 h 128573"/>
                  <a:gd name="csX2" fmla="*/ 128604 w 128409"/>
                  <a:gd name="csY2" fmla="*/ 64460 h 128573"/>
                  <a:gd name="csX3" fmla="*/ 109799 w 128409"/>
                  <a:gd name="csY3" fmla="*/ 19003 h 128573"/>
                  <a:gd name="csX4" fmla="*/ 64399 w 128409"/>
                  <a:gd name="csY4" fmla="*/ 174 h 128573"/>
                  <a:gd name="csX5" fmla="*/ 19000 w 128409"/>
                  <a:gd name="csY5" fmla="*/ 19003 h 128573"/>
                  <a:gd name="csX6" fmla="*/ 195 w 128409"/>
                  <a:gd name="csY6" fmla="*/ 64460 h 128573"/>
                  <a:gd name="csX7" fmla="*/ 19000 w 128409"/>
                  <a:gd name="csY7" fmla="*/ 109918 h 128573"/>
                  <a:gd name="csX8" fmla="*/ 64399 w 128409"/>
                  <a:gd name="csY8" fmla="*/ 12874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9" y="128747"/>
                    </a:moveTo>
                    <a:cubicBezTo>
                      <a:pt x="81427" y="128747"/>
                      <a:pt x="97759" y="121973"/>
                      <a:pt x="109799" y="109918"/>
                    </a:cubicBezTo>
                    <a:cubicBezTo>
                      <a:pt x="121839" y="97863"/>
                      <a:pt x="128604" y="81509"/>
                      <a:pt x="128604" y="64460"/>
                    </a:cubicBezTo>
                    <a:cubicBezTo>
                      <a:pt x="128604" y="47411"/>
                      <a:pt x="121839" y="31058"/>
                      <a:pt x="109799" y="19003"/>
                    </a:cubicBezTo>
                    <a:cubicBezTo>
                      <a:pt x="97759" y="6947"/>
                      <a:pt x="81427" y="174"/>
                      <a:pt x="64399" y="174"/>
                    </a:cubicBezTo>
                    <a:cubicBezTo>
                      <a:pt x="47372" y="174"/>
                      <a:pt x="31040" y="6947"/>
                      <a:pt x="19000" y="19003"/>
                    </a:cubicBezTo>
                    <a:cubicBezTo>
                      <a:pt x="6960" y="31058"/>
                      <a:pt x="195" y="47411"/>
                      <a:pt x="195" y="64460"/>
                    </a:cubicBezTo>
                    <a:cubicBezTo>
                      <a:pt x="195" y="81509"/>
                      <a:pt x="6960" y="97863"/>
                      <a:pt x="19000" y="109918"/>
                    </a:cubicBezTo>
                    <a:cubicBezTo>
                      <a:pt x="31040" y="121973"/>
                      <a:pt x="47372" y="128747"/>
                      <a:pt x="64399" y="128747"/>
                    </a:cubicBezTo>
                    <a:close/>
                  </a:path>
                </a:pathLst>
              </a:custGeom>
              <a:solidFill>
                <a:srgbClr val="2F6C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8" name="任意多边形: 形状 1437"/>
              <p:cNvSpPr/>
              <p:nvPr/>
            </p:nvSpPr>
            <p:spPr>
              <a:xfrm>
                <a:off x="17365370" y="7901537"/>
                <a:ext cx="223200" cy="223200"/>
              </a:xfrm>
              <a:custGeom>
                <a:avLst/>
                <a:gdLst>
                  <a:gd name="csX0" fmla="*/ 64391 w 128409"/>
                  <a:gd name="csY0" fmla="*/ 128761 h 128573"/>
                  <a:gd name="csX1" fmla="*/ 109791 w 128409"/>
                  <a:gd name="csY1" fmla="*/ 109932 h 128573"/>
                  <a:gd name="csX2" fmla="*/ 128596 w 128409"/>
                  <a:gd name="csY2" fmla="*/ 64475 h 128573"/>
                  <a:gd name="csX3" fmla="*/ 109791 w 128409"/>
                  <a:gd name="csY3" fmla="*/ 19017 h 128573"/>
                  <a:gd name="csX4" fmla="*/ 64391 w 128409"/>
                  <a:gd name="csY4" fmla="*/ 188 h 128573"/>
                  <a:gd name="csX5" fmla="*/ 18992 w 128409"/>
                  <a:gd name="csY5" fmla="*/ 19017 h 128573"/>
                  <a:gd name="csX6" fmla="*/ 187 w 128409"/>
                  <a:gd name="csY6" fmla="*/ 64475 h 128573"/>
                  <a:gd name="csX7" fmla="*/ 18992 w 128409"/>
                  <a:gd name="csY7" fmla="*/ 109932 h 128573"/>
                  <a:gd name="csX8" fmla="*/ 64391 w 128409"/>
                  <a:gd name="csY8" fmla="*/ 12876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1" y="128761"/>
                    </a:moveTo>
                    <a:cubicBezTo>
                      <a:pt x="81419" y="128761"/>
                      <a:pt x="97751" y="121988"/>
                      <a:pt x="109791" y="109932"/>
                    </a:cubicBezTo>
                    <a:cubicBezTo>
                      <a:pt x="121831" y="97877"/>
                      <a:pt x="128596" y="81524"/>
                      <a:pt x="128596" y="64475"/>
                    </a:cubicBezTo>
                    <a:cubicBezTo>
                      <a:pt x="128596" y="47426"/>
                      <a:pt x="121831" y="31073"/>
                      <a:pt x="109791" y="19017"/>
                    </a:cubicBezTo>
                    <a:cubicBezTo>
                      <a:pt x="97751" y="6962"/>
                      <a:pt x="81419" y="188"/>
                      <a:pt x="64391" y="188"/>
                    </a:cubicBezTo>
                    <a:cubicBezTo>
                      <a:pt x="47364" y="188"/>
                      <a:pt x="31032" y="6962"/>
                      <a:pt x="18992" y="19017"/>
                    </a:cubicBezTo>
                    <a:cubicBezTo>
                      <a:pt x="6952" y="31073"/>
                      <a:pt x="187" y="47426"/>
                      <a:pt x="187" y="64475"/>
                    </a:cubicBezTo>
                    <a:cubicBezTo>
                      <a:pt x="187" y="81524"/>
                      <a:pt x="6952" y="97877"/>
                      <a:pt x="18992" y="109932"/>
                    </a:cubicBezTo>
                    <a:cubicBezTo>
                      <a:pt x="31032" y="121988"/>
                      <a:pt x="47364" y="128761"/>
                      <a:pt x="64391" y="128761"/>
                    </a:cubicBezTo>
                    <a:close/>
                  </a:path>
                </a:pathLst>
              </a:custGeom>
              <a:solidFill>
                <a:srgbClr val="3166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39" name="任意多边形: 形状 1438"/>
              <p:cNvSpPr/>
              <p:nvPr/>
            </p:nvSpPr>
            <p:spPr>
              <a:xfrm>
                <a:off x="16702770" y="7202913"/>
                <a:ext cx="223200" cy="223200"/>
              </a:xfrm>
              <a:custGeom>
                <a:avLst/>
                <a:gdLst>
                  <a:gd name="csX0" fmla="*/ 64369 w 128409"/>
                  <a:gd name="csY0" fmla="*/ 128738 h 128573"/>
                  <a:gd name="csX1" fmla="*/ 109769 w 128409"/>
                  <a:gd name="csY1" fmla="*/ 109909 h 128573"/>
                  <a:gd name="csX2" fmla="*/ 128574 w 128409"/>
                  <a:gd name="csY2" fmla="*/ 64452 h 128573"/>
                  <a:gd name="csX3" fmla="*/ 109769 w 128409"/>
                  <a:gd name="csY3" fmla="*/ 18994 h 128573"/>
                  <a:gd name="csX4" fmla="*/ 64369 w 128409"/>
                  <a:gd name="csY4" fmla="*/ 165 h 128573"/>
                  <a:gd name="csX5" fmla="*/ 18970 w 128409"/>
                  <a:gd name="csY5" fmla="*/ 18994 h 128573"/>
                  <a:gd name="csX6" fmla="*/ 165 w 128409"/>
                  <a:gd name="csY6" fmla="*/ 64452 h 128573"/>
                  <a:gd name="csX7" fmla="*/ 18970 w 128409"/>
                  <a:gd name="csY7" fmla="*/ 109909 h 128573"/>
                  <a:gd name="csX8" fmla="*/ 64369 w 128409"/>
                  <a:gd name="csY8" fmla="*/ 12873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9" y="128738"/>
                    </a:moveTo>
                    <a:cubicBezTo>
                      <a:pt x="81397" y="128738"/>
                      <a:pt x="97729" y="121965"/>
                      <a:pt x="109769" y="109909"/>
                    </a:cubicBezTo>
                    <a:cubicBezTo>
                      <a:pt x="121809" y="97854"/>
                      <a:pt x="128574" y="81501"/>
                      <a:pt x="128574" y="64452"/>
                    </a:cubicBezTo>
                    <a:cubicBezTo>
                      <a:pt x="128574" y="47403"/>
                      <a:pt x="121809" y="31050"/>
                      <a:pt x="109769" y="18994"/>
                    </a:cubicBezTo>
                    <a:cubicBezTo>
                      <a:pt x="97729" y="6939"/>
                      <a:pt x="81397" y="165"/>
                      <a:pt x="64369" y="165"/>
                    </a:cubicBezTo>
                    <a:cubicBezTo>
                      <a:pt x="47342" y="165"/>
                      <a:pt x="31010" y="6939"/>
                      <a:pt x="18970" y="18994"/>
                    </a:cubicBezTo>
                    <a:cubicBezTo>
                      <a:pt x="6930" y="31050"/>
                      <a:pt x="165" y="47403"/>
                      <a:pt x="165" y="64452"/>
                    </a:cubicBezTo>
                    <a:cubicBezTo>
                      <a:pt x="165" y="81501"/>
                      <a:pt x="6930" y="97854"/>
                      <a:pt x="18970" y="109909"/>
                    </a:cubicBezTo>
                    <a:cubicBezTo>
                      <a:pt x="31010" y="121965"/>
                      <a:pt x="47342" y="128738"/>
                      <a:pt x="64369" y="128738"/>
                    </a:cubicBezTo>
                    <a:close/>
                  </a:path>
                </a:pathLst>
              </a:custGeom>
              <a:solidFill>
                <a:srgbClr val="E5E41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0" name="任意多边形: 形状 1439"/>
              <p:cNvSpPr/>
              <p:nvPr/>
            </p:nvSpPr>
            <p:spPr>
              <a:xfrm>
                <a:off x="18222140" y="7787825"/>
                <a:ext cx="223200" cy="223200"/>
              </a:xfrm>
              <a:custGeom>
                <a:avLst/>
                <a:gdLst>
                  <a:gd name="csX0" fmla="*/ 64420 w 128409"/>
                  <a:gd name="csY0" fmla="*/ 128758 h 128573"/>
                  <a:gd name="csX1" fmla="*/ 109819 w 128409"/>
                  <a:gd name="csY1" fmla="*/ 109929 h 128573"/>
                  <a:gd name="csX2" fmla="*/ 128624 w 128409"/>
                  <a:gd name="csY2" fmla="*/ 64471 h 128573"/>
                  <a:gd name="csX3" fmla="*/ 109819 w 128409"/>
                  <a:gd name="csY3" fmla="*/ 19013 h 128573"/>
                  <a:gd name="csX4" fmla="*/ 64420 w 128409"/>
                  <a:gd name="csY4" fmla="*/ 184 h 128573"/>
                  <a:gd name="csX5" fmla="*/ 19020 w 128409"/>
                  <a:gd name="csY5" fmla="*/ 19013 h 128573"/>
                  <a:gd name="csX6" fmla="*/ 215 w 128409"/>
                  <a:gd name="csY6" fmla="*/ 64471 h 128573"/>
                  <a:gd name="csX7" fmla="*/ 19020 w 128409"/>
                  <a:gd name="csY7" fmla="*/ 109929 h 128573"/>
                  <a:gd name="csX8" fmla="*/ 64420 w 128409"/>
                  <a:gd name="csY8" fmla="*/ 12875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0" y="128758"/>
                    </a:moveTo>
                    <a:cubicBezTo>
                      <a:pt x="81447" y="128758"/>
                      <a:pt x="97779" y="121984"/>
                      <a:pt x="109819" y="109929"/>
                    </a:cubicBezTo>
                    <a:cubicBezTo>
                      <a:pt x="121859" y="97873"/>
                      <a:pt x="128624" y="81520"/>
                      <a:pt x="128624" y="64471"/>
                    </a:cubicBezTo>
                    <a:cubicBezTo>
                      <a:pt x="128624" y="47422"/>
                      <a:pt x="121859" y="31069"/>
                      <a:pt x="109819" y="19013"/>
                    </a:cubicBezTo>
                    <a:cubicBezTo>
                      <a:pt x="97779" y="6958"/>
                      <a:pt x="81447" y="184"/>
                      <a:pt x="64420" y="184"/>
                    </a:cubicBezTo>
                    <a:cubicBezTo>
                      <a:pt x="47392" y="184"/>
                      <a:pt x="31060" y="6958"/>
                      <a:pt x="19020" y="19013"/>
                    </a:cubicBezTo>
                    <a:cubicBezTo>
                      <a:pt x="6980" y="31069"/>
                      <a:pt x="215" y="47422"/>
                      <a:pt x="215" y="64471"/>
                    </a:cubicBezTo>
                    <a:cubicBezTo>
                      <a:pt x="215" y="81520"/>
                      <a:pt x="6980" y="97873"/>
                      <a:pt x="19020" y="109929"/>
                    </a:cubicBezTo>
                    <a:cubicBezTo>
                      <a:pt x="31060" y="121984"/>
                      <a:pt x="47392" y="128758"/>
                      <a:pt x="64420" y="128758"/>
                    </a:cubicBezTo>
                    <a:close/>
                  </a:path>
                </a:pathLst>
              </a:custGeom>
              <a:solidFill>
                <a:srgbClr val="2C71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1" name="任意多边形: 形状 1440"/>
              <p:cNvSpPr/>
              <p:nvPr/>
            </p:nvSpPr>
            <p:spPr>
              <a:xfrm>
                <a:off x="16787554" y="7273418"/>
                <a:ext cx="223200" cy="223200"/>
              </a:xfrm>
              <a:custGeom>
                <a:avLst/>
                <a:gdLst>
                  <a:gd name="csX0" fmla="*/ 64372 w 128409"/>
                  <a:gd name="csY0" fmla="*/ 128741 h 128573"/>
                  <a:gd name="csX1" fmla="*/ 109772 w 128409"/>
                  <a:gd name="csY1" fmla="*/ 109912 h 128573"/>
                  <a:gd name="csX2" fmla="*/ 128577 w 128409"/>
                  <a:gd name="csY2" fmla="*/ 64454 h 128573"/>
                  <a:gd name="csX3" fmla="*/ 109772 w 128409"/>
                  <a:gd name="csY3" fmla="*/ 18996 h 128573"/>
                  <a:gd name="csX4" fmla="*/ 64372 w 128409"/>
                  <a:gd name="csY4" fmla="*/ 167 h 128573"/>
                  <a:gd name="csX5" fmla="*/ 18973 w 128409"/>
                  <a:gd name="csY5" fmla="*/ 18996 h 128573"/>
                  <a:gd name="csX6" fmla="*/ 168 w 128409"/>
                  <a:gd name="csY6" fmla="*/ 64454 h 128573"/>
                  <a:gd name="csX7" fmla="*/ 18973 w 128409"/>
                  <a:gd name="csY7" fmla="*/ 109912 h 128573"/>
                  <a:gd name="csX8" fmla="*/ 64372 w 128409"/>
                  <a:gd name="csY8" fmla="*/ 12874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2" y="128741"/>
                    </a:moveTo>
                    <a:cubicBezTo>
                      <a:pt x="81400" y="128741"/>
                      <a:pt x="97732" y="121967"/>
                      <a:pt x="109772" y="109912"/>
                    </a:cubicBezTo>
                    <a:cubicBezTo>
                      <a:pt x="121812" y="97856"/>
                      <a:pt x="128577" y="81503"/>
                      <a:pt x="128577" y="64454"/>
                    </a:cubicBezTo>
                    <a:cubicBezTo>
                      <a:pt x="128577" y="47405"/>
                      <a:pt x="121812" y="31052"/>
                      <a:pt x="109772" y="18996"/>
                    </a:cubicBezTo>
                    <a:cubicBezTo>
                      <a:pt x="97732" y="6941"/>
                      <a:pt x="81400" y="167"/>
                      <a:pt x="64372" y="167"/>
                    </a:cubicBezTo>
                    <a:cubicBezTo>
                      <a:pt x="47345" y="167"/>
                      <a:pt x="31013" y="6941"/>
                      <a:pt x="18973" y="18996"/>
                    </a:cubicBezTo>
                    <a:cubicBezTo>
                      <a:pt x="6933" y="31052"/>
                      <a:pt x="168" y="47405"/>
                      <a:pt x="168" y="64454"/>
                    </a:cubicBezTo>
                    <a:cubicBezTo>
                      <a:pt x="168" y="81503"/>
                      <a:pt x="6933" y="97856"/>
                      <a:pt x="18973" y="109912"/>
                    </a:cubicBezTo>
                    <a:cubicBezTo>
                      <a:pt x="31013" y="121967"/>
                      <a:pt x="47345" y="128741"/>
                      <a:pt x="64372" y="128741"/>
                    </a:cubicBezTo>
                    <a:close/>
                  </a:path>
                </a:pathLst>
              </a:custGeom>
              <a:solidFill>
                <a:srgbClr val="90D74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2" name="任意多边形: 形状 1441"/>
              <p:cNvSpPr/>
              <p:nvPr/>
            </p:nvSpPr>
            <p:spPr>
              <a:xfrm>
                <a:off x="18020844" y="7162562"/>
                <a:ext cx="223200" cy="223200"/>
              </a:xfrm>
              <a:custGeom>
                <a:avLst/>
                <a:gdLst>
                  <a:gd name="csX0" fmla="*/ 64413 w 128409"/>
                  <a:gd name="csY0" fmla="*/ 128737 h 128573"/>
                  <a:gd name="csX1" fmla="*/ 109813 w 128409"/>
                  <a:gd name="csY1" fmla="*/ 109908 h 128573"/>
                  <a:gd name="csX2" fmla="*/ 128618 w 128409"/>
                  <a:gd name="csY2" fmla="*/ 64450 h 128573"/>
                  <a:gd name="csX3" fmla="*/ 109813 w 128409"/>
                  <a:gd name="csY3" fmla="*/ 18993 h 128573"/>
                  <a:gd name="csX4" fmla="*/ 64413 w 128409"/>
                  <a:gd name="csY4" fmla="*/ 164 h 128573"/>
                  <a:gd name="csX5" fmla="*/ 19014 w 128409"/>
                  <a:gd name="csY5" fmla="*/ 18993 h 128573"/>
                  <a:gd name="csX6" fmla="*/ 208 w 128409"/>
                  <a:gd name="csY6" fmla="*/ 64450 h 128573"/>
                  <a:gd name="csX7" fmla="*/ 19014 w 128409"/>
                  <a:gd name="csY7" fmla="*/ 109908 h 128573"/>
                  <a:gd name="csX8" fmla="*/ 64413 w 128409"/>
                  <a:gd name="csY8" fmla="*/ 12873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3" y="128737"/>
                    </a:moveTo>
                    <a:cubicBezTo>
                      <a:pt x="81440" y="128737"/>
                      <a:pt x="97773" y="121963"/>
                      <a:pt x="109813" y="109908"/>
                    </a:cubicBezTo>
                    <a:cubicBezTo>
                      <a:pt x="121853" y="97852"/>
                      <a:pt x="128618" y="81499"/>
                      <a:pt x="128618" y="64450"/>
                    </a:cubicBezTo>
                    <a:cubicBezTo>
                      <a:pt x="128618" y="47401"/>
                      <a:pt x="121853" y="31048"/>
                      <a:pt x="109813" y="18993"/>
                    </a:cubicBezTo>
                    <a:cubicBezTo>
                      <a:pt x="97773" y="6937"/>
                      <a:pt x="81440" y="164"/>
                      <a:pt x="64413" y="164"/>
                    </a:cubicBezTo>
                    <a:cubicBezTo>
                      <a:pt x="47386" y="164"/>
                      <a:pt x="31054" y="6937"/>
                      <a:pt x="19014" y="18993"/>
                    </a:cubicBezTo>
                    <a:cubicBezTo>
                      <a:pt x="6973" y="31048"/>
                      <a:pt x="208" y="47401"/>
                      <a:pt x="208" y="64450"/>
                    </a:cubicBezTo>
                    <a:cubicBezTo>
                      <a:pt x="208" y="81499"/>
                      <a:pt x="6973" y="97852"/>
                      <a:pt x="19014" y="109908"/>
                    </a:cubicBezTo>
                    <a:cubicBezTo>
                      <a:pt x="31054" y="121963"/>
                      <a:pt x="47386" y="128737"/>
                      <a:pt x="64413" y="128737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3" name="任意多边形: 形状 1442"/>
              <p:cNvSpPr/>
              <p:nvPr/>
            </p:nvSpPr>
            <p:spPr>
              <a:xfrm>
                <a:off x="17714964" y="7653151"/>
                <a:ext cx="223200" cy="223200"/>
              </a:xfrm>
              <a:custGeom>
                <a:avLst/>
                <a:gdLst>
                  <a:gd name="csX0" fmla="*/ 64403 w 128409"/>
                  <a:gd name="csY0" fmla="*/ 128753 h 128573"/>
                  <a:gd name="csX1" fmla="*/ 109803 w 128409"/>
                  <a:gd name="csY1" fmla="*/ 109924 h 128573"/>
                  <a:gd name="csX2" fmla="*/ 128608 w 128409"/>
                  <a:gd name="csY2" fmla="*/ 64467 h 128573"/>
                  <a:gd name="csX3" fmla="*/ 109803 w 128409"/>
                  <a:gd name="csY3" fmla="*/ 19009 h 128573"/>
                  <a:gd name="csX4" fmla="*/ 64403 w 128409"/>
                  <a:gd name="csY4" fmla="*/ 180 h 128573"/>
                  <a:gd name="csX5" fmla="*/ 19003 w 128409"/>
                  <a:gd name="csY5" fmla="*/ 19009 h 128573"/>
                  <a:gd name="csX6" fmla="*/ 198 w 128409"/>
                  <a:gd name="csY6" fmla="*/ 64467 h 128573"/>
                  <a:gd name="csX7" fmla="*/ 19003 w 128409"/>
                  <a:gd name="csY7" fmla="*/ 109924 h 128573"/>
                  <a:gd name="csX8" fmla="*/ 64403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3" y="128753"/>
                    </a:moveTo>
                    <a:cubicBezTo>
                      <a:pt x="81430" y="128753"/>
                      <a:pt x="97762" y="121980"/>
                      <a:pt x="109803" y="109924"/>
                    </a:cubicBezTo>
                    <a:cubicBezTo>
                      <a:pt x="121843" y="97869"/>
                      <a:pt x="128608" y="81516"/>
                      <a:pt x="128608" y="64467"/>
                    </a:cubicBezTo>
                    <a:cubicBezTo>
                      <a:pt x="128608" y="47417"/>
                      <a:pt x="121843" y="31064"/>
                      <a:pt x="109803" y="19009"/>
                    </a:cubicBezTo>
                    <a:cubicBezTo>
                      <a:pt x="97762" y="6953"/>
                      <a:pt x="81430" y="180"/>
                      <a:pt x="64403" y="180"/>
                    </a:cubicBezTo>
                    <a:cubicBezTo>
                      <a:pt x="47376" y="180"/>
                      <a:pt x="31043" y="6953"/>
                      <a:pt x="19003" y="19009"/>
                    </a:cubicBezTo>
                    <a:cubicBezTo>
                      <a:pt x="6963" y="31064"/>
                      <a:pt x="198" y="47417"/>
                      <a:pt x="198" y="64467"/>
                    </a:cubicBezTo>
                    <a:cubicBezTo>
                      <a:pt x="198" y="81516"/>
                      <a:pt x="6963" y="97869"/>
                      <a:pt x="19003" y="109924"/>
                    </a:cubicBezTo>
                    <a:cubicBezTo>
                      <a:pt x="31043" y="121980"/>
                      <a:pt x="47376" y="128753"/>
                      <a:pt x="64403" y="128753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4" name="任意多边形: 形状 1443"/>
              <p:cNvSpPr/>
              <p:nvPr/>
            </p:nvSpPr>
            <p:spPr>
              <a:xfrm>
                <a:off x="16927177" y="8614132"/>
                <a:ext cx="223200" cy="223200"/>
              </a:xfrm>
              <a:custGeom>
                <a:avLst/>
                <a:gdLst>
                  <a:gd name="csX0" fmla="*/ 64377 w 128409"/>
                  <a:gd name="csY0" fmla="*/ 128785 h 128573"/>
                  <a:gd name="csX1" fmla="*/ 109776 w 128409"/>
                  <a:gd name="csY1" fmla="*/ 109956 h 128573"/>
                  <a:gd name="csX2" fmla="*/ 128582 w 128409"/>
                  <a:gd name="csY2" fmla="*/ 64498 h 128573"/>
                  <a:gd name="csX3" fmla="*/ 109776 w 128409"/>
                  <a:gd name="csY3" fmla="*/ 19041 h 128573"/>
                  <a:gd name="csX4" fmla="*/ 64377 w 128409"/>
                  <a:gd name="csY4" fmla="*/ 212 h 128573"/>
                  <a:gd name="csX5" fmla="*/ 18977 w 128409"/>
                  <a:gd name="csY5" fmla="*/ 19041 h 128573"/>
                  <a:gd name="csX6" fmla="*/ 172 w 128409"/>
                  <a:gd name="csY6" fmla="*/ 64498 h 128573"/>
                  <a:gd name="csX7" fmla="*/ 18977 w 128409"/>
                  <a:gd name="csY7" fmla="*/ 109956 h 128573"/>
                  <a:gd name="csX8" fmla="*/ 64377 w 128409"/>
                  <a:gd name="csY8" fmla="*/ 12878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7" y="128785"/>
                    </a:moveTo>
                    <a:cubicBezTo>
                      <a:pt x="81404" y="128785"/>
                      <a:pt x="97736" y="122011"/>
                      <a:pt x="109776" y="109956"/>
                    </a:cubicBezTo>
                    <a:cubicBezTo>
                      <a:pt x="121817" y="97900"/>
                      <a:pt x="128582" y="81547"/>
                      <a:pt x="128582" y="64498"/>
                    </a:cubicBezTo>
                    <a:cubicBezTo>
                      <a:pt x="128582" y="47449"/>
                      <a:pt x="121817" y="31096"/>
                      <a:pt x="109776" y="19041"/>
                    </a:cubicBezTo>
                    <a:cubicBezTo>
                      <a:pt x="97736" y="6985"/>
                      <a:pt x="81404" y="212"/>
                      <a:pt x="64377" y="212"/>
                    </a:cubicBezTo>
                    <a:cubicBezTo>
                      <a:pt x="47350" y="212"/>
                      <a:pt x="31017" y="6985"/>
                      <a:pt x="18977" y="19041"/>
                    </a:cubicBezTo>
                    <a:cubicBezTo>
                      <a:pt x="6937" y="31096"/>
                      <a:pt x="172" y="47449"/>
                      <a:pt x="172" y="64498"/>
                    </a:cubicBezTo>
                    <a:cubicBezTo>
                      <a:pt x="172" y="81547"/>
                      <a:pt x="6937" y="97900"/>
                      <a:pt x="18977" y="109956"/>
                    </a:cubicBezTo>
                    <a:cubicBezTo>
                      <a:pt x="31017" y="122011"/>
                      <a:pt x="47350" y="128785"/>
                      <a:pt x="64377" y="128785"/>
                    </a:cubicBezTo>
                    <a:close/>
                  </a:path>
                </a:pathLst>
              </a:custGeom>
              <a:solidFill>
                <a:srgbClr val="E7E41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5" name="任意多边形: 形状 1444"/>
              <p:cNvSpPr/>
              <p:nvPr/>
            </p:nvSpPr>
            <p:spPr>
              <a:xfrm>
                <a:off x="17363577" y="7083100"/>
                <a:ext cx="223200" cy="223200"/>
              </a:xfrm>
              <a:custGeom>
                <a:avLst/>
                <a:gdLst>
                  <a:gd name="csX0" fmla="*/ 64391 w 128409"/>
                  <a:gd name="csY0" fmla="*/ 128734 h 128573"/>
                  <a:gd name="csX1" fmla="*/ 109791 w 128409"/>
                  <a:gd name="csY1" fmla="*/ 109905 h 128573"/>
                  <a:gd name="csX2" fmla="*/ 128596 w 128409"/>
                  <a:gd name="csY2" fmla="*/ 64448 h 128573"/>
                  <a:gd name="csX3" fmla="*/ 109791 w 128409"/>
                  <a:gd name="csY3" fmla="*/ 18990 h 128573"/>
                  <a:gd name="csX4" fmla="*/ 64391 w 128409"/>
                  <a:gd name="csY4" fmla="*/ 161 h 128573"/>
                  <a:gd name="csX5" fmla="*/ 18992 w 128409"/>
                  <a:gd name="csY5" fmla="*/ 18990 h 128573"/>
                  <a:gd name="csX6" fmla="*/ 187 w 128409"/>
                  <a:gd name="csY6" fmla="*/ 64448 h 128573"/>
                  <a:gd name="csX7" fmla="*/ 18992 w 128409"/>
                  <a:gd name="csY7" fmla="*/ 109905 h 128573"/>
                  <a:gd name="csX8" fmla="*/ 64391 w 128409"/>
                  <a:gd name="csY8" fmla="*/ 12873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1" y="128734"/>
                    </a:moveTo>
                    <a:cubicBezTo>
                      <a:pt x="81419" y="128734"/>
                      <a:pt x="97751" y="121961"/>
                      <a:pt x="109791" y="109905"/>
                    </a:cubicBezTo>
                    <a:cubicBezTo>
                      <a:pt x="121831" y="97850"/>
                      <a:pt x="128596" y="81497"/>
                      <a:pt x="128596" y="64448"/>
                    </a:cubicBezTo>
                    <a:cubicBezTo>
                      <a:pt x="128596" y="47399"/>
                      <a:pt x="121831" y="31046"/>
                      <a:pt x="109791" y="18990"/>
                    </a:cubicBezTo>
                    <a:cubicBezTo>
                      <a:pt x="97751" y="6935"/>
                      <a:pt x="81419" y="161"/>
                      <a:pt x="64391" y="161"/>
                    </a:cubicBezTo>
                    <a:cubicBezTo>
                      <a:pt x="47364" y="161"/>
                      <a:pt x="31032" y="6935"/>
                      <a:pt x="18992" y="18990"/>
                    </a:cubicBezTo>
                    <a:cubicBezTo>
                      <a:pt x="6952" y="31046"/>
                      <a:pt x="187" y="47399"/>
                      <a:pt x="187" y="64448"/>
                    </a:cubicBezTo>
                    <a:cubicBezTo>
                      <a:pt x="187" y="81497"/>
                      <a:pt x="6952" y="97850"/>
                      <a:pt x="18992" y="109905"/>
                    </a:cubicBezTo>
                    <a:cubicBezTo>
                      <a:pt x="31032" y="121961"/>
                      <a:pt x="47364" y="128734"/>
                      <a:pt x="64391" y="128734"/>
                    </a:cubicBezTo>
                    <a:close/>
                  </a:path>
                </a:pathLst>
              </a:custGeom>
              <a:solidFill>
                <a:srgbClr val="29AF7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6" name="任意多边形: 形状 1445"/>
              <p:cNvSpPr/>
              <p:nvPr/>
            </p:nvSpPr>
            <p:spPr>
              <a:xfrm>
                <a:off x="16983510" y="7227286"/>
                <a:ext cx="223200" cy="223200"/>
              </a:xfrm>
              <a:custGeom>
                <a:avLst/>
                <a:gdLst>
                  <a:gd name="csX0" fmla="*/ 64379 w 128409"/>
                  <a:gd name="csY0" fmla="*/ 128739 h 128573"/>
                  <a:gd name="csX1" fmla="*/ 109778 w 128409"/>
                  <a:gd name="csY1" fmla="*/ 109910 h 128573"/>
                  <a:gd name="csX2" fmla="*/ 128583 w 128409"/>
                  <a:gd name="csY2" fmla="*/ 64452 h 128573"/>
                  <a:gd name="csX3" fmla="*/ 109778 w 128409"/>
                  <a:gd name="csY3" fmla="*/ 18995 h 128573"/>
                  <a:gd name="csX4" fmla="*/ 64379 w 128409"/>
                  <a:gd name="csY4" fmla="*/ 166 h 128573"/>
                  <a:gd name="csX5" fmla="*/ 18979 w 128409"/>
                  <a:gd name="csY5" fmla="*/ 18995 h 128573"/>
                  <a:gd name="csX6" fmla="*/ 174 w 128409"/>
                  <a:gd name="csY6" fmla="*/ 64452 h 128573"/>
                  <a:gd name="csX7" fmla="*/ 18979 w 128409"/>
                  <a:gd name="csY7" fmla="*/ 109910 h 128573"/>
                  <a:gd name="csX8" fmla="*/ 64379 w 128409"/>
                  <a:gd name="csY8" fmla="*/ 12873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9" y="128739"/>
                    </a:moveTo>
                    <a:cubicBezTo>
                      <a:pt x="81406" y="128739"/>
                      <a:pt x="97738" y="121965"/>
                      <a:pt x="109778" y="109910"/>
                    </a:cubicBezTo>
                    <a:cubicBezTo>
                      <a:pt x="121818" y="97855"/>
                      <a:pt x="128583" y="81501"/>
                      <a:pt x="128583" y="64452"/>
                    </a:cubicBezTo>
                    <a:cubicBezTo>
                      <a:pt x="128583" y="47403"/>
                      <a:pt x="121818" y="31050"/>
                      <a:pt x="109778" y="18995"/>
                    </a:cubicBezTo>
                    <a:cubicBezTo>
                      <a:pt x="97738" y="6939"/>
                      <a:pt x="81406" y="166"/>
                      <a:pt x="64379" y="166"/>
                    </a:cubicBezTo>
                    <a:cubicBezTo>
                      <a:pt x="47351" y="166"/>
                      <a:pt x="31019" y="6939"/>
                      <a:pt x="18979" y="18995"/>
                    </a:cubicBezTo>
                    <a:cubicBezTo>
                      <a:pt x="6939" y="31050"/>
                      <a:pt x="174" y="47403"/>
                      <a:pt x="174" y="64452"/>
                    </a:cubicBezTo>
                    <a:cubicBezTo>
                      <a:pt x="174" y="81501"/>
                      <a:pt x="6939" y="97855"/>
                      <a:pt x="18979" y="109910"/>
                    </a:cubicBezTo>
                    <a:cubicBezTo>
                      <a:pt x="31019" y="121965"/>
                      <a:pt x="47351" y="128739"/>
                      <a:pt x="64379" y="128739"/>
                    </a:cubicBezTo>
                    <a:close/>
                  </a:path>
                </a:pathLst>
              </a:custGeom>
              <a:solidFill>
                <a:srgbClr val="3DBC7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7" name="任意多边形: 形状 1446"/>
              <p:cNvSpPr/>
              <p:nvPr/>
            </p:nvSpPr>
            <p:spPr>
              <a:xfrm>
                <a:off x="17761549" y="8096214"/>
                <a:ext cx="223200" cy="223200"/>
              </a:xfrm>
              <a:custGeom>
                <a:avLst/>
                <a:gdLst>
                  <a:gd name="csX0" fmla="*/ 64404 w 128409"/>
                  <a:gd name="csY0" fmla="*/ 128768 h 128573"/>
                  <a:gd name="csX1" fmla="*/ 109804 w 128409"/>
                  <a:gd name="csY1" fmla="*/ 109939 h 128573"/>
                  <a:gd name="csX2" fmla="*/ 128609 w 128409"/>
                  <a:gd name="csY2" fmla="*/ 64481 h 128573"/>
                  <a:gd name="csX3" fmla="*/ 109804 w 128409"/>
                  <a:gd name="csY3" fmla="*/ 19024 h 128573"/>
                  <a:gd name="csX4" fmla="*/ 64404 w 128409"/>
                  <a:gd name="csY4" fmla="*/ 194 h 128573"/>
                  <a:gd name="csX5" fmla="*/ 19005 w 128409"/>
                  <a:gd name="csY5" fmla="*/ 19024 h 128573"/>
                  <a:gd name="csX6" fmla="*/ 200 w 128409"/>
                  <a:gd name="csY6" fmla="*/ 64481 h 128573"/>
                  <a:gd name="csX7" fmla="*/ 19005 w 128409"/>
                  <a:gd name="csY7" fmla="*/ 109939 h 128573"/>
                  <a:gd name="csX8" fmla="*/ 64404 w 128409"/>
                  <a:gd name="csY8" fmla="*/ 12876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4" y="128768"/>
                    </a:moveTo>
                    <a:cubicBezTo>
                      <a:pt x="81432" y="128768"/>
                      <a:pt x="97764" y="121994"/>
                      <a:pt x="109804" y="109939"/>
                    </a:cubicBezTo>
                    <a:cubicBezTo>
                      <a:pt x="121844" y="97883"/>
                      <a:pt x="128609" y="81530"/>
                      <a:pt x="128609" y="64481"/>
                    </a:cubicBezTo>
                    <a:cubicBezTo>
                      <a:pt x="128609" y="47432"/>
                      <a:pt x="121844" y="31079"/>
                      <a:pt x="109804" y="19024"/>
                    </a:cubicBezTo>
                    <a:cubicBezTo>
                      <a:pt x="97764" y="6968"/>
                      <a:pt x="81432" y="194"/>
                      <a:pt x="64404" y="194"/>
                    </a:cubicBezTo>
                    <a:cubicBezTo>
                      <a:pt x="47377" y="194"/>
                      <a:pt x="31045" y="6968"/>
                      <a:pt x="19005" y="19024"/>
                    </a:cubicBezTo>
                    <a:cubicBezTo>
                      <a:pt x="6965" y="31079"/>
                      <a:pt x="200" y="47432"/>
                      <a:pt x="200" y="64481"/>
                    </a:cubicBezTo>
                    <a:cubicBezTo>
                      <a:pt x="200" y="81530"/>
                      <a:pt x="6965" y="97883"/>
                      <a:pt x="19005" y="109939"/>
                    </a:cubicBezTo>
                    <a:cubicBezTo>
                      <a:pt x="31045" y="121994"/>
                      <a:pt x="47377" y="128768"/>
                      <a:pt x="64404" y="128768"/>
                    </a:cubicBezTo>
                    <a:close/>
                  </a:path>
                </a:pathLst>
              </a:custGeom>
              <a:solidFill>
                <a:srgbClr val="45378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8" name="任意多边形: 形状 1447"/>
              <p:cNvSpPr/>
              <p:nvPr/>
            </p:nvSpPr>
            <p:spPr>
              <a:xfrm>
                <a:off x="17372608" y="7371505"/>
                <a:ext cx="223200" cy="223200"/>
              </a:xfrm>
              <a:custGeom>
                <a:avLst/>
                <a:gdLst>
                  <a:gd name="csX0" fmla="*/ 64392 w 128409"/>
                  <a:gd name="csY0" fmla="*/ 128744 h 128573"/>
                  <a:gd name="csX1" fmla="*/ 109791 w 128409"/>
                  <a:gd name="csY1" fmla="*/ 109915 h 128573"/>
                  <a:gd name="csX2" fmla="*/ 128596 w 128409"/>
                  <a:gd name="csY2" fmla="*/ 64457 h 128573"/>
                  <a:gd name="csX3" fmla="*/ 109791 w 128409"/>
                  <a:gd name="csY3" fmla="*/ 19000 h 128573"/>
                  <a:gd name="csX4" fmla="*/ 64392 w 128409"/>
                  <a:gd name="csY4" fmla="*/ 170 h 128573"/>
                  <a:gd name="csX5" fmla="*/ 18992 w 128409"/>
                  <a:gd name="csY5" fmla="*/ 19000 h 128573"/>
                  <a:gd name="csX6" fmla="*/ 187 w 128409"/>
                  <a:gd name="csY6" fmla="*/ 64457 h 128573"/>
                  <a:gd name="csX7" fmla="*/ 18992 w 128409"/>
                  <a:gd name="csY7" fmla="*/ 109915 h 128573"/>
                  <a:gd name="csX8" fmla="*/ 64392 w 128409"/>
                  <a:gd name="csY8" fmla="*/ 12874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2" y="128744"/>
                    </a:moveTo>
                    <a:cubicBezTo>
                      <a:pt x="81419" y="128744"/>
                      <a:pt x="97751" y="121970"/>
                      <a:pt x="109791" y="109915"/>
                    </a:cubicBezTo>
                    <a:cubicBezTo>
                      <a:pt x="121831" y="97859"/>
                      <a:pt x="128596" y="81506"/>
                      <a:pt x="128596" y="64457"/>
                    </a:cubicBezTo>
                    <a:cubicBezTo>
                      <a:pt x="128596" y="47408"/>
                      <a:pt x="121831" y="31055"/>
                      <a:pt x="109791" y="19000"/>
                    </a:cubicBezTo>
                    <a:cubicBezTo>
                      <a:pt x="97751" y="6944"/>
                      <a:pt x="81419" y="170"/>
                      <a:pt x="64392" y="170"/>
                    </a:cubicBezTo>
                    <a:cubicBezTo>
                      <a:pt x="47364" y="170"/>
                      <a:pt x="31032" y="6944"/>
                      <a:pt x="18992" y="19000"/>
                    </a:cubicBezTo>
                    <a:cubicBezTo>
                      <a:pt x="6952" y="31055"/>
                      <a:pt x="187" y="47408"/>
                      <a:pt x="187" y="64457"/>
                    </a:cubicBezTo>
                    <a:cubicBezTo>
                      <a:pt x="187" y="81506"/>
                      <a:pt x="6952" y="97859"/>
                      <a:pt x="18992" y="109915"/>
                    </a:cubicBezTo>
                    <a:cubicBezTo>
                      <a:pt x="31032" y="121970"/>
                      <a:pt x="47364" y="128744"/>
                      <a:pt x="64392" y="128744"/>
                    </a:cubicBezTo>
                    <a:close/>
                  </a:path>
                </a:pathLst>
              </a:custGeom>
              <a:solidFill>
                <a:srgbClr val="3069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49" name="任意多边形: 形状 1448"/>
              <p:cNvSpPr/>
              <p:nvPr/>
            </p:nvSpPr>
            <p:spPr>
              <a:xfrm>
                <a:off x="17231439" y="7330585"/>
                <a:ext cx="223200" cy="223200"/>
              </a:xfrm>
              <a:custGeom>
                <a:avLst/>
                <a:gdLst>
                  <a:gd name="csX0" fmla="*/ 64387 w 128409"/>
                  <a:gd name="csY0" fmla="*/ 128743 h 128573"/>
                  <a:gd name="csX1" fmla="*/ 109787 w 128409"/>
                  <a:gd name="csY1" fmla="*/ 109913 h 128573"/>
                  <a:gd name="csX2" fmla="*/ 128592 w 128409"/>
                  <a:gd name="csY2" fmla="*/ 64456 h 128573"/>
                  <a:gd name="csX3" fmla="*/ 109787 w 128409"/>
                  <a:gd name="csY3" fmla="*/ 18998 h 128573"/>
                  <a:gd name="csX4" fmla="*/ 64387 w 128409"/>
                  <a:gd name="csY4" fmla="*/ 169 h 128573"/>
                  <a:gd name="csX5" fmla="*/ 18987 w 128409"/>
                  <a:gd name="csY5" fmla="*/ 18998 h 128573"/>
                  <a:gd name="csX6" fmla="*/ 182 w 128409"/>
                  <a:gd name="csY6" fmla="*/ 64456 h 128573"/>
                  <a:gd name="csX7" fmla="*/ 18987 w 128409"/>
                  <a:gd name="csY7" fmla="*/ 109913 h 128573"/>
                  <a:gd name="csX8" fmla="*/ 64387 w 128409"/>
                  <a:gd name="csY8" fmla="*/ 12874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7" y="128743"/>
                    </a:moveTo>
                    <a:cubicBezTo>
                      <a:pt x="81414" y="128743"/>
                      <a:pt x="97746" y="121969"/>
                      <a:pt x="109787" y="109913"/>
                    </a:cubicBezTo>
                    <a:cubicBezTo>
                      <a:pt x="121827" y="97858"/>
                      <a:pt x="128592" y="81505"/>
                      <a:pt x="128592" y="64456"/>
                    </a:cubicBezTo>
                    <a:cubicBezTo>
                      <a:pt x="128592" y="47407"/>
                      <a:pt x="121827" y="31054"/>
                      <a:pt x="109787" y="18998"/>
                    </a:cubicBezTo>
                    <a:cubicBezTo>
                      <a:pt x="97746" y="6943"/>
                      <a:pt x="81414" y="169"/>
                      <a:pt x="64387" y="169"/>
                    </a:cubicBezTo>
                    <a:cubicBezTo>
                      <a:pt x="47360" y="169"/>
                      <a:pt x="31027" y="6943"/>
                      <a:pt x="18987" y="18998"/>
                    </a:cubicBezTo>
                    <a:cubicBezTo>
                      <a:pt x="6947" y="31054"/>
                      <a:pt x="182" y="47407"/>
                      <a:pt x="182" y="64456"/>
                    </a:cubicBezTo>
                    <a:cubicBezTo>
                      <a:pt x="182" y="81505"/>
                      <a:pt x="6947" y="97858"/>
                      <a:pt x="18987" y="109913"/>
                    </a:cubicBezTo>
                    <a:cubicBezTo>
                      <a:pt x="31027" y="121969"/>
                      <a:pt x="47360" y="128743"/>
                      <a:pt x="64387" y="128743"/>
                    </a:cubicBezTo>
                    <a:close/>
                  </a:path>
                </a:pathLst>
              </a:custGeom>
              <a:solidFill>
                <a:srgbClr val="2780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0" name="任意多边形: 形状 1449"/>
              <p:cNvSpPr/>
              <p:nvPr/>
            </p:nvSpPr>
            <p:spPr>
              <a:xfrm>
                <a:off x="18114578" y="7206482"/>
                <a:ext cx="223200" cy="223200"/>
              </a:xfrm>
              <a:custGeom>
                <a:avLst/>
                <a:gdLst>
                  <a:gd name="csX0" fmla="*/ 64416 w 128409"/>
                  <a:gd name="csY0" fmla="*/ 128738 h 128573"/>
                  <a:gd name="csX1" fmla="*/ 109816 w 128409"/>
                  <a:gd name="csY1" fmla="*/ 109909 h 128573"/>
                  <a:gd name="csX2" fmla="*/ 128621 w 128409"/>
                  <a:gd name="csY2" fmla="*/ 64452 h 128573"/>
                  <a:gd name="csX3" fmla="*/ 109816 w 128409"/>
                  <a:gd name="csY3" fmla="*/ 18994 h 128573"/>
                  <a:gd name="csX4" fmla="*/ 64416 w 128409"/>
                  <a:gd name="csY4" fmla="*/ 165 h 128573"/>
                  <a:gd name="csX5" fmla="*/ 19017 w 128409"/>
                  <a:gd name="csY5" fmla="*/ 18994 h 128573"/>
                  <a:gd name="csX6" fmla="*/ 211 w 128409"/>
                  <a:gd name="csY6" fmla="*/ 64452 h 128573"/>
                  <a:gd name="csX7" fmla="*/ 19017 w 128409"/>
                  <a:gd name="csY7" fmla="*/ 109909 h 128573"/>
                  <a:gd name="csX8" fmla="*/ 64416 w 128409"/>
                  <a:gd name="csY8" fmla="*/ 12873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6" y="128738"/>
                    </a:moveTo>
                    <a:cubicBezTo>
                      <a:pt x="81443" y="128738"/>
                      <a:pt x="97776" y="121965"/>
                      <a:pt x="109816" y="109909"/>
                    </a:cubicBezTo>
                    <a:cubicBezTo>
                      <a:pt x="121856" y="97854"/>
                      <a:pt x="128621" y="81501"/>
                      <a:pt x="128621" y="64452"/>
                    </a:cubicBezTo>
                    <a:cubicBezTo>
                      <a:pt x="128621" y="47403"/>
                      <a:pt x="121856" y="31050"/>
                      <a:pt x="109816" y="18994"/>
                    </a:cubicBezTo>
                    <a:cubicBezTo>
                      <a:pt x="97776" y="6939"/>
                      <a:pt x="81443" y="165"/>
                      <a:pt x="64416" y="165"/>
                    </a:cubicBezTo>
                    <a:cubicBezTo>
                      <a:pt x="47389" y="165"/>
                      <a:pt x="31057" y="6939"/>
                      <a:pt x="19017" y="18994"/>
                    </a:cubicBezTo>
                    <a:cubicBezTo>
                      <a:pt x="6976" y="31050"/>
                      <a:pt x="211" y="47403"/>
                      <a:pt x="211" y="64452"/>
                    </a:cubicBezTo>
                    <a:cubicBezTo>
                      <a:pt x="211" y="81501"/>
                      <a:pt x="6976" y="97854"/>
                      <a:pt x="19017" y="109909"/>
                    </a:cubicBezTo>
                    <a:cubicBezTo>
                      <a:pt x="31057" y="121965"/>
                      <a:pt x="47389" y="128738"/>
                      <a:pt x="64416" y="128738"/>
                    </a:cubicBezTo>
                    <a:close/>
                  </a:path>
                </a:pathLst>
              </a:custGeom>
              <a:solidFill>
                <a:srgbClr val="2191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1" name="任意多边形: 形状 1450"/>
              <p:cNvSpPr/>
              <p:nvPr/>
            </p:nvSpPr>
            <p:spPr>
              <a:xfrm>
                <a:off x="17667026" y="8100965"/>
                <a:ext cx="223200" cy="223200"/>
              </a:xfrm>
              <a:custGeom>
                <a:avLst/>
                <a:gdLst>
                  <a:gd name="csX0" fmla="*/ 64401 w 128409"/>
                  <a:gd name="csY0" fmla="*/ 128768 h 128573"/>
                  <a:gd name="csX1" fmla="*/ 109801 w 128409"/>
                  <a:gd name="csY1" fmla="*/ 109939 h 128573"/>
                  <a:gd name="csX2" fmla="*/ 128606 w 128409"/>
                  <a:gd name="csY2" fmla="*/ 64481 h 128573"/>
                  <a:gd name="csX3" fmla="*/ 109801 w 128409"/>
                  <a:gd name="csY3" fmla="*/ 19024 h 128573"/>
                  <a:gd name="csX4" fmla="*/ 64401 w 128409"/>
                  <a:gd name="csY4" fmla="*/ 195 h 128573"/>
                  <a:gd name="csX5" fmla="*/ 19002 w 128409"/>
                  <a:gd name="csY5" fmla="*/ 19024 h 128573"/>
                  <a:gd name="csX6" fmla="*/ 197 w 128409"/>
                  <a:gd name="csY6" fmla="*/ 64481 h 128573"/>
                  <a:gd name="csX7" fmla="*/ 19002 w 128409"/>
                  <a:gd name="csY7" fmla="*/ 109939 h 128573"/>
                  <a:gd name="csX8" fmla="*/ 64401 w 128409"/>
                  <a:gd name="csY8" fmla="*/ 12876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1" y="128768"/>
                    </a:moveTo>
                    <a:cubicBezTo>
                      <a:pt x="81429" y="128768"/>
                      <a:pt x="97761" y="121994"/>
                      <a:pt x="109801" y="109939"/>
                    </a:cubicBezTo>
                    <a:cubicBezTo>
                      <a:pt x="121841" y="97883"/>
                      <a:pt x="128606" y="81530"/>
                      <a:pt x="128606" y="64481"/>
                    </a:cubicBezTo>
                    <a:cubicBezTo>
                      <a:pt x="128606" y="47432"/>
                      <a:pt x="121841" y="31079"/>
                      <a:pt x="109801" y="19024"/>
                    </a:cubicBezTo>
                    <a:cubicBezTo>
                      <a:pt x="97761" y="6968"/>
                      <a:pt x="81429" y="195"/>
                      <a:pt x="64401" y="195"/>
                    </a:cubicBezTo>
                    <a:cubicBezTo>
                      <a:pt x="47374" y="195"/>
                      <a:pt x="31042" y="6968"/>
                      <a:pt x="19002" y="19024"/>
                    </a:cubicBezTo>
                    <a:cubicBezTo>
                      <a:pt x="6962" y="31079"/>
                      <a:pt x="197" y="47432"/>
                      <a:pt x="197" y="64481"/>
                    </a:cubicBezTo>
                    <a:cubicBezTo>
                      <a:pt x="197" y="81530"/>
                      <a:pt x="6962" y="97883"/>
                      <a:pt x="19002" y="109939"/>
                    </a:cubicBezTo>
                    <a:cubicBezTo>
                      <a:pt x="31042" y="121994"/>
                      <a:pt x="47374" y="128768"/>
                      <a:pt x="64401" y="128768"/>
                    </a:cubicBezTo>
                    <a:close/>
                  </a:path>
                </a:pathLst>
              </a:custGeom>
              <a:solidFill>
                <a:srgbClr val="48267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2" name="任意多边形: 形状 1451"/>
              <p:cNvSpPr/>
              <p:nvPr/>
            </p:nvSpPr>
            <p:spPr>
              <a:xfrm>
                <a:off x="17599723" y="8191413"/>
                <a:ext cx="223200" cy="223200"/>
              </a:xfrm>
              <a:custGeom>
                <a:avLst/>
                <a:gdLst>
                  <a:gd name="csX0" fmla="*/ 64399 w 128409"/>
                  <a:gd name="csY0" fmla="*/ 128771 h 128573"/>
                  <a:gd name="csX1" fmla="*/ 109799 w 128409"/>
                  <a:gd name="csY1" fmla="*/ 109942 h 128573"/>
                  <a:gd name="csX2" fmla="*/ 128604 w 128409"/>
                  <a:gd name="csY2" fmla="*/ 64484 h 128573"/>
                  <a:gd name="csX3" fmla="*/ 109799 w 128409"/>
                  <a:gd name="csY3" fmla="*/ 19027 h 128573"/>
                  <a:gd name="csX4" fmla="*/ 64399 w 128409"/>
                  <a:gd name="csY4" fmla="*/ 198 h 128573"/>
                  <a:gd name="csX5" fmla="*/ 19000 w 128409"/>
                  <a:gd name="csY5" fmla="*/ 19027 h 128573"/>
                  <a:gd name="csX6" fmla="*/ 194 w 128409"/>
                  <a:gd name="csY6" fmla="*/ 64484 h 128573"/>
                  <a:gd name="csX7" fmla="*/ 19000 w 128409"/>
                  <a:gd name="csY7" fmla="*/ 109942 h 128573"/>
                  <a:gd name="csX8" fmla="*/ 64399 w 128409"/>
                  <a:gd name="csY8" fmla="*/ 12877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9" y="128771"/>
                    </a:moveTo>
                    <a:cubicBezTo>
                      <a:pt x="81426" y="128771"/>
                      <a:pt x="97759" y="121997"/>
                      <a:pt x="109799" y="109942"/>
                    </a:cubicBezTo>
                    <a:cubicBezTo>
                      <a:pt x="121839" y="97886"/>
                      <a:pt x="128604" y="81533"/>
                      <a:pt x="128604" y="64484"/>
                    </a:cubicBezTo>
                    <a:cubicBezTo>
                      <a:pt x="128604" y="47435"/>
                      <a:pt x="121839" y="31082"/>
                      <a:pt x="109799" y="19027"/>
                    </a:cubicBezTo>
                    <a:cubicBezTo>
                      <a:pt x="97759" y="6971"/>
                      <a:pt x="81426" y="198"/>
                      <a:pt x="64399" y="198"/>
                    </a:cubicBezTo>
                    <a:cubicBezTo>
                      <a:pt x="47372" y="198"/>
                      <a:pt x="31040" y="6971"/>
                      <a:pt x="19000" y="19027"/>
                    </a:cubicBezTo>
                    <a:cubicBezTo>
                      <a:pt x="6959" y="31082"/>
                      <a:pt x="194" y="47435"/>
                      <a:pt x="194" y="64484"/>
                    </a:cubicBezTo>
                    <a:cubicBezTo>
                      <a:pt x="194" y="81533"/>
                      <a:pt x="6959" y="97886"/>
                      <a:pt x="19000" y="109942"/>
                    </a:cubicBezTo>
                    <a:cubicBezTo>
                      <a:pt x="31040" y="121997"/>
                      <a:pt x="47372" y="128771"/>
                      <a:pt x="64399" y="128771"/>
                    </a:cubicBezTo>
                    <a:close/>
                  </a:path>
                </a:pathLst>
              </a:custGeom>
              <a:solidFill>
                <a:srgbClr val="423F8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3" name="任意多边形: 形状 1452"/>
              <p:cNvSpPr/>
              <p:nvPr/>
            </p:nvSpPr>
            <p:spPr>
              <a:xfrm>
                <a:off x="18447649" y="6906356"/>
                <a:ext cx="223200" cy="223200"/>
              </a:xfrm>
              <a:custGeom>
                <a:avLst/>
                <a:gdLst>
                  <a:gd name="csX0" fmla="*/ 64427 w 128409"/>
                  <a:gd name="csY0" fmla="*/ 128729 h 128573"/>
                  <a:gd name="csX1" fmla="*/ 109827 w 128409"/>
                  <a:gd name="csY1" fmla="*/ 109899 h 128573"/>
                  <a:gd name="csX2" fmla="*/ 128632 w 128409"/>
                  <a:gd name="csY2" fmla="*/ 64442 h 128573"/>
                  <a:gd name="csX3" fmla="*/ 109827 w 128409"/>
                  <a:gd name="csY3" fmla="*/ 18984 h 128573"/>
                  <a:gd name="csX4" fmla="*/ 64427 w 128409"/>
                  <a:gd name="csY4" fmla="*/ 155 h 128573"/>
                  <a:gd name="csX5" fmla="*/ 19028 w 128409"/>
                  <a:gd name="csY5" fmla="*/ 18984 h 128573"/>
                  <a:gd name="csX6" fmla="*/ 222 w 128409"/>
                  <a:gd name="csY6" fmla="*/ 64442 h 128573"/>
                  <a:gd name="csX7" fmla="*/ 19028 w 128409"/>
                  <a:gd name="csY7" fmla="*/ 109899 h 128573"/>
                  <a:gd name="csX8" fmla="*/ 64427 w 128409"/>
                  <a:gd name="csY8" fmla="*/ 12872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7" y="128729"/>
                    </a:moveTo>
                    <a:cubicBezTo>
                      <a:pt x="81455" y="128729"/>
                      <a:pt x="97787" y="121955"/>
                      <a:pt x="109827" y="109899"/>
                    </a:cubicBezTo>
                    <a:cubicBezTo>
                      <a:pt x="121867" y="97844"/>
                      <a:pt x="128632" y="81491"/>
                      <a:pt x="128632" y="64442"/>
                    </a:cubicBezTo>
                    <a:cubicBezTo>
                      <a:pt x="128632" y="47393"/>
                      <a:pt x="121867" y="31040"/>
                      <a:pt x="109827" y="18984"/>
                    </a:cubicBezTo>
                    <a:cubicBezTo>
                      <a:pt x="97787" y="6929"/>
                      <a:pt x="81455" y="155"/>
                      <a:pt x="64427" y="155"/>
                    </a:cubicBezTo>
                    <a:cubicBezTo>
                      <a:pt x="47400" y="155"/>
                      <a:pt x="31068" y="6929"/>
                      <a:pt x="19028" y="18984"/>
                    </a:cubicBezTo>
                    <a:cubicBezTo>
                      <a:pt x="6987" y="31040"/>
                      <a:pt x="222" y="47393"/>
                      <a:pt x="222" y="64442"/>
                    </a:cubicBezTo>
                    <a:cubicBezTo>
                      <a:pt x="222" y="81491"/>
                      <a:pt x="6987" y="97844"/>
                      <a:pt x="19028" y="109899"/>
                    </a:cubicBezTo>
                    <a:cubicBezTo>
                      <a:pt x="31068" y="121955"/>
                      <a:pt x="47400" y="128729"/>
                      <a:pt x="64427" y="128729"/>
                    </a:cubicBezTo>
                    <a:close/>
                  </a:path>
                </a:pathLst>
              </a:custGeom>
              <a:solidFill>
                <a:srgbClr val="E7E41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4" name="任意多边形: 形状 1453"/>
              <p:cNvSpPr/>
              <p:nvPr/>
            </p:nvSpPr>
            <p:spPr>
              <a:xfrm>
                <a:off x="17482576" y="8329731"/>
                <a:ext cx="223200" cy="223200"/>
              </a:xfrm>
              <a:custGeom>
                <a:avLst/>
                <a:gdLst>
                  <a:gd name="csX0" fmla="*/ 64395 w 128409"/>
                  <a:gd name="csY0" fmla="*/ 128776 h 128573"/>
                  <a:gd name="csX1" fmla="*/ 109795 w 128409"/>
                  <a:gd name="csY1" fmla="*/ 109946 h 128573"/>
                  <a:gd name="csX2" fmla="*/ 128600 w 128409"/>
                  <a:gd name="csY2" fmla="*/ 64489 h 128573"/>
                  <a:gd name="csX3" fmla="*/ 109795 w 128409"/>
                  <a:gd name="csY3" fmla="*/ 19031 h 128573"/>
                  <a:gd name="csX4" fmla="*/ 64395 w 128409"/>
                  <a:gd name="csY4" fmla="*/ 202 h 128573"/>
                  <a:gd name="csX5" fmla="*/ 18996 w 128409"/>
                  <a:gd name="csY5" fmla="*/ 19031 h 128573"/>
                  <a:gd name="csX6" fmla="*/ 191 w 128409"/>
                  <a:gd name="csY6" fmla="*/ 64489 h 128573"/>
                  <a:gd name="csX7" fmla="*/ 18996 w 128409"/>
                  <a:gd name="csY7" fmla="*/ 109946 h 128573"/>
                  <a:gd name="csX8" fmla="*/ 64395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5" y="128776"/>
                    </a:moveTo>
                    <a:cubicBezTo>
                      <a:pt x="81423" y="128776"/>
                      <a:pt x="97755" y="122002"/>
                      <a:pt x="109795" y="109946"/>
                    </a:cubicBezTo>
                    <a:cubicBezTo>
                      <a:pt x="121835" y="97891"/>
                      <a:pt x="128600" y="81538"/>
                      <a:pt x="128600" y="64489"/>
                    </a:cubicBezTo>
                    <a:cubicBezTo>
                      <a:pt x="128600" y="47440"/>
                      <a:pt x="121835" y="31087"/>
                      <a:pt x="109795" y="19031"/>
                    </a:cubicBezTo>
                    <a:cubicBezTo>
                      <a:pt x="97755" y="6976"/>
                      <a:pt x="81423" y="202"/>
                      <a:pt x="64395" y="202"/>
                    </a:cubicBezTo>
                    <a:cubicBezTo>
                      <a:pt x="47368" y="202"/>
                      <a:pt x="31036" y="6976"/>
                      <a:pt x="18996" y="19031"/>
                    </a:cubicBezTo>
                    <a:cubicBezTo>
                      <a:pt x="6956" y="31087"/>
                      <a:pt x="191" y="47440"/>
                      <a:pt x="191" y="64489"/>
                    </a:cubicBezTo>
                    <a:cubicBezTo>
                      <a:pt x="191" y="81538"/>
                      <a:pt x="6956" y="97891"/>
                      <a:pt x="18996" y="109946"/>
                    </a:cubicBezTo>
                    <a:cubicBezTo>
                      <a:pt x="31036" y="122002"/>
                      <a:pt x="47368" y="128776"/>
                      <a:pt x="64395" y="128776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5" name="任意多边形: 形状 1454"/>
              <p:cNvSpPr/>
              <p:nvPr/>
            </p:nvSpPr>
            <p:spPr>
              <a:xfrm>
                <a:off x="16566842" y="7188721"/>
                <a:ext cx="223200" cy="223200"/>
              </a:xfrm>
              <a:custGeom>
                <a:avLst/>
                <a:gdLst>
                  <a:gd name="csX0" fmla="*/ 64365 w 128409"/>
                  <a:gd name="csY0" fmla="*/ 128738 h 128573"/>
                  <a:gd name="csX1" fmla="*/ 109765 w 128409"/>
                  <a:gd name="csY1" fmla="*/ 109909 h 128573"/>
                  <a:gd name="csX2" fmla="*/ 128570 w 128409"/>
                  <a:gd name="csY2" fmla="*/ 64451 h 128573"/>
                  <a:gd name="csX3" fmla="*/ 109765 w 128409"/>
                  <a:gd name="csY3" fmla="*/ 18994 h 128573"/>
                  <a:gd name="csX4" fmla="*/ 64365 w 128409"/>
                  <a:gd name="csY4" fmla="*/ 164 h 128573"/>
                  <a:gd name="csX5" fmla="*/ 18965 w 128409"/>
                  <a:gd name="csY5" fmla="*/ 18994 h 128573"/>
                  <a:gd name="csX6" fmla="*/ 160 w 128409"/>
                  <a:gd name="csY6" fmla="*/ 64451 h 128573"/>
                  <a:gd name="csX7" fmla="*/ 18965 w 128409"/>
                  <a:gd name="csY7" fmla="*/ 109909 h 128573"/>
                  <a:gd name="csX8" fmla="*/ 64365 w 128409"/>
                  <a:gd name="csY8" fmla="*/ 12873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5" y="128738"/>
                    </a:moveTo>
                    <a:cubicBezTo>
                      <a:pt x="81392" y="128738"/>
                      <a:pt x="97724" y="121964"/>
                      <a:pt x="109765" y="109909"/>
                    </a:cubicBezTo>
                    <a:cubicBezTo>
                      <a:pt x="121805" y="97853"/>
                      <a:pt x="128570" y="81500"/>
                      <a:pt x="128570" y="64451"/>
                    </a:cubicBezTo>
                    <a:cubicBezTo>
                      <a:pt x="128570" y="47402"/>
                      <a:pt x="121805" y="31049"/>
                      <a:pt x="109765" y="18994"/>
                    </a:cubicBezTo>
                    <a:cubicBezTo>
                      <a:pt x="97724" y="6938"/>
                      <a:pt x="81392" y="164"/>
                      <a:pt x="64365" y="164"/>
                    </a:cubicBezTo>
                    <a:cubicBezTo>
                      <a:pt x="47338" y="164"/>
                      <a:pt x="31005" y="6938"/>
                      <a:pt x="18965" y="18994"/>
                    </a:cubicBezTo>
                    <a:cubicBezTo>
                      <a:pt x="6925" y="31049"/>
                      <a:pt x="160" y="47402"/>
                      <a:pt x="160" y="64451"/>
                    </a:cubicBezTo>
                    <a:cubicBezTo>
                      <a:pt x="160" y="81500"/>
                      <a:pt x="6925" y="97853"/>
                      <a:pt x="18965" y="109909"/>
                    </a:cubicBezTo>
                    <a:cubicBezTo>
                      <a:pt x="31005" y="121964"/>
                      <a:pt x="47338" y="128738"/>
                      <a:pt x="64365" y="128738"/>
                    </a:cubicBezTo>
                    <a:close/>
                  </a:path>
                </a:pathLst>
              </a:custGeom>
              <a:solidFill>
                <a:srgbClr val="FDE72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6" name="任意多边形: 形状 1455"/>
              <p:cNvSpPr/>
              <p:nvPr/>
            </p:nvSpPr>
            <p:spPr>
              <a:xfrm>
                <a:off x="17501446" y="8069892"/>
                <a:ext cx="223200" cy="223200"/>
              </a:xfrm>
              <a:custGeom>
                <a:avLst/>
                <a:gdLst>
                  <a:gd name="csX0" fmla="*/ 64396 w 128409"/>
                  <a:gd name="csY0" fmla="*/ 128767 h 128573"/>
                  <a:gd name="csX1" fmla="*/ 109795 w 128409"/>
                  <a:gd name="csY1" fmla="*/ 109938 h 128573"/>
                  <a:gd name="csX2" fmla="*/ 128601 w 128409"/>
                  <a:gd name="csY2" fmla="*/ 64480 h 128573"/>
                  <a:gd name="csX3" fmla="*/ 109795 w 128409"/>
                  <a:gd name="csY3" fmla="*/ 19023 h 128573"/>
                  <a:gd name="csX4" fmla="*/ 64396 w 128409"/>
                  <a:gd name="csY4" fmla="*/ 194 h 128573"/>
                  <a:gd name="csX5" fmla="*/ 18996 w 128409"/>
                  <a:gd name="csY5" fmla="*/ 19023 h 128573"/>
                  <a:gd name="csX6" fmla="*/ 191 w 128409"/>
                  <a:gd name="csY6" fmla="*/ 64480 h 128573"/>
                  <a:gd name="csX7" fmla="*/ 18996 w 128409"/>
                  <a:gd name="csY7" fmla="*/ 109938 h 128573"/>
                  <a:gd name="csX8" fmla="*/ 64396 w 128409"/>
                  <a:gd name="csY8" fmla="*/ 12876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67"/>
                    </a:moveTo>
                    <a:cubicBezTo>
                      <a:pt x="81423" y="128767"/>
                      <a:pt x="97755" y="121993"/>
                      <a:pt x="109795" y="109938"/>
                    </a:cubicBezTo>
                    <a:cubicBezTo>
                      <a:pt x="121836" y="97882"/>
                      <a:pt x="128601" y="81529"/>
                      <a:pt x="128601" y="64480"/>
                    </a:cubicBezTo>
                    <a:cubicBezTo>
                      <a:pt x="128601" y="47431"/>
                      <a:pt x="121836" y="31078"/>
                      <a:pt x="109795" y="19023"/>
                    </a:cubicBezTo>
                    <a:cubicBezTo>
                      <a:pt x="97755" y="6967"/>
                      <a:pt x="81423" y="194"/>
                      <a:pt x="64396" y="194"/>
                    </a:cubicBezTo>
                    <a:cubicBezTo>
                      <a:pt x="47369" y="194"/>
                      <a:pt x="31036" y="6967"/>
                      <a:pt x="18996" y="19023"/>
                    </a:cubicBezTo>
                    <a:cubicBezTo>
                      <a:pt x="6956" y="31078"/>
                      <a:pt x="191" y="47431"/>
                      <a:pt x="191" y="64480"/>
                    </a:cubicBezTo>
                    <a:cubicBezTo>
                      <a:pt x="191" y="81529"/>
                      <a:pt x="6956" y="97882"/>
                      <a:pt x="18996" y="109938"/>
                    </a:cubicBezTo>
                    <a:cubicBezTo>
                      <a:pt x="31036" y="121993"/>
                      <a:pt x="47369" y="128767"/>
                      <a:pt x="64396" y="128767"/>
                    </a:cubicBezTo>
                    <a:close/>
                  </a:path>
                </a:pathLst>
              </a:custGeom>
              <a:solidFill>
                <a:srgbClr val="481F7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7" name="任意多边形: 形状 1456"/>
              <p:cNvSpPr/>
              <p:nvPr/>
            </p:nvSpPr>
            <p:spPr>
              <a:xfrm>
                <a:off x="17811233" y="6920607"/>
                <a:ext cx="223200" cy="223200"/>
              </a:xfrm>
              <a:custGeom>
                <a:avLst/>
                <a:gdLst>
                  <a:gd name="csX0" fmla="*/ 64406 w 128409"/>
                  <a:gd name="csY0" fmla="*/ 128729 h 128573"/>
                  <a:gd name="csX1" fmla="*/ 109806 w 128409"/>
                  <a:gd name="csY1" fmla="*/ 109900 h 128573"/>
                  <a:gd name="csX2" fmla="*/ 128611 w 128409"/>
                  <a:gd name="csY2" fmla="*/ 64442 h 128573"/>
                  <a:gd name="csX3" fmla="*/ 109806 w 128409"/>
                  <a:gd name="csY3" fmla="*/ 18985 h 128573"/>
                  <a:gd name="csX4" fmla="*/ 64406 w 128409"/>
                  <a:gd name="csY4" fmla="*/ 156 h 128573"/>
                  <a:gd name="csX5" fmla="*/ 19007 w 128409"/>
                  <a:gd name="csY5" fmla="*/ 18985 h 128573"/>
                  <a:gd name="csX6" fmla="*/ 201 w 128409"/>
                  <a:gd name="csY6" fmla="*/ 64442 h 128573"/>
                  <a:gd name="csX7" fmla="*/ 19007 w 128409"/>
                  <a:gd name="csY7" fmla="*/ 109900 h 128573"/>
                  <a:gd name="csX8" fmla="*/ 64406 w 128409"/>
                  <a:gd name="csY8" fmla="*/ 12872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6" y="128729"/>
                    </a:moveTo>
                    <a:cubicBezTo>
                      <a:pt x="81433" y="128729"/>
                      <a:pt x="97766" y="121955"/>
                      <a:pt x="109806" y="109900"/>
                    </a:cubicBezTo>
                    <a:cubicBezTo>
                      <a:pt x="121846" y="97844"/>
                      <a:pt x="128611" y="81491"/>
                      <a:pt x="128611" y="64442"/>
                    </a:cubicBezTo>
                    <a:cubicBezTo>
                      <a:pt x="128611" y="47393"/>
                      <a:pt x="121846" y="31040"/>
                      <a:pt x="109806" y="18985"/>
                    </a:cubicBezTo>
                    <a:cubicBezTo>
                      <a:pt x="97766" y="6929"/>
                      <a:pt x="81433" y="156"/>
                      <a:pt x="64406" y="156"/>
                    </a:cubicBezTo>
                    <a:cubicBezTo>
                      <a:pt x="47379" y="156"/>
                      <a:pt x="31047" y="6929"/>
                      <a:pt x="19007" y="18985"/>
                    </a:cubicBezTo>
                    <a:cubicBezTo>
                      <a:pt x="6966" y="31040"/>
                      <a:pt x="201" y="47393"/>
                      <a:pt x="201" y="64442"/>
                    </a:cubicBezTo>
                    <a:cubicBezTo>
                      <a:pt x="201" y="81491"/>
                      <a:pt x="6966" y="97844"/>
                      <a:pt x="19007" y="109900"/>
                    </a:cubicBezTo>
                    <a:cubicBezTo>
                      <a:pt x="31047" y="121955"/>
                      <a:pt x="47379" y="128729"/>
                      <a:pt x="64406" y="128729"/>
                    </a:cubicBezTo>
                    <a:close/>
                  </a:path>
                </a:pathLst>
              </a:custGeom>
              <a:solidFill>
                <a:srgbClr val="58C76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8" name="任意多边形: 形状 1457"/>
              <p:cNvSpPr/>
              <p:nvPr/>
            </p:nvSpPr>
            <p:spPr>
              <a:xfrm>
                <a:off x="18300245" y="7494995"/>
                <a:ext cx="223200" cy="223200"/>
              </a:xfrm>
              <a:custGeom>
                <a:avLst/>
                <a:gdLst>
                  <a:gd name="csX0" fmla="*/ 64422 w 128409"/>
                  <a:gd name="csY0" fmla="*/ 128748 h 128573"/>
                  <a:gd name="csX1" fmla="*/ 109822 w 128409"/>
                  <a:gd name="csY1" fmla="*/ 109919 h 128573"/>
                  <a:gd name="csX2" fmla="*/ 128627 w 128409"/>
                  <a:gd name="csY2" fmla="*/ 64461 h 128573"/>
                  <a:gd name="csX3" fmla="*/ 109822 w 128409"/>
                  <a:gd name="csY3" fmla="*/ 19004 h 128573"/>
                  <a:gd name="csX4" fmla="*/ 64422 w 128409"/>
                  <a:gd name="csY4" fmla="*/ 175 h 128573"/>
                  <a:gd name="csX5" fmla="*/ 19023 w 128409"/>
                  <a:gd name="csY5" fmla="*/ 19004 h 128573"/>
                  <a:gd name="csX6" fmla="*/ 218 w 128409"/>
                  <a:gd name="csY6" fmla="*/ 64461 h 128573"/>
                  <a:gd name="csX7" fmla="*/ 19023 w 128409"/>
                  <a:gd name="csY7" fmla="*/ 109919 h 128573"/>
                  <a:gd name="csX8" fmla="*/ 64422 w 128409"/>
                  <a:gd name="csY8" fmla="*/ 12874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2" y="128748"/>
                    </a:moveTo>
                    <a:cubicBezTo>
                      <a:pt x="81450" y="128748"/>
                      <a:pt x="97782" y="121974"/>
                      <a:pt x="109822" y="109919"/>
                    </a:cubicBezTo>
                    <a:cubicBezTo>
                      <a:pt x="121862" y="97863"/>
                      <a:pt x="128627" y="81510"/>
                      <a:pt x="128627" y="64461"/>
                    </a:cubicBezTo>
                    <a:cubicBezTo>
                      <a:pt x="128627" y="47412"/>
                      <a:pt x="121862" y="31059"/>
                      <a:pt x="109822" y="19004"/>
                    </a:cubicBezTo>
                    <a:cubicBezTo>
                      <a:pt x="97782" y="6948"/>
                      <a:pt x="81450" y="175"/>
                      <a:pt x="64422" y="175"/>
                    </a:cubicBezTo>
                    <a:cubicBezTo>
                      <a:pt x="47395" y="175"/>
                      <a:pt x="31063" y="6948"/>
                      <a:pt x="19023" y="19004"/>
                    </a:cubicBezTo>
                    <a:cubicBezTo>
                      <a:pt x="6983" y="31059"/>
                      <a:pt x="218" y="47412"/>
                      <a:pt x="218" y="64461"/>
                    </a:cubicBezTo>
                    <a:cubicBezTo>
                      <a:pt x="218" y="81510"/>
                      <a:pt x="6983" y="97863"/>
                      <a:pt x="19023" y="109919"/>
                    </a:cubicBezTo>
                    <a:cubicBezTo>
                      <a:pt x="31063" y="121974"/>
                      <a:pt x="47395" y="128748"/>
                      <a:pt x="64422" y="128748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59" name="任意多边形: 形状 1458"/>
              <p:cNvSpPr/>
              <p:nvPr/>
            </p:nvSpPr>
            <p:spPr>
              <a:xfrm>
                <a:off x="17838496" y="8056689"/>
                <a:ext cx="223200" cy="223200"/>
              </a:xfrm>
              <a:custGeom>
                <a:avLst/>
                <a:gdLst>
                  <a:gd name="csX0" fmla="*/ 64407 w 128409"/>
                  <a:gd name="csY0" fmla="*/ 128767 h 128573"/>
                  <a:gd name="csX1" fmla="*/ 109807 w 128409"/>
                  <a:gd name="csY1" fmla="*/ 109937 h 128573"/>
                  <a:gd name="csX2" fmla="*/ 128612 w 128409"/>
                  <a:gd name="csY2" fmla="*/ 64480 h 128573"/>
                  <a:gd name="csX3" fmla="*/ 109807 w 128409"/>
                  <a:gd name="csY3" fmla="*/ 19022 h 128573"/>
                  <a:gd name="csX4" fmla="*/ 64407 w 128409"/>
                  <a:gd name="csY4" fmla="*/ 193 h 128573"/>
                  <a:gd name="csX5" fmla="*/ 19007 w 128409"/>
                  <a:gd name="csY5" fmla="*/ 19022 h 128573"/>
                  <a:gd name="csX6" fmla="*/ 202 w 128409"/>
                  <a:gd name="csY6" fmla="*/ 64480 h 128573"/>
                  <a:gd name="csX7" fmla="*/ 19007 w 128409"/>
                  <a:gd name="csY7" fmla="*/ 109937 h 128573"/>
                  <a:gd name="csX8" fmla="*/ 64407 w 128409"/>
                  <a:gd name="csY8" fmla="*/ 12876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7" y="128767"/>
                    </a:moveTo>
                    <a:cubicBezTo>
                      <a:pt x="81434" y="128767"/>
                      <a:pt x="97767" y="121993"/>
                      <a:pt x="109807" y="109937"/>
                    </a:cubicBezTo>
                    <a:cubicBezTo>
                      <a:pt x="121847" y="97882"/>
                      <a:pt x="128612" y="81529"/>
                      <a:pt x="128612" y="64480"/>
                    </a:cubicBezTo>
                    <a:cubicBezTo>
                      <a:pt x="128612" y="47431"/>
                      <a:pt x="121847" y="31078"/>
                      <a:pt x="109807" y="19022"/>
                    </a:cubicBezTo>
                    <a:cubicBezTo>
                      <a:pt x="97767" y="6967"/>
                      <a:pt x="81434" y="193"/>
                      <a:pt x="64407" y="193"/>
                    </a:cubicBezTo>
                    <a:cubicBezTo>
                      <a:pt x="47380" y="193"/>
                      <a:pt x="31048" y="6967"/>
                      <a:pt x="19007" y="19022"/>
                    </a:cubicBezTo>
                    <a:cubicBezTo>
                      <a:pt x="6967" y="31078"/>
                      <a:pt x="202" y="47431"/>
                      <a:pt x="202" y="64480"/>
                    </a:cubicBezTo>
                    <a:cubicBezTo>
                      <a:pt x="202" y="81529"/>
                      <a:pt x="6967" y="97882"/>
                      <a:pt x="19007" y="109937"/>
                    </a:cubicBezTo>
                    <a:cubicBezTo>
                      <a:pt x="31048" y="121993"/>
                      <a:pt x="47380" y="128767"/>
                      <a:pt x="64407" y="128767"/>
                    </a:cubicBezTo>
                    <a:close/>
                  </a:path>
                </a:pathLst>
              </a:custGeom>
              <a:solidFill>
                <a:srgbClr val="45045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0" name="任意多边形: 形状 1459"/>
              <p:cNvSpPr/>
              <p:nvPr/>
            </p:nvSpPr>
            <p:spPr>
              <a:xfrm>
                <a:off x="17276083" y="7617548"/>
                <a:ext cx="223200" cy="223200"/>
              </a:xfrm>
              <a:custGeom>
                <a:avLst/>
                <a:gdLst>
                  <a:gd name="csX0" fmla="*/ 64388 w 128409"/>
                  <a:gd name="csY0" fmla="*/ 128752 h 128573"/>
                  <a:gd name="csX1" fmla="*/ 109788 w 128409"/>
                  <a:gd name="csY1" fmla="*/ 109923 h 128573"/>
                  <a:gd name="csX2" fmla="*/ 128593 w 128409"/>
                  <a:gd name="csY2" fmla="*/ 64465 h 128573"/>
                  <a:gd name="csX3" fmla="*/ 109788 w 128409"/>
                  <a:gd name="csY3" fmla="*/ 19008 h 128573"/>
                  <a:gd name="csX4" fmla="*/ 64388 w 128409"/>
                  <a:gd name="csY4" fmla="*/ 179 h 128573"/>
                  <a:gd name="csX5" fmla="*/ 18989 w 128409"/>
                  <a:gd name="csY5" fmla="*/ 19008 h 128573"/>
                  <a:gd name="csX6" fmla="*/ 184 w 128409"/>
                  <a:gd name="csY6" fmla="*/ 64465 h 128573"/>
                  <a:gd name="csX7" fmla="*/ 18989 w 128409"/>
                  <a:gd name="csY7" fmla="*/ 109923 h 128573"/>
                  <a:gd name="csX8" fmla="*/ 64388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8" y="128752"/>
                    </a:moveTo>
                    <a:cubicBezTo>
                      <a:pt x="81416" y="128752"/>
                      <a:pt x="97748" y="121978"/>
                      <a:pt x="109788" y="109923"/>
                    </a:cubicBezTo>
                    <a:cubicBezTo>
                      <a:pt x="121828" y="97867"/>
                      <a:pt x="128593" y="81514"/>
                      <a:pt x="128593" y="64465"/>
                    </a:cubicBezTo>
                    <a:cubicBezTo>
                      <a:pt x="128593" y="47416"/>
                      <a:pt x="121828" y="31063"/>
                      <a:pt x="109788" y="19008"/>
                    </a:cubicBezTo>
                    <a:cubicBezTo>
                      <a:pt x="97748" y="6952"/>
                      <a:pt x="81416" y="179"/>
                      <a:pt x="64388" y="179"/>
                    </a:cubicBezTo>
                    <a:cubicBezTo>
                      <a:pt x="47361" y="179"/>
                      <a:pt x="31029" y="6952"/>
                      <a:pt x="18989" y="19008"/>
                    </a:cubicBezTo>
                    <a:cubicBezTo>
                      <a:pt x="6949" y="31063"/>
                      <a:pt x="184" y="47416"/>
                      <a:pt x="184" y="64465"/>
                    </a:cubicBezTo>
                    <a:cubicBezTo>
                      <a:pt x="184" y="81514"/>
                      <a:pt x="6949" y="97867"/>
                      <a:pt x="18989" y="109923"/>
                    </a:cubicBezTo>
                    <a:cubicBezTo>
                      <a:pt x="31029" y="121978"/>
                      <a:pt x="47361" y="128752"/>
                      <a:pt x="64388" y="128752"/>
                    </a:cubicBezTo>
                    <a:close/>
                  </a:path>
                </a:pathLst>
              </a:custGeom>
              <a:solidFill>
                <a:srgbClr val="45378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1" name="任意多边形: 形状 1460"/>
              <p:cNvSpPr/>
              <p:nvPr/>
            </p:nvSpPr>
            <p:spPr>
              <a:xfrm>
                <a:off x="18219949" y="8564335"/>
                <a:ext cx="223200" cy="223200"/>
              </a:xfrm>
              <a:custGeom>
                <a:avLst/>
                <a:gdLst>
                  <a:gd name="csX0" fmla="*/ 64420 w 128409"/>
                  <a:gd name="csY0" fmla="*/ 128783 h 128573"/>
                  <a:gd name="csX1" fmla="*/ 109819 w 128409"/>
                  <a:gd name="csY1" fmla="*/ 109954 h 128573"/>
                  <a:gd name="csX2" fmla="*/ 128624 w 128409"/>
                  <a:gd name="csY2" fmla="*/ 64497 h 128573"/>
                  <a:gd name="csX3" fmla="*/ 109819 w 128409"/>
                  <a:gd name="csY3" fmla="*/ 19039 h 128573"/>
                  <a:gd name="csX4" fmla="*/ 64420 w 128409"/>
                  <a:gd name="csY4" fmla="*/ 210 h 128573"/>
                  <a:gd name="csX5" fmla="*/ 19020 w 128409"/>
                  <a:gd name="csY5" fmla="*/ 19039 h 128573"/>
                  <a:gd name="csX6" fmla="*/ 215 w 128409"/>
                  <a:gd name="csY6" fmla="*/ 64497 h 128573"/>
                  <a:gd name="csX7" fmla="*/ 19020 w 128409"/>
                  <a:gd name="csY7" fmla="*/ 109954 h 128573"/>
                  <a:gd name="csX8" fmla="*/ 64420 w 128409"/>
                  <a:gd name="csY8" fmla="*/ 12878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0" y="128783"/>
                    </a:moveTo>
                    <a:cubicBezTo>
                      <a:pt x="81447" y="128783"/>
                      <a:pt x="97779" y="122010"/>
                      <a:pt x="109819" y="109954"/>
                    </a:cubicBezTo>
                    <a:cubicBezTo>
                      <a:pt x="121859" y="97899"/>
                      <a:pt x="128624" y="81546"/>
                      <a:pt x="128624" y="64497"/>
                    </a:cubicBezTo>
                    <a:cubicBezTo>
                      <a:pt x="128624" y="47448"/>
                      <a:pt x="121859" y="31095"/>
                      <a:pt x="109819" y="19039"/>
                    </a:cubicBezTo>
                    <a:cubicBezTo>
                      <a:pt x="97779" y="6984"/>
                      <a:pt x="81447" y="210"/>
                      <a:pt x="64420" y="210"/>
                    </a:cubicBezTo>
                    <a:cubicBezTo>
                      <a:pt x="47392" y="210"/>
                      <a:pt x="31060" y="6984"/>
                      <a:pt x="19020" y="19039"/>
                    </a:cubicBezTo>
                    <a:cubicBezTo>
                      <a:pt x="6980" y="31095"/>
                      <a:pt x="215" y="47448"/>
                      <a:pt x="215" y="64497"/>
                    </a:cubicBezTo>
                    <a:cubicBezTo>
                      <a:pt x="215" y="81546"/>
                      <a:pt x="6980" y="97899"/>
                      <a:pt x="19020" y="109954"/>
                    </a:cubicBezTo>
                    <a:cubicBezTo>
                      <a:pt x="31060" y="122010"/>
                      <a:pt x="47392" y="128783"/>
                      <a:pt x="64420" y="128783"/>
                    </a:cubicBezTo>
                    <a:close/>
                  </a:path>
                </a:pathLst>
              </a:custGeom>
              <a:solidFill>
                <a:srgbClr val="2AB07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2" name="任意多边形: 形状 1461"/>
              <p:cNvSpPr/>
              <p:nvPr/>
            </p:nvSpPr>
            <p:spPr>
              <a:xfrm>
                <a:off x="16841115" y="7618145"/>
                <a:ext cx="223200" cy="223200"/>
              </a:xfrm>
              <a:custGeom>
                <a:avLst/>
                <a:gdLst>
                  <a:gd name="csX0" fmla="*/ 64374 w 128409"/>
                  <a:gd name="csY0" fmla="*/ 128752 h 128573"/>
                  <a:gd name="csX1" fmla="*/ 109774 w 128409"/>
                  <a:gd name="csY1" fmla="*/ 109923 h 128573"/>
                  <a:gd name="csX2" fmla="*/ 128579 w 128409"/>
                  <a:gd name="csY2" fmla="*/ 64465 h 128573"/>
                  <a:gd name="csX3" fmla="*/ 109774 w 128409"/>
                  <a:gd name="csY3" fmla="*/ 19008 h 128573"/>
                  <a:gd name="csX4" fmla="*/ 64374 w 128409"/>
                  <a:gd name="csY4" fmla="*/ 179 h 128573"/>
                  <a:gd name="csX5" fmla="*/ 18974 w 128409"/>
                  <a:gd name="csY5" fmla="*/ 19008 h 128573"/>
                  <a:gd name="csX6" fmla="*/ 169 w 128409"/>
                  <a:gd name="csY6" fmla="*/ 64465 h 128573"/>
                  <a:gd name="csX7" fmla="*/ 18974 w 128409"/>
                  <a:gd name="csY7" fmla="*/ 109923 h 128573"/>
                  <a:gd name="csX8" fmla="*/ 64374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4" y="128752"/>
                    </a:moveTo>
                    <a:cubicBezTo>
                      <a:pt x="81401" y="128752"/>
                      <a:pt x="97733" y="121978"/>
                      <a:pt x="109774" y="109923"/>
                    </a:cubicBezTo>
                    <a:cubicBezTo>
                      <a:pt x="121814" y="97867"/>
                      <a:pt x="128579" y="81514"/>
                      <a:pt x="128579" y="64465"/>
                    </a:cubicBezTo>
                    <a:cubicBezTo>
                      <a:pt x="128579" y="47416"/>
                      <a:pt x="121814" y="31063"/>
                      <a:pt x="109774" y="19008"/>
                    </a:cubicBezTo>
                    <a:cubicBezTo>
                      <a:pt x="97733" y="6952"/>
                      <a:pt x="81401" y="179"/>
                      <a:pt x="64374" y="179"/>
                    </a:cubicBezTo>
                    <a:cubicBezTo>
                      <a:pt x="47347" y="179"/>
                      <a:pt x="31015" y="6952"/>
                      <a:pt x="18974" y="19008"/>
                    </a:cubicBezTo>
                    <a:cubicBezTo>
                      <a:pt x="6934" y="31063"/>
                      <a:pt x="169" y="47416"/>
                      <a:pt x="169" y="64465"/>
                    </a:cubicBezTo>
                    <a:cubicBezTo>
                      <a:pt x="169" y="81514"/>
                      <a:pt x="6934" y="97867"/>
                      <a:pt x="18974" y="109923"/>
                    </a:cubicBezTo>
                    <a:cubicBezTo>
                      <a:pt x="31015" y="121978"/>
                      <a:pt x="47347" y="128752"/>
                      <a:pt x="64374" y="128752"/>
                    </a:cubicBezTo>
                    <a:close/>
                  </a:path>
                </a:pathLst>
              </a:custGeom>
              <a:solidFill>
                <a:srgbClr val="2191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3" name="任意多边形: 形状 1462"/>
              <p:cNvSpPr/>
              <p:nvPr/>
            </p:nvSpPr>
            <p:spPr>
              <a:xfrm>
                <a:off x="17600203" y="6810591"/>
                <a:ext cx="223200" cy="223200"/>
              </a:xfrm>
              <a:custGeom>
                <a:avLst/>
                <a:gdLst>
                  <a:gd name="csX0" fmla="*/ 64399 w 128409"/>
                  <a:gd name="csY0" fmla="*/ 128725 h 128573"/>
                  <a:gd name="csX1" fmla="*/ 109799 w 128409"/>
                  <a:gd name="csY1" fmla="*/ 109896 h 128573"/>
                  <a:gd name="csX2" fmla="*/ 128604 w 128409"/>
                  <a:gd name="csY2" fmla="*/ 64439 h 128573"/>
                  <a:gd name="csX3" fmla="*/ 109799 w 128409"/>
                  <a:gd name="csY3" fmla="*/ 18981 h 128573"/>
                  <a:gd name="csX4" fmla="*/ 64399 w 128409"/>
                  <a:gd name="csY4" fmla="*/ 152 h 128573"/>
                  <a:gd name="csX5" fmla="*/ 19000 w 128409"/>
                  <a:gd name="csY5" fmla="*/ 18981 h 128573"/>
                  <a:gd name="csX6" fmla="*/ 194 w 128409"/>
                  <a:gd name="csY6" fmla="*/ 64439 h 128573"/>
                  <a:gd name="csX7" fmla="*/ 19000 w 128409"/>
                  <a:gd name="csY7" fmla="*/ 109896 h 128573"/>
                  <a:gd name="csX8" fmla="*/ 64399 w 128409"/>
                  <a:gd name="csY8" fmla="*/ 12872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9" y="128725"/>
                    </a:moveTo>
                    <a:cubicBezTo>
                      <a:pt x="81426" y="128725"/>
                      <a:pt x="97759" y="121952"/>
                      <a:pt x="109799" y="109896"/>
                    </a:cubicBezTo>
                    <a:cubicBezTo>
                      <a:pt x="121839" y="97841"/>
                      <a:pt x="128604" y="81488"/>
                      <a:pt x="128604" y="64439"/>
                    </a:cubicBezTo>
                    <a:cubicBezTo>
                      <a:pt x="128604" y="47390"/>
                      <a:pt x="121839" y="31037"/>
                      <a:pt x="109799" y="18981"/>
                    </a:cubicBezTo>
                    <a:cubicBezTo>
                      <a:pt x="97759" y="6926"/>
                      <a:pt x="81426" y="152"/>
                      <a:pt x="64399" y="152"/>
                    </a:cubicBezTo>
                    <a:cubicBezTo>
                      <a:pt x="47372" y="152"/>
                      <a:pt x="31040" y="6926"/>
                      <a:pt x="19000" y="18981"/>
                    </a:cubicBezTo>
                    <a:cubicBezTo>
                      <a:pt x="6959" y="31037"/>
                      <a:pt x="194" y="47390"/>
                      <a:pt x="194" y="64439"/>
                    </a:cubicBezTo>
                    <a:cubicBezTo>
                      <a:pt x="194" y="81488"/>
                      <a:pt x="6959" y="97841"/>
                      <a:pt x="19000" y="109896"/>
                    </a:cubicBezTo>
                    <a:cubicBezTo>
                      <a:pt x="31040" y="121952"/>
                      <a:pt x="47372" y="128725"/>
                      <a:pt x="64399" y="128725"/>
                    </a:cubicBezTo>
                    <a:close/>
                  </a:path>
                </a:pathLst>
              </a:custGeom>
              <a:solidFill>
                <a:srgbClr val="A8DB3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4" name="任意多边形: 形状 1463"/>
              <p:cNvSpPr/>
              <p:nvPr/>
            </p:nvSpPr>
            <p:spPr>
              <a:xfrm>
                <a:off x="17043301" y="7675418"/>
                <a:ext cx="223200" cy="223200"/>
              </a:xfrm>
              <a:custGeom>
                <a:avLst/>
                <a:gdLst>
                  <a:gd name="csX0" fmla="*/ 64381 w 128409"/>
                  <a:gd name="csY0" fmla="*/ 128754 h 128573"/>
                  <a:gd name="csX1" fmla="*/ 109780 w 128409"/>
                  <a:gd name="csY1" fmla="*/ 109925 h 128573"/>
                  <a:gd name="csX2" fmla="*/ 128585 w 128409"/>
                  <a:gd name="csY2" fmla="*/ 64467 h 128573"/>
                  <a:gd name="csX3" fmla="*/ 109780 w 128409"/>
                  <a:gd name="csY3" fmla="*/ 19010 h 128573"/>
                  <a:gd name="csX4" fmla="*/ 64381 w 128409"/>
                  <a:gd name="csY4" fmla="*/ 181 h 128573"/>
                  <a:gd name="csX5" fmla="*/ 18981 w 128409"/>
                  <a:gd name="csY5" fmla="*/ 19010 h 128573"/>
                  <a:gd name="csX6" fmla="*/ 176 w 128409"/>
                  <a:gd name="csY6" fmla="*/ 64467 h 128573"/>
                  <a:gd name="csX7" fmla="*/ 18981 w 128409"/>
                  <a:gd name="csY7" fmla="*/ 109925 h 128573"/>
                  <a:gd name="csX8" fmla="*/ 64381 w 128409"/>
                  <a:gd name="csY8" fmla="*/ 12875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1" y="128754"/>
                    </a:moveTo>
                    <a:cubicBezTo>
                      <a:pt x="81408" y="128754"/>
                      <a:pt x="97740" y="121980"/>
                      <a:pt x="109780" y="109925"/>
                    </a:cubicBezTo>
                    <a:cubicBezTo>
                      <a:pt x="121820" y="97869"/>
                      <a:pt x="128585" y="81516"/>
                      <a:pt x="128585" y="64467"/>
                    </a:cubicBezTo>
                    <a:cubicBezTo>
                      <a:pt x="128585" y="47418"/>
                      <a:pt x="121820" y="31065"/>
                      <a:pt x="109780" y="19010"/>
                    </a:cubicBezTo>
                    <a:cubicBezTo>
                      <a:pt x="97740" y="6954"/>
                      <a:pt x="81408" y="181"/>
                      <a:pt x="64381" y="181"/>
                    </a:cubicBezTo>
                    <a:cubicBezTo>
                      <a:pt x="47353" y="181"/>
                      <a:pt x="31021" y="6954"/>
                      <a:pt x="18981" y="19010"/>
                    </a:cubicBezTo>
                    <a:cubicBezTo>
                      <a:pt x="6941" y="31065"/>
                      <a:pt x="176" y="47418"/>
                      <a:pt x="176" y="64467"/>
                    </a:cubicBezTo>
                    <a:cubicBezTo>
                      <a:pt x="176" y="81516"/>
                      <a:pt x="6941" y="97869"/>
                      <a:pt x="18981" y="109925"/>
                    </a:cubicBezTo>
                    <a:cubicBezTo>
                      <a:pt x="31021" y="121980"/>
                      <a:pt x="47353" y="128754"/>
                      <a:pt x="64381" y="128754"/>
                    </a:cubicBezTo>
                    <a:close/>
                  </a:path>
                </a:pathLst>
              </a:custGeom>
              <a:solidFill>
                <a:srgbClr val="375B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5" name="任意多边形: 形状 1464"/>
              <p:cNvSpPr/>
              <p:nvPr/>
            </p:nvSpPr>
            <p:spPr>
              <a:xfrm>
                <a:off x="17082487" y="7846657"/>
                <a:ext cx="223200" cy="223200"/>
              </a:xfrm>
              <a:custGeom>
                <a:avLst/>
                <a:gdLst>
                  <a:gd name="csX0" fmla="*/ 64382 w 128409"/>
                  <a:gd name="csY0" fmla="*/ 128760 h 128573"/>
                  <a:gd name="csX1" fmla="*/ 109782 w 128409"/>
                  <a:gd name="csY1" fmla="*/ 109930 h 128573"/>
                  <a:gd name="csX2" fmla="*/ 128587 w 128409"/>
                  <a:gd name="csY2" fmla="*/ 64473 h 128573"/>
                  <a:gd name="csX3" fmla="*/ 109782 w 128409"/>
                  <a:gd name="csY3" fmla="*/ 19015 h 128573"/>
                  <a:gd name="csX4" fmla="*/ 64382 w 128409"/>
                  <a:gd name="csY4" fmla="*/ 186 h 128573"/>
                  <a:gd name="csX5" fmla="*/ 18982 w 128409"/>
                  <a:gd name="csY5" fmla="*/ 19015 h 128573"/>
                  <a:gd name="csX6" fmla="*/ 177 w 128409"/>
                  <a:gd name="csY6" fmla="*/ 64473 h 128573"/>
                  <a:gd name="csX7" fmla="*/ 18982 w 128409"/>
                  <a:gd name="csY7" fmla="*/ 109930 h 128573"/>
                  <a:gd name="csX8" fmla="*/ 64382 w 128409"/>
                  <a:gd name="csY8" fmla="*/ 12876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2" y="128760"/>
                    </a:moveTo>
                    <a:cubicBezTo>
                      <a:pt x="81409" y="128760"/>
                      <a:pt x="97741" y="121986"/>
                      <a:pt x="109782" y="109930"/>
                    </a:cubicBezTo>
                    <a:cubicBezTo>
                      <a:pt x="121822" y="97875"/>
                      <a:pt x="128587" y="81522"/>
                      <a:pt x="128587" y="64473"/>
                    </a:cubicBezTo>
                    <a:cubicBezTo>
                      <a:pt x="128587" y="47424"/>
                      <a:pt x="121822" y="31071"/>
                      <a:pt x="109782" y="19015"/>
                    </a:cubicBezTo>
                    <a:cubicBezTo>
                      <a:pt x="97741" y="6960"/>
                      <a:pt x="81409" y="186"/>
                      <a:pt x="64382" y="186"/>
                    </a:cubicBezTo>
                    <a:cubicBezTo>
                      <a:pt x="47355" y="186"/>
                      <a:pt x="31023" y="6960"/>
                      <a:pt x="18982" y="19015"/>
                    </a:cubicBezTo>
                    <a:cubicBezTo>
                      <a:pt x="6942" y="31071"/>
                      <a:pt x="177" y="47424"/>
                      <a:pt x="177" y="64473"/>
                    </a:cubicBezTo>
                    <a:cubicBezTo>
                      <a:pt x="177" y="81522"/>
                      <a:pt x="6942" y="97875"/>
                      <a:pt x="18982" y="109930"/>
                    </a:cubicBezTo>
                    <a:cubicBezTo>
                      <a:pt x="31023" y="121986"/>
                      <a:pt x="47355" y="128760"/>
                      <a:pt x="64382" y="128760"/>
                    </a:cubicBezTo>
                    <a:close/>
                  </a:path>
                </a:pathLst>
              </a:custGeom>
              <a:solidFill>
                <a:srgbClr val="3F488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6" name="任意多边形: 形状 1465"/>
              <p:cNvSpPr/>
              <p:nvPr/>
            </p:nvSpPr>
            <p:spPr>
              <a:xfrm>
                <a:off x="17365671" y="7622806"/>
                <a:ext cx="223200" cy="223200"/>
              </a:xfrm>
              <a:custGeom>
                <a:avLst/>
                <a:gdLst>
                  <a:gd name="csX0" fmla="*/ 64391 w 128409"/>
                  <a:gd name="csY0" fmla="*/ 128752 h 128573"/>
                  <a:gd name="csX1" fmla="*/ 109791 w 128409"/>
                  <a:gd name="csY1" fmla="*/ 109923 h 128573"/>
                  <a:gd name="csX2" fmla="*/ 128596 w 128409"/>
                  <a:gd name="csY2" fmla="*/ 64466 h 128573"/>
                  <a:gd name="csX3" fmla="*/ 109791 w 128409"/>
                  <a:gd name="csY3" fmla="*/ 19008 h 128573"/>
                  <a:gd name="csX4" fmla="*/ 64391 w 128409"/>
                  <a:gd name="csY4" fmla="*/ 179 h 128573"/>
                  <a:gd name="csX5" fmla="*/ 18992 w 128409"/>
                  <a:gd name="csY5" fmla="*/ 19008 h 128573"/>
                  <a:gd name="csX6" fmla="*/ 187 w 128409"/>
                  <a:gd name="csY6" fmla="*/ 64466 h 128573"/>
                  <a:gd name="csX7" fmla="*/ 18992 w 128409"/>
                  <a:gd name="csY7" fmla="*/ 109923 h 128573"/>
                  <a:gd name="csX8" fmla="*/ 64391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1" y="128752"/>
                    </a:moveTo>
                    <a:cubicBezTo>
                      <a:pt x="81419" y="128752"/>
                      <a:pt x="97751" y="121979"/>
                      <a:pt x="109791" y="109923"/>
                    </a:cubicBezTo>
                    <a:cubicBezTo>
                      <a:pt x="121831" y="97868"/>
                      <a:pt x="128596" y="81515"/>
                      <a:pt x="128596" y="64466"/>
                    </a:cubicBezTo>
                    <a:cubicBezTo>
                      <a:pt x="128596" y="47416"/>
                      <a:pt x="121831" y="31063"/>
                      <a:pt x="109791" y="19008"/>
                    </a:cubicBezTo>
                    <a:cubicBezTo>
                      <a:pt x="97751" y="6952"/>
                      <a:pt x="81419" y="179"/>
                      <a:pt x="64391" y="179"/>
                    </a:cubicBezTo>
                    <a:cubicBezTo>
                      <a:pt x="47364" y="179"/>
                      <a:pt x="31032" y="6952"/>
                      <a:pt x="18992" y="19008"/>
                    </a:cubicBezTo>
                    <a:cubicBezTo>
                      <a:pt x="6952" y="31063"/>
                      <a:pt x="187" y="47416"/>
                      <a:pt x="187" y="64466"/>
                    </a:cubicBezTo>
                    <a:cubicBezTo>
                      <a:pt x="187" y="81515"/>
                      <a:pt x="6952" y="97868"/>
                      <a:pt x="18992" y="109923"/>
                    </a:cubicBezTo>
                    <a:cubicBezTo>
                      <a:pt x="31032" y="121979"/>
                      <a:pt x="47364" y="128752"/>
                      <a:pt x="64391" y="128752"/>
                    </a:cubicBezTo>
                    <a:close/>
                  </a:path>
                </a:pathLst>
              </a:custGeom>
              <a:solidFill>
                <a:srgbClr val="48146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7" name="任意多边形: 形状 1466"/>
              <p:cNvSpPr/>
              <p:nvPr/>
            </p:nvSpPr>
            <p:spPr>
              <a:xfrm>
                <a:off x="18358098" y="7818638"/>
                <a:ext cx="223200" cy="223200"/>
              </a:xfrm>
              <a:custGeom>
                <a:avLst/>
                <a:gdLst>
                  <a:gd name="csX0" fmla="*/ 64424 w 128409"/>
                  <a:gd name="csY0" fmla="*/ 128759 h 128573"/>
                  <a:gd name="csX1" fmla="*/ 109824 w 128409"/>
                  <a:gd name="csY1" fmla="*/ 109930 h 128573"/>
                  <a:gd name="csX2" fmla="*/ 128629 w 128409"/>
                  <a:gd name="csY2" fmla="*/ 64472 h 128573"/>
                  <a:gd name="csX3" fmla="*/ 109824 w 128409"/>
                  <a:gd name="csY3" fmla="*/ 19014 h 128573"/>
                  <a:gd name="csX4" fmla="*/ 64424 w 128409"/>
                  <a:gd name="csY4" fmla="*/ 185 h 128573"/>
                  <a:gd name="csX5" fmla="*/ 19025 w 128409"/>
                  <a:gd name="csY5" fmla="*/ 19014 h 128573"/>
                  <a:gd name="csX6" fmla="*/ 220 w 128409"/>
                  <a:gd name="csY6" fmla="*/ 64472 h 128573"/>
                  <a:gd name="csX7" fmla="*/ 19025 w 128409"/>
                  <a:gd name="csY7" fmla="*/ 109930 h 128573"/>
                  <a:gd name="csX8" fmla="*/ 64424 w 128409"/>
                  <a:gd name="csY8" fmla="*/ 12875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4" y="128759"/>
                    </a:moveTo>
                    <a:cubicBezTo>
                      <a:pt x="81452" y="128759"/>
                      <a:pt x="97784" y="121985"/>
                      <a:pt x="109824" y="109930"/>
                    </a:cubicBezTo>
                    <a:cubicBezTo>
                      <a:pt x="121864" y="97874"/>
                      <a:pt x="128629" y="81521"/>
                      <a:pt x="128629" y="64472"/>
                    </a:cubicBezTo>
                    <a:cubicBezTo>
                      <a:pt x="128629" y="47423"/>
                      <a:pt x="121864" y="31070"/>
                      <a:pt x="109824" y="19014"/>
                    </a:cubicBezTo>
                    <a:cubicBezTo>
                      <a:pt x="97784" y="6959"/>
                      <a:pt x="81452" y="185"/>
                      <a:pt x="64424" y="185"/>
                    </a:cubicBezTo>
                    <a:cubicBezTo>
                      <a:pt x="47397" y="185"/>
                      <a:pt x="31065" y="6959"/>
                      <a:pt x="19025" y="19014"/>
                    </a:cubicBezTo>
                    <a:cubicBezTo>
                      <a:pt x="6985" y="31070"/>
                      <a:pt x="220" y="47423"/>
                      <a:pt x="220" y="64472"/>
                    </a:cubicBezTo>
                    <a:cubicBezTo>
                      <a:pt x="220" y="81521"/>
                      <a:pt x="6985" y="97874"/>
                      <a:pt x="19025" y="109930"/>
                    </a:cubicBezTo>
                    <a:cubicBezTo>
                      <a:pt x="31065" y="121985"/>
                      <a:pt x="47397" y="128759"/>
                      <a:pt x="64424" y="128759"/>
                    </a:cubicBezTo>
                    <a:close/>
                  </a:path>
                </a:pathLst>
              </a:custGeom>
              <a:solidFill>
                <a:srgbClr val="3F488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8" name="任意多边形: 形状 1467"/>
              <p:cNvSpPr/>
              <p:nvPr/>
            </p:nvSpPr>
            <p:spPr>
              <a:xfrm>
                <a:off x="18445157" y="7612802"/>
                <a:ext cx="223200" cy="223200"/>
              </a:xfrm>
              <a:custGeom>
                <a:avLst/>
                <a:gdLst>
                  <a:gd name="csX0" fmla="*/ 64427 w 128409"/>
                  <a:gd name="csY0" fmla="*/ 128752 h 128573"/>
                  <a:gd name="csX1" fmla="*/ 109827 w 128409"/>
                  <a:gd name="csY1" fmla="*/ 109923 h 128573"/>
                  <a:gd name="csX2" fmla="*/ 128632 w 128409"/>
                  <a:gd name="csY2" fmla="*/ 64465 h 128573"/>
                  <a:gd name="csX3" fmla="*/ 109827 w 128409"/>
                  <a:gd name="csY3" fmla="*/ 19008 h 128573"/>
                  <a:gd name="csX4" fmla="*/ 64427 w 128409"/>
                  <a:gd name="csY4" fmla="*/ 178 h 128573"/>
                  <a:gd name="csX5" fmla="*/ 19028 w 128409"/>
                  <a:gd name="csY5" fmla="*/ 19008 h 128573"/>
                  <a:gd name="csX6" fmla="*/ 222 w 128409"/>
                  <a:gd name="csY6" fmla="*/ 64465 h 128573"/>
                  <a:gd name="csX7" fmla="*/ 19028 w 128409"/>
                  <a:gd name="csY7" fmla="*/ 109923 h 128573"/>
                  <a:gd name="csX8" fmla="*/ 64427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7" y="128752"/>
                    </a:moveTo>
                    <a:cubicBezTo>
                      <a:pt x="81454" y="128752"/>
                      <a:pt x="97787" y="121978"/>
                      <a:pt x="109827" y="109923"/>
                    </a:cubicBezTo>
                    <a:cubicBezTo>
                      <a:pt x="121867" y="97867"/>
                      <a:pt x="128632" y="81514"/>
                      <a:pt x="128632" y="64465"/>
                    </a:cubicBezTo>
                    <a:cubicBezTo>
                      <a:pt x="128632" y="47416"/>
                      <a:pt x="121867" y="31063"/>
                      <a:pt x="109827" y="19008"/>
                    </a:cubicBezTo>
                    <a:cubicBezTo>
                      <a:pt x="97787" y="6952"/>
                      <a:pt x="81454" y="178"/>
                      <a:pt x="64427" y="178"/>
                    </a:cubicBezTo>
                    <a:cubicBezTo>
                      <a:pt x="47400" y="178"/>
                      <a:pt x="31068" y="6952"/>
                      <a:pt x="19028" y="19008"/>
                    </a:cubicBezTo>
                    <a:cubicBezTo>
                      <a:pt x="6987" y="31063"/>
                      <a:pt x="222" y="47416"/>
                      <a:pt x="222" y="64465"/>
                    </a:cubicBezTo>
                    <a:cubicBezTo>
                      <a:pt x="222" y="81514"/>
                      <a:pt x="6987" y="97867"/>
                      <a:pt x="19028" y="109923"/>
                    </a:cubicBezTo>
                    <a:cubicBezTo>
                      <a:pt x="31068" y="121978"/>
                      <a:pt x="47400" y="128752"/>
                      <a:pt x="64427" y="128752"/>
                    </a:cubicBezTo>
                    <a:close/>
                  </a:path>
                </a:pathLst>
              </a:custGeom>
              <a:solidFill>
                <a:srgbClr val="2F6C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69" name="任意多边形: 形状 1468"/>
              <p:cNvSpPr/>
              <p:nvPr/>
            </p:nvSpPr>
            <p:spPr>
              <a:xfrm>
                <a:off x="17110753" y="7472282"/>
                <a:ext cx="223200" cy="223200"/>
              </a:xfrm>
              <a:custGeom>
                <a:avLst/>
                <a:gdLst>
                  <a:gd name="csX0" fmla="*/ 64383 w 128409"/>
                  <a:gd name="csY0" fmla="*/ 128747 h 128573"/>
                  <a:gd name="csX1" fmla="*/ 109783 w 128409"/>
                  <a:gd name="csY1" fmla="*/ 109918 h 128573"/>
                  <a:gd name="csX2" fmla="*/ 128588 w 128409"/>
                  <a:gd name="csY2" fmla="*/ 64461 h 128573"/>
                  <a:gd name="csX3" fmla="*/ 109783 w 128409"/>
                  <a:gd name="csY3" fmla="*/ 19003 h 128573"/>
                  <a:gd name="csX4" fmla="*/ 64383 w 128409"/>
                  <a:gd name="csY4" fmla="*/ 174 h 128573"/>
                  <a:gd name="csX5" fmla="*/ 18983 w 128409"/>
                  <a:gd name="csY5" fmla="*/ 19003 h 128573"/>
                  <a:gd name="csX6" fmla="*/ 178 w 128409"/>
                  <a:gd name="csY6" fmla="*/ 64461 h 128573"/>
                  <a:gd name="csX7" fmla="*/ 18983 w 128409"/>
                  <a:gd name="csY7" fmla="*/ 109918 h 128573"/>
                  <a:gd name="csX8" fmla="*/ 64383 w 128409"/>
                  <a:gd name="csY8" fmla="*/ 12874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3" y="128747"/>
                    </a:moveTo>
                    <a:cubicBezTo>
                      <a:pt x="81410" y="128747"/>
                      <a:pt x="97742" y="121974"/>
                      <a:pt x="109783" y="109918"/>
                    </a:cubicBezTo>
                    <a:cubicBezTo>
                      <a:pt x="121823" y="97863"/>
                      <a:pt x="128588" y="81510"/>
                      <a:pt x="128588" y="64461"/>
                    </a:cubicBezTo>
                    <a:cubicBezTo>
                      <a:pt x="128588" y="47411"/>
                      <a:pt x="121823" y="31058"/>
                      <a:pt x="109783" y="19003"/>
                    </a:cubicBezTo>
                    <a:cubicBezTo>
                      <a:pt x="97742" y="6947"/>
                      <a:pt x="81410" y="174"/>
                      <a:pt x="64383" y="174"/>
                    </a:cubicBezTo>
                    <a:cubicBezTo>
                      <a:pt x="47356" y="174"/>
                      <a:pt x="31023" y="6947"/>
                      <a:pt x="18983" y="19003"/>
                    </a:cubicBezTo>
                    <a:cubicBezTo>
                      <a:pt x="6943" y="31058"/>
                      <a:pt x="178" y="47411"/>
                      <a:pt x="178" y="64461"/>
                    </a:cubicBezTo>
                    <a:cubicBezTo>
                      <a:pt x="178" y="81510"/>
                      <a:pt x="6943" y="97863"/>
                      <a:pt x="18983" y="109918"/>
                    </a:cubicBezTo>
                    <a:cubicBezTo>
                      <a:pt x="31023" y="121974"/>
                      <a:pt x="47356" y="128747"/>
                      <a:pt x="64383" y="128747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0" name="任意多边形: 形状 1469"/>
              <p:cNvSpPr/>
              <p:nvPr/>
            </p:nvSpPr>
            <p:spPr>
              <a:xfrm>
                <a:off x="17671792" y="8909711"/>
                <a:ext cx="223200" cy="223200"/>
              </a:xfrm>
              <a:custGeom>
                <a:avLst/>
                <a:gdLst>
                  <a:gd name="csX0" fmla="*/ 64402 w 128409"/>
                  <a:gd name="csY0" fmla="*/ 128795 h 128573"/>
                  <a:gd name="csX1" fmla="*/ 109801 w 128409"/>
                  <a:gd name="csY1" fmla="*/ 109966 h 128573"/>
                  <a:gd name="csX2" fmla="*/ 128606 w 128409"/>
                  <a:gd name="csY2" fmla="*/ 64508 h 128573"/>
                  <a:gd name="csX3" fmla="*/ 109801 w 128409"/>
                  <a:gd name="csY3" fmla="*/ 19051 h 128573"/>
                  <a:gd name="csX4" fmla="*/ 64402 w 128409"/>
                  <a:gd name="csY4" fmla="*/ 221 h 128573"/>
                  <a:gd name="csX5" fmla="*/ 19002 w 128409"/>
                  <a:gd name="csY5" fmla="*/ 19051 h 128573"/>
                  <a:gd name="csX6" fmla="*/ 197 w 128409"/>
                  <a:gd name="csY6" fmla="*/ 64508 h 128573"/>
                  <a:gd name="csX7" fmla="*/ 19002 w 128409"/>
                  <a:gd name="csY7" fmla="*/ 109966 h 128573"/>
                  <a:gd name="csX8" fmla="*/ 64402 w 128409"/>
                  <a:gd name="csY8" fmla="*/ 12879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2" y="128795"/>
                    </a:moveTo>
                    <a:cubicBezTo>
                      <a:pt x="81429" y="128795"/>
                      <a:pt x="97761" y="122021"/>
                      <a:pt x="109801" y="109966"/>
                    </a:cubicBezTo>
                    <a:cubicBezTo>
                      <a:pt x="121841" y="97910"/>
                      <a:pt x="128606" y="81557"/>
                      <a:pt x="128606" y="64508"/>
                    </a:cubicBezTo>
                    <a:cubicBezTo>
                      <a:pt x="128606" y="47459"/>
                      <a:pt x="121841" y="31106"/>
                      <a:pt x="109801" y="19051"/>
                    </a:cubicBezTo>
                    <a:cubicBezTo>
                      <a:pt x="97761" y="6995"/>
                      <a:pt x="81429" y="221"/>
                      <a:pt x="64402" y="221"/>
                    </a:cubicBezTo>
                    <a:cubicBezTo>
                      <a:pt x="47374" y="221"/>
                      <a:pt x="31042" y="6995"/>
                      <a:pt x="19002" y="19051"/>
                    </a:cubicBezTo>
                    <a:cubicBezTo>
                      <a:pt x="6962" y="31106"/>
                      <a:pt x="197" y="47459"/>
                      <a:pt x="197" y="64508"/>
                    </a:cubicBezTo>
                    <a:cubicBezTo>
                      <a:pt x="197" y="81557"/>
                      <a:pt x="6962" y="97910"/>
                      <a:pt x="19002" y="109966"/>
                    </a:cubicBezTo>
                    <a:cubicBezTo>
                      <a:pt x="31042" y="122021"/>
                      <a:pt x="47374" y="128795"/>
                      <a:pt x="64402" y="128795"/>
                    </a:cubicBezTo>
                    <a:close/>
                  </a:path>
                </a:pathLst>
              </a:custGeom>
              <a:solidFill>
                <a:srgbClr val="B5DE2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1" name="任意多边形: 形状 1470"/>
              <p:cNvSpPr/>
              <p:nvPr/>
            </p:nvSpPr>
            <p:spPr>
              <a:xfrm>
                <a:off x="16705846" y="7460195"/>
                <a:ext cx="223200" cy="223200"/>
              </a:xfrm>
              <a:custGeom>
                <a:avLst/>
                <a:gdLst>
                  <a:gd name="csX0" fmla="*/ 64370 w 128409"/>
                  <a:gd name="csY0" fmla="*/ 128747 h 128573"/>
                  <a:gd name="csX1" fmla="*/ 109769 w 128409"/>
                  <a:gd name="csY1" fmla="*/ 109918 h 128573"/>
                  <a:gd name="csX2" fmla="*/ 128574 w 128409"/>
                  <a:gd name="csY2" fmla="*/ 64460 h 128573"/>
                  <a:gd name="csX3" fmla="*/ 109769 w 128409"/>
                  <a:gd name="csY3" fmla="*/ 19003 h 128573"/>
                  <a:gd name="csX4" fmla="*/ 64370 w 128409"/>
                  <a:gd name="csY4" fmla="*/ 173 h 128573"/>
                  <a:gd name="csX5" fmla="*/ 18970 w 128409"/>
                  <a:gd name="csY5" fmla="*/ 19003 h 128573"/>
                  <a:gd name="csX6" fmla="*/ 165 w 128409"/>
                  <a:gd name="csY6" fmla="*/ 64460 h 128573"/>
                  <a:gd name="csX7" fmla="*/ 18970 w 128409"/>
                  <a:gd name="csY7" fmla="*/ 109918 h 128573"/>
                  <a:gd name="csX8" fmla="*/ 64370 w 128409"/>
                  <a:gd name="csY8" fmla="*/ 12874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0" y="128747"/>
                    </a:moveTo>
                    <a:cubicBezTo>
                      <a:pt x="81397" y="128747"/>
                      <a:pt x="97729" y="121973"/>
                      <a:pt x="109769" y="109918"/>
                    </a:cubicBezTo>
                    <a:cubicBezTo>
                      <a:pt x="121809" y="97862"/>
                      <a:pt x="128574" y="81509"/>
                      <a:pt x="128574" y="64460"/>
                    </a:cubicBezTo>
                    <a:cubicBezTo>
                      <a:pt x="128574" y="47411"/>
                      <a:pt x="121809" y="31058"/>
                      <a:pt x="109769" y="19003"/>
                    </a:cubicBezTo>
                    <a:cubicBezTo>
                      <a:pt x="97729" y="6947"/>
                      <a:pt x="81397" y="173"/>
                      <a:pt x="64370" y="173"/>
                    </a:cubicBezTo>
                    <a:cubicBezTo>
                      <a:pt x="47342" y="173"/>
                      <a:pt x="31010" y="6947"/>
                      <a:pt x="18970" y="19003"/>
                    </a:cubicBezTo>
                    <a:cubicBezTo>
                      <a:pt x="6930" y="31058"/>
                      <a:pt x="165" y="47411"/>
                      <a:pt x="165" y="64460"/>
                    </a:cubicBezTo>
                    <a:cubicBezTo>
                      <a:pt x="165" y="81509"/>
                      <a:pt x="6930" y="97862"/>
                      <a:pt x="18970" y="109918"/>
                    </a:cubicBezTo>
                    <a:cubicBezTo>
                      <a:pt x="31010" y="121973"/>
                      <a:pt x="47342" y="128747"/>
                      <a:pt x="64370" y="128747"/>
                    </a:cubicBezTo>
                    <a:close/>
                  </a:path>
                </a:pathLst>
              </a:custGeom>
              <a:solidFill>
                <a:srgbClr val="3BBB7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2" name="任意多边形: 形状 1471"/>
              <p:cNvSpPr/>
              <p:nvPr/>
            </p:nvSpPr>
            <p:spPr>
              <a:xfrm>
                <a:off x="18162412" y="7383362"/>
                <a:ext cx="223200" cy="223200"/>
              </a:xfrm>
              <a:custGeom>
                <a:avLst/>
                <a:gdLst>
                  <a:gd name="csX0" fmla="*/ 64418 w 128409"/>
                  <a:gd name="csY0" fmla="*/ 128744 h 128573"/>
                  <a:gd name="csX1" fmla="*/ 109817 w 128409"/>
                  <a:gd name="csY1" fmla="*/ 109915 h 128573"/>
                  <a:gd name="csX2" fmla="*/ 128622 w 128409"/>
                  <a:gd name="csY2" fmla="*/ 64458 h 128573"/>
                  <a:gd name="csX3" fmla="*/ 109817 w 128409"/>
                  <a:gd name="csY3" fmla="*/ 19000 h 128573"/>
                  <a:gd name="csX4" fmla="*/ 64418 w 128409"/>
                  <a:gd name="csY4" fmla="*/ 171 h 128573"/>
                  <a:gd name="csX5" fmla="*/ 19018 w 128409"/>
                  <a:gd name="csY5" fmla="*/ 19000 h 128573"/>
                  <a:gd name="csX6" fmla="*/ 213 w 128409"/>
                  <a:gd name="csY6" fmla="*/ 64458 h 128573"/>
                  <a:gd name="csX7" fmla="*/ 19018 w 128409"/>
                  <a:gd name="csY7" fmla="*/ 109915 h 128573"/>
                  <a:gd name="csX8" fmla="*/ 64418 w 128409"/>
                  <a:gd name="csY8" fmla="*/ 12874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8" y="128744"/>
                    </a:moveTo>
                    <a:cubicBezTo>
                      <a:pt x="81445" y="128744"/>
                      <a:pt x="97777" y="121971"/>
                      <a:pt x="109817" y="109915"/>
                    </a:cubicBezTo>
                    <a:cubicBezTo>
                      <a:pt x="121857" y="97860"/>
                      <a:pt x="128622" y="81507"/>
                      <a:pt x="128622" y="64458"/>
                    </a:cubicBezTo>
                    <a:cubicBezTo>
                      <a:pt x="128622" y="47409"/>
                      <a:pt x="121857" y="31056"/>
                      <a:pt x="109817" y="19000"/>
                    </a:cubicBezTo>
                    <a:cubicBezTo>
                      <a:pt x="97777" y="6945"/>
                      <a:pt x="81445" y="171"/>
                      <a:pt x="64418" y="171"/>
                    </a:cubicBezTo>
                    <a:cubicBezTo>
                      <a:pt x="47390" y="171"/>
                      <a:pt x="31058" y="6945"/>
                      <a:pt x="19018" y="19000"/>
                    </a:cubicBezTo>
                    <a:cubicBezTo>
                      <a:pt x="6978" y="31056"/>
                      <a:pt x="213" y="47409"/>
                      <a:pt x="213" y="64458"/>
                    </a:cubicBezTo>
                    <a:cubicBezTo>
                      <a:pt x="213" y="81507"/>
                      <a:pt x="6978" y="97860"/>
                      <a:pt x="19018" y="109915"/>
                    </a:cubicBezTo>
                    <a:cubicBezTo>
                      <a:pt x="31058" y="121971"/>
                      <a:pt x="47390" y="128744"/>
                      <a:pt x="64418" y="128744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3" name="任意多边形: 形状 1472"/>
              <p:cNvSpPr/>
              <p:nvPr/>
            </p:nvSpPr>
            <p:spPr>
              <a:xfrm>
                <a:off x="17481308" y="6735291"/>
                <a:ext cx="223200" cy="223200"/>
              </a:xfrm>
              <a:custGeom>
                <a:avLst/>
                <a:gdLst>
                  <a:gd name="csX0" fmla="*/ 64395 w 128409"/>
                  <a:gd name="csY0" fmla="*/ 128723 h 128573"/>
                  <a:gd name="csX1" fmla="*/ 109795 w 128409"/>
                  <a:gd name="csY1" fmla="*/ 109894 h 128573"/>
                  <a:gd name="csX2" fmla="*/ 128600 w 128409"/>
                  <a:gd name="csY2" fmla="*/ 64436 h 128573"/>
                  <a:gd name="csX3" fmla="*/ 109795 w 128409"/>
                  <a:gd name="csY3" fmla="*/ 18979 h 128573"/>
                  <a:gd name="csX4" fmla="*/ 64395 w 128409"/>
                  <a:gd name="csY4" fmla="*/ 149 h 128573"/>
                  <a:gd name="csX5" fmla="*/ 18996 w 128409"/>
                  <a:gd name="csY5" fmla="*/ 18979 h 128573"/>
                  <a:gd name="csX6" fmla="*/ 191 w 128409"/>
                  <a:gd name="csY6" fmla="*/ 64436 h 128573"/>
                  <a:gd name="csX7" fmla="*/ 18996 w 128409"/>
                  <a:gd name="csY7" fmla="*/ 109894 h 128573"/>
                  <a:gd name="csX8" fmla="*/ 64395 w 128409"/>
                  <a:gd name="csY8" fmla="*/ 12872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5" y="128723"/>
                    </a:moveTo>
                    <a:cubicBezTo>
                      <a:pt x="81423" y="128723"/>
                      <a:pt x="97755" y="121949"/>
                      <a:pt x="109795" y="109894"/>
                    </a:cubicBezTo>
                    <a:cubicBezTo>
                      <a:pt x="121835" y="97838"/>
                      <a:pt x="128600" y="81485"/>
                      <a:pt x="128600" y="64436"/>
                    </a:cubicBezTo>
                    <a:cubicBezTo>
                      <a:pt x="128600" y="47387"/>
                      <a:pt x="121835" y="31034"/>
                      <a:pt x="109795" y="18979"/>
                    </a:cubicBezTo>
                    <a:cubicBezTo>
                      <a:pt x="97755" y="6923"/>
                      <a:pt x="81423" y="149"/>
                      <a:pt x="64395" y="149"/>
                    </a:cubicBezTo>
                    <a:cubicBezTo>
                      <a:pt x="47368" y="149"/>
                      <a:pt x="31036" y="6923"/>
                      <a:pt x="18996" y="18979"/>
                    </a:cubicBezTo>
                    <a:cubicBezTo>
                      <a:pt x="6956" y="31034"/>
                      <a:pt x="191" y="47387"/>
                      <a:pt x="191" y="64436"/>
                    </a:cubicBezTo>
                    <a:cubicBezTo>
                      <a:pt x="191" y="81485"/>
                      <a:pt x="6956" y="97838"/>
                      <a:pt x="18996" y="109894"/>
                    </a:cubicBezTo>
                    <a:cubicBezTo>
                      <a:pt x="31036" y="121949"/>
                      <a:pt x="47368" y="128723"/>
                      <a:pt x="64395" y="128723"/>
                    </a:cubicBezTo>
                    <a:close/>
                  </a:path>
                </a:pathLst>
              </a:custGeom>
              <a:solidFill>
                <a:srgbClr val="F1E51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4" name="任意多边形: 形状 1473"/>
              <p:cNvSpPr/>
              <p:nvPr/>
            </p:nvSpPr>
            <p:spPr>
              <a:xfrm>
                <a:off x="17053849" y="7972293"/>
                <a:ext cx="223200" cy="223200"/>
              </a:xfrm>
              <a:custGeom>
                <a:avLst/>
                <a:gdLst>
                  <a:gd name="csX0" fmla="*/ 64381 w 128409"/>
                  <a:gd name="csY0" fmla="*/ 128764 h 128573"/>
                  <a:gd name="csX1" fmla="*/ 109781 w 128409"/>
                  <a:gd name="csY1" fmla="*/ 109935 h 128573"/>
                  <a:gd name="csX2" fmla="*/ 128586 w 128409"/>
                  <a:gd name="csY2" fmla="*/ 64477 h 128573"/>
                  <a:gd name="csX3" fmla="*/ 109781 w 128409"/>
                  <a:gd name="csY3" fmla="*/ 19020 h 128573"/>
                  <a:gd name="csX4" fmla="*/ 64381 w 128409"/>
                  <a:gd name="csY4" fmla="*/ 190 h 128573"/>
                  <a:gd name="csX5" fmla="*/ 18982 w 128409"/>
                  <a:gd name="csY5" fmla="*/ 19020 h 128573"/>
                  <a:gd name="csX6" fmla="*/ 176 w 128409"/>
                  <a:gd name="csY6" fmla="*/ 64477 h 128573"/>
                  <a:gd name="csX7" fmla="*/ 18982 w 128409"/>
                  <a:gd name="csY7" fmla="*/ 109935 h 128573"/>
                  <a:gd name="csX8" fmla="*/ 64381 w 128409"/>
                  <a:gd name="csY8" fmla="*/ 12876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1" y="128764"/>
                    </a:moveTo>
                    <a:cubicBezTo>
                      <a:pt x="81408" y="128764"/>
                      <a:pt x="97741" y="121990"/>
                      <a:pt x="109781" y="109935"/>
                    </a:cubicBezTo>
                    <a:cubicBezTo>
                      <a:pt x="121821" y="97879"/>
                      <a:pt x="128586" y="81526"/>
                      <a:pt x="128586" y="64477"/>
                    </a:cubicBezTo>
                    <a:cubicBezTo>
                      <a:pt x="128586" y="47428"/>
                      <a:pt x="121821" y="31075"/>
                      <a:pt x="109781" y="19020"/>
                    </a:cubicBezTo>
                    <a:cubicBezTo>
                      <a:pt x="97741" y="6964"/>
                      <a:pt x="81408" y="190"/>
                      <a:pt x="64381" y="190"/>
                    </a:cubicBezTo>
                    <a:cubicBezTo>
                      <a:pt x="47354" y="190"/>
                      <a:pt x="31022" y="6964"/>
                      <a:pt x="18982" y="19020"/>
                    </a:cubicBezTo>
                    <a:cubicBezTo>
                      <a:pt x="6941" y="31075"/>
                      <a:pt x="176" y="47428"/>
                      <a:pt x="176" y="64477"/>
                    </a:cubicBezTo>
                    <a:cubicBezTo>
                      <a:pt x="176" y="81526"/>
                      <a:pt x="6941" y="97879"/>
                      <a:pt x="18982" y="109935"/>
                    </a:cubicBezTo>
                    <a:cubicBezTo>
                      <a:pt x="31022" y="121990"/>
                      <a:pt x="47354" y="128764"/>
                      <a:pt x="64381" y="128764"/>
                    </a:cubicBezTo>
                    <a:close/>
                  </a:path>
                </a:pathLst>
              </a:custGeom>
              <a:solidFill>
                <a:srgbClr val="3D4E8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5" name="任意多边形: 形状 1474"/>
              <p:cNvSpPr/>
              <p:nvPr/>
            </p:nvSpPr>
            <p:spPr>
              <a:xfrm>
                <a:off x="18884786" y="7506258"/>
                <a:ext cx="223200" cy="223200"/>
              </a:xfrm>
              <a:custGeom>
                <a:avLst/>
                <a:gdLst>
                  <a:gd name="csX0" fmla="*/ 64442 w 128409"/>
                  <a:gd name="csY0" fmla="*/ 128748 h 128573"/>
                  <a:gd name="csX1" fmla="*/ 109841 w 128409"/>
                  <a:gd name="csY1" fmla="*/ 109919 h 128573"/>
                  <a:gd name="csX2" fmla="*/ 128646 w 128409"/>
                  <a:gd name="csY2" fmla="*/ 64462 h 128573"/>
                  <a:gd name="csX3" fmla="*/ 109841 w 128409"/>
                  <a:gd name="csY3" fmla="*/ 19004 h 128573"/>
                  <a:gd name="csX4" fmla="*/ 64442 w 128409"/>
                  <a:gd name="csY4" fmla="*/ 175 h 128573"/>
                  <a:gd name="csX5" fmla="*/ 19042 w 128409"/>
                  <a:gd name="csY5" fmla="*/ 19004 h 128573"/>
                  <a:gd name="csX6" fmla="*/ 237 w 128409"/>
                  <a:gd name="csY6" fmla="*/ 64462 h 128573"/>
                  <a:gd name="csX7" fmla="*/ 19042 w 128409"/>
                  <a:gd name="csY7" fmla="*/ 109919 h 128573"/>
                  <a:gd name="csX8" fmla="*/ 64442 w 128409"/>
                  <a:gd name="csY8" fmla="*/ 12874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42" y="128748"/>
                    </a:moveTo>
                    <a:cubicBezTo>
                      <a:pt x="81469" y="128748"/>
                      <a:pt x="97801" y="121975"/>
                      <a:pt x="109841" y="109919"/>
                    </a:cubicBezTo>
                    <a:cubicBezTo>
                      <a:pt x="121881" y="97864"/>
                      <a:pt x="128646" y="81511"/>
                      <a:pt x="128646" y="64462"/>
                    </a:cubicBezTo>
                    <a:cubicBezTo>
                      <a:pt x="128646" y="47413"/>
                      <a:pt x="121881" y="31060"/>
                      <a:pt x="109841" y="19004"/>
                    </a:cubicBezTo>
                    <a:cubicBezTo>
                      <a:pt x="97801" y="6949"/>
                      <a:pt x="81469" y="175"/>
                      <a:pt x="64442" y="175"/>
                    </a:cubicBezTo>
                    <a:cubicBezTo>
                      <a:pt x="47414" y="175"/>
                      <a:pt x="31082" y="6949"/>
                      <a:pt x="19042" y="19004"/>
                    </a:cubicBezTo>
                    <a:cubicBezTo>
                      <a:pt x="7002" y="31060"/>
                      <a:pt x="237" y="47413"/>
                      <a:pt x="237" y="64462"/>
                    </a:cubicBezTo>
                    <a:cubicBezTo>
                      <a:pt x="237" y="81511"/>
                      <a:pt x="7002" y="97864"/>
                      <a:pt x="19042" y="109919"/>
                    </a:cubicBezTo>
                    <a:cubicBezTo>
                      <a:pt x="31082" y="121975"/>
                      <a:pt x="47414" y="128748"/>
                      <a:pt x="64442" y="128748"/>
                    </a:cubicBezTo>
                    <a:close/>
                  </a:path>
                </a:pathLst>
              </a:custGeom>
              <a:solidFill>
                <a:srgbClr val="77D15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6" name="任意多边形: 形状 1475"/>
              <p:cNvSpPr/>
              <p:nvPr/>
            </p:nvSpPr>
            <p:spPr>
              <a:xfrm>
                <a:off x="16619785" y="7241921"/>
                <a:ext cx="223200" cy="223200"/>
              </a:xfrm>
              <a:custGeom>
                <a:avLst/>
                <a:gdLst>
                  <a:gd name="csX0" fmla="*/ 64367 w 128409"/>
                  <a:gd name="csY0" fmla="*/ 128740 h 128573"/>
                  <a:gd name="csX1" fmla="*/ 109766 w 128409"/>
                  <a:gd name="csY1" fmla="*/ 109910 h 128573"/>
                  <a:gd name="csX2" fmla="*/ 128571 w 128409"/>
                  <a:gd name="csY2" fmla="*/ 64453 h 128573"/>
                  <a:gd name="csX3" fmla="*/ 109766 w 128409"/>
                  <a:gd name="csY3" fmla="*/ 18995 h 128573"/>
                  <a:gd name="csX4" fmla="*/ 64367 w 128409"/>
                  <a:gd name="csY4" fmla="*/ 166 h 128573"/>
                  <a:gd name="csX5" fmla="*/ 18967 w 128409"/>
                  <a:gd name="csY5" fmla="*/ 18995 h 128573"/>
                  <a:gd name="csX6" fmla="*/ 162 w 128409"/>
                  <a:gd name="csY6" fmla="*/ 64453 h 128573"/>
                  <a:gd name="csX7" fmla="*/ 18967 w 128409"/>
                  <a:gd name="csY7" fmla="*/ 109910 h 128573"/>
                  <a:gd name="csX8" fmla="*/ 64367 w 128409"/>
                  <a:gd name="csY8" fmla="*/ 12874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7" y="128740"/>
                    </a:moveTo>
                    <a:cubicBezTo>
                      <a:pt x="81394" y="128740"/>
                      <a:pt x="97726" y="121966"/>
                      <a:pt x="109766" y="109910"/>
                    </a:cubicBezTo>
                    <a:cubicBezTo>
                      <a:pt x="121806" y="97855"/>
                      <a:pt x="128571" y="81502"/>
                      <a:pt x="128571" y="64453"/>
                    </a:cubicBezTo>
                    <a:cubicBezTo>
                      <a:pt x="128571" y="47404"/>
                      <a:pt x="121806" y="31051"/>
                      <a:pt x="109766" y="18995"/>
                    </a:cubicBezTo>
                    <a:cubicBezTo>
                      <a:pt x="97726" y="6940"/>
                      <a:pt x="81394" y="166"/>
                      <a:pt x="64367" y="166"/>
                    </a:cubicBezTo>
                    <a:cubicBezTo>
                      <a:pt x="47339" y="166"/>
                      <a:pt x="31007" y="6940"/>
                      <a:pt x="18967" y="18995"/>
                    </a:cubicBezTo>
                    <a:cubicBezTo>
                      <a:pt x="6927" y="31051"/>
                      <a:pt x="162" y="47404"/>
                      <a:pt x="162" y="64453"/>
                    </a:cubicBezTo>
                    <a:cubicBezTo>
                      <a:pt x="162" y="81502"/>
                      <a:pt x="6927" y="97855"/>
                      <a:pt x="18967" y="109910"/>
                    </a:cubicBezTo>
                    <a:cubicBezTo>
                      <a:pt x="31007" y="121966"/>
                      <a:pt x="47339" y="128740"/>
                      <a:pt x="64367" y="128740"/>
                    </a:cubicBezTo>
                    <a:close/>
                  </a:path>
                </a:pathLst>
              </a:custGeom>
              <a:solidFill>
                <a:srgbClr val="B8DE2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7" name="任意多边形: 形状 1476"/>
              <p:cNvSpPr/>
              <p:nvPr/>
            </p:nvSpPr>
            <p:spPr>
              <a:xfrm>
                <a:off x="17677064" y="7509641"/>
                <a:ext cx="223200" cy="223200"/>
              </a:xfrm>
              <a:custGeom>
                <a:avLst/>
                <a:gdLst>
                  <a:gd name="csX0" fmla="*/ 64402 w 128409"/>
                  <a:gd name="csY0" fmla="*/ 128748 h 128573"/>
                  <a:gd name="csX1" fmla="*/ 109801 w 128409"/>
                  <a:gd name="csY1" fmla="*/ 109919 h 128573"/>
                  <a:gd name="csX2" fmla="*/ 128606 w 128409"/>
                  <a:gd name="csY2" fmla="*/ 64462 h 128573"/>
                  <a:gd name="csX3" fmla="*/ 109801 w 128409"/>
                  <a:gd name="csY3" fmla="*/ 19004 h 128573"/>
                  <a:gd name="csX4" fmla="*/ 64402 w 128409"/>
                  <a:gd name="csY4" fmla="*/ 175 h 128573"/>
                  <a:gd name="csX5" fmla="*/ 19002 w 128409"/>
                  <a:gd name="csY5" fmla="*/ 19004 h 128573"/>
                  <a:gd name="csX6" fmla="*/ 197 w 128409"/>
                  <a:gd name="csY6" fmla="*/ 64462 h 128573"/>
                  <a:gd name="csX7" fmla="*/ 19002 w 128409"/>
                  <a:gd name="csY7" fmla="*/ 109919 h 128573"/>
                  <a:gd name="csX8" fmla="*/ 64402 w 128409"/>
                  <a:gd name="csY8" fmla="*/ 12874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2" y="128748"/>
                    </a:moveTo>
                    <a:cubicBezTo>
                      <a:pt x="81429" y="128748"/>
                      <a:pt x="97761" y="121975"/>
                      <a:pt x="109801" y="109919"/>
                    </a:cubicBezTo>
                    <a:cubicBezTo>
                      <a:pt x="121841" y="97864"/>
                      <a:pt x="128606" y="81511"/>
                      <a:pt x="128606" y="64462"/>
                    </a:cubicBezTo>
                    <a:cubicBezTo>
                      <a:pt x="128606" y="47413"/>
                      <a:pt x="121841" y="31060"/>
                      <a:pt x="109801" y="19004"/>
                    </a:cubicBezTo>
                    <a:cubicBezTo>
                      <a:pt x="97761" y="6949"/>
                      <a:pt x="81429" y="175"/>
                      <a:pt x="64402" y="175"/>
                    </a:cubicBezTo>
                    <a:cubicBezTo>
                      <a:pt x="47374" y="175"/>
                      <a:pt x="31042" y="6949"/>
                      <a:pt x="19002" y="19004"/>
                    </a:cubicBezTo>
                    <a:cubicBezTo>
                      <a:pt x="6962" y="31060"/>
                      <a:pt x="197" y="47413"/>
                      <a:pt x="197" y="64462"/>
                    </a:cubicBezTo>
                    <a:cubicBezTo>
                      <a:pt x="197" y="81511"/>
                      <a:pt x="6962" y="97864"/>
                      <a:pt x="19002" y="109919"/>
                    </a:cubicBezTo>
                    <a:cubicBezTo>
                      <a:pt x="31042" y="121975"/>
                      <a:pt x="47374" y="128748"/>
                      <a:pt x="64402" y="128748"/>
                    </a:cubicBezTo>
                    <a:close/>
                  </a:path>
                </a:pathLst>
              </a:custGeom>
              <a:solidFill>
                <a:srgbClr val="44025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8" name="任意多边形: 形状 1477"/>
              <p:cNvSpPr/>
              <p:nvPr/>
            </p:nvSpPr>
            <p:spPr>
              <a:xfrm>
                <a:off x="18011906" y="7092309"/>
                <a:ext cx="223200" cy="223200"/>
              </a:xfrm>
              <a:custGeom>
                <a:avLst/>
                <a:gdLst>
                  <a:gd name="csX0" fmla="*/ 64413 w 128409"/>
                  <a:gd name="csY0" fmla="*/ 128735 h 128573"/>
                  <a:gd name="csX1" fmla="*/ 109812 w 128409"/>
                  <a:gd name="csY1" fmla="*/ 109906 h 128573"/>
                  <a:gd name="csX2" fmla="*/ 128617 w 128409"/>
                  <a:gd name="csY2" fmla="*/ 64448 h 128573"/>
                  <a:gd name="csX3" fmla="*/ 109812 w 128409"/>
                  <a:gd name="csY3" fmla="*/ 18990 h 128573"/>
                  <a:gd name="csX4" fmla="*/ 64413 w 128409"/>
                  <a:gd name="csY4" fmla="*/ 161 h 128573"/>
                  <a:gd name="csX5" fmla="*/ 19013 w 128409"/>
                  <a:gd name="csY5" fmla="*/ 18990 h 128573"/>
                  <a:gd name="csX6" fmla="*/ 208 w 128409"/>
                  <a:gd name="csY6" fmla="*/ 64448 h 128573"/>
                  <a:gd name="csX7" fmla="*/ 19013 w 128409"/>
                  <a:gd name="csY7" fmla="*/ 109906 h 128573"/>
                  <a:gd name="csX8" fmla="*/ 64413 w 128409"/>
                  <a:gd name="csY8" fmla="*/ 12873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3" y="128735"/>
                    </a:moveTo>
                    <a:cubicBezTo>
                      <a:pt x="81440" y="128735"/>
                      <a:pt x="97772" y="121961"/>
                      <a:pt x="109812" y="109906"/>
                    </a:cubicBezTo>
                    <a:cubicBezTo>
                      <a:pt x="121852" y="97850"/>
                      <a:pt x="128617" y="81497"/>
                      <a:pt x="128617" y="64448"/>
                    </a:cubicBezTo>
                    <a:cubicBezTo>
                      <a:pt x="128617" y="47399"/>
                      <a:pt x="121852" y="31046"/>
                      <a:pt x="109812" y="18990"/>
                    </a:cubicBezTo>
                    <a:cubicBezTo>
                      <a:pt x="97772" y="6935"/>
                      <a:pt x="81440" y="161"/>
                      <a:pt x="64413" y="161"/>
                    </a:cubicBezTo>
                    <a:cubicBezTo>
                      <a:pt x="47385" y="161"/>
                      <a:pt x="31053" y="6935"/>
                      <a:pt x="19013" y="18990"/>
                    </a:cubicBezTo>
                    <a:cubicBezTo>
                      <a:pt x="6973" y="31046"/>
                      <a:pt x="208" y="47399"/>
                      <a:pt x="208" y="64448"/>
                    </a:cubicBezTo>
                    <a:cubicBezTo>
                      <a:pt x="208" y="81497"/>
                      <a:pt x="6973" y="97850"/>
                      <a:pt x="19013" y="109906"/>
                    </a:cubicBezTo>
                    <a:cubicBezTo>
                      <a:pt x="31053" y="121961"/>
                      <a:pt x="47385" y="128735"/>
                      <a:pt x="64413" y="128735"/>
                    </a:cubicBezTo>
                    <a:close/>
                  </a:path>
                </a:pathLst>
              </a:custGeom>
              <a:solidFill>
                <a:srgbClr val="1E9D8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79" name="任意多边形: 形状 1478"/>
              <p:cNvSpPr/>
              <p:nvPr/>
            </p:nvSpPr>
            <p:spPr>
              <a:xfrm>
                <a:off x="18184521" y="7193588"/>
                <a:ext cx="223200" cy="223200"/>
              </a:xfrm>
              <a:custGeom>
                <a:avLst/>
                <a:gdLst>
                  <a:gd name="csX0" fmla="*/ 64418 w 128409"/>
                  <a:gd name="csY0" fmla="*/ 128738 h 128573"/>
                  <a:gd name="csX1" fmla="*/ 109818 w 128409"/>
                  <a:gd name="csY1" fmla="*/ 109909 h 128573"/>
                  <a:gd name="csX2" fmla="*/ 128623 w 128409"/>
                  <a:gd name="csY2" fmla="*/ 64451 h 128573"/>
                  <a:gd name="csX3" fmla="*/ 109818 w 128409"/>
                  <a:gd name="csY3" fmla="*/ 18994 h 128573"/>
                  <a:gd name="csX4" fmla="*/ 64418 w 128409"/>
                  <a:gd name="csY4" fmla="*/ 165 h 128573"/>
                  <a:gd name="csX5" fmla="*/ 19019 w 128409"/>
                  <a:gd name="csY5" fmla="*/ 18994 h 128573"/>
                  <a:gd name="csX6" fmla="*/ 214 w 128409"/>
                  <a:gd name="csY6" fmla="*/ 64451 h 128573"/>
                  <a:gd name="csX7" fmla="*/ 19019 w 128409"/>
                  <a:gd name="csY7" fmla="*/ 109909 h 128573"/>
                  <a:gd name="csX8" fmla="*/ 64418 w 128409"/>
                  <a:gd name="csY8" fmla="*/ 12873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8" y="128738"/>
                    </a:moveTo>
                    <a:cubicBezTo>
                      <a:pt x="81446" y="128738"/>
                      <a:pt x="97778" y="121964"/>
                      <a:pt x="109818" y="109909"/>
                    </a:cubicBezTo>
                    <a:cubicBezTo>
                      <a:pt x="121858" y="97853"/>
                      <a:pt x="128623" y="81500"/>
                      <a:pt x="128623" y="64451"/>
                    </a:cubicBezTo>
                    <a:cubicBezTo>
                      <a:pt x="128623" y="47402"/>
                      <a:pt x="121858" y="31049"/>
                      <a:pt x="109818" y="18994"/>
                    </a:cubicBezTo>
                    <a:cubicBezTo>
                      <a:pt x="97778" y="6938"/>
                      <a:pt x="81446" y="165"/>
                      <a:pt x="64418" y="165"/>
                    </a:cubicBezTo>
                    <a:cubicBezTo>
                      <a:pt x="47391" y="165"/>
                      <a:pt x="31059" y="6938"/>
                      <a:pt x="19019" y="18994"/>
                    </a:cubicBezTo>
                    <a:cubicBezTo>
                      <a:pt x="6979" y="31049"/>
                      <a:pt x="214" y="47402"/>
                      <a:pt x="214" y="64451"/>
                    </a:cubicBezTo>
                    <a:cubicBezTo>
                      <a:pt x="214" y="81500"/>
                      <a:pt x="6979" y="97853"/>
                      <a:pt x="19019" y="109909"/>
                    </a:cubicBezTo>
                    <a:cubicBezTo>
                      <a:pt x="31059" y="121964"/>
                      <a:pt x="47391" y="128738"/>
                      <a:pt x="64418" y="128738"/>
                    </a:cubicBezTo>
                    <a:close/>
                  </a:path>
                </a:pathLst>
              </a:custGeom>
              <a:solidFill>
                <a:srgbClr val="2191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0" name="任意多边形: 形状 1479"/>
              <p:cNvSpPr/>
              <p:nvPr/>
            </p:nvSpPr>
            <p:spPr>
              <a:xfrm>
                <a:off x="16975619" y="8022536"/>
                <a:ext cx="223200" cy="223200"/>
              </a:xfrm>
              <a:custGeom>
                <a:avLst/>
                <a:gdLst>
                  <a:gd name="csX0" fmla="*/ 64378 w 128409"/>
                  <a:gd name="csY0" fmla="*/ 128765 h 128573"/>
                  <a:gd name="csX1" fmla="*/ 109778 w 128409"/>
                  <a:gd name="csY1" fmla="*/ 109936 h 128573"/>
                  <a:gd name="csX2" fmla="*/ 128583 w 128409"/>
                  <a:gd name="csY2" fmla="*/ 64479 h 128573"/>
                  <a:gd name="csX3" fmla="*/ 109778 w 128409"/>
                  <a:gd name="csY3" fmla="*/ 19021 h 128573"/>
                  <a:gd name="csX4" fmla="*/ 64378 w 128409"/>
                  <a:gd name="csY4" fmla="*/ 192 h 128573"/>
                  <a:gd name="csX5" fmla="*/ 18979 w 128409"/>
                  <a:gd name="csY5" fmla="*/ 19021 h 128573"/>
                  <a:gd name="csX6" fmla="*/ 174 w 128409"/>
                  <a:gd name="csY6" fmla="*/ 64479 h 128573"/>
                  <a:gd name="csX7" fmla="*/ 18979 w 128409"/>
                  <a:gd name="csY7" fmla="*/ 109936 h 128573"/>
                  <a:gd name="csX8" fmla="*/ 64378 w 128409"/>
                  <a:gd name="csY8" fmla="*/ 12876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8" y="128765"/>
                    </a:moveTo>
                    <a:cubicBezTo>
                      <a:pt x="81406" y="128765"/>
                      <a:pt x="97738" y="121992"/>
                      <a:pt x="109778" y="109936"/>
                    </a:cubicBezTo>
                    <a:cubicBezTo>
                      <a:pt x="121818" y="97881"/>
                      <a:pt x="128583" y="81528"/>
                      <a:pt x="128583" y="64479"/>
                    </a:cubicBezTo>
                    <a:cubicBezTo>
                      <a:pt x="128583" y="47430"/>
                      <a:pt x="121818" y="31077"/>
                      <a:pt x="109778" y="19021"/>
                    </a:cubicBezTo>
                    <a:cubicBezTo>
                      <a:pt x="97738" y="6966"/>
                      <a:pt x="81406" y="192"/>
                      <a:pt x="64378" y="192"/>
                    </a:cubicBezTo>
                    <a:cubicBezTo>
                      <a:pt x="47351" y="192"/>
                      <a:pt x="31019" y="6966"/>
                      <a:pt x="18979" y="19021"/>
                    </a:cubicBezTo>
                    <a:cubicBezTo>
                      <a:pt x="6939" y="31077"/>
                      <a:pt x="174" y="47430"/>
                      <a:pt x="174" y="64479"/>
                    </a:cubicBezTo>
                    <a:cubicBezTo>
                      <a:pt x="174" y="81528"/>
                      <a:pt x="6939" y="97881"/>
                      <a:pt x="18979" y="109936"/>
                    </a:cubicBezTo>
                    <a:cubicBezTo>
                      <a:pt x="31019" y="121992"/>
                      <a:pt x="47351" y="128765"/>
                      <a:pt x="64378" y="128765"/>
                    </a:cubicBezTo>
                    <a:close/>
                  </a:path>
                </a:pathLst>
              </a:custGeom>
              <a:solidFill>
                <a:srgbClr val="3362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1" name="任意多边形: 形状 1480"/>
              <p:cNvSpPr/>
              <p:nvPr/>
            </p:nvSpPr>
            <p:spPr>
              <a:xfrm>
                <a:off x="18693886" y="8013319"/>
                <a:ext cx="223200" cy="223200"/>
              </a:xfrm>
              <a:custGeom>
                <a:avLst/>
                <a:gdLst>
                  <a:gd name="csX0" fmla="*/ 64435 w 128409"/>
                  <a:gd name="csY0" fmla="*/ 128765 h 128573"/>
                  <a:gd name="csX1" fmla="*/ 109835 w 128409"/>
                  <a:gd name="csY1" fmla="*/ 109936 h 128573"/>
                  <a:gd name="csX2" fmla="*/ 128640 w 128409"/>
                  <a:gd name="csY2" fmla="*/ 64478 h 128573"/>
                  <a:gd name="csX3" fmla="*/ 109835 w 128409"/>
                  <a:gd name="csY3" fmla="*/ 19021 h 128573"/>
                  <a:gd name="csX4" fmla="*/ 64435 w 128409"/>
                  <a:gd name="csY4" fmla="*/ 192 h 128573"/>
                  <a:gd name="csX5" fmla="*/ 19036 w 128409"/>
                  <a:gd name="csY5" fmla="*/ 19021 h 128573"/>
                  <a:gd name="csX6" fmla="*/ 231 w 128409"/>
                  <a:gd name="csY6" fmla="*/ 64478 h 128573"/>
                  <a:gd name="csX7" fmla="*/ 19036 w 128409"/>
                  <a:gd name="csY7" fmla="*/ 109936 h 128573"/>
                  <a:gd name="csX8" fmla="*/ 64435 w 128409"/>
                  <a:gd name="csY8" fmla="*/ 12876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5" y="128765"/>
                    </a:moveTo>
                    <a:cubicBezTo>
                      <a:pt x="81463" y="128765"/>
                      <a:pt x="97795" y="121991"/>
                      <a:pt x="109835" y="109936"/>
                    </a:cubicBezTo>
                    <a:cubicBezTo>
                      <a:pt x="121875" y="97881"/>
                      <a:pt x="128640" y="81527"/>
                      <a:pt x="128640" y="64478"/>
                    </a:cubicBezTo>
                    <a:cubicBezTo>
                      <a:pt x="128640" y="47429"/>
                      <a:pt x="121875" y="31076"/>
                      <a:pt x="109835" y="19021"/>
                    </a:cubicBezTo>
                    <a:cubicBezTo>
                      <a:pt x="97795" y="6965"/>
                      <a:pt x="81463" y="192"/>
                      <a:pt x="64435" y="192"/>
                    </a:cubicBezTo>
                    <a:cubicBezTo>
                      <a:pt x="47408" y="192"/>
                      <a:pt x="31076" y="6965"/>
                      <a:pt x="19036" y="19021"/>
                    </a:cubicBezTo>
                    <a:cubicBezTo>
                      <a:pt x="6996" y="31076"/>
                      <a:pt x="231" y="47429"/>
                      <a:pt x="231" y="64478"/>
                    </a:cubicBezTo>
                    <a:cubicBezTo>
                      <a:pt x="231" y="81527"/>
                      <a:pt x="6996" y="97881"/>
                      <a:pt x="19036" y="109936"/>
                    </a:cubicBezTo>
                    <a:cubicBezTo>
                      <a:pt x="31076" y="121991"/>
                      <a:pt x="47408" y="128765"/>
                      <a:pt x="64435" y="128765"/>
                    </a:cubicBezTo>
                    <a:close/>
                  </a:path>
                </a:pathLst>
              </a:custGeom>
              <a:solidFill>
                <a:srgbClr val="1F978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2" name="任意多边形: 形状 1481"/>
              <p:cNvSpPr/>
              <p:nvPr/>
            </p:nvSpPr>
            <p:spPr>
              <a:xfrm>
                <a:off x="18504701" y="8660184"/>
                <a:ext cx="223200" cy="223200"/>
              </a:xfrm>
              <a:custGeom>
                <a:avLst/>
                <a:gdLst>
                  <a:gd name="csX0" fmla="*/ 64429 w 128409"/>
                  <a:gd name="csY0" fmla="*/ 128787 h 128573"/>
                  <a:gd name="csX1" fmla="*/ 109829 w 128409"/>
                  <a:gd name="csY1" fmla="*/ 109957 h 128573"/>
                  <a:gd name="csX2" fmla="*/ 128634 w 128409"/>
                  <a:gd name="csY2" fmla="*/ 64500 h 128573"/>
                  <a:gd name="csX3" fmla="*/ 109829 w 128409"/>
                  <a:gd name="csY3" fmla="*/ 19042 h 128573"/>
                  <a:gd name="csX4" fmla="*/ 64429 w 128409"/>
                  <a:gd name="csY4" fmla="*/ 213 h 128573"/>
                  <a:gd name="csX5" fmla="*/ 19030 w 128409"/>
                  <a:gd name="csY5" fmla="*/ 19042 h 128573"/>
                  <a:gd name="csX6" fmla="*/ 224 w 128409"/>
                  <a:gd name="csY6" fmla="*/ 64500 h 128573"/>
                  <a:gd name="csX7" fmla="*/ 19030 w 128409"/>
                  <a:gd name="csY7" fmla="*/ 109957 h 128573"/>
                  <a:gd name="csX8" fmla="*/ 64429 w 128409"/>
                  <a:gd name="csY8" fmla="*/ 12878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9" y="128787"/>
                    </a:moveTo>
                    <a:cubicBezTo>
                      <a:pt x="81456" y="128787"/>
                      <a:pt x="97789" y="122013"/>
                      <a:pt x="109829" y="109957"/>
                    </a:cubicBezTo>
                    <a:cubicBezTo>
                      <a:pt x="121869" y="97902"/>
                      <a:pt x="128634" y="81549"/>
                      <a:pt x="128634" y="64500"/>
                    </a:cubicBezTo>
                    <a:cubicBezTo>
                      <a:pt x="128634" y="47451"/>
                      <a:pt x="121869" y="31098"/>
                      <a:pt x="109829" y="19042"/>
                    </a:cubicBezTo>
                    <a:cubicBezTo>
                      <a:pt x="97789" y="6987"/>
                      <a:pt x="81456" y="213"/>
                      <a:pt x="64429" y="213"/>
                    </a:cubicBezTo>
                    <a:cubicBezTo>
                      <a:pt x="47402" y="213"/>
                      <a:pt x="31070" y="6987"/>
                      <a:pt x="19030" y="19042"/>
                    </a:cubicBezTo>
                    <a:cubicBezTo>
                      <a:pt x="6989" y="31098"/>
                      <a:pt x="224" y="47451"/>
                      <a:pt x="224" y="64500"/>
                    </a:cubicBezTo>
                    <a:cubicBezTo>
                      <a:pt x="224" y="81549"/>
                      <a:pt x="6989" y="97902"/>
                      <a:pt x="19030" y="109957"/>
                    </a:cubicBezTo>
                    <a:cubicBezTo>
                      <a:pt x="31070" y="122013"/>
                      <a:pt x="47402" y="128787"/>
                      <a:pt x="64429" y="128787"/>
                    </a:cubicBezTo>
                    <a:close/>
                  </a:path>
                </a:pathLst>
              </a:custGeom>
              <a:solidFill>
                <a:srgbClr val="7FD34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3" name="任意多边形: 形状 1482"/>
              <p:cNvSpPr/>
              <p:nvPr/>
            </p:nvSpPr>
            <p:spPr>
              <a:xfrm>
                <a:off x="18481851" y="7630779"/>
                <a:ext cx="223200" cy="223200"/>
              </a:xfrm>
              <a:custGeom>
                <a:avLst/>
                <a:gdLst>
                  <a:gd name="csX0" fmla="*/ 64428 w 128409"/>
                  <a:gd name="csY0" fmla="*/ 128752 h 128573"/>
                  <a:gd name="csX1" fmla="*/ 109828 w 128409"/>
                  <a:gd name="csY1" fmla="*/ 109923 h 128573"/>
                  <a:gd name="csX2" fmla="*/ 128633 w 128409"/>
                  <a:gd name="csY2" fmla="*/ 64466 h 128573"/>
                  <a:gd name="csX3" fmla="*/ 109828 w 128409"/>
                  <a:gd name="csY3" fmla="*/ 19008 h 128573"/>
                  <a:gd name="csX4" fmla="*/ 64428 w 128409"/>
                  <a:gd name="csY4" fmla="*/ 179 h 128573"/>
                  <a:gd name="csX5" fmla="*/ 19029 w 128409"/>
                  <a:gd name="csY5" fmla="*/ 19008 h 128573"/>
                  <a:gd name="csX6" fmla="*/ 224 w 128409"/>
                  <a:gd name="csY6" fmla="*/ 64466 h 128573"/>
                  <a:gd name="csX7" fmla="*/ 19029 w 128409"/>
                  <a:gd name="csY7" fmla="*/ 109923 h 128573"/>
                  <a:gd name="csX8" fmla="*/ 64428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8" y="128752"/>
                    </a:moveTo>
                    <a:cubicBezTo>
                      <a:pt x="81456" y="128752"/>
                      <a:pt x="97788" y="121979"/>
                      <a:pt x="109828" y="109923"/>
                    </a:cubicBezTo>
                    <a:cubicBezTo>
                      <a:pt x="121868" y="97868"/>
                      <a:pt x="128633" y="81515"/>
                      <a:pt x="128633" y="64466"/>
                    </a:cubicBezTo>
                    <a:cubicBezTo>
                      <a:pt x="128633" y="47417"/>
                      <a:pt x="121868" y="31064"/>
                      <a:pt x="109828" y="19008"/>
                    </a:cubicBezTo>
                    <a:cubicBezTo>
                      <a:pt x="97788" y="6953"/>
                      <a:pt x="81456" y="179"/>
                      <a:pt x="64428" y="179"/>
                    </a:cubicBezTo>
                    <a:cubicBezTo>
                      <a:pt x="47401" y="179"/>
                      <a:pt x="31069" y="6953"/>
                      <a:pt x="19029" y="19008"/>
                    </a:cubicBezTo>
                    <a:cubicBezTo>
                      <a:pt x="6989" y="31064"/>
                      <a:pt x="224" y="47417"/>
                      <a:pt x="224" y="64466"/>
                    </a:cubicBezTo>
                    <a:cubicBezTo>
                      <a:pt x="224" y="81515"/>
                      <a:pt x="6989" y="97868"/>
                      <a:pt x="19029" y="109923"/>
                    </a:cubicBezTo>
                    <a:cubicBezTo>
                      <a:pt x="31069" y="121979"/>
                      <a:pt x="47401" y="128752"/>
                      <a:pt x="64428" y="128752"/>
                    </a:cubicBezTo>
                    <a:close/>
                  </a:path>
                </a:pathLst>
              </a:custGeom>
              <a:solidFill>
                <a:srgbClr val="2F6C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4" name="任意多边形: 形状 1483"/>
              <p:cNvSpPr/>
              <p:nvPr/>
            </p:nvSpPr>
            <p:spPr>
              <a:xfrm>
                <a:off x="17898940" y="8962623"/>
                <a:ext cx="223200" cy="223200"/>
              </a:xfrm>
              <a:custGeom>
                <a:avLst/>
                <a:gdLst>
                  <a:gd name="csX0" fmla="*/ 64409 w 128409"/>
                  <a:gd name="csY0" fmla="*/ 128797 h 128573"/>
                  <a:gd name="csX1" fmla="*/ 109809 w 128409"/>
                  <a:gd name="csY1" fmla="*/ 109967 h 128573"/>
                  <a:gd name="csX2" fmla="*/ 128614 w 128409"/>
                  <a:gd name="csY2" fmla="*/ 64510 h 128573"/>
                  <a:gd name="csX3" fmla="*/ 109809 w 128409"/>
                  <a:gd name="csY3" fmla="*/ 19052 h 128573"/>
                  <a:gd name="csX4" fmla="*/ 64409 w 128409"/>
                  <a:gd name="csY4" fmla="*/ 223 h 128573"/>
                  <a:gd name="csX5" fmla="*/ 19009 w 128409"/>
                  <a:gd name="csY5" fmla="*/ 19052 h 128573"/>
                  <a:gd name="csX6" fmla="*/ 204 w 128409"/>
                  <a:gd name="csY6" fmla="*/ 64510 h 128573"/>
                  <a:gd name="csX7" fmla="*/ 19009 w 128409"/>
                  <a:gd name="csY7" fmla="*/ 109967 h 128573"/>
                  <a:gd name="csX8" fmla="*/ 64409 w 128409"/>
                  <a:gd name="csY8" fmla="*/ 12879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9" y="128797"/>
                    </a:moveTo>
                    <a:cubicBezTo>
                      <a:pt x="81436" y="128797"/>
                      <a:pt x="97769" y="122023"/>
                      <a:pt x="109809" y="109967"/>
                    </a:cubicBezTo>
                    <a:cubicBezTo>
                      <a:pt x="121849" y="97912"/>
                      <a:pt x="128614" y="81559"/>
                      <a:pt x="128614" y="64510"/>
                    </a:cubicBezTo>
                    <a:cubicBezTo>
                      <a:pt x="128614" y="47461"/>
                      <a:pt x="121849" y="31108"/>
                      <a:pt x="109809" y="19052"/>
                    </a:cubicBezTo>
                    <a:cubicBezTo>
                      <a:pt x="97769" y="6997"/>
                      <a:pt x="81436" y="223"/>
                      <a:pt x="64409" y="223"/>
                    </a:cubicBezTo>
                    <a:cubicBezTo>
                      <a:pt x="47382" y="223"/>
                      <a:pt x="31050" y="6997"/>
                      <a:pt x="19009" y="19052"/>
                    </a:cubicBezTo>
                    <a:cubicBezTo>
                      <a:pt x="6969" y="31108"/>
                      <a:pt x="204" y="47461"/>
                      <a:pt x="204" y="64510"/>
                    </a:cubicBezTo>
                    <a:cubicBezTo>
                      <a:pt x="204" y="81559"/>
                      <a:pt x="6969" y="97912"/>
                      <a:pt x="19009" y="109967"/>
                    </a:cubicBezTo>
                    <a:cubicBezTo>
                      <a:pt x="31050" y="122023"/>
                      <a:pt x="47382" y="128797"/>
                      <a:pt x="64409" y="128797"/>
                    </a:cubicBezTo>
                    <a:close/>
                  </a:path>
                </a:pathLst>
              </a:custGeom>
              <a:solidFill>
                <a:srgbClr val="C8E02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5" name="任意多边形: 形状 1484"/>
              <p:cNvSpPr/>
              <p:nvPr/>
            </p:nvSpPr>
            <p:spPr>
              <a:xfrm>
                <a:off x="16970505" y="7621092"/>
                <a:ext cx="223200" cy="223200"/>
              </a:xfrm>
              <a:custGeom>
                <a:avLst/>
                <a:gdLst>
                  <a:gd name="csX0" fmla="*/ 64378 w 128409"/>
                  <a:gd name="csY0" fmla="*/ 128752 h 128573"/>
                  <a:gd name="csX1" fmla="*/ 109778 w 128409"/>
                  <a:gd name="csY1" fmla="*/ 109923 h 128573"/>
                  <a:gd name="csX2" fmla="*/ 128583 w 128409"/>
                  <a:gd name="csY2" fmla="*/ 64465 h 128573"/>
                  <a:gd name="csX3" fmla="*/ 109778 w 128409"/>
                  <a:gd name="csY3" fmla="*/ 19008 h 128573"/>
                  <a:gd name="csX4" fmla="*/ 64378 w 128409"/>
                  <a:gd name="csY4" fmla="*/ 179 h 128573"/>
                  <a:gd name="csX5" fmla="*/ 18979 w 128409"/>
                  <a:gd name="csY5" fmla="*/ 19008 h 128573"/>
                  <a:gd name="csX6" fmla="*/ 174 w 128409"/>
                  <a:gd name="csY6" fmla="*/ 64465 h 128573"/>
                  <a:gd name="csX7" fmla="*/ 18979 w 128409"/>
                  <a:gd name="csY7" fmla="*/ 109923 h 128573"/>
                  <a:gd name="csX8" fmla="*/ 64378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8" y="128752"/>
                    </a:moveTo>
                    <a:cubicBezTo>
                      <a:pt x="81406" y="128752"/>
                      <a:pt x="97738" y="121979"/>
                      <a:pt x="109778" y="109923"/>
                    </a:cubicBezTo>
                    <a:cubicBezTo>
                      <a:pt x="121818" y="97868"/>
                      <a:pt x="128583" y="81515"/>
                      <a:pt x="128583" y="64465"/>
                    </a:cubicBezTo>
                    <a:cubicBezTo>
                      <a:pt x="128583" y="47416"/>
                      <a:pt x="121818" y="31063"/>
                      <a:pt x="109778" y="19008"/>
                    </a:cubicBezTo>
                    <a:cubicBezTo>
                      <a:pt x="97738" y="6952"/>
                      <a:pt x="81406" y="179"/>
                      <a:pt x="64378" y="179"/>
                    </a:cubicBezTo>
                    <a:cubicBezTo>
                      <a:pt x="47351" y="179"/>
                      <a:pt x="31019" y="6952"/>
                      <a:pt x="18979" y="19008"/>
                    </a:cubicBezTo>
                    <a:cubicBezTo>
                      <a:pt x="6939" y="31063"/>
                      <a:pt x="174" y="47416"/>
                      <a:pt x="174" y="64465"/>
                    </a:cubicBezTo>
                    <a:cubicBezTo>
                      <a:pt x="174" y="81515"/>
                      <a:pt x="6939" y="97868"/>
                      <a:pt x="18979" y="109923"/>
                    </a:cubicBezTo>
                    <a:cubicBezTo>
                      <a:pt x="31019" y="121979"/>
                      <a:pt x="47351" y="128752"/>
                      <a:pt x="64378" y="128752"/>
                    </a:cubicBezTo>
                    <a:close/>
                  </a:path>
                </a:pathLst>
              </a:custGeom>
              <a:solidFill>
                <a:srgbClr val="3069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6" name="任意多边形: 形状 1485"/>
              <p:cNvSpPr/>
              <p:nvPr/>
            </p:nvSpPr>
            <p:spPr>
              <a:xfrm>
                <a:off x="17116476" y="7767087"/>
                <a:ext cx="223200" cy="223200"/>
              </a:xfrm>
              <a:custGeom>
                <a:avLst/>
                <a:gdLst>
                  <a:gd name="csX0" fmla="*/ 64383 w 128409"/>
                  <a:gd name="csY0" fmla="*/ 128757 h 128573"/>
                  <a:gd name="csX1" fmla="*/ 109783 w 128409"/>
                  <a:gd name="csY1" fmla="*/ 109928 h 128573"/>
                  <a:gd name="csX2" fmla="*/ 128588 w 128409"/>
                  <a:gd name="csY2" fmla="*/ 64470 h 128573"/>
                  <a:gd name="csX3" fmla="*/ 109783 w 128409"/>
                  <a:gd name="csY3" fmla="*/ 19013 h 128573"/>
                  <a:gd name="csX4" fmla="*/ 64383 w 128409"/>
                  <a:gd name="csY4" fmla="*/ 184 h 128573"/>
                  <a:gd name="csX5" fmla="*/ 18984 w 128409"/>
                  <a:gd name="csY5" fmla="*/ 19013 h 128573"/>
                  <a:gd name="csX6" fmla="*/ 178 w 128409"/>
                  <a:gd name="csY6" fmla="*/ 64470 h 128573"/>
                  <a:gd name="csX7" fmla="*/ 18984 w 128409"/>
                  <a:gd name="csY7" fmla="*/ 109928 h 128573"/>
                  <a:gd name="csX8" fmla="*/ 64383 w 128409"/>
                  <a:gd name="csY8" fmla="*/ 12875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3" y="128757"/>
                    </a:moveTo>
                    <a:cubicBezTo>
                      <a:pt x="81410" y="128757"/>
                      <a:pt x="97743" y="121983"/>
                      <a:pt x="109783" y="109928"/>
                    </a:cubicBezTo>
                    <a:cubicBezTo>
                      <a:pt x="121823" y="97872"/>
                      <a:pt x="128588" y="81519"/>
                      <a:pt x="128588" y="64470"/>
                    </a:cubicBezTo>
                    <a:cubicBezTo>
                      <a:pt x="128588" y="47421"/>
                      <a:pt x="121823" y="31068"/>
                      <a:pt x="109783" y="19013"/>
                    </a:cubicBezTo>
                    <a:cubicBezTo>
                      <a:pt x="97743" y="6957"/>
                      <a:pt x="81410" y="184"/>
                      <a:pt x="64383" y="184"/>
                    </a:cubicBezTo>
                    <a:cubicBezTo>
                      <a:pt x="47356" y="184"/>
                      <a:pt x="31024" y="6957"/>
                      <a:pt x="18984" y="19013"/>
                    </a:cubicBezTo>
                    <a:cubicBezTo>
                      <a:pt x="6943" y="31068"/>
                      <a:pt x="178" y="47421"/>
                      <a:pt x="178" y="64470"/>
                    </a:cubicBezTo>
                    <a:cubicBezTo>
                      <a:pt x="178" y="81519"/>
                      <a:pt x="6943" y="97872"/>
                      <a:pt x="18984" y="109928"/>
                    </a:cubicBezTo>
                    <a:cubicBezTo>
                      <a:pt x="31024" y="121983"/>
                      <a:pt x="47356" y="128757"/>
                      <a:pt x="64383" y="128757"/>
                    </a:cubicBezTo>
                    <a:close/>
                  </a:path>
                </a:pathLst>
              </a:custGeom>
              <a:solidFill>
                <a:srgbClr val="46307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7" name="任意多边形: 形状 1486"/>
              <p:cNvSpPr/>
              <p:nvPr/>
            </p:nvSpPr>
            <p:spPr>
              <a:xfrm>
                <a:off x="18755607" y="8190246"/>
                <a:ext cx="223200" cy="223200"/>
              </a:xfrm>
              <a:custGeom>
                <a:avLst/>
                <a:gdLst>
                  <a:gd name="csX0" fmla="*/ 64437 w 128409"/>
                  <a:gd name="csY0" fmla="*/ 128771 h 128573"/>
                  <a:gd name="csX1" fmla="*/ 109837 w 128409"/>
                  <a:gd name="csY1" fmla="*/ 109942 h 128573"/>
                  <a:gd name="csX2" fmla="*/ 128642 w 128409"/>
                  <a:gd name="csY2" fmla="*/ 64484 h 128573"/>
                  <a:gd name="csX3" fmla="*/ 109837 w 128409"/>
                  <a:gd name="csY3" fmla="*/ 19027 h 128573"/>
                  <a:gd name="csX4" fmla="*/ 64437 w 128409"/>
                  <a:gd name="csY4" fmla="*/ 198 h 128573"/>
                  <a:gd name="csX5" fmla="*/ 19038 w 128409"/>
                  <a:gd name="csY5" fmla="*/ 19027 h 128573"/>
                  <a:gd name="csX6" fmla="*/ 233 w 128409"/>
                  <a:gd name="csY6" fmla="*/ 64484 h 128573"/>
                  <a:gd name="csX7" fmla="*/ 19038 w 128409"/>
                  <a:gd name="csY7" fmla="*/ 109942 h 128573"/>
                  <a:gd name="csX8" fmla="*/ 64437 w 128409"/>
                  <a:gd name="csY8" fmla="*/ 12877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7" y="128771"/>
                    </a:moveTo>
                    <a:cubicBezTo>
                      <a:pt x="81465" y="128771"/>
                      <a:pt x="97797" y="121997"/>
                      <a:pt x="109837" y="109942"/>
                    </a:cubicBezTo>
                    <a:cubicBezTo>
                      <a:pt x="121877" y="97886"/>
                      <a:pt x="128642" y="81533"/>
                      <a:pt x="128642" y="64484"/>
                    </a:cubicBezTo>
                    <a:cubicBezTo>
                      <a:pt x="128642" y="47435"/>
                      <a:pt x="121877" y="31082"/>
                      <a:pt x="109837" y="19027"/>
                    </a:cubicBezTo>
                    <a:cubicBezTo>
                      <a:pt x="97797" y="6971"/>
                      <a:pt x="81465" y="198"/>
                      <a:pt x="64437" y="198"/>
                    </a:cubicBezTo>
                    <a:cubicBezTo>
                      <a:pt x="47410" y="198"/>
                      <a:pt x="31078" y="6971"/>
                      <a:pt x="19038" y="19027"/>
                    </a:cubicBezTo>
                    <a:cubicBezTo>
                      <a:pt x="6998" y="31082"/>
                      <a:pt x="233" y="47435"/>
                      <a:pt x="233" y="64484"/>
                    </a:cubicBezTo>
                    <a:cubicBezTo>
                      <a:pt x="233" y="81533"/>
                      <a:pt x="6998" y="97886"/>
                      <a:pt x="19038" y="109942"/>
                    </a:cubicBezTo>
                    <a:cubicBezTo>
                      <a:pt x="31078" y="121997"/>
                      <a:pt x="47410" y="128771"/>
                      <a:pt x="64437" y="128771"/>
                    </a:cubicBezTo>
                    <a:close/>
                  </a:path>
                </a:pathLst>
              </a:custGeom>
              <a:solidFill>
                <a:srgbClr val="29AF7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8" name="任意多边形: 形状 1487"/>
              <p:cNvSpPr/>
              <p:nvPr/>
            </p:nvSpPr>
            <p:spPr>
              <a:xfrm>
                <a:off x="18461231" y="8356221"/>
                <a:ext cx="223200" cy="223200"/>
              </a:xfrm>
              <a:custGeom>
                <a:avLst/>
                <a:gdLst>
                  <a:gd name="csX0" fmla="*/ 64428 w 128409"/>
                  <a:gd name="csY0" fmla="*/ 128776 h 128573"/>
                  <a:gd name="csX1" fmla="*/ 109827 w 128409"/>
                  <a:gd name="csY1" fmla="*/ 109947 h 128573"/>
                  <a:gd name="csX2" fmla="*/ 128632 w 128409"/>
                  <a:gd name="csY2" fmla="*/ 64490 h 128573"/>
                  <a:gd name="csX3" fmla="*/ 109827 w 128409"/>
                  <a:gd name="csY3" fmla="*/ 19032 h 128573"/>
                  <a:gd name="csX4" fmla="*/ 64428 w 128409"/>
                  <a:gd name="csY4" fmla="*/ 203 h 128573"/>
                  <a:gd name="csX5" fmla="*/ 19028 w 128409"/>
                  <a:gd name="csY5" fmla="*/ 19032 h 128573"/>
                  <a:gd name="csX6" fmla="*/ 223 w 128409"/>
                  <a:gd name="csY6" fmla="*/ 64490 h 128573"/>
                  <a:gd name="csX7" fmla="*/ 19028 w 128409"/>
                  <a:gd name="csY7" fmla="*/ 109947 h 128573"/>
                  <a:gd name="csX8" fmla="*/ 64428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8" y="128776"/>
                    </a:moveTo>
                    <a:cubicBezTo>
                      <a:pt x="81455" y="128776"/>
                      <a:pt x="97787" y="122003"/>
                      <a:pt x="109827" y="109947"/>
                    </a:cubicBezTo>
                    <a:cubicBezTo>
                      <a:pt x="121867" y="97892"/>
                      <a:pt x="128632" y="81539"/>
                      <a:pt x="128632" y="64490"/>
                    </a:cubicBezTo>
                    <a:cubicBezTo>
                      <a:pt x="128632" y="47441"/>
                      <a:pt x="121867" y="31088"/>
                      <a:pt x="109827" y="19032"/>
                    </a:cubicBezTo>
                    <a:cubicBezTo>
                      <a:pt x="97787" y="6977"/>
                      <a:pt x="81455" y="203"/>
                      <a:pt x="64428" y="203"/>
                    </a:cubicBezTo>
                    <a:cubicBezTo>
                      <a:pt x="47400" y="203"/>
                      <a:pt x="31068" y="6977"/>
                      <a:pt x="19028" y="19032"/>
                    </a:cubicBezTo>
                    <a:cubicBezTo>
                      <a:pt x="6988" y="31088"/>
                      <a:pt x="223" y="47441"/>
                      <a:pt x="223" y="64490"/>
                    </a:cubicBezTo>
                    <a:cubicBezTo>
                      <a:pt x="223" y="81539"/>
                      <a:pt x="6988" y="97892"/>
                      <a:pt x="19028" y="109947"/>
                    </a:cubicBezTo>
                    <a:cubicBezTo>
                      <a:pt x="31068" y="122003"/>
                      <a:pt x="47400" y="128776"/>
                      <a:pt x="64428" y="128776"/>
                    </a:cubicBezTo>
                    <a:close/>
                  </a:path>
                </a:pathLst>
              </a:custGeom>
              <a:solidFill>
                <a:srgbClr val="238A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89" name="任意多边形: 形状 1488"/>
              <p:cNvSpPr/>
              <p:nvPr/>
            </p:nvSpPr>
            <p:spPr>
              <a:xfrm>
                <a:off x="18219764" y="7098733"/>
                <a:ext cx="223200" cy="223200"/>
              </a:xfrm>
              <a:custGeom>
                <a:avLst/>
                <a:gdLst>
                  <a:gd name="csX0" fmla="*/ 64420 w 128409"/>
                  <a:gd name="csY0" fmla="*/ 128735 h 128573"/>
                  <a:gd name="csX1" fmla="*/ 109819 w 128409"/>
                  <a:gd name="csY1" fmla="*/ 109906 h 128573"/>
                  <a:gd name="csX2" fmla="*/ 128624 w 128409"/>
                  <a:gd name="csY2" fmla="*/ 64448 h 128573"/>
                  <a:gd name="csX3" fmla="*/ 109819 w 128409"/>
                  <a:gd name="csY3" fmla="*/ 18991 h 128573"/>
                  <a:gd name="csX4" fmla="*/ 64420 w 128409"/>
                  <a:gd name="csY4" fmla="*/ 161 h 128573"/>
                  <a:gd name="csX5" fmla="*/ 19020 w 128409"/>
                  <a:gd name="csY5" fmla="*/ 18991 h 128573"/>
                  <a:gd name="csX6" fmla="*/ 215 w 128409"/>
                  <a:gd name="csY6" fmla="*/ 64448 h 128573"/>
                  <a:gd name="csX7" fmla="*/ 19020 w 128409"/>
                  <a:gd name="csY7" fmla="*/ 109906 h 128573"/>
                  <a:gd name="csX8" fmla="*/ 64420 w 128409"/>
                  <a:gd name="csY8" fmla="*/ 12873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0" y="128735"/>
                    </a:moveTo>
                    <a:cubicBezTo>
                      <a:pt x="81447" y="128735"/>
                      <a:pt x="97779" y="121961"/>
                      <a:pt x="109819" y="109906"/>
                    </a:cubicBezTo>
                    <a:cubicBezTo>
                      <a:pt x="121859" y="97850"/>
                      <a:pt x="128624" y="81497"/>
                      <a:pt x="128624" y="64448"/>
                    </a:cubicBezTo>
                    <a:cubicBezTo>
                      <a:pt x="128624" y="47399"/>
                      <a:pt x="121859" y="31046"/>
                      <a:pt x="109819" y="18991"/>
                    </a:cubicBezTo>
                    <a:cubicBezTo>
                      <a:pt x="97779" y="6935"/>
                      <a:pt x="81447" y="161"/>
                      <a:pt x="64420" y="161"/>
                    </a:cubicBezTo>
                    <a:cubicBezTo>
                      <a:pt x="47392" y="161"/>
                      <a:pt x="31060" y="6935"/>
                      <a:pt x="19020" y="18991"/>
                    </a:cubicBezTo>
                    <a:cubicBezTo>
                      <a:pt x="6980" y="31046"/>
                      <a:pt x="215" y="47399"/>
                      <a:pt x="215" y="64448"/>
                    </a:cubicBezTo>
                    <a:cubicBezTo>
                      <a:pt x="215" y="81497"/>
                      <a:pt x="6980" y="97850"/>
                      <a:pt x="19020" y="109906"/>
                    </a:cubicBezTo>
                    <a:cubicBezTo>
                      <a:pt x="31060" y="121961"/>
                      <a:pt x="47392" y="128735"/>
                      <a:pt x="64420" y="128735"/>
                    </a:cubicBezTo>
                    <a:close/>
                  </a:path>
                </a:pathLst>
              </a:custGeom>
              <a:solidFill>
                <a:srgbClr val="28AE8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0" name="任意多边形: 形状 1489"/>
              <p:cNvSpPr/>
              <p:nvPr/>
            </p:nvSpPr>
            <p:spPr>
              <a:xfrm>
                <a:off x="17898546" y="8375019"/>
                <a:ext cx="223200" cy="223200"/>
              </a:xfrm>
              <a:custGeom>
                <a:avLst/>
                <a:gdLst>
                  <a:gd name="csX0" fmla="*/ 64409 w 128409"/>
                  <a:gd name="csY0" fmla="*/ 128777 h 128573"/>
                  <a:gd name="csX1" fmla="*/ 109809 w 128409"/>
                  <a:gd name="csY1" fmla="*/ 109948 h 128573"/>
                  <a:gd name="csX2" fmla="*/ 128614 w 128409"/>
                  <a:gd name="csY2" fmla="*/ 64490 h 128573"/>
                  <a:gd name="csX3" fmla="*/ 109809 w 128409"/>
                  <a:gd name="csY3" fmla="*/ 19033 h 128573"/>
                  <a:gd name="csX4" fmla="*/ 64409 w 128409"/>
                  <a:gd name="csY4" fmla="*/ 204 h 128573"/>
                  <a:gd name="csX5" fmla="*/ 19009 w 128409"/>
                  <a:gd name="csY5" fmla="*/ 19033 h 128573"/>
                  <a:gd name="csX6" fmla="*/ 204 w 128409"/>
                  <a:gd name="csY6" fmla="*/ 64490 h 128573"/>
                  <a:gd name="csX7" fmla="*/ 19009 w 128409"/>
                  <a:gd name="csY7" fmla="*/ 109948 h 128573"/>
                  <a:gd name="csX8" fmla="*/ 64409 w 128409"/>
                  <a:gd name="csY8" fmla="*/ 12877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9" y="128777"/>
                    </a:moveTo>
                    <a:cubicBezTo>
                      <a:pt x="81436" y="128777"/>
                      <a:pt x="97768" y="122003"/>
                      <a:pt x="109809" y="109948"/>
                    </a:cubicBezTo>
                    <a:cubicBezTo>
                      <a:pt x="121849" y="97892"/>
                      <a:pt x="128614" y="81539"/>
                      <a:pt x="128614" y="64490"/>
                    </a:cubicBezTo>
                    <a:cubicBezTo>
                      <a:pt x="128614" y="47441"/>
                      <a:pt x="121849" y="31088"/>
                      <a:pt x="109809" y="19033"/>
                    </a:cubicBezTo>
                    <a:cubicBezTo>
                      <a:pt x="97768" y="6977"/>
                      <a:pt x="81436" y="204"/>
                      <a:pt x="64409" y="204"/>
                    </a:cubicBezTo>
                    <a:cubicBezTo>
                      <a:pt x="47382" y="204"/>
                      <a:pt x="31050" y="6977"/>
                      <a:pt x="19009" y="19033"/>
                    </a:cubicBezTo>
                    <a:cubicBezTo>
                      <a:pt x="6969" y="31088"/>
                      <a:pt x="204" y="47441"/>
                      <a:pt x="204" y="64490"/>
                    </a:cubicBezTo>
                    <a:cubicBezTo>
                      <a:pt x="204" y="81539"/>
                      <a:pt x="6969" y="97892"/>
                      <a:pt x="19009" y="109948"/>
                    </a:cubicBezTo>
                    <a:cubicBezTo>
                      <a:pt x="31050" y="122003"/>
                      <a:pt x="47382" y="128777"/>
                      <a:pt x="64409" y="128777"/>
                    </a:cubicBezTo>
                    <a:close/>
                  </a:path>
                </a:pathLst>
              </a:custGeom>
              <a:solidFill>
                <a:srgbClr val="45378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1" name="任意多边形: 形状 1490"/>
              <p:cNvSpPr/>
              <p:nvPr/>
            </p:nvSpPr>
            <p:spPr>
              <a:xfrm>
                <a:off x="18915486" y="8559836"/>
                <a:ext cx="223200" cy="223200"/>
              </a:xfrm>
              <a:custGeom>
                <a:avLst/>
                <a:gdLst>
                  <a:gd name="csX0" fmla="*/ 64443 w 128409"/>
                  <a:gd name="csY0" fmla="*/ 128783 h 128573"/>
                  <a:gd name="csX1" fmla="*/ 109842 w 128409"/>
                  <a:gd name="csY1" fmla="*/ 109954 h 128573"/>
                  <a:gd name="csX2" fmla="*/ 128647 w 128409"/>
                  <a:gd name="csY2" fmla="*/ 64496 h 128573"/>
                  <a:gd name="csX3" fmla="*/ 109842 w 128409"/>
                  <a:gd name="csY3" fmla="*/ 19039 h 128573"/>
                  <a:gd name="csX4" fmla="*/ 64443 w 128409"/>
                  <a:gd name="csY4" fmla="*/ 210 h 128573"/>
                  <a:gd name="csX5" fmla="*/ 19043 w 128409"/>
                  <a:gd name="csY5" fmla="*/ 19039 h 128573"/>
                  <a:gd name="csX6" fmla="*/ 238 w 128409"/>
                  <a:gd name="csY6" fmla="*/ 64496 h 128573"/>
                  <a:gd name="csX7" fmla="*/ 19043 w 128409"/>
                  <a:gd name="csY7" fmla="*/ 109954 h 128573"/>
                  <a:gd name="csX8" fmla="*/ 64443 w 128409"/>
                  <a:gd name="csY8" fmla="*/ 12878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43" y="128783"/>
                    </a:moveTo>
                    <a:cubicBezTo>
                      <a:pt x="81470" y="128783"/>
                      <a:pt x="97802" y="122010"/>
                      <a:pt x="109842" y="109954"/>
                    </a:cubicBezTo>
                    <a:cubicBezTo>
                      <a:pt x="121882" y="97899"/>
                      <a:pt x="128647" y="81546"/>
                      <a:pt x="128647" y="64496"/>
                    </a:cubicBezTo>
                    <a:cubicBezTo>
                      <a:pt x="128647" y="47447"/>
                      <a:pt x="121882" y="31094"/>
                      <a:pt x="109842" y="19039"/>
                    </a:cubicBezTo>
                    <a:cubicBezTo>
                      <a:pt x="97802" y="6983"/>
                      <a:pt x="81470" y="210"/>
                      <a:pt x="64443" y="210"/>
                    </a:cubicBezTo>
                    <a:cubicBezTo>
                      <a:pt x="47415" y="210"/>
                      <a:pt x="31083" y="6983"/>
                      <a:pt x="19043" y="19039"/>
                    </a:cubicBezTo>
                    <a:cubicBezTo>
                      <a:pt x="7003" y="31094"/>
                      <a:pt x="238" y="47447"/>
                      <a:pt x="238" y="64496"/>
                    </a:cubicBezTo>
                    <a:cubicBezTo>
                      <a:pt x="238" y="81546"/>
                      <a:pt x="7003" y="97899"/>
                      <a:pt x="19043" y="109954"/>
                    </a:cubicBezTo>
                    <a:cubicBezTo>
                      <a:pt x="31083" y="122010"/>
                      <a:pt x="47415" y="128783"/>
                      <a:pt x="64443" y="128783"/>
                    </a:cubicBezTo>
                    <a:close/>
                  </a:path>
                </a:pathLst>
              </a:custGeom>
              <a:solidFill>
                <a:srgbClr val="FDE72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2" name="任意多边形: 形状 1491"/>
              <p:cNvSpPr/>
              <p:nvPr/>
            </p:nvSpPr>
            <p:spPr>
              <a:xfrm>
                <a:off x="17317571" y="7512549"/>
                <a:ext cx="223200" cy="223200"/>
              </a:xfrm>
              <a:custGeom>
                <a:avLst/>
                <a:gdLst>
                  <a:gd name="csX0" fmla="*/ 64390 w 128409"/>
                  <a:gd name="csY0" fmla="*/ 128749 h 128573"/>
                  <a:gd name="csX1" fmla="*/ 109789 w 128409"/>
                  <a:gd name="csY1" fmla="*/ 109919 h 128573"/>
                  <a:gd name="csX2" fmla="*/ 128595 w 128409"/>
                  <a:gd name="csY2" fmla="*/ 64462 h 128573"/>
                  <a:gd name="csX3" fmla="*/ 109789 w 128409"/>
                  <a:gd name="csY3" fmla="*/ 19004 h 128573"/>
                  <a:gd name="csX4" fmla="*/ 64390 w 128409"/>
                  <a:gd name="csY4" fmla="*/ 175 h 128573"/>
                  <a:gd name="csX5" fmla="*/ 18990 w 128409"/>
                  <a:gd name="csY5" fmla="*/ 19004 h 128573"/>
                  <a:gd name="csX6" fmla="*/ 185 w 128409"/>
                  <a:gd name="csY6" fmla="*/ 64462 h 128573"/>
                  <a:gd name="csX7" fmla="*/ 18990 w 128409"/>
                  <a:gd name="csY7" fmla="*/ 109919 h 128573"/>
                  <a:gd name="csX8" fmla="*/ 64390 w 128409"/>
                  <a:gd name="csY8" fmla="*/ 12874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0" y="128749"/>
                    </a:moveTo>
                    <a:cubicBezTo>
                      <a:pt x="81417" y="128749"/>
                      <a:pt x="97749" y="121975"/>
                      <a:pt x="109789" y="109919"/>
                    </a:cubicBezTo>
                    <a:cubicBezTo>
                      <a:pt x="121829" y="97864"/>
                      <a:pt x="128595" y="81511"/>
                      <a:pt x="128595" y="64462"/>
                    </a:cubicBezTo>
                    <a:cubicBezTo>
                      <a:pt x="128595" y="47413"/>
                      <a:pt x="121829" y="31060"/>
                      <a:pt x="109789" y="19004"/>
                    </a:cubicBezTo>
                    <a:cubicBezTo>
                      <a:pt x="97749" y="6949"/>
                      <a:pt x="81417" y="175"/>
                      <a:pt x="64390" y="175"/>
                    </a:cubicBezTo>
                    <a:cubicBezTo>
                      <a:pt x="47362" y="175"/>
                      <a:pt x="31030" y="6949"/>
                      <a:pt x="18990" y="19004"/>
                    </a:cubicBezTo>
                    <a:cubicBezTo>
                      <a:pt x="6950" y="31060"/>
                      <a:pt x="185" y="47413"/>
                      <a:pt x="185" y="64462"/>
                    </a:cubicBezTo>
                    <a:cubicBezTo>
                      <a:pt x="185" y="81511"/>
                      <a:pt x="6950" y="97864"/>
                      <a:pt x="18990" y="109919"/>
                    </a:cubicBezTo>
                    <a:cubicBezTo>
                      <a:pt x="31030" y="121975"/>
                      <a:pt x="47362" y="128749"/>
                      <a:pt x="64390" y="128749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3" name="任意多边形: 形状 1492"/>
              <p:cNvSpPr/>
              <p:nvPr/>
            </p:nvSpPr>
            <p:spPr>
              <a:xfrm>
                <a:off x="18523942" y="7305753"/>
                <a:ext cx="223200" cy="223200"/>
              </a:xfrm>
              <a:custGeom>
                <a:avLst/>
                <a:gdLst>
                  <a:gd name="csX0" fmla="*/ 64430 w 128409"/>
                  <a:gd name="csY0" fmla="*/ 128742 h 128573"/>
                  <a:gd name="csX1" fmla="*/ 109829 w 128409"/>
                  <a:gd name="csY1" fmla="*/ 109913 h 128573"/>
                  <a:gd name="csX2" fmla="*/ 128634 w 128409"/>
                  <a:gd name="csY2" fmla="*/ 64455 h 128573"/>
                  <a:gd name="csX3" fmla="*/ 109829 w 128409"/>
                  <a:gd name="csY3" fmla="*/ 18997 h 128573"/>
                  <a:gd name="csX4" fmla="*/ 64430 w 128409"/>
                  <a:gd name="csY4" fmla="*/ 168 h 128573"/>
                  <a:gd name="csX5" fmla="*/ 19030 w 128409"/>
                  <a:gd name="csY5" fmla="*/ 18997 h 128573"/>
                  <a:gd name="csX6" fmla="*/ 225 w 128409"/>
                  <a:gd name="csY6" fmla="*/ 64455 h 128573"/>
                  <a:gd name="csX7" fmla="*/ 19030 w 128409"/>
                  <a:gd name="csY7" fmla="*/ 109913 h 128573"/>
                  <a:gd name="csX8" fmla="*/ 64430 w 128409"/>
                  <a:gd name="csY8" fmla="*/ 12874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0" y="128742"/>
                    </a:moveTo>
                    <a:cubicBezTo>
                      <a:pt x="81457" y="128742"/>
                      <a:pt x="97789" y="121968"/>
                      <a:pt x="109829" y="109913"/>
                    </a:cubicBezTo>
                    <a:cubicBezTo>
                      <a:pt x="121869" y="97857"/>
                      <a:pt x="128634" y="81504"/>
                      <a:pt x="128634" y="64455"/>
                    </a:cubicBezTo>
                    <a:cubicBezTo>
                      <a:pt x="128634" y="47406"/>
                      <a:pt x="121869" y="31053"/>
                      <a:pt x="109829" y="18997"/>
                    </a:cubicBezTo>
                    <a:cubicBezTo>
                      <a:pt x="97789" y="6942"/>
                      <a:pt x="81457" y="168"/>
                      <a:pt x="64430" y="168"/>
                    </a:cubicBezTo>
                    <a:cubicBezTo>
                      <a:pt x="47402" y="168"/>
                      <a:pt x="31070" y="6942"/>
                      <a:pt x="19030" y="18997"/>
                    </a:cubicBezTo>
                    <a:cubicBezTo>
                      <a:pt x="6990" y="31053"/>
                      <a:pt x="225" y="47406"/>
                      <a:pt x="225" y="64455"/>
                    </a:cubicBezTo>
                    <a:cubicBezTo>
                      <a:pt x="225" y="81504"/>
                      <a:pt x="6990" y="97857"/>
                      <a:pt x="19030" y="109913"/>
                    </a:cubicBezTo>
                    <a:cubicBezTo>
                      <a:pt x="31070" y="121968"/>
                      <a:pt x="47402" y="128742"/>
                      <a:pt x="64430" y="128742"/>
                    </a:cubicBezTo>
                    <a:close/>
                  </a:path>
                </a:pathLst>
              </a:custGeom>
              <a:solidFill>
                <a:srgbClr val="24AA8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4" name="任意多边形: 形状 1493"/>
              <p:cNvSpPr/>
              <p:nvPr/>
            </p:nvSpPr>
            <p:spPr>
              <a:xfrm>
                <a:off x="18386989" y="8449786"/>
                <a:ext cx="223200" cy="223200"/>
              </a:xfrm>
              <a:custGeom>
                <a:avLst/>
                <a:gdLst>
                  <a:gd name="csX0" fmla="*/ 64425 w 128409"/>
                  <a:gd name="csY0" fmla="*/ 128780 h 128573"/>
                  <a:gd name="csX1" fmla="*/ 109825 w 128409"/>
                  <a:gd name="csY1" fmla="*/ 109950 h 128573"/>
                  <a:gd name="csX2" fmla="*/ 128630 w 128409"/>
                  <a:gd name="csY2" fmla="*/ 64493 h 128573"/>
                  <a:gd name="csX3" fmla="*/ 109825 w 128409"/>
                  <a:gd name="csY3" fmla="*/ 19035 h 128573"/>
                  <a:gd name="csX4" fmla="*/ 64425 w 128409"/>
                  <a:gd name="csY4" fmla="*/ 206 h 128573"/>
                  <a:gd name="csX5" fmla="*/ 19026 w 128409"/>
                  <a:gd name="csY5" fmla="*/ 19035 h 128573"/>
                  <a:gd name="csX6" fmla="*/ 220 w 128409"/>
                  <a:gd name="csY6" fmla="*/ 64493 h 128573"/>
                  <a:gd name="csX7" fmla="*/ 19026 w 128409"/>
                  <a:gd name="csY7" fmla="*/ 109950 h 128573"/>
                  <a:gd name="csX8" fmla="*/ 64425 w 128409"/>
                  <a:gd name="csY8" fmla="*/ 12878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5" y="128780"/>
                    </a:moveTo>
                    <a:cubicBezTo>
                      <a:pt x="81452" y="128780"/>
                      <a:pt x="97785" y="122006"/>
                      <a:pt x="109825" y="109950"/>
                    </a:cubicBezTo>
                    <a:cubicBezTo>
                      <a:pt x="121865" y="97895"/>
                      <a:pt x="128630" y="81542"/>
                      <a:pt x="128630" y="64493"/>
                    </a:cubicBezTo>
                    <a:cubicBezTo>
                      <a:pt x="128630" y="47444"/>
                      <a:pt x="121865" y="31091"/>
                      <a:pt x="109825" y="19035"/>
                    </a:cubicBezTo>
                    <a:cubicBezTo>
                      <a:pt x="97785" y="6980"/>
                      <a:pt x="81452" y="206"/>
                      <a:pt x="64425" y="206"/>
                    </a:cubicBezTo>
                    <a:cubicBezTo>
                      <a:pt x="47398" y="206"/>
                      <a:pt x="31066" y="6980"/>
                      <a:pt x="19026" y="19035"/>
                    </a:cubicBezTo>
                    <a:cubicBezTo>
                      <a:pt x="6985" y="31091"/>
                      <a:pt x="220" y="47444"/>
                      <a:pt x="220" y="64493"/>
                    </a:cubicBezTo>
                    <a:cubicBezTo>
                      <a:pt x="220" y="81542"/>
                      <a:pt x="6985" y="97895"/>
                      <a:pt x="19026" y="109950"/>
                    </a:cubicBezTo>
                    <a:cubicBezTo>
                      <a:pt x="31066" y="122006"/>
                      <a:pt x="47398" y="128780"/>
                      <a:pt x="64425" y="128780"/>
                    </a:cubicBezTo>
                    <a:close/>
                  </a:path>
                </a:pathLst>
              </a:custGeom>
              <a:solidFill>
                <a:srgbClr val="218F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5" name="任意多边形: 形状 1494"/>
              <p:cNvSpPr/>
              <p:nvPr/>
            </p:nvSpPr>
            <p:spPr>
              <a:xfrm>
                <a:off x="17866998" y="7421788"/>
                <a:ext cx="223200" cy="223200"/>
              </a:xfrm>
              <a:custGeom>
                <a:avLst/>
                <a:gdLst>
                  <a:gd name="csX0" fmla="*/ 64408 w 128409"/>
                  <a:gd name="csY0" fmla="*/ 128746 h 128573"/>
                  <a:gd name="csX1" fmla="*/ 109808 w 128409"/>
                  <a:gd name="csY1" fmla="*/ 109916 h 128573"/>
                  <a:gd name="csX2" fmla="*/ 128613 w 128409"/>
                  <a:gd name="csY2" fmla="*/ 64459 h 128573"/>
                  <a:gd name="csX3" fmla="*/ 109808 w 128409"/>
                  <a:gd name="csY3" fmla="*/ 19001 h 128573"/>
                  <a:gd name="csX4" fmla="*/ 64408 w 128409"/>
                  <a:gd name="csY4" fmla="*/ 172 h 128573"/>
                  <a:gd name="csX5" fmla="*/ 19008 w 128409"/>
                  <a:gd name="csY5" fmla="*/ 19001 h 128573"/>
                  <a:gd name="csX6" fmla="*/ 203 w 128409"/>
                  <a:gd name="csY6" fmla="*/ 64459 h 128573"/>
                  <a:gd name="csX7" fmla="*/ 19008 w 128409"/>
                  <a:gd name="csY7" fmla="*/ 109916 h 128573"/>
                  <a:gd name="csX8" fmla="*/ 64408 w 128409"/>
                  <a:gd name="csY8" fmla="*/ 12874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8" y="128746"/>
                    </a:moveTo>
                    <a:cubicBezTo>
                      <a:pt x="81435" y="128746"/>
                      <a:pt x="97767" y="121972"/>
                      <a:pt x="109808" y="109916"/>
                    </a:cubicBezTo>
                    <a:cubicBezTo>
                      <a:pt x="121848" y="97861"/>
                      <a:pt x="128613" y="81508"/>
                      <a:pt x="128613" y="64459"/>
                    </a:cubicBezTo>
                    <a:cubicBezTo>
                      <a:pt x="128613" y="47410"/>
                      <a:pt x="121848" y="31057"/>
                      <a:pt x="109808" y="19001"/>
                    </a:cubicBezTo>
                    <a:cubicBezTo>
                      <a:pt x="97767" y="6946"/>
                      <a:pt x="81435" y="172"/>
                      <a:pt x="64408" y="172"/>
                    </a:cubicBezTo>
                    <a:cubicBezTo>
                      <a:pt x="47381" y="172"/>
                      <a:pt x="31049" y="6946"/>
                      <a:pt x="19008" y="19001"/>
                    </a:cubicBezTo>
                    <a:cubicBezTo>
                      <a:pt x="6968" y="31057"/>
                      <a:pt x="203" y="47410"/>
                      <a:pt x="203" y="64459"/>
                    </a:cubicBezTo>
                    <a:cubicBezTo>
                      <a:pt x="203" y="81508"/>
                      <a:pt x="6968" y="97861"/>
                      <a:pt x="19008" y="109916"/>
                    </a:cubicBezTo>
                    <a:cubicBezTo>
                      <a:pt x="31049" y="121972"/>
                      <a:pt x="47381" y="128746"/>
                      <a:pt x="64408" y="128746"/>
                    </a:cubicBezTo>
                    <a:close/>
                  </a:path>
                </a:pathLst>
              </a:custGeom>
              <a:solidFill>
                <a:srgbClr val="48297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6" name="任意多边形: 形状 1495"/>
              <p:cNvSpPr/>
              <p:nvPr/>
            </p:nvSpPr>
            <p:spPr>
              <a:xfrm>
                <a:off x="17016547" y="8405040"/>
                <a:ext cx="223200" cy="223200"/>
              </a:xfrm>
              <a:custGeom>
                <a:avLst/>
                <a:gdLst>
                  <a:gd name="csX0" fmla="*/ 64380 w 128409"/>
                  <a:gd name="csY0" fmla="*/ 128778 h 128573"/>
                  <a:gd name="csX1" fmla="*/ 109779 w 128409"/>
                  <a:gd name="csY1" fmla="*/ 109949 h 128573"/>
                  <a:gd name="csX2" fmla="*/ 128585 w 128409"/>
                  <a:gd name="csY2" fmla="*/ 64491 h 128573"/>
                  <a:gd name="csX3" fmla="*/ 109779 w 128409"/>
                  <a:gd name="csY3" fmla="*/ 19034 h 128573"/>
                  <a:gd name="csX4" fmla="*/ 64380 w 128409"/>
                  <a:gd name="csY4" fmla="*/ 205 h 128573"/>
                  <a:gd name="csX5" fmla="*/ 18980 w 128409"/>
                  <a:gd name="csY5" fmla="*/ 19034 h 128573"/>
                  <a:gd name="csX6" fmla="*/ 175 w 128409"/>
                  <a:gd name="csY6" fmla="*/ 64491 h 128573"/>
                  <a:gd name="csX7" fmla="*/ 18980 w 128409"/>
                  <a:gd name="csY7" fmla="*/ 109949 h 128573"/>
                  <a:gd name="csX8" fmla="*/ 64380 w 128409"/>
                  <a:gd name="csY8" fmla="*/ 12877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0" y="128778"/>
                    </a:moveTo>
                    <a:cubicBezTo>
                      <a:pt x="81407" y="128778"/>
                      <a:pt x="97739" y="122004"/>
                      <a:pt x="109779" y="109949"/>
                    </a:cubicBezTo>
                    <a:cubicBezTo>
                      <a:pt x="121820" y="97893"/>
                      <a:pt x="128585" y="81540"/>
                      <a:pt x="128585" y="64491"/>
                    </a:cubicBezTo>
                    <a:cubicBezTo>
                      <a:pt x="128585" y="47442"/>
                      <a:pt x="121820" y="31089"/>
                      <a:pt x="109779" y="19034"/>
                    </a:cubicBezTo>
                    <a:cubicBezTo>
                      <a:pt x="97739" y="6978"/>
                      <a:pt x="81407" y="205"/>
                      <a:pt x="64380" y="205"/>
                    </a:cubicBezTo>
                    <a:cubicBezTo>
                      <a:pt x="47353" y="205"/>
                      <a:pt x="31020" y="6978"/>
                      <a:pt x="18980" y="19034"/>
                    </a:cubicBezTo>
                    <a:cubicBezTo>
                      <a:pt x="6940" y="31089"/>
                      <a:pt x="175" y="47442"/>
                      <a:pt x="175" y="64491"/>
                    </a:cubicBezTo>
                    <a:cubicBezTo>
                      <a:pt x="175" y="81540"/>
                      <a:pt x="6940" y="97893"/>
                      <a:pt x="18980" y="109949"/>
                    </a:cubicBezTo>
                    <a:cubicBezTo>
                      <a:pt x="31020" y="122004"/>
                      <a:pt x="47353" y="128778"/>
                      <a:pt x="64380" y="128778"/>
                    </a:cubicBezTo>
                    <a:close/>
                  </a:path>
                </a:pathLst>
              </a:custGeom>
              <a:solidFill>
                <a:srgbClr val="238A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7" name="任意多边形: 形状 1496"/>
              <p:cNvSpPr/>
              <p:nvPr/>
            </p:nvSpPr>
            <p:spPr>
              <a:xfrm>
                <a:off x="17513671" y="7382897"/>
                <a:ext cx="223200" cy="223200"/>
              </a:xfrm>
              <a:custGeom>
                <a:avLst/>
                <a:gdLst>
                  <a:gd name="csX0" fmla="*/ 64396 w 128409"/>
                  <a:gd name="csY0" fmla="*/ 128744 h 128573"/>
                  <a:gd name="csX1" fmla="*/ 109796 w 128409"/>
                  <a:gd name="csY1" fmla="*/ 109915 h 128573"/>
                  <a:gd name="csX2" fmla="*/ 128601 w 128409"/>
                  <a:gd name="csY2" fmla="*/ 64458 h 128573"/>
                  <a:gd name="csX3" fmla="*/ 109796 w 128409"/>
                  <a:gd name="csY3" fmla="*/ 19000 h 128573"/>
                  <a:gd name="csX4" fmla="*/ 64396 w 128409"/>
                  <a:gd name="csY4" fmla="*/ 171 h 128573"/>
                  <a:gd name="csX5" fmla="*/ 18997 w 128409"/>
                  <a:gd name="csY5" fmla="*/ 19000 h 128573"/>
                  <a:gd name="csX6" fmla="*/ 192 w 128409"/>
                  <a:gd name="csY6" fmla="*/ 64458 h 128573"/>
                  <a:gd name="csX7" fmla="*/ 18997 w 128409"/>
                  <a:gd name="csY7" fmla="*/ 109915 h 128573"/>
                  <a:gd name="csX8" fmla="*/ 64396 w 128409"/>
                  <a:gd name="csY8" fmla="*/ 12874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44"/>
                    </a:moveTo>
                    <a:cubicBezTo>
                      <a:pt x="81424" y="128744"/>
                      <a:pt x="97756" y="121971"/>
                      <a:pt x="109796" y="109915"/>
                    </a:cubicBezTo>
                    <a:cubicBezTo>
                      <a:pt x="121836" y="97860"/>
                      <a:pt x="128601" y="81507"/>
                      <a:pt x="128601" y="64458"/>
                    </a:cubicBezTo>
                    <a:cubicBezTo>
                      <a:pt x="128601" y="47409"/>
                      <a:pt x="121836" y="31056"/>
                      <a:pt x="109796" y="19000"/>
                    </a:cubicBezTo>
                    <a:cubicBezTo>
                      <a:pt x="97756" y="6945"/>
                      <a:pt x="81424" y="171"/>
                      <a:pt x="64396" y="171"/>
                    </a:cubicBezTo>
                    <a:cubicBezTo>
                      <a:pt x="47369" y="171"/>
                      <a:pt x="31037" y="6945"/>
                      <a:pt x="18997" y="19000"/>
                    </a:cubicBezTo>
                    <a:cubicBezTo>
                      <a:pt x="6957" y="31056"/>
                      <a:pt x="192" y="47409"/>
                      <a:pt x="192" y="64458"/>
                    </a:cubicBezTo>
                    <a:cubicBezTo>
                      <a:pt x="192" y="81507"/>
                      <a:pt x="6957" y="97860"/>
                      <a:pt x="18997" y="109915"/>
                    </a:cubicBezTo>
                    <a:cubicBezTo>
                      <a:pt x="31037" y="121971"/>
                      <a:pt x="47369" y="128744"/>
                      <a:pt x="64396" y="128744"/>
                    </a:cubicBezTo>
                    <a:close/>
                  </a:path>
                </a:pathLst>
              </a:custGeom>
              <a:solidFill>
                <a:srgbClr val="433D8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8" name="任意多边形: 形状 1497"/>
              <p:cNvSpPr/>
              <p:nvPr/>
            </p:nvSpPr>
            <p:spPr>
              <a:xfrm>
                <a:off x="18177670" y="7400644"/>
                <a:ext cx="223200" cy="223200"/>
              </a:xfrm>
              <a:custGeom>
                <a:avLst/>
                <a:gdLst>
                  <a:gd name="csX0" fmla="*/ 64418 w 128409"/>
                  <a:gd name="csY0" fmla="*/ 128745 h 128573"/>
                  <a:gd name="csX1" fmla="*/ 109818 w 128409"/>
                  <a:gd name="csY1" fmla="*/ 109916 h 128573"/>
                  <a:gd name="csX2" fmla="*/ 128623 w 128409"/>
                  <a:gd name="csY2" fmla="*/ 64458 h 128573"/>
                  <a:gd name="csX3" fmla="*/ 109818 w 128409"/>
                  <a:gd name="csY3" fmla="*/ 19001 h 128573"/>
                  <a:gd name="csX4" fmla="*/ 64418 w 128409"/>
                  <a:gd name="csY4" fmla="*/ 171 h 128573"/>
                  <a:gd name="csX5" fmla="*/ 19019 w 128409"/>
                  <a:gd name="csY5" fmla="*/ 19001 h 128573"/>
                  <a:gd name="csX6" fmla="*/ 214 w 128409"/>
                  <a:gd name="csY6" fmla="*/ 64458 h 128573"/>
                  <a:gd name="csX7" fmla="*/ 19019 w 128409"/>
                  <a:gd name="csY7" fmla="*/ 109916 h 128573"/>
                  <a:gd name="csX8" fmla="*/ 64418 w 128409"/>
                  <a:gd name="csY8" fmla="*/ 12874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8" y="128745"/>
                    </a:moveTo>
                    <a:cubicBezTo>
                      <a:pt x="81446" y="128745"/>
                      <a:pt x="97778" y="121971"/>
                      <a:pt x="109818" y="109916"/>
                    </a:cubicBezTo>
                    <a:cubicBezTo>
                      <a:pt x="121858" y="97860"/>
                      <a:pt x="128623" y="81507"/>
                      <a:pt x="128623" y="64458"/>
                    </a:cubicBezTo>
                    <a:cubicBezTo>
                      <a:pt x="128623" y="47409"/>
                      <a:pt x="121858" y="31056"/>
                      <a:pt x="109818" y="19001"/>
                    </a:cubicBezTo>
                    <a:cubicBezTo>
                      <a:pt x="97778" y="6945"/>
                      <a:pt x="81446" y="171"/>
                      <a:pt x="64418" y="171"/>
                    </a:cubicBezTo>
                    <a:cubicBezTo>
                      <a:pt x="47391" y="171"/>
                      <a:pt x="31059" y="6945"/>
                      <a:pt x="19019" y="19001"/>
                    </a:cubicBezTo>
                    <a:cubicBezTo>
                      <a:pt x="6979" y="31056"/>
                      <a:pt x="214" y="47409"/>
                      <a:pt x="214" y="64458"/>
                    </a:cubicBezTo>
                    <a:cubicBezTo>
                      <a:pt x="214" y="81507"/>
                      <a:pt x="6979" y="97860"/>
                      <a:pt x="19019" y="109916"/>
                    </a:cubicBezTo>
                    <a:cubicBezTo>
                      <a:pt x="31059" y="121971"/>
                      <a:pt x="47391" y="128745"/>
                      <a:pt x="64418" y="128745"/>
                    </a:cubicBezTo>
                    <a:close/>
                  </a:path>
                </a:pathLst>
              </a:custGeom>
              <a:solidFill>
                <a:srgbClr val="375A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499" name="任意多边形: 形状 1498"/>
              <p:cNvSpPr/>
              <p:nvPr/>
            </p:nvSpPr>
            <p:spPr>
              <a:xfrm>
                <a:off x="17266932" y="7583809"/>
                <a:ext cx="223200" cy="223200"/>
              </a:xfrm>
              <a:custGeom>
                <a:avLst/>
                <a:gdLst>
                  <a:gd name="csX0" fmla="*/ 64388 w 128409"/>
                  <a:gd name="csY0" fmla="*/ 128751 h 128573"/>
                  <a:gd name="csX1" fmla="*/ 109788 w 128409"/>
                  <a:gd name="csY1" fmla="*/ 109922 h 128573"/>
                  <a:gd name="csX2" fmla="*/ 128593 w 128409"/>
                  <a:gd name="csY2" fmla="*/ 64464 h 128573"/>
                  <a:gd name="csX3" fmla="*/ 109788 w 128409"/>
                  <a:gd name="csY3" fmla="*/ 19007 h 128573"/>
                  <a:gd name="csX4" fmla="*/ 64388 w 128409"/>
                  <a:gd name="csY4" fmla="*/ 178 h 128573"/>
                  <a:gd name="csX5" fmla="*/ 18989 w 128409"/>
                  <a:gd name="csY5" fmla="*/ 19007 h 128573"/>
                  <a:gd name="csX6" fmla="*/ 183 w 128409"/>
                  <a:gd name="csY6" fmla="*/ 64464 h 128573"/>
                  <a:gd name="csX7" fmla="*/ 18989 w 128409"/>
                  <a:gd name="csY7" fmla="*/ 109922 h 128573"/>
                  <a:gd name="csX8" fmla="*/ 64388 w 128409"/>
                  <a:gd name="csY8" fmla="*/ 12875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8" y="128751"/>
                    </a:moveTo>
                    <a:cubicBezTo>
                      <a:pt x="81415" y="128751"/>
                      <a:pt x="97748" y="121977"/>
                      <a:pt x="109788" y="109922"/>
                    </a:cubicBezTo>
                    <a:cubicBezTo>
                      <a:pt x="121828" y="97866"/>
                      <a:pt x="128593" y="81513"/>
                      <a:pt x="128593" y="64464"/>
                    </a:cubicBezTo>
                    <a:cubicBezTo>
                      <a:pt x="128593" y="47415"/>
                      <a:pt x="121828" y="31062"/>
                      <a:pt x="109788" y="19007"/>
                    </a:cubicBezTo>
                    <a:cubicBezTo>
                      <a:pt x="97748" y="6951"/>
                      <a:pt x="81415" y="178"/>
                      <a:pt x="64388" y="178"/>
                    </a:cubicBezTo>
                    <a:cubicBezTo>
                      <a:pt x="47361" y="178"/>
                      <a:pt x="31029" y="6951"/>
                      <a:pt x="18989" y="19007"/>
                    </a:cubicBezTo>
                    <a:cubicBezTo>
                      <a:pt x="6948" y="31062"/>
                      <a:pt x="183" y="47415"/>
                      <a:pt x="183" y="64464"/>
                    </a:cubicBezTo>
                    <a:cubicBezTo>
                      <a:pt x="183" y="81513"/>
                      <a:pt x="6948" y="97866"/>
                      <a:pt x="18989" y="109922"/>
                    </a:cubicBezTo>
                    <a:cubicBezTo>
                      <a:pt x="31029" y="121977"/>
                      <a:pt x="47361" y="128751"/>
                      <a:pt x="64388" y="128751"/>
                    </a:cubicBezTo>
                    <a:close/>
                  </a:path>
                </a:pathLst>
              </a:custGeom>
              <a:solidFill>
                <a:srgbClr val="48257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0" name="任意多边形: 形状 1499"/>
              <p:cNvSpPr/>
              <p:nvPr/>
            </p:nvSpPr>
            <p:spPr>
              <a:xfrm>
                <a:off x="17464007" y="8286832"/>
                <a:ext cx="223200" cy="223200"/>
              </a:xfrm>
              <a:custGeom>
                <a:avLst/>
                <a:gdLst>
                  <a:gd name="csX0" fmla="*/ 64395 w 128409"/>
                  <a:gd name="csY0" fmla="*/ 128774 h 128573"/>
                  <a:gd name="csX1" fmla="*/ 109794 w 128409"/>
                  <a:gd name="csY1" fmla="*/ 109945 h 128573"/>
                  <a:gd name="csX2" fmla="*/ 128599 w 128409"/>
                  <a:gd name="csY2" fmla="*/ 64487 h 128573"/>
                  <a:gd name="csX3" fmla="*/ 109794 w 128409"/>
                  <a:gd name="csY3" fmla="*/ 19030 h 128573"/>
                  <a:gd name="csX4" fmla="*/ 64395 w 128409"/>
                  <a:gd name="csY4" fmla="*/ 201 h 128573"/>
                  <a:gd name="csX5" fmla="*/ 18995 w 128409"/>
                  <a:gd name="csY5" fmla="*/ 19030 h 128573"/>
                  <a:gd name="csX6" fmla="*/ 190 w 128409"/>
                  <a:gd name="csY6" fmla="*/ 64487 h 128573"/>
                  <a:gd name="csX7" fmla="*/ 18995 w 128409"/>
                  <a:gd name="csY7" fmla="*/ 109945 h 128573"/>
                  <a:gd name="csX8" fmla="*/ 64395 w 128409"/>
                  <a:gd name="csY8" fmla="*/ 12877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5" y="128774"/>
                    </a:moveTo>
                    <a:cubicBezTo>
                      <a:pt x="81422" y="128774"/>
                      <a:pt x="97754" y="122001"/>
                      <a:pt x="109794" y="109945"/>
                    </a:cubicBezTo>
                    <a:cubicBezTo>
                      <a:pt x="121834" y="97890"/>
                      <a:pt x="128599" y="81537"/>
                      <a:pt x="128599" y="64487"/>
                    </a:cubicBezTo>
                    <a:cubicBezTo>
                      <a:pt x="128599" y="47438"/>
                      <a:pt x="121834" y="31085"/>
                      <a:pt x="109794" y="19030"/>
                    </a:cubicBezTo>
                    <a:cubicBezTo>
                      <a:pt x="97754" y="6974"/>
                      <a:pt x="81422" y="201"/>
                      <a:pt x="64395" y="201"/>
                    </a:cubicBezTo>
                    <a:cubicBezTo>
                      <a:pt x="47367" y="201"/>
                      <a:pt x="31035" y="6974"/>
                      <a:pt x="18995" y="19030"/>
                    </a:cubicBezTo>
                    <a:cubicBezTo>
                      <a:pt x="6955" y="31085"/>
                      <a:pt x="190" y="47438"/>
                      <a:pt x="190" y="64487"/>
                    </a:cubicBezTo>
                    <a:cubicBezTo>
                      <a:pt x="190" y="81537"/>
                      <a:pt x="6955" y="97890"/>
                      <a:pt x="18995" y="109945"/>
                    </a:cubicBezTo>
                    <a:cubicBezTo>
                      <a:pt x="31035" y="122001"/>
                      <a:pt x="47367" y="128774"/>
                      <a:pt x="64395" y="128774"/>
                    </a:cubicBezTo>
                    <a:close/>
                  </a:path>
                </a:pathLst>
              </a:custGeom>
              <a:solidFill>
                <a:srgbClr val="48186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1" name="任意多边形: 形状 1500"/>
              <p:cNvSpPr/>
              <p:nvPr/>
            </p:nvSpPr>
            <p:spPr>
              <a:xfrm>
                <a:off x="17933541" y="7170345"/>
                <a:ext cx="223200" cy="223200"/>
              </a:xfrm>
              <a:custGeom>
                <a:avLst/>
                <a:gdLst>
                  <a:gd name="csX0" fmla="*/ 64410 w 128409"/>
                  <a:gd name="csY0" fmla="*/ 128737 h 128573"/>
                  <a:gd name="csX1" fmla="*/ 109810 w 128409"/>
                  <a:gd name="csY1" fmla="*/ 109908 h 128573"/>
                  <a:gd name="csX2" fmla="*/ 128615 w 128409"/>
                  <a:gd name="csY2" fmla="*/ 64451 h 128573"/>
                  <a:gd name="csX3" fmla="*/ 109810 w 128409"/>
                  <a:gd name="csY3" fmla="*/ 18993 h 128573"/>
                  <a:gd name="csX4" fmla="*/ 64410 w 128409"/>
                  <a:gd name="csY4" fmla="*/ 164 h 128573"/>
                  <a:gd name="csX5" fmla="*/ 19011 w 128409"/>
                  <a:gd name="csY5" fmla="*/ 18993 h 128573"/>
                  <a:gd name="csX6" fmla="*/ 205 w 128409"/>
                  <a:gd name="csY6" fmla="*/ 64451 h 128573"/>
                  <a:gd name="csX7" fmla="*/ 19011 w 128409"/>
                  <a:gd name="csY7" fmla="*/ 109908 h 128573"/>
                  <a:gd name="csX8" fmla="*/ 64410 w 128409"/>
                  <a:gd name="csY8" fmla="*/ 12873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0" y="128737"/>
                    </a:moveTo>
                    <a:cubicBezTo>
                      <a:pt x="81437" y="128737"/>
                      <a:pt x="97770" y="121964"/>
                      <a:pt x="109810" y="109908"/>
                    </a:cubicBezTo>
                    <a:cubicBezTo>
                      <a:pt x="121850" y="97853"/>
                      <a:pt x="128615" y="81500"/>
                      <a:pt x="128615" y="64451"/>
                    </a:cubicBezTo>
                    <a:cubicBezTo>
                      <a:pt x="128615" y="47402"/>
                      <a:pt x="121850" y="31048"/>
                      <a:pt x="109810" y="18993"/>
                    </a:cubicBezTo>
                    <a:cubicBezTo>
                      <a:pt x="97770" y="6937"/>
                      <a:pt x="81437" y="164"/>
                      <a:pt x="64410" y="164"/>
                    </a:cubicBezTo>
                    <a:cubicBezTo>
                      <a:pt x="47383" y="164"/>
                      <a:pt x="31051" y="6937"/>
                      <a:pt x="19011" y="18993"/>
                    </a:cubicBezTo>
                    <a:cubicBezTo>
                      <a:pt x="6970" y="31048"/>
                      <a:pt x="205" y="47402"/>
                      <a:pt x="205" y="64451"/>
                    </a:cubicBezTo>
                    <a:cubicBezTo>
                      <a:pt x="205" y="81500"/>
                      <a:pt x="6970" y="97853"/>
                      <a:pt x="19011" y="109908"/>
                    </a:cubicBezTo>
                    <a:cubicBezTo>
                      <a:pt x="31051" y="121964"/>
                      <a:pt x="47383" y="128737"/>
                      <a:pt x="64410" y="128737"/>
                    </a:cubicBezTo>
                    <a:close/>
                  </a:path>
                </a:pathLst>
              </a:custGeom>
              <a:solidFill>
                <a:srgbClr val="2583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2" name="任意多边形: 形状 1501"/>
              <p:cNvSpPr/>
              <p:nvPr/>
            </p:nvSpPr>
            <p:spPr>
              <a:xfrm>
                <a:off x="18080786" y="8333072"/>
                <a:ext cx="223200" cy="223200"/>
              </a:xfrm>
              <a:custGeom>
                <a:avLst/>
                <a:gdLst>
                  <a:gd name="csX0" fmla="*/ 64415 w 128409"/>
                  <a:gd name="csY0" fmla="*/ 128776 h 128573"/>
                  <a:gd name="csX1" fmla="*/ 109815 w 128409"/>
                  <a:gd name="csY1" fmla="*/ 109947 h 128573"/>
                  <a:gd name="csX2" fmla="*/ 128620 w 128409"/>
                  <a:gd name="csY2" fmla="*/ 64489 h 128573"/>
                  <a:gd name="csX3" fmla="*/ 109815 w 128409"/>
                  <a:gd name="csY3" fmla="*/ 19031 h 128573"/>
                  <a:gd name="csX4" fmla="*/ 64415 w 128409"/>
                  <a:gd name="csY4" fmla="*/ 202 h 128573"/>
                  <a:gd name="csX5" fmla="*/ 19015 w 128409"/>
                  <a:gd name="csY5" fmla="*/ 19031 h 128573"/>
                  <a:gd name="csX6" fmla="*/ 210 w 128409"/>
                  <a:gd name="csY6" fmla="*/ 64489 h 128573"/>
                  <a:gd name="csX7" fmla="*/ 19015 w 128409"/>
                  <a:gd name="csY7" fmla="*/ 109947 h 128573"/>
                  <a:gd name="csX8" fmla="*/ 64415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5" y="128776"/>
                    </a:moveTo>
                    <a:cubicBezTo>
                      <a:pt x="81442" y="128776"/>
                      <a:pt x="97775" y="122002"/>
                      <a:pt x="109815" y="109947"/>
                    </a:cubicBezTo>
                    <a:cubicBezTo>
                      <a:pt x="121855" y="97891"/>
                      <a:pt x="128620" y="81538"/>
                      <a:pt x="128620" y="64489"/>
                    </a:cubicBezTo>
                    <a:cubicBezTo>
                      <a:pt x="128620" y="47440"/>
                      <a:pt x="121855" y="31087"/>
                      <a:pt x="109815" y="19031"/>
                    </a:cubicBezTo>
                    <a:cubicBezTo>
                      <a:pt x="97775" y="6976"/>
                      <a:pt x="81442" y="202"/>
                      <a:pt x="64415" y="202"/>
                    </a:cubicBezTo>
                    <a:cubicBezTo>
                      <a:pt x="47388" y="202"/>
                      <a:pt x="31056" y="6976"/>
                      <a:pt x="19015" y="19031"/>
                    </a:cubicBezTo>
                    <a:cubicBezTo>
                      <a:pt x="6975" y="31087"/>
                      <a:pt x="210" y="47440"/>
                      <a:pt x="210" y="64489"/>
                    </a:cubicBezTo>
                    <a:cubicBezTo>
                      <a:pt x="210" y="81538"/>
                      <a:pt x="6975" y="97891"/>
                      <a:pt x="19015" y="109947"/>
                    </a:cubicBezTo>
                    <a:cubicBezTo>
                      <a:pt x="31056" y="122002"/>
                      <a:pt x="47388" y="128776"/>
                      <a:pt x="64415" y="128776"/>
                    </a:cubicBezTo>
                    <a:close/>
                  </a:path>
                </a:pathLst>
              </a:custGeom>
              <a:solidFill>
                <a:srgbClr val="45378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3" name="任意多边形: 形状 1502"/>
              <p:cNvSpPr/>
              <p:nvPr/>
            </p:nvSpPr>
            <p:spPr>
              <a:xfrm>
                <a:off x="17220369" y="7318497"/>
                <a:ext cx="223200" cy="223200"/>
              </a:xfrm>
              <a:custGeom>
                <a:avLst/>
                <a:gdLst>
                  <a:gd name="csX0" fmla="*/ 64387 w 128409"/>
                  <a:gd name="csY0" fmla="*/ 128742 h 128573"/>
                  <a:gd name="csX1" fmla="*/ 109786 w 128409"/>
                  <a:gd name="csY1" fmla="*/ 109913 h 128573"/>
                  <a:gd name="csX2" fmla="*/ 128591 w 128409"/>
                  <a:gd name="csY2" fmla="*/ 64455 h 128573"/>
                  <a:gd name="csX3" fmla="*/ 109786 w 128409"/>
                  <a:gd name="csY3" fmla="*/ 18998 h 128573"/>
                  <a:gd name="csX4" fmla="*/ 64387 w 128409"/>
                  <a:gd name="csY4" fmla="*/ 169 h 128573"/>
                  <a:gd name="csX5" fmla="*/ 18987 w 128409"/>
                  <a:gd name="csY5" fmla="*/ 18998 h 128573"/>
                  <a:gd name="csX6" fmla="*/ 182 w 128409"/>
                  <a:gd name="csY6" fmla="*/ 64455 h 128573"/>
                  <a:gd name="csX7" fmla="*/ 18987 w 128409"/>
                  <a:gd name="csY7" fmla="*/ 109913 h 128573"/>
                  <a:gd name="csX8" fmla="*/ 64387 w 128409"/>
                  <a:gd name="csY8" fmla="*/ 12874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7" y="128742"/>
                    </a:moveTo>
                    <a:cubicBezTo>
                      <a:pt x="81414" y="128742"/>
                      <a:pt x="97746" y="121969"/>
                      <a:pt x="109786" y="109913"/>
                    </a:cubicBezTo>
                    <a:cubicBezTo>
                      <a:pt x="121826" y="97858"/>
                      <a:pt x="128591" y="81505"/>
                      <a:pt x="128591" y="64455"/>
                    </a:cubicBezTo>
                    <a:cubicBezTo>
                      <a:pt x="128591" y="47406"/>
                      <a:pt x="121826" y="31053"/>
                      <a:pt x="109786" y="18998"/>
                    </a:cubicBezTo>
                    <a:cubicBezTo>
                      <a:pt x="97746" y="6942"/>
                      <a:pt x="81414" y="169"/>
                      <a:pt x="64387" y="169"/>
                    </a:cubicBezTo>
                    <a:cubicBezTo>
                      <a:pt x="47359" y="169"/>
                      <a:pt x="31027" y="6942"/>
                      <a:pt x="18987" y="18998"/>
                    </a:cubicBezTo>
                    <a:cubicBezTo>
                      <a:pt x="6947" y="31053"/>
                      <a:pt x="182" y="47406"/>
                      <a:pt x="182" y="64455"/>
                    </a:cubicBezTo>
                    <a:cubicBezTo>
                      <a:pt x="182" y="81505"/>
                      <a:pt x="6947" y="97858"/>
                      <a:pt x="18987" y="109913"/>
                    </a:cubicBezTo>
                    <a:cubicBezTo>
                      <a:pt x="31027" y="121969"/>
                      <a:pt x="47359" y="128742"/>
                      <a:pt x="64387" y="128742"/>
                    </a:cubicBezTo>
                    <a:close/>
                  </a:path>
                </a:pathLst>
              </a:custGeom>
              <a:solidFill>
                <a:srgbClr val="2A76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4" name="任意多边形: 形状 1503"/>
              <p:cNvSpPr/>
              <p:nvPr/>
            </p:nvSpPr>
            <p:spPr>
              <a:xfrm>
                <a:off x="18634238" y="8168207"/>
                <a:ext cx="223200" cy="223200"/>
              </a:xfrm>
              <a:custGeom>
                <a:avLst/>
                <a:gdLst>
                  <a:gd name="csX0" fmla="*/ 64433 w 128409"/>
                  <a:gd name="csY0" fmla="*/ 128770 h 128573"/>
                  <a:gd name="csX1" fmla="*/ 109833 w 128409"/>
                  <a:gd name="csY1" fmla="*/ 109941 h 128573"/>
                  <a:gd name="csX2" fmla="*/ 128638 w 128409"/>
                  <a:gd name="csY2" fmla="*/ 64484 h 128573"/>
                  <a:gd name="csX3" fmla="*/ 109833 w 128409"/>
                  <a:gd name="csY3" fmla="*/ 19026 h 128573"/>
                  <a:gd name="csX4" fmla="*/ 64433 w 128409"/>
                  <a:gd name="csY4" fmla="*/ 197 h 128573"/>
                  <a:gd name="csX5" fmla="*/ 19034 w 128409"/>
                  <a:gd name="csY5" fmla="*/ 19026 h 128573"/>
                  <a:gd name="csX6" fmla="*/ 229 w 128409"/>
                  <a:gd name="csY6" fmla="*/ 64484 h 128573"/>
                  <a:gd name="csX7" fmla="*/ 19034 w 128409"/>
                  <a:gd name="csY7" fmla="*/ 109941 h 128573"/>
                  <a:gd name="csX8" fmla="*/ 64433 w 128409"/>
                  <a:gd name="csY8" fmla="*/ 12877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3" y="128770"/>
                    </a:moveTo>
                    <a:cubicBezTo>
                      <a:pt x="81461" y="128770"/>
                      <a:pt x="97793" y="121997"/>
                      <a:pt x="109833" y="109941"/>
                    </a:cubicBezTo>
                    <a:cubicBezTo>
                      <a:pt x="121873" y="97886"/>
                      <a:pt x="128638" y="81533"/>
                      <a:pt x="128638" y="64484"/>
                    </a:cubicBezTo>
                    <a:cubicBezTo>
                      <a:pt x="128638" y="47435"/>
                      <a:pt x="121873" y="31081"/>
                      <a:pt x="109833" y="19026"/>
                    </a:cubicBezTo>
                    <a:cubicBezTo>
                      <a:pt x="97793" y="6970"/>
                      <a:pt x="81461" y="197"/>
                      <a:pt x="64433" y="197"/>
                    </a:cubicBezTo>
                    <a:cubicBezTo>
                      <a:pt x="47406" y="197"/>
                      <a:pt x="31074" y="6970"/>
                      <a:pt x="19034" y="19026"/>
                    </a:cubicBezTo>
                    <a:cubicBezTo>
                      <a:pt x="6994" y="31081"/>
                      <a:pt x="229" y="47435"/>
                      <a:pt x="229" y="64484"/>
                    </a:cubicBezTo>
                    <a:cubicBezTo>
                      <a:pt x="229" y="81533"/>
                      <a:pt x="6994" y="97886"/>
                      <a:pt x="19034" y="109941"/>
                    </a:cubicBezTo>
                    <a:cubicBezTo>
                      <a:pt x="31074" y="121997"/>
                      <a:pt x="47406" y="128770"/>
                      <a:pt x="64433" y="128770"/>
                    </a:cubicBezTo>
                    <a:close/>
                  </a:path>
                </a:pathLst>
              </a:custGeom>
              <a:solidFill>
                <a:srgbClr val="228D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5" name="任意多边形: 形状 1504"/>
              <p:cNvSpPr/>
              <p:nvPr/>
            </p:nvSpPr>
            <p:spPr>
              <a:xfrm>
                <a:off x="18513423" y="7951630"/>
                <a:ext cx="223200" cy="223200"/>
              </a:xfrm>
              <a:custGeom>
                <a:avLst/>
                <a:gdLst>
                  <a:gd name="csX0" fmla="*/ 64429 w 128409"/>
                  <a:gd name="csY0" fmla="*/ 128763 h 128573"/>
                  <a:gd name="csX1" fmla="*/ 109829 w 128409"/>
                  <a:gd name="csY1" fmla="*/ 109934 h 128573"/>
                  <a:gd name="csX2" fmla="*/ 128634 w 128409"/>
                  <a:gd name="csY2" fmla="*/ 64476 h 128573"/>
                  <a:gd name="csX3" fmla="*/ 109829 w 128409"/>
                  <a:gd name="csY3" fmla="*/ 19019 h 128573"/>
                  <a:gd name="csX4" fmla="*/ 64429 w 128409"/>
                  <a:gd name="csY4" fmla="*/ 190 h 128573"/>
                  <a:gd name="csX5" fmla="*/ 19030 w 128409"/>
                  <a:gd name="csY5" fmla="*/ 19019 h 128573"/>
                  <a:gd name="csX6" fmla="*/ 225 w 128409"/>
                  <a:gd name="csY6" fmla="*/ 64476 h 128573"/>
                  <a:gd name="csX7" fmla="*/ 19030 w 128409"/>
                  <a:gd name="csY7" fmla="*/ 109934 h 128573"/>
                  <a:gd name="csX8" fmla="*/ 64429 w 128409"/>
                  <a:gd name="csY8" fmla="*/ 12876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9" y="128763"/>
                    </a:moveTo>
                    <a:cubicBezTo>
                      <a:pt x="81457" y="128763"/>
                      <a:pt x="97789" y="121989"/>
                      <a:pt x="109829" y="109934"/>
                    </a:cubicBezTo>
                    <a:cubicBezTo>
                      <a:pt x="121869" y="97878"/>
                      <a:pt x="128634" y="81525"/>
                      <a:pt x="128634" y="64476"/>
                    </a:cubicBezTo>
                    <a:cubicBezTo>
                      <a:pt x="128634" y="47427"/>
                      <a:pt x="121869" y="31074"/>
                      <a:pt x="109829" y="19019"/>
                    </a:cubicBezTo>
                    <a:cubicBezTo>
                      <a:pt x="97789" y="6963"/>
                      <a:pt x="81457" y="190"/>
                      <a:pt x="64429" y="190"/>
                    </a:cubicBezTo>
                    <a:cubicBezTo>
                      <a:pt x="47402" y="190"/>
                      <a:pt x="31070" y="6963"/>
                      <a:pt x="19030" y="19019"/>
                    </a:cubicBezTo>
                    <a:cubicBezTo>
                      <a:pt x="6990" y="31074"/>
                      <a:pt x="225" y="47427"/>
                      <a:pt x="225" y="64476"/>
                    </a:cubicBezTo>
                    <a:cubicBezTo>
                      <a:pt x="225" y="81525"/>
                      <a:pt x="6990" y="97878"/>
                      <a:pt x="19030" y="109934"/>
                    </a:cubicBezTo>
                    <a:cubicBezTo>
                      <a:pt x="31070" y="121989"/>
                      <a:pt x="47402" y="128763"/>
                      <a:pt x="64429" y="128763"/>
                    </a:cubicBezTo>
                    <a:close/>
                  </a:path>
                </a:pathLst>
              </a:custGeom>
              <a:solidFill>
                <a:srgbClr val="3460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6" name="任意多边形: 形状 1505"/>
              <p:cNvSpPr/>
              <p:nvPr/>
            </p:nvSpPr>
            <p:spPr>
              <a:xfrm>
                <a:off x="16627954" y="7649130"/>
                <a:ext cx="223200" cy="223200"/>
              </a:xfrm>
              <a:custGeom>
                <a:avLst/>
                <a:gdLst>
                  <a:gd name="csX0" fmla="*/ 64367 w 128409"/>
                  <a:gd name="csY0" fmla="*/ 128753 h 128573"/>
                  <a:gd name="csX1" fmla="*/ 109767 w 128409"/>
                  <a:gd name="csY1" fmla="*/ 109924 h 128573"/>
                  <a:gd name="csX2" fmla="*/ 128572 w 128409"/>
                  <a:gd name="csY2" fmla="*/ 64466 h 128573"/>
                  <a:gd name="csX3" fmla="*/ 109767 w 128409"/>
                  <a:gd name="csY3" fmla="*/ 19009 h 128573"/>
                  <a:gd name="csX4" fmla="*/ 64367 w 128409"/>
                  <a:gd name="csY4" fmla="*/ 180 h 128573"/>
                  <a:gd name="csX5" fmla="*/ 18967 w 128409"/>
                  <a:gd name="csY5" fmla="*/ 19009 h 128573"/>
                  <a:gd name="csX6" fmla="*/ 162 w 128409"/>
                  <a:gd name="csY6" fmla="*/ 64466 h 128573"/>
                  <a:gd name="csX7" fmla="*/ 18967 w 128409"/>
                  <a:gd name="csY7" fmla="*/ 109924 h 128573"/>
                  <a:gd name="csX8" fmla="*/ 64367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7" y="128753"/>
                    </a:moveTo>
                    <a:cubicBezTo>
                      <a:pt x="81394" y="128753"/>
                      <a:pt x="97726" y="121979"/>
                      <a:pt x="109767" y="109924"/>
                    </a:cubicBezTo>
                    <a:cubicBezTo>
                      <a:pt x="121807" y="97868"/>
                      <a:pt x="128572" y="81515"/>
                      <a:pt x="128572" y="64466"/>
                    </a:cubicBezTo>
                    <a:cubicBezTo>
                      <a:pt x="128572" y="47417"/>
                      <a:pt x="121807" y="31064"/>
                      <a:pt x="109767" y="19009"/>
                    </a:cubicBezTo>
                    <a:cubicBezTo>
                      <a:pt x="97726" y="6953"/>
                      <a:pt x="81394" y="180"/>
                      <a:pt x="64367" y="180"/>
                    </a:cubicBezTo>
                    <a:cubicBezTo>
                      <a:pt x="47340" y="180"/>
                      <a:pt x="31008" y="6953"/>
                      <a:pt x="18967" y="19009"/>
                    </a:cubicBezTo>
                    <a:cubicBezTo>
                      <a:pt x="6927" y="31064"/>
                      <a:pt x="162" y="47417"/>
                      <a:pt x="162" y="64466"/>
                    </a:cubicBezTo>
                    <a:cubicBezTo>
                      <a:pt x="162" y="81515"/>
                      <a:pt x="6927" y="97868"/>
                      <a:pt x="18967" y="109924"/>
                    </a:cubicBezTo>
                    <a:cubicBezTo>
                      <a:pt x="31008" y="121979"/>
                      <a:pt x="47340" y="128753"/>
                      <a:pt x="64367" y="128753"/>
                    </a:cubicBezTo>
                    <a:close/>
                  </a:path>
                </a:pathLst>
              </a:custGeom>
              <a:solidFill>
                <a:srgbClr val="2FB47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7" name="任意多边形: 形状 1506"/>
              <p:cNvSpPr/>
              <p:nvPr/>
            </p:nvSpPr>
            <p:spPr>
              <a:xfrm>
                <a:off x="17022322" y="7286014"/>
                <a:ext cx="223200" cy="223200"/>
              </a:xfrm>
              <a:custGeom>
                <a:avLst/>
                <a:gdLst>
                  <a:gd name="csX0" fmla="*/ 64380 w 128409"/>
                  <a:gd name="csY0" fmla="*/ 128741 h 128573"/>
                  <a:gd name="csX1" fmla="*/ 109780 w 128409"/>
                  <a:gd name="csY1" fmla="*/ 109912 h 128573"/>
                  <a:gd name="csX2" fmla="*/ 128585 w 128409"/>
                  <a:gd name="csY2" fmla="*/ 64454 h 128573"/>
                  <a:gd name="csX3" fmla="*/ 109780 w 128409"/>
                  <a:gd name="csY3" fmla="*/ 18997 h 128573"/>
                  <a:gd name="csX4" fmla="*/ 64380 w 128409"/>
                  <a:gd name="csY4" fmla="*/ 168 h 128573"/>
                  <a:gd name="csX5" fmla="*/ 18980 w 128409"/>
                  <a:gd name="csY5" fmla="*/ 18997 h 128573"/>
                  <a:gd name="csX6" fmla="*/ 175 w 128409"/>
                  <a:gd name="csY6" fmla="*/ 64454 h 128573"/>
                  <a:gd name="csX7" fmla="*/ 18980 w 128409"/>
                  <a:gd name="csY7" fmla="*/ 109912 h 128573"/>
                  <a:gd name="csX8" fmla="*/ 64380 w 128409"/>
                  <a:gd name="csY8" fmla="*/ 12874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0" y="128741"/>
                    </a:moveTo>
                    <a:cubicBezTo>
                      <a:pt x="81407" y="128741"/>
                      <a:pt x="97739" y="121967"/>
                      <a:pt x="109780" y="109912"/>
                    </a:cubicBezTo>
                    <a:cubicBezTo>
                      <a:pt x="121820" y="97856"/>
                      <a:pt x="128585" y="81503"/>
                      <a:pt x="128585" y="64454"/>
                    </a:cubicBezTo>
                    <a:cubicBezTo>
                      <a:pt x="128585" y="47405"/>
                      <a:pt x="121820" y="31052"/>
                      <a:pt x="109780" y="18997"/>
                    </a:cubicBezTo>
                    <a:cubicBezTo>
                      <a:pt x="97739" y="6941"/>
                      <a:pt x="81407" y="168"/>
                      <a:pt x="64380" y="168"/>
                    </a:cubicBezTo>
                    <a:cubicBezTo>
                      <a:pt x="47353" y="168"/>
                      <a:pt x="31021" y="6941"/>
                      <a:pt x="18980" y="18997"/>
                    </a:cubicBezTo>
                    <a:cubicBezTo>
                      <a:pt x="6940" y="31052"/>
                      <a:pt x="175" y="47405"/>
                      <a:pt x="175" y="64454"/>
                    </a:cubicBezTo>
                    <a:cubicBezTo>
                      <a:pt x="175" y="81503"/>
                      <a:pt x="6940" y="97856"/>
                      <a:pt x="18980" y="109912"/>
                    </a:cubicBezTo>
                    <a:cubicBezTo>
                      <a:pt x="31021" y="121967"/>
                      <a:pt x="47353" y="128741"/>
                      <a:pt x="64380" y="128741"/>
                    </a:cubicBezTo>
                    <a:close/>
                  </a:path>
                </a:pathLst>
              </a:custGeom>
              <a:solidFill>
                <a:srgbClr val="1E9D8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8" name="任意多边形: 形状 1507"/>
              <p:cNvSpPr/>
              <p:nvPr/>
            </p:nvSpPr>
            <p:spPr>
              <a:xfrm>
                <a:off x="17848382" y="6883056"/>
                <a:ext cx="223200" cy="223200"/>
              </a:xfrm>
              <a:custGeom>
                <a:avLst/>
                <a:gdLst>
                  <a:gd name="csX0" fmla="*/ 64407 w 128409"/>
                  <a:gd name="csY0" fmla="*/ 128728 h 128573"/>
                  <a:gd name="csX1" fmla="*/ 109807 w 128409"/>
                  <a:gd name="csY1" fmla="*/ 109899 h 128573"/>
                  <a:gd name="csX2" fmla="*/ 128612 w 128409"/>
                  <a:gd name="csY2" fmla="*/ 64441 h 128573"/>
                  <a:gd name="csX3" fmla="*/ 109807 w 128409"/>
                  <a:gd name="csY3" fmla="*/ 18984 h 128573"/>
                  <a:gd name="csX4" fmla="*/ 64407 w 128409"/>
                  <a:gd name="csY4" fmla="*/ 154 h 128573"/>
                  <a:gd name="csX5" fmla="*/ 19008 w 128409"/>
                  <a:gd name="csY5" fmla="*/ 18984 h 128573"/>
                  <a:gd name="csX6" fmla="*/ 203 w 128409"/>
                  <a:gd name="csY6" fmla="*/ 64441 h 128573"/>
                  <a:gd name="csX7" fmla="*/ 19008 w 128409"/>
                  <a:gd name="csY7" fmla="*/ 109899 h 128573"/>
                  <a:gd name="csX8" fmla="*/ 64407 w 128409"/>
                  <a:gd name="csY8" fmla="*/ 12872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7" y="128728"/>
                    </a:moveTo>
                    <a:cubicBezTo>
                      <a:pt x="81435" y="128728"/>
                      <a:pt x="97767" y="121954"/>
                      <a:pt x="109807" y="109899"/>
                    </a:cubicBezTo>
                    <a:cubicBezTo>
                      <a:pt x="121847" y="97843"/>
                      <a:pt x="128612" y="81490"/>
                      <a:pt x="128612" y="64441"/>
                    </a:cubicBezTo>
                    <a:cubicBezTo>
                      <a:pt x="128612" y="47392"/>
                      <a:pt x="121847" y="31039"/>
                      <a:pt x="109807" y="18984"/>
                    </a:cubicBezTo>
                    <a:cubicBezTo>
                      <a:pt x="97767" y="6928"/>
                      <a:pt x="81435" y="154"/>
                      <a:pt x="64407" y="154"/>
                    </a:cubicBezTo>
                    <a:cubicBezTo>
                      <a:pt x="47380" y="154"/>
                      <a:pt x="31048" y="6928"/>
                      <a:pt x="19008" y="18984"/>
                    </a:cubicBezTo>
                    <a:cubicBezTo>
                      <a:pt x="6968" y="31039"/>
                      <a:pt x="203" y="47392"/>
                      <a:pt x="203" y="64441"/>
                    </a:cubicBezTo>
                    <a:cubicBezTo>
                      <a:pt x="203" y="81490"/>
                      <a:pt x="6968" y="97843"/>
                      <a:pt x="19008" y="109899"/>
                    </a:cubicBezTo>
                    <a:cubicBezTo>
                      <a:pt x="31048" y="121954"/>
                      <a:pt x="47380" y="128728"/>
                      <a:pt x="64407" y="128728"/>
                    </a:cubicBezTo>
                    <a:close/>
                  </a:path>
                </a:pathLst>
              </a:custGeom>
              <a:solidFill>
                <a:srgbClr val="7FD34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09" name="任意多边形: 形状 1508"/>
              <p:cNvSpPr/>
              <p:nvPr/>
            </p:nvSpPr>
            <p:spPr>
              <a:xfrm>
                <a:off x="19071251" y="7656204"/>
                <a:ext cx="223200" cy="223200"/>
              </a:xfrm>
              <a:custGeom>
                <a:avLst/>
                <a:gdLst>
                  <a:gd name="csX0" fmla="*/ 64448 w 128409"/>
                  <a:gd name="csY0" fmla="*/ 128753 h 128573"/>
                  <a:gd name="csX1" fmla="*/ 109847 w 128409"/>
                  <a:gd name="csY1" fmla="*/ 109924 h 128573"/>
                  <a:gd name="csX2" fmla="*/ 128653 w 128409"/>
                  <a:gd name="csY2" fmla="*/ 64467 h 128573"/>
                  <a:gd name="csX3" fmla="*/ 109847 w 128409"/>
                  <a:gd name="csY3" fmla="*/ 19009 h 128573"/>
                  <a:gd name="csX4" fmla="*/ 64448 w 128409"/>
                  <a:gd name="csY4" fmla="*/ 180 h 128573"/>
                  <a:gd name="csX5" fmla="*/ 19048 w 128409"/>
                  <a:gd name="csY5" fmla="*/ 19009 h 128573"/>
                  <a:gd name="csX6" fmla="*/ 243 w 128409"/>
                  <a:gd name="csY6" fmla="*/ 64467 h 128573"/>
                  <a:gd name="csX7" fmla="*/ 19048 w 128409"/>
                  <a:gd name="csY7" fmla="*/ 109924 h 128573"/>
                  <a:gd name="csX8" fmla="*/ 64448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48" y="128753"/>
                    </a:moveTo>
                    <a:cubicBezTo>
                      <a:pt x="81475" y="128753"/>
                      <a:pt x="97807" y="121980"/>
                      <a:pt x="109847" y="109924"/>
                    </a:cubicBezTo>
                    <a:cubicBezTo>
                      <a:pt x="121888" y="97869"/>
                      <a:pt x="128653" y="81516"/>
                      <a:pt x="128653" y="64467"/>
                    </a:cubicBezTo>
                    <a:cubicBezTo>
                      <a:pt x="128653" y="47418"/>
                      <a:pt x="121888" y="31065"/>
                      <a:pt x="109847" y="19009"/>
                    </a:cubicBezTo>
                    <a:cubicBezTo>
                      <a:pt x="97807" y="6954"/>
                      <a:pt x="81475" y="180"/>
                      <a:pt x="64448" y="180"/>
                    </a:cubicBezTo>
                    <a:cubicBezTo>
                      <a:pt x="47421" y="180"/>
                      <a:pt x="31088" y="6954"/>
                      <a:pt x="19048" y="19009"/>
                    </a:cubicBezTo>
                    <a:cubicBezTo>
                      <a:pt x="7008" y="31065"/>
                      <a:pt x="243" y="47418"/>
                      <a:pt x="243" y="64467"/>
                    </a:cubicBezTo>
                    <a:cubicBezTo>
                      <a:pt x="243" y="81516"/>
                      <a:pt x="7008" y="97869"/>
                      <a:pt x="19048" y="109924"/>
                    </a:cubicBezTo>
                    <a:cubicBezTo>
                      <a:pt x="31088" y="121980"/>
                      <a:pt x="47421" y="128753"/>
                      <a:pt x="64448" y="128753"/>
                    </a:cubicBezTo>
                    <a:close/>
                  </a:path>
                </a:pathLst>
              </a:custGeom>
              <a:solidFill>
                <a:srgbClr val="C2DF2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0" name="任意多边形: 形状 1509"/>
              <p:cNvSpPr/>
              <p:nvPr/>
            </p:nvSpPr>
            <p:spPr>
              <a:xfrm>
                <a:off x="18038725" y="8261000"/>
                <a:ext cx="223200" cy="223200"/>
              </a:xfrm>
              <a:custGeom>
                <a:avLst/>
                <a:gdLst>
                  <a:gd name="csX0" fmla="*/ 64414 w 128409"/>
                  <a:gd name="csY0" fmla="*/ 128773 h 128573"/>
                  <a:gd name="csX1" fmla="*/ 109813 w 128409"/>
                  <a:gd name="csY1" fmla="*/ 109944 h 128573"/>
                  <a:gd name="csX2" fmla="*/ 128618 w 128409"/>
                  <a:gd name="csY2" fmla="*/ 64487 h 128573"/>
                  <a:gd name="csX3" fmla="*/ 109813 w 128409"/>
                  <a:gd name="csY3" fmla="*/ 19029 h 128573"/>
                  <a:gd name="csX4" fmla="*/ 64414 w 128409"/>
                  <a:gd name="csY4" fmla="*/ 200 h 128573"/>
                  <a:gd name="csX5" fmla="*/ 19014 w 128409"/>
                  <a:gd name="csY5" fmla="*/ 19029 h 128573"/>
                  <a:gd name="csX6" fmla="*/ 209 w 128409"/>
                  <a:gd name="csY6" fmla="*/ 64487 h 128573"/>
                  <a:gd name="csX7" fmla="*/ 19014 w 128409"/>
                  <a:gd name="csY7" fmla="*/ 109944 h 128573"/>
                  <a:gd name="csX8" fmla="*/ 64414 w 128409"/>
                  <a:gd name="csY8" fmla="*/ 12877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4" y="128773"/>
                    </a:moveTo>
                    <a:cubicBezTo>
                      <a:pt x="81441" y="128773"/>
                      <a:pt x="97773" y="122000"/>
                      <a:pt x="109813" y="109944"/>
                    </a:cubicBezTo>
                    <a:cubicBezTo>
                      <a:pt x="121853" y="97889"/>
                      <a:pt x="128618" y="81536"/>
                      <a:pt x="128618" y="64487"/>
                    </a:cubicBezTo>
                    <a:cubicBezTo>
                      <a:pt x="128618" y="47438"/>
                      <a:pt x="121853" y="31085"/>
                      <a:pt x="109813" y="19029"/>
                    </a:cubicBezTo>
                    <a:cubicBezTo>
                      <a:pt x="97773" y="6974"/>
                      <a:pt x="81441" y="200"/>
                      <a:pt x="64414" y="200"/>
                    </a:cubicBezTo>
                    <a:cubicBezTo>
                      <a:pt x="47386" y="200"/>
                      <a:pt x="31054" y="6974"/>
                      <a:pt x="19014" y="19029"/>
                    </a:cubicBezTo>
                    <a:cubicBezTo>
                      <a:pt x="6974" y="31085"/>
                      <a:pt x="209" y="47438"/>
                      <a:pt x="209" y="64487"/>
                    </a:cubicBezTo>
                    <a:cubicBezTo>
                      <a:pt x="209" y="81536"/>
                      <a:pt x="6974" y="97889"/>
                      <a:pt x="19014" y="109944"/>
                    </a:cubicBezTo>
                    <a:cubicBezTo>
                      <a:pt x="31054" y="122000"/>
                      <a:pt x="47386" y="128773"/>
                      <a:pt x="64414" y="128773"/>
                    </a:cubicBezTo>
                    <a:close/>
                  </a:path>
                </a:pathLst>
              </a:custGeom>
              <a:solidFill>
                <a:srgbClr val="47106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1" name="任意多边形: 形状 1510"/>
              <p:cNvSpPr/>
              <p:nvPr/>
            </p:nvSpPr>
            <p:spPr>
              <a:xfrm>
                <a:off x="16912614" y="8199528"/>
                <a:ext cx="223200" cy="223200"/>
              </a:xfrm>
              <a:custGeom>
                <a:avLst/>
                <a:gdLst>
                  <a:gd name="csX0" fmla="*/ 64376 w 128409"/>
                  <a:gd name="csY0" fmla="*/ 128771 h 128573"/>
                  <a:gd name="csX1" fmla="*/ 109776 w 128409"/>
                  <a:gd name="csY1" fmla="*/ 109942 h 128573"/>
                  <a:gd name="csX2" fmla="*/ 128581 w 128409"/>
                  <a:gd name="csY2" fmla="*/ 64485 h 128573"/>
                  <a:gd name="csX3" fmla="*/ 109776 w 128409"/>
                  <a:gd name="csY3" fmla="*/ 19027 h 128573"/>
                  <a:gd name="csX4" fmla="*/ 64376 w 128409"/>
                  <a:gd name="csY4" fmla="*/ 198 h 128573"/>
                  <a:gd name="csX5" fmla="*/ 18977 w 128409"/>
                  <a:gd name="csY5" fmla="*/ 19027 h 128573"/>
                  <a:gd name="csX6" fmla="*/ 172 w 128409"/>
                  <a:gd name="csY6" fmla="*/ 64485 h 128573"/>
                  <a:gd name="csX7" fmla="*/ 18977 w 128409"/>
                  <a:gd name="csY7" fmla="*/ 109942 h 128573"/>
                  <a:gd name="csX8" fmla="*/ 64376 w 128409"/>
                  <a:gd name="csY8" fmla="*/ 12877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6" y="128771"/>
                    </a:moveTo>
                    <a:cubicBezTo>
                      <a:pt x="81404" y="128771"/>
                      <a:pt x="97736" y="121998"/>
                      <a:pt x="109776" y="109942"/>
                    </a:cubicBezTo>
                    <a:cubicBezTo>
                      <a:pt x="121816" y="97887"/>
                      <a:pt x="128581" y="81534"/>
                      <a:pt x="128581" y="64485"/>
                    </a:cubicBezTo>
                    <a:cubicBezTo>
                      <a:pt x="128581" y="47436"/>
                      <a:pt x="121816" y="31083"/>
                      <a:pt x="109776" y="19027"/>
                    </a:cubicBezTo>
                    <a:cubicBezTo>
                      <a:pt x="97736" y="6972"/>
                      <a:pt x="81404" y="198"/>
                      <a:pt x="64376" y="198"/>
                    </a:cubicBezTo>
                    <a:cubicBezTo>
                      <a:pt x="47349" y="198"/>
                      <a:pt x="31017" y="6972"/>
                      <a:pt x="18977" y="19027"/>
                    </a:cubicBezTo>
                    <a:cubicBezTo>
                      <a:pt x="6937" y="31083"/>
                      <a:pt x="172" y="47436"/>
                      <a:pt x="172" y="64485"/>
                    </a:cubicBezTo>
                    <a:cubicBezTo>
                      <a:pt x="172" y="81534"/>
                      <a:pt x="6937" y="97887"/>
                      <a:pt x="18977" y="109942"/>
                    </a:cubicBezTo>
                    <a:cubicBezTo>
                      <a:pt x="31017" y="121998"/>
                      <a:pt x="47349" y="128771"/>
                      <a:pt x="64376" y="128771"/>
                    </a:cubicBezTo>
                    <a:close/>
                  </a:path>
                </a:pathLst>
              </a:custGeom>
              <a:solidFill>
                <a:srgbClr val="2B75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2" name="任意多边形: 形状 1511"/>
              <p:cNvSpPr/>
              <p:nvPr/>
            </p:nvSpPr>
            <p:spPr>
              <a:xfrm>
                <a:off x="17756560" y="6922361"/>
                <a:ext cx="223200" cy="223200"/>
              </a:xfrm>
              <a:custGeom>
                <a:avLst/>
                <a:gdLst>
                  <a:gd name="csX0" fmla="*/ 64404 w 128409"/>
                  <a:gd name="csY0" fmla="*/ 128729 h 128573"/>
                  <a:gd name="csX1" fmla="*/ 109804 w 128409"/>
                  <a:gd name="csY1" fmla="*/ 109900 h 128573"/>
                  <a:gd name="csX2" fmla="*/ 128609 w 128409"/>
                  <a:gd name="csY2" fmla="*/ 64442 h 128573"/>
                  <a:gd name="csX3" fmla="*/ 109804 w 128409"/>
                  <a:gd name="csY3" fmla="*/ 18985 h 128573"/>
                  <a:gd name="csX4" fmla="*/ 64404 w 128409"/>
                  <a:gd name="csY4" fmla="*/ 156 h 128573"/>
                  <a:gd name="csX5" fmla="*/ 19005 w 128409"/>
                  <a:gd name="csY5" fmla="*/ 18985 h 128573"/>
                  <a:gd name="csX6" fmla="*/ 200 w 128409"/>
                  <a:gd name="csY6" fmla="*/ 64442 h 128573"/>
                  <a:gd name="csX7" fmla="*/ 19005 w 128409"/>
                  <a:gd name="csY7" fmla="*/ 109900 h 128573"/>
                  <a:gd name="csX8" fmla="*/ 64404 w 128409"/>
                  <a:gd name="csY8" fmla="*/ 12872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4" y="128729"/>
                    </a:moveTo>
                    <a:cubicBezTo>
                      <a:pt x="81432" y="128729"/>
                      <a:pt x="97764" y="121955"/>
                      <a:pt x="109804" y="109900"/>
                    </a:cubicBezTo>
                    <a:cubicBezTo>
                      <a:pt x="121844" y="97844"/>
                      <a:pt x="128609" y="81491"/>
                      <a:pt x="128609" y="64442"/>
                    </a:cubicBezTo>
                    <a:cubicBezTo>
                      <a:pt x="128609" y="47393"/>
                      <a:pt x="121844" y="31040"/>
                      <a:pt x="109804" y="18985"/>
                    </a:cubicBezTo>
                    <a:cubicBezTo>
                      <a:pt x="97764" y="6929"/>
                      <a:pt x="81432" y="156"/>
                      <a:pt x="64404" y="156"/>
                    </a:cubicBezTo>
                    <a:cubicBezTo>
                      <a:pt x="47377" y="156"/>
                      <a:pt x="31045" y="6929"/>
                      <a:pt x="19005" y="18985"/>
                    </a:cubicBezTo>
                    <a:cubicBezTo>
                      <a:pt x="6965" y="31040"/>
                      <a:pt x="200" y="47393"/>
                      <a:pt x="200" y="64442"/>
                    </a:cubicBezTo>
                    <a:cubicBezTo>
                      <a:pt x="200" y="81491"/>
                      <a:pt x="6965" y="97844"/>
                      <a:pt x="19005" y="109900"/>
                    </a:cubicBezTo>
                    <a:cubicBezTo>
                      <a:pt x="31045" y="121955"/>
                      <a:pt x="47377" y="128729"/>
                      <a:pt x="64404" y="128729"/>
                    </a:cubicBezTo>
                    <a:close/>
                  </a:path>
                </a:pathLst>
              </a:custGeom>
              <a:solidFill>
                <a:srgbClr val="65CB5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3" name="任意多边形: 形状 1512"/>
              <p:cNvSpPr/>
              <p:nvPr/>
            </p:nvSpPr>
            <p:spPr>
              <a:xfrm>
                <a:off x="17015909" y="7953803"/>
                <a:ext cx="223200" cy="223200"/>
              </a:xfrm>
              <a:custGeom>
                <a:avLst/>
                <a:gdLst>
                  <a:gd name="csX0" fmla="*/ 64380 w 128409"/>
                  <a:gd name="csY0" fmla="*/ 128763 h 128573"/>
                  <a:gd name="csX1" fmla="*/ 109779 w 128409"/>
                  <a:gd name="csY1" fmla="*/ 109934 h 128573"/>
                  <a:gd name="csX2" fmla="*/ 128585 w 128409"/>
                  <a:gd name="csY2" fmla="*/ 64476 h 128573"/>
                  <a:gd name="csX3" fmla="*/ 109779 w 128409"/>
                  <a:gd name="csY3" fmla="*/ 19019 h 128573"/>
                  <a:gd name="csX4" fmla="*/ 64380 w 128409"/>
                  <a:gd name="csY4" fmla="*/ 190 h 128573"/>
                  <a:gd name="csX5" fmla="*/ 18980 w 128409"/>
                  <a:gd name="csY5" fmla="*/ 19019 h 128573"/>
                  <a:gd name="csX6" fmla="*/ 175 w 128409"/>
                  <a:gd name="csY6" fmla="*/ 64476 h 128573"/>
                  <a:gd name="csX7" fmla="*/ 18980 w 128409"/>
                  <a:gd name="csY7" fmla="*/ 109934 h 128573"/>
                  <a:gd name="csX8" fmla="*/ 64380 w 128409"/>
                  <a:gd name="csY8" fmla="*/ 12876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0" y="128763"/>
                    </a:moveTo>
                    <a:cubicBezTo>
                      <a:pt x="81407" y="128763"/>
                      <a:pt x="97739" y="121990"/>
                      <a:pt x="109779" y="109934"/>
                    </a:cubicBezTo>
                    <a:cubicBezTo>
                      <a:pt x="121820" y="97879"/>
                      <a:pt x="128585" y="81526"/>
                      <a:pt x="128585" y="64476"/>
                    </a:cubicBezTo>
                    <a:cubicBezTo>
                      <a:pt x="128585" y="47427"/>
                      <a:pt x="121820" y="31074"/>
                      <a:pt x="109779" y="19019"/>
                    </a:cubicBezTo>
                    <a:cubicBezTo>
                      <a:pt x="97739" y="6963"/>
                      <a:pt x="81407" y="190"/>
                      <a:pt x="64380" y="190"/>
                    </a:cubicBezTo>
                    <a:cubicBezTo>
                      <a:pt x="47353" y="190"/>
                      <a:pt x="31020" y="6963"/>
                      <a:pt x="18980" y="19019"/>
                    </a:cubicBezTo>
                    <a:cubicBezTo>
                      <a:pt x="6940" y="31074"/>
                      <a:pt x="175" y="47427"/>
                      <a:pt x="175" y="64476"/>
                    </a:cubicBezTo>
                    <a:cubicBezTo>
                      <a:pt x="175" y="81526"/>
                      <a:pt x="6940" y="97879"/>
                      <a:pt x="18980" y="109934"/>
                    </a:cubicBezTo>
                    <a:cubicBezTo>
                      <a:pt x="31020" y="121990"/>
                      <a:pt x="47353" y="128763"/>
                      <a:pt x="64380" y="128763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4" name="任意多边形: 形状 1513"/>
              <p:cNvSpPr/>
              <p:nvPr/>
            </p:nvSpPr>
            <p:spPr>
              <a:xfrm>
                <a:off x="18150517" y="8522264"/>
                <a:ext cx="223200" cy="223200"/>
              </a:xfrm>
              <a:custGeom>
                <a:avLst/>
                <a:gdLst>
                  <a:gd name="csX0" fmla="*/ 64417 w 128409"/>
                  <a:gd name="csY0" fmla="*/ 128782 h 128573"/>
                  <a:gd name="csX1" fmla="*/ 109817 w 128409"/>
                  <a:gd name="csY1" fmla="*/ 109953 h 128573"/>
                  <a:gd name="csX2" fmla="*/ 128622 w 128409"/>
                  <a:gd name="csY2" fmla="*/ 64495 h 128573"/>
                  <a:gd name="csX3" fmla="*/ 109817 w 128409"/>
                  <a:gd name="csY3" fmla="*/ 19038 h 128573"/>
                  <a:gd name="csX4" fmla="*/ 64417 w 128409"/>
                  <a:gd name="csY4" fmla="*/ 209 h 128573"/>
                  <a:gd name="csX5" fmla="*/ 19018 w 128409"/>
                  <a:gd name="csY5" fmla="*/ 19038 h 128573"/>
                  <a:gd name="csX6" fmla="*/ 213 w 128409"/>
                  <a:gd name="csY6" fmla="*/ 64495 h 128573"/>
                  <a:gd name="csX7" fmla="*/ 19018 w 128409"/>
                  <a:gd name="csY7" fmla="*/ 109953 h 128573"/>
                  <a:gd name="csX8" fmla="*/ 64417 w 128409"/>
                  <a:gd name="csY8" fmla="*/ 12878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7" y="128782"/>
                    </a:moveTo>
                    <a:cubicBezTo>
                      <a:pt x="81445" y="128782"/>
                      <a:pt x="97777" y="122008"/>
                      <a:pt x="109817" y="109953"/>
                    </a:cubicBezTo>
                    <a:cubicBezTo>
                      <a:pt x="121857" y="97897"/>
                      <a:pt x="128622" y="81544"/>
                      <a:pt x="128622" y="64495"/>
                    </a:cubicBezTo>
                    <a:cubicBezTo>
                      <a:pt x="128622" y="47446"/>
                      <a:pt x="121857" y="31093"/>
                      <a:pt x="109817" y="19038"/>
                    </a:cubicBezTo>
                    <a:cubicBezTo>
                      <a:pt x="97777" y="6982"/>
                      <a:pt x="81445" y="209"/>
                      <a:pt x="64417" y="209"/>
                    </a:cubicBezTo>
                    <a:cubicBezTo>
                      <a:pt x="47390" y="209"/>
                      <a:pt x="31058" y="6982"/>
                      <a:pt x="19018" y="19038"/>
                    </a:cubicBezTo>
                    <a:cubicBezTo>
                      <a:pt x="6978" y="31093"/>
                      <a:pt x="213" y="47446"/>
                      <a:pt x="213" y="64495"/>
                    </a:cubicBezTo>
                    <a:cubicBezTo>
                      <a:pt x="213" y="81544"/>
                      <a:pt x="6978" y="97897"/>
                      <a:pt x="19018" y="109953"/>
                    </a:cubicBezTo>
                    <a:cubicBezTo>
                      <a:pt x="31058" y="122008"/>
                      <a:pt x="47390" y="128782"/>
                      <a:pt x="64417" y="128782"/>
                    </a:cubicBezTo>
                    <a:close/>
                  </a:path>
                </a:pathLst>
              </a:custGeom>
              <a:solidFill>
                <a:srgbClr val="2C73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5" name="任意多边形: 形状 1514"/>
              <p:cNvSpPr/>
              <p:nvPr/>
            </p:nvSpPr>
            <p:spPr>
              <a:xfrm>
                <a:off x="16845301" y="7630054"/>
                <a:ext cx="223200" cy="223200"/>
              </a:xfrm>
              <a:custGeom>
                <a:avLst/>
                <a:gdLst>
                  <a:gd name="csX0" fmla="*/ 64374 w 128409"/>
                  <a:gd name="csY0" fmla="*/ 128752 h 128573"/>
                  <a:gd name="csX1" fmla="*/ 109774 w 128409"/>
                  <a:gd name="csY1" fmla="*/ 109923 h 128573"/>
                  <a:gd name="csX2" fmla="*/ 128579 w 128409"/>
                  <a:gd name="csY2" fmla="*/ 64466 h 128573"/>
                  <a:gd name="csX3" fmla="*/ 109774 w 128409"/>
                  <a:gd name="csY3" fmla="*/ 19008 h 128573"/>
                  <a:gd name="csX4" fmla="*/ 64374 w 128409"/>
                  <a:gd name="csY4" fmla="*/ 179 h 128573"/>
                  <a:gd name="csX5" fmla="*/ 18975 w 128409"/>
                  <a:gd name="csY5" fmla="*/ 19008 h 128573"/>
                  <a:gd name="csX6" fmla="*/ 169 w 128409"/>
                  <a:gd name="csY6" fmla="*/ 64466 h 128573"/>
                  <a:gd name="csX7" fmla="*/ 18975 w 128409"/>
                  <a:gd name="csY7" fmla="*/ 109923 h 128573"/>
                  <a:gd name="csX8" fmla="*/ 64374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4" y="128752"/>
                    </a:moveTo>
                    <a:cubicBezTo>
                      <a:pt x="81401" y="128752"/>
                      <a:pt x="97734" y="121979"/>
                      <a:pt x="109774" y="109923"/>
                    </a:cubicBezTo>
                    <a:cubicBezTo>
                      <a:pt x="121814" y="97868"/>
                      <a:pt x="128579" y="81515"/>
                      <a:pt x="128579" y="64466"/>
                    </a:cubicBezTo>
                    <a:cubicBezTo>
                      <a:pt x="128579" y="47417"/>
                      <a:pt x="121814" y="31064"/>
                      <a:pt x="109774" y="19008"/>
                    </a:cubicBezTo>
                    <a:cubicBezTo>
                      <a:pt x="97734" y="6953"/>
                      <a:pt x="81401" y="179"/>
                      <a:pt x="64374" y="179"/>
                    </a:cubicBezTo>
                    <a:cubicBezTo>
                      <a:pt x="47347" y="179"/>
                      <a:pt x="31015" y="6953"/>
                      <a:pt x="18975" y="19008"/>
                    </a:cubicBezTo>
                    <a:cubicBezTo>
                      <a:pt x="6934" y="31064"/>
                      <a:pt x="169" y="47417"/>
                      <a:pt x="169" y="64466"/>
                    </a:cubicBezTo>
                    <a:cubicBezTo>
                      <a:pt x="169" y="81515"/>
                      <a:pt x="6934" y="97868"/>
                      <a:pt x="18975" y="109923"/>
                    </a:cubicBezTo>
                    <a:cubicBezTo>
                      <a:pt x="31015" y="121979"/>
                      <a:pt x="47347" y="128752"/>
                      <a:pt x="64374" y="128752"/>
                    </a:cubicBezTo>
                    <a:close/>
                  </a:path>
                </a:pathLst>
              </a:custGeom>
              <a:solidFill>
                <a:srgbClr val="2585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6" name="任意多边形: 形状 1515"/>
              <p:cNvSpPr/>
              <p:nvPr/>
            </p:nvSpPr>
            <p:spPr>
              <a:xfrm>
                <a:off x="17852969" y="9026172"/>
                <a:ext cx="223200" cy="223200"/>
              </a:xfrm>
              <a:custGeom>
                <a:avLst/>
                <a:gdLst>
                  <a:gd name="csX0" fmla="*/ 64408 w 128409"/>
                  <a:gd name="csY0" fmla="*/ 128799 h 128573"/>
                  <a:gd name="csX1" fmla="*/ 109807 w 128409"/>
                  <a:gd name="csY1" fmla="*/ 109969 h 128573"/>
                  <a:gd name="csX2" fmla="*/ 128612 w 128409"/>
                  <a:gd name="csY2" fmla="*/ 64512 h 128573"/>
                  <a:gd name="csX3" fmla="*/ 109807 w 128409"/>
                  <a:gd name="csY3" fmla="*/ 19054 h 128573"/>
                  <a:gd name="csX4" fmla="*/ 64408 w 128409"/>
                  <a:gd name="csY4" fmla="*/ 225 h 128573"/>
                  <a:gd name="csX5" fmla="*/ 19008 w 128409"/>
                  <a:gd name="csY5" fmla="*/ 19054 h 128573"/>
                  <a:gd name="csX6" fmla="*/ 203 w 128409"/>
                  <a:gd name="csY6" fmla="*/ 64512 h 128573"/>
                  <a:gd name="csX7" fmla="*/ 19008 w 128409"/>
                  <a:gd name="csY7" fmla="*/ 109969 h 128573"/>
                  <a:gd name="csX8" fmla="*/ 64408 w 128409"/>
                  <a:gd name="csY8" fmla="*/ 12879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8" y="128799"/>
                    </a:moveTo>
                    <a:cubicBezTo>
                      <a:pt x="81435" y="128799"/>
                      <a:pt x="97767" y="122025"/>
                      <a:pt x="109807" y="109969"/>
                    </a:cubicBezTo>
                    <a:cubicBezTo>
                      <a:pt x="121847" y="97914"/>
                      <a:pt x="128612" y="81561"/>
                      <a:pt x="128612" y="64512"/>
                    </a:cubicBezTo>
                    <a:cubicBezTo>
                      <a:pt x="128612" y="47463"/>
                      <a:pt x="121847" y="31110"/>
                      <a:pt x="109807" y="19054"/>
                    </a:cubicBezTo>
                    <a:cubicBezTo>
                      <a:pt x="97767" y="6999"/>
                      <a:pt x="81435" y="225"/>
                      <a:pt x="64408" y="225"/>
                    </a:cubicBezTo>
                    <a:cubicBezTo>
                      <a:pt x="47380" y="225"/>
                      <a:pt x="31048" y="6999"/>
                      <a:pt x="19008" y="19054"/>
                    </a:cubicBezTo>
                    <a:cubicBezTo>
                      <a:pt x="6968" y="31110"/>
                      <a:pt x="203" y="47463"/>
                      <a:pt x="203" y="64512"/>
                    </a:cubicBezTo>
                    <a:cubicBezTo>
                      <a:pt x="203" y="81561"/>
                      <a:pt x="6968" y="97914"/>
                      <a:pt x="19008" y="109969"/>
                    </a:cubicBezTo>
                    <a:cubicBezTo>
                      <a:pt x="31048" y="122025"/>
                      <a:pt x="47380" y="128799"/>
                      <a:pt x="64408" y="128799"/>
                    </a:cubicBezTo>
                    <a:close/>
                  </a:path>
                </a:pathLst>
              </a:custGeom>
              <a:solidFill>
                <a:srgbClr val="C5E02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7" name="任意多边形: 形状 1516"/>
              <p:cNvSpPr/>
              <p:nvPr/>
            </p:nvSpPr>
            <p:spPr>
              <a:xfrm>
                <a:off x="18122799" y="7423949"/>
                <a:ext cx="223200" cy="223200"/>
              </a:xfrm>
              <a:custGeom>
                <a:avLst/>
                <a:gdLst>
                  <a:gd name="csX0" fmla="*/ 64416 w 128409"/>
                  <a:gd name="csY0" fmla="*/ 128746 h 128573"/>
                  <a:gd name="csX1" fmla="*/ 109816 w 128409"/>
                  <a:gd name="csY1" fmla="*/ 109916 h 128573"/>
                  <a:gd name="csX2" fmla="*/ 128621 w 128409"/>
                  <a:gd name="csY2" fmla="*/ 64459 h 128573"/>
                  <a:gd name="csX3" fmla="*/ 109816 w 128409"/>
                  <a:gd name="csY3" fmla="*/ 19001 h 128573"/>
                  <a:gd name="csX4" fmla="*/ 64416 w 128409"/>
                  <a:gd name="csY4" fmla="*/ 172 h 128573"/>
                  <a:gd name="csX5" fmla="*/ 19017 w 128409"/>
                  <a:gd name="csY5" fmla="*/ 19001 h 128573"/>
                  <a:gd name="csX6" fmla="*/ 212 w 128409"/>
                  <a:gd name="csY6" fmla="*/ 64459 h 128573"/>
                  <a:gd name="csX7" fmla="*/ 19017 w 128409"/>
                  <a:gd name="csY7" fmla="*/ 109916 h 128573"/>
                  <a:gd name="csX8" fmla="*/ 64416 w 128409"/>
                  <a:gd name="csY8" fmla="*/ 12874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6" y="128746"/>
                    </a:moveTo>
                    <a:cubicBezTo>
                      <a:pt x="81444" y="128746"/>
                      <a:pt x="97776" y="121972"/>
                      <a:pt x="109816" y="109916"/>
                    </a:cubicBezTo>
                    <a:cubicBezTo>
                      <a:pt x="121856" y="97861"/>
                      <a:pt x="128621" y="81508"/>
                      <a:pt x="128621" y="64459"/>
                    </a:cubicBezTo>
                    <a:cubicBezTo>
                      <a:pt x="128621" y="47410"/>
                      <a:pt x="121856" y="31057"/>
                      <a:pt x="109816" y="19001"/>
                    </a:cubicBezTo>
                    <a:cubicBezTo>
                      <a:pt x="97776" y="6946"/>
                      <a:pt x="81444" y="172"/>
                      <a:pt x="64416" y="172"/>
                    </a:cubicBezTo>
                    <a:cubicBezTo>
                      <a:pt x="47389" y="172"/>
                      <a:pt x="31057" y="6946"/>
                      <a:pt x="19017" y="19001"/>
                    </a:cubicBezTo>
                    <a:cubicBezTo>
                      <a:pt x="6977" y="31057"/>
                      <a:pt x="212" y="47410"/>
                      <a:pt x="212" y="64459"/>
                    </a:cubicBezTo>
                    <a:cubicBezTo>
                      <a:pt x="212" y="81508"/>
                      <a:pt x="6977" y="97861"/>
                      <a:pt x="19017" y="109916"/>
                    </a:cubicBezTo>
                    <a:cubicBezTo>
                      <a:pt x="31057" y="121972"/>
                      <a:pt x="47389" y="128746"/>
                      <a:pt x="64416" y="128746"/>
                    </a:cubicBezTo>
                    <a:close/>
                  </a:path>
                </a:pathLst>
              </a:custGeom>
              <a:solidFill>
                <a:srgbClr val="3B528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8" name="任意多边形: 形状 1517"/>
              <p:cNvSpPr/>
              <p:nvPr/>
            </p:nvSpPr>
            <p:spPr>
              <a:xfrm>
                <a:off x="18371382" y="8037863"/>
                <a:ext cx="223200" cy="223200"/>
              </a:xfrm>
              <a:custGeom>
                <a:avLst/>
                <a:gdLst>
                  <a:gd name="csX0" fmla="*/ 64425 w 128409"/>
                  <a:gd name="csY0" fmla="*/ 128766 h 128573"/>
                  <a:gd name="csX1" fmla="*/ 109824 w 128409"/>
                  <a:gd name="csY1" fmla="*/ 109937 h 128573"/>
                  <a:gd name="csX2" fmla="*/ 128629 w 128409"/>
                  <a:gd name="csY2" fmla="*/ 64479 h 128573"/>
                  <a:gd name="csX3" fmla="*/ 109824 w 128409"/>
                  <a:gd name="csY3" fmla="*/ 19022 h 128573"/>
                  <a:gd name="csX4" fmla="*/ 64425 w 128409"/>
                  <a:gd name="csY4" fmla="*/ 193 h 128573"/>
                  <a:gd name="csX5" fmla="*/ 19025 w 128409"/>
                  <a:gd name="csY5" fmla="*/ 19022 h 128573"/>
                  <a:gd name="csX6" fmla="*/ 220 w 128409"/>
                  <a:gd name="csY6" fmla="*/ 64479 h 128573"/>
                  <a:gd name="csX7" fmla="*/ 19025 w 128409"/>
                  <a:gd name="csY7" fmla="*/ 109937 h 128573"/>
                  <a:gd name="csX8" fmla="*/ 64425 w 128409"/>
                  <a:gd name="csY8" fmla="*/ 12876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5" y="128766"/>
                    </a:moveTo>
                    <a:cubicBezTo>
                      <a:pt x="81452" y="128766"/>
                      <a:pt x="97784" y="121992"/>
                      <a:pt x="109824" y="109937"/>
                    </a:cubicBezTo>
                    <a:cubicBezTo>
                      <a:pt x="121864" y="97881"/>
                      <a:pt x="128629" y="81528"/>
                      <a:pt x="128629" y="64479"/>
                    </a:cubicBezTo>
                    <a:cubicBezTo>
                      <a:pt x="128629" y="47430"/>
                      <a:pt x="121864" y="31077"/>
                      <a:pt x="109824" y="19022"/>
                    </a:cubicBezTo>
                    <a:cubicBezTo>
                      <a:pt x="97784" y="6966"/>
                      <a:pt x="81452" y="193"/>
                      <a:pt x="64425" y="193"/>
                    </a:cubicBezTo>
                    <a:cubicBezTo>
                      <a:pt x="47397" y="193"/>
                      <a:pt x="31065" y="6966"/>
                      <a:pt x="19025" y="19022"/>
                    </a:cubicBezTo>
                    <a:cubicBezTo>
                      <a:pt x="6985" y="31077"/>
                      <a:pt x="220" y="47430"/>
                      <a:pt x="220" y="64479"/>
                    </a:cubicBezTo>
                    <a:cubicBezTo>
                      <a:pt x="220" y="81528"/>
                      <a:pt x="6985" y="97881"/>
                      <a:pt x="19025" y="109937"/>
                    </a:cubicBezTo>
                    <a:cubicBezTo>
                      <a:pt x="31065" y="121992"/>
                      <a:pt x="47397" y="128766"/>
                      <a:pt x="64425" y="128766"/>
                    </a:cubicBezTo>
                    <a:close/>
                  </a:path>
                </a:pathLst>
              </a:custGeom>
              <a:solidFill>
                <a:srgbClr val="443B8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19" name="任意多边形: 形状 1518"/>
              <p:cNvSpPr/>
              <p:nvPr/>
            </p:nvSpPr>
            <p:spPr>
              <a:xfrm>
                <a:off x="18719579" y="7522904"/>
                <a:ext cx="223200" cy="223200"/>
              </a:xfrm>
              <a:custGeom>
                <a:avLst/>
                <a:gdLst>
                  <a:gd name="csX0" fmla="*/ 64436 w 128409"/>
                  <a:gd name="csY0" fmla="*/ 128749 h 128573"/>
                  <a:gd name="csX1" fmla="*/ 109836 w 128409"/>
                  <a:gd name="csY1" fmla="*/ 109920 h 128573"/>
                  <a:gd name="csX2" fmla="*/ 128641 w 128409"/>
                  <a:gd name="csY2" fmla="*/ 64462 h 128573"/>
                  <a:gd name="csX3" fmla="*/ 109836 w 128409"/>
                  <a:gd name="csY3" fmla="*/ 19005 h 128573"/>
                  <a:gd name="csX4" fmla="*/ 64436 w 128409"/>
                  <a:gd name="csY4" fmla="*/ 175 h 128573"/>
                  <a:gd name="csX5" fmla="*/ 19037 w 128409"/>
                  <a:gd name="csY5" fmla="*/ 19005 h 128573"/>
                  <a:gd name="csX6" fmla="*/ 231 w 128409"/>
                  <a:gd name="csY6" fmla="*/ 64462 h 128573"/>
                  <a:gd name="csX7" fmla="*/ 19037 w 128409"/>
                  <a:gd name="csY7" fmla="*/ 109920 h 128573"/>
                  <a:gd name="csX8" fmla="*/ 64436 w 128409"/>
                  <a:gd name="csY8" fmla="*/ 12874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6" y="128749"/>
                    </a:moveTo>
                    <a:cubicBezTo>
                      <a:pt x="81464" y="128749"/>
                      <a:pt x="97796" y="121975"/>
                      <a:pt x="109836" y="109920"/>
                    </a:cubicBezTo>
                    <a:cubicBezTo>
                      <a:pt x="121876" y="97864"/>
                      <a:pt x="128641" y="81511"/>
                      <a:pt x="128641" y="64462"/>
                    </a:cubicBezTo>
                    <a:cubicBezTo>
                      <a:pt x="128641" y="47413"/>
                      <a:pt x="121876" y="31060"/>
                      <a:pt x="109836" y="19005"/>
                    </a:cubicBezTo>
                    <a:cubicBezTo>
                      <a:pt x="97796" y="6949"/>
                      <a:pt x="81464" y="175"/>
                      <a:pt x="64436" y="175"/>
                    </a:cubicBezTo>
                    <a:cubicBezTo>
                      <a:pt x="47409" y="175"/>
                      <a:pt x="31077" y="6949"/>
                      <a:pt x="19037" y="19005"/>
                    </a:cubicBezTo>
                    <a:cubicBezTo>
                      <a:pt x="6996" y="31060"/>
                      <a:pt x="231" y="47413"/>
                      <a:pt x="231" y="64462"/>
                    </a:cubicBezTo>
                    <a:cubicBezTo>
                      <a:pt x="231" y="81511"/>
                      <a:pt x="6996" y="97864"/>
                      <a:pt x="19037" y="109920"/>
                    </a:cubicBezTo>
                    <a:cubicBezTo>
                      <a:pt x="31077" y="121975"/>
                      <a:pt x="47409" y="128749"/>
                      <a:pt x="64436" y="128749"/>
                    </a:cubicBezTo>
                    <a:close/>
                  </a:path>
                </a:pathLst>
              </a:custGeom>
              <a:solidFill>
                <a:srgbClr val="2AB07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0" name="任意多边形: 形状 1519"/>
              <p:cNvSpPr/>
              <p:nvPr/>
            </p:nvSpPr>
            <p:spPr>
              <a:xfrm>
                <a:off x="17843286" y="7542301"/>
                <a:ext cx="223200" cy="223200"/>
              </a:xfrm>
              <a:custGeom>
                <a:avLst/>
                <a:gdLst>
                  <a:gd name="csX0" fmla="*/ 64407 w 128409"/>
                  <a:gd name="csY0" fmla="*/ 128750 h 128573"/>
                  <a:gd name="csX1" fmla="*/ 109807 w 128409"/>
                  <a:gd name="csY1" fmla="*/ 109920 h 128573"/>
                  <a:gd name="csX2" fmla="*/ 128612 w 128409"/>
                  <a:gd name="csY2" fmla="*/ 64463 h 128573"/>
                  <a:gd name="csX3" fmla="*/ 109807 w 128409"/>
                  <a:gd name="csY3" fmla="*/ 19005 h 128573"/>
                  <a:gd name="csX4" fmla="*/ 64407 w 128409"/>
                  <a:gd name="csY4" fmla="*/ 176 h 128573"/>
                  <a:gd name="csX5" fmla="*/ 19008 w 128409"/>
                  <a:gd name="csY5" fmla="*/ 19005 h 128573"/>
                  <a:gd name="csX6" fmla="*/ 202 w 128409"/>
                  <a:gd name="csY6" fmla="*/ 64463 h 128573"/>
                  <a:gd name="csX7" fmla="*/ 19008 w 128409"/>
                  <a:gd name="csY7" fmla="*/ 109920 h 128573"/>
                  <a:gd name="csX8" fmla="*/ 64407 w 128409"/>
                  <a:gd name="csY8" fmla="*/ 12875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7" y="128750"/>
                    </a:moveTo>
                    <a:cubicBezTo>
                      <a:pt x="81434" y="128750"/>
                      <a:pt x="97767" y="121976"/>
                      <a:pt x="109807" y="109920"/>
                    </a:cubicBezTo>
                    <a:cubicBezTo>
                      <a:pt x="121847" y="97865"/>
                      <a:pt x="128612" y="81512"/>
                      <a:pt x="128612" y="64463"/>
                    </a:cubicBezTo>
                    <a:cubicBezTo>
                      <a:pt x="128612" y="47414"/>
                      <a:pt x="121847" y="31061"/>
                      <a:pt x="109807" y="19005"/>
                    </a:cubicBezTo>
                    <a:cubicBezTo>
                      <a:pt x="97767" y="6950"/>
                      <a:pt x="81434" y="176"/>
                      <a:pt x="64407" y="176"/>
                    </a:cubicBezTo>
                    <a:cubicBezTo>
                      <a:pt x="47380" y="176"/>
                      <a:pt x="31048" y="6950"/>
                      <a:pt x="19008" y="19005"/>
                    </a:cubicBezTo>
                    <a:cubicBezTo>
                      <a:pt x="6967" y="31061"/>
                      <a:pt x="202" y="47414"/>
                      <a:pt x="202" y="64463"/>
                    </a:cubicBezTo>
                    <a:cubicBezTo>
                      <a:pt x="202" y="81512"/>
                      <a:pt x="6967" y="97865"/>
                      <a:pt x="19008" y="109920"/>
                    </a:cubicBezTo>
                    <a:cubicBezTo>
                      <a:pt x="31048" y="121976"/>
                      <a:pt x="47380" y="128750"/>
                      <a:pt x="64407" y="128750"/>
                    </a:cubicBezTo>
                    <a:close/>
                  </a:path>
                </a:pathLst>
              </a:custGeom>
              <a:solidFill>
                <a:srgbClr val="44025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1" name="任意多边形: 形状 1520"/>
              <p:cNvSpPr/>
              <p:nvPr/>
            </p:nvSpPr>
            <p:spPr>
              <a:xfrm>
                <a:off x="17535383" y="7279921"/>
                <a:ext cx="223200" cy="223200"/>
              </a:xfrm>
              <a:custGeom>
                <a:avLst/>
                <a:gdLst>
                  <a:gd name="csX0" fmla="*/ 64397 w 128409"/>
                  <a:gd name="csY0" fmla="*/ 128741 h 128573"/>
                  <a:gd name="csX1" fmla="*/ 109797 w 128409"/>
                  <a:gd name="csY1" fmla="*/ 109912 h 128573"/>
                  <a:gd name="csX2" fmla="*/ 128602 w 128409"/>
                  <a:gd name="csY2" fmla="*/ 64454 h 128573"/>
                  <a:gd name="csX3" fmla="*/ 109797 w 128409"/>
                  <a:gd name="csY3" fmla="*/ 18997 h 128573"/>
                  <a:gd name="csX4" fmla="*/ 64397 w 128409"/>
                  <a:gd name="csY4" fmla="*/ 167 h 128573"/>
                  <a:gd name="csX5" fmla="*/ 18997 w 128409"/>
                  <a:gd name="csY5" fmla="*/ 18997 h 128573"/>
                  <a:gd name="csX6" fmla="*/ 192 w 128409"/>
                  <a:gd name="csY6" fmla="*/ 64454 h 128573"/>
                  <a:gd name="csX7" fmla="*/ 18997 w 128409"/>
                  <a:gd name="csY7" fmla="*/ 109912 h 128573"/>
                  <a:gd name="csX8" fmla="*/ 64397 w 128409"/>
                  <a:gd name="csY8" fmla="*/ 12874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7" y="128741"/>
                    </a:moveTo>
                    <a:cubicBezTo>
                      <a:pt x="81424" y="128741"/>
                      <a:pt x="97756" y="121967"/>
                      <a:pt x="109797" y="109912"/>
                    </a:cubicBezTo>
                    <a:cubicBezTo>
                      <a:pt x="121837" y="97856"/>
                      <a:pt x="128602" y="81503"/>
                      <a:pt x="128602" y="64454"/>
                    </a:cubicBezTo>
                    <a:cubicBezTo>
                      <a:pt x="128602" y="47405"/>
                      <a:pt x="121837" y="31052"/>
                      <a:pt x="109797" y="18997"/>
                    </a:cubicBezTo>
                    <a:cubicBezTo>
                      <a:pt x="97756" y="6941"/>
                      <a:pt x="81424" y="167"/>
                      <a:pt x="64397" y="167"/>
                    </a:cubicBezTo>
                    <a:cubicBezTo>
                      <a:pt x="47370" y="167"/>
                      <a:pt x="31038" y="6941"/>
                      <a:pt x="18997" y="18997"/>
                    </a:cubicBezTo>
                    <a:cubicBezTo>
                      <a:pt x="6957" y="31052"/>
                      <a:pt x="192" y="47405"/>
                      <a:pt x="192" y="64454"/>
                    </a:cubicBezTo>
                    <a:cubicBezTo>
                      <a:pt x="192" y="81503"/>
                      <a:pt x="6957" y="97856"/>
                      <a:pt x="18997" y="109912"/>
                    </a:cubicBezTo>
                    <a:cubicBezTo>
                      <a:pt x="31038" y="121967"/>
                      <a:pt x="47370" y="128741"/>
                      <a:pt x="64397" y="128741"/>
                    </a:cubicBezTo>
                    <a:close/>
                  </a:path>
                </a:pathLst>
              </a:custGeom>
              <a:solidFill>
                <a:srgbClr val="2F6B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2" name="任意多边形: 形状 1521"/>
              <p:cNvSpPr/>
              <p:nvPr/>
            </p:nvSpPr>
            <p:spPr>
              <a:xfrm>
                <a:off x="18885061" y="8107605"/>
                <a:ext cx="223200" cy="223200"/>
              </a:xfrm>
              <a:custGeom>
                <a:avLst/>
                <a:gdLst>
                  <a:gd name="csX0" fmla="*/ 64442 w 128409"/>
                  <a:gd name="csY0" fmla="*/ 128768 h 128573"/>
                  <a:gd name="csX1" fmla="*/ 109841 w 128409"/>
                  <a:gd name="csY1" fmla="*/ 109939 h 128573"/>
                  <a:gd name="csX2" fmla="*/ 128646 w 128409"/>
                  <a:gd name="csY2" fmla="*/ 64482 h 128573"/>
                  <a:gd name="csX3" fmla="*/ 109841 w 128409"/>
                  <a:gd name="csY3" fmla="*/ 19024 h 128573"/>
                  <a:gd name="csX4" fmla="*/ 64442 w 128409"/>
                  <a:gd name="csY4" fmla="*/ 195 h 128573"/>
                  <a:gd name="csX5" fmla="*/ 19042 w 128409"/>
                  <a:gd name="csY5" fmla="*/ 19024 h 128573"/>
                  <a:gd name="csX6" fmla="*/ 237 w 128409"/>
                  <a:gd name="csY6" fmla="*/ 64482 h 128573"/>
                  <a:gd name="csX7" fmla="*/ 19042 w 128409"/>
                  <a:gd name="csY7" fmla="*/ 109939 h 128573"/>
                  <a:gd name="csX8" fmla="*/ 64442 w 128409"/>
                  <a:gd name="csY8" fmla="*/ 12876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42" y="128768"/>
                    </a:moveTo>
                    <a:cubicBezTo>
                      <a:pt x="81469" y="128768"/>
                      <a:pt x="97801" y="121995"/>
                      <a:pt x="109841" y="109939"/>
                    </a:cubicBezTo>
                    <a:cubicBezTo>
                      <a:pt x="121881" y="97884"/>
                      <a:pt x="128646" y="81531"/>
                      <a:pt x="128646" y="64482"/>
                    </a:cubicBezTo>
                    <a:cubicBezTo>
                      <a:pt x="128646" y="47432"/>
                      <a:pt x="121881" y="31079"/>
                      <a:pt x="109841" y="19024"/>
                    </a:cubicBezTo>
                    <a:cubicBezTo>
                      <a:pt x="97801" y="6968"/>
                      <a:pt x="81469" y="195"/>
                      <a:pt x="64442" y="195"/>
                    </a:cubicBezTo>
                    <a:cubicBezTo>
                      <a:pt x="47414" y="195"/>
                      <a:pt x="31082" y="6968"/>
                      <a:pt x="19042" y="19024"/>
                    </a:cubicBezTo>
                    <a:cubicBezTo>
                      <a:pt x="7002" y="31079"/>
                      <a:pt x="237" y="47432"/>
                      <a:pt x="237" y="64482"/>
                    </a:cubicBezTo>
                    <a:cubicBezTo>
                      <a:pt x="237" y="81531"/>
                      <a:pt x="7002" y="97884"/>
                      <a:pt x="19042" y="109939"/>
                    </a:cubicBezTo>
                    <a:cubicBezTo>
                      <a:pt x="31082" y="121995"/>
                      <a:pt x="47414" y="128768"/>
                      <a:pt x="64442" y="128768"/>
                    </a:cubicBezTo>
                    <a:close/>
                  </a:path>
                </a:pathLst>
              </a:custGeom>
              <a:solidFill>
                <a:srgbClr val="46C06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3" name="任意多边形: 形状 1522"/>
              <p:cNvSpPr/>
              <p:nvPr/>
            </p:nvSpPr>
            <p:spPr>
              <a:xfrm>
                <a:off x="17402885" y="7500328"/>
                <a:ext cx="223200" cy="223200"/>
              </a:xfrm>
              <a:custGeom>
                <a:avLst/>
                <a:gdLst>
                  <a:gd name="csX0" fmla="*/ 64393 w 128409"/>
                  <a:gd name="csY0" fmla="*/ 128748 h 128573"/>
                  <a:gd name="csX1" fmla="*/ 109792 w 128409"/>
                  <a:gd name="csY1" fmla="*/ 109919 h 128573"/>
                  <a:gd name="csX2" fmla="*/ 128597 w 128409"/>
                  <a:gd name="csY2" fmla="*/ 64461 h 128573"/>
                  <a:gd name="csX3" fmla="*/ 109792 w 128409"/>
                  <a:gd name="csY3" fmla="*/ 19004 h 128573"/>
                  <a:gd name="csX4" fmla="*/ 64393 w 128409"/>
                  <a:gd name="csY4" fmla="*/ 175 h 128573"/>
                  <a:gd name="csX5" fmla="*/ 18993 w 128409"/>
                  <a:gd name="csY5" fmla="*/ 19004 h 128573"/>
                  <a:gd name="csX6" fmla="*/ 188 w 128409"/>
                  <a:gd name="csY6" fmla="*/ 64461 h 128573"/>
                  <a:gd name="csX7" fmla="*/ 18993 w 128409"/>
                  <a:gd name="csY7" fmla="*/ 109919 h 128573"/>
                  <a:gd name="csX8" fmla="*/ 64393 w 128409"/>
                  <a:gd name="csY8" fmla="*/ 12874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3" y="128748"/>
                    </a:moveTo>
                    <a:cubicBezTo>
                      <a:pt x="81420" y="128748"/>
                      <a:pt x="97752" y="121975"/>
                      <a:pt x="109792" y="109919"/>
                    </a:cubicBezTo>
                    <a:cubicBezTo>
                      <a:pt x="121832" y="97864"/>
                      <a:pt x="128597" y="81511"/>
                      <a:pt x="128597" y="64461"/>
                    </a:cubicBezTo>
                    <a:cubicBezTo>
                      <a:pt x="128597" y="47412"/>
                      <a:pt x="121832" y="31059"/>
                      <a:pt x="109792" y="19004"/>
                    </a:cubicBezTo>
                    <a:cubicBezTo>
                      <a:pt x="97752" y="6948"/>
                      <a:pt x="81420" y="175"/>
                      <a:pt x="64393" y="175"/>
                    </a:cubicBezTo>
                    <a:cubicBezTo>
                      <a:pt x="47365" y="175"/>
                      <a:pt x="31033" y="6948"/>
                      <a:pt x="18993" y="19004"/>
                    </a:cubicBezTo>
                    <a:cubicBezTo>
                      <a:pt x="6953" y="31059"/>
                      <a:pt x="188" y="47412"/>
                      <a:pt x="188" y="64461"/>
                    </a:cubicBezTo>
                    <a:cubicBezTo>
                      <a:pt x="188" y="81511"/>
                      <a:pt x="6953" y="97864"/>
                      <a:pt x="18993" y="109919"/>
                    </a:cubicBezTo>
                    <a:cubicBezTo>
                      <a:pt x="31033" y="121975"/>
                      <a:pt x="47365" y="128748"/>
                      <a:pt x="64393" y="128748"/>
                    </a:cubicBezTo>
                    <a:close/>
                  </a:path>
                </a:pathLst>
              </a:custGeom>
              <a:solidFill>
                <a:srgbClr val="46327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4" name="任意多边形: 形状 1523"/>
              <p:cNvSpPr/>
              <p:nvPr/>
            </p:nvSpPr>
            <p:spPr>
              <a:xfrm>
                <a:off x="18496565" y="8231511"/>
                <a:ext cx="223200" cy="223200"/>
              </a:xfrm>
              <a:custGeom>
                <a:avLst/>
                <a:gdLst>
                  <a:gd name="csX0" fmla="*/ 64429 w 128409"/>
                  <a:gd name="csY0" fmla="*/ 128772 h 128573"/>
                  <a:gd name="csX1" fmla="*/ 109828 w 128409"/>
                  <a:gd name="csY1" fmla="*/ 109943 h 128573"/>
                  <a:gd name="csX2" fmla="*/ 128634 w 128409"/>
                  <a:gd name="csY2" fmla="*/ 64486 h 128573"/>
                  <a:gd name="csX3" fmla="*/ 109828 w 128409"/>
                  <a:gd name="csY3" fmla="*/ 19028 h 128573"/>
                  <a:gd name="csX4" fmla="*/ 64429 w 128409"/>
                  <a:gd name="csY4" fmla="*/ 199 h 128573"/>
                  <a:gd name="csX5" fmla="*/ 19029 w 128409"/>
                  <a:gd name="csY5" fmla="*/ 19028 h 128573"/>
                  <a:gd name="csX6" fmla="*/ 224 w 128409"/>
                  <a:gd name="csY6" fmla="*/ 64486 h 128573"/>
                  <a:gd name="csX7" fmla="*/ 19029 w 128409"/>
                  <a:gd name="csY7" fmla="*/ 109943 h 128573"/>
                  <a:gd name="csX8" fmla="*/ 64429 w 128409"/>
                  <a:gd name="csY8" fmla="*/ 12877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9" y="128772"/>
                    </a:moveTo>
                    <a:cubicBezTo>
                      <a:pt x="81456" y="128772"/>
                      <a:pt x="97788" y="121999"/>
                      <a:pt x="109828" y="109943"/>
                    </a:cubicBezTo>
                    <a:cubicBezTo>
                      <a:pt x="121869" y="97888"/>
                      <a:pt x="128634" y="81535"/>
                      <a:pt x="128634" y="64486"/>
                    </a:cubicBezTo>
                    <a:cubicBezTo>
                      <a:pt x="128634" y="47437"/>
                      <a:pt x="121869" y="31084"/>
                      <a:pt x="109828" y="19028"/>
                    </a:cubicBezTo>
                    <a:cubicBezTo>
                      <a:pt x="97788" y="6973"/>
                      <a:pt x="81456" y="199"/>
                      <a:pt x="64429" y="199"/>
                    </a:cubicBezTo>
                    <a:cubicBezTo>
                      <a:pt x="47402" y="199"/>
                      <a:pt x="31069" y="6973"/>
                      <a:pt x="19029" y="19028"/>
                    </a:cubicBezTo>
                    <a:cubicBezTo>
                      <a:pt x="6989" y="31084"/>
                      <a:pt x="224" y="47437"/>
                      <a:pt x="224" y="64486"/>
                    </a:cubicBezTo>
                    <a:cubicBezTo>
                      <a:pt x="224" y="81535"/>
                      <a:pt x="6989" y="97888"/>
                      <a:pt x="19029" y="109943"/>
                    </a:cubicBezTo>
                    <a:cubicBezTo>
                      <a:pt x="31069" y="121999"/>
                      <a:pt x="47402" y="128772"/>
                      <a:pt x="64429" y="128772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5" name="任意多边形: 形状 1524"/>
              <p:cNvSpPr/>
              <p:nvPr/>
            </p:nvSpPr>
            <p:spPr>
              <a:xfrm>
                <a:off x="18095766" y="7228541"/>
                <a:ext cx="223200" cy="223200"/>
              </a:xfrm>
              <a:custGeom>
                <a:avLst/>
                <a:gdLst>
                  <a:gd name="csX0" fmla="*/ 64416 w 128409"/>
                  <a:gd name="csY0" fmla="*/ 128739 h 128573"/>
                  <a:gd name="csX1" fmla="*/ 109815 w 128409"/>
                  <a:gd name="csY1" fmla="*/ 109910 h 128573"/>
                  <a:gd name="csX2" fmla="*/ 128620 w 128409"/>
                  <a:gd name="csY2" fmla="*/ 64452 h 128573"/>
                  <a:gd name="csX3" fmla="*/ 109815 w 128409"/>
                  <a:gd name="csY3" fmla="*/ 18995 h 128573"/>
                  <a:gd name="csX4" fmla="*/ 64416 w 128409"/>
                  <a:gd name="csY4" fmla="*/ 166 h 128573"/>
                  <a:gd name="csX5" fmla="*/ 19016 w 128409"/>
                  <a:gd name="csY5" fmla="*/ 18995 h 128573"/>
                  <a:gd name="csX6" fmla="*/ 211 w 128409"/>
                  <a:gd name="csY6" fmla="*/ 64452 h 128573"/>
                  <a:gd name="csX7" fmla="*/ 19016 w 128409"/>
                  <a:gd name="csY7" fmla="*/ 109910 h 128573"/>
                  <a:gd name="csX8" fmla="*/ 64416 w 128409"/>
                  <a:gd name="csY8" fmla="*/ 12873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6" y="128739"/>
                    </a:moveTo>
                    <a:cubicBezTo>
                      <a:pt x="81443" y="128739"/>
                      <a:pt x="97775" y="121966"/>
                      <a:pt x="109815" y="109910"/>
                    </a:cubicBezTo>
                    <a:cubicBezTo>
                      <a:pt x="121855" y="97855"/>
                      <a:pt x="128620" y="81502"/>
                      <a:pt x="128620" y="64452"/>
                    </a:cubicBezTo>
                    <a:cubicBezTo>
                      <a:pt x="128620" y="47403"/>
                      <a:pt x="121855" y="31050"/>
                      <a:pt x="109815" y="18995"/>
                    </a:cubicBezTo>
                    <a:cubicBezTo>
                      <a:pt x="97775" y="6939"/>
                      <a:pt x="81443" y="166"/>
                      <a:pt x="64416" y="166"/>
                    </a:cubicBezTo>
                    <a:cubicBezTo>
                      <a:pt x="47388" y="166"/>
                      <a:pt x="31056" y="6939"/>
                      <a:pt x="19016" y="18995"/>
                    </a:cubicBezTo>
                    <a:cubicBezTo>
                      <a:pt x="6976" y="31050"/>
                      <a:pt x="211" y="47403"/>
                      <a:pt x="211" y="64452"/>
                    </a:cubicBezTo>
                    <a:cubicBezTo>
                      <a:pt x="211" y="81502"/>
                      <a:pt x="6976" y="97855"/>
                      <a:pt x="19016" y="109910"/>
                    </a:cubicBezTo>
                    <a:cubicBezTo>
                      <a:pt x="31056" y="121966"/>
                      <a:pt x="47388" y="128739"/>
                      <a:pt x="64416" y="128739"/>
                    </a:cubicBezTo>
                    <a:close/>
                  </a:path>
                </a:pathLst>
              </a:custGeom>
              <a:solidFill>
                <a:srgbClr val="228C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6" name="任意多边形: 形状 1525"/>
              <p:cNvSpPr/>
              <p:nvPr/>
            </p:nvSpPr>
            <p:spPr>
              <a:xfrm>
                <a:off x="18184944" y="8509451"/>
                <a:ext cx="223200" cy="223200"/>
              </a:xfrm>
              <a:custGeom>
                <a:avLst/>
                <a:gdLst>
                  <a:gd name="csX0" fmla="*/ 64419 w 128409"/>
                  <a:gd name="csY0" fmla="*/ 128782 h 128573"/>
                  <a:gd name="csX1" fmla="*/ 109818 w 128409"/>
                  <a:gd name="csY1" fmla="*/ 109952 h 128573"/>
                  <a:gd name="csX2" fmla="*/ 128623 w 128409"/>
                  <a:gd name="csY2" fmla="*/ 64495 h 128573"/>
                  <a:gd name="csX3" fmla="*/ 109818 w 128409"/>
                  <a:gd name="csY3" fmla="*/ 19037 h 128573"/>
                  <a:gd name="csX4" fmla="*/ 64419 w 128409"/>
                  <a:gd name="csY4" fmla="*/ 208 h 128573"/>
                  <a:gd name="csX5" fmla="*/ 19019 w 128409"/>
                  <a:gd name="csY5" fmla="*/ 19037 h 128573"/>
                  <a:gd name="csX6" fmla="*/ 214 w 128409"/>
                  <a:gd name="csY6" fmla="*/ 64495 h 128573"/>
                  <a:gd name="csX7" fmla="*/ 19019 w 128409"/>
                  <a:gd name="csY7" fmla="*/ 109952 h 128573"/>
                  <a:gd name="csX8" fmla="*/ 64419 w 128409"/>
                  <a:gd name="csY8" fmla="*/ 12878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9" y="128782"/>
                    </a:moveTo>
                    <a:cubicBezTo>
                      <a:pt x="81446" y="128782"/>
                      <a:pt x="97778" y="122008"/>
                      <a:pt x="109818" y="109952"/>
                    </a:cubicBezTo>
                    <a:cubicBezTo>
                      <a:pt x="121858" y="97897"/>
                      <a:pt x="128623" y="81544"/>
                      <a:pt x="128623" y="64495"/>
                    </a:cubicBezTo>
                    <a:cubicBezTo>
                      <a:pt x="128623" y="47446"/>
                      <a:pt x="121858" y="31093"/>
                      <a:pt x="109818" y="19037"/>
                    </a:cubicBezTo>
                    <a:cubicBezTo>
                      <a:pt x="97778" y="6982"/>
                      <a:pt x="81446" y="208"/>
                      <a:pt x="64419" y="208"/>
                    </a:cubicBezTo>
                    <a:cubicBezTo>
                      <a:pt x="47391" y="208"/>
                      <a:pt x="31059" y="6982"/>
                      <a:pt x="19019" y="19037"/>
                    </a:cubicBezTo>
                    <a:cubicBezTo>
                      <a:pt x="6979" y="31093"/>
                      <a:pt x="214" y="47446"/>
                      <a:pt x="214" y="64495"/>
                    </a:cubicBezTo>
                    <a:cubicBezTo>
                      <a:pt x="214" y="81544"/>
                      <a:pt x="6979" y="97897"/>
                      <a:pt x="19019" y="109952"/>
                    </a:cubicBezTo>
                    <a:cubicBezTo>
                      <a:pt x="31059" y="122008"/>
                      <a:pt x="47391" y="128782"/>
                      <a:pt x="64419" y="128782"/>
                    </a:cubicBezTo>
                    <a:close/>
                  </a:path>
                </a:pathLst>
              </a:custGeom>
              <a:solidFill>
                <a:srgbClr val="2D71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7" name="任意多边形: 形状 1526"/>
              <p:cNvSpPr/>
              <p:nvPr/>
            </p:nvSpPr>
            <p:spPr>
              <a:xfrm>
                <a:off x="18213375" y="8229997"/>
                <a:ext cx="223200" cy="223200"/>
              </a:xfrm>
              <a:custGeom>
                <a:avLst/>
                <a:gdLst>
                  <a:gd name="csX0" fmla="*/ 64419 w 128409"/>
                  <a:gd name="csY0" fmla="*/ 128772 h 128573"/>
                  <a:gd name="csX1" fmla="*/ 109819 w 128409"/>
                  <a:gd name="csY1" fmla="*/ 109943 h 128573"/>
                  <a:gd name="csX2" fmla="*/ 128624 w 128409"/>
                  <a:gd name="csY2" fmla="*/ 64486 h 128573"/>
                  <a:gd name="csX3" fmla="*/ 109819 w 128409"/>
                  <a:gd name="csY3" fmla="*/ 19028 h 128573"/>
                  <a:gd name="csX4" fmla="*/ 64419 w 128409"/>
                  <a:gd name="csY4" fmla="*/ 199 h 128573"/>
                  <a:gd name="csX5" fmla="*/ 19020 w 128409"/>
                  <a:gd name="csY5" fmla="*/ 19028 h 128573"/>
                  <a:gd name="csX6" fmla="*/ 215 w 128409"/>
                  <a:gd name="csY6" fmla="*/ 64486 h 128573"/>
                  <a:gd name="csX7" fmla="*/ 19020 w 128409"/>
                  <a:gd name="csY7" fmla="*/ 109943 h 128573"/>
                  <a:gd name="csX8" fmla="*/ 64419 w 128409"/>
                  <a:gd name="csY8" fmla="*/ 12877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9" y="128772"/>
                    </a:moveTo>
                    <a:cubicBezTo>
                      <a:pt x="81447" y="128772"/>
                      <a:pt x="97779" y="121999"/>
                      <a:pt x="109819" y="109943"/>
                    </a:cubicBezTo>
                    <a:cubicBezTo>
                      <a:pt x="121859" y="97888"/>
                      <a:pt x="128624" y="81535"/>
                      <a:pt x="128624" y="64486"/>
                    </a:cubicBezTo>
                    <a:cubicBezTo>
                      <a:pt x="128624" y="47437"/>
                      <a:pt x="121859" y="31084"/>
                      <a:pt x="109819" y="19028"/>
                    </a:cubicBezTo>
                    <a:cubicBezTo>
                      <a:pt x="97779" y="6973"/>
                      <a:pt x="81447" y="199"/>
                      <a:pt x="64419" y="199"/>
                    </a:cubicBezTo>
                    <a:cubicBezTo>
                      <a:pt x="47392" y="199"/>
                      <a:pt x="31060" y="6973"/>
                      <a:pt x="19020" y="19028"/>
                    </a:cubicBezTo>
                    <a:cubicBezTo>
                      <a:pt x="6980" y="31084"/>
                      <a:pt x="215" y="47437"/>
                      <a:pt x="215" y="64486"/>
                    </a:cubicBezTo>
                    <a:cubicBezTo>
                      <a:pt x="215" y="81535"/>
                      <a:pt x="6980" y="97888"/>
                      <a:pt x="19020" y="109943"/>
                    </a:cubicBezTo>
                    <a:cubicBezTo>
                      <a:pt x="31060" y="121999"/>
                      <a:pt x="47392" y="128772"/>
                      <a:pt x="64419" y="128772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8" name="任意多边形: 形状 1527"/>
              <p:cNvSpPr/>
              <p:nvPr/>
            </p:nvSpPr>
            <p:spPr>
              <a:xfrm>
                <a:off x="17175486" y="7945351"/>
                <a:ext cx="223200" cy="223200"/>
              </a:xfrm>
              <a:custGeom>
                <a:avLst/>
                <a:gdLst>
                  <a:gd name="csX0" fmla="*/ 64385 w 128409"/>
                  <a:gd name="csY0" fmla="*/ 128763 h 128573"/>
                  <a:gd name="csX1" fmla="*/ 109785 w 128409"/>
                  <a:gd name="csY1" fmla="*/ 109934 h 128573"/>
                  <a:gd name="csX2" fmla="*/ 128590 w 128409"/>
                  <a:gd name="csY2" fmla="*/ 64476 h 128573"/>
                  <a:gd name="csX3" fmla="*/ 109785 w 128409"/>
                  <a:gd name="csY3" fmla="*/ 19019 h 128573"/>
                  <a:gd name="csX4" fmla="*/ 64385 w 128409"/>
                  <a:gd name="csY4" fmla="*/ 189 h 128573"/>
                  <a:gd name="csX5" fmla="*/ 18986 w 128409"/>
                  <a:gd name="csY5" fmla="*/ 19019 h 128573"/>
                  <a:gd name="csX6" fmla="*/ 180 w 128409"/>
                  <a:gd name="csY6" fmla="*/ 64476 h 128573"/>
                  <a:gd name="csX7" fmla="*/ 18986 w 128409"/>
                  <a:gd name="csY7" fmla="*/ 109934 h 128573"/>
                  <a:gd name="csX8" fmla="*/ 64385 w 128409"/>
                  <a:gd name="csY8" fmla="*/ 12876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5" y="128763"/>
                    </a:moveTo>
                    <a:cubicBezTo>
                      <a:pt x="81412" y="128763"/>
                      <a:pt x="97745" y="121989"/>
                      <a:pt x="109785" y="109934"/>
                    </a:cubicBezTo>
                    <a:cubicBezTo>
                      <a:pt x="121825" y="97878"/>
                      <a:pt x="128590" y="81525"/>
                      <a:pt x="128590" y="64476"/>
                    </a:cubicBezTo>
                    <a:cubicBezTo>
                      <a:pt x="128590" y="47427"/>
                      <a:pt x="121825" y="31074"/>
                      <a:pt x="109785" y="19019"/>
                    </a:cubicBezTo>
                    <a:cubicBezTo>
                      <a:pt x="97745" y="6963"/>
                      <a:pt x="81412" y="189"/>
                      <a:pt x="64385" y="189"/>
                    </a:cubicBezTo>
                    <a:cubicBezTo>
                      <a:pt x="47358" y="189"/>
                      <a:pt x="31026" y="6963"/>
                      <a:pt x="18986" y="19019"/>
                    </a:cubicBezTo>
                    <a:cubicBezTo>
                      <a:pt x="6945" y="31074"/>
                      <a:pt x="180" y="47427"/>
                      <a:pt x="180" y="64476"/>
                    </a:cubicBezTo>
                    <a:cubicBezTo>
                      <a:pt x="180" y="81525"/>
                      <a:pt x="6945" y="97878"/>
                      <a:pt x="18986" y="109934"/>
                    </a:cubicBezTo>
                    <a:cubicBezTo>
                      <a:pt x="31026" y="121989"/>
                      <a:pt x="47358" y="128763"/>
                      <a:pt x="64385" y="128763"/>
                    </a:cubicBezTo>
                    <a:close/>
                  </a:path>
                </a:pathLst>
              </a:custGeom>
              <a:solidFill>
                <a:srgbClr val="48186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29" name="任意多边形: 形状 1528"/>
              <p:cNvSpPr/>
              <p:nvPr/>
            </p:nvSpPr>
            <p:spPr>
              <a:xfrm>
                <a:off x="16428441" y="7528214"/>
                <a:ext cx="223200" cy="223200"/>
              </a:xfrm>
              <a:custGeom>
                <a:avLst/>
                <a:gdLst>
                  <a:gd name="csX0" fmla="*/ 64360 w 128409"/>
                  <a:gd name="csY0" fmla="*/ 128749 h 128573"/>
                  <a:gd name="csX1" fmla="*/ 109760 w 128409"/>
                  <a:gd name="csY1" fmla="*/ 109920 h 128573"/>
                  <a:gd name="csX2" fmla="*/ 128565 w 128409"/>
                  <a:gd name="csY2" fmla="*/ 64462 h 128573"/>
                  <a:gd name="csX3" fmla="*/ 109760 w 128409"/>
                  <a:gd name="csY3" fmla="*/ 19005 h 128573"/>
                  <a:gd name="csX4" fmla="*/ 64360 w 128409"/>
                  <a:gd name="csY4" fmla="*/ 176 h 128573"/>
                  <a:gd name="csX5" fmla="*/ 18961 w 128409"/>
                  <a:gd name="csY5" fmla="*/ 19005 h 128573"/>
                  <a:gd name="csX6" fmla="*/ 156 w 128409"/>
                  <a:gd name="csY6" fmla="*/ 64462 h 128573"/>
                  <a:gd name="csX7" fmla="*/ 18961 w 128409"/>
                  <a:gd name="csY7" fmla="*/ 109920 h 128573"/>
                  <a:gd name="csX8" fmla="*/ 64360 w 128409"/>
                  <a:gd name="csY8" fmla="*/ 12874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0" y="128749"/>
                    </a:moveTo>
                    <a:cubicBezTo>
                      <a:pt x="81388" y="128749"/>
                      <a:pt x="97720" y="121975"/>
                      <a:pt x="109760" y="109920"/>
                    </a:cubicBezTo>
                    <a:cubicBezTo>
                      <a:pt x="121800" y="97864"/>
                      <a:pt x="128565" y="81511"/>
                      <a:pt x="128565" y="64462"/>
                    </a:cubicBezTo>
                    <a:cubicBezTo>
                      <a:pt x="128565" y="47413"/>
                      <a:pt x="121800" y="31060"/>
                      <a:pt x="109760" y="19005"/>
                    </a:cubicBezTo>
                    <a:cubicBezTo>
                      <a:pt x="97720" y="6949"/>
                      <a:pt x="81388" y="176"/>
                      <a:pt x="64360" y="176"/>
                    </a:cubicBezTo>
                    <a:cubicBezTo>
                      <a:pt x="47333" y="176"/>
                      <a:pt x="31001" y="6949"/>
                      <a:pt x="18961" y="19005"/>
                    </a:cubicBezTo>
                    <a:cubicBezTo>
                      <a:pt x="6921" y="31060"/>
                      <a:pt x="156" y="47413"/>
                      <a:pt x="156" y="64462"/>
                    </a:cubicBezTo>
                    <a:cubicBezTo>
                      <a:pt x="156" y="81511"/>
                      <a:pt x="6921" y="97864"/>
                      <a:pt x="18961" y="109920"/>
                    </a:cubicBezTo>
                    <a:cubicBezTo>
                      <a:pt x="31001" y="121975"/>
                      <a:pt x="47333" y="128749"/>
                      <a:pt x="64360" y="128749"/>
                    </a:cubicBezTo>
                    <a:close/>
                  </a:path>
                </a:pathLst>
              </a:custGeom>
              <a:solidFill>
                <a:srgbClr val="C8E02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0" name="任意多边形: 形状 1529"/>
              <p:cNvSpPr/>
              <p:nvPr/>
            </p:nvSpPr>
            <p:spPr>
              <a:xfrm>
                <a:off x="18399516" y="7817424"/>
                <a:ext cx="223200" cy="223200"/>
              </a:xfrm>
              <a:custGeom>
                <a:avLst/>
                <a:gdLst>
                  <a:gd name="csX0" fmla="*/ 64426 w 128409"/>
                  <a:gd name="csY0" fmla="*/ 128759 h 128573"/>
                  <a:gd name="csX1" fmla="*/ 109825 w 128409"/>
                  <a:gd name="csY1" fmla="*/ 109929 h 128573"/>
                  <a:gd name="csX2" fmla="*/ 128630 w 128409"/>
                  <a:gd name="csY2" fmla="*/ 64472 h 128573"/>
                  <a:gd name="csX3" fmla="*/ 109825 w 128409"/>
                  <a:gd name="csY3" fmla="*/ 19014 h 128573"/>
                  <a:gd name="csX4" fmla="*/ 64426 w 128409"/>
                  <a:gd name="csY4" fmla="*/ 185 h 128573"/>
                  <a:gd name="csX5" fmla="*/ 19026 w 128409"/>
                  <a:gd name="csY5" fmla="*/ 19014 h 128573"/>
                  <a:gd name="csX6" fmla="*/ 221 w 128409"/>
                  <a:gd name="csY6" fmla="*/ 64472 h 128573"/>
                  <a:gd name="csX7" fmla="*/ 19026 w 128409"/>
                  <a:gd name="csY7" fmla="*/ 109929 h 128573"/>
                  <a:gd name="csX8" fmla="*/ 64426 w 128409"/>
                  <a:gd name="csY8" fmla="*/ 12875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6" y="128759"/>
                    </a:moveTo>
                    <a:cubicBezTo>
                      <a:pt x="81453" y="128759"/>
                      <a:pt x="97785" y="121985"/>
                      <a:pt x="109825" y="109929"/>
                    </a:cubicBezTo>
                    <a:cubicBezTo>
                      <a:pt x="121865" y="97874"/>
                      <a:pt x="128630" y="81521"/>
                      <a:pt x="128630" y="64472"/>
                    </a:cubicBezTo>
                    <a:cubicBezTo>
                      <a:pt x="128630" y="47423"/>
                      <a:pt x="121865" y="31070"/>
                      <a:pt x="109825" y="19014"/>
                    </a:cubicBezTo>
                    <a:cubicBezTo>
                      <a:pt x="97785" y="6959"/>
                      <a:pt x="81453" y="185"/>
                      <a:pt x="64426" y="185"/>
                    </a:cubicBezTo>
                    <a:cubicBezTo>
                      <a:pt x="47398" y="185"/>
                      <a:pt x="31066" y="6959"/>
                      <a:pt x="19026" y="19014"/>
                    </a:cubicBezTo>
                    <a:cubicBezTo>
                      <a:pt x="6986" y="31070"/>
                      <a:pt x="221" y="47423"/>
                      <a:pt x="221" y="64472"/>
                    </a:cubicBezTo>
                    <a:cubicBezTo>
                      <a:pt x="221" y="81521"/>
                      <a:pt x="6986" y="97874"/>
                      <a:pt x="19026" y="109929"/>
                    </a:cubicBezTo>
                    <a:cubicBezTo>
                      <a:pt x="31066" y="121985"/>
                      <a:pt x="47398" y="128759"/>
                      <a:pt x="64426" y="128759"/>
                    </a:cubicBezTo>
                    <a:close/>
                  </a:path>
                </a:pathLst>
              </a:custGeom>
              <a:solidFill>
                <a:srgbClr val="3E4A8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1" name="任意多边形: 形状 1530"/>
              <p:cNvSpPr/>
              <p:nvPr/>
            </p:nvSpPr>
            <p:spPr>
              <a:xfrm>
                <a:off x="18280952" y="8788556"/>
                <a:ext cx="223200" cy="223200"/>
              </a:xfrm>
              <a:custGeom>
                <a:avLst/>
                <a:gdLst>
                  <a:gd name="csX0" fmla="*/ 64422 w 128409"/>
                  <a:gd name="csY0" fmla="*/ 128791 h 128573"/>
                  <a:gd name="csX1" fmla="*/ 109821 w 128409"/>
                  <a:gd name="csY1" fmla="*/ 109962 h 128573"/>
                  <a:gd name="csX2" fmla="*/ 128626 w 128409"/>
                  <a:gd name="csY2" fmla="*/ 64504 h 128573"/>
                  <a:gd name="csX3" fmla="*/ 109821 w 128409"/>
                  <a:gd name="csY3" fmla="*/ 19047 h 128573"/>
                  <a:gd name="csX4" fmla="*/ 64422 w 128409"/>
                  <a:gd name="csY4" fmla="*/ 217 h 128573"/>
                  <a:gd name="csX5" fmla="*/ 19022 w 128409"/>
                  <a:gd name="csY5" fmla="*/ 19047 h 128573"/>
                  <a:gd name="csX6" fmla="*/ 217 w 128409"/>
                  <a:gd name="csY6" fmla="*/ 64504 h 128573"/>
                  <a:gd name="csX7" fmla="*/ 19022 w 128409"/>
                  <a:gd name="csY7" fmla="*/ 109962 h 128573"/>
                  <a:gd name="csX8" fmla="*/ 64422 w 128409"/>
                  <a:gd name="csY8" fmla="*/ 12879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2" y="128791"/>
                    </a:moveTo>
                    <a:cubicBezTo>
                      <a:pt x="81449" y="128791"/>
                      <a:pt x="97781" y="122017"/>
                      <a:pt x="109821" y="109962"/>
                    </a:cubicBezTo>
                    <a:cubicBezTo>
                      <a:pt x="121861" y="97906"/>
                      <a:pt x="128626" y="81553"/>
                      <a:pt x="128626" y="64504"/>
                    </a:cubicBezTo>
                    <a:cubicBezTo>
                      <a:pt x="128626" y="47455"/>
                      <a:pt x="121861" y="31102"/>
                      <a:pt x="109821" y="19047"/>
                    </a:cubicBezTo>
                    <a:cubicBezTo>
                      <a:pt x="97781" y="6991"/>
                      <a:pt x="81449" y="217"/>
                      <a:pt x="64422" y="217"/>
                    </a:cubicBezTo>
                    <a:cubicBezTo>
                      <a:pt x="47394" y="217"/>
                      <a:pt x="31062" y="6991"/>
                      <a:pt x="19022" y="19047"/>
                    </a:cubicBezTo>
                    <a:cubicBezTo>
                      <a:pt x="6982" y="31102"/>
                      <a:pt x="217" y="47455"/>
                      <a:pt x="217" y="64504"/>
                    </a:cubicBezTo>
                    <a:cubicBezTo>
                      <a:pt x="217" y="81553"/>
                      <a:pt x="6982" y="97906"/>
                      <a:pt x="19022" y="109962"/>
                    </a:cubicBezTo>
                    <a:cubicBezTo>
                      <a:pt x="31062" y="122017"/>
                      <a:pt x="47394" y="128791"/>
                      <a:pt x="64422" y="128791"/>
                    </a:cubicBezTo>
                    <a:close/>
                  </a:path>
                </a:pathLst>
              </a:custGeom>
              <a:solidFill>
                <a:srgbClr val="50C46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2" name="任意多边形: 形状 1531"/>
              <p:cNvSpPr/>
              <p:nvPr/>
            </p:nvSpPr>
            <p:spPr>
              <a:xfrm>
                <a:off x="19030149" y="8030685"/>
                <a:ext cx="223200" cy="223200"/>
              </a:xfrm>
              <a:custGeom>
                <a:avLst/>
                <a:gdLst>
                  <a:gd name="csX0" fmla="*/ 64446 w 128409"/>
                  <a:gd name="csY0" fmla="*/ 128766 h 128573"/>
                  <a:gd name="csX1" fmla="*/ 109846 w 128409"/>
                  <a:gd name="csY1" fmla="*/ 109937 h 128573"/>
                  <a:gd name="csX2" fmla="*/ 128651 w 128409"/>
                  <a:gd name="csY2" fmla="*/ 64479 h 128573"/>
                  <a:gd name="csX3" fmla="*/ 109846 w 128409"/>
                  <a:gd name="csY3" fmla="*/ 19021 h 128573"/>
                  <a:gd name="csX4" fmla="*/ 64446 w 128409"/>
                  <a:gd name="csY4" fmla="*/ 192 h 128573"/>
                  <a:gd name="csX5" fmla="*/ 19047 w 128409"/>
                  <a:gd name="csY5" fmla="*/ 19021 h 128573"/>
                  <a:gd name="csX6" fmla="*/ 242 w 128409"/>
                  <a:gd name="csY6" fmla="*/ 64479 h 128573"/>
                  <a:gd name="csX7" fmla="*/ 19047 w 128409"/>
                  <a:gd name="csY7" fmla="*/ 109937 h 128573"/>
                  <a:gd name="csX8" fmla="*/ 64446 w 128409"/>
                  <a:gd name="csY8" fmla="*/ 12876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46" y="128766"/>
                    </a:moveTo>
                    <a:cubicBezTo>
                      <a:pt x="81474" y="128766"/>
                      <a:pt x="97806" y="121992"/>
                      <a:pt x="109846" y="109937"/>
                    </a:cubicBezTo>
                    <a:cubicBezTo>
                      <a:pt x="121886" y="97881"/>
                      <a:pt x="128651" y="81528"/>
                      <a:pt x="128651" y="64479"/>
                    </a:cubicBezTo>
                    <a:cubicBezTo>
                      <a:pt x="128651" y="47430"/>
                      <a:pt x="121886" y="31077"/>
                      <a:pt x="109846" y="19021"/>
                    </a:cubicBezTo>
                    <a:cubicBezTo>
                      <a:pt x="97806" y="6966"/>
                      <a:pt x="81474" y="192"/>
                      <a:pt x="64446" y="192"/>
                    </a:cubicBezTo>
                    <a:cubicBezTo>
                      <a:pt x="47419" y="192"/>
                      <a:pt x="31087" y="6966"/>
                      <a:pt x="19047" y="19021"/>
                    </a:cubicBezTo>
                    <a:cubicBezTo>
                      <a:pt x="7007" y="31077"/>
                      <a:pt x="242" y="47430"/>
                      <a:pt x="242" y="64479"/>
                    </a:cubicBezTo>
                    <a:cubicBezTo>
                      <a:pt x="242" y="81528"/>
                      <a:pt x="7007" y="97881"/>
                      <a:pt x="19047" y="109937"/>
                    </a:cubicBezTo>
                    <a:cubicBezTo>
                      <a:pt x="31087" y="121992"/>
                      <a:pt x="47419" y="128766"/>
                      <a:pt x="64446" y="128766"/>
                    </a:cubicBezTo>
                    <a:close/>
                  </a:path>
                </a:pathLst>
              </a:custGeom>
              <a:solidFill>
                <a:srgbClr val="95D84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3" name="任意多边形: 形状 1532"/>
              <p:cNvSpPr/>
              <p:nvPr/>
            </p:nvSpPr>
            <p:spPr>
              <a:xfrm>
                <a:off x="17298315" y="8781313"/>
                <a:ext cx="223200" cy="223200"/>
              </a:xfrm>
              <a:custGeom>
                <a:avLst/>
                <a:gdLst>
                  <a:gd name="csX0" fmla="*/ 64389 w 128409"/>
                  <a:gd name="csY0" fmla="*/ 128791 h 128573"/>
                  <a:gd name="csX1" fmla="*/ 109789 w 128409"/>
                  <a:gd name="csY1" fmla="*/ 109961 h 128573"/>
                  <a:gd name="csX2" fmla="*/ 128594 w 128409"/>
                  <a:gd name="csY2" fmla="*/ 64504 h 128573"/>
                  <a:gd name="csX3" fmla="*/ 109789 w 128409"/>
                  <a:gd name="csY3" fmla="*/ 19046 h 128573"/>
                  <a:gd name="csX4" fmla="*/ 64389 w 128409"/>
                  <a:gd name="csY4" fmla="*/ 217 h 128573"/>
                  <a:gd name="csX5" fmla="*/ 18990 w 128409"/>
                  <a:gd name="csY5" fmla="*/ 19046 h 128573"/>
                  <a:gd name="csX6" fmla="*/ 184 w 128409"/>
                  <a:gd name="csY6" fmla="*/ 64504 h 128573"/>
                  <a:gd name="csX7" fmla="*/ 18990 w 128409"/>
                  <a:gd name="csY7" fmla="*/ 109961 h 128573"/>
                  <a:gd name="csX8" fmla="*/ 64389 w 128409"/>
                  <a:gd name="csY8" fmla="*/ 12879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9" y="128791"/>
                    </a:moveTo>
                    <a:cubicBezTo>
                      <a:pt x="81416" y="128791"/>
                      <a:pt x="97749" y="122017"/>
                      <a:pt x="109789" y="109961"/>
                    </a:cubicBezTo>
                    <a:cubicBezTo>
                      <a:pt x="121829" y="97906"/>
                      <a:pt x="128594" y="81553"/>
                      <a:pt x="128594" y="64504"/>
                    </a:cubicBezTo>
                    <a:cubicBezTo>
                      <a:pt x="128594" y="47455"/>
                      <a:pt x="121829" y="31102"/>
                      <a:pt x="109789" y="19046"/>
                    </a:cubicBezTo>
                    <a:cubicBezTo>
                      <a:pt x="97749" y="6991"/>
                      <a:pt x="81416" y="217"/>
                      <a:pt x="64389" y="217"/>
                    </a:cubicBezTo>
                    <a:cubicBezTo>
                      <a:pt x="47362" y="217"/>
                      <a:pt x="31030" y="6991"/>
                      <a:pt x="18990" y="19046"/>
                    </a:cubicBezTo>
                    <a:cubicBezTo>
                      <a:pt x="6949" y="31102"/>
                      <a:pt x="184" y="47455"/>
                      <a:pt x="184" y="64504"/>
                    </a:cubicBezTo>
                    <a:cubicBezTo>
                      <a:pt x="184" y="81553"/>
                      <a:pt x="6949" y="97906"/>
                      <a:pt x="18990" y="109961"/>
                    </a:cubicBezTo>
                    <a:cubicBezTo>
                      <a:pt x="31030" y="122017"/>
                      <a:pt x="47362" y="128791"/>
                      <a:pt x="64389" y="128791"/>
                    </a:cubicBezTo>
                    <a:close/>
                  </a:path>
                </a:pathLst>
              </a:custGeom>
              <a:solidFill>
                <a:srgbClr val="31B57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4" name="任意多边形: 形状 1533"/>
              <p:cNvSpPr/>
              <p:nvPr/>
            </p:nvSpPr>
            <p:spPr>
              <a:xfrm>
                <a:off x="18164180" y="8351619"/>
                <a:ext cx="223200" cy="223200"/>
              </a:xfrm>
              <a:custGeom>
                <a:avLst/>
                <a:gdLst>
                  <a:gd name="csX0" fmla="*/ 64418 w 128409"/>
                  <a:gd name="csY0" fmla="*/ 128776 h 128573"/>
                  <a:gd name="csX1" fmla="*/ 109817 w 128409"/>
                  <a:gd name="csY1" fmla="*/ 109947 h 128573"/>
                  <a:gd name="csX2" fmla="*/ 128623 w 128409"/>
                  <a:gd name="csY2" fmla="*/ 64490 h 128573"/>
                  <a:gd name="csX3" fmla="*/ 109817 w 128409"/>
                  <a:gd name="csY3" fmla="*/ 19032 h 128573"/>
                  <a:gd name="csX4" fmla="*/ 64418 w 128409"/>
                  <a:gd name="csY4" fmla="*/ 203 h 128573"/>
                  <a:gd name="csX5" fmla="*/ 19018 w 128409"/>
                  <a:gd name="csY5" fmla="*/ 19032 h 128573"/>
                  <a:gd name="csX6" fmla="*/ 213 w 128409"/>
                  <a:gd name="csY6" fmla="*/ 64490 h 128573"/>
                  <a:gd name="csX7" fmla="*/ 19018 w 128409"/>
                  <a:gd name="csY7" fmla="*/ 109947 h 128573"/>
                  <a:gd name="csX8" fmla="*/ 64418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8" y="128776"/>
                    </a:moveTo>
                    <a:cubicBezTo>
                      <a:pt x="81445" y="128776"/>
                      <a:pt x="97777" y="122003"/>
                      <a:pt x="109817" y="109947"/>
                    </a:cubicBezTo>
                    <a:cubicBezTo>
                      <a:pt x="121858" y="97892"/>
                      <a:pt x="128623" y="81539"/>
                      <a:pt x="128623" y="64490"/>
                    </a:cubicBezTo>
                    <a:cubicBezTo>
                      <a:pt x="128623" y="47441"/>
                      <a:pt x="121858" y="31088"/>
                      <a:pt x="109817" y="19032"/>
                    </a:cubicBezTo>
                    <a:cubicBezTo>
                      <a:pt x="97777" y="6977"/>
                      <a:pt x="81445" y="203"/>
                      <a:pt x="64418" y="203"/>
                    </a:cubicBezTo>
                    <a:cubicBezTo>
                      <a:pt x="47391" y="203"/>
                      <a:pt x="31058" y="6977"/>
                      <a:pt x="19018" y="19032"/>
                    </a:cubicBezTo>
                    <a:cubicBezTo>
                      <a:pt x="6978" y="31088"/>
                      <a:pt x="213" y="47441"/>
                      <a:pt x="213" y="64490"/>
                    </a:cubicBezTo>
                    <a:cubicBezTo>
                      <a:pt x="213" y="81539"/>
                      <a:pt x="6978" y="97892"/>
                      <a:pt x="19018" y="109947"/>
                    </a:cubicBezTo>
                    <a:cubicBezTo>
                      <a:pt x="31058" y="122003"/>
                      <a:pt x="47391" y="128776"/>
                      <a:pt x="64418" y="128776"/>
                    </a:cubicBezTo>
                    <a:close/>
                  </a:path>
                </a:pathLst>
              </a:custGeom>
              <a:solidFill>
                <a:srgbClr val="41448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5" name="任意多边形: 形状 1534"/>
              <p:cNvSpPr/>
              <p:nvPr/>
            </p:nvSpPr>
            <p:spPr>
              <a:xfrm>
                <a:off x="18068151" y="8473521"/>
                <a:ext cx="223200" cy="223200"/>
              </a:xfrm>
              <a:custGeom>
                <a:avLst/>
                <a:gdLst>
                  <a:gd name="csX0" fmla="*/ 64415 w 128409"/>
                  <a:gd name="csY0" fmla="*/ 128780 h 128573"/>
                  <a:gd name="csX1" fmla="*/ 109814 w 128409"/>
                  <a:gd name="csY1" fmla="*/ 109951 h 128573"/>
                  <a:gd name="csX2" fmla="*/ 128619 w 128409"/>
                  <a:gd name="csY2" fmla="*/ 64494 h 128573"/>
                  <a:gd name="csX3" fmla="*/ 109814 w 128409"/>
                  <a:gd name="csY3" fmla="*/ 19036 h 128573"/>
                  <a:gd name="csX4" fmla="*/ 64415 w 128409"/>
                  <a:gd name="csY4" fmla="*/ 207 h 128573"/>
                  <a:gd name="csX5" fmla="*/ 19015 w 128409"/>
                  <a:gd name="csY5" fmla="*/ 19036 h 128573"/>
                  <a:gd name="csX6" fmla="*/ 210 w 128409"/>
                  <a:gd name="csY6" fmla="*/ 64494 h 128573"/>
                  <a:gd name="csX7" fmla="*/ 19015 w 128409"/>
                  <a:gd name="csY7" fmla="*/ 109951 h 128573"/>
                  <a:gd name="csX8" fmla="*/ 64415 w 128409"/>
                  <a:gd name="csY8" fmla="*/ 12878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5" y="128780"/>
                    </a:moveTo>
                    <a:cubicBezTo>
                      <a:pt x="81442" y="128780"/>
                      <a:pt x="97774" y="122007"/>
                      <a:pt x="109814" y="109951"/>
                    </a:cubicBezTo>
                    <a:cubicBezTo>
                      <a:pt x="121854" y="97896"/>
                      <a:pt x="128619" y="81543"/>
                      <a:pt x="128619" y="64494"/>
                    </a:cubicBezTo>
                    <a:cubicBezTo>
                      <a:pt x="128619" y="47445"/>
                      <a:pt x="121854" y="31092"/>
                      <a:pt x="109814" y="19036"/>
                    </a:cubicBezTo>
                    <a:cubicBezTo>
                      <a:pt x="97774" y="6981"/>
                      <a:pt x="81442" y="207"/>
                      <a:pt x="64415" y="207"/>
                    </a:cubicBezTo>
                    <a:cubicBezTo>
                      <a:pt x="47387" y="207"/>
                      <a:pt x="31055" y="6981"/>
                      <a:pt x="19015" y="19036"/>
                    </a:cubicBezTo>
                    <a:cubicBezTo>
                      <a:pt x="6975" y="31092"/>
                      <a:pt x="210" y="47445"/>
                      <a:pt x="210" y="64494"/>
                    </a:cubicBezTo>
                    <a:cubicBezTo>
                      <a:pt x="210" y="81543"/>
                      <a:pt x="6975" y="97896"/>
                      <a:pt x="19015" y="109951"/>
                    </a:cubicBezTo>
                    <a:cubicBezTo>
                      <a:pt x="31055" y="122007"/>
                      <a:pt x="47387" y="128780"/>
                      <a:pt x="64415" y="128780"/>
                    </a:cubicBezTo>
                    <a:close/>
                  </a:path>
                </a:pathLst>
              </a:custGeom>
              <a:solidFill>
                <a:srgbClr val="3858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6" name="任意多边形: 形状 1535"/>
              <p:cNvSpPr/>
              <p:nvPr/>
            </p:nvSpPr>
            <p:spPr>
              <a:xfrm>
                <a:off x="17095596" y="8448602"/>
                <a:ext cx="223200" cy="223200"/>
              </a:xfrm>
              <a:custGeom>
                <a:avLst/>
                <a:gdLst>
                  <a:gd name="csX0" fmla="*/ 64382 w 128409"/>
                  <a:gd name="csY0" fmla="*/ 128780 h 128573"/>
                  <a:gd name="csX1" fmla="*/ 109782 w 128409"/>
                  <a:gd name="csY1" fmla="*/ 109950 h 128573"/>
                  <a:gd name="csX2" fmla="*/ 128587 w 128409"/>
                  <a:gd name="csY2" fmla="*/ 64493 h 128573"/>
                  <a:gd name="csX3" fmla="*/ 109782 w 128409"/>
                  <a:gd name="csY3" fmla="*/ 19035 h 128573"/>
                  <a:gd name="csX4" fmla="*/ 64382 w 128409"/>
                  <a:gd name="csY4" fmla="*/ 206 h 128573"/>
                  <a:gd name="csX5" fmla="*/ 18983 w 128409"/>
                  <a:gd name="csY5" fmla="*/ 19035 h 128573"/>
                  <a:gd name="csX6" fmla="*/ 178 w 128409"/>
                  <a:gd name="csY6" fmla="*/ 64493 h 128573"/>
                  <a:gd name="csX7" fmla="*/ 18983 w 128409"/>
                  <a:gd name="csY7" fmla="*/ 109950 h 128573"/>
                  <a:gd name="csX8" fmla="*/ 64382 w 128409"/>
                  <a:gd name="csY8" fmla="*/ 12878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2" y="128780"/>
                    </a:moveTo>
                    <a:cubicBezTo>
                      <a:pt x="81410" y="128780"/>
                      <a:pt x="97742" y="122006"/>
                      <a:pt x="109782" y="109950"/>
                    </a:cubicBezTo>
                    <a:cubicBezTo>
                      <a:pt x="121822" y="97895"/>
                      <a:pt x="128587" y="81542"/>
                      <a:pt x="128587" y="64493"/>
                    </a:cubicBezTo>
                    <a:cubicBezTo>
                      <a:pt x="128587" y="47444"/>
                      <a:pt x="121822" y="31091"/>
                      <a:pt x="109782" y="19035"/>
                    </a:cubicBezTo>
                    <a:cubicBezTo>
                      <a:pt x="97742" y="6980"/>
                      <a:pt x="81410" y="206"/>
                      <a:pt x="64382" y="206"/>
                    </a:cubicBezTo>
                    <a:cubicBezTo>
                      <a:pt x="47355" y="206"/>
                      <a:pt x="31023" y="6980"/>
                      <a:pt x="18983" y="19035"/>
                    </a:cubicBezTo>
                    <a:cubicBezTo>
                      <a:pt x="6943" y="31091"/>
                      <a:pt x="178" y="47444"/>
                      <a:pt x="178" y="64493"/>
                    </a:cubicBezTo>
                    <a:cubicBezTo>
                      <a:pt x="178" y="81542"/>
                      <a:pt x="6943" y="97895"/>
                      <a:pt x="18983" y="109950"/>
                    </a:cubicBezTo>
                    <a:cubicBezTo>
                      <a:pt x="31023" y="122006"/>
                      <a:pt x="47355" y="128780"/>
                      <a:pt x="64382" y="128780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7" name="任意多边形: 形状 1536"/>
              <p:cNvSpPr/>
              <p:nvPr/>
            </p:nvSpPr>
            <p:spPr>
              <a:xfrm>
                <a:off x="17124282" y="7951222"/>
                <a:ext cx="223200" cy="223200"/>
              </a:xfrm>
              <a:custGeom>
                <a:avLst/>
                <a:gdLst>
                  <a:gd name="csX0" fmla="*/ 64383 w 128409"/>
                  <a:gd name="csY0" fmla="*/ 128763 h 128573"/>
                  <a:gd name="csX1" fmla="*/ 109783 w 128409"/>
                  <a:gd name="csY1" fmla="*/ 109934 h 128573"/>
                  <a:gd name="csX2" fmla="*/ 128588 w 128409"/>
                  <a:gd name="csY2" fmla="*/ 64476 h 128573"/>
                  <a:gd name="csX3" fmla="*/ 109783 w 128409"/>
                  <a:gd name="csY3" fmla="*/ 19019 h 128573"/>
                  <a:gd name="csX4" fmla="*/ 64383 w 128409"/>
                  <a:gd name="csY4" fmla="*/ 190 h 128573"/>
                  <a:gd name="csX5" fmla="*/ 18984 w 128409"/>
                  <a:gd name="csY5" fmla="*/ 19019 h 128573"/>
                  <a:gd name="csX6" fmla="*/ 179 w 128409"/>
                  <a:gd name="csY6" fmla="*/ 64476 h 128573"/>
                  <a:gd name="csX7" fmla="*/ 18984 w 128409"/>
                  <a:gd name="csY7" fmla="*/ 109934 h 128573"/>
                  <a:gd name="csX8" fmla="*/ 64383 w 128409"/>
                  <a:gd name="csY8" fmla="*/ 12876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3" y="128763"/>
                    </a:moveTo>
                    <a:cubicBezTo>
                      <a:pt x="81411" y="128763"/>
                      <a:pt x="97743" y="121989"/>
                      <a:pt x="109783" y="109934"/>
                    </a:cubicBezTo>
                    <a:cubicBezTo>
                      <a:pt x="121823" y="97878"/>
                      <a:pt x="128588" y="81525"/>
                      <a:pt x="128588" y="64476"/>
                    </a:cubicBezTo>
                    <a:cubicBezTo>
                      <a:pt x="128588" y="47427"/>
                      <a:pt x="121823" y="31074"/>
                      <a:pt x="109783" y="19019"/>
                    </a:cubicBezTo>
                    <a:cubicBezTo>
                      <a:pt x="97743" y="6963"/>
                      <a:pt x="81411" y="190"/>
                      <a:pt x="64383" y="190"/>
                    </a:cubicBezTo>
                    <a:cubicBezTo>
                      <a:pt x="47356" y="190"/>
                      <a:pt x="31024" y="6963"/>
                      <a:pt x="18984" y="19019"/>
                    </a:cubicBezTo>
                    <a:cubicBezTo>
                      <a:pt x="6944" y="31074"/>
                      <a:pt x="179" y="47427"/>
                      <a:pt x="179" y="64476"/>
                    </a:cubicBezTo>
                    <a:cubicBezTo>
                      <a:pt x="179" y="81525"/>
                      <a:pt x="6944" y="97878"/>
                      <a:pt x="18984" y="109934"/>
                    </a:cubicBezTo>
                    <a:cubicBezTo>
                      <a:pt x="31024" y="121989"/>
                      <a:pt x="47356" y="128763"/>
                      <a:pt x="64383" y="128763"/>
                    </a:cubicBezTo>
                    <a:close/>
                  </a:path>
                </a:pathLst>
              </a:custGeom>
              <a:solidFill>
                <a:srgbClr val="472C7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8" name="任意多边形: 形状 1537"/>
              <p:cNvSpPr/>
              <p:nvPr/>
            </p:nvSpPr>
            <p:spPr>
              <a:xfrm>
                <a:off x="17458662" y="7634691"/>
                <a:ext cx="223200" cy="223200"/>
              </a:xfrm>
              <a:custGeom>
                <a:avLst/>
                <a:gdLst>
                  <a:gd name="csX0" fmla="*/ 64394 w 128409"/>
                  <a:gd name="csY0" fmla="*/ 128753 h 128573"/>
                  <a:gd name="csX1" fmla="*/ 109794 w 128409"/>
                  <a:gd name="csY1" fmla="*/ 109923 h 128573"/>
                  <a:gd name="csX2" fmla="*/ 128599 w 128409"/>
                  <a:gd name="csY2" fmla="*/ 64466 h 128573"/>
                  <a:gd name="csX3" fmla="*/ 109794 w 128409"/>
                  <a:gd name="csY3" fmla="*/ 19008 h 128573"/>
                  <a:gd name="csX4" fmla="*/ 64394 w 128409"/>
                  <a:gd name="csY4" fmla="*/ 179 h 128573"/>
                  <a:gd name="csX5" fmla="*/ 18995 w 128409"/>
                  <a:gd name="csY5" fmla="*/ 19008 h 128573"/>
                  <a:gd name="csX6" fmla="*/ 190 w 128409"/>
                  <a:gd name="csY6" fmla="*/ 64466 h 128573"/>
                  <a:gd name="csX7" fmla="*/ 18995 w 128409"/>
                  <a:gd name="csY7" fmla="*/ 109923 h 128573"/>
                  <a:gd name="csX8" fmla="*/ 64394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4" y="128753"/>
                    </a:moveTo>
                    <a:cubicBezTo>
                      <a:pt x="81422" y="128753"/>
                      <a:pt x="97754" y="121979"/>
                      <a:pt x="109794" y="109923"/>
                    </a:cubicBezTo>
                    <a:cubicBezTo>
                      <a:pt x="121834" y="97868"/>
                      <a:pt x="128599" y="81515"/>
                      <a:pt x="128599" y="64466"/>
                    </a:cubicBezTo>
                    <a:cubicBezTo>
                      <a:pt x="128599" y="47417"/>
                      <a:pt x="121834" y="31064"/>
                      <a:pt x="109794" y="19008"/>
                    </a:cubicBezTo>
                    <a:cubicBezTo>
                      <a:pt x="97754" y="6953"/>
                      <a:pt x="81422" y="179"/>
                      <a:pt x="64394" y="179"/>
                    </a:cubicBezTo>
                    <a:cubicBezTo>
                      <a:pt x="47367" y="179"/>
                      <a:pt x="31035" y="6953"/>
                      <a:pt x="18995" y="19008"/>
                    </a:cubicBezTo>
                    <a:cubicBezTo>
                      <a:pt x="6955" y="31064"/>
                      <a:pt x="190" y="47417"/>
                      <a:pt x="190" y="64466"/>
                    </a:cubicBezTo>
                    <a:cubicBezTo>
                      <a:pt x="190" y="81515"/>
                      <a:pt x="6955" y="97868"/>
                      <a:pt x="18995" y="109923"/>
                    </a:cubicBezTo>
                    <a:cubicBezTo>
                      <a:pt x="31035" y="121979"/>
                      <a:pt x="47367" y="128753"/>
                      <a:pt x="64394" y="128753"/>
                    </a:cubicBezTo>
                    <a:close/>
                  </a:path>
                </a:pathLst>
              </a:custGeom>
              <a:solidFill>
                <a:srgbClr val="45045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39" name="任意多边形: 形状 1538"/>
              <p:cNvSpPr/>
              <p:nvPr/>
            </p:nvSpPr>
            <p:spPr>
              <a:xfrm>
                <a:off x="18025490" y="7457706"/>
                <a:ext cx="223200" cy="223200"/>
              </a:xfrm>
              <a:custGeom>
                <a:avLst/>
                <a:gdLst>
                  <a:gd name="csX0" fmla="*/ 64413 w 128409"/>
                  <a:gd name="csY0" fmla="*/ 128747 h 128573"/>
                  <a:gd name="csX1" fmla="*/ 109813 w 128409"/>
                  <a:gd name="csY1" fmla="*/ 109918 h 128573"/>
                  <a:gd name="csX2" fmla="*/ 128618 w 128409"/>
                  <a:gd name="csY2" fmla="*/ 64460 h 128573"/>
                  <a:gd name="csX3" fmla="*/ 109813 w 128409"/>
                  <a:gd name="csY3" fmla="*/ 19003 h 128573"/>
                  <a:gd name="csX4" fmla="*/ 64413 w 128409"/>
                  <a:gd name="csY4" fmla="*/ 173 h 128573"/>
                  <a:gd name="csX5" fmla="*/ 19014 w 128409"/>
                  <a:gd name="csY5" fmla="*/ 19003 h 128573"/>
                  <a:gd name="csX6" fmla="*/ 209 w 128409"/>
                  <a:gd name="csY6" fmla="*/ 64460 h 128573"/>
                  <a:gd name="csX7" fmla="*/ 19014 w 128409"/>
                  <a:gd name="csY7" fmla="*/ 109918 h 128573"/>
                  <a:gd name="csX8" fmla="*/ 64413 w 128409"/>
                  <a:gd name="csY8" fmla="*/ 12874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3" y="128747"/>
                    </a:moveTo>
                    <a:cubicBezTo>
                      <a:pt x="81441" y="128747"/>
                      <a:pt x="97773" y="121973"/>
                      <a:pt x="109813" y="109918"/>
                    </a:cubicBezTo>
                    <a:cubicBezTo>
                      <a:pt x="121853" y="97862"/>
                      <a:pt x="128618" y="81509"/>
                      <a:pt x="128618" y="64460"/>
                    </a:cubicBezTo>
                    <a:cubicBezTo>
                      <a:pt x="128618" y="47411"/>
                      <a:pt x="121853" y="31058"/>
                      <a:pt x="109813" y="19003"/>
                    </a:cubicBezTo>
                    <a:cubicBezTo>
                      <a:pt x="97773" y="6947"/>
                      <a:pt x="81441" y="173"/>
                      <a:pt x="64413" y="173"/>
                    </a:cubicBezTo>
                    <a:cubicBezTo>
                      <a:pt x="47386" y="173"/>
                      <a:pt x="31054" y="6947"/>
                      <a:pt x="19014" y="19003"/>
                    </a:cubicBezTo>
                    <a:cubicBezTo>
                      <a:pt x="6974" y="31058"/>
                      <a:pt x="209" y="47411"/>
                      <a:pt x="209" y="64460"/>
                    </a:cubicBezTo>
                    <a:cubicBezTo>
                      <a:pt x="209" y="81509"/>
                      <a:pt x="6974" y="97862"/>
                      <a:pt x="19014" y="109918"/>
                    </a:cubicBezTo>
                    <a:cubicBezTo>
                      <a:pt x="31054" y="121973"/>
                      <a:pt x="47386" y="128747"/>
                      <a:pt x="64413" y="128747"/>
                    </a:cubicBezTo>
                    <a:close/>
                  </a:path>
                </a:pathLst>
              </a:custGeom>
              <a:solidFill>
                <a:srgbClr val="3E498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0" name="任意多边形: 形状 1539"/>
              <p:cNvSpPr/>
              <p:nvPr/>
            </p:nvSpPr>
            <p:spPr>
              <a:xfrm>
                <a:off x="18842601" y="7760223"/>
                <a:ext cx="223200" cy="223200"/>
              </a:xfrm>
              <a:custGeom>
                <a:avLst/>
                <a:gdLst>
                  <a:gd name="csX0" fmla="*/ 64440 w 128409"/>
                  <a:gd name="csY0" fmla="*/ 128757 h 128573"/>
                  <a:gd name="csX1" fmla="*/ 109840 w 128409"/>
                  <a:gd name="csY1" fmla="*/ 109928 h 128573"/>
                  <a:gd name="csX2" fmla="*/ 128645 w 128409"/>
                  <a:gd name="csY2" fmla="*/ 64470 h 128573"/>
                  <a:gd name="csX3" fmla="*/ 109840 w 128409"/>
                  <a:gd name="csY3" fmla="*/ 19013 h 128573"/>
                  <a:gd name="csX4" fmla="*/ 64440 w 128409"/>
                  <a:gd name="csY4" fmla="*/ 183 h 128573"/>
                  <a:gd name="csX5" fmla="*/ 19041 w 128409"/>
                  <a:gd name="csY5" fmla="*/ 19013 h 128573"/>
                  <a:gd name="csX6" fmla="*/ 236 w 128409"/>
                  <a:gd name="csY6" fmla="*/ 64470 h 128573"/>
                  <a:gd name="csX7" fmla="*/ 19041 w 128409"/>
                  <a:gd name="csY7" fmla="*/ 109928 h 128573"/>
                  <a:gd name="csX8" fmla="*/ 64440 w 128409"/>
                  <a:gd name="csY8" fmla="*/ 12875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40" y="128757"/>
                    </a:moveTo>
                    <a:cubicBezTo>
                      <a:pt x="81468" y="128757"/>
                      <a:pt x="97800" y="121983"/>
                      <a:pt x="109840" y="109928"/>
                    </a:cubicBezTo>
                    <a:cubicBezTo>
                      <a:pt x="121880" y="97872"/>
                      <a:pt x="128645" y="81519"/>
                      <a:pt x="128645" y="64470"/>
                    </a:cubicBezTo>
                    <a:cubicBezTo>
                      <a:pt x="128645" y="47421"/>
                      <a:pt x="121880" y="31068"/>
                      <a:pt x="109840" y="19013"/>
                    </a:cubicBezTo>
                    <a:cubicBezTo>
                      <a:pt x="97800" y="6957"/>
                      <a:pt x="81468" y="183"/>
                      <a:pt x="64440" y="183"/>
                    </a:cubicBezTo>
                    <a:cubicBezTo>
                      <a:pt x="47413" y="183"/>
                      <a:pt x="31081" y="6957"/>
                      <a:pt x="19041" y="19013"/>
                    </a:cubicBezTo>
                    <a:cubicBezTo>
                      <a:pt x="7001" y="31068"/>
                      <a:pt x="236" y="47421"/>
                      <a:pt x="236" y="64470"/>
                    </a:cubicBezTo>
                    <a:cubicBezTo>
                      <a:pt x="236" y="81519"/>
                      <a:pt x="7001" y="97872"/>
                      <a:pt x="19041" y="109928"/>
                    </a:cubicBezTo>
                    <a:cubicBezTo>
                      <a:pt x="31081" y="121983"/>
                      <a:pt x="47413" y="128757"/>
                      <a:pt x="64440" y="128757"/>
                    </a:cubicBezTo>
                    <a:close/>
                  </a:path>
                </a:pathLst>
              </a:custGeom>
              <a:solidFill>
                <a:srgbClr val="3ABA7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1" name="任意多边形: 形状 1540"/>
              <p:cNvSpPr/>
              <p:nvPr/>
            </p:nvSpPr>
            <p:spPr>
              <a:xfrm>
                <a:off x="16823558" y="7721625"/>
                <a:ext cx="223200" cy="223200"/>
              </a:xfrm>
              <a:custGeom>
                <a:avLst/>
                <a:gdLst>
                  <a:gd name="csX0" fmla="*/ 64373 w 128409"/>
                  <a:gd name="csY0" fmla="*/ 128755 h 128573"/>
                  <a:gd name="csX1" fmla="*/ 109773 w 128409"/>
                  <a:gd name="csY1" fmla="*/ 109926 h 128573"/>
                  <a:gd name="csX2" fmla="*/ 128578 w 128409"/>
                  <a:gd name="csY2" fmla="*/ 64469 h 128573"/>
                  <a:gd name="csX3" fmla="*/ 109773 w 128409"/>
                  <a:gd name="csY3" fmla="*/ 19011 h 128573"/>
                  <a:gd name="csX4" fmla="*/ 64373 w 128409"/>
                  <a:gd name="csY4" fmla="*/ 182 h 128573"/>
                  <a:gd name="csX5" fmla="*/ 18974 w 128409"/>
                  <a:gd name="csY5" fmla="*/ 19011 h 128573"/>
                  <a:gd name="csX6" fmla="*/ 169 w 128409"/>
                  <a:gd name="csY6" fmla="*/ 64469 h 128573"/>
                  <a:gd name="csX7" fmla="*/ 18974 w 128409"/>
                  <a:gd name="csY7" fmla="*/ 109926 h 128573"/>
                  <a:gd name="csX8" fmla="*/ 64373 w 128409"/>
                  <a:gd name="csY8" fmla="*/ 12875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3" y="128755"/>
                    </a:moveTo>
                    <a:cubicBezTo>
                      <a:pt x="81401" y="128755"/>
                      <a:pt x="97733" y="121982"/>
                      <a:pt x="109773" y="109926"/>
                    </a:cubicBezTo>
                    <a:cubicBezTo>
                      <a:pt x="121813" y="97871"/>
                      <a:pt x="128578" y="81518"/>
                      <a:pt x="128578" y="64469"/>
                    </a:cubicBezTo>
                    <a:cubicBezTo>
                      <a:pt x="128578" y="47420"/>
                      <a:pt x="121813" y="31067"/>
                      <a:pt x="109773" y="19011"/>
                    </a:cubicBezTo>
                    <a:cubicBezTo>
                      <a:pt x="97733" y="6956"/>
                      <a:pt x="81401" y="182"/>
                      <a:pt x="64373" y="182"/>
                    </a:cubicBezTo>
                    <a:cubicBezTo>
                      <a:pt x="47346" y="182"/>
                      <a:pt x="31014" y="6956"/>
                      <a:pt x="18974" y="19011"/>
                    </a:cubicBezTo>
                    <a:cubicBezTo>
                      <a:pt x="6934" y="31067"/>
                      <a:pt x="169" y="47420"/>
                      <a:pt x="169" y="64469"/>
                    </a:cubicBezTo>
                    <a:cubicBezTo>
                      <a:pt x="169" y="81518"/>
                      <a:pt x="6934" y="97871"/>
                      <a:pt x="18974" y="109926"/>
                    </a:cubicBezTo>
                    <a:cubicBezTo>
                      <a:pt x="31014" y="121982"/>
                      <a:pt x="47346" y="128755"/>
                      <a:pt x="64373" y="128755"/>
                    </a:cubicBezTo>
                    <a:close/>
                  </a:path>
                </a:pathLst>
              </a:custGeom>
              <a:solidFill>
                <a:srgbClr val="2389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2" name="任意多边形: 形状 1541"/>
              <p:cNvSpPr/>
              <p:nvPr/>
            </p:nvSpPr>
            <p:spPr>
              <a:xfrm>
                <a:off x="18292056" y="7169275"/>
                <a:ext cx="223200" cy="223200"/>
              </a:xfrm>
              <a:custGeom>
                <a:avLst/>
                <a:gdLst>
                  <a:gd name="csX0" fmla="*/ 64422 w 128409"/>
                  <a:gd name="csY0" fmla="*/ 128737 h 128573"/>
                  <a:gd name="csX1" fmla="*/ 109822 w 128409"/>
                  <a:gd name="csY1" fmla="*/ 109908 h 128573"/>
                  <a:gd name="csX2" fmla="*/ 128627 w 128409"/>
                  <a:gd name="csY2" fmla="*/ 64451 h 128573"/>
                  <a:gd name="csX3" fmla="*/ 109822 w 128409"/>
                  <a:gd name="csY3" fmla="*/ 18993 h 128573"/>
                  <a:gd name="csX4" fmla="*/ 64422 w 128409"/>
                  <a:gd name="csY4" fmla="*/ 164 h 128573"/>
                  <a:gd name="csX5" fmla="*/ 19022 w 128409"/>
                  <a:gd name="csY5" fmla="*/ 18993 h 128573"/>
                  <a:gd name="csX6" fmla="*/ 217 w 128409"/>
                  <a:gd name="csY6" fmla="*/ 64451 h 128573"/>
                  <a:gd name="csX7" fmla="*/ 19022 w 128409"/>
                  <a:gd name="csY7" fmla="*/ 109908 h 128573"/>
                  <a:gd name="csX8" fmla="*/ 64422 w 128409"/>
                  <a:gd name="csY8" fmla="*/ 12873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2" y="128737"/>
                    </a:moveTo>
                    <a:cubicBezTo>
                      <a:pt x="81449" y="128737"/>
                      <a:pt x="97782" y="121964"/>
                      <a:pt x="109822" y="109908"/>
                    </a:cubicBezTo>
                    <a:cubicBezTo>
                      <a:pt x="121862" y="97853"/>
                      <a:pt x="128627" y="81500"/>
                      <a:pt x="128627" y="64451"/>
                    </a:cubicBezTo>
                    <a:cubicBezTo>
                      <a:pt x="128627" y="47401"/>
                      <a:pt x="121862" y="31048"/>
                      <a:pt x="109822" y="18993"/>
                    </a:cubicBezTo>
                    <a:cubicBezTo>
                      <a:pt x="97782" y="6937"/>
                      <a:pt x="81449" y="164"/>
                      <a:pt x="64422" y="164"/>
                    </a:cubicBezTo>
                    <a:cubicBezTo>
                      <a:pt x="47395" y="164"/>
                      <a:pt x="31063" y="6937"/>
                      <a:pt x="19022" y="18993"/>
                    </a:cubicBezTo>
                    <a:cubicBezTo>
                      <a:pt x="6982" y="31048"/>
                      <a:pt x="217" y="47401"/>
                      <a:pt x="217" y="64451"/>
                    </a:cubicBezTo>
                    <a:cubicBezTo>
                      <a:pt x="217" y="81500"/>
                      <a:pt x="6982" y="97853"/>
                      <a:pt x="19022" y="109908"/>
                    </a:cubicBezTo>
                    <a:cubicBezTo>
                      <a:pt x="31063" y="121964"/>
                      <a:pt x="47395" y="128737"/>
                      <a:pt x="64422" y="128737"/>
                    </a:cubicBezTo>
                    <a:close/>
                  </a:path>
                </a:pathLst>
              </a:custGeom>
              <a:solidFill>
                <a:srgbClr val="37B87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3" name="任意多边形: 形状 1542"/>
              <p:cNvSpPr/>
              <p:nvPr/>
            </p:nvSpPr>
            <p:spPr>
              <a:xfrm>
                <a:off x="17486471" y="8908418"/>
                <a:ext cx="223200" cy="223200"/>
              </a:xfrm>
              <a:custGeom>
                <a:avLst/>
                <a:gdLst>
                  <a:gd name="csX0" fmla="*/ 64395 w 128409"/>
                  <a:gd name="csY0" fmla="*/ 128795 h 128573"/>
                  <a:gd name="csX1" fmla="*/ 109795 w 128409"/>
                  <a:gd name="csY1" fmla="*/ 109966 h 128573"/>
                  <a:gd name="csX2" fmla="*/ 128600 w 128409"/>
                  <a:gd name="csY2" fmla="*/ 64508 h 128573"/>
                  <a:gd name="csX3" fmla="*/ 109795 w 128409"/>
                  <a:gd name="csY3" fmla="*/ 19050 h 128573"/>
                  <a:gd name="csX4" fmla="*/ 64395 w 128409"/>
                  <a:gd name="csY4" fmla="*/ 221 h 128573"/>
                  <a:gd name="csX5" fmla="*/ 18996 w 128409"/>
                  <a:gd name="csY5" fmla="*/ 19050 h 128573"/>
                  <a:gd name="csX6" fmla="*/ 191 w 128409"/>
                  <a:gd name="csY6" fmla="*/ 64508 h 128573"/>
                  <a:gd name="csX7" fmla="*/ 18996 w 128409"/>
                  <a:gd name="csY7" fmla="*/ 109966 h 128573"/>
                  <a:gd name="csX8" fmla="*/ 64395 w 128409"/>
                  <a:gd name="csY8" fmla="*/ 12879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5" y="128795"/>
                    </a:moveTo>
                    <a:cubicBezTo>
                      <a:pt x="81423" y="128795"/>
                      <a:pt x="97755" y="122021"/>
                      <a:pt x="109795" y="109966"/>
                    </a:cubicBezTo>
                    <a:cubicBezTo>
                      <a:pt x="121835" y="97910"/>
                      <a:pt x="128600" y="81557"/>
                      <a:pt x="128600" y="64508"/>
                    </a:cubicBezTo>
                    <a:cubicBezTo>
                      <a:pt x="128600" y="47459"/>
                      <a:pt x="121835" y="31106"/>
                      <a:pt x="109795" y="19050"/>
                    </a:cubicBezTo>
                    <a:cubicBezTo>
                      <a:pt x="97755" y="6995"/>
                      <a:pt x="81423" y="221"/>
                      <a:pt x="64395" y="221"/>
                    </a:cubicBezTo>
                    <a:cubicBezTo>
                      <a:pt x="47368" y="221"/>
                      <a:pt x="31036" y="6995"/>
                      <a:pt x="18996" y="19050"/>
                    </a:cubicBezTo>
                    <a:cubicBezTo>
                      <a:pt x="6956" y="31106"/>
                      <a:pt x="191" y="47459"/>
                      <a:pt x="191" y="64508"/>
                    </a:cubicBezTo>
                    <a:cubicBezTo>
                      <a:pt x="191" y="81557"/>
                      <a:pt x="6956" y="97910"/>
                      <a:pt x="18996" y="109966"/>
                    </a:cubicBezTo>
                    <a:cubicBezTo>
                      <a:pt x="31036" y="122021"/>
                      <a:pt x="47368" y="128795"/>
                      <a:pt x="64395" y="128795"/>
                    </a:cubicBezTo>
                    <a:close/>
                  </a:path>
                </a:pathLst>
              </a:custGeom>
              <a:solidFill>
                <a:srgbClr val="5EC962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4" name="任意多边形: 形状 1543"/>
              <p:cNvSpPr/>
              <p:nvPr/>
            </p:nvSpPr>
            <p:spPr>
              <a:xfrm>
                <a:off x="17342158" y="8304539"/>
                <a:ext cx="223200" cy="223200"/>
              </a:xfrm>
              <a:custGeom>
                <a:avLst/>
                <a:gdLst>
                  <a:gd name="csX0" fmla="*/ 64391 w 128409"/>
                  <a:gd name="csY0" fmla="*/ 128775 h 128573"/>
                  <a:gd name="csX1" fmla="*/ 109790 w 128409"/>
                  <a:gd name="csY1" fmla="*/ 109946 h 128573"/>
                  <a:gd name="csX2" fmla="*/ 128595 w 128409"/>
                  <a:gd name="csY2" fmla="*/ 64488 h 128573"/>
                  <a:gd name="csX3" fmla="*/ 109790 w 128409"/>
                  <a:gd name="csY3" fmla="*/ 19031 h 128573"/>
                  <a:gd name="csX4" fmla="*/ 64391 w 128409"/>
                  <a:gd name="csY4" fmla="*/ 201 h 128573"/>
                  <a:gd name="csX5" fmla="*/ 18991 w 128409"/>
                  <a:gd name="csY5" fmla="*/ 19031 h 128573"/>
                  <a:gd name="csX6" fmla="*/ 186 w 128409"/>
                  <a:gd name="csY6" fmla="*/ 64488 h 128573"/>
                  <a:gd name="csX7" fmla="*/ 18991 w 128409"/>
                  <a:gd name="csY7" fmla="*/ 109946 h 128573"/>
                  <a:gd name="csX8" fmla="*/ 64391 w 128409"/>
                  <a:gd name="csY8" fmla="*/ 12877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1" y="128775"/>
                    </a:moveTo>
                    <a:cubicBezTo>
                      <a:pt x="81418" y="128775"/>
                      <a:pt x="97750" y="122001"/>
                      <a:pt x="109790" y="109946"/>
                    </a:cubicBezTo>
                    <a:cubicBezTo>
                      <a:pt x="121830" y="97890"/>
                      <a:pt x="128595" y="81537"/>
                      <a:pt x="128595" y="64488"/>
                    </a:cubicBezTo>
                    <a:cubicBezTo>
                      <a:pt x="128595" y="47439"/>
                      <a:pt x="121830" y="31086"/>
                      <a:pt x="109790" y="19031"/>
                    </a:cubicBezTo>
                    <a:cubicBezTo>
                      <a:pt x="97750" y="6975"/>
                      <a:pt x="81418" y="201"/>
                      <a:pt x="64391" y="201"/>
                    </a:cubicBezTo>
                    <a:cubicBezTo>
                      <a:pt x="47363" y="201"/>
                      <a:pt x="31031" y="6975"/>
                      <a:pt x="18991" y="19031"/>
                    </a:cubicBezTo>
                    <a:cubicBezTo>
                      <a:pt x="6951" y="31086"/>
                      <a:pt x="186" y="47439"/>
                      <a:pt x="186" y="64488"/>
                    </a:cubicBezTo>
                    <a:cubicBezTo>
                      <a:pt x="186" y="81537"/>
                      <a:pt x="6951" y="97890"/>
                      <a:pt x="18991" y="109946"/>
                    </a:cubicBezTo>
                    <a:cubicBezTo>
                      <a:pt x="31031" y="122001"/>
                      <a:pt x="47363" y="128775"/>
                      <a:pt x="64391" y="128775"/>
                    </a:cubicBezTo>
                    <a:close/>
                  </a:path>
                </a:pathLst>
              </a:custGeom>
              <a:solidFill>
                <a:srgbClr val="472A7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5" name="任意多边形: 形状 1544"/>
              <p:cNvSpPr/>
              <p:nvPr/>
            </p:nvSpPr>
            <p:spPr>
              <a:xfrm>
                <a:off x="18186132" y="7915905"/>
                <a:ext cx="223200" cy="223200"/>
              </a:xfrm>
              <a:custGeom>
                <a:avLst/>
                <a:gdLst>
                  <a:gd name="csX0" fmla="*/ 64419 w 128409"/>
                  <a:gd name="csY0" fmla="*/ 128762 h 128573"/>
                  <a:gd name="csX1" fmla="*/ 109818 w 128409"/>
                  <a:gd name="csY1" fmla="*/ 109933 h 128573"/>
                  <a:gd name="csX2" fmla="*/ 128623 w 128409"/>
                  <a:gd name="csY2" fmla="*/ 64475 h 128573"/>
                  <a:gd name="csX3" fmla="*/ 109818 w 128409"/>
                  <a:gd name="csY3" fmla="*/ 19018 h 128573"/>
                  <a:gd name="csX4" fmla="*/ 64419 w 128409"/>
                  <a:gd name="csY4" fmla="*/ 188 h 128573"/>
                  <a:gd name="csX5" fmla="*/ 19019 w 128409"/>
                  <a:gd name="csY5" fmla="*/ 19018 h 128573"/>
                  <a:gd name="csX6" fmla="*/ 214 w 128409"/>
                  <a:gd name="csY6" fmla="*/ 64475 h 128573"/>
                  <a:gd name="csX7" fmla="*/ 19019 w 128409"/>
                  <a:gd name="csY7" fmla="*/ 109933 h 128573"/>
                  <a:gd name="csX8" fmla="*/ 64419 w 128409"/>
                  <a:gd name="csY8" fmla="*/ 12876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9" y="128762"/>
                    </a:moveTo>
                    <a:cubicBezTo>
                      <a:pt x="81446" y="128762"/>
                      <a:pt x="97778" y="121988"/>
                      <a:pt x="109818" y="109933"/>
                    </a:cubicBezTo>
                    <a:cubicBezTo>
                      <a:pt x="121858" y="97877"/>
                      <a:pt x="128623" y="81524"/>
                      <a:pt x="128623" y="64475"/>
                    </a:cubicBezTo>
                    <a:cubicBezTo>
                      <a:pt x="128623" y="47426"/>
                      <a:pt x="121858" y="31073"/>
                      <a:pt x="109818" y="19018"/>
                    </a:cubicBezTo>
                    <a:cubicBezTo>
                      <a:pt x="97778" y="6962"/>
                      <a:pt x="81446" y="188"/>
                      <a:pt x="64419" y="188"/>
                    </a:cubicBezTo>
                    <a:cubicBezTo>
                      <a:pt x="47391" y="188"/>
                      <a:pt x="31059" y="6962"/>
                      <a:pt x="19019" y="19018"/>
                    </a:cubicBezTo>
                    <a:cubicBezTo>
                      <a:pt x="6979" y="31073"/>
                      <a:pt x="214" y="47426"/>
                      <a:pt x="214" y="64475"/>
                    </a:cubicBezTo>
                    <a:cubicBezTo>
                      <a:pt x="214" y="81524"/>
                      <a:pt x="6979" y="97877"/>
                      <a:pt x="19019" y="109933"/>
                    </a:cubicBezTo>
                    <a:cubicBezTo>
                      <a:pt x="31059" y="121988"/>
                      <a:pt x="47391" y="128762"/>
                      <a:pt x="64419" y="128762"/>
                    </a:cubicBezTo>
                    <a:close/>
                  </a:path>
                </a:pathLst>
              </a:custGeom>
              <a:solidFill>
                <a:srgbClr val="46085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6" name="任意多边形: 形状 1545"/>
              <p:cNvSpPr/>
              <p:nvPr/>
            </p:nvSpPr>
            <p:spPr>
              <a:xfrm>
                <a:off x="17293167" y="7033037"/>
                <a:ext cx="223200" cy="223200"/>
              </a:xfrm>
              <a:custGeom>
                <a:avLst/>
                <a:gdLst>
                  <a:gd name="csX0" fmla="*/ 64389 w 128409"/>
                  <a:gd name="csY0" fmla="*/ 128733 h 128573"/>
                  <a:gd name="csX1" fmla="*/ 109789 w 128409"/>
                  <a:gd name="csY1" fmla="*/ 109904 h 128573"/>
                  <a:gd name="csX2" fmla="*/ 128594 w 128409"/>
                  <a:gd name="csY2" fmla="*/ 64446 h 128573"/>
                  <a:gd name="csX3" fmla="*/ 109789 w 128409"/>
                  <a:gd name="csY3" fmla="*/ 18988 h 128573"/>
                  <a:gd name="csX4" fmla="*/ 64389 w 128409"/>
                  <a:gd name="csY4" fmla="*/ 159 h 128573"/>
                  <a:gd name="csX5" fmla="*/ 18989 w 128409"/>
                  <a:gd name="csY5" fmla="*/ 18988 h 128573"/>
                  <a:gd name="csX6" fmla="*/ 184 w 128409"/>
                  <a:gd name="csY6" fmla="*/ 64446 h 128573"/>
                  <a:gd name="csX7" fmla="*/ 18989 w 128409"/>
                  <a:gd name="csY7" fmla="*/ 109904 h 128573"/>
                  <a:gd name="csX8" fmla="*/ 64389 w 128409"/>
                  <a:gd name="csY8" fmla="*/ 12873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9" y="128733"/>
                    </a:moveTo>
                    <a:cubicBezTo>
                      <a:pt x="81416" y="128733"/>
                      <a:pt x="97748" y="121959"/>
                      <a:pt x="109789" y="109904"/>
                    </a:cubicBezTo>
                    <a:cubicBezTo>
                      <a:pt x="121829" y="97848"/>
                      <a:pt x="128594" y="81495"/>
                      <a:pt x="128594" y="64446"/>
                    </a:cubicBezTo>
                    <a:cubicBezTo>
                      <a:pt x="128594" y="47397"/>
                      <a:pt x="121829" y="31044"/>
                      <a:pt x="109789" y="18988"/>
                    </a:cubicBezTo>
                    <a:cubicBezTo>
                      <a:pt x="97748" y="6933"/>
                      <a:pt x="81416" y="159"/>
                      <a:pt x="64389" y="159"/>
                    </a:cubicBezTo>
                    <a:cubicBezTo>
                      <a:pt x="47362" y="159"/>
                      <a:pt x="31030" y="6933"/>
                      <a:pt x="18989" y="18988"/>
                    </a:cubicBezTo>
                    <a:cubicBezTo>
                      <a:pt x="6949" y="31044"/>
                      <a:pt x="184" y="47397"/>
                      <a:pt x="184" y="64446"/>
                    </a:cubicBezTo>
                    <a:cubicBezTo>
                      <a:pt x="184" y="81495"/>
                      <a:pt x="6949" y="97848"/>
                      <a:pt x="18989" y="109904"/>
                    </a:cubicBezTo>
                    <a:cubicBezTo>
                      <a:pt x="31030" y="121959"/>
                      <a:pt x="47362" y="128733"/>
                      <a:pt x="64389" y="128733"/>
                    </a:cubicBezTo>
                    <a:close/>
                  </a:path>
                </a:pathLst>
              </a:custGeom>
              <a:solidFill>
                <a:srgbClr val="69CD5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7" name="任意多边形: 形状 1546"/>
              <p:cNvSpPr/>
              <p:nvPr/>
            </p:nvSpPr>
            <p:spPr>
              <a:xfrm>
                <a:off x="16596005" y="8116327"/>
                <a:ext cx="223200" cy="223200"/>
              </a:xfrm>
              <a:custGeom>
                <a:avLst/>
                <a:gdLst>
                  <a:gd name="csX0" fmla="*/ 64366 w 128409"/>
                  <a:gd name="csY0" fmla="*/ 128769 h 128573"/>
                  <a:gd name="csX1" fmla="*/ 109765 w 128409"/>
                  <a:gd name="csY1" fmla="*/ 109939 h 128573"/>
                  <a:gd name="csX2" fmla="*/ 128571 w 128409"/>
                  <a:gd name="csY2" fmla="*/ 64482 h 128573"/>
                  <a:gd name="csX3" fmla="*/ 109765 w 128409"/>
                  <a:gd name="csY3" fmla="*/ 19024 h 128573"/>
                  <a:gd name="csX4" fmla="*/ 64366 w 128409"/>
                  <a:gd name="csY4" fmla="*/ 195 h 128573"/>
                  <a:gd name="csX5" fmla="*/ 18966 w 128409"/>
                  <a:gd name="csY5" fmla="*/ 19024 h 128573"/>
                  <a:gd name="csX6" fmla="*/ 161 w 128409"/>
                  <a:gd name="csY6" fmla="*/ 64482 h 128573"/>
                  <a:gd name="csX7" fmla="*/ 18966 w 128409"/>
                  <a:gd name="csY7" fmla="*/ 109939 h 128573"/>
                  <a:gd name="csX8" fmla="*/ 64366 w 128409"/>
                  <a:gd name="csY8" fmla="*/ 12876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6" y="128769"/>
                    </a:moveTo>
                    <a:cubicBezTo>
                      <a:pt x="81393" y="128769"/>
                      <a:pt x="97725" y="121995"/>
                      <a:pt x="109765" y="109939"/>
                    </a:cubicBezTo>
                    <a:cubicBezTo>
                      <a:pt x="121806" y="97884"/>
                      <a:pt x="128571" y="81531"/>
                      <a:pt x="128571" y="64482"/>
                    </a:cubicBezTo>
                    <a:cubicBezTo>
                      <a:pt x="128571" y="47433"/>
                      <a:pt x="121806" y="31080"/>
                      <a:pt x="109765" y="19024"/>
                    </a:cubicBezTo>
                    <a:cubicBezTo>
                      <a:pt x="97725" y="6969"/>
                      <a:pt x="81393" y="195"/>
                      <a:pt x="64366" y="195"/>
                    </a:cubicBezTo>
                    <a:cubicBezTo>
                      <a:pt x="47339" y="195"/>
                      <a:pt x="31006" y="6969"/>
                      <a:pt x="18966" y="19024"/>
                    </a:cubicBezTo>
                    <a:cubicBezTo>
                      <a:pt x="6926" y="31080"/>
                      <a:pt x="161" y="47433"/>
                      <a:pt x="161" y="64482"/>
                    </a:cubicBezTo>
                    <a:cubicBezTo>
                      <a:pt x="161" y="81531"/>
                      <a:pt x="6926" y="97884"/>
                      <a:pt x="18966" y="109939"/>
                    </a:cubicBezTo>
                    <a:cubicBezTo>
                      <a:pt x="31006" y="121995"/>
                      <a:pt x="47339" y="128769"/>
                      <a:pt x="64366" y="128769"/>
                    </a:cubicBezTo>
                    <a:close/>
                  </a:path>
                </a:pathLst>
              </a:custGeom>
              <a:solidFill>
                <a:srgbClr val="3ABA7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8" name="任意多边形: 形状 1547"/>
              <p:cNvSpPr/>
              <p:nvPr/>
            </p:nvSpPr>
            <p:spPr>
              <a:xfrm>
                <a:off x="17930306" y="7516938"/>
                <a:ext cx="223200" cy="223200"/>
              </a:xfrm>
              <a:custGeom>
                <a:avLst/>
                <a:gdLst>
                  <a:gd name="csX0" fmla="*/ 64410 w 128409"/>
                  <a:gd name="csY0" fmla="*/ 128749 h 128573"/>
                  <a:gd name="csX1" fmla="*/ 109810 w 128409"/>
                  <a:gd name="csY1" fmla="*/ 109920 h 128573"/>
                  <a:gd name="csX2" fmla="*/ 128615 w 128409"/>
                  <a:gd name="csY2" fmla="*/ 64462 h 128573"/>
                  <a:gd name="csX3" fmla="*/ 109810 w 128409"/>
                  <a:gd name="csY3" fmla="*/ 19004 h 128573"/>
                  <a:gd name="csX4" fmla="*/ 64410 w 128409"/>
                  <a:gd name="csY4" fmla="*/ 175 h 128573"/>
                  <a:gd name="csX5" fmla="*/ 19011 w 128409"/>
                  <a:gd name="csY5" fmla="*/ 19004 h 128573"/>
                  <a:gd name="csX6" fmla="*/ 205 w 128409"/>
                  <a:gd name="csY6" fmla="*/ 64462 h 128573"/>
                  <a:gd name="csX7" fmla="*/ 19011 w 128409"/>
                  <a:gd name="csY7" fmla="*/ 109920 h 128573"/>
                  <a:gd name="csX8" fmla="*/ 64410 w 128409"/>
                  <a:gd name="csY8" fmla="*/ 12874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0" y="128749"/>
                    </a:moveTo>
                    <a:cubicBezTo>
                      <a:pt x="81437" y="128749"/>
                      <a:pt x="97770" y="121975"/>
                      <a:pt x="109810" y="109920"/>
                    </a:cubicBezTo>
                    <a:cubicBezTo>
                      <a:pt x="121850" y="97864"/>
                      <a:pt x="128615" y="81511"/>
                      <a:pt x="128615" y="64462"/>
                    </a:cubicBezTo>
                    <a:cubicBezTo>
                      <a:pt x="128615" y="47413"/>
                      <a:pt x="121850" y="31060"/>
                      <a:pt x="109810" y="19004"/>
                    </a:cubicBezTo>
                    <a:cubicBezTo>
                      <a:pt x="97770" y="6949"/>
                      <a:pt x="81437" y="175"/>
                      <a:pt x="64410" y="175"/>
                    </a:cubicBezTo>
                    <a:cubicBezTo>
                      <a:pt x="47383" y="175"/>
                      <a:pt x="31051" y="6949"/>
                      <a:pt x="19011" y="19004"/>
                    </a:cubicBezTo>
                    <a:cubicBezTo>
                      <a:pt x="6970" y="31060"/>
                      <a:pt x="205" y="47413"/>
                      <a:pt x="205" y="64462"/>
                    </a:cubicBezTo>
                    <a:cubicBezTo>
                      <a:pt x="205" y="81511"/>
                      <a:pt x="6970" y="97864"/>
                      <a:pt x="19011" y="109920"/>
                    </a:cubicBezTo>
                    <a:cubicBezTo>
                      <a:pt x="31051" y="121975"/>
                      <a:pt x="47383" y="128749"/>
                      <a:pt x="64410" y="128749"/>
                    </a:cubicBezTo>
                    <a:close/>
                  </a:path>
                </a:pathLst>
              </a:custGeom>
              <a:solidFill>
                <a:srgbClr val="46348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49" name="任意多边形: 形状 1548"/>
              <p:cNvSpPr/>
              <p:nvPr/>
            </p:nvSpPr>
            <p:spPr>
              <a:xfrm>
                <a:off x="17691489" y="6938495"/>
                <a:ext cx="223200" cy="223200"/>
              </a:xfrm>
              <a:custGeom>
                <a:avLst/>
                <a:gdLst>
                  <a:gd name="csX0" fmla="*/ 64402 w 128409"/>
                  <a:gd name="csY0" fmla="*/ 128730 h 128573"/>
                  <a:gd name="csX1" fmla="*/ 109802 w 128409"/>
                  <a:gd name="csY1" fmla="*/ 109900 h 128573"/>
                  <a:gd name="csX2" fmla="*/ 128607 w 128409"/>
                  <a:gd name="csY2" fmla="*/ 64443 h 128573"/>
                  <a:gd name="csX3" fmla="*/ 109802 w 128409"/>
                  <a:gd name="csY3" fmla="*/ 18985 h 128573"/>
                  <a:gd name="csX4" fmla="*/ 64402 w 128409"/>
                  <a:gd name="csY4" fmla="*/ 156 h 128573"/>
                  <a:gd name="csX5" fmla="*/ 19003 w 128409"/>
                  <a:gd name="csY5" fmla="*/ 18985 h 128573"/>
                  <a:gd name="csX6" fmla="*/ 197 w 128409"/>
                  <a:gd name="csY6" fmla="*/ 64443 h 128573"/>
                  <a:gd name="csX7" fmla="*/ 19003 w 128409"/>
                  <a:gd name="csY7" fmla="*/ 109900 h 128573"/>
                  <a:gd name="csX8" fmla="*/ 64402 w 128409"/>
                  <a:gd name="csY8" fmla="*/ 12873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2" y="128730"/>
                    </a:moveTo>
                    <a:cubicBezTo>
                      <a:pt x="81429" y="128730"/>
                      <a:pt x="97762" y="121956"/>
                      <a:pt x="109802" y="109900"/>
                    </a:cubicBezTo>
                    <a:cubicBezTo>
                      <a:pt x="121842" y="97845"/>
                      <a:pt x="128607" y="81492"/>
                      <a:pt x="128607" y="64443"/>
                    </a:cubicBezTo>
                    <a:cubicBezTo>
                      <a:pt x="128607" y="47394"/>
                      <a:pt x="121842" y="31041"/>
                      <a:pt x="109802" y="18985"/>
                    </a:cubicBezTo>
                    <a:cubicBezTo>
                      <a:pt x="97762" y="6930"/>
                      <a:pt x="81429" y="156"/>
                      <a:pt x="64402" y="156"/>
                    </a:cubicBezTo>
                    <a:cubicBezTo>
                      <a:pt x="47375" y="156"/>
                      <a:pt x="31043" y="6930"/>
                      <a:pt x="19003" y="18985"/>
                    </a:cubicBezTo>
                    <a:cubicBezTo>
                      <a:pt x="6962" y="31041"/>
                      <a:pt x="197" y="47394"/>
                      <a:pt x="197" y="64443"/>
                    </a:cubicBezTo>
                    <a:cubicBezTo>
                      <a:pt x="197" y="81492"/>
                      <a:pt x="6962" y="97845"/>
                      <a:pt x="19003" y="109900"/>
                    </a:cubicBezTo>
                    <a:cubicBezTo>
                      <a:pt x="31043" y="121956"/>
                      <a:pt x="47375" y="128730"/>
                      <a:pt x="64402" y="128730"/>
                    </a:cubicBezTo>
                    <a:close/>
                  </a:path>
                </a:pathLst>
              </a:custGeom>
              <a:solidFill>
                <a:srgbClr val="90D74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0" name="任意多边形: 形状 1549"/>
              <p:cNvSpPr/>
              <p:nvPr/>
            </p:nvSpPr>
            <p:spPr>
              <a:xfrm>
                <a:off x="17421541" y="9034851"/>
                <a:ext cx="223200" cy="223200"/>
              </a:xfrm>
              <a:custGeom>
                <a:avLst/>
                <a:gdLst>
                  <a:gd name="csX0" fmla="*/ 64393 w 128409"/>
                  <a:gd name="csY0" fmla="*/ 128799 h 128573"/>
                  <a:gd name="csX1" fmla="*/ 109793 w 128409"/>
                  <a:gd name="csY1" fmla="*/ 109970 h 128573"/>
                  <a:gd name="csX2" fmla="*/ 128598 w 128409"/>
                  <a:gd name="csY2" fmla="*/ 64512 h 128573"/>
                  <a:gd name="csX3" fmla="*/ 109793 w 128409"/>
                  <a:gd name="csY3" fmla="*/ 19055 h 128573"/>
                  <a:gd name="csX4" fmla="*/ 64393 w 128409"/>
                  <a:gd name="csY4" fmla="*/ 225 h 128573"/>
                  <a:gd name="csX5" fmla="*/ 18994 w 128409"/>
                  <a:gd name="csY5" fmla="*/ 19055 h 128573"/>
                  <a:gd name="csX6" fmla="*/ 189 w 128409"/>
                  <a:gd name="csY6" fmla="*/ 64512 h 128573"/>
                  <a:gd name="csX7" fmla="*/ 18994 w 128409"/>
                  <a:gd name="csY7" fmla="*/ 109970 h 128573"/>
                  <a:gd name="csX8" fmla="*/ 64393 w 128409"/>
                  <a:gd name="csY8" fmla="*/ 12879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3" y="128799"/>
                    </a:moveTo>
                    <a:cubicBezTo>
                      <a:pt x="81421" y="128799"/>
                      <a:pt x="97753" y="122025"/>
                      <a:pt x="109793" y="109970"/>
                    </a:cubicBezTo>
                    <a:cubicBezTo>
                      <a:pt x="121833" y="97914"/>
                      <a:pt x="128598" y="81561"/>
                      <a:pt x="128598" y="64512"/>
                    </a:cubicBezTo>
                    <a:cubicBezTo>
                      <a:pt x="128598" y="47463"/>
                      <a:pt x="121833" y="31110"/>
                      <a:pt x="109793" y="19055"/>
                    </a:cubicBezTo>
                    <a:cubicBezTo>
                      <a:pt x="97753" y="6999"/>
                      <a:pt x="81421" y="225"/>
                      <a:pt x="64393" y="225"/>
                    </a:cubicBezTo>
                    <a:cubicBezTo>
                      <a:pt x="47366" y="225"/>
                      <a:pt x="31034" y="6999"/>
                      <a:pt x="18994" y="19055"/>
                    </a:cubicBezTo>
                    <a:cubicBezTo>
                      <a:pt x="6954" y="31110"/>
                      <a:pt x="189" y="47463"/>
                      <a:pt x="189" y="64512"/>
                    </a:cubicBezTo>
                    <a:cubicBezTo>
                      <a:pt x="189" y="81561"/>
                      <a:pt x="6954" y="97914"/>
                      <a:pt x="18994" y="109970"/>
                    </a:cubicBezTo>
                    <a:cubicBezTo>
                      <a:pt x="31034" y="122025"/>
                      <a:pt x="47366" y="128799"/>
                      <a:pt x="64393" y="128799"/>
                    </a:cubicBezTo>
                    <a:close/>
                  </a:path>
                </a:pathLst>
              </a:custGeom>
              <a:solidFill>
                <a:srgbClr val="C8E02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1" name="任意多边形: 形状 1550"/>
              <p:cNvSpPr/>
              <p:nvPr/>
            </p:nvSpPr>
            <p:spPr>
              <a:xfrm>
                <a:off x="17895750" y="7536416"/>
                <a:ext cx="223200" cy="223200"/>
              </a:xfrm>
              <a:custGeom>
                <a:avLst/>
                <a:gdLst>
                  <a:gd name="csX0" fmla="*/ 64409 w 128409"/>
                  <a:gd name="csY0" fmla="*/ 128749 h 128573"/>
                  <a:gd name="csX1" fmla="*/ 109809 w 128409"/>
                  <a:gd name="csY1" fmla="*/ 109920 h 128573"/>
                  <a:gd name="csX2" fmla="*/ 128614 w 128409"/>
                  <a:gd name="csY2" fmla="*/ 64463 h 128573"/>
                  <a:gd name="csX3" fmla="*/ 109809 w 128409"/>
                  <a:gd name="csY3" fmla="*/ 19005 h 128573"/>
                  <a:gd name="csX4" fmla="*/ 64409 w 128409"/>
                  <a:gd name="csY4" fmla="*/ 176 h 128573"/>
                  <a:gd name="csX5" fmla="*/ 19009 w 128409"/>
                  <a:gd name="csY5" fmla="*/ 19005 h 128573"/>
                  <a:gd name="csX6" fmla="*/ 204 w 128409"/>
                  <a:gd name="csY6" fmla="*/ 64463 h 128573"/>
                  <a:gd name="csX7" fmla="*/ 19009 w 128409"/>
                  <a:gd name="csY7" fmla="*/ 109920 h 128573"/>
                  <a:gd name="csX8" fmla="*/ 64409 w 128409"/>
                  <a:gd name="csY8" fmla="*/ 12874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9" y="128749"/>
                    </a:moveTo>
                    <a:cubicBezTo>
                      <a:pt x="81436" y="128749"/>
                      <a:pt x="97768" y="121976"/>
                      <a:pt x="109809" y="109920"/>
                    </a:cubicBezTo>
                    <a:cubicBezTo>
                      <a:pt x="121849" y="97865"/>
                      <a:pt x="128614" y="81512"/>
                      <a:pt x="128614" y="64463"/>
                    </a:cubicBezTo>
                    <a:cubicBezTo>
                      <a:pt x="128614" y="47414"/>
                      <a:pt x="121849" y="31061"/>
                      <a:pt x="109809" y="19005"/>
                    </a:cubicBezTo>
                    <a:cubicBezTo>
                      <a:pt x="97768" y="6950"/>
                      <a:pt x="81436" y="176"/>
                      <a:pt x="64409" y="176"/>
                    </a:cubicBezTo>
                    <a:cubicBezTo>
                      <a:pt x="47382" y="176"/>
                      <a:pt x="31049" y="6950"/>
                      <a:pt x="19009" y="19005"/>
                    </a:cubicBezTo>
                    <a:cubicBezTo>
                      <a:pt x="6969" y="31061"/>
                      <a:pt x="204" y="47414"/>
                      <a:pt x="204" y="64463"/>
                    </a:cubicBezTo>
                    <a:cubicBezTo>
                      <a:pt x="204" y="81512"/>
                      <a:pt x="6969" y="97865"/>
                      <a:pt x="19009" y="109920"/>
                    </a:cubicBezTo>
                    <a:cubicBezTo>
                      <a:pt x="31049" y="121976"/>
                      <a:pt x="47382" y="128749"/>
                      <a:pt x="64409" y="128749"/>
                    </a:cubicBezTo>
                    <a:close/>
                  </a:path>
                </a:pathLst>
              </a:custGeom>
              <a:solidFill>
                <a:srgbClr val="46307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2" name="任意多边形: 形状 1551"/>
              <p:cNvSpPr/>
              <p:nvPr/>
            </p:nvSpPr>
            <p:spPr>
              <a:xfrm>
                <a:off x="18559944" y="7655475"/>
                <a:ext cx="223200" cy="223200"/>
              </a:xfrm>
              <a:custGeom>
                <a:avLst/>
                <a:gdLst>
                  <a:gd name="csX0" fmla="*/ 64431 w 128409"/>
                  <a:gd name="csY0" fmla="*/ 128753 h 128573"/>
                  <a:gd name="csX1" fmla="*/ 109830 w 128409"/>
                  <a:gd name="csY1" fmla="*/ 109924 h 128573"/>
                  <a:gd name="csX2" fmla="*/ 128636 w 128409"/>
                  <a:gd name="csY2" fmla="*/ 64467 h 128573"/>
                  <a:gd name="csX3" fmla="*/ 109830 w 128409"/>
                  <a:gd name="csY3" fmla="*/ 19009 h 128573"/>
                  <a:gd name="csX4" fmla="*/ 64431 w 128409"/>
                  <a:gd name="csY4" fmla="*/ 180 h 128573"/>
                  <a:gd name="csX5" fmla="*/ 19031 w 128409"/>
                  <a:gd name="csY5" fmla="*/ 19009 h 128573"/>
                  <a:gd name="csX6" fmla="*/ 226 w 128409"/>
                  <a:gd name="csY6" fmla="*/ 64467 h 128573"/>
                  <a:gd name="csX7" fmla="*/ 19031 w 128409"/>
                  <a:gd name="csY7" fmla="*/ 109924 h 128573"/>
                  <a:gd name="csX8" fmla="*/ 64431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1" y="128753"/>
                    </a:moveTo>
                    <a:cubicBezTo>
                      <a:pt x="81458" y="128753"/>
                      <a:pt x="97790" y="121980"/>
                      <a:pt x="109830" y="109924"/>
                    </a:cubicBezTo>
                    <a:cubicBezTo>
                      <a:pt x="121871" y="97869"/>
                      <a:pt x="128636" y="81516"/>
                      <a:pt x="128636" y="64467"/>
                    </a:cubicBezTo>
                    <a:cubicBezTo>
                      <a:pt x="128636" y="47418"/>
                      <a:pt x="121871" y="31065"/>
                      <a:pt x="109830" y="19009"/>
                    </a:cubicBezTo>
                    <a:cubicBezTo>
                      <a:pt x="97790" y="6954"/>
                      <a:pt x="81458" y="180"/>
                      <a:pt x="64431" y="180"/>
                    </a:cubicBezTo>
                    <a:cubicBezTo>
                      <a:pt x="47404" y="180"/>
                      <a:pt x="31071" y="6954"/>
                      <a:pt x="19031" y="19009"/>
                    </a:cubicBezTo>
                    <a:cubicBezTo>
                      <a:pt x="6991" y="31065"/>
                      <a:pt x="226" y="47418"/>
                      <a:pt x="226" y="64467"/>
                    </a:cubicBezTo>
                    <a:cubicBezTo>
                      <a:pt x="226" y="81516"/>
                      <a:pt x="6991" y="97869"/>
                      <a:pt x="19031" y="109924"/>
                    </a:cubicBezTo>
                    <a:cubicBezTo>
                      <a:pt x="31071" y="121980"/>
                      <a:pt x="47404" y="128753"/>
                      <a:pt x="64431" y="128753"/>
                    </a:cubicBezTo>
                    <a:close/>
                  </a:path>
                </a:pathLst>
              </a:custGeom>
              <a:solidFill>
                <a:srgbClr val="228C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3" name="任意多边形: 形状 1552"/>
              <p:cNvSpPr/>
              <p:nvPr/>
            </p:nvSpPr>
            <p:spPr>
              <a:xfrm>
                <a:off x="17202895" y="9020134"/>
                <a:ext cx="223200" cy="223200"/>
              </a:xfrm>
              <a:custGeom>
                <a:avLst/>
                <a:gdLst>
                  <a:gd name="csX0" fmla="*/ 64386 w 128409"/>
                  <a:gd name="csY0" fmla="*/ 128798 h 128573"/>
                  <a:gd name="csX1" fmla="*/ 109786 w 128409"/>
                  <a:gd name="csY1" fmla="*/ 109969 h 128573"/>
                  <a:gd name="csX2" fmla="*/ 128591 w 128409"/>
                  <a:gd name="csY2" fmla="*/ 64512 h 128573"/>
                  <a:gd name="csX3" fmla="*/ 109786 w 128409"/>
                  <a:gd name="csY3" fmla="*/ 19054 h 128573"/>
                  <a:gd name="csX4" fmla="*/ 64386 w 128409"/>
                  <a:gd name="csY4" fmla="*/ 225 h 128573"/>
                  <a:gd name="csX5" fmla="*/ 18986 w 128409"/>
                  <a:gd name="csY5" fmla="*/ 19054 h 128573"/>
                  <a:gd name="csX6" fmla="*/ 181 w 128409"/>
                  <a:gd name="csY6" fmla="*/ 64512 h 128573"/>
                  <a:gd name="csX7" fmla="*/ 18986 w 128409"/>
                  <a:gd name="csY7" fmla="*/ 109969 h 128573"/>
                  <a:gd name="csX8" fmla="*/ 64386 w 128409"/>
                  <a:gd name="csY8" fmla="*/ 12879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6" y="128798"/>
                    </a:moveTo>
                    <a:cubicBezTo>
                      <a:pt x="81413" y="128798"/>
                      <a:pt x="97745" y="122025"/>
                      <a:pt x="109786" y="109969"/>
                    </a:cubicBezTo>
                    <a:cubicBezTo>
                      <a:pt x="121826" y="97914"/>
                      <a:pt x="128591" y="81561"/>
                      <a:pt x="128591" y="64512"/>
                    </a:cubicBezTo>
                    <a:cubicBezTo>
                      <a:pt x="128591" y="47463"/>
                      <a:pt x="121826" y="31110"/>
                      <a:pt x="109786" y="19054"/>
                    </a:cubicBezTo>
                    <a:cubicBezTo>
                      <a:pt x="97745" y="6999"/>
                      <a:pt x="81413" y="225"/>
                      <a:pt x="64386" y="225"/>
                    </a:cubicBezTo>
                    <a:cubicBezTo>
                      <a:pt x="47359" y="225"/>
                      <a:pt x="31027" y="6999"/>
                      <a:pt x="18986" y="19054"/>
                    </a:cubicBezTo>
                    <a:cubicBezTo>
                      <a:pt x="6946" y="31110"/>
                      <a:pt x="181" y="47463"/>
                      <a:pt x="181" y="64512"/>
                    </a:cubicBezTo>
                    <a:cubicBezTo>
                      <a:pt x="181" y="81561"/>
                      <a:pt x="6946" y="97914"/>
                      <a:pt x="18986" y="109969"/>
                    </a:cubicBezTo>
                    <a:cubicBezTo>
                      <a:pt x="31027" y="122025"/>
                      <a:pt x="47359" y="128798"/>
                      <a:pt x="64386" y="128798"/>
                    </a:cubicBezTo>
                    <a:close/>
                  </a:path>
                </a:pathLst>
              </a:custGeom>
              <a:solidFill>
                <a:srgbClr val="E5E41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4" name="任意多边形: 形状 1553"/>
              <p:cNvSpPr/>
              <p:nvPr/>
            </p:nvSpPr>
            <p:spPr>
              <a:xfrm>
                <a:off x="17050106" y="8381929"/>
                <a:ext cx="223200" cy="223200"/>
              </a:xfrm>
              <a:custGeom>
                <a:avLst/>
                <a:gdLst>
                  <a:gd name="csX0" fmla="*/ 64381 w 128409"/>
                  <a:gd name="csY0" fmla="*/ 128777 h 128573"/>
                  <a:gd name="csX1" fmla="*/ 109781 w 128409"/>
                  <a:gd name="csY1" fmla="*/ 109948 h 128573"/>
                  <a:gd name="csX2" fmla="*/ 128586 w 128409"/>
                  <a:gd name="csY2" fmla="*/ 64491 h 128573"/>
                  <a:gd name="csX3" fmla="*/ 109781 w 128409"/>
                  <a:gd name="csY3" fmla="*/ 19033 h 128573"/>
                  <a:gd name="csX4" fmla="*/ 64381 w 128409"/>
                  <a:gd name="csY4" fmla="*/ 204 h 128573"/>
                  <a:gd name="csX5" fmla="*/ 18981 w 128409"/>
                  <a:gd name="csY5" fmla="*/ 19033 h 128573"/>
                  <a:gd name="csX6" fmla="*/ 176 w 128409"/>
                  <a:gd name="csY6" fmla="*/ 64491 h 128573"/>
                  <a:gd name="csX7" fmla="*/ 18981 w 128409"/>
                  <a:gd name="csY7" fmla="*/ 109948 h 128573"/>
                  <a:gd name="csX8" fmla="*/ 64381 w 128409"/>
                  <a:gd name="csY8" fmla="*/ 12877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1" y="128777"/>
                    </a:moveTo>
                    <a:cubicBezTo>
                      <a:pt x="81408" y="128777"/>
                      <a:pt x="97740" y="122004"/>
                      <a:pt x="109781" y="109948"/>
                    </a:cubicBezTo>
                    <a:cubicBezTo>
                      <a:pt x="121821" y="97893"/>
                      <a:pt x="128586" y="81540"/>
                      <a:pt x="128586" y="64491"/>
                    </a:cubicBezTo>
                    <a:cubicBezTo>
                      <a:pt x="128586" y="47442"/>
                      <a:pt x="121821" y="31089"/>
                      <a:pt x="109781" y="19033"/>
                    </a:cubicBezTo>
                    <a:cubicBezTo>
                      <a:pt x="97740" y="6978"/>
                      <a:pt x="81408" y="204"/>
                      <a:pt x="64381" y="204"/>
                    </a:cubicBezTo>
                    <a:cubicBezTo>
                      <a:pt x="47354" y="204"/>
                      <a:pt x="31021" y="6978"/>
                      <a:pt x="18981" y="19033"/>
                    </a:cubicBezTo>
                    <a:cubicBezTo>
                      <a:pt x="6941" y="31089"/>
                      <a:pt x="176" y="47442"/>
                      <a:pt x="176" y="64491"/>
                    </a:cubicBezTo>
                    <a:cubicBezTo>
                      <a:pt x="176" y="81540"/>
                      <a:pt x="6941" y="97893"/>
                      <a:pt x="18981" y="109948"/>
                    </a:cubicBezTo>
                    <a:cubicBezTo>
                      <a:pt x="31021" y="122004"/>
                      <a:pt x="47354" y="128777"/>
                      <a:pt x="64381" y="128777"/>
                    </a:cubicBezTo>
                    <a:close/>
                  </a:path>
                </a:pathLst>
              </a:custGeom>
              <a:solidFill>
                <a:srgbClr val="2A78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5" name="任意多边形: 形状 1554"/>
              <p:cNvSpPr/>
              <p:nvPr/>
            </p:nvSpPr>
            <p:spPr>
              <a:xfrm>
                <a:off x="17576211" y="8317810"/>
                <a:ext cx="223200" cy="223200"/>
              </a:xfrm>
              <a:custGeom>
                <a:avLst/>
                <a:gdLst>
                  <a:gd name="csX0" fmla="*/ 64398 w 128409"/>
                  <a:gd name="csY0" fmla="*/ 128775 h 128573"/>
                  <a:gd name="csX1" fmla="*/ 109798 w 128409"/>
                  <a:gd name="csY1" fmla="*/ 109946 h 128573"/>
                  <a:gd name="csX2" fmla="*/ 128603 w 128409"/>
                  <a:gd name="csY2" fmla="*/ 64488 h 128573"/>
                  <a:gd name="csX3" fmla="*/ 109798 w 128409"/>
                  <a:gd name="csY3" fmla="*/ 19031 h 128573"/>
                  <a:gd name="csX4" fmla="*/ 64398 w 128409"/>
                  <a:gd name="csY4" fmla="*/ 202 h 128573"/>
                  <a:gd name="csX5" fmla="*/ 18999 w 128409"/>
                  <a:gd name="csY5" fmla="*/ 19031 h 128573"/>
                  <a:gd name="csX6" fmla="*/ 194 w 128409"/>
                  <a:gd name="csY6" fmla="*/ 64488 h 128573"/>
                  <a:gd name="csX7" fmla="*/ 18999 w 128409"/>
                  <a:gd name="csY7" fmla="*/ 109946 h 128573"/>
                  <a:gd name="csX8" fmla="*/ 64398 w 128409"/>
                  <a:gd name="csY8" fmla="*/ 12877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8" y="128775"/>
                    </a:moveTo>
                    <a:cubicBezTo>
                      <a:pt x="81426" y="128775"/>
                      <a:pt x="97758" y="122002"/>
                      <a:pt x="109798" y="109946"/>
                    </a:cubicBezTo>
                    <a:cubicBezTo>
                      <a:pt x="121838" y="97891"/>
                      <a:pt x="128603" y="81538"/>
                      <a:pt x="128603" y="64488"/>
                    </a:cubicBezTo>
                    <a:cubicBezTo>
                      <a:pt x="128603" y="47439"/>
                      <a:pt x="121838" y="31086"/>
                      <a:pt x="109798" y="19031"/>
                    </a:cubicBezTo>
                    <a:cubicBezTo>
                      <a:pt x="97758" y="6975"/>
                      <a:pt x="81426" y="202"/>
                      <a:pt x="64398" y="202"/>
                    </a:cubicBezTo>
                    <a:cubicBezTo>
                      <a:pt x="47371" y="202"/>
                      <a:pt x="31039" y="6975"/>
                      <a:pt x="18999" y="19031"/>
                    </a:cubicBezTo>
                    <a:cubicBezTo>
                      <a:pt x="6959" y="31086"/>
                      <a:pt x="194" y="47439"/>
                      <a:pt x="194" y="64488"/>
                    </a:cubicBezTo>
                    <a:cubicBezTo>
                      <a:pt x="194" y="81538"/>
                      <a:pt x="6959" y="97891"/>
                      <a:pt x="18999" y="109946"/>
                    </a:cubicBezTo>
                    <a:cubicBezTo>
                      <a:pt x="31039" y="122002"/>
                      <a:pt x="47371" y="128775"/>
                      <a:pt x="64398" y="128775"/>
                    </a:cubicBezTo>
                    <a:close/>
                  </a:path>
                </a:pathLst>
              </a:custGeom>
              <a:solidFill>
                <a:srgbClr val="47136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6" name="任意多边形: 形状 1555"/>
              <p:cNvSpPr/>
              <p:nvPr/>
            </p:nvSpPr>
            <p:spPr>
              <a:xfrm>
                <a:off x="18092334" y="7821178"/>
                <a:ext cx="223200" cy="223200"/>
              </a:xfrm>
              <a:custGeom>
                <a:avLst/>
                <a:gdLst>
                  <a:gd name="csX0" fmla="*/ 64415 w 128409"/>
                  <a:gd name="csY0" fmla="*/ 128759 h 128573"/>
                  <a:gd name="csX1" fmla="*/ 109815 w 128409"/>
                  <a:gd name="csY1" fmla="*/ 109930 h 128573"/>
                  <a:gd name="csX2" fmla="*/ 128620 w 128409"/>
                  <a:gd name="csY2" fmla="*/ 64472 h 128573"/>
                  <a:gd name="csX3" fmla="*/ 109815 w 128409"/>
                  <a:gd name="csY3" fmla="*/ 19015 h 128573"/>
                  <a:gd name="csX4" fmla="*/ 64415 w 128409"/>
                  <a:gd name="csY4" fmla="*/ 185 h 128573"/>
                  <a:gd name="csX5" fmla="*/ 19016 w 128409"/>
                  <a:gd name="csY5" fmla="*/ 19015 h 128573"/>
                  <a:gd name="csX6" fmla="*/ 211 w 128409"/>
                  <a:gd name="csY6" fmla="*/ 64472 h 128573"/>
                  <a:gd name="csX7" fmla="*/ 19016 w 128409"/>
                  <a:gd name="csY7" fmla="*/ 109930 h 128573"/>
                  <a:gd name="csX8" fmla="*/ 64415 w 128409"/>
                  <a:gd name="csY8" fmla="*/ 12875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5" y="128759"/>
                    </a:moveTo>
                    <a:cubicBezTo>
                      <a:pt x="81443" y="128759"/>
                      <a:pt x="97775" y="121985"/>
                      <a:pt x="109815" y="109930"/>
                    </a:cubicBezTo>
                    <a:cubicBezTo>
                      <a:pt x="121855" y="97874"/>
                      <a:pt x="128620" y="81521"/>
                      <a:pt x="128620" y="64472"/>
                    </a:cubicBezTo>
                    <a:cubicBezTo>
                      <a:pt x="128620" y="47423"/>
                      <a:pt x="121855" y="31070"/>
                      <a:pt x="109815" y="19015"/>
                    </a:cubicBezTo>
                    <a:cubicBezTo>
                      <a:pt x="97775" y="6959"/>
                      <a:pt x="81443" y="185"/>
                      <a:pt x="64415" y="185"/>
                    </a:cubicBezTo>
                    <a:cubicBezTo>
                      <a:pt x="47388" y="185"/>
                      <a:pt x="31056" y="6959"/>
                      <a:pt x="19016" y="19015"/>
                    </a:cubicBezTo>
                    <a:cubicBezTo>
                      <a:pt x="6976" y="31070"/>
                      <a:pt x="211" y="47423"/>
                      <a:pt x="211" y="64472"/>
                    </a:cubicBezTo>
                    <a:cubicBezTo>
                      <a:pt x="211" y="81521"/>
                      <a:pt x="6976" y="97874"/>
                      <a:pt x="19016" y="109930"/>
                    </a:cubicBezTo>
                    <a:cubicBezTo>
                      <a:pt x="31056" y="121985"/>
                      <a:pt x="47388" y="128759"/>
                      <a:pt x="64415" y="128759"/>
                    </a:cubicBezTo>
                    <a:close/>
                  </a:path>
                </a:pathLst>
              </a:custGeom>
              <a:solidFill>
                <a:srgbClr val="46085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7" name="任意多边形: 形状 1556"/>
              <p:cNvSpPr/>
              <p:nvPr/>
            </p:nvSpPr>
            <p:spPr>
              <a:xfrm>
                <a:off x="17882600" y="8874106"/>
                <a:ext cx="223200" cy="223200"/>
              </a:xfrm>
              <a:custGeom>
                <a:avLst/>
                <a:gdLst>
                  <a:gd name="csX0" fmla="*/ 64408 w 128409"/>
                  <a:gd name="csY0" fmla="*/ 128794 h 128573"/>
                  <a:gd name="csX1" fmla="*/ 109808 w 128409"/>
                  <a:gd name="csY1" fmla="*/ 109964 h 128573"/>
                  <a:gd name="csX2" fmla="*/ 128613 w 128409"/>
                  <a:gd name="csY2" fmla="*/ 64507 h 128573"/>
                  <a:gd name="csX3" fmla="*/ 109808 w 128409"/>
                  <a:gd name="csY3" fmla="*/ 19049 h 128573"/>
                  <a:gd name="csX4" fmla="*/ 64408 w 128409"/>
                  <a:gd name="csY4" fmla="*/ 220 h 128573"/>
                  <a:gd name="csX5" fmla="*/ 19009 w 128409"/>
                  <a:gd name="csY5" fmla="*/ 19049 h 128573"/>
                  <a:gd name="csX6" fmla="*/ 204 w 128409"/>
                  <a:gd name="csY6" fmla="*/ 64507 h 128573"/>
                  <a:gd name="csX7" fmla="*/ 19009 w 128409"/>
                  <a:gd name="csY7" fmla="*/ 109964 h 128573"/>
                  <a:gd name="csX8" fmla="*/ 64408 w 128409"/>
                  <a:gd name="csY8" fmla="*/ 12879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8" y="128794"/>
                    </a:moveTo>
                    <a:cubicBezTo>
                      <a:pt x="81436" y="128794"/>
                      <a:pt x="97768" y="122020"/>
                      <a:pt x="109808" y="109964"/>
                    </a:cubicBezTo>
                    <a:cubicBezTo>
                      <a:pt x="121848" y="97909"/>
                      <a:pt x="128613" y="81556"/>
                      <a:pt x="128613" y="64507"/>
                    </a:cubicBezTo>
                    <a:cubicBezTo>
                      <a:pt x="128613" y="47458"/>
                      <a:pt x="121848" y="31105"/>
                      <a:pt x="109808" y="19049"/>
                    </a:cubicBezTo>
                    <a:cubicBezTo>
                      <a:pt x="97768" y="6994"/>
                      <a:pt x="81436" y="220"/>
                      <a:pt x="64408" y="220"/>
                    </a:cubicBezTo>
                    <a:cubicBezTo>
                      <a:pt x="47381" y="220"/>
                      <a:pt x="31049" y="6994"/>
                      <a:pt x="19009" y="19049"/>
                    </a:cubicBezTo>
                    <a:cubicBezTo>
                      <a:pt x="6969" y="31105"/>
                      <a:pt x="204" y="47458"/>
                      <a:pt x="204" y="64507"/>
                    </a:cubicBezTo>
                    <a:cubicBezTo>
                      <a:pt x="204" y="81556"/>
                      <a:pt x="6969" y="97909"/>
                      <a:pt x="19009" y="109964"/>
                    </a:cubicBezTo>
                    <a:cubicBezTo>
                      <a:pt x="31049" y="122020"/>
                      <a:pt x="47381" y="128794"/>
                      <a:pt x="64408" y="128794"/>
                    </a:cubicBezTo>
                    <a:close/>
                  </a:path>
                </a:pathLst>
              </a:custGeom>
              <a:solidFill>
                <a:srgbClr val="40BD72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8" name="任意多边形: 形状 1557"/>
              <p:cNvSpPr/>
              <p:nvPr/>
            </p:nvSpPr>
            <p:spPr>
              <a:xfrm>
                <a:off x="16327201" y="7888025"/>
                <a:ext cx="223200" cy="223200"/>
              </a:xfrm>
              <a:custGeom>
                <a:avLst/>
                <a:gdLst>
                  <a:gd name="csX0" fmla="*/ 64357 w 128409"/>
                  <a:gd name="csY0" fmla="*/ 128761 h 128573"/>
                  <a:gd name="csX1" fmla="*/ 109757 w 128409"/>
                  <a:gd name="csY1" fmla="*/ 109932 h 128573"/>
                  <a:gd name="csX2" fmla="*/ 128562 w 128409"/>
                  <a:gd name="csY2" fmla="*/ 64474 h 128573"/>
                  <a:gd name="csX3" fmla="*/ 109757 w 128409"/>
                  <a:gd name="csY3" fmla="*/ 19017 h 128573"/>
                  <a:gd name="csX4" fmla="*/ 64357 w 128409"/>
                  <a:gd name="csY4" fmla="*/ 188 h 128573"/>
                  <a:gd name="csX5" fmla="*/ 18957 w 128409"/>
                  <a:gd name="csY5" fmla="*/ 19017 h 128573"/>
                  <a:gd name="csX6" fmla="*/ 152 w 128409"/>
                  <a:gd name="csY6" fmla="*/ 64474 h 128573"/>
                  <a:gd name="csX7" fmla="*/ 18957 w 128409"/>
                  <a:gd name="csY7" fmla="*/ 109932 h 128573"/>
                  <a:gd name="csX8" fmla="*/ 64357 w 128409"/>
                  <a:gd name="csY8" fmla="*/ 12876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57" y="128761"/>
                    </a:moveTo>
                    <a:cubicBezTo>
                      <a:pt x="81384" y="128761"/>
                      <a:pt x="97716" y="121987"/>
                      <a:pt x="109757" y="109932"/>
                    </a:cubicBezTo>
                    <a:cubicBezTo>
                      <a:pt x="121797" y="97876"/>
                      <a:pt x="128562" y="81523"/>
                      <a:pt x="128562" y="64474"/>
                    </a:cubicBezTo>
                    <a:cubicBezTo>
                      <a:pt x="128562" y="47425"/>
                      <a:pt x="121797" y="31072"/>
                      <a:pt x="109757" y="19017"/>
                    </a:cubicBezTo>
                    <a:cubicBezTo>
                      <a:pt x="97716" y="6961"/>
                      <a:pt x="81384" y="188"/>
                      <a:pt x="64357" y="188"/>
                    </a:cubicBezTo>
                    <a:cubicBezTo>
                      <a:pt x="47330" y="188"/>
                      <a:pt x="30998" y="6961"/>
                      <a:pt x="18957" y="19017"/>
                    </a:cubicBezTo>
                    <a:cubicBezTo>
                      <a:pt x="6917" y="31072"/>
                      <a:pt x="152" y="47425"/>
                      <a:pt x="152" y="64474"/>
                    </a:cubicBezTo>
                    <a:cubicBezTo>
                      <a:pt x="152" y="81523"/>
                      <a:pt x="6917" y="97876"/>
                      <a:pt x="18957" y="109932"/>
                    </a:cubicBezTo>
                    <a:cubicBezTo>
                      <a:pt x="30998" y="121987"/>
                      <a:pt x="47330" y="128761"/>
                      <a:pt x="64357" y="128761"/>
                    </a:cubicBezTo>
                    <a:close/>
                  </a:path>
                </a:pathLst>
              </a:custGeom>
              <a:solidFill>
                <a:srgbClr val="DDE31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59" name="任意多边形: 形状 1558"/>
              <p:cNvSpPr/>
              <p:nvPr/>
            </p:nvSpPr>
            <p:spPr>
              <a:xfrm>
                <a:off x="17513161" y="8351835"/>
                <a:ext cx="223200" cy="223200"/>
              </a:xfrm>
              <a:custGeom>
                <a:avLst/>
                <a:gdLst>
                  <a:gd name="csX0" fmla="*/ 64396 w 128409"/>
                  <a:gd name="csY0" fmla="*/ 128776 h 128573"/>
                  <a:gd name="csX1" fmla="*/ 109796 w 128409"/>
                  <a:gd name="csY1" fmla="*/ 109947 h 128573"/>
                  <a:gd name="csX2" fmla="*/ 128601 w 128409"/>
                  <a:gd name="csY2" fmla="*/ 64490 h 128573"/>
                  <a:gd name="csX3" fmla="*/ 109796 w 128409"/>
                  <a:gd name="csY3" fmla="*/ 19032 h 128573"/>
                  <a:gd name="csX4" fmla="*/ 64396 w 128409"/>
                  <a:gd name="csY4" fmla="*/ 203 h 128573"/>
                  <a:gd name="csX5" fmla="*/ 18997 w 128409"/>
                  <a:gd name="csY5" fmla="*/ 19032 h 128573"/>
                  <a:gd name="csX6" fmla="*/ 192 w 128409"/>
                  <a:gd name="csY6" fmla="*/ 64490 h 128573"/>
                  <a:gd name="csX7" fmla="*/ 18997 w 128409"/>
                  <a:gd name="csY7" fmla="*/ 109947 h 128573"/>
                  <a:gd name="csX8" fmla="*/ 64396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76"/>
                    </a:moveTo>
                    <a:cubicBezTo>
                      <a:pt x="81424" y="128776"/>
                      <a:pt x="97756" y="122003"/>
                      <a:pt x="109796" y="109947"/>
                    </a:cubicBezTo>
                    <a:cubicBezTo>
                      <a:pt x="121836" y="97892"/>
                      <a:pt x="128601" y="81539"/>
                      <a:pt x="128601" y="64490"/>
                    </a:cubicBezTo>
                    <a:cubicBezTo>
                      <a:pt x="128601" y="47441"/>
                      <a:pt x="121836" y="31088"/>
                      <a:pt x="109796" y="19032"/>
                    </a:cubicBezTo>
                    <a:cubicBezTo>
                      <a:pt x="97756" y="6977"/>
                      <a:pt x="81424" y="203"/>
                      <a:pt x="64396" y="203"/>
                    </a:cubicBezTo>
                    <a:cubicBezTo>
                      <a:pt x="47369" y="203"/>
                      <a:pt x="31037" y="6977"/>
                      <a:pt x="18997" y="19032"/>
                    </a:cubicBezTo>
                    <a:cubicBezTo>
                      <a:pt x="6957" y="31088"/>
                      <a:pt x="192" y="47441"/>
                      <a:pt x="192" y="64490"/>
                    </a:cubicBezTo>
                    <a:cubicBezTo>
                      <a:pt x="192" y="81539"/>
                      <a:pt x="6957" y="97892"/>
                      <a:pt x="18997" y="109947"/>
                    </a:cubicBezTo>
                    <a:cubicBezTo>
                      <a:pt x="31037" y="122003"/>
                      <a:pt x="47369" y="128776"/>
                      <a:pt x="64396" y="128776"/>
                    </a:cubicBezTo>
                    <a:close/>
                  </a:path>
                </a:pathLst>
              </a:custGeom>
              <a:solidFill>
                <a:srgbClr val="48287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0" name="任意多边形: 形状 1559"/>
              <p:cNvSpPr/>
              <p:nvPr/>
            </p:nvSpPr>
            <p:spPr>
              <a:xfrm>
                <a:off x="18747544" y="8104101"/>
                <a:ext cx="223200" cy="223200"/>
              </a:xfrm>
              <a:custGeom>
                <a:avLst/>
                <a:gdLst>
                  <a:gd name="csX0" fmla="*/ 64437 w 128409"/>
                  <a:gd name="csY0" fmla="*/ 128768 h 128573"/>
                  <a:gd name="csX1" fmla="*/ 109837 w 128409"/>
                  <a:gd name="csY1" fmla="*/ 109939 h 128573"/>
                  <a:gd name="csX2" fmla="*/ 128642 w 128409"/>
                  <a:gd name="csY2" fmla="*/ 64481 h 128573"/>
                  <a:gd name="csX3" fmla="*/ 109837 w 128409"/>
                  <a:gd name="csY3" fmla="*/ 19024 h 128573"/>
                  <a:gd name="csX4" fmla="*/ 64437 w 128409"/>
                  <a:gd name="csY4" fmla="*/ 195 h 128573"/>
                  <a:gd name="csX5" fmla="*/ 19038 w 128409"/>
                  <a:gd name="csY5" fmla="*/ 19024 h 128573"/>
                  <a:gd name="csX6" fmla="*/ 232 w 128409"/>
                  <a:gd name="csY6" fmla="*/ 64481 h 128573"/>
                  <a:gd name="csX7" fmla="*/ 19038 w 128409"/>
                  <a:gd name="csY7" fmla="*/ 109939 h 128573"/>
                  <a:gd name="csX8" fmla="*/ 64437 w 128409"/>
                  <a:gd name="csY8" fmla="*/ 12876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7" y="128768"/>
                    </a:moveTo>
                    <a:cubicBezTo>
                      <a:pt x="81464" y="128768"/>
                      <a:pt x="97797" y="121994"/>
                      <a:pt x="109837" y="109939"/>
                    </a:cubicBezTo>
                    <a:cubicBezTo>
                      <a:pt x="121877" y="97884"/>
                      <a:pt x="128642" y="81530"/>
                      <a:pt x="128642" y="64481"/>
                    </a:cubicBezTo>
                    <a:cubicBezTo>
                      <a:pt x="128642" y="47432"/>
                      <a:pt x="121877" y="31079"/>
                      <a:pt x="109837" y="19024"/>
                    </a:cubicBezTo>
                    <a:cubicBezTo>
                      <a:pt x="97797" y="6968"/>
                      <a:pt x="81464" y="195"/>
                      <a:pt x="64437" y="195"/>
                    </a:cubicBezTo>
                    <a:cubicBezTo>
                      <a:pt x="47410" y="195"/>
                      <a:pt x="31078" y="6968"/>
                      <a:pt x="19038" y="19024"/>
                    </a:cubicBezTo>
                    <a:cubicBezTo>
                      <a:pt x="6997" y="31079"/>
                      <a:pt x="232" y="47432"/>
                      <a:pt x="232" y="64481"/>
                    </a:cubicBezTo>
                    <a:cubicBezTo>
                      <a:pt x="232" y="81530"/>
                      <a:pt x="6997" y="97884"/>
                      <a:pt x="19038" y="109939"/>
                    </a:cubicBezTo>
                    <a:cubicBezTo>
                      <a:pt x="31078" y="121994"/>
                      <a:pt x="47410" y="128768"/>
                      <a:pt x="64437" y="128768"/>
                    </a:cubicBezTo>
                    <a:close/>
                  </a:path>
                </a:pathLst>
              </a:custGeom>
              <a:solidFill>
                <a:srgbClr val="23A983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1" name="任意多边形: 形状 1560"/>
              <p:cNvSpPr/>
              <p:nvPr/>
            </p:nvSpPr>
            <p:spPr>
              <a:xfrm>
                <a:off x="18246635" y="7009667"/>
                <a:ext cx="223200" cy="223200"/>
              </a:xfrm>
              <a:custGeom>
                <a:avLst/>
                <a:gdLst>
                  <a:gd name="csX0" fmla="*/ 64421 w 128409"/>
                  <a:gd name="csY0" fmla="*/ 128732 h 128573"/>
                  <a:gd name="csX1" fmla="*/ 109820 w 128409"/>
                  <a:gd name="csY1" fmla="*/ 109903 h 128573"/>
                  <a:gd name="csX2" fmla="*/ 128625 w 128409"/>
                  <a:gd name="csY2" fmla="*/ 64445 h 128573"/>
                  <a:gd name="csX3" fmla="*/ 109820 w 128409"/>
                  <a:gd name="csY3" fmla="*/ 18988 h 128573"/>
                  <a:gd name="csX4" fmla="*/ 64421 w 128409"/>
                  <a:gd name="csY4" fmla="*/ 159 h 128573"/>
                  <a:gd name="csX5" fmla="*/ 19021 w 128409"/>
                  <a:gd name="csY5" fmla="*/ 18988 h 128573"/>
                  <a:gd name="csX6" fmla="*/ 216 w 128409"/>
                  <a:gd name="csY6" fmla="*/ 64445 h 128573"/>
                  <a:gd name="csX7" fmla="*/ 19021 w 128409"/>
                  <a:gd name="csY7" fmla="*/ 109903 h 128573"/>
                  <a:gd name="csX8" fmla="*/ 64421 w 128409"/>
                  <a:gd name="csY8" fmla="*/ 12873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1" y="128732"/>
                    </a:moveTo>
                    <a:cubicBezTo>
                      <a:pt x="81448" y="128732"/>
                      <a:pt x="97780" y="121958"/>
                      <a:pt x="109820" y="109903"/>
                    </a:cubicBezTo>
                    <a:cubicBezTo>
                      <a:pt x="121860" y="97847"/>
                      <a:pt x="128625" y="81494"/>
                      <a:pt x="128625" y="64445"/>
                    </a:cubicBezTo>
                    <a:cubicBezTo>
                      <a:pt x="128625" y="47396"/>
                      <a:pt x="121860" y="31043"/>
                      <a:pt x="109820" y="18988"/>
                    </a:cubicBezTo>
                    <a:cubicBezTo>
                      <a:pt x="97780" y="6932"/>
                      <a:pt x="81448" y="159"/>
                      <a:pt x="64421" y="159"/>
                    </a:cubicBezTo>
                    <a:cubicBezTo>
                      <a:pt x="47393" y="159"/>
                      <a:pt x="31061" y="6932"/>
                      <a:pt x="19021" y="18988"/>
                    </a:cubicBezTo>
                    <a:cubicBezTo>
                      <a:pt x="6981" y="31043"/>
                      <a:pt x="216" y="47396"/>
                      <a:pt x="216" y="64445"/>
                    </a:cubicBezTo>
                    <a:cubicBezTo>
                      <a:pt x="216" y="81494"/>
                      <a:pt x="6981" y="97847"/>
                      <a:pt x="19021" y="109903"/>
                    </a:cubicBezTo>
                    <a:cubicBezTo>
                      <a:pt x="31061" y="121958"/>
                      <a:pt x="47393" y="128732"/>
                      <a:pt x="64421" y="128732"/>
                    </a:cubicBezTo>
                    <a:close/>
                  </a:path>
                </a:pathLst>
              </a:custGeom>
              <a:solidFill>
                <a:srgbClr val="BADE2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2" name="任意多边形: 形状 1561"/>
              <p:cNvSpPr/>
              <p:nvPr/>
            </p:nvSpPr>
            <p:spPr>
              <a:xfrm>
                <a:off x="17528773" y="8535276"/>
                <a:ext cx="223200" cy="223200"/>
              </a:xfrm>
              <a:custGeom>
                <a:avLst/>
                <a:gdLst>
                  <a:gd name="csX0" fmla="*/ 64397 w 128409"/>
                  <a:gd name="csY0" fmla="*/ 128782 h 128573"/>
                  <a:gd name="csX1" fmla="*/ 109796 w 128409"/>
                  <a:gd name="csY1" fmla="*/ 109953 h 128573"/>
                  <a:gd name="csX2" fmla="*/ 128602 w 128409"/>
                  <a:gd name="csY2" fmla="*/ 64496 h 128573"/>
                  <a:gd name="csX3" fmla="*/ 109796 w 128409"/>
                  <a:gd name="csY3" fmla="*/ 19038 h 128573"/>
                  <a:gd name="csX4" fmla="*/ 64397 w 128409"/>
                  <a:gd name="csY4" fmla="*/ 209 h 128573"/>
                  <a:gd name="csX5" fmla="*/ 18997 w 128409"/>
                  <a:gd name="csY5" fmla="*/ 19038 h 128573"/>
                  <a:gd name="csX6" fmla="*/ 192 w 128409"/>
                  <a:gd name="csY6" fmla="*/ 64496 h 128573"/>
                  <a:gd name="csX7" fmla="*/ 18997 w 128409"/>
                  <a:gd name="csY7" fmla="*/ 109953 h 128573"/>
                  <a:gd name="csX8" fmla="*/ 64397 w 128409"/>
                  <a:gd name="csY8" fmla="*/ 12878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7" y="128782"/>
                    </a:moveTo>
                    <a:cubicBezTo>
                      <a:pt x="81424" y="128782"/>
                      <a:pt x="97756" y="122009"/>
                      <a:pt x="109796" y="109953"/>
                    </a:cubicBezTo>
                    <a:cubicBezTo>
                      <a:pt x="121836" y="97898"/>
                      <a:pt x="128602" y="81545"/>
                      <a:pt x="128602" y="64496"/>
                    </a:cubicBezTo>
                    <a:cubicBezTo>
                      <a:pt x="128602" y="47447"/>
                      <a:pt x="121836" y="31094"/>
                      <a:pt x="109796" y="19038"/>
                    </a:cubicBezTo>
                    <a:cubicBezTo>
                      <a:pt x="97756" y="6983"/>
                      <a:pt x="81424" y="209"/>
                      <a:pt x="64397" y="209"/>
                    </a:cubicBezTo>
                    <a:cubicBezTo>
                      <a:pt x="47369" y="209"/>
                      <a:pt x="31037" y="6983"/>
                      <a:pt x="18997" y="19038"/>
                    </a:cubicBezTo>
                    <a:cubicBezTo>
                      <a:pt x="6957" y="31094"/>
                      <a:pt x="192" y="47447"/>
                      <a:pt x="192" y="64496"/>
                    </a:cubicBezTo>
                    <a:cubicBezTo>
                      <a:pt x="192" y="81545"/>
                      <a:pt x="6957" y="97898"/>
                      <a:pt x="18997" y="109953"/>
                    </a:cubicBezTo>
                    <a:cubicBezTo>
                      <a:pt x="31037" y="122009"/>
                      <a:pt x="47369" y="128782"/>
                      <a:pt x="64397" y="128782"/>
                    </a:cubicBezTo>
                    <a:close/>
                  </a:path>
                </a:pathLst>
              </a:custGeom>
              <a:solidFill>
                <a:srgbClr val="3362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3" name="任意多边形: 形状 1562"/>
              <p:cNvSpPr/>
              <p:nvPr/>
            </p:nvSpPr>
            <p:spPr>
              <a:xfrm>
                <a:off x="17667095" y="8632196"/>
                <a:ext cx="223200" cy="223200"/>
              </a:xfrm>
              <a:custGeom>
                <a:avLst/>
                <a:gdLst>
                  <a:gd name="csX0" fmla="*/ 64401 w 128409"/>
                  <a:gd name="csY0" fmla="*/ 128786 h 128573"/>
                  <a:gd name="csX1" fmla="*/ 109801 w 128409"/>
                  <a:gd name="csY1" fmla="*/ 109956 h 128573"/>
                  <a:gd name="csX2" fmla="*/ 128606 w 128409"/>
                  <a:gd name="csY2" fmla="*/ 64499 h 128573"/>
                  <a:gd name="csX3" fmla="*/ 109801 w 128409"/>
                  <a:gd name="csY3" fmla="*/ 19041 h 128573"/>
                  <a:gd name="csX4" fmla="*/ 64401 w 128409"/>
                  <a:gd name="csY4" fmla="*/ 212 h 128573"/>
                  <a:gd name="csX5" fmla="*/ 19002 w 128409"/>
                  <a:gd name="csY5" fmla="*/ 19041 h 128573"/>
                  <a:gd name="csX6" fmla="*/ 197 w 128409"/>
                  <a:gd name="csY6" fmla="*/ 64499 h 128573"/>
                  <a:gd name="csX7" fmla="*/ 19002 w 128409"/>
                  <a:gd name="csY7" fmla="*/ 109956 h 128573"/>
                  <a:gd name="csX8" fmla="*/ 64401 w 128409"/>
                  <a:gd name="csY8" fmla="*/ 12878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1" y="128786"/>
                    </a:moveTo>
                    <a:cubicBezTo>
                      <a:pt x="81429" y="128786"/>
                      <a:pt x="97761" y="122012"/>
                      <a:pt x="109801" y="109956"/>
                    </a:cubicBezTo>
                    <a:cubicBezTo>
                      <a:pt x="121841" y="97901"/>
                      <a:pt x="128606" y="81548"/>
                      <a:pt x="128606" y="64499"/>
                    </a:cubicBezTo>
                    <a:cubicBezTo>
                      <a:pt x="128606" y="47450"/>
                      <a:pt x="121841" y="31097"/>
                      <a:pt x="109801" y="19041"/>
                    </a:cubicBezTo>
                    <a:cubicBezTo>
                      <a:pt x="97761" y="6986"/>
                      <a:pt x="81429" y="212"/>
                      <a:pt x="64401" y="212"/>
                    </a:cubicBezTo>
                    <a:cubicBezTo>
                      <a:pt x="47374" y="212"/>
                      <a:pt x="31042" y="6986"/>
                      <a:pt x="19002" y="19041"/>
                    </a:cubicBezTo>
                    <a:cubicBezTo>
                      <a:pt x="6962" y="31097"/>
                      <a:pt x="197" y="47450"/>
                      <a:pt x="197" y="64499"/>
                    </a:cubicBezTo>
                    <a:cubicBezTo>
                      <a:pt x="197" y="81548"/>
                      <a:pt x="6962" y="97901"/>
                      <a:pt x="19002" y="109956"/>
                    </a:cubicBezTo>
                    <a:cubicBezTo>
                      <a:pt x="31042" y="122012"/>
                      <a:pt x="47374" y="128786"/>
                      <a:pt x="64401" y="128786"/>
                    </a:cubicBezTo>
                    <a:close/>
                  </a:path>
                </a:pathLst>
              </a:custGeom>
              <a:solidFill>
                <a:srgbClr val="2A78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4" name="任意多边形: 形状 1563"/>
              <p:cNvSpPr/>
              <p:nvPr/>
            </p:nvSpPr>
            <p:spPr>
              <a:xfrm>
                <a:off x="17579141" y="8432737"/>
                <a:ext cx="223200" cy="223200"/>
              </a:xfrm>
              <a:custGeom>
                <a:avLst/>
                <a:gdLst>
                  <a:gd name="csX0" fmla="*/ 64398 w 128409"/>
                  <a:gd name="csY0" fmla="*/ 128779 h 128573"/>
                  <a:gd name="csX1" fmla="*/ 109798 w 128409"/>
                  <a:gd name="csY1" fmla="*/ 109950 h 128573"/>
                  <a:gd name="csX2" fmla="*/ 128603 w 128409"/>
                  <a:gd name="csY2" fmla="*/ 64492 h 128573"/>
                  <a:gd name="csX3" fmla="*/ 109798 w 128409"/>
                  <a:gd name="csY3" fmla="*/ 19035 h 128573"/>
                  <a:gd name="csX4" fmla="*/ 64398 w 128409"/>
                  <a:gd name="csY4" fmla="*/ 206 h 128573"/>
                  <a:gd name="csX5" fmla="*/ 18999 w 128409"/>
                  <a:gd name="csY5" fmla="*/ 19035 h 128573"/>
                  <a:gd name="csX6" fmla="*/ 194 w 128409"/>
                  <a:gd name="csY6" fmla="*/ 64492 h 128573"/>
                  <a:gd name="csX7" fmla="*/ 18999 w 128409"/>
                  <a:gd name="csY7" fmla="*/ 109950 h 128573"/>
                  <a:gd name="csX8" fmla="*/ 64398 w 128409"/>
                  <a:gd name="csY8" fmla="*/ 12877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8" y="128779"/>
                    </a:moveTo>
                    <a:cubicBezTo>
                      <a:pt x="81426" y="128779"/>
                      <a:pt x="97758" y="122005"/>
                      <a:pt x="109798" y="109950"/>
                    </a:cubicBezTo>
                    <a:cubicBezTo>
                      <a:pt x="121838" y="97894"/>
                      <a:pt x="128603" y="81541"/>
                      <a:pt x="128603" y="64492"/>
                    </a:cubicBezTo>
                    <a:cubicBezTo>
                      <a:pt x="128603" y="47443"/>
                      <a:pt x="121838" y="31090"/>
                      <a:pt x="109798" y="19035"/>
                    </a:cubicBezTo>
                    <a:cubicBezTo>
                      <a:pt x="97758" y="6979"/>
                      <a:pt x="81426" y="206"/>
                      <a:pt x="64398" y="206"/>
                    </a:cubicBezTo>
                    <a:cubicBezTo>
                      <a:pt x="47371" y="206"/>
                      <a:pt x="31039" y="6979"/>
                      <a:pt x="18999" y="19035"/>
                    </a:cubicBezTo>
                    <a:cubicBezTo>
                      <a:pt x="6959" y="31090"/>
                      <a:pt x="194" y="47443"/>
                      <a:pt x="194" y="64492"/>
                    </a:cubicBezTo>
                    <a:cubicBezTo>
                      <a:pt x="194" y="81541"/>
                      <a:pt x="6959" y="97894"/>
                      <a:pt x="18999" y="109950"/>
                    </a:cubicBezTo>
                    <a:cubicBezTo>
                      <a:pt x="31039" y="122005"/>
                      <a:pt x="47371" y="128779"/>
                      <a:pt x="64398" y="128779"/>
                    </a:cubicBezTo>
                    <a:close/>
                  </a:path>
                </a:pathLst>
              </a:custGeom>
              <a:solidFill>
                <a:srgbClr val="42418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5" name="任意多边形: 形状 1564"/>
              <p:cNvSpPr/>
              <p:nvPr/>
            </p:nvSpPr>
            <p:spPr>
              <a:xfrm>
                <a:off x="17165047" y="7902634"/>
                <a:ext cx="223200" cy="223200"/>
              </a:xfrm>
              <a:custGeom>
                <a:avLst/>
                <a:gdLst>
                  <a:gd name="csX0" fmla="*/ 64385 w 128409"/>
                  <a:gd name="csY0" fmla="*/ 128761 h 128573"/>
                  <a:gd name="csX1" fmla="*/ 109784 w 128409"/>
                  <a:gd name="csY1" fmla="*/ 109932 h 128573"/>
                  <a:gd name="csX2" fmla="*/ 128589 w 128409"/>
                  <a:gd name="csY2" fmla="*/ 64475 h 128573"/>
                  <a:gd name="csX3" fmla="*/ 109784 w 128409"/>
                  <a:gd name="csY3" fmla="*/ 19017 h 128573"/>
                  <a:gd name="csX4" fmla="*/ 64385 w 128409"/>
                  <a:gd name="csY4" fmla="*/ 188 h 128573"/>
                  <a:gd name="csX5" fmla="*/ 18985 w 128409"/>
                  <a:gd name="csY5" fmla="*/ 19017 h 128573"/>
                  <a:gd name="csX6" fmla="*/ 180 w 128409"/>
                  <a:gd name="csY6" fmla="*/ 64475 h 128573"/>
                  <a:gd name="csX7" fmla="*/ 18985 w 128409"/>
                  <a:gd name="csY7" fmla="*/ 109932 h 128573"/>
                  <a:gd name="csX8" fmla="*/ 64385 w 128409"/>
                  <a:gd name="csY8" fmla="*/ 12876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5" y="128761"/>
                    </a:moveTo>
                    <a:cubicBezTo>
                      <a:pt x="81412" y="128761"/>
                      <a:pt x="97744" y="121988"/>
                      <a:pt x="109784" y="109932"/>
                    </a:cubicBezTo>
                    <a:cubicBezTo>
                      <a:pt x="121824" y="97877"/>
                      <a:pt x="128589" y="81524"/>
                      <a:pt x="128589" y="64475"/>
                    </a:cubicBezTo>
                    <a:cubicBezTo>
                      <a:pt x="128589" y="47426"/>
                      <a:pt x="121824" y="31073"/>
                      <a:pt x="109784" y="19017"/>
                    </a:cubicBezTo>
                    <a:cubicBezTo>
                      <a:pt x="97744" y="6962"/>
                      <a:pt x="81412" y="188"/>
                      <a:pt x="64385" y="188"/>
                    </a:cubicBezTo>
                    <a:cubicBezTo>
                      <a:pt x="47357" y="188"/>
                      <a:pt x="31025" y="6962"/>
                      <a:pt x="18985" y="19017"/>
                    </a:cubicBezTo>
                    <a:cubicBezTo>
                      <a:pt x="6945" y="31073"/>
                      <a:pt x="180" y="47426"/>
                      <a:pt x="180" y="64475"/>
                    </a:cubicBezTo>
                    <a:cubicBezTo>
                      <a:pt x="180" y="81524"/>
                      <a:pt x="6945" y="97877"/>
                      <a:pt x="18985" y="109932"/>
                    </a:cubicBezTo>
                    <a:cubicBezTo>
                      <a:pt x="31025" y="121988"/>
                      <a:pt x="47357" y="128761"/>
                      <a:pt x="64385" y="128761"/>
                    </a:cubicBezTo>
                    <a:close/>
                  </a:path>
                </a:pathLst>
              </a:custGeom>
              <a:solidFill>
                <a:srgbClr val="42408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6" name="任意多边形: 形状 1565"/>
              <p:cNvSpPr/>
              <p:nvPr/>
            </p:nvSpPr>
            <p:spPr>
              <a:xfrm>
                <a:off x="18184471" y="8335762"/>
                <a:ext cx="223200" cy="223200"/>
              </a:xfrm>
              <a:custGeom>
                <a:avLst/>
                <a:gdLst>
                  <a:gd name="csX0" fmla="*/ 64418 w 128409"/>
                  <a:gd name="csY0" fmla="*/ 128776 h 128573"/>
                  <a:gd name="csX1" fmla="*/ 109818 w 128409"/>
                  <a:gd name="csY1" fmla="*/ 109947 h 128573"/>
                  <a:gd name="csX2" fmla="*/ 128623 w 128409"/>
                  <a:gd name="csY2" fmla="*/ 64489 h 128573"/>
                  <a:gd name="csX3" fmla="*/ 109818 w 128409"/>
                  <a:gd name="csY3" fmla="*/ 19032 h 128573"/>
                  <a:gd name="csX4" fmla="*/ 64418 w 128409"/>
                  <a:gd name="csY4" fmla="*/ 202 h 128573"/>
                  <a:gd name="csX5" fmla="*/ 19019 w 128409"/>
                  <a:gd name="csY5" fmla="*/ 19032 h 128573"/>
                  <a:gd name="csX6" fmla="*/ 214 w 128409"/>
                  <a:gd name="csY6" fmla="*/ 64489 h 128573"/>
                  <a:gd name="csX7" fmla="*/ 19019 w 128409"/>
                  <a:gd name="csY7" fmla="*/ 109947 h 128573"/>
                  <a:gd name="csX8" fmla="*/ 64418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8" y="128776"/>
                    </a:moveTo>
                    <a:cubicBezTo>
                      <a:pt x="81446" y="128776"/>
                      <a:pt x="97778" y="122002"/>
                      <a:pt x="109818" y="109947"/>
                    </a:cubicBezTo>
                    <a:cubicBezTo>
                      <a:pt x="121858" y="97891"/>
                      <a:pt x="128623" y="81538"/>
                      <a:pt x="128623" y="64489"/>
                    </a:cubicBezTo>
                    <a:cubicBezTo>
                      <a:pt x="128623" y="47440"/>
                      <a:pt x="121858" y="31087"/>
                      <a:pt x="109818" y="19032"/>
                    </a:cubicBezTo>
                    <a:cubicBezTo>
                      <a:pt x="97778" y="6976"/>
                      <a:pt x="81446" y="202"/>
                      <a:pt x="64418" y="202"/>
                    </a:cubicBezTo>
                    <a:cubicBezTo>
                      <a:pt x="47391" y="202"/>
                      <a:pt x="31059" y="6976"/>
                      <a:pt x="19019" y="19032"/>
                    </a:cubicBezTo>
                    <a:cubicBezTo>
                      <a:pt x="6979" y="31087"/>
                      <a:pt x="214" y="47440"/>
                      <a:pt x="214" y="64489"/>
                    </a:cubicBezTo>
                    <a:cubicBezTo>
                      <a:pt x="214" y="81538"/>
                      <a:pt x="6979" y="97891"/>
                      <a:pt x="19019" y="109947"/>
                    </a:cubicBezTo>
                    <a:cubicBezTo>
                      <a:pt x="31059" y="122002"/>
                      <a:pt x="47391" y="128776"/>
                      <a:pt x="64418" y="128776"/>
                    </a:cubicBezTo>
                    <a:close/>
                  </a:path>
                </a:pathLst>
              </a:custGeom>
              <a:solidFill>
                <a:srgbClr val="3B528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7" name="任意多边形: 形状 1566"/>
              <p:cNvSpPr/>
              <p:nvPr/>
            </p:nvSpPr>
            <p:spPr>
              <a:xfrm>
                <a:off x="17998946" y="7295707"/>
                <a:ext cx="223200" cy="223200"/>
              </a:xfrm>
              <a:custGeom>
                <a:avLst/>
                <a:gdLst>
                  <a:gd name="csX0" fmla="*/ 64412 w 128409"/>
                  <a:gd name="csY0" fmla="*/ 128741 h 128573"/>
                  <a:gd name="csX1" fmla="*/ 109812 w 128409"/>
                  <a:gd name="csY1" fmla="*/ 109912 h 128573"/>
                  <a:gd name="csX2" fmla="*/ 128617 w 128409"/>
                  <a:gd name="csY2" fmla="*/ 64455 h 128573"/>
                  <a:gd name="csX3" fmla="*/ 109812 w 128409"/>
                  <a:gd name="csY3" fmla="*/ 18997 h 128573"/>
                  <a:gd name="csX4" fmla="*/ 64412 w 128409"/>
                  <a:gd name="csY4" fmla="*/ 168 h 128573"/>
                  <a:gd name="csX5" fmla="*/ 19013 w 128409"/>
                  <a:gd name="csY5" fmla="*/ 18997 h 128573"/>
                  <a:gd name="csX6" fmla="*/ 208 w 128409"/>
                  <a:gd name="csY6" fmla="*/ 64455 h 128573"/>
                  <a:gd name="csX7" fmla="*/ 19013 w 128409"/>
                  <a:gd name="csY7" fmla="*/ 109912 h 128573"/>
                  <a:gd name="csX8" fmla="*/ 64412 w 128409"/>
                  <a:gd name="csY8" fmla="*/ 12874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2" y="128741"/>
                    </a:moveTo>
                    <a:cubicBezTo>
                      <a:pt x="81440" y="128741"/>
                      <a:pt x="97772" y="121968"/>
                      <a:pt x="109812" y="109912"/>
                    </a:cubicBezTo>
                    <a:cubicBezTo>
                      <a:pt x="121852" y="97857"/>
                      <a:pt x="128617" y="81504"/>
                      <a:pt x="128617" y="64455"/>
                    </a:cubicBezTo>
                    <a:cubicBezTo>
                      <a:pt x="128617" y="47406"/>
                      <a:pt x="121852" y="31053"/>
                      <a:pt x="109812" y="18997"/>
                    </a:cubicBezTo>
                    <a:cubicBezTo>
                      <a:pt x="97772" y="6942"/>
                      <a:pt x="81440" y="168"/>
                      <a:pt x="64412" y="168"/>
                    </a:cubicBezTo>
                    <a:cubicBezTo>
                      <a:pt x="47385" y="168"/>
                      <a:pt x="31053" y="6942"/>
                      <a:pt x="19013" y="18997"/>
                    </a:cubicBezTo>
                    <a:cubicBezTo>
                      <a:pt x="6973" y="31053"/>
                      <a:pt x="208" y="47406"/>
                      <a:pt x="208" y="64455"/>
                    </a:cubicBezTo>
                    <a:cubicBezTo>
                      <a:pt x="208" y="81504"/>
                      <a:pt x="6973" y="97857"/>
                      <a:pt x="19013" y="109912"/>
                    </a:cubicBezTo>
                    <a:cubicBezTo>
                      <a:pt x="31053" y="121968"/>
                      <a:pt x="47385" y="128741"/>
                      <a:pt x="64412" y="128741"/>
                    </a:cubicBezTo>
                    <a:close/>
                  </a:path>
                </a:pathLst>
              </a:custGeom>
              <a:solidFill>
                <a:srgbClr val="2093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8" name="任意多边形: 形状 1567"/>
              <p:cNvSpPr/>
              <p:nvPr/>
            </p:nvSpPr>
            <p:spPr>
              <a:xfrm>
                <a:off x="17515931" y="8349605"/>
                <a:ext cx="223200" cy="223200"/>
              </a:xfrm>
              <a:custGeom>
                <a:avLst/>
                <a:gdLst>
                  <a:gd name="csX0" fmla="*/ 64396 w 128409"/>
                  <a:gd name="csY0" fmla="*/ 128776 h 128573"/>
                  <a:gd name="csX1" fmla="*/ 109796 w 128409"/>
                  <a:gd name="csY1" fmla="*/ 109947 h 128573"/>
                  <a:gd name="csX2" fmla="*/ 128601 w 128409"/>
                  <a:gd name="csY2" fmla="*/ 64490 h 128573"/>
                  <a:gd name="csX3" fmla="*/ 109796 w 128409"/>
                  <a:gd name="csY3" fmla="*/ 19032 h 128573"/>
                  <a:gd name="csX4" fmla="*/ 64396 w 128409"/>
                  <a:gd name="csY4" fmla="*/ 203 h 128573"/>
                  <a:gd name="csX5" fmla="*/ 18997 w 128409"/>
                  <a:gd name="csY5" fmla="*/ 19032 h 128573"/>
                  <a:gd name="csX6" fmla="*/ 192 w 128409"/>
                  <a:gd name="csY6" fmla="*/ 64490 h 128573"/>
                  <a:gd name="csX7" fmla="*/ 18997 w 128409"/>
                  <a:gd name="csY7" fmla="*/ 109947 h 128573"/>
                  <a:gd name="csX8" fmla="*/ 64396 w 128409"/>
                  <a:gd name="csY8" fmla="*/ 12877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76"/>
                    </a:moveTo>
                    <a:cubicBezTo>
                      <a:pt x="81424" y="128776"/>
                      <a:pt x="97756" y="122003"/>
                      <a:pt x="109796" y="109947"/>
                    </a:cubicBezTo>
                    <a:cubicBezTo>
                      <a:pt x="121836" y="97892"/>
                      <a:pt x="128601" y="81539"/>
                      <a:pt x="128601" y="64490"/>
                    </a:cubicBezTo>
                    <a:cubicBezTo>
                      <a:pt x="128601" y="47440"/>
                      <a:pt x="121836" y="31087"/>
                      <a:pt x="109796" y="19032"/>
                    </a:cubicBezTo>
                    <a:cubicBezTo>
                      <a:pt x="97756" y="6976"/>
                      <a:pt x="81424" y="203"/>
                      <a:pt x="64396" y="203"/>
                    </a:cubicBezTo>
                    <a:cubicBezTo>
                      <a:pt x="47369" y="203"/>
                      <a:pt x="31037" y="6976"/>
                      <a:pt x="18997" y="19032"/>
                    </a:cubicBezTo>
                    <a:cubicBezTo>
                      <a:pt x="6957" y="31087"/>
                      <a:pt x="192" y="47440"/>
                      <a:pt x="192" y="64490"/>
                    </a:cubicBezTo>
                    <a:cubicBezTo>
                      <a:pt x="192" y="81539"/>
                      <a:pt x="6957" y="97892"/>
                      <a:pt x="18997" y="109947"/>
                    </a:cubicBezTo>
                    <a:cubicBezTo>
                      <a:pt x="31037" y="122003"/>
                      <a:pt x="47369" y="128776"/>
                      <a:pt x="64396" y="128776"/>
                    </a:cubicBezTo>
                    <a:close/>
                  </a:path>
                </a:pathLst>
              </a:custGeom>
              <a:solidFill>
                <a:srgbClr val="46337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69" name="任意多边形: 形状 1568"/>
              <p:cNvSpPr/>
              <p:nvPr/>
            </p:nvSpPr>
            <p:spPr>
              <a:xfrm>
                <a:off x="18686031" y="7648350"/>
                <a:ext cx="223200" cy="223200"/>
              </a:xfrm>
              <a:custGeom>
                <a:avLst/>
                <a:gdLst>
                  <a:gd name="csX0" fmla="*/ 64435 w 128409"/>
                  <a:gd name="csY0" fmla="*/ 128753 h 128573"/>
                  <a:gd name="csX1" fmla="*/ 109835 w 128409"/>
                  <a:gd name="csY1" fmla="*/ 109924 h 128573"/>
                  <a:gd name="csX2" fmla="*/ 128640 w 128409"/>
                  <a:gd name="csY2" fmla="*/ 64466 h 128573"/>
                  <a:gd name="csX3" fmla="*/ 109835 w 128409"/>
                  <a:gd name="csY3" fmla="*/ 19009 h 128573"/>
                  <a:gd name="csX4" fmla="*/ 64435 w 128409"/>
                  <a:gd name="csY4" fmla="*/ 180 h 128573"/>
                  <a:gd name="csX5" fmla="*/ 19036 w 128409"/>
                  <a:gd name="csY5" fmla="*/ 19009 h 128573"/>
                  <a:gd name="csX6" fmla="*/ 230 w 128409"/>
                  <a:gd name="csY6" fmla="*/ 64466 h 128573"/>
                  <a:gd name="csX7" fmla="*/ 19036 w 128409"/>
                  <a:gd name="csY7" fmla="*/ 109924 h 128573"/>
                  <a:gd name="csX8" fmla="*/ 64435 w 128409"/>
                  <a:gd name="csY8" fmla="*/ 12875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5" y="128753"/>
                    </a:moveTo>
                    <a:cubicBezTo>
                      <a:pt x="81462" y="128753"/>
                      <a:pt x="97795" y="121979"/>
                      <a:pt x="109835" y="109924"/>
                    </a:cubicBezTo>
                    <a:cubicBezTo>
                      <a:pt x="121875" y="97868"/>
                      <a:pt x="128640" y="81515"/>
                      <a:pt x="128640" y="64466"/>
                    </a:cubicBezTo>
                    <a:cubicBezTo>
                      <a:pt x="128640" y="47417"/>
                      <a:pt x="121875" y="31064"/>
                      <a:pt x="109835" y="19009"/>
                    </a:cubicBezTo>
                    <a:cubicBezTo>
                      <a:pt x="97795" y="6953"/>
                      <a:pt x="81462" y="180"/>
                      <a:pt x="64435" y="180"/>
                    </a:cubicBezTo>
                    <a:cubicBezTo>
                      <a:pt x="47408" y="180"/>
                      <a:pt x="31076" y="6953"/>
                      <a:pt x="19036" y="19009"/>
                    </a:cubicBezTo>
                    <a:cubicBezTo>
                      <a:pt x="6995" y="31064"/>
                      <a:pt x="230" y="47417"/>
                      <a:pt x="230" y="64466"/>
                    </a:cubicBezTo>
                    <a:cubicBezTo>
                      <a:pt x="230" y="81515"/>
                      <a:pt x="6995" y="97868"/>
                      <a:pt x="19036" y="109924"/>
                    </a:cubicBezTo>
                    <a:cubicBezTo>
                      <a:pt x="31076" y="121979"/>
                      <a:pt x="47408" y="128753"/>
                      <a:pt x="64435" y="128753"/>
                    </a:cubicBezTo>
                    <a:close/>
                  </a:path>
                </a:pathLst>
              </a:custGeom>
              <a:solidFill>
                <a:srgbClr val="2FB47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0" name="任意多边形: 形状 1569"/>
              <p:cNvSpPr/>
              <p:nvPr/>
            </p:nvSpPr>
            <p:spPr>
              <a:xfrm>
                <a:off x="17491314" y="7850133"/>
                <a:ext cx="223200" cy="223200"/>
              </a:xfrm>
              <a:custGeom>
                <a:avLst/>
                <a:gdLst>
                  <a:gd name="csX0" fmla="*/ 64396 w 128409"/>
                  <a:gd name="csY0" fmla="*/ 128760 h 128573"/>
                  <a:gd name="csX1" fmla="*/ 109795 w 128409"/>
                  <a:gd name="csY1" fmla="*/ 109931 h 128573"/>
                  <a:gd name="csX2" fmla="*/ 128600 w 128409"/>
                  <a:gd name="csY2" fmla="*/ 64473 h 128573"/>
                  <a:gd name="csX3" fmla="*/ 109795 w 128409"/>
                  <a:gd name="csY3" fmla="*/ 19015 h 128573"/>
                  <a:gd name="csX4" fmla="*/ 64396 w 128409"/>
                  <a:gd name="csY4" fmla="*/ 186 h 128573"/>
                  <a:gd name="csX5" fmla="*/ 18996 w 128409"/>
                  <a:gd name="csY5" fmla="*/ 19015 h 128573"/>
                  <a:gd name="csX6" fmla="*/ 191 w 128409"/>
                  <a:gd name="csY6" fmla="*/ 64473 h 128573"/>
                  <a:gd name="csX7" fmla="*/ 18996 w 128409"/>
                  <a:gd name="csY7" fmla="*/ 109931 h 128573"/>
                  <a:gd name="csX8" fmla="*/ 64396 w 128409"/>
                  <a:gd name="csY8" fmla="*/ 12876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60"/>
                    </a:moveTo>
                    <a:cubicBezTo>
                      <a:pt x="81423" y="128760"/>
                      <a:pt x="97755" y="121986"/>
                      <a:pt x="109795" y="109931"/>
                    </a:cubicBezTo>
                    <a:cubicBezTo>
                      <a:pt x="121835" y="97875"/>
                      <a:pt x="128600" y="81522"/>
                      <a:pt x="128600" y="64473"/>
                    </a:cubicBezTo>
                    <a:cubicBezTo>
                      <a:pt x="128600" y="47424"/>
                      <a:pt x="121835" y="31071"/>
                      <a:pt x="109795" y="19015"/>
                    </a:cubicBezTo>
                    <a:cubicBezTo>
                      <a:pt x="97755" y="6960"/>
                      <a:pt x="81423" y="186"/>
                      <a:pt x="64396" y="186"/>
                    </a:cubicBezTo>
                    <a:cubicBezTo>
                      <a:pt x="47368" y="186"/>
                      <a:pt x="31036" y="6960"/>
                      <a:pt x="18996" y="19015"/>
                    </a:cubicBezTo>
                    <a:cubicBezTo>
                      <a:pt x="6956" y="31071"/>
                      <a:pt x="191" y="47424"/>
                      <a:pt x="191" y="64473"/>
                    </a:cubicBezTo>
                    <a:cubicBezTo>
                      <a:pt x="191" y="81522"/>
                      <a:pt x="6956" y="97875"/>
                      <a:pt x="18996" y="109931"/>
                    </a:cubicBezTo>
                    <a:cubicBezTo>
                      <a:pt x="31036" y="121986"/>
                      <a:pt x="47368" y="128760"/>
                      <a:pt x="64396" y="128760"/>
                    </a:cubicBezTo>
                    <a:close/>
                  </a:path>
                </a:pathLst>
              </a:custGeom>
              <a:solidFill>
                <a:srgbClr val="46075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1" name="任意多边形: 形状 1570"/>
              <p:cNvSpPr/>
              <p:nvPr/>
            </p:nvSpPr>
            <p:spPr>
              <a:xfrm>
                <a:off x="17246871" y="7507623"/>
                <a:ext cx="223200" cy="223200"/>
              </a:xfrm>
              <a:custGeom>
                <a:avLst/>
                <a:gdLst>
                  <a:gd name="csX0" fmla="*/ 64387 w 128409"/>
                  <a:gd name="csY0" fmla="*/ 128748 h 128573"/>
                  <a:gd name="csX1" fmla="*/ 109787 w 128409"/>
                  <a:gd name="csY1" fmla="*/ 109919 h 128573"/>
                  <a:gd name="csX2" fmla="*/ 128592 w 128409"/>
                  <a:gd name="csY2" fmla="*/ 64462 h 128573"/>
                  <a:gd name="csX3" fmla="*/ 109787 w 128409"/>
                  <a:gd name="csY3" fmla="*/ 19004 h 128573"/>
                  <a:gd name="csX4" fmla="*/ 64387 w 128409"/>
                  <a:gd name="csY4" fmla="*/ 175 h 128573"/>
                  <a:gd name="csX5" fmla="*/ 18988 w 128409"/>
                  <a:gd name="csY5" fmla="*/ 19004 h 128573"/>
                  <a:gd name="csX6" fmla="*/ 183 w 128409"/>
                  <a:gd name="csY6" fmla="*/ 64462 h 128573"/>
                  <a:gd name="csX7" fmla="*/ 18988 w 128409"/>
                  <a:gd name="csY7" fmla="*/ 109919 h 128573"/>
                  <a:gd name="csX8" fmla="*/ 64387 w 128409"/>
                  <a:gd name="csY8" fmla="*/ 12874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7" y="128748"/>
                    </a:moveTo>
                    <a:cubicBezTo>
                      <a:pt x="81415" y="128748"/>
                      <a:pt x="97747" y="121975"/>
                      <a:pt x="109787" y="109919"/>
                    </a:cubicBezTo>
                    <a:cubicBezTo>
                      <a:pt x="121827" y="97864"/>
                      <a:pt x="128592" y="81511"/>
                      <a:pt x="128592" y="64462"/>
                    </a:cubicBezTo>
                    <a:cubicBezTo>
                      <a:pt x="128592" y="47413"/>
                      <a:pt x="121827" y="31060"/>
                      <a:pt x="109787" y="19004"/>
                    </a:cubicBezTo>
                    <a:cubicBezTo>
                      <a:pt x="97747" y="6949"/>
                      <a:pt x="81415" y="175"/>
                      <a:pt x="64387" y="175"/>
                    </a:cubicBezTo>
                    <a:cubicBezTo>
                      <a:pt x="47360" y="175"/>
                      <a:pt x="31028" y="6949"/>
                      <a:pt x="18988" y="19004"/>
                    </a:cubicBezTo>
                    <a:cubicBezTo>
                      <a:pt x="6948" y="31060"/>
                      <a:pt x="183" y="47413"/>
                      <a:pt x="183" y="64462"/>
                    </a:cubicBezTo>
                    <a:cubicBezTo>
                      <a:pt x="183" y="81511"/>
                      <a:pt x="6948" y="97864"/>
                      <a:pt x="18988" y="109919"/>
                    </a:cubicBezTo>
                    <a:cubicBezTo>
                      <a:pt x="31028" y="121975"/>
                      <a:pt x="47360" y="128748"/>
                      <a:pt x="64387" y="128748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2" name="任意多边形: 形状 1571"/>
              <p:cNvSpPr/>
              <p:nvPr/>
            </p:nvSpPr>
            <p:spPr>
              <a:xfrm>
                <a:off x="17579146" y="7980602"/>
                <a:ext cx="223200" cy="223200"/>
              </a:xfrm>
              <a:custGeom>
                <a:avLst/>
                <a:gdLst>
                  <a:gd name="csX0" fmla="*/ 64398 w 128409"/>
                  <a:gd name="csY0" fmla="*/ 128764 h 128573"/>
                  <a:gd name="csX1" fmla="*/ 109798 w 128409"/>
                  <a:gd name="csY1" fmla="*/ 109935 h 128573"/>
                  <a:gd name="csX2" fmla="*/ 128603 w 128409"/>
                  <a:gd name="csY2" fmla="*/ 64477 h 128573"/>
                  <a:gd name="csX3" fmla="*/ 109798 w 128409"/>
                  <a:gd name="csY3" fmla="*/ 19020 h 128573"/>
                  <a:gd name="csX4" fmla="*/ 64398 w 128409"/>
                  <a:gd name="csY4" fmla="*/ 191 h 128573"/>
                  <a:gd name="csX5" fmla="*/ 18999 w 128409"/>
                  <a:gd name="csY5" fmla="*/ 19020 h 128573"/>
                  <a:gd name="csX6" fmla="*/ 194 w 128409"/>
                  <a:gd name="csY6" fmla="*/ 64477 h 128573"/>
                  <a:gd name="csX7" fmla="*/ 18999 w 128409"/>
                  <a:gd name="csY7" fmla="*/ 109935 h 128573"/>
                  <a:gd name="csX8" fmla="*/ 64398 w 128409"/>
                  <a:gd name="csY8" fmla="*/ 12876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8" y="128764"/>
                    </a:moveTo>
                    <a:cubicBezTo>
                      <a:pt x="81426" y="128764"/>
                      <a:pt x="97758" y="121990"/>
                      <a:pt x="109798" y="109935"/>
                    </a:cubicBezTo>
                    <a:cubicBezTo>
                      <a:pt x="121838" y="97879"/>
                      <a:pt x="128603" y="81526"/>
                      <a:pt x="128603" y="64477"/>
                    </a:cubicBezTo>
                    <a:cubicBezTo>
                      <a:pt x="128603" y="47428"/>
                      <a:pt x="121838" y="31075"/>
                      <a:pt x="109798" y="19020"/>
                    </a:cubicBezTo>
                    <a:cubicBezTo>
                      <a:pt x="97758" y="6964"/>
                      <a:pt x="81426" y="191"/>
                      <a:pt x="64398" y="191"/>
                    </a:cubicBezTo>
                    <a:cubicBezTo>
                      <a:pt x="47371" y="191"/>
                      <a:pt x="31039" y="6964"/>
                      <a:pt x="18999" y="19020"/>
                    </a:cubicBezTo>
                    <a:cubicBezTo>
                      <a:pt x="6959" y="31075"/>
                      <a:pt x="194" y="47428"/>
                      <a:pt x="194" y="64477"/>
                    </a:cubicBezTo>
                    <a:cubicBezTo>
                      <a:pt x="194" y="81526"/>
                      <a:pt x="6959" y="97879"/>
                      <a:pt x="18999" y="109935"/>
                    </a:cubicBezTo>
                    <a:cubicBezTo>
                      <a:pt x="31039" y="121990"/>
                      <a:pt x="47371" y="128764"/>
                      <a:pt x="64398" y="128764"/>
                    </a:cubicBezTo>
                    <a:close/>
                  </a:path>
                </a:pathLst>
              </a:custGeom>
              <a:solidFill>
                <a:srgbClr val="44015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3" name="任意多边形: 形状 1572"/>
              <p:cNvSpPr/>
              <p:nvPr/>
            </p:nvSpPr>
            <p:spPr>
              <a:xfrm>
                <a:off x="16748945" y="8037929"/>
                <a:ext cx="223200" cy="223200"/>
              </a:xfrm>
              <a:custGeom>
                <a:avLst/>
                <a:gdLst>
                  <a:gd name="csX0" fmla="*/ 64371 w 128409"/>
                  <a:gd name="csY0" fmla="*/ 128766 h 128573"/>
                  <a:gd name="csX1" fmla="*/ 109771 w 128409"/>
                  <a:gd name="csY1" fmla="*/ 109937 h 128573"/>
                  <a:gd name="csX2" fmla="*/ 128576 w 128409"/>
                  <a:gd name="csY2" fmla="*/ 64479 h 128573"/>
                  <a:gd name="csX3" fmla="*/ 109771 w 128409"/>
                  <a:gd name="csY3" fmla="*/ 19022 h 128573"/>
                  <a:gd name="csX4" fmla="*/ 64371 w 128409"/>
                  <a:gd name="csY4" fmla="*/ 193 h 128573"/>
                  <a:gd name="csX5" fmla="*/ 18971 w 128409"/>
                  <a:gd name="csY5" fmla="*/ 19022 h 128573"/>
                  <a:gd name="csX6" fmla="*/ 166 w 128409"/>
                  <a:gd name="csY6" fmla="*/ 64479 h 128573"/>
                  <a:gd name="csX7" fmla="*/ 18971 w 128409"/>
                  <a:gd name="csY7" fmla="*/ 109937 h 128573"/>
                  <a:gd name="csX8" fmla="*/ 64371 w 128409"/>
                  <a:gd name="csY8" fmla="*/ 12876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1" y="128766"/>
                    </a:moveTo>
                    <a:cubicBezTo>
                      <a:pt x="81398" y="128766"/>
                      <a:pt x="97730" y="121992"/>
                      <a:pt x="109771" y="109937"/>
                    </a:cubicBezTo>
                    <a:cubicBezTo>
                      <a:pt x="121811" y="97881"/>
                      <a:pt x="128576" y="81528"/>
                      <a:pt x="128576" y="64479"/>
                    </a:cubicBezTo>
                    <a:cubicBezTo>
                      <a:pt x="128576" y="47430"/>
                      <a:pt x="121811" y="31077"/>
                      <a:pt x="109771" y="19022"/>
                    </a:cubicBezTo>
                    <a:cubicBezTo>
                      <a:pt x="97730" y="6966"/>
                      <a:pt x="81398" y="193"/>
                      <a:pt x="64371" y="193"/>
                    </a:cubicBezTo>
                    <a:cubicBezTo>
                      <a:pt x="47344" y="193"/>
                      <a:pt x="31012" y="6966"/>
                      <a:pt x="18971" y="19022"/>
                    </a:cubicBezTo>
                    <a:cubicBezTo>
                      <a:pt x="6931" y="31077"/>
                      <a:pt x="166" y="47430"/>
                      <a:pt x="166" y="64479"/>
                    </a:cubicBezTo>
                    <a:cubicBezTo>
                      <a:pt x="166" y="81528"/>
                      <a:pt x="6931" y="97881"/>
                      <a:pt x="18971" y="109937"/>
                    </a:cubicBezTo>
                    <a:cubicBezTo>
                      <a:pt x="31012" y="121992"/>
                      <a:pt x="47344" y="128766"/>
                      <a:pt x="64371" y="128766"/>
                    </a:cubicBezTo>
                    <a:close/>
                  </a:path>
                </a:pathLst>
              </a:custGeom>
              <a:solidFill>
                <a:srgbClr val="21A68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4" name="任意多边形: 形状 1573"/>
              <p:cNvSpPr/>
              <p:nvPr/>
            </p:nvSpPr>
            <p:spPr>
              <a:xfrm>
                <a:off x="18377758" y="8445263"/>
                <a:ext cx="223200" cy="223200"/>
              </a:xfrm>
              <a:custGeom>
                <a:avLst/>
                <a:gdLst>
                  <a:gd name="csX0" fmla="*/ 64425 w 128409"/>
                  <a:gd name="csY0" fmla="*/ 128779 h 128573"/>
                  <a:gd name="csX1" fmla="*/ 109824 w 128409"/>
                  <a:gd name="csY1" fmla="*/ 109950 h 128573"/>
                  <a:gd name="csX2" fmla="*/ 128630 w 128409"/>
                  <a:gd name="csY2" fmla="*/ 64493 h 128573"/>
                  <a:gd name="csX3" fmla="*/ 109824 w 128409"/>
                  <a:gd name="csY3" fmla="*/ 19035 h 128573"/>
                  <a:gd name="csX4" fmla="*/ 64425 w 128409"/>
                  <a:gd name="csY4" fmla="*/ 206 h 128573"/>
                  <a:gd name="csX5" fmla="*/ 19025 w 128409"/>
                  <a:gd name="csY5" fmla="*/ 19035 h 128573"/>
                  <a:gd name="csX6" fmla="*/ 220 w 128409"/>
                  <a:gd name="csY6" fmla="*/ 64493 h 128573"/>
                  <a:gd name="csX7" fmla="*/ 19025 w 128409"/>
                  <a:gd name="csY7" fmla="*/ 109950 h 128573"/>
                  <a:gd name="csX8" fmla="*/ 64425 w 128409"/>
                  <a:gd name="csY8" fmla="*/ 12877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5" y="128779"/>
                    </a:moveTo>
                    <a:cubicBezTo>
                      <a:pt x="81452" y="128779"/>
                      <a:pt x="97784" y="122006"/>
                      <a:pt x="109824" y="109950"/>
                    </a:cubicBezTo>
                    <a:cubicBezTo>
                      <a:pt x="121865" y="97895"/>
                      <a:pt x="128630" y="81542"/>
                      <a:pt x="128630" y="64493"/>
                    </a:cubicBezTo>
                    <a:cubicBezTo>
                      <a:pt x="128630" y="47444"/>
                      <a:pt x="121865" y="31091"/>
                      <a:pt x="109824" y="19035"/>
                    </a:cubicBezTo>
                    <a:cubicBezTo>
                      <a:pt x="97784" y="6980"/>
                      <a:pt x="81452" y="206"/>
                      <a:pt x="64425" y="206"/>
                    </a:cubicBezTo>
                    <a:cubicBezTo>
                      <a:pt x="47398" y="206"/>
                      <a:pt x="31065" y="6980"/>
                      <a:pt x="19025" y="19035"/>
                    </a:cubicBezTo>
                    <a:cubicBezTo>
                      <a:pt x="6985" y="31091"/>
                      <a:pt x="220" y="47444"/>
                      <a:pt x="220" y="64493"/>
                    </a:cubicBezTo>
                    <a:cubicBezTo>
                      <a:pt x="220" y="81542"/>
                      <a:pt x="6985" y="97895"/>
                      <a:pt x="19025" y="109950"/>
                    </a:cubicBezTo>
                    <a:cubicBezTo>
                      <a:pt x="31065" y="122006"/>
                      <a:pt x="47398" y="128779"/>
                      <a:pt x="64425" y="128779"/>
                    </a:cubicBezTo>
                    <a:close/>
                  </a:path>
                </a:pathLst>
              </a:custGeom>
              <a:solidFill>
                <a:srgbClr val="218E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5" name="任意多边形: 形状 1574"/>
              <p:cNvSpPr/>
              <p:nvPr/>
            </p:nvSpPr>
            <p:spPr>
              <a:xfrm>
                <a:off x="18527607" y="8778557"/>
                <a:ext cx="223200" cy="223200"/>
              </a:xfrm>
              <a:custGeom>
                <a:avLst/>
                <a:gdLst>
                  <a:gd name="csX0" fmla="*/ 64430 w 128409"/>
                  <a:gd name="csY0" fmla="*/ 128790 h 128573"/>
                  <a:gd name="csX1" fmla="*/ 109829 w 128409"/>
                  <a:gd name="csY1" fmla="*/ 109961 h 128573"/>
                  <a:gd name="csX2" fmla="*/ 128635 w 128409"/>
                  <a:gd name="csY2" fmla="*/ 64504 h 128573"/>
                  <a:gd name="csX3" fmla="*/ 109829 w 128409"/>
                  <a:gd name="csY3" fmla="*/ 19046 h 128573"/>
                  <a:gd name="csX4" fmla="*/ 64430 w 128409"/>
                  <a:gd name="csY4" fmla="*/ 217 h 128573"/>
                  <a:gd name="csX5" fmla="*/ 19030 w 128409"/>
                  <a:gd name="csY5" fmla="*/ 19046 h 128573"/>
                  <a:gd name="csX6" fmla="*/ 225 w 128409"/>
                  <a:gd name="csY6" fmla="*/ 64504 h 128573"/>
                  <a:gd name="csX7" fmla="*/ 19030 w 128409"/>
                  <a:gd name="csY7" fmla="*/ 109961 h 128573"/>
                  <a:gd name="csX8" fmla="*/ 64430 w 128409"/>
                  <a:gd name="csY8" fmla="*/ 12879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0" y="128790"/>
                    </a:moveTo>
                    <a:cubicBezTo>
                      <a:pt x="81457" y="128790"/>
                      <a:pt x="97789" y="122017"/>
                      <a:pt x="109829" y="109961"/>
                    </a:cubicBezTo>
                    <a:cubicBezTo>
                      <a:pt x="121870" y="97906"/>
                      <a:pt x="128635" y="81553"/>
                      <a:pt x="128635" y="64504"/>
                    </a:cubicBezTo>
                    <a:cubicBezTo>
                      <a:pt x="128635" y="47455"/>
                      <a:pt x="121870" y="31102"/>
                      <a:pt x="109829" y="19046"/>
                    </a:cubicBezTo>
                    <a:cubicBezTo>
                      <a:pt x="97789" y="6991"/>
                      <a:pt x="81457" y="217"/>
                      <a:pt x="64430" y="217"/>
                    </a:cubicBezTo>
                    <a:cubicBezTo>
                      <a:pt x="47403" y="217"/>
                      <a:pt x="31070" y="6991"/>
                      <a:pt x="19030" y="19046"/>
                    </a:cubicBezTo>
                    <a:cubicBezTo>
                      <a:pt x="6990" y="31102"/>
                      <a:pt x="225" y="47455"/>
                      <a:pt x="225" y="64504"/>
                    </a:cubicBezTo>
                    <a:cubicBezTo>
                      <a:pt x="225" y="81553"/>
                      <a:pt x="6990" y="97906"/>
                      <a:pt x="19030" y="109961"/>
                    </a:cubicBezTo>
                    <a:cubicBezTo>
                      <a:pt x="31070" y="122017"/>
                      <a:pt x="47403" y="128790"/>
                      <a:pt x="64430" y="128790"/>
                    </a:cubicBezTo>
                    <a:close/>
                  </a:path>
                </a:pathLst>
              </a:custGeom>
              <a:solidFill>
                <a:srgbClr val="A5DB3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6" name="任意多边形: 形状 1575"/>
              <p:cNvSpPr/>
              <p:nvPr/>
            </p:nvSpPr>
            <p:spPr>
              <a:xfrm>
                <a:off x="17735336" y="8301624"/>
                <a:ext cx="223200" cy="223200"/>
              </a:xfrm>
              <a:custGeom>
                <a:avLst/>
                <a:gdLst>
                  <a:gd name="csX0" fmla="*/ 64404 w 128409"/>
                  <a:gd name="csY0" fmla="*/ 128775 h 128573"/>
                  <a:gd name="csX1" fmla="*/ 109803 w 128409"/>
                  <a:gd name="csY1" fmla="*/ 109946 h 128573"/>
                  <a:gd name="csX2" fmla="*/ 128608 w 128409"/>
                  <a:gd name="csY2" fmla="*/ 64488 h 128573"/>
                  <a:gd name="csX3" fmla="*/ 109803 w 128409"/>
                  <a:gd name="csY3" fmla="*/ 19030 h 128573"/>
                  <a:gd name="csX4" fmla="*/ 64404 w 128409"/>
                  <a:gd name="csY4" fmla="*/ 201 h 128573"/>
                  <a:gd name="csX5" fmla="*/ 19004 w 128409"/>
                  <a:gd name="csY5" fmla="*/ 19030 h 128573"/>
                  <a:gd name="csX6" fmla="*/ 199 w 128409"/>
                  <a:gd name="csY6" fmla="*/ 64488 h 128573"/>
                  <a:gd name="csX7" fmla="*/ 19004 w 128409"/>
                  <a:gd name="csY7" fmla="*/ 109946 h 128573"/>
                  <a:gd name="csX8" fmla="*/ 64404 w 128409"/>
                  <a:gd name="csY8" fmla="*/ 128775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4" y="128775"/>
                    </a:moveTo>
                    <a:cubicBezTo>
                      <a:pt x="81431" y="128775"/>
                      <a:pt x="97763" y="122001"/>
                      <a:pt x="109803" y="109946"/>
                    </a:cubicBezTo>
                    <a:cubicBezTo>
                      <a:pt x="121843" y="97890"/>
                      <a:pt x="128608" y="81537"/>
                      <a:pt x="128608" y="64488"/>
                    </a:cubicBezTo>
                    <a:cubicBezTo>
                      <a:pt x="128608" y="47439"/>
                      <a:pt x="121843" y="31086"/>
                      <a:pt x="109803" y="19030"/>
                    </a:cubicBezTo>
                    <a:cubicBezTo>
                      <a:pt x="97763" y="6975"/>
                      <a:pt x="81431" y="201"/>
                      <a:pt x="64404" y="201"/>
                    </a:cubicBezTo>
                    <a:cubicBezTo>
                      <a:pt x="47376" y="201"/>
                      <a:pt x="31044" y="6975"/>
                      <a:pt x="19004" y="19030"/>
                    </a:cubicBezTo>
                    <a:cubicBezTo>
                      <a:pt x="6964" y="31086"/>
                      <a:pt x="199" y="47439"/>
                      <a:pt x="199" y="64488"/>
                    </a:cubicBezTo>
                    <a:cubicBezTo>
                      <a:pt x="199" y="81537"/>
                      <a:pt x="6964" y="97890"/>
                      <a:pt x="19004" y="109946"/>
                    </a:cubicBezTo>
                    <a:cubicBezTo>
                      <a:pt x="31044" y="122001"/>
                      <a:pt x="47376" y="128775"/>
                      <a:pt x="64404" y="128775"/>
                    </a:cubicBezTo>
                    <a:close/>
                  </a:path>
                </a:pathLst>
              </a:custGeom>
              <a:solidFill>
                <a:srgbClr val="472F7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7" name="任意多边形: 形状 1576"/>
              <p:cNvSpPr/>
              <p:nvPr/>
            </p:nvSpPr>
            <p:spPr>
              <a:xfrm>
                <a:off x="17973658" y="7325259"/>
                <a:ext cx="223200" cy="223200"/>
              </a:xfrm>
              <a:custGeom>
                <a:avLst/>
                <a:gdLst>
                  <a:gd name="csX0" fmla="*/ 64412 w 128409"/>
                  <a:gd name="csY0" fmla="*/ 128742 h 128573"/>
                  <a:gd name="csX1" fmla="*/ 109811 w 128409"/>
                  <a:gd name="csY1" fmla="*/ 109913 h 128573"/>
                  <a:gd name="csX2" fmla="*/ 128616 w 128409"/>
                  <a:gd name="csY2" fmla="*/ 64456 h 128573"/>
                  <a:gd name="csX3" fmla="*/ 109811 w 128409"/>
                  <a:gd name="csY3" fmla="*/ 18998 h 128573"/>
                  <a:gd name="csX4" fmla="*/ 64412 w 128409"/>
                  <a:gd name="csY4" fmla="*/ 169 h 128573"/>
                  <a:gd name="csX5" fmla="*/ 19012 w 128409"/>
                  <a:gd name="csY5" fmla="*/ 18998 h 128573"/>
                  <a:gd name="csX6" fmla="*/ 207 w 128409"/>
                  <a:gd name="csY6" fmla="*/ 64456 h 128573"/>
                  <a:gd name="csX7" fmla="*/ 19012 w 128409"/>
                  <a:gd name="csY7" fmla="*/ 109913 h 128573"/>
                  <a:gd name="csX8" fmla="*/ 64412 w 128409"/>
                  <a:gd name="csY8" fmla="*/ 12874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2" y="128742"/>
                    </a:moveTo>
                    <a:cubicBezTo>
                      <a:pt x="81439" y="128742"/>
                      <a:pt x="97771" y="121969"/>
                      <a:pt x="109811" y="109913"/>
                    </a:cubicBezTo>
                    <a:cubicBezTo>
                      <a:pt x="121851" y="97858"/>
                      <a:pt x="128616" y="81505"/>
                      <a:pt x="128616" y="64456"/>
                    </a:cubicBezTo>
                    <a:cubicBezTo>
                      <a:pt x="128616" y="47407"/>
                      <a:pt x="121851" y="31054"/>
                      <a:pt x="109811" y="18998"/>
                    </a:cubicBezTo>
                    <a:cubicBezTo>
                      <a:pt x="97771" y="6943"/>
                      <a:pt x="81439" y="169"/>
                      <a:pt x="64412" y="169"/>
                    </a:cubicBezTo>
                    <a:cubicBezTo>
                      <a:pt x="47384" y="169"/>
                      <a:pt x="31052" y="6943"/>
                      <a:pt x="19012" y="18998"/>
                    </a:cubicBezTo>
                    <a:cubicBezTo>
                      <a:pt x="6972" y="31054"/>
                      <a:pt x="207" y="47407"/>
                      <a:pt x="207" y="64456"/>
                    </a:cubicBezTo>
                    <a:cubicBezTo>
                      <a:pt x="207" y="81505"/>
                      <a:pt x="6972" y="97858"/>
                      <a:pt x="19012" y="109913"/>
                    </a:cubicBezTo>
                    <a:cubicBezTo>
                      <a:pt x="31052" y="121969"/>
                      <a:pt x="47384" y="128742"/>
                      <a:pt x="64412" y="128742"/>
                    </a:cubicBezTo>
                    <a:close/>
                  </a:path>
                </a:pathLst>
              </a:custGeom>
              <a:solidFill>
                <a:srgbClr val="1FA18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8" name="任意多边形: 形状 1577"/>
              <p:cNvSpPr/>
              <p:nvPr/>
            </p:nvSpPr>
            <p:spPr>
              <a:xfrm>
                <a:off x="18667666" y="8758176"/>
                <a:ext cx="223200" cy="223200"/>
              </a:xfrm>
              <a:custGeom>
                <a:avLst/>
                <a:gdLst>
                  <a:gd name="csX0" fmla="*/ 64434 w 128409"/>
                  <a:gd name="csY0" fmla="*/ 128790 h 128573"/>
                  <a:gd name="csX1" fmla="*/ 109834 w 128409"/>
                  <a:gd name="csY1" fmla="*/ 109961 h 128573"/>
                  <a:gd name="csX2" fmla="*/ 128639 w 128409"/>
                  <a:gd name="csY2" fmla="*/ 64503 h 128573"/>
                  <a:gd name="csX3" fmla="*/ 109834 w 128409"/>
                  <a:gd name="csY3" fmla="*/ 19046 h 128573"/>
                  <a:gd name="csX4" fmla="*/ 64434 w 128409"/>
                  <a:gd name="csY4" fmla="*/ 216 h 128573"/>
                  <a:gd name="csX5" fmla="*/ 19035 w 128409"/>
                  <a:gd name="csY5" fmla="*/ 19046 h 128573"/>
                  <a:gd name="csX6" fmla="*/ 230 w 128409"/>
                  <a:gd name="csY6" fmla="*/ 64503 h 128573"/>
                  <a:gd name="csX7" fmla="*/ 19035 w 128409"/>
                  <a:gd name="csY7" fmla="*/ 109961 h 128573"/>
                  <a:gd name="csX8" fmla="*/ 64434 w 128409"/>
                  <a:gd name="csY8" fmla="*/ 12879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4" y="128790"/>
                    </a:moveTo>
                    <a:cubicBezTo>
                      <a:pt x="81462" y="128790"/>
                      <a:pt x="97794" y="122016"/>
                      <a:pt x="109834" y="109961"/>
                    </a:cubicBezTo>
                    <a:cubicBezTo>
                      <a:pt x="121874" y="97905"/>
                      <a:pt x="128639" y="81552"/>
                      <a:pt x="128639" y="64503"/>
                    </a:cubicBezTo>
                    <a:cubicBezTo>
                      <a:pt x="128639" y="47454"/>
                      <a:pt x="121874" y="31101"/>
                      <a:pt x="109834" y="19046"/>
                    </a:cubicBezTo>
                    <a:cubicBezTo>
                      <a:pt x="97794" y="6990"/>
                      <a:pt x="81462" y="216"/>
                      <a:pt x="64434" y="216"/>
                    </a:cubicBezTo>
                    <a:cubicBezTo>
                      <a:pt x="47407" y="216"/>
                      <a:pt x="31075" y="6990"/>
                      <a:pt x="19035" y="19046"/>
                    </a:cubicBezTo>
                    <a:cubicBezTo>
                      <a:pt x="6995" y="31101"/>
                      <a:pt x="230" y="47454"/>
                      <a:pt x="230" y="64503"/>
                    </a:cubicBezTo>
                    <a:cubicBezTo>
                      <a:pt x="230" y="81552"/>
                      <a:pt x="6995" y="97905"/>
                      <a:pt x="19035" y="109961"/>
                    </a:cubicBezTo>
                    <a:cubicBezTo>
                      <a:pt x="31075" y="122016"/>
                      <a:pt x="47407" y="128790"/>
                      <a:pt x="64434" y="128790"/>
                    </a:cubicBezTo>
                    <a:close/>
                  </a:path>
                </a:pathLst>
              </a:custGeom>
              <a:solidFill>
                <a:srgbClr val="E2E418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79" name="任意多边形: 形状 1578"/>
              <p:cNvSpPr/>
              <p:nvPr/>
            </p:nvSpPr>
            <p:spPr>
              <a:xfrm>
                <a:off x="18213356" y="8454415"/>
                <a:ext cx="223200" cy="223200"/>
              </a:xfrm>
              <a:custGeom>
                <a:avLst/>
                <a:gdLst>
                  <a:gd name="csX0" fmla="*/ 64419 w 128409"/>
                  <a:gd name="csY0" fmla="*/ 128780 h 128573"/>
                  <a:gd name="csX1" fmla="*/ 109819 w 128409"/>
                  <a:gd name="csY1" fmla="*/ 109951 h 128573"/>
                  <a:gd name="csX2" fmla="*/ 128624 w 128409"/>
                  <a:gd name="csY2" fmla="*/ 64493 h 128573"/>
                  <a:gd name="csX3" fmla="*/ 109819 w 128409"/>
                  <a:gd name="csY3" fmla="*/ 19035 h 128573"/>
                  <a:gd name="csX4" fmla="*/ 64419 w 128409"/>
                  <a:gd name="csY4" fmla="*/ 206 h 128573"/>
                  <a:gd name="csX5" fmla="*/ 19020 w 128409"/>
                  <a:gd name="csY5" fmla="*/ 19035 h 128573"/>
                  <a:gd name="csX6" fmla="*/ 215 w 128409"/>
                  <a:gd name="csY6" fmla="*/ 64493 h 128573"/>
                  <a:gd name="csX7" fmla="*/ 19020 w 128409"/>
                  <a:gd name="csY7" fmla="*/ 109951 h 128573"/>
                  <a:gd name="csX8" fmla="*/ 64419 w 128409"/>
                  <a:gd name="csY8" fmla="*/ 12878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9" y="128780"/>
                    </a:moveTo>
                    <a:cubicBezTo>
                      <a:pt x="81447" y="128780"/>
                      <a:pt x="97779" y="122006"/>
                      <a:pt x="109819" y="109951"/>
                    </a:cubicBezTo>
                    <a:cubicBezTo>
                      <a:pt x="121859" y="97895"/>
                      <a:pt x="128624" y="81542"/>
                      <a:pt x="128624" y="64493"/>
                    </a:cubicBezTo>
                    <a:cubicBezTo>
                      <a:pt x="128624" y="47444"/>
                      <a:pt x="121859" y="31091"/>
                      <a:pt x="109819" y="19035"/>
                    </a:cubicBezTo>
                    <a:cubicBezTo>
                      <a:pt x="97779" y="6980"/>
                      <a:pt x="81447" y="206"/>
                      <a:pt x="64419" y="206"/>
                    </a:cubicBezTo>
                    <a:cubicBezTo>
                      <a:pt x="47392" y="206"/>
                      <a:pt x="31060" y="6980"/>
                      <a:pt x="19020" y="19035"/>
                    </a:cubicBezTo>
                    <a:cubicBezTo>
                      <a:pt x="6980" y="31091"/>
                      <a:pt x="215" y="47444"/>
                      <a:pt x="215" y="64493"/>
                    </a:cubicBezTo>
                    <a:cubicBezTo>
                      <a:pt x="215" y="81542"/>
                      <a:pt x="6980" y="97895"/>
                      <a:pt x="19020" y="109951"/>
                    </a:cubicBezTo>
                    <a:cubicBezTo>
                      <a:pt x="31060" y="122006"/>
                      <a:pt x="47392" y="128780"/>
                      <a:pt x="64419" y="128780"/>
                    </a:cubicBezTo>
                    <a:close/>
                  </a:path>
                </a:pathLst>
              </a:custGeom>
              <a:solidFill>
                <a:srgbClr val="2585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0" name="任意多边形: 形状 1579"/>
              <p:cNvSpPr/>
              <p:nvPr/>
            </p:nvSpPr>
            <p:spPr>
              <a:xfrm>
                <a:off x="17790016" y="8172290"/>
                <a:ext cx="223200" cy="223200"/>
              </a:xfrm>
              <a:custGeom>
                <a:avLst/>
                <a:gdLst>
                  <a:gd name="csX0" fmla="*/ 64405 w 128409"/>
                  <a:gd name="csY0" fmla="*/ 128770 h 128573"/>
                  <a:gd name="csX1" fmla="*/ 109805 w 128409"/>
                  <a:gd name="csY1" fmla="*/ 109941 h 128573"/>
                  <a:gd name="csX2" fmla="*/ 128610 w 128409"/>
                  <a:gd name="csY2" fmla="*/ 64484 h 128573"/>
                  <a:gd name="csX3" fmla="*/ 109805 w 128409"/>
                  <a:gd name="csY3" fmla="*/ 19026 h 128573"/>
                  <a:gd name="csX4" fmla="*/ 64405 w 128409"/>
                  <a:gd name="csY4" fmla="*/ 197 h 128573"/>
                  <a:gd name="csX5" fmla="*/ 19006 w 128409"/>
                  <a:gd name="csY5" fmla="*/ 19026 h 128573"/>
                  <a:gd name="csX6" fmla="*/ 201 w 128409"/>
                  <a:gd name="csY6" fmla="*/ 64484 h 128573"/>
                  <a:gd name="csX7" fmla="*/ 19006 w 128409"/>
                  <a:gd name="csY7" fmla="*/ 109941 h 128573"/>
                  <a:gd name="csX8" fmla="*/ 64405 w 128409"/>
                  <a:gd name="csY8" fmla="*/ 12877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5" y="128770"/>
                    </a:moveTo>
                    <a:cubicBezTo>
                      <a:pt x="81433" y="128770"/>
                      <a:pt x="97765" y="121997"/>
                      <a:pt x="109805" y="109941"/>
                    </a:cubicBezTo>
                    <a:cubicBezTo>
                      <a:pt x="121845" y="97886"/>
                      <a:pt x="128610" y="81533"/>
                      <a:pt x="128610" y="64484"/>
                    </a:cubicBezTo>
                    <a:cubicBezTo>
                      <a:pt x="128610" y="47435"/>
                      <a:pt x="121845" y="31082"/>
                      <a:pt x="109805" y="19026"/>
                    </a:cubicBezTo>
                    <a:cubicBezTo>
                      <a:pt x="97765" y="6971"/>
                      <a:pt x="81433" y="197"/>
                      <a:pt x="64405" y="197"/>
                    </a:cubicBezTo>
                    <a:cubicBezTo>
                      <a:pt x="47378" y="197"/>
                      <a:pt x="31046" y="6971"/>
                      <a:pt x="19006" y="19026"/>
                    </a:cubicBezTo>
                    <a:cubicBezTo>
                      <a:pt x="6966" y="31082"/>
                      <a:pt x="201" y="47435"/>
                      <a:pt x="201" y="64484"/>
                    </a:cubicBezTo>
                    <a:cubicBezTo>
                      <a:pt x="201" y="81533"/>
                      <a:pt x="6966" y="97886"/>
                      <a:pt x="19006" y="109941"/>
                    </a:cubicBezTo>
                    <a:cubicBezTo>
                      <a:pt x="31046" y="121997"/>
                      <a:pt x="47378" y="128770"/>
                      <a:pt x="64405" y="128770"/>
                    </a:cubicBezTo>
                    <a:close/>
                  </a:path>
                </a:pathLst>
              </a:custGeom>
              <a:solidFill>
                <a:srgbClr val="45358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1" name="任意多边形: 形状 1580"/>
              <p:cNvSpPr/>
              <p:nvPr/>
            </p:nvSpPr>
            <p:spPr>
              <a:xfrm>
                <a:off x="16939736" y="8522476"/>
                <a:ext cx="223200" cy="223200"/>
              </a:xfrm>
              <a:custGeom>
                <a:avLst/>
                <a:gdLst>
                  <a:gd name="csX0" fmla="*/ 64377 w 128409"/>
                  <a:gd name="csY0" fmla="*/ 128782 h 128573"/>
                  <a:gd name="csX1" fmla="*/ 109777 w 128409"/>
                  <a:gd name="csY1" fmla="*/ 109953 h 128573"/>
                  <a:gd name="csX2" fmla="*/ 128582 w 128409"/>
                  <a:gd name="csY2" fmla="*/ 64495 h 128573"/>
                  <a:gd name="csX3" fmla="*/ 109777 w 128409"/>
                  <a:gd name="csY3" fmla="*/ 19038 h 128573"/>
                  <a:gd name="csX4" fmla="*/ 64377 w 128409"/>
                  <a:gd name="csY4" fmla="*/ 209 h 128573"/>
                  <a:gd name="csX5" fmla="*/ 18978 w 128409"/>
                  <a:gd name="csY5" fmla="*/ 19038 h 128573"/>
                  <a:gd name="csX6" fmla="*/ 173 w 128409"/>
                  <a:gd name="csY6" fmla="*/ 64495 h 128573"/>
                  <a:gd name="csX7" fmla="*/ 18978 w 128409"/>
                  <a:gd name="csY7" fmla="*/ 109953 h 128573"/>
                  <a:gd name="csX8" fmla="*/ 64377 w 128409"/>
                  <a:gd name="csY8" fmla="*/ 12878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7" y="128782"/>
                    </a:moveTo>
                    <a:cubicBezTo>
                      <a:pt x="81405" y="128782"/>
                      <a:pt x="97737" y="122008"/>
                      <a:pt x="109777" y="109953"/>
                    </a:cubicBezTo>
                    <a:cubicBezTo>
                      <a:pt x="121817" y="97897"/>
                      <a:pt x="128582" y="81544"/>
                      <a:pt x="128582" y="64495"/>
                    </a:cubicBezTo>
                    <a:cubicBezTo>
                      <a:pt x="128582" y="47446"/>
                      <a:pt x="121817" y="31093"/>
                      <a:pt x="109777" y="19038"/>
                    </a:cubicBezTo>
                    <a:cubicBezTo>
                      <a:pt x="97737" y="6982"/>
                      <a:pt x="81405" y="209"/>
                      <a:pt x="64377" y="209"/>
                    </a:cubicBezTo>
                    <a:cubicBezTo>
                      <a:pt x="47350" y="209"/>
                      <a:pt x="31018" y="6982"/>
                      <a:pt x="18978" y="19038"/>
                    </a:cubicBezTo>
                    <a:cubicBezTo>
                      <a:pt x="6938" y="31093"/>
                      <a:pt x="173" y="47446"/>
                      <a:pt x="173" y="64495"/>
                    </a:cubicBezTo>
                    <a:cubicBezTo>
                      <a:pt x="173" y="81544"/>
                      <a:pt x="6938" y="97897"/>
                      <a:pt x="18978" y="109953"/>
                    </a:cubicBezTo>
                    <a:cubicBezTo>
                      <a:pt x="31018" y="122008"/>
                      <a:pt x="47350" y="128782"/>
                      <a:pt x="64377" y="128782"/>
                    </a:cubicBezTo>
                    <a:close/>
                  </a:path>
                </a:pathLst>
              </a:custGeom>
              <a:solidFill>
                <a:srgbClr val="3ABA7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2" name="任意多边形: 形状 1581"/>
              <p:cNvSpPr/>
              <p:nvPr/>
            </p:nvSpPr>
            <p:spPr>
              <a:xfrm>
                <a:off x="17056828" y="8524883"/>
                <a:ext cx="223200" cy="223200"/>
              </a:xfrm>
              <a:custGeom>
                <a:avLst/>
                <a:gdLst>
                  <a:gd name="csX0" fmla="*/ 64381 w 128409"/>
                  <a:gd name="csY0" fmla="*/ 128782 h 128573"/>
                  <a:gd name="csX1" fmla="*/ 109781 w 128409"/>
                  <a:gd name="csY1" fmla="*/ 109953 h 128573"/>
                  <a:gd name="csX2" fmla="*/ 128586 w 128409"/>
                  <a:gd name="csY2" fmla="*/ 64495 h 128573"/>
                  <a:gd name="csX3" fmla="*/ 109781 w 128409"/>
                  <a:gd name="csY3" fmla="*/ 19038 h 128573"/>
                  <a:gd name="csX4" fmla="*/ 64381 w 128409"/>
                  <a:gd name="csY4" fmla="*/ 209 h 128573"/>
                  <a:gd name="csX5" fmla="*/ 18982 w 128409"/>
                  <a:gd name="csY5" fmla="*/ 19038 h 128573"/>
                  <a:gd name="csX6" fmla="*/ 176 w 128409"/>
                  <a:gd name="csY6" fmla="*/ 64495 h 128573"/>
                  <a:gd name="csX7" fmla="*/ 18982 w 128409"/>
                  <a:gd name="csY7" fmla="*/ 109953 h 128573"/>
                  <a:gd name="csX8" fmla="*/ 64381 w 128409"/>
                  <a:gd name="csY8" fmla="*/ 12878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1" y="128782"/>
                    </a:moveTo>
                    <a:cubicBezTo>
                      <a:pt x="81408" y="128782"/>
                      <a:pt x="97741" y="122008"/>
                      <a:pt x="109781" y="109953"/>
                    </a:cubicBezTo>
                    <a:cubicBezTo>
                      <a:pt x="121821" y="97897"/>
                      <a:pt x="128586" y="81544"/>
                      <a:pt x="128586" y="64495"/>
                    </a:cubicBezTo>
                    <a:cubicBezTo>
                      <a:pt x="128586" y="47446"/>
                      <a:pt x="121821" y="31093"/>
                      <a:pt x="109781" y="19038"/>
                    </a:cubicBezTo>
                    <a:cubicBezTo>
                      <a:pt x="97741" y="6982"/>
                      <a:pt x="81408" y="209"/>
                      <a:pt x="64381" y="209"/>
                    </a:cubicBezTo>
                    <a:cubicBezTo>
                      <a:pt x="47354" y="209"/>
                      <a:pt x="31022" y="6982"/>
                      <a:pt x="18982" y="19038"/>
                    </a:cubicBezTo>
                    <a:cubicBezTo>
                      <a:pt x="6941" y="31093"/>
                      <a:pt x="176" y="47446"/>
                      <a:pt x="176" y="64495"/>
                    </a:cubicBezTo>
                    <a:cubicBezTo>
                      <a:pt x="176" y="81544"/>
                      <a:pt x="6941" y="97897"/>
                      <a:pt x="18982" y="109953"/>
                    </a:cubicBezTo>
                    <a:cubicBezTo>
                      <a:pt x="31022" y="122008"/>
                      <a:pt x="47354" y="128782"/>
                      <a:pt x="64381" y="128782"/>
                    </a:cubicBezTo>
                    <a:close/>
                  </a:path>
                </a:pathLst>
              </a:custGeom>
              <a:solidFill>
                <a:srgbClr val="25AC82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3" name="任意多边形: 形状 1582"/>
              <p:cNvSpPr/>
              <p:nvPr/>
            </p:nvSpPr>
            <p:spPr>
              <a:xfrm>
                <a:off x="18610038" y="7348189"/>
                <a:ext cx="223200" cy="223200"/>
              </a:xfrm>
              <a:custGeom>
                <a:avLst/>
                <a:gdLst>
                  <a:gd name="csX0" fmla="*/ 64433 w 128409"/>
                  <a:gd name="csY0" fmla="*/ 128743 h 128573"/>
                  <a:gd name="csX1" fmla="*/ 109832 w 128409"/>
                  <a:gd name="csY1" fmla="*/ 109914 h 128573"/>
                  <a:gd name="csX2" fmla="*/ 128637 w 128409"/>
                  <a:gd name="csY2" fmla="*/ 64456 h 128573"/>
                  <a:gd name="csX3" fmla="*/ 109832 w 128409"/>
                  <a:gd name="csY3" fmla="*/ 18999 h 128573"/>
                  <a:gd name="csX4" fmla="*/ 64433 w 128409"/>
                  <a:gd name="csY4" fmla="*/ 170 h 128573"/>
                  <a:gd name="csX5" fmla="*/ 19033 w 128409"/>
                  <a:gd name="csY5" fmla="*/ 18999 h 128573"/>
                  <a:gd name="csX6" fmla="*/ 228 w 128409"/>
                  <a:gd name="csY6" fmla="*/ 64456 h 128573"/>
                  <a:gd name="csX7" fmla="*/ 19033 w 128409"/>
                  <a:gd name="csY7" fmla="*/ 109914 h 128573"/>
                  <a:gd name="csX8" fmla="*/ 64433 w 128409"/>
                  <a:gd name="csY8" fmla="*/ 128743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3" y="128743"/>
                    </a:moveTo>
                    <a:cubicBezTo>
                      <a:pt x="81460" y="128743"/>
                      <a:pt x="97792" y="121969"/>
                      <a:pt x="109832" y="109914"/>
                    </a:cubicBezTo>
                    <a:cubicBezTo>
                      <a:pt x="121872" y="97859"/>
                      <a:pt x="128637" y="81505"/>
                      <a:pt x="128637" y="64456"/>
                    </a:cubicBezTo>
                    <a:cubicBezTo>
                      <a:pt x="128637" y="47407"/>
                      <a:pt x="121872" y="31054"/>
                      <a:pt x="109832" y="18999"/>
                    </a:cubicBezTo>
                    <a:cubicBezTo>
                      <a:pt x="97792" y="6943"/>
                      <a:pt x="81460" y="170"/>
                      <a:pt x="64433" y="170"/>
                    </a:cubicBezTo>
                    <a:cubicBezTo>
                      <a:pt x="47405" y="170"/>
                      <a:pt x="31073" y="6943"/>
                      <a:pt x="19033" y="18999"/>
                    </a:cubicBezTo>
                    <a:cubicBezTo>
                      <a:pt x="6993" y="31054"/>
                      <a:pt x="228" y="47407"/>
                      <a:pt x="228" y="64456"/>
                    </a:cubicBezTo>
                    <a:cubicBezTo>
                      <a:pt x="228" y="81505"/>
                      <a:pt x="6993" y="97859"/>
                      <a:pt x="19033" y="109914"/>
                    </a:cubicBezTo>
                    <a:cubicBezTo>
                      <a:pt x="31073" y="121969"/>
                      <a:pt x="47405" y="128743"/>
                      <a:pt x="64433" y="128743"/>
                    </a:cubicBezTo>
                    <a:close/>
                  </a:path>
                </a:pathLst>
              </a:custGeom>
              <a:solidFill>
                <a:srgbClr val="C8E02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4" name="任意多边形: 形状 1583"/>
              <p:cNvSpPr/>
              <p:nvPr/>
            </p:nvSpPr>
            <p:spPr>
              <a:xfrm>
                <a:off x="18012902" y="8217156"/>
                <a:ext cx="223200" cy="223200"/>
              </a:xfrm>
              <a:custGeom>
                <a:avLst/>
                <a:gdLst>
                  <a:gd name="csX0" fmla="*/ 64413 w 128409"/>
                  <a:gd name="csY0" fmla="*/ 128772 h 128573"/>
                  <a:gd name="csX1" fmla="*/ 109812 w 128409"/>
                  <a:gd name="csY1" fmla="*/ 109943 h 128573"/>
                  <a:gd name="csX2" fmla="*/ 128618 w 128409"/>
                  <a:gd name="csY2" fmla="*/ 64485 h 128573"/>
                  <a:gd name="csX3" fmla="*/ 109812 w 128409"/>
                  <a:gd name="csY3" fmla="*/ 19028 h 128573"/>
                  <a:gd name="csX4" fmla="*/ 64413 w 128409"/>
                  <a:gd name="csY4" fmla="*/ 198 h 128573"/>
                  <a:gd name="csX5" fmla="*/ 19013 w 128409"/>
                  <a:gd name="csY5" fmla="*/ 19028 h 128573"/>
                  <a:gd name="csX6" fmla="*/ 208 w 128409"/>
                  <a:gd name="csY6" fmla="*/ 64485 h 128573"/>
                  <a:gd name="csX7" fmla="*/ 19013 w 128409"/>
                  <a:gd name="csY7" fmla="*/ 109943 h 128573"/>
                  <a:gd name="csX8" fmla="*/ 64413 w 128409"/>
                  <a:gd name="csY8" fmla="*/ 12877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3" y="128772"/>
                    </a:moveTo>
                    <a:cubicBezTo>
                      <a:pt x="81440" y="128772"/>
                      <a:pt x="97772" y="121998"/>
                      <a:pt x="109812" y="109943"/>
                    </a:cubicBezTo>
                    <a:cubicBezTo>
                      <a:pt x="121853" y="97887"/>
                      <a:pt x="128618" y="81534"/>
                      <a:pt x="128618" y="64485"/>
                    </a:cubicBezTo>
                    <a:cubicBezTo>
                      <a:pt x="128618" y="47436"/>
                      <a:pt x="121853" y="31083"/>
                      <a:pt x="109812" y="19028"/>
                    </a:cubicBezTo>
                    <a:cubicBezTo>
                      <a:pt x="97772" y="6972"/>
                      <a:pt x="81440" y="198"/>
                      <a:pt x="64413" y="198"/>
                    </a:cubicBezTo>
                    <a:cubicBezTo>
                      <a:pt x="47386" y="198"/>
                      <a:pt x="31053" y="6972"/>
                      <a:pt x="19013" y="19028"/>
                    </a:cubicBezTo>
                    <a:cubicBezTo>
                      <a:pt x="6973" y="31083"/>
                      <a:pt x="208" y="47436"/>
                      <a:pt x="208" y="64485"/>
                    </a:cubicBezTo>
                    <a:cubicBezTo>
                      <a:pt x="208" y="81534"/>
                      <a:pt x="6973" y="97887"/>
                      <a:pt x="19013" y="109943"/>
                    </a:cubicBezTo>
                    <a:cubicBezTo>
                      <a:pt x="31053" y="121998"/>
                      <a:pt x="47386" y="128772"/>
                      <a:pt x="64413" y="128772"/>
                    </a:cubicBezTo>
                    <a:close/>
                  </a:path>
                </a:pathLst>
              </a:custGeom>
              <a:solidFill>
                <a:srgbClr val="3955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5" name="任意多边形: 形状 1584"/>
              <p:cNvSpPr/>
              <p:nvPr/>
            </p:nvSpPr>
            <p:spPr>
              <a:xfrm>
                <a:off x="17681616" y="7274337"/>
                <a:ext cx="223200" cy="223200"/>
              </a:xfrm>
              <a:custGeom>
                <a:avLst/>
                <a:gdLst>
                  <a:gd name="csX0" fmla="*/ 64402 w 128409"/>
                  <a:gd name="csY0" fmla="*/ 128741 h 128573"/>
                  <a:gd name="csX1" fmla="*/ 109801 w 128409"/>
                  <a:gd name="csY1" fmla="*/ 109912 h 128573"/>
                  <a:gd name="csX2" fmla="*/ 128607 w 128409"/>
                  <a:gd name="csY2" fmla="*/ 64454 h 128573"/>
                  <a:gd name="csX3" fmla="*/ 109801 w 128409"/>
                  <a:gd name="csY3" fmla="*/ 18996 h 128573"/>
                  <a:gd name="csX4" fmla="*/ 64402 w 128409"/>
                  <a:gd name="csY4" fmla="*/ 167 h 128573"/>
                  <a:gd name="csX5" fmla="*/ 19002 w 128409"/>
                  <a:gd name="csY5" fmla="*/ 18996 h 128573"/>
                  <a:gd name="csX6" fmla="*/ 197 w 128409"/>
                  <a:gd name="csY6" fmla="*/ 64454 h 128573"/>
                  <a:gd name="csX7" fmla="*/ 19002 w 128409"/>
                  <a:gd name="csY7" fmla="*/ 109912 h 128573"/>
                  <a:gd name="csX8" fmla="*/ 64402 w 128409"/>
                  <a:gd name="csY8" fmla="*/ 12874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2" y="128741"/>
                    </a:moveTo>
                    <a:cubicBezTo>
                      <a:pt x="81429" y="128741"/>
                      <a:pt x="97761" y="121967"/>
                      <a:pt x="109801" y="109912"/>
                    </a:cubicBezTo>
                    <a:cubicBezTo>
                      <a:pt x="121842" y="97856"/>
                      <a:pt x="128607" y="81503"/>
                      <a:pt x="128607" y="64454"/>
                    </a:cubicBezTo>
                    <a:cubicBezTo>
                      <a:pt x="128607" y="47405"/>
                      <a:pt x="121842" y="31052"/>
                      <a:pt x="109801" y="18996"/>
                    </a:cubicBezTo>
                    <a:cubicBezTo>
                      <a:pt x="97761" y="6941"/>
                      <a:pt x="81429" y="167"/>
                      <a:pt x="64402" y="167"/>
                    </a:cubicBezTo>
                    <a:cubicBezTo>
                      <a:pt x="47375" y="167"/>
                      <a:pt x="31042" y="6941"/>
                      <a:pt x="19002" y="18996"/>
                    </a:cubicBezTo>
                    <a:cubicBezTo>
                      <a:pt x="6962" y="31052"/>
                      <a:pt x="197" y="47405"/>
                      <a:pt x="197" y="64454"/>
                    </a:cubicBezTo>
                    <a:cubicBezTo>
                      <a:pt x="197" y="81503"/>
                      <a:pt x="6962" y="97856"/>
                      <a:pt x="19002" y="109912"/>
                    </a:cubicBezTo>
                    <a:cubicBezTo>
                      <a:pt x="31042" y="121967"/>
                      <a:pt x="47375" y="128741"/>
                      <a:pt x="64402" y="128741"/>
                    </a:cubicBezTo>
                    <a:close/>
                  </a:path>
                </a:pathLst>
              </a:custGeom>
              <a:solidFill>
                <a:srgbClr val="3DBC7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6" name="任意多边形: 形状 1585"/>
              <p:cNvSpPr/>
              <p:nvPr/>
            </p:nvSpPr>
            <p:spPr>
              <a:xfrm>
                <a:off x="16566753" y="7913040"/>
                <a:ext cx="223200" cy="223200"/>
              </a:xfrm>
              <a:custGeom>
                <a:avLst/>
                <a:gdLst>
                  <a:gd name="csX0" fmla="*/ 64365 w 128409"/>
                  <a:gd name="csY0" fmla="*/ 128762 h 128573"/>
                  <a:gd name="csX1" fmla="*/ 109765 w 128409"/>
                  <a:gd name="csY1" fmla="*/ 109933 h 128573"/>
                  <a:gd name="csX2" fmla="*/ 128570 w 128409"/>
                  <a:gd name="csY2" fmla="*/ 64475 h 128573"/>
                  <a:gd name="csX3" fmla="*/ 109765 w 128409"/>
                  <a:gd name="csY3" fmla="*/ 19018 h 128573"/>
                  <a:gd name="csX4" fmla="*/ 64365 w 128409"/>
                  <a:gd name="csY4" fmla="*/ 188 h 128573"/>
                  <a:gd name="csX5" fmla="*/ 18965 w 128409"/>
                  <a:gd name="csY5" fmla="*/ 19018 h 128573"/>
                  <a:gd name="csX6" fmla="*/ 160 w 128409"/>
                  <a:gd name="csY6" fmla="*/ 64475 h 128573"/>
                  <a:gd name="csX7" fmla="*/ 18965 w 128409"/>
                  <a:gd name="csY7" fmla="*/ 109933 h 128573"/>
                  <a:gd name="csX8" fmla="*/ 64365 w 128409"/>
                  <a:gd name="csY8" fmla="*/ 12876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5" y="128762"/>
                    </a:moveTo>
                    <a:cubicBezTo>
                      <a:pt x="81392" y="128762"/>
                      <a:pt x="97724" y="121988"/>
                      <a:pt x="109765" y="109933"/>
                    </a:cubicBezTo>
                    <a:cubicBezTo>
                      <a:pt x="121805" y="97877"/>
                      <a:pt x="128570" y="81524"/>
                      <a:pt x="128570" y="64475"/>
                    </a:cubicBezTo>
                    <a:cubicBezTo>
                      <a:pt x="128570" y="47426"/>
                      <a:pt x="121805" y="31073"/>
                      <a:pt x="109765" y="19018"/>
                    </a:cubicBezTo>
                    <a:cubicBezTo>
                      <a:pt x="97724" y="6962"/>
                      <a:pt x="81392" y="188"/>
                      <a:pt x="64365" y="188"/>
                    </a:cubicBezTo>
                    <a:cubicBezTo>
                      <a:pt x="47338" y="188"/>
                      <a:pt x="31005" y="6962"/>
                      <a:pt x="18965" y="19018"/>
                    </a:cubicBezTo>
                    <a:cubicBezTo>
                      <a:pt x="6925" y="31073"/>
                      <a:pt x="160" y="47426"/>
                      <a:pt x="160" y="64475"/>
                    </a:cubicBezTo>
                    <a:cubicBezTo>
                      <a:pt x="160" y="81524"/>
                      <a:pt x="6925" y="97877"/>
                      <a:pt x="18965" y="109933"/>
                    </a:cubicBezTo>
                    <a:cubicBezTo>
                      <a:pt x="31005" y="121988"/>
                      <a:pt x="47338" y="128762"/>
                      <a:pt x="64365" y="128762"/>
                    </a:cubicBezTo>
                    <a:close/>
                  </a:path>
                </a:pathLst>
              </a:custGeom>
              <a:solidFill>
                <a:srgbClr val="9DD93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7" name="任意多边形: 形状 1586"/>
              <p:cNvSpPr/>
              <p:nvPr/>
            </p:nvSpPr>
            <p:spPr>
              <a:xfrm>
                <a:off x="18399251" y="7430488"/>
                <a:ext cx="223200" cy="223200"/>
              </a:xfrm>
              <a:custGeom>
                <a:avLst/>
                <a:gdLst>
                  <a:gd name="csX0" fmla="*/ 64426 w 128409"/>
                  <a:gd name="csY0" fmla="*/ 128746 h 128573"/>
                  <a:gd name="csX1" fmla="*/ 109825 w 128409"/>
                  <a:gd name="csY1" fmla="*/ 109917 h 128573"/>
                  <a:gd name="csX2" fmla="*/ 128630 w 128409"/>
                  <a:gd name="csY2" fmla="*/ 64459 h 128573"/>
                  <a:gd name="csX3" fmla="*/ 109825 w 128409"/>
                  <a:gd name="csY3" fmla="*/ 19002 h 128573"/>
                  <a:gd name="csX4" fmla="*/ 64426 w 128409"/>
                  <a:gd name="csY4" fmla="*/ 172 h 128573"/>
                  <a:gd name="csX5" fmla="*/ 19026 w 128409"/>
                  <a:gd name="csY5" fmla="*/ 19002 h 128573"/>
                  <a:gd name="csX6" fmla="*/ 221 w 128409"/>
                  <a:gd name="csY6" fmla="*/ 64459 h 128573"/>
                  <a:gd name="csX7" fmla="*/ 19026 w 128409"/>
                  <a:gd name="csY7" fmla="*/ 109917 h 128573"/>
                  <a:gd name="csX8" fmla="*/ 64426 w 128409"/>
                  <a:gd name="csY8" fmla="*/ 12874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6" y="128746"/>
                    </a:moveTo>
                    <a:cubicBezTo>
                      <a:pt x="81453" y="128746"/>
                      <a:pt x="97785" y="121972"/>
                      <a:pt x="109825" y="109917"/>
                    </a:cubicBezTo>
                    <a:cubicBezTo>
                      <a:pt x="121865" y="97861"/>
                      <a:pt x="128630" y="81508"/>
                      <a:pt x="128630" y="64459"/>
                    </a:cubicBezTo>
                    <a:cubicBezTo>
                      <a:pt x="128630" y="47410"/>
                      <a:pt x="121865" y="31057"/>
                      <a:pt x="109825" y="19002"/>
                    </a:cubicBezTo>
                    <a:cubicBezTo>
                      <a:pt x="97785" y="6946"/>
                      <a:pt x="81453" y="172"/>
                      <a:pt x="64426" y="172"/>
                    </a:cubicBezTo>
                    <a:cubicBezTo>
                      <a:pt x="47398" y="172"/>
                      <a:pt x="31066" y="6946"/>
                      <a:pt x="19026" y="19002"/>
                    </a:cubicBezTo>
                    <a:cubicBezTo>
                      <a:pt x="6986" y="31057"/>
                      <a:pt x="221" y="47410"/>
                      <a:pt x="221" y="64459"/>
                    </a:cubicBezTo>
                    <a:cubicBezTo>
                      <a:pt x="221" y="81508"/>
                      <a:pt x="6986" y="97861"/>
                      <a:pt x="19026" y="109917"/>
                    </a:cubicBezTo>
                    <a:cubicBezTo>
                      <a:pt x="31066" y="121972"/>
                      <a:pt x="47398" y="128746"/>
                      <a:pt x="64426" y="128746"/>
                    </a:cubicBezTo>
                    <a:close/>
                  </a:path>
                </a:pathLst>
              </a:custGeom>
              <a:solidFill>
                <a:srgbClr val="69CD5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8" name="任意多边形: 形状 1587"/>
              <p:cNvSpPr/>
              <p:nvPr/>
            </p:nvSpPr>
            <p:spPr>
              <a:xfrm>
                <a:off x="17145648" y="7824623"/>
                <a:ext cx="223200" cy="223200"/>
              </a:xfrm>
              <a:custGeom>
                <a:avLst/>
                <a:gdLst>
                  <a:gd name="csX0" fmla="*/ 64384 w 128409"/>
                  <a:gd name="csY0" fmla="*/ 128759 h 128573"/>
                  <a:gd name="csX1" fmla="*/ 109784 w 128409"/>
                  <a:gd name="csY1" fmla="*/ 109930 h 128573"/>
                  <a:gd name="csX2" fmla="*/ 128589 w 128409"/>
                  <a:gd name="csY2" fmla="*/ 64472 h 128573"/>
                  <a:gd name="csX3" fmla="*/ 109784 w 128409"/>
                  <a:gd name="csY3" fmla="*/ 19015 h 128573"/>
                  <a:gd name="csX4" fmla="*/ 64384 w 128409"/>
                  <a:gd name="csY4" fmla="*/ 185 h 128573"/>
                  <a:gd name="csX5" fmla="*/ 18985 w 128409"/>
                  <a:gd name="csY5" fmla="*/ 19015 h 128573"/>
                  <a:gd name="csX6" fmla="*/ 179 w 128409"/>
                  <a:gd name="csY6" fmla="*/ 64472 h 128573"/>
                  <a:gd name="csX7" fmla="*/ 18985 w 128409"/>
                  <a:gd name="csY7" fmla="*/ 109930 h 128573"/>
                  <a:gd name="csX8" fmla="*/ 64384 w 128409"/>
                  <a:gd name="csY8" fmla="*/ 12875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4" y="128759"/>
                    </a:moveTo>
                    <a:cubicBezTo>
                      <a:pt x="81411" y="128759"/>
                      <a:pt x="97744" y="121985"/>
                      <a:pt x="109784" y="109930"/>
                    </a:cubicBezTo>
                    <a:cubicBezTo>
                      <a:pt x="121824" y="97874"/>
                      <a:pt x="128589" y="81521"/>
                      <a:pt x="128589" y="64472"/>
                    </a:cubicBezTo>
                    <a:cubicBezTo>
                      <a:pt x="128589" y="47423"/>
                      <a:pt x="121824" y="31070"/>
                      <a:pt x="109784" y="19015"/>
                    </a:cubicBezTo>
                    <a:cubicBezTo>
                      <a:pt x="97744" y="6959"/>
                      <a:pt x="81411" y="185"/>
                      <a:pt x="64384" y="185"/>
                    </a:cubicBezTo>
                    <a:cubicBezTo>
                      <a:pt x="47357" y="185"/>
                      <a:pt x="31025" y="6959"/>
                      <a:pt x="18985" y="19015"/>
                    </a:cubicBezTo>
                    <a:cubicBezTo>
                      <a:pt x="6944" y="31070"/>
                      <a:pt x="179" y="47423"/>
                      <a:pt x="179" y="64472"/>
                    </a:cubicBezTo>
                    <a:cubicBezTo>
                      <a:pt x="179" y="81521"/>
                      <a:pt x="6944" y="97874"/>
                      <a:pt x="18985" y="109930"/>
                    </a:cubicBezTo>
                    <a:cubicBezTo>
                      <a:pt x="31025" y="121985"/>
                      <a:pt x="47357" y="128759"/>
                      <a:pt x="64384" y="128759"/>
                    </a:cubicBezTo>
                    <a:close/>
                  </a:path>
                </a:pathLst>
              </a:custGeom>
              <a:solidFill>
                <a:srgbClr val="228B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89" name="任意多边形: 形状 1588"/>
              <p:cNvSpPr/>
              <p:nvPr/>
            </p:nvSpPr>
            <p:spPr>
              <a:xfrm>
                <a:off x="18293182" y="8123348"/>
                <a:ext cx="223200" cy="223200"/>
              </a:xfrm>
              <a:custGeom>
                <a:avLst/>
                <a:gdLst>
                  <a:gd name="csX0" fmla="*/ 64422 w 128409"/>
                  <a:gd name="csY0" fmla="*/ 128769 h 128573"/>
                  <a:gd name="csX1" fmla="*/ 109822 w 128409"/>
                  <a:gd name="csY1" fmla="*/ 109940 h 128573"/>
                  <a:gd name="csX2" fmla="*/ 128627 w 128409"/>
                  <a:gd name="csY2" fmla="*/ 64482 h 128573"/>
                  <a:gd name="csX3" fmla="*/ 109822 w 128409"/>
                  <a:gd name="csY3" fmla="*/ 19025 h 128573"/>
                  <a:gd name="csX4" fmla="*/ 64422 w 128409"/>
                  <a:gd name="csY4" fmla="*/ 195 h 128573"/>
                  <a:gd name="csX5" fmla="*/ 19023 w 128409"/>
                  <a:gd name="csY5" fmla="*/ 19025 h 128573"/>
                  <a:gd name="csX6" fmla="*/ 217 w 128409"/>
                  <a:gd name="csY6" fmla="*/ 64482 h 128573"/>
                  <a:gd name="csX7" fmla="*/ 19023 w 128409"/>
                  <a:gd name="csY7" fmla="*/ 109940 h 128573"/>
                  <a:gd name="csX8" fmla="*/ 64422 w 128409"/>
                  <a:gd name="csY8" fmla="*/ 12876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2" y="128769"/>
                    </a:moveTo>
                    <a:cubicBezTo>
                      <a:pt x="81449" y="128769"/>
                      <a:pt x="97782" y="121995"/>
                      <a:pt x="109822" y="109940"/>
                    </a:cubicBezTo>
                    <a:cubicBezTo>
                      <a:pt x="121862" y="97884"/>
                      <a:pt x="128627" y="81531"/>
                      <a:pt x="128627" y="64482"/>
                    </a:cubicBezTo>
                    <a:cubicBezTo>
                      <a:pt x="128627" y="47433"/>
                      <a:pt x="121862" y="31080"/>
                      <a:pt x="109822" y="19025"/>
                    </a:cubicBezTo>
                    <a:cubicBezTo>
                      <a:pt x="97782" y="6969"/>
                      <a:pt x="81449" y="195"/>
                      <a:pt x="64422" y="195"/>
                    </a:cubicBezTo>
                    <a:cubicBezTo>
                      <a:pt x="47395" y="195"/>
                      <a:pt x="31063" y="6969"/>
                      <a:pt x="19023" y="19025"/>
                    </a:cubicBezTo>
                    <a:cubicBezTo>
                      <a:pt x="6982" y="31080"/>
                      <a:pt x="217" y="47433"/>
                      <a:pt x="217" y="64482"/>
                    </a:cubicBezTo>
                    <a:cubicBezTo>
                      <a:pt x="217" y="81531"/>
                      <a:pt x="6982" y="97884"/>
                      <a:pt x="19023" y="109940"/>
                    </a:cubicBezTo>
                    <a:cubicBezTo>
                      <a:pt x="31063" y="121995"/>
                      <a:pt x="47395" y="128769"/>
                      <a:pt x="64422" y="128769"/>
                    </a:cubicBezTo>
                    <a:close/>
                  </a:path>
                </a:pathLst>
              </a:custGeom>
              <a:solidFill>
                <a:srgbClr val="2583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0" name="任意多边形: 形状 1589"/>
              <p:cNvSpPr/>
              <p:nvPr/>
            </p:nvSpPr>
            <p:spPr>
              <a:xfrm>
                <a:off x="16673994" y="8199577"/>
                <a:ext cx="223200" cy="223200"/>
              </a:xfrm>
              <a:custGeom>
                <a:avLst/>
                <a:gdLst>
                  <a:gd name="csX0" fmla="*/ 64368 w 128409"/>
                  <a:gd name="csY0" fmla="*/ 128771 h 128573"/>
                  <a:gd name="csX1" fmla="*/ 109768 w 128409"/>
                  <a:gd name="csY1" fmla="*/ 109942 h 128573"/>
                  <a:gd name="csX2" fmla="*/ 128573 w 128409"/>
                  <a:gd name="csY2" fmla="*/ 64485 h 128573"/>
                  <a:gd name="csX3" fmla="*/ 109768 w 128409"/>
                  <a:gd name="csY3" fmla="*/ 19027 h 128573"/>
                  <a:gd name="csX4" fmla="*/ 64368 w 128409"/>
                  <a:gd name="csY4" fmla="*/ 198 h 128573"/>
                  <a:gd name="csX5" fmla="*/ 18969 w 128409"/>
                  <a:gd name="csY5" fmla="*/ 19027 h 128573"/>
                  <a:gd name="csX6" fmla="*/ 164 w 128409"/>
                  <a:gd name="csY6" fmla="*/ 64485 h 128573"/>
                  <a:gd name="csX7" fmla="*/ 18969 w 128409"/>
                  <a:gd name="csY7" fmla="*/ 109942 h 128573"/>
                  <a:gd name="csX8" fmla="*/ 64368 w 128409"/>
                  <a:gd name="csY8" fmla="*/ 12877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68" y="128771"/>
                    </a:moveTo>
                    <a:cubicBezTo>
                      <a:pt x="81396" y="128771"/>
                      <a:pt x="97728" y="121998"/>
                      <a:pt x="109768" y="109942"/>
                    </a:cubicBezTo>
                    <a:cubicBezTo>
                      <a:pt x="121808" y="97887"/>
                      <a:pt x="128573" y="81534"/>
                      <a:pt x="128573" y="64485"/>
                    </a:cubicBezTo>
                    <a:cubicBezTo>
                      <a:pt x="128573" y="47436"/>
                      <a:pt x="121808" y="31083"/>
                      <a:pt x="109768" y="19027"/>
                    </a:cubicBezTo>
                    <a:cubicBezTo>
                      <a:pt x="97728" y="6972"/>
                      <a:pt x="81396" y="198"/>
                      <a:pt x="64368" y="198"/>
                    </a:cubicBezTo>
                    <a:cubicBezTo>
                      <a:pt x="47341" y="198"/>
                      <a:pt x="31009" y="6972"/>
                      <a:pt x="18969" y="19027"/>
                    </a:cubicBezTo>
                    <a:cubicBezTo>
                      <a:pt x="6929" y="31083"/>
                      <a:pt x="164" y="47436"/>
                      <a:pt x="164" y="64485"/>
                    </a:cubicBezTo>
                    <a:cubicBezTo>
                      <a:pt x="164" y="81534"/>
                      <a:pt x="6929" y="97887"/>
                      <a:pt x="18969" y="109942"/>
                    </a:cubicBezTo>
                    <a:cubicBezTo>
                      <a:pt x="31009" y="121998"/>
                      <a:pt x="47341" y="128771"/>
                      <a:pt x="64368" y="128771"/>
                    </a:cubicBezTo>
                    <a:close/>
                  </a:path>
                </a:pathLst>
              </a:custGeom>
              <a:solidFill>
                <a:srgbClr val="84D44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1" name="任意多边形: 形状 1590"/>
              <p:cNvSpPr/>
              <p:nvPr/>
            </p:nvSpPr>
            <p:spPr>
              <a:xfrm>
                <a:off x="18238086" y="8357977"/>
                <a:ext cx="223200" cy="223200"/>
              </a:xfrm>
              <a:custGeom>
                <a:avLst/>
                <a:gdLst>
                  <a:gd name="csX0" fmla="*/ 64420 w 128409"/>
                  <a:gd name="csY0" fmla="*/ 128777 h 128573"/>
                  <a:gd name="csX1" fmla="*/ 109820 w 128409"/>
                  <a:gd name="csY1" fmla="*/ 109947 h 128573"/>
                  <a:gd name="csX2" fmla="*/ 128625 w 128409"/>
                  <a:gd name="csY2" fmla="*/ 64490 h 128573"/>
                  <a:gd name="csX3" fmla="*/ 109820 w 128409"/>
                  <a:gd name="csY3" fmla="*/ 19032 h 128573"/>
                  <a:gd name="csX4" fmla="*/ 64420 w 128409"/>
                  <a:gd name="csY4" fmla="*/ 203 h 128573"/>
                  <a:gd name="csX5" fmla="*/ 19021 w 128409"/>
                  <a:gd name="csY5" fmla="*/ 19032 h 128573"/>
                  <a:gd name="csX6" fmla="*/ 216 w 128409"/>
                  <a:gd name="csY6" fmla="*/ 64490 h 128573"/>
                  <a:gd name="csX7" fmla="*/ 19021 w 128409"/>
                  <a:gd name="csY7" fmla="*/ 109947 h 128573"/>
                  <a:gd name="csX8" fmla="*/ 64420 w 128409"/>
                  <a:gd name="csY8" fmla="*/ 128777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0" y="128777"/>
                    </a:moveTo>
                    <a:cubicBezTo>
                      <a:pt x="81448" y="128777"/>
                      <a:pt x="97780" y="122003"/>
                      <a:pt x="109820" y="109947"/>
                    </a:cubicBezTo>
                    <a:cubicBezTo>
                      <a:pt x="121860" y="97892"/>
                      <a:pt x="128625" y="81539"/>
                      <a:pt x="128625" y="64490"/>
                    </a:cubicBezTo>
                    <a:cubicBezTo>
                      <a:pt x="128625" y="47441"/>
                      <a:pt x="121860" y="31088"/>
                      <a:pt x="109820" y="19032"/>
                    </a:cubicBezTo>
                    <a:cubicBezTo>
                      <a:pt x="97780" y="6977"/>
                      <a:pt x="81448" y="203"/>
                      <a:pt x="64420" y="203"/>
                    </a:cubicBezTo>
                    <a:cubicBezTo>
                      <a:pt x="47393" y="203"/>
                      <a:pt x="31061" y="6977"/>
                      <a:pt x="19021" y="19032"/>
                    </a:cubicBezTo>
                    <a:cubicBezTo>
                      <a:pt x="6981" y="31088"/>
                      <a:pt x="216" y="47441"/>
                      <a:pt x="216" y="64490"/>
                    </a:cubicBezTo>
                    <a:cubicBezTo>
                      <a:pt x="216" y="81539"/>
                      <a:pt x="6981" y="97892"/>
                      <a:pt x="19021" y="109947"/>
                    </a:cubicBezTo>
                    <a:cubicBezTo>
                      <a:pt x="31061" y="122003"/>
                      <a:pt x="47393" y="128777"/>
                      <a:pt x="64420" y="128777"/>
                    </a:cubicBezTo>
                    <a:close/>
                  </a:path>
                </a:pathLst>
              </a:custGeom>
              <a:solidFill>
                <a:srgbClr val="20928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2" name="任意多边形: 形状 1591"/>
              <p:cNvSpPr/>
              <p:nvPr/>
            </p:nvSpPr>
            <p:spPr>
              <a:xfrm>
                <a:off x="17478291" y="7629931"/>
                <a:ext cx="223200" cy="223200"/>
              </a:xfrm>
              <a:custGeom>
                <a:avLst/>
                <a:gdLst>
                  <a:gd name="csX0" fmla="*/ 64395 w 128409"/>
                  <a:gd name="csY0" fmla="*/ 128752 h 128573"/>
                  <a:gd name="csX1" fmla="*/ 109795 w 128409"/>
                  <a:gd name="csY1" fmla="*/ 109923 h 128573"/>
                  <a:gd name="csX2" fmla="*/ 128600 w 128409"/>
                  <a:gd name="csY2" fmla="*/ 64466 h 128573"/>
                  <a:gd name="csX3" fmla="*/ 109795 w 128409"/>
                  <a:gd name="csY3" fmla="*/ 19008 h 128573"/>
                  <a:gd name="csX4" fmla="*/ 64395 w 128409"/>
                  <a:gd name="csY4" fmla="*/ 179 h 128573"/>
                  <a:gd name="csX5" fmla="*/ 18996 w 128409"/>
                  <a:gd name="csY5" fmla="*/ 19008 h 128573"/>
                  <a:gd name="csX6" fmla="*/ 190 w 128409"/>
                  <a:gd name="csY6" fmla="*/ 64466 h 128573"/>
                  <a:gd name="csX7" fmla="*/ 18996 w 128409"/>
                  <a:gd name="csY7" fmla="*/ 109923 h 128573"/>
                  <a:gd name="csX8" fmla="*/ 64395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5" y="128752"/>
                    </a:moveTo>
                    <a:cubicBezTo>
                      <a:pt x="81422" y="128752"/>
                      <a:pt x="97755" y="121979"/>
                      <a:pt x="109795" y="109923"/>
                    </a:cubicBezTo>
                    <a:cubicBezTo>
                      <a:pt x="121835" y="97868"/>
                      <a:pt x="128600" y="81515"/>
                      <a:pt x="128600" y="64466"/>
                    </a:cubicBezTo>
                    <a:cubicBezTo>
                      <a:pt x="128600" y="47417"/>
                      <a:pt x="121835" y="31064"/>
                      <a:pt x="109795" y="19008"/>
                    </a:cubicBezTo>
                    <a:cubicBezTo>
                      <a:pt x="97755" y="6953"/>
                      <a:pt x="81422" y="179"/>
                      <a:pt x="64395" y="179"/>
                    </a:cubicBezTo>
                    <a:cubicBezTo>
                      <a:pt x="47368" y="179"/>
                      <a:pt x="31036" y="6953"/>
                      <a:pt x="18996" y="19008"/>
                    </a:cubicBezTo>
                    <a:cubicBezTo>
                      <a:pt x="6955" y="31064"/>
                      <a:pt x="190" y="47417"/>
                      <a:pt x="190" y="64466"/>
                    </a:cubicBezTo>
                    <a:cubicBezTo>
                      <a:pt x="190" y="81515"/>
                      <a:pt x="6955" y="97868"/>
                      <a:pt x="18996" y="109923"/>
                    </a:cubicBezTo>
                    <a:cubicBezTo>
                      <a:pt x="31036" y="121979"/>
                      <a:pt x="47368" y="128752"/>
                      <a:pt x="64395" y="128752"/>
                    </a:cubicBezTo>
                    <a:close/>
                  </a:path>
                </a:pathLst>
              </a:custGeom>
              <a:solidFill>
                <a:srgbClr val="218E8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3" name="任意多边形: 形状 1592"/>
              <p:cNvSpPr/>
              <p:nvPr/>
            </p:nvSpPr>
            <p:spPr>
              <a:xfrm>
                <a:off x="17515008" y="7917565"/>
                <a:ext cx="223200" cy="223200"/>
              </a:xfrm>
              <a:custGeom>
                <a:avLst/>
                <a:gdLst>
                  <a:gd name="csX0" fmla="*/ 64396 w 128409"/>
                  <a:gd name="csY0" fmla="*/ 128762 h 128573"/>
                  <a:gd name="csX1" fmla="*/ 109796 w 128409"/>
                  <a:gd name="csY1" fmla="*/ 109933 h 128573"/>
                  <a:gd name="csX2" fmla="*/ 128601 w 128409"/>
                  <a:gd name="csY2" fmla="*/ 64475 h 128573"/>
                  <a:gd name="csX3" fmla="*/ 109796 w 128409"/>
                  <a:gd name="csY3" fmla="*/ 19018 h 128573"/>
                  <a:gd name="csX4" fmla="*/ 64396 w 128409"/>
                  <a:gd name="csY4" fmla="*/ 189 h 128573"/>
                  <a:gd name="csX5" fmla="*/ 18997 w 128409"/>
                  <a:gd name="csY5" fmla="*/ 19018 h 128573"/>
                  <a:gd name="csX6" fmla="*/ 192 w 128409"/>
                  <a:gd name="csY6" fmla="*/ 64475 h 128573"/>
                  <a:gd name="csX7" fmla="*/ 18997 w 128409"/>
                  <a:gd name="csY7" fmla="*/ 109933 h 128573"/>
                  <a:gd name="csX8" fmla="*/ 64396 w 128409"/>
                  <a:gd name="csY8" fmla="*/ 12876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62"/>
                    </a:moveTo>
                    <a:cubicBezTo>
                      <a:pt x="81424" y="128762"/>
                      <a:pt x="97756" y="121988"/>
                      <a:pt x="109796" y="109933"/>
                    </a:cubicBezTo>
                    <a:cubicBezTo>
                      <a:pt x="121836" y="97877"/>
                      <a:pt x="128601" y="81524"/>
                      <a:pt x="128601" y="64475"/>
                    </a:cubicBezTo>
                    <a:cubicBezTo>
                      <a:pt x="128601" y="47426"/>
                      <a:pt x="121836" y="31073"/>
                      <a:pt x="109796" y="19018"/>
                    </a:cubicBezTo>
                    <a:cubicBezTo>
                      <a:pt x="97756" y="6962"/>
                      <a:pt x="81424" y="189"/>
                      <a:pt x="64396" y="189"/>
                    </a:cubicBezTo>
                    <a:cubicBezTo>
                      <a:pt x="47369" y="189"/>
                      <a:pt x="31037" y="6962"/>
                      <a:pt x="18997" y="19018"/>
                    </a:cubicBezTo>
                    <a:cubicBezTo>
                      <a:pt x="6957" y="31073"/>
                      <a:pt x="192" y="47426"/>
                      <a:pt x="192" y="64475"/>
                    </a:cubicBezTo>
                    <a:cubicBezTo>
                      <a:pt x="192" y="81524"/>
                      <a:pt x="6957" y="97877"/>
                      <a:pt x="18997" y="109933"/>
                    </a:cubicBezTo>
                    <a:cubicBezTo>
                      <a:pt x="31037" y="121988"/>
                      <a:pt x="47369" y="128762"/>
                      <a:pt x="64396" y="128762"/>
                    </a:cubicBezTo>
                    <a:close/>
                  </a:path>
                </a:pathLst>
              </a:custGeom>
              <a:solidFill>
                <a:srgbClr val="2C71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4" name="任意多边形: 形状 1593"/>
              <p:cNvSpPr/>
              <p:nvPr/>
            </p:nvSpPr>
            <p:spPr>
              <a:xfrm>
                <a:off x="17526389" y="8499898"/>
                <a:ext cx="223200" cy="223200"/>
              </a:xfrm>
              <a:custGeom>
                <a:avLst/>
                <a:gdLst>
                  <a:gd name="csX0" fmla="*/ 64397 w 128409"/>
                  <a:gd name="csY0" fmla="*/ 128781 h 128573"/>
                  <a:gd name="csX1" fmla="*/ 109796 w 128409"/>
                  <a:gd name="csY1" fmla="*/ 109952 h 128573"/>
                  <a:gd name="csX2" fmla="*/ 128601 w 128409"/>
                  <a:gd name="csY2" fmla="*/ 64495 h 128573"/>
                  <a:gd name="csX3" fmla="*/ 109796 w 128409"/>
                  <a:gd name="csY3" fmla="*/ 19037 h 128573"/>
                  <a:gd name="csX4" fmla="*/ 64397 w 128409"/>
                  <a:gd name="csY4" fmla="*/ 208 h 128573"/>
                  <a:gd name="csX5" fmla="*/ 18997 w 128409"/>
                  <a:gd name="csY5" fmla="*/ 19037 h 128573"/>
                  <a:gd name="csX6" fmla="*/ 192 w 128409"/>
                  <a:gd name="csY6" fmla="*/ 64495 h 128573"/>
                  <a:gd name="csX7" fmla="*/ 18997 w 128409"/>
                  <a:gd name="csY7" fmla="*/ 109952 h 128573"/>
                  <a:gd name="csX8" fmla="*/ 64397 w 128409"/>
                  <a:gd name="csY8" fmla="*/ 12878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7" y="128781"/>
                    </a:moveTo>
                    <a:cubicBezTo>
                      <a:pt x="81424" y="128781"/>
                      <a:pt x="97756" y="122008"/>
                      <a:pt x="109796" y="109952"/>
                    </a:cubicBezTo>
                    <a:cubicBezTo>
                      <a:pt x="121836" y="97897"/>
                      <a:pt x="128601" y="81544"/>
                      <a:pt x="128601" y="64495"/>
                    </a:cubicBezTo>
                    <a:cubicBezTo>
                      <a:pt x="128601" y="47445"/>
                      <a:pt x="121836" y="31092"/>
                      <a:pt x="109796" y="19037"/>
                    </a:cubicBezTo>
                    <a:cubicBezTo>
                      <a:pt x="97756" y="6981"/>
                      <a:pt x="81424" y="208"/>
                      <a:pt x="64397" y="208"/>
                    </a:cubicBezTo>
                    <a:cubicBezTo>
                      <a:pt x="47369" y="208"/>
                      <a:pt x="31037" y="6981"/>
                      <a:pt x="18997" y="19037"/>
                    </a:cubicBezTo>
                    <a:cubicBezTo>
                      <a:pt x="6957" y="31092"/>
                      <a:pt x="192" y="47445"/>
                      <a:pt x="192" y="64495"/>
                    </a:cubicBezTo>
                    <a:cubicBezTo>
                      <a:pt x="192" y="81544"/>
                      <a:pt x="6957" y="97897"/>
                      <a:pt x="18997" y="109952"/>
                    </a:cubicBezTo>
                    <a:cubicBezTo>
                      <a:pt x="31037" y="122008"/>
                      <a:pt x="47369" y="128781"/>
                      <a:pt x="64397" y="128781"/>
                    </a:cubicBezTo>
                    <a:close/>
                  </a:path>
                </a:pathLst>
              </a:custGeom>
              <a:solidFill>
                <a:srgbClr val="1F968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5" name="任意多边形: 形状 1594"/>
              <p:cNvSpPr/>
              <p:nvPr/>
            </p:nvSpPr>
            <p:spPr>
              <a:xfrm>
                <a:off x="17505385" y="7859222"/>
                <a:ext cx="223200" cy="223200"/>
              </a:xfrm>
              <a:custGeom>
                <a:avLst/>
                <a:gdLst>
                  <a:gd name="csX0" fmla="*/ 64396 w 128409"/>
                  <a:gd name="csY0" fmla="*/ 128760 h 128573"/>
                  <a:gd name="csX1" fmla="*/ 109796 w 128409"/>
                  <a:gd name="csY1" fmla="*/ 109931 h 128573"/>
                  <a:gd name="csX2" fmla="*/ 128601 w 128409"/>
                  <a:gd name="csY2" fmla="*/ 64473 h 128573"/>
                  <a:gd name="csX3" fmla="*/ 109796 w 128409"/>
                  <a:gd name="csY3" fmla="*/ 19016 h 128573"/>
                  <a:gd name="csX4" fmla="*/ 64396 w 128409"/>
                  <a:gd name="csY4" fmla="*/ 187 h 128573"/>
                  <a:gd name="csX5" fmla="*/ 18996 w 128409"/>
                  <a:gd name="csY5" fmla="*/ 19016 h 128573"/>
                  <a:gd name="csX6" fmla="*/ 191 w 128409"/>
                  <a:gd name="csY6" fmla="*/ 64473 h 128573"/>
                  <a:gd name="csX7" fmla="*/ 18996 w 128409"/>
                  <a:gd name="csY7" fmla="*/ 109931 h 128573"/>
                  <a:gd name="csX8" fmla="*/ 64396 w 128409"/>
                  <a:gd name="csY8" fmla="*/ 12876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60"/>
                    </a:moveTo>
                    <a:cubicBezTo>
                      <a:pt x="81423" y="128760"/>
                      <a:pt x="97755" y="121986"/>
                      <a:pt x="109796" y="109931"/>
                    </a:cubicBezTo>
                    <a:cubicBezTo>
                      <a:pt x="121836" y="97875"/>
                      <a:pt x="128601" y="81522"/>
                      <a:pt x="128601" y="64473"/>
                    </a:cubicBezTo>
                    <a:cubicBezTo>
                      <a:pt x="128601" y="47424"/>
                      <a:pt x="121836" y="31071"/>
                      <a:pt x="109796" y="19016"/>
                    </a:cubicBezTo>
                    <a:cubicBezTo>
                      <a:pt x="97755" y="6960"/>
                      <a:pt x="81423" y="187"/>
                      <a:pt x="64396" y="187"/>
                    </a:cubicBezTo>
                    <a:cubicBezTo>
                      <a:pt x="47369" y="187"/>
                      <a:pt x="31037" y="6960"/>
                      <a:pt x="18996" y="19016"/>
                    </a:cubicBezTo>
                    <a:cubicBezTo>
                      <a:pt x="6956" y="31071"/>
                      <a:pt x="191" y="47424"/>
                      <a:pt x="191" y="64473"/>
                    </a:cubicBezTo>
                    <a:cubicBezTo>
                      <a:pt x="191" y="81522"/>
                      <a:pt x="6956" y="97875"/>
                      <a:pt x="18996" y="109931"/>
                    </a:cubicBezTo>
                    <a:cubicBezTo>
                      <a:pt x="31037" y="121986"/>
                      <a:pt x="47369" y="128760"/>
                      <a:pt x="64396" y="128760"/>
                    </a:cubicBezTo>
                    <a:close/>
                  </a:path>
                </a:pathLst>
              </a:custGeom>
              <a:solidFill>
                <a:srgbClr val="2585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6" name="任意多边形: 形状 1595"/>
              <p:cNvSpPr/>
              <p:nvPr/>
            </p:nvSpPr>
            <p:spPr>
              <a:xfrm>
                <a:off x="17851189" y="8885320"/>
                <a:ext cx="223200" cy="223200"/>
              </a:xfrm>
              <a:custGeom>
                <a:avLst/>
                <a:gdLst>
                  <a:gd name="csX0" fmla="*/ 64407 w 128409"/>
                  <a:gd name="csY0" fmla="*/ 128794 h 128573"/>
                  <a:gd name="csX1" fmla="*/ 109807 w 128409"/>
                  <a:gd name="csY1" fmla="*/ 109965 h 128573"/>
                  <a:gd name="csX2" fmla="*/ 128612 w 128409"/>
                  <a:gd name="csY2" fmla="*/ 64507 h 128573"/>
                  <a:gd name="csX3" fmla="*/ 109807 w 128409"/>
                  <a:gd name="csY3" fmla="*/ 19050 h 128573"/>
                  <a:gd name="csX4" fmla="*/ 64407 w 128409"/>
                  <a:gd name="csY4" fmla="*/ 221 h 128573"/>
                  <a:gd name="csX5" fmla="*/ 19008 w 128409"/>
                  <a:gd name="csY5" fmla="*/ 19050 h 128573"/>
                  <a:gd name="csX6" fmla="*/ 203 w 128409"/>
                  <a:gd name="csY6" fmla="*/ 64507 h 128573"/>
                  <a:gd name="csX7" fmla="*/ 19008 w 128409"/>
                  <a:gd name="csY7" fmla="*/ 109965 h 128573"/>
                  <a:gd name="csX8" fmla="*/ 64407 w 128409"/>
                  <a:gd name="csY8" fmla="*/ 12879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7" y="128794"/>
                    </a:moveTo>
                    <a:cubicBezTo>
                      <a:pt x="81435" y="128794"/>
                      <a:pt x="97767" y="122020"/>
                      <a:pt x="109807" y="109965"/>
                    </a:cubicBezTo>
                    <a:cubicBezTo>
                      <a:pt x="121847" y="97909"/>
                      <a:pt x="128612" y="81556"/>
                      <a:pt x="128612" y="64507"/>
                    </a:cubicBezTo>
                    <a:cubicBezTo>
                      <a:pt x="128612" y="47458"/>
                      <a:pt x="121847" y="31105"/>
                      <a:pt x="109807" y="19050"/>
                    </a:cubicBezTo>
                    <a:cubicBezTo>
                      <a:pt x="97767" y="6994"/>
                      <a:pt x="81435" y="221"/>
                      <a:pt x="64407" y="221"/>
                    </a:cubicBezTo>
                    <a:cubicBezTo>
                      <a:pt x="47380" y="221"/>
                      <a:pt x="31048" y="6994"/>
                      <a:pt x="19008" y="19050"/>
                    </a:cubicBezTo>
                    <a:cubicBezTo>
                      <a:pt x="6968" y="31105"/>
                      <a:pt x="203" y="47458"/>
                      <a:pt x="203" y="64507"/>
                    </a:cubicBezTo>
                    <a:cubicBezTo>
                      <a:pt x="203" y="81556"/>
                      <a:pt x="6968" y="97909"/>
                      <a:pt x="19008" y="109965"/>
                    </a:cubicBezTo>
                    <a:cubicBezTo>
                      <a:pt x="31048" y="122020"/>
                      <a:pt x="47380" y="128794"/>
                      <a:pt x="64407" y="128794"/>
                    </a:cubicBezTo>
                    <a:close/>
                  </a:path>
                </a:pathLst>
              </a:custGeom>
              <a:solidFill>
                <a:srgbClr val="A2DA3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7" name="任意多边形: 形状 1596"/>
              <p:cNvSpPr/>
              <p:nvPr/>
            </p:nvSpPr>
            <p:spPr>
              <a:xfrm>
                <a:off x="16832962" y="8140986"/>
                <a:ext cx="223200" cy="223200"/>
              </a:xfrm>
              <a:custGeom>
                <a:avLst/>
                <a:gdLst>
                  <a:gd name="csX0" fmla="*/ 64374 w 128409"/>
                  <a:gd name="csY0" fmla="*/ 128769 h 128573"/>
                  <a:gd name="csX1" fmla="*/ 109773 w 128409"/>
                  <a:gd name="csY1" fmla="*/ 109940 h 128573"/>
                  <a:gd name="csX2" fmla="*/ 128578 w 128409"/>
                  <a:gd name="csY2" fmla="*/ 64483 h 128573"/>
                  <a:gd name="csX3" fmla="*/ 109773 w 128409"/>
                  <a:gd name="csY3" fmla="*/ 19025 h 128573"/>
                  <a:gd name="csX4" fmla="*/ 64374 w 128409"/>
                  <a:gd name="csY4" fmla="*/ 196 h 128573"/>
                  <a:gd name="csX5" fmla="*/ 18974 w 128409"/>
                  <a:gd name="csY5" fmla="*/ 19025 h 128573"/>
                  <a:gd name="csX6" fmla="*/ 169 w 128409"/>
                  <a:gd name="csY6" fmla="*/ 64483 h 128573"/>
                  <a:gd name="csX7" fmla="*/ 18974 w 128409"/>
                  <a:gd name="csY7" fmla="*/ 109940 h 128573"/>
                  <a:gd name="csX8" fmla="*/ 64374 w 128409"/>
                  <a:gd name="csY8" fmla="*/ 12876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4" y="128769"/>
                    </a:moveTo>
                    <a:cubicBezTo>
                      <a:pt x="81401" y="128769"/>
                      <a:pt x="97733" y="121996"/>
                      <a:pt x="109773" y="109940"/>
                    </a:cubicBezTo>
                    <a:cubicBezTo>
                      <a:pt x="121813" y="97885"/>
                      <a:pt x="128578" y="81532"/>
                      <a:pt x="128578" y="64483"/>
                    </a:cubicBezTo>
                    <a:cubicBezTo>
                      <a:pt x="128578" y="47434"/>
                      <a:pt x="121813" y="31081"/>
                      <a:pt x="109773" y="19025"/>
                    </a:cubicBezTo>
                    <a:cubicBezTo>
                      <a:pt x="97733" y="6970"/>
                      <a:pt x="81401" y="196"/>
                      <a:pt x="64374" y="196"/>
                    </a:cubicBezTo>
                    <a:cubicBezTo>
                      <a:pt x="47346" y="196"/>
                      <a:pt x="31014" y="6970"/>
                      <a:pt x="18974" y="19025"/>
                    </a:cubicBezTo>
                    <a:cubicBezTo>
                      <a:pt x="6934" y="31081"/>
                      <a:pt x="169" y="47434"/>
                      <a:pt x="169" y="64483"/>
                    </a:cubicBezTo>
                    <a:cubicBezTo>
                      <a:pt x="169" y="81532"/>
                      <a:pt x="6934" y="97885"/>
                      <a:pt x="18974" y="109940"/>
                    </a:cubicBezTo>
                    <a:cubicBezTo>
                      <a:pt x="31014" y="121996"/>
                      <a:pt x="47346" y="128769"/>
                      <a:pt x="64374" y="128769"/>
                    </a:cubicBezTo>
                    <a:close/>
                  </a:path>
                </a:pathLst>
              </a:custGeom>
              <a:solidFill>
                <a:srgbClr val="73D056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8" name="任意多边形: 形状 1597"/>
              <p:cNvSpPr/>
              <p:nvPr/>
            </p:nvSpPr>
            <p:spPr>
              <a:xfrm>
                <a:off x="17858562" y="8170315"/>
                <a:ext cx="223200" cy="223200"/>
              </a:xfrm>
              <a:custGeom>
                <a:avLst/>
                <a:gdLst>
                  <a:gd name="csX0" fmla="*/ 64408 w 128409"/>
                  <a:gd name="csY0" fmla="*/ 128770 h 128573"/>
                  <a:gd name="csX1" fmla="*/ 109807 w 128409"/>
                  <a:gd name="csY1" fmla="*/ 109941 h 128573"/>
                  <a:gd name="csX2" fmla="*/ 128612 w 128409"/>
                  <a:gd name="csY2" fmla="*/ 64484 h 128573"/>
                  <a:gd name="csX3" fmla="*/ 109807 w 128409"/>
                  <a:gd name="csY3" fmla="*/ 19026 h 128573"/>
                  <a:gd name="csX4" fmla="*/ 64408 w 128409"/>
                  <a:gd name="csY4" fmla="*/ 197 h 128573"/>
                  <a:gd name="csX5" fmla="*/ 19008 w 128409"/>
                  <a:gd name="csY5" fmla="*/ 19026 h 128573"/>
                  <a:gd name="csX6" fmla="*/ 203 w 128409"/>
                  <a:gd name="csY6" fmla="*/ 64484 h 128573"/>
                  <a:gd name="csX7" fmla="*/ 19008 w 128409"/>
                  <a:gd name="csY7" fmla="*/ 109941 h 128573"/>
                  <a:gd name="csX8" fmla="*/ 64408 w 128409"/>
                  <a:gd name="csY8" fmla="*/ 12877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8" y="128770"/>
                    </a:moveTo>
                    <a:cubicBezTo>
                      <a:pt x="81435" y="128770"/>
                      <a:pt x="97767" y="121997"/>
                      <a:pt x="109807" y="109941"/>
                    </a:cubicBezTo>
                    <a:cubicBezTo>
                      <a:pt x="121847" y="97886"/>
                      <a:pt x="128612" y="81533"/>
                      <a:pt x="128612" y="64484"/>
                    </a:cubicBezTo>
                    <a:cubicBezTo>
                      <a:pt x="128612" y="47435"/>
                      <a:pt x="121847" y="31082"/>
                      <a:pt x="109807" y="19026"/>
                    </a:cubicBezTo>
                    <a:cubicBezTo>
                      <a:pt x="97767" y="6971"/>
                      <a:pt x="81435" y="197"/>
                      <a:pt x="64408" y="197"/>
                    </a:cubicBezTo>
                    <a:cubicBezTo>
                      <a:pt x="47380" y="197"/>
                      <a:pt x="31048" y="6971"/>
                      <a:pt x="19008" y="19026"/>
                    </a:cubicBezTo>
                    <a:cubicBezTo>
                      <a:pt x="6968" y="31082"/>
                      <a:pt x="203" y="47435"/>
                      <a:pt x="203" y="64484"/>
                    </a:cubicBezTo>
                    <a:cubicBezTo>
                      <a:pt x="203" y="81533"/>
                      <a:pt x="6968" y="97886"/>
                      <a:pt x="19008" y="109941"/>
                    </a:cubicBezTo>
                    <a:cubicBezTo>
                      <a:pt x="31048" y="121997"/>
                      <a:pt x="47380" y="128770"/>
                      <a:pt x="64408" y="128770"/>
                    </a:cubicBezTo>
                    <a:close/>
                  </a:path>
                </a:pathLst>
              </a:custGeom>
              <a:solidFill>
                <a:srgbClr val="24868E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599" name="任意多边形: 形状 1598"/>
              <p:cNvSpPr/>
              <p:nvPr/>
            </p:nvSpPr>
            <p:spPr>
              <a:xfrm>
                <a:off x="18666167" y="8028429"/>
                <a:ext cx="223200" cy="223200"/>
              </a:xfrm>
              <a:custGeom>
                <a:avLst/>
                <a:gdLst>
                  <a:gd name="csX0" fmla="*/ 64434 w 128409"/>
                  <a:gd name="csY0" fmla="*/ 128766 h 128573"/>
                  <a:gd name="csX1" fmla="*/ 109834 w 128409"/>
                  <a:gd name="csY1" fmla="*/ 109936 h 128573"/>
                  <a:gd name="csX2" fmla="*/ 128639 w 128409"/>
                  <a:gd name="csY2" fmla="*/ 64479 h 128573"/>
                  <a:gd name="csX3" fmla="*/ 109834 w 128409"/>
                  <a:gd name="csY3" fmla="*/ 19021 h 128573"/>
                  <a:gd name="csX4" fmla="*/ 64434 w 128409"/>
                  <a:gd name="csY4" fmla="*/ 192 h 128573"/>
                  <a:gd name="csX5" fmla="*/ 19035 w 128409"/>
                  <a:gd name="csY5" fmla="*/ 19021 h 128573"/>
                  <a:gd name="csX6" fmla="*/ 230 w 128409"/>
                  <a:gd name="csY6" fmla="*/ 64479 h 128573"/>
                  <a:gd name="csX7" fmla="*/ 19035 w 128409"/>
                  <a:gd name="csY7" fmla="*/ 109936 h 128573"/>
                  <a:gd name="csX8" fmla="*/ 64434 w 128409"/>
                  <a:gd name="csY8" fmla="*/ 12876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34" y="128766"/>
                    </a:moveTo>
                    <a:cubicBezTo>
                      <a:pt x="81462" y="128766"/>
                      <a:pt x="97794" y="121992"/>
                      <a:pt x="109834" y="109936"/>
                    </a:cubicBezTo>
                    <a:cubicBezTo>
                      <a:pt x="121874" y="97881"/>
                      <a:pt x="128639" y="81528"/>
                      <a:pt x="128639" y="64479"/>
                    </a:cubicBezTo>
                    <a:cubicBezTo>
                      <a:pt x="128639" y="47430"/>
                      <a:pt x="121874" y="31077"/>
                      <a:pt x="109834" y="19021"/>
                    </a:cubicBezTo>
                    <a:cubicBezTo>
                      <a:pt x="97794" y="6966"/>
                      <a:pt x="81462" y="192"/>
                      <a:pt x="64434" y="192"/>
                    </a:cubicBezTo>
                    <a:cubicBezTo>
                      <a:pt x="47407" y="192"/>
                      <a:pt x="31075" y="6966"/>
                      <a:pt x="19035" y="19021"/>
                    </a:cubicBezTo>
                    <a:cubicBezTo>
                      <a:pt x="6995" y="31077"/>
                      <a:pt x="230" y="47430"/>
                      <a:pt x="230" y="64479"/>
                    </a:cubicBezTo>
                    <a:cubicBezTo>
                      <a:pt x="230" y="81528"/>
                      <a:pt x="6995" y="97881"/>
                      <a:pt x="19035" y="109936"/>
                    </a:cubicBezTo>
                    <a:cubicBezTo>
                      <a:pt x="31075" y="121992"/>
                      <a:pt x="47407" y="128766"/>
                      <a:pt x="64434" y="128766"/>
                    </a:cubicBezTo>
                    <a:close/>
                  </a:path>
                </a:pathLst>
              </a:custGeom>
              <a:solidFill>
                <a:srgbClr val="A8DB34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0" name="任意多边形: 形状 1599"/>
              <p:cNvSpPr/>
              <p:nvPr/>
            </p:nvSpPr>
            <p:spPr>
              <a:xfrm>
                <a:off x="17131193" y="8392577"/>
                <a:ext cx="223200" cy="223200"/>
              </a:xfrm>
              <a:custGeom>
                <a:avLst/>
                <a:gdLst>
                  <a:gd name="csX0" fmla="*/ 64384 w 128409"/>
                  <a:gd name="csY0" fmla="*/ 128778 h 128573"/>
                  <a:gd name="csX1" fmla="*/ 109783 w 128409"/>
                  <a:gd name="csY1" fmla="*/ 109949 h 128573"/>
                  <a:gd name="csX2" fmla="*/ 128588 w 128409"/>
                  <a:gd name="csY2" fmla="*/ 64491 h 128573"/>
                  <a:gd name="csX3" fmla="*/ 109783 w 128409"/>
                  <a:gd name="csY3" fmla="*/ 19033 h 128573"/>
                  <a:gd name="csX4" fmla="*/ 64384 w 128409"/>
                  <a:gd name="csY4" fmla="*/ 204 h 128573"/>
                  <a:gd name="csX5" fmla="*/ 18984 w 128409"/>
                  <a:gd name="csY5" fmla="*/ 19033 h 128573"/>
                  <a:gd name="csX6" fmla="*/ 179 w 128409"/>
                  <a:gd name="csY6" fmla="*/ 64491 h 128573"/>
                  <a:gd name="csX7" fmla="*/ 18984 w 128409"/>
                  <a:gd name="csY7" fmla="*/ 109949 h 128573"/>
                  <a:gd name="csX8" fmla="*/ 64384 w 128409"/>
                  <a:gd name="csY8" fmla="*/ 12877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4" y="128778"/>
                    </a:moveTo>
                    <a:cubicBezTo>
                      <a:pt x="81411" y="128778"/>
                      <a:pt x="97743" y="122004"/>
                      <a:pt x="109783" y="109949"/>
                    </a:cubicBezTo>
                    <a:cubicBezTo>
                      <a:pt x="121823" y="97893"/>
                      <a:pt x="128588" y="81540"/>
                      <a:pt x="128588" y="64491"/>
                    </a:cubicBezTo>
                    <a:cubicBezTo>
                      <a:pt x="128588" y="47442"/>
                      <a:pt x="121823" y="31089"/>
                      <a:pt x="109783" y="19033"/>
                    </a:cubicBezTo>
                    <a:cubicBezTo>
                      <a:pt x="97743" y="6978"/>
                      <a:pt x="81411" y="204"/>
                      <a:pt x="64384" y="204"/>
                    </a:cubicBezTo>
                    <a:cubicBezTo>
                      <a:pt x="47356" y="204"/>
                      <a:pt x="31024" y="6978"/>
                      <a:pt x="18984" y="19033"/>
                    </a:cubicBezTo>
                    <a:cubicBezTo>
                      <a:pt x="6944" y="31089"/>
                      <a:pt x="179" y="47442"/>
                      <a:pt x="179" y="64491"/>
                    </a:cubicBezTo>
                    <a:cubicBezTo>
                      <a:pt x="179" y="81540"/>
                      <a:pt x="6944" y="97893"/>
                      <a:pt x="18984" y="109949"/>
                    </a:cubicBezTo>
                    <a:cubicBezTo>
                      <a:pt x="31024" y="122004"/>
                      <a:pt x="47356" y="128778"/>
                      <a:pt x="64384" y="128778"/>
                    </a:cubicBezTo>
                    <a:close/>
                  </a:path>
                </a:pathLst>
              </a:custGeom>
              <a:solidFill>
                <a:srgbClr val="46C06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1" name="任意多边形: 形状 1600"/>
              <p:cNvSpPr/>
              <p:nvPr/>
            </p:nvSpPr>
            <p:spPr>
              <a:xfrm>
                <a:off x="17494482" y="8879738"/>
                <a:ext cx="223200" cy="223200"/>
              </a:xfrm>
              <a:custGeom>
                <a:avLst/>
                <a:gdLst>
                  <a:gd name="csX0" fmla="*/ 64396 w 128409"/>
                  <a:gd name="csY0" fmla="*/ 128794 h 128573"/>
                  <a:gd name="csX1" fmla="*/ 109795 w 128409"/>
                  <a:gd name="csY1" fmla="*/ 109965 h 128573"/>
                  <a:gd name="csX2" fmla="*/ 128600 w 128409"/>
                  <a:gd name="csY2" fmla="*/ 64507 h 128573"/>
                  <a:gd name="csX3" fmla="*/ 109795 w 128409"/>
                  <a:gd name="csY3" fmla="*/ 19050 h 128573"/>
                  <a:gd name="csX4" fmla="*/ 64396 w 128409"/>
                  <a:gd name="csY4" fmla="*/ 220 h 128573"/>
                  <a:gd name="csX5" fmla="*/ 18996 w 128409"/>
                  <a:gd name="csY5" fmla="*/ 19050 h 128573"/>
                  <a:gd name="csX6" fmla="*/ 191 w 128409"/>
                  <a:gd name="csY6" fmla="*/ 64507 h 128573"/>
                  <a:gd name="csX7" fmla="*/ 18996 w 128409"/>
                  <a:gd name="csY7" fmla="*/ 109965 h 128573"/>
                  <a:gd name="csX8" fmla="*/ 64396 w 128409"/>
                  <a:gd name="csY8" fmla="*/ 128794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94"/>
                    </a:moveTo>
                    <a:cubicBezTo>
                      <a:pt x="81423" y="128794"/>
                      <a:pt x="97755" y="122020"/>
                      <a:pt x="109795" y="109965"/>
                    </a:cubicBezTo>
                    <a:cubicBezTo>
                      <a:pt x="121835" y="97909"/>
                      <a:pt x="128600" y="81556"/>
                      <a:pt x="128600" y="64507"/>
                    </a:cubicBezTo>
                    <a:cubicBezTo>
                      <a:pt x="128600" y="47458"/>
                      <a:pt x="121835" y="31105"/>
                      <a:pt x="109795" y="19050"/>
                    </a:cubicBezTo>
                    <a:cubicBezTo>
                      <a:pt x="97755" y="6994"/>
                      <a:pt x="81423" y="220"/>
                      <a:pt x="64396" y="220"/>
                    </a:cubicBezTo>
                    <a:cubicBezTo>
                      <a:pt x="47368" y="220"/>
                      <a:pt x="31036" y="6994"/>
                      <a:pt x="18996" y="19050"/>
                    </a:cubicBezTo>
                    <a:cubicBezTo>
                      <a:pt x="6956" y="31105"/>
                      <a:pt x="191" y="47458"/>
                      <a:pt x="191" y="64507"/>
                    </a:cubicBezTo>
                    <a:cubicBezTo>
                      <a:pt x="191" y="81556"/>
                      <a:pt x="6956" y="97909"/>
                      <a:pt x="18996" y="109965"/>
                    </a:cubicBezTo>
                    <a:cubicBezTo>
                      <a:pt x="31036" y="122020"/>
                      <a:pt x="47368" y="128794"/>
                      <a:pt x="64396" y="128794"/>
                    </a:cubicBezTo>
                    <a:close/>
                  </a:path>
                </a:pathLst>
              </a:custGeom>
              <a:solidFill>
                <a:srgbClr val="D2E21B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2" name="任意多边形: 形状 1601"/>
              <p:cNvSpPr/>
              <p:nvPr/>
            </p:nvSpPr>
            <p:spPr>
              <a:xfrm>
                <a:off x="17503648" y="8189727"/>
                <a:ext cx="223200" cy="223200"/>
              </a:xfrm>
              <a:custGeom>
                <a:avLst/>
                <a:gdLst>
                  <a:gd name="csX0" fmla="*/ 64396 w 128409"/>
                  <a:gd name="csY0" fmla="*/ 128771 h 128573"/>
                  <a:gd name="csX1" fmla="*/ 109796 w 128409"/>
                  <a:gd name="csY1" fmla="*/ 109942 h 128573"/>
                  <a:gd name="csX2" fmla="*/ 128601 w 128409"/>
                  <a:gd name="csY2" fmla="*/ 64484 h 128573"/>
                  <a:gd name="csX3" fmla="*/ 109796 w 128409"/>
                  <a:gd name="csY3" fmla="*/ 19027 h 128573"/>
                  <a:gd name="csX4" fmla="*/ 64396 w 128409"/>
                  <a:gd name="csY4" fmla="*/ 198 h 128573"/>
                  <a:gd name="csX5" fmla="*/ 18996 w 128409"/>
                  <a:gd name="csY5" fmla="*/ 19027 h 128573"/>
                  <a:gd name="csX6" fmla="*/ 191 w 128409"/>
                  <a:gd name="csY6" fmla="*/ 64484 h 128573"/>
                  <a:gd name="csX7" fmla="*/ 18996 w 128409"/>
                  <a:gd name="csY7" fmla="*/ 109942 h 128573"/>
                  <a:gd name="csX8" fmla="*/ 64396 w 128409"/>
                  <a:gd name="csY8" fmla="*/ 12877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6" y="128771"/>
                    </a:moveTo>
                    <a:cubicBezTo>
                      <a:pt x="81423" y="128771"/>
                      <a:pt x="97755" y="121997"/>
                      <a:pt x="109796" y="109942"/>
                    </a:cubicBezTo>
                    <a:cubicBezTo>
                      <a:pt x="121836" y="97886"/>
                      <a:pt x="128601" y="81533"/>
                      <a:pt x="128601" y="64484"/>
                    </a:cubicBezTo>
                    <a:cubicBezTo>
                      <a:pt x="128601" y="47435"/>
                      <a:pt x="121836" y="31082"/>
                      <a:pt x="109796" y="19027"/>
                    </a:cubicBezTo>
                    <a:cubicBezTo>
                      <a:pt x="97755" y="6971"/>
                      <a:pt x="81423" y="198"/>
                      <a:pt x="64396" y="198"/>
                    </a:cubicBezTo>
                    <a:cubicBezTo>
                      <a:pt x="47369" y="198"/>
                      <a:pt x="31036" y="6971"/>
                      <a:pt x="18996" y="19027"/>
                    </a:cubicBezTo>
                    <a:cubicBezTo>
                      <a:pt x="6956" y="31082"/>
                      <a:pt x="191" y="47435"/>
                      <a:pt x="191" y="64484"/>
                    </a:cubicBezTo>
                    <a:cubicBezTo>
                      <a:pt x="191" y="81533"/>
                      <a:pt x="6956" y="97886"/>
                      <a:pt x="18996" y="109942"/>
                    </a:cubicBezTo>
                    <a:cubicBezTo>
                      <a:pt x="31036" y="121997"/>
                      <a:pt x="47369" y="128771"/>
                      <a:pt x="64396" y="128771"/>
                    </a:cubicBezTo>
                    <a:close/>
                  </a:path>
                </a:pathLst>
              </a:custGeom>
              <a:solidFill>
                <a:srgbClr val="1FA18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3" name="任意多边形: 形状 1602"/>
              <p:cNvSpPr/>
              <p:nvPr/>
            </p:nvSpPr>
            <p:spPr>
              <a:xfrm>
                <a:off x="17646416" y="8932601"/>
                <a:ext cx="223200" cy="223200"/>
              </a:xfrm>
              <a:custGeom>
                <a:avLst/>
                <a:gdLst>
                  <a:gd name="csX0" fmla="*/ 64401 w 128409"/>
                  <a:gd name="csY0" fmla="*/ 128796 h 128573"/>
                  <a:gd name="csX1" fmla="*/ 109800 w 128409"/>
                  <a:gd name="csY1" fmla="*/ 109966 h 128573"/>
                  <a:gd name="csX2" fmla="*/ 128605 w 128409"/>
                  <a:gd name="csY2" fmla="*/ 64509 h 128573"/>
                  <a:gd name="csX3" fmla="*/ 109800 w 128409"/>
                  <a:gd name="csY3" fmla="*/ 19051 h 128573"/>
                  <a:gd name="csX4" fmla="*/ 64401 w 128409"/>
                  <a:gd name="csY4" fmla="*/ 222 h 128573"/>
                  <a:gd name="csX5" fmla="*/ 19001 w 128409"/>
                  <a:gd name="csY5" fmla="*/ 19051 h 128573"/>
                  <a:gd name="csX6" fmla="*/ 196 w 128409"/>
                  <a:gd name="csY6" fmla="*/ 64509 h 128573"/>
                  <a:gd name="csX7" fmla="*/ 19001 w 128409"/>
                  <a:gd name="csY7" fmla="*/ 109966 h 128573"/>
                  <a:gd name="csX8" fmla="*/ 64401 w 128409"/>
                  <a:gd name="csY8" fmla="*/ 12879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1" y="128796"/>
                    </a:moveTo>
                    <a:cubicBezTo>
                      <a:pt x="81428" y="128796"/>
                      <a:pt x="97760" y="122022"/>
                      <a:pt x="109800" y="109966"/>
                    </a:cubicBezTo>
                    <a:cubicBezTo>
                      <a:pt x="121840" y="97911"/>
                      <a:pt x="128605" y="81558"/>
                      <a:pt x="128605" y="64509"/>
                    </a:cubicBezTo>
                    <a:cubicBezTo>
                      <a:pt x="128605" y="47460"/>
                      <a:pt x="121840" y="31107"/>
                      <a:pt x="109800" y="19051"/>
                    </a:cubicBezTo>
                    <a:cubicBezTo>
                      <a:pt x="97760" y="6996"/>
                      <a:pt x="81428" y="222"/>
                      <a:pt x="64401" y="222"/>
                    </a:cubicBezTo>
                    <a:cubicBezTo>
                      <a:pt x="47373" y="222"/>
                      <a:pt x="31041" y="6996"/>
                      <a:pt x="19001" y="19051"/>
                    </a:cubicBezTo>
                    <a:cubicBezTo>
                      <a:pt x="6961" y="31107"/>
                      <a:pt x="196" y="47460"/>
                      <a:pt x="196" y="64509"/>
                    </a:cubicBezTo>
                    <a:cubicBezTo>
                      <a:pt x="196" y="81558"/>
                      <a:pt x="6961" y="97911"/>
                      <a:pt x="19001" y="109966"/>
                    </a:cubicBezTo>
                    <a:cubicBezTo>
                      <a:pt x="31041" y="122022"/>
                      <a:pt x="47373" y="128796"/>
                      <a:pt x="64401" y="128796"/>
                    </a:cubicBezTo>
                    <a:close/>
                  </a:path>
                </a:pathLst>
              </a:custGeom>
              <a:solidFill>
                <a:srgbClr val="EAE51A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4" name="任意多边形: 形状 1603"/>
              <p:cNvSpPr/>
              <p:nvPr/>
            </p:nvSpPr>
            <p:spPr>
              <a:xfrm>
                <a:off x="17042130" y="7607250"/>
                <a:ext cx="223200" cy="223200"/>
              </a:xfrm>
              <a:custGeom>
                <a:avLst/>
                <a:gdLst>
                  <a:gd name="csX0" fmla="*/ 64381 w 128409"/>
                  <a:gd name="csY0" fmla="*/ 128752 h 128573"/>
                  <a:gd name="csX1" fmla="*/ 109780 w 128409"/>
                  <a:gd name="csY1" fmla="*/ 109923 h 128573"/>
                  <a:gd name="csX2" fmla="*/ 128585 w 128409"/>
                  <a:gd name="csY2" fmla="*/ 64465 h 128573"/>
                  <a:gd name="csX3" fmla="*/ 109780 w 128409"/>
                  <a:gd name="csY3" fmla="*/ 19007 h 128573"/>
                  <a:gd name="csX4" fmla="*/ 64381 w 128409"/>
                  <a:gd name="csY4" fmla="*/ 178 h 128573"/>
                  <a:gd name="csX5" fmla="*/ 18981 w 128409"/>
                  <a:gd name="csY5" fmla="*/ 19007 h 128573"/>
                  <a:gd name="csX6" fmla="*/ 176 w 128409"/>
                  <a:gd name="csY6" fmla="*/ 64465 h 128573"/>
                  <a:gd name="csX7" fmla="*/ 18981 w 128409"/>
                  <a:gd name="csY7" fmla="*/ 109923 h 128573"/>
                  <a:gd name="csX8" fmla="*/ 64381 w 128409"/>
                  <a:gd name="csY8" fmla="*/ 12875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81" y="128752"/>
                    </a:moveTo>
                    <a:cubicBezTo>
                      <a:pt x="81408" y="128752"/>
                      <a:pt x="97740" y="121978"/>
                      <a:pt x="109780" y="109923"/>
                    </a:cubicBezTo>
                    <a:cubicBezTo>
                      <a:pt x="121820" y="97867"/>
                      <a:pt x="128585" y="81514"/>
                      <a:pt x="128585" y="64465"/>
                    </a:cubicBezTo>
                    <a:cubicBezTo>
                      <a:pt x="128585" y="47416"/>
                      <a:pt x="121820" y="31063"/>
                      <a:pt x="109780" y="19007"/>
                    </a:cubicBezTo>
                    <a:cubicBezTo>
                      <a:pt x="97740" y="6952"/>
                      <a:pt x="81408" y="178"/>
                      <a:pt x="64381" y="178"/>
                    </a:cubicBezTo>
                    <a:cubicBezTo>
                      <a:pt x="47353" y="178"/>
                      <a:pt x="31021" y="6952"/>
                      <a:pt x="18981" y="19007"/>
                    </a:cubicBezTo>
                    <a:cubicBezTo>
                      <a:pt x="6941" y="31063"/>
                      <a:pt x="176" y="47416"/>
                      <a:pt x="176" y="64465"/>
                    </a:cubicBezTo>
                    <a:cubicBezTo>
                      <a:pt x="176" y="81514"/>
                      <a:pt x="6941" y="97867"/>
                      <a:pt x="18981" y="109923"/>
                    </a:cubicBezTo>
                    <a:cubicBezTo>
                      <a:pt x="31021" y="121978"/>
                      <a:pt x="47353" y="128752"/>
                      <a:pt x="64381" y="128752"/>
                    </a:cubicBezTo>
                    <a:close/>
                  </a:path>
                </a:pathLst>
              </a:custGeom>
              <a:solidFill>
                <a:srgbClr val="C8E020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5" name="任意多边形: 形状 1604"/>
              <p:cNvSpPr/>
              <p:nvPr/>
            </p:nvSpPr>
            <p:spPr>
              <a:xfrm>
                <a:off x="17368693" y="8455870"/>
                <a:ext cx="223200" cy="223200"/>
              </a:xfrm>
              <a:custGeom>
                <a:avLst/>
                <a:gdLst>
                  <a:gd name="csX0" fmla="*/ 64391 w 128409"/>
                  <a:gd name="csY0" fmla="*/ 128780 h 128573"/>
                  <a:gd name="csX1" fmla="*/ 109791 w 128409"/>
                  <a:gd name="csY1" fmla="*/ 109951 h 128573"/>
                  <a:gd name="csX2" fmla="*/ 128596 w 128409"/>
                  <a:gd name="csY2" fmla="*/ 64493 h 128573"/>
                  <a:gd name="csX3" fmla="*/ 109791 w 128409"/>
                  <a:gd name="csY3" fmla="*/ 19036 h 128573"/>
                  <a:gd name="csX4" fmla="*/ 64391 w 128409"/>
                  <a:gd name="csY4" fmla="*/ 206 h 128573"/>
                  <a:gd name="csX5" fmla="*/ 18992 w 128409"/>
                  <a:gd name="csY5" fmla="*/ 19036 h 128573"/>
                  <a:gd name="csX6" fmla="*/ 187 w 128409"/>
                  <a:gd name="csY6" fmla="*/ 64493 h 128573"/>
                  <a:gd name="csX7" fmla="*/ 18992 w 128409"/>
                  <a:gd name="csY7" fmla="*/ 109951 h 128573"/>
                  <a:gd name="csX8" fmla="*/ 64391 w 128409"/>
                  <a:gd name="csY8" fmla="*/ 12878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1" y="128780"/>
                    </a:moveTo>
                    <a:cubicBezTo>
                      <a:pt x="81419" y="128780"/>
                      <a:pt x="97751" y="122006"/>
                      <a:pt x="109791" y="109951"/>
                    </a:cubicBezTo>
                    <a:cubicBezTo>
                      <a:pt x="121831" y="97895"/>
                      <a:pt x="128596" y="81542"/>
                      <a:pt x="128596" y="64493"/>
                    </a:cubicBezTo>
                    <a:cubicBezTo>
                      <a:pt x="128596" y="47444"/>
                      <a:pt x="121831" y="31091"/>
                      <a:pt x="109791" y="19036"/>
                    </a:cubicBezTo>
                    <a:cubicBezTo>
                      <a:pt x="97751" y="6980"/>
                      <a:pt x="81419" y="206"/>
                      <a:pt x="64391" y="206"/>
                    </a:cubicBezTo>
                    <a:cubicBezTo>
                      <a:pt x="47364" y="206"/>
                      <a:pt x="31032" y="6980"/>
                      <a:pt x="18992" y="19036"/>
                    </a:cubicBezTo>
                    <a:cubicBezTo>
                      <a:pt x="6952" y="31091"/>
                      <a:pt x="187" y="47444"/>
                      <a:pt x="187" y="64493"/>
                    </a:cubicBezTo>
                    <a:cubicBezTo>
                      <a:pt x="187" y="81542"/>
                      <a:pt x="6952" y="97895"/>
                      <a:pt x="18992" y="109951"/>
                    </a:cubicBezTo>
                    <a:cubicBezTo>
                      <a:pt x="31032" y="122006"/>
                      <a:pt x="47364" y="128780"/>
                      <a:pt x="64391" y="128780"/>
                    </a:cubicBezTo>
                    <a:close/>
                  </a:path>
                </a:pathLst>
              </a:custGeom>
              <a:solidFill>
                <a:srgbClr val="46C06F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6" name="任意多边形: 形状 1605"/>
              <p:cNvSpPr/>
              <p:nvPr/>
            </p:nvSpPr>
            <p:spPr>
              <a:xfrm>
                <a:off x="17355976" y="8638834"/>
                <a:ext cx="223200" cy="223200"/>
              </a:xfrm>
              <a:custGeom>
                <a:avLst/>
                <a:gdLst>
                  <a:gd name="csX0" fmla="*/ 64391 w 128409"/>
                  <a:gd name="csY0" fmla="*/ 128786 h 128573"/>
                  <a:gd name="csX1" fmla="*/ 109791 w 128409"/>
                  <a:gd name="csY1" fmla="*/ 109957 h 128573"/>
                  <a:gd name="csX2" fmla="*/ 128596 w 128409"/>
                  <a:gd name="csY2" fmla="*/ 64499 h 128573"/>
                  <a:gd name="csX3" fmla="*/ 109791 w 128409"/>
                  <a:gd name="csY3" fmla="*/ 19042 h 128573"/>
                  <a:gd name="csX4" fmla="*/ 64391 w 128409"/>
                  <a:gd name="csY4" fmla="*/ 212 h 128573"/>
                  <a:gd name="csX5" fmla="*/ 18992 w 128409"/>
                  <a:gd name="csY5" fmla="*/ 19042 h 128573"/>
                  <a:gd name="csX6" fmla="*/ 186 w 128409"/>
                  <a:gd name="csY6" fmla="*/ 64499 h 128573"/>
                  <a:gd name="csX7" fmla="*/ 18992 w 128409"/>
                  <a:gd name="csY7" fmla="*/ 109957 h 128573"/>
                  <a:gd name="csX8" fmla="*/ 64391 w 128409"/>
                  <a:gd name="csY8" fmla="*/ 12878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91" y="128786"/>
                    </a:moveTo>
                    <a:cubicBezTo>
                      <a:pt x="81418" y="128786"/>
                      <a:pt x="97751" y="122012"/>
                      <a:pt x="109791" y="109957"/>
                    </a:cubicBezTo>
                    <a:cubicBezTo>
                      <a:pt x="121831" y="97901"/>
                      <a:pt x="128596" y="81548"/>
                      <a:pt x="128596" y="64499"/>
                    </a:cubicBezTo>
                    <a:cubicBezTo>
                      <a:pt x="128596" y="47450"/>
                      <a:pt x="121831" y="31097"/>
                      <a:pt x="109791" y="19042"/>
                    </a:cubicBezTo>
                    <a:cubicBezTo>
                      <a:pt x="97751" y="6986"/>
                      <a:pt x="81418" y="212"/>
                      <a:pt x="64391" y="212"/>
                    </a:cubicBezTo>
                    <a:cubicBezTo>
                      <a:pt x="47364" y="212"/>
                      <a:pt x="31032" y="6986"/>
                      <a:pt x="18992" y="19042"/>
                    </a:cubicBezTo>
                    <a:cubicBezTo>
                      <a:pt x="6951" y="31097"/>
                      <a:pt x="186" y="47450"/>
                      <a:pt x="186" y="64499"/>
                    </a:cubicBezTo>
                    <a:cubicBezTo>
                      <a:pt x="186" y="81548"/>
                      <a:pt x="6951" y="97901"/>
                      <a:pt x="18992" y="109957"/>
                    </a:cubicBezTo>
                    <a:cubicBezTo>
                      <a:pt x="31032" y="122012"/>
                      <a:pt x="47364" y="128786"/>
                      <a:pt x="64391" y="128786"/>
                    </a:cubicBezTo>
                    <a:close/>
                  </a:path>
                </a:pathLst>
              </a:custGeom>
              <a:solidFill>
                <a:srgbClr val="81D34D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7" name="任意多边形: 形状 1606"/>
              <p:cNvSpPr/>
              <p:nvPr/>
            </p:nvSpPr>
            <p:spPr>
              <a:xfrm>
                <a:off x="17779033" y="8172968"/>
                <a:ext cx="223200" cy="223200"/>
              </a:xfrm>
              <a:custGeom>
                <a:avLst/>
                <a:gdLst>
                  <a:gd name="csX0" fmla="*/ 64405 w 128409"/>
                  <a:gd name="csY0" fmla="*/ 128770 h 128573"/>
                  <a:gd name="csX1" fmla="*/ 109805 w 128409"/>
                  <a:gd name="csY1" fmla="*/ 109941 h 128573"/>
                  <a:gd name="csX2" fmla="*/ 128610 w 128409"/>
                  <a:gd name="csY2" fmla="*/ 64484 h 128573"/>
                  <a:gd name="csX3" fmla="*/ 109805 w 128409"/>
                  <a:gd name="csY3" fmla="*/ 19026 h 128573"/>
                  <a:gd name="csX4" fmla="*/ 64405 w 128409"/>
                  <a:gd name="csY4" fmla="*/ 197 h 128573"/>
                  <a:gd name="csX5" fmla="*/ 19006 w 128409"/>
                  <a:gd name="csY5" fmla="*/ 19026 h 128573"/>
                  <a:gd name="csX6" fmla="*/ 200 w 128409"/>
                  <a:gd name="csY6" fmla="*/ 64484 h 128573"/>
                  <a:gd name="csX7" fmla="*/ 19006 w 128409"/>
                  <a:gd name="csY7" fmla="*/ 109941 h 128573"/>
                  <a:gd name="csX8" fmla="*/ 64405 w 128409"/>
                  <a:gd name="csY8" fmla="*/ 128770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5" y="128770"/>
                    </a:moveTo>
                    <a:cubicBezTo>
                      <a:pt x="81432" y="128770"/>
                      <a:pt x="97765" y="121997"/>
                      <a:pt x="109805" y="109941"/>
                    </a:cubicBezTo>
                    <a:cubicBezTo>
                      <a:pt x="121845" y="97886"/>
                      <a:pt x="128610" y="81533"/>
                      <a:pt x="128610" y="64484"/>
                    </a:cubicBezTo>
                    <a:cubicBezTo>
                      <a:pt x="128610" y="47435"/>
                      <a:pt x="121845" y="31082"/>
                      <a:pt x="109805" y="19026"/>
                    </a:cubicBezTo>
                    <a:cubicBezTo>
                      <a:pt x="97765" y="6971"/>
                      <a:pt x="81432" y="197"/>
                      <a:pt x="64405" y="197"/>
                    </a:cubicBezTo>
                    <a:cubicBezTo>
                      <a:pt x="47378" y="197"/>
                      <a:pt x="31046" y="6971"/>
                      <a:pt x="19006" y="19026"/>
                    </a:cubicBezTo>
                    <a:cubicBezTo>
                      <a:pt x="6965" y="31082"/>
                      <a:pt x="200" y="47435"/>
                      <a:pt x="200" y="64484"/>
                    </a:cubicBezTo>
                    <a:cubicBezTo>
                      <a:pt x="200" y="81533"/>
                      <a:pt x="6965" y="97886"/>
                      <a:pt x="19006" y="109941"/>
                    </a:cubicBezTo>
                    <a:cubicBezTo>
                      <a:pt x="31046" y="121997"/>
                      <a:pt x="47378" y="128770"/>
                      <a:pt x="64405" y="128770"/>
                    </a:cubicBezTo>
                    <a:close/>
                  </a:path>
                </a:pathLst>
              </a:custGeom>
              <a:solidFill>
                <a:srgbClr val="2FB47C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8" name="任意多边形: 形状 1607"/>
              <p:cNvSpPr/>
              <p:nvPr/>
            </p:nvSpPr>
            <p:spPr>
              <a:xfrm>
                <a:off x="17769184" y="8104880"/>
                <a:ext cx="223200" cy="223200"/>
              </a:xfrm>
              <a:custGeom>
                <a:avLst/>
                <a:gdLst>
                  <a:gd name="csX0" fmla="*/ 64405 w 128409"/>
                  <a:gd name="csY0" fmla="*/ 128768 h 128573"/>
                  <a:gd name="csX1" fmla="*/ 109804 w 128409"/>
                  <a:gd name="csY1" fmla="*/ 109939 h 128573"/>
                  <a:gd name="csX2" fmla="*/ 128609 w 128409"/>
                  <a:gd name="csY2" fmla="*/ 64481 h 128573"/>
                  <a:gd name="csX3" fmla="*/ 109804 w 128409"/>
                  <a:gd name="csY3" fmla="*/ 19024 h 128573"/>
                  <a:gd name="csX4" fmla="*/ 64405 w 128409"/>
                  <a:gd name="csY4" fmla="*/ 195 h 128573"/>
                  <a:gd name="csX5" fmla="*/ 19005 w 128409"/>
                  <a:gd name="csY5" fmla="*/ 19024 h 128573"/>
                  <a:gd name="csX6" fmla="*/ 200 w 128409"/>
                  <a:gd name="csY6" fmla="*/ 64481 h 128573"/>
                  <a:gd name="csX7" fmla="*/ 19005 w 128409"/>
                  <a:gd name="csY7" fmla="*/ 109939 h 128573"/>
                  <a:gd name="csX8" fmla="*/ 64405 w 128409"/>
                  <a:gd name="csY8" fmla="*/ 128768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05" y="128768"/>
                    </a:moveTo>
                    <a:cubicBezTo>
                      <a:pt x="81432" y="128768"/>
                      <a:pt x="97764" y="121995"/>
                      <a:pt x="109804" y="109939"/>
                    </a:cubicBezTo>
                    <a:cubicBezTo>
                      <a:pt x="121844" y="97884"/>
                      <a:pt x="128609" y="81530"/>
                      <a:pt x="128609" y="64481"/>
                    </a:cubicBezTo>
                    <a:cubicBezTo>
                      <a:pt x="128609" y="47432"/>
                      <a:pt x="121844" y="31079"/>
                      <a:pt x="109804" y="19024"/>
                    </a:cubicBezTo>
                    <a:cubicBezTo>
                      <a:pt x="97764" y="6968"/>
                      <a:pt x="81432" y="195"/>
                      <a:pt x="64405" y="195"/>
                    </a:cubicBezTo>
                    <a:cubicBezTo>
                      <a:pt x="47377" y="195"/>
                      <a:pt x="31045" y="6968"/>
                      <a:pt x="19005" y="19024"/>
                    </a:cubicBezTo>
                    <a:cubicBezTo>
                      <a:pt x="6965" y="31079"/>
                      <a:pt x="200" y="47432"/>
                      <a:pt x="200" y="64481"/>
                    </a:cubicBezTo>
                    <a:cubicBezTo>
                      <a:pt x="200" y="81530"/>
                      <a:pt x="6965" y="97884"/>
                      <a:pt x="19005" y="109939"/>
                    </a:cubicBezTo>
                    <a:cubicBezTo>
                      <a:pt x="31045" y="121995"/>
                      <a:pt x="47377" y="128768"/>
                      <a:pt x="64405" y="128768"/>
                    </a:cubicBezTo>
                    <a:close/>
                  </a:path>
                </a:pathLst>
              </a:custGeom>
              <a:solidFill>
                <a:srgbClr val="38B977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09" name="任意多边形: 形状 1608"/>
              <p:cNvSpPr/>
              <p:nvPr/>
            </p:nvSpPr>
            <p:spPr>
              <a:xfrm>
                <a:off x="18511731" y="8529313"/>
                <a:ext cx="223200" cy="223200"/>
              </a:xfrm>
              <a:custGeom>
                <a:avLst/>
                <a:gdLst>
                  <a:gd name="csX0" fmla="*/ 64429 w 128409"/>
                  <a:gd name="csY0" fmla="*/ 128782 h 128573"/>
                  <a:gd name="csX1" fmla="*/ 109829 w 128409"/>
                  <a:gd name="csY1" fmla="*/ 109953 h 128573"/>
                  <a:gd name="csX2" fmla="*/ 128634 w 128409"/>
                  <a:gd name="csY2" fmla="*/ 64495 h 128573"/>
                  <a:gd name="csX3" fmla="*/ 109829 w 128409"/>
                  <a:gd name="csY3" fmla="*/ 19038 h 128573"/>
                  <a:gd name="csX4" fmla="*/ 64429 w 128409"/>
                  <a:gd name="csY4" fmla="*/ 209 h 128573"/>
                  <a:gd name="csX5" fmla="*/ 19030 w 128409"/>
                  <a:gd name="csY5" fmla="*/ 19038 h 128573"/>
                  <a:gd name="csX6" fmla="*/ 225 w 128409"/>
                  <a:gd name="csY6" fmla="*/ 64495 h 128573"/>
                  <a:gd name="csX7" fmla="*/ 19030 w 128409"/>
                  <a:gd name="csY7" fmla="*/ 109953 h 128573"/>
                  <a:gd name="csX8" fmla="*/ 64429 w 128409"/>
                  <a:gd name="csY8" fmla="*/ 128782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9" y="128782"/>
                    </a:moveTo>
                    <a:cubicBezTo>
                      <a:pt x="81457" y="128782"/>
                      <a:pt x="97789" y="122009"/>
                      <a:pt x="109829" y="109953"/>
                    </a:cubicBezTo>
                    <a:cubicBezTo>
                      <a:pt x="121869" y="97898"/>
                      <a:pt x="128634" y="81545"/>
                      <a:pt x="128634" y="64495"/>
                    </a:cubicBezTo>
                    <a:cubicBezTo>
                      <a:pt x="128634" y="47446"/>
                      <a:pt x="121869" y="31093"/>
                      <a:pt x="109829" y="19038"/>
                    </a:cubicBezTo>
                    <a:cubicBezTo>
                      <a:pt x="97789" y="6982"/>
                      <a:pt x="81457" y="209"/>
                      <a:pt x="64429" y="209"/>
                    </a:cubicBezTo>
                    <a:cubicBezTo>
                      <a:pt x="47402" y="209"/>
                      <a:pt x="31070" y="6982"/>
                      <a:pt x="19030" y="19038"/>
                    </a:cubicBezTo>
                    <a:cubicBezTo>
                      <a:pt x="6990" y="31093"/>
                      <a:pt x="225" y="47446"/>
                      <a:pt x="225" y="64495"/>
                    </a:cubicBezTo>
                    <a:cubicBezTo>
                      <a:pt x="225" y="81545"/>
                      <a:pt x="6990" y="97898"/>
                      <a:pt x="19030" y="109953"/>
                    </a:cubicBezTo>
                    <a:cubicBezTo>
                      <a:pt x="31070" y="122009"/>
                      <a:pt x="47402" y="128782"/>
                      <a:pt x="64429" y="128782"/>
                    </a:cubicBezTo>
                    <a:close/>
                  </a:path>
                </a:pathLst>
              </a:custGeom>
              <a:solidFill>
                <a:srgbClr val="FDE725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10" name="任意多边形: 形状 1609"/>
              <p:cNvSpPr/>
              <p:nvPr/>
            </p:nvSpPr>
            <p:spPr>
              <a:xfrm>
                <a:off x="18056635" y="7751499"/>
                <a:ext cx="223200" cy="223200"/>
              </a:xfrm>
              <a:custGeom>
                <a:avLst/>
                <a:gdLst>
                  <a:gd name="csX0" fmla="*/ 64414 w 128409"/>
                  <a:gd name="csY0" fmla="*/ 128756 h 128573"/>
                  <a:gd name="csX1" fmla="*/ 109814 w 128409"/>
                  <a:gd name="csY1" fmla="*/ 109927 h 128573"/>
                  <a:gd name="csX2" fmla="*/ 128619 w 128409"/>
                  <a:gd name="csY2" fmla="*/ 64470 h 128573"/>
                  <a:gd name="csX3" fmla="*/ 109814 w 128409"/>
                  <a:gd name="csY3" fmla="*/ 19012 h 128573"/>
                  <a:gd name="csX4" fmla="*/ 64414 w 128409"/>
                  <a:gd name="csY4" fmla="*/ 183 h 128573"/>
                  <a:gd name="csX5" fmla="*/ 19015 w 128409"/>
                  <a:gd name="csY5" fmla="*/ 19012 h 128573"/>
                  <a:gd name="csX6" fmla="*/ 210 w 128409"/>
                  <a:gd name="csY6" fmla="*/ 64470 h 128573"/>
                  <a:gd name="csX7" fmla="*/ 19015 w 128409"/>
                  <a:gd name="csY7" fmla="*/ 109927 h 128573"/>
                  <a:gd name="csX8" fmla="*/ 64414 w 128409"/>
                  <a:gd name="csY8" fmla="*/ 128756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14" y="128756"/>
                    </a:moveTo>
                    <a:cubicBezTo>
                      <a:pt x="81442" y="128756"/>
                      <a:pt x="97774" y="121983"/>
                      <a:pt x="109814" y="109927"/>
                    </a:cubicBezTo>
                    <a:cubicBezTo>
                      <a:pt x="121854" y="97872"/>
                      <a:pt x="128619" y="81519"/>
                      <a:pt x="128619" y="64470"/>
                    </a:cubicBezTo>
                    <a:cubicBezTo>
                      <a:pt x="128619" y="47421"/>
                      <a:pt x="121854" y="31068"/>
                      <a:pt x="109814" y="19012"/>
                    </a:cubicBezTo>
                    <a:cubicBezTo>
                      <a:pt x="97774" y="6957"/>
                      <a:pt x="81442" y="183"/>
                      <a:pt x="64414" y="183"/>
                    </a:cubicBezTo>
                    <a:cubicBezTo>
                      <a:pt x="47387" y="183"/>
                      <a:pt x="31055" y="6957"/>
                      <a:pt x="19015" y="19012"/>
                    </a:cubicBezTo>
                    <a:cubicBezTo>
                      <a:pt x="6975" y="31068"/>
                      <a:pt x="210" y="47421"/>
                      <a:pt x="210" y="64470"/>
                    </a:cubicBezTo>
                    <a:cubicBezTo>
                      <a:pt x="210" y="81519"/>
                      <a:pt x="6975" y="97872"/>
                      <a:pt x="19015" y="109927"/>
                    </a:cubicBezTo>
                    <a:cubicBezTo>
                      <a:pt x="31055" y="121983"/>
                      <a:pt x="47387" y="128756"/>
                      <a:pt x="64414" y="128756"/>
                    </a:cubicBezTo>
                    <a:close/>
                  </a:path>
                </a:pathLst>
              </a:custGeom>
              <a:solidFill>
                <a:srgbClr val="93D74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11" name="任意多边形: 形状 1610"/>
              <p:cNvSpPr/>
              <p:nvPr/>
            </p:nvSpPr>
            <p:spPr>
              <a:xfrm>
                <a:off x="16973626" y="8135142"/>
                <a:ext cx="223200" cy="223200"/>
              </a:xfrm>
              <a:custGeom>
                <a:avLst/>
                <a:gdLst>
                  <a:gd name="csX0" fmla="*/ 64378 w 128409"/>
                  <a:gd name="csY0" fmla="*/ 128769 h 128573"/>
                  <a:gd name="csX1" fmla="*/ 109778 w 128409"/>
                  <a:gd name="csY1" fmla="*/ 109940 h 128573"/>
                  <a:gd name="csX2" fmla="*/ 128583 w 128409"/>
                  <a:gd name="csY2" fmla="*/ 64482 h 128573"/>
                  <a:gd name="csX3" fmla="*/ 109778 w 128409"/>
                  <a:gd name="csY3" fmla="*/ 19025 h 128573"/>
                  <a:gd name="csX4" fmla="*/ 64378 w 128409"/>
                  <a:gd name="csY4" fmla="*/ 196 h 128573"/>
                  <a:gd name="csX5" fmla="*/ 18979 w 128409"/>
                  <a:gd name="csY5" fmla="*/ 19025 h 128573"/>
                  <a:gd name="csX6" fmla="*/ 174 w 128409"/>
                  <a:gd name="csY6" fmla="*/ 64482 h 128573"/>
                  <a:gd name="csX7" fmla="*/ 18979 w 128409"/>
                  <a:gd name="csY7" fmla="*/ 109940 h 128573"/>
                  <a:gd name="csX8" fmla="*/ 64378 w 128409"/>
                  <a:gd name="csY8" fmla="*/ 128769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378" y="128769"/>
                    </a:moveTo>
                    <a:cubicBezTo>
                      <a:pt x="81406" y="128769"/>
                      <a:pt x="97738" y="121996"/>
                      <a:pt x="109778" y="109940"/>
                    </a:cubicBezTo>
                    <a:cubicBezTo>
                      <a:pt x="121818" y="97885"/>
                      <a:pt x="128583" y="81532"/>
                      <a:pt x="128583" y="64482"/>
                    </a:cubicBezTo>
                    <a:cubicBezTo>
                      <a:pt x="128583" y="47433"/>
                      <a:pt x="121818" y="31080"/>
                      <a:pt x="109778" y="19025"/>
                    </a:cubicBezTo>
                    <a:cubicBezTo>
                      <a:pt x="97738" y="6969"/>
                      <a:pt x="81406" y="196"/>
                      <a:pt x="64378" y="196"/>
                    </a:cubicBezTo>
                    <a:cubicBezTo>
                      <a:pt x="47351" y="196"/>
                      <a:pt x="31019" y="6969"/>
                      <a:pt x="18979" y="19025"/>
                    </a:cubicBezTo>
                    <a:cubicBezTo>
                      <a:pt x="6939" y="31080"/>
                      <a:pt x="174" y="47433"/>
                      <a:pt x="174" y="64482"/>
                    </a:cubicBezTo>
                    <a:cubicBezTo>
                      <a:pt x="174" y="81532"/>
                      <a:pt x="6939" y="97885"/>
                      <a:pt x="18979" y="109940"/>
                    </a:cubicBezTo>
                    <a:cubicBezTo>
                      <a:pt x="31019" y="121996"/>
                      <a:pt x="47351" y="128769"/>
                      <a:pt x="64378" y="128769"/>
                    </a:cubicBezTo>
                    <a:close/>
                  </a:path>
                </a:pathLst>
              </a:custGeom>
              <a:solidFill>
                <a:srgbClr val="C5E021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12" name="任意多边形: 形状 1611"/>
              <p:cNvSpPr/>
              <p:nvPr/>
            </p:nvSpPr>
            <p:spPr>
              <a:xfrm>
                <a:off x="18373244" y="7891538"/>
                <a:ext cx="223200" cy="223200"/>
              </a:xfrm>
              <a:custGeom>
                <a:avLst/>
                <a:gdLst>
                  <a:gd name="csX0" fmla="*/ 64425 w 128409"/>
                  <a:gd name="csY0" fmla="*/ 128761 h 128573"/>
                  <a:gd name="csX1" fmla="*/ 109824 w 128409"/>
                  <a:gd name="csY1" fmla="*/ 109932 h 128573"/>
                  <a:gd name="csX2" fmla="*/ 128629 w 128409"/>
                  <a:gd name="csY2" fmla="*/ 64474 h 128573"/>
                  <a:gd name="csX3" fmla="*/ 109824 w 128409"/>
                  <a:gd name="csY3" fmla="*/ 19017 h 128573"/>
                  <a:gd name="csX4" fmla="*/ 64425 w 128409"/>
                  <a:gd name="csY4" fmla="*/ 188 h 128573"/>
                  <a:gd name="csX5" fmla="*/ 19025 w 128409"/>
                  <a:gd name="csY5" fmla="*/ 19017 h 128573"/>
                  <a:gd name="csX6" fmla="*/ 220 w 128409"/>
                  <a:gd name="csY6" fmla="*/ 64474 h 128573"/>
                  <a:gd name="csX7" fmla="*/ 19025 w 128409"/>
                  <a:gd name="csY7" fmla="*/ 109932 h 128573"/>
                  <a:gd name="csX8" fmla="*/ 64425 w 128409"/>
                  <a:gd name="csY8" fmla="*/ 128761 h 1285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8409" h="128573">
                    <a:moveTo>
                      <a:pt x="64425" y="128761"/>
                    </a:moveTo>
                    <a:cubicBezTo>
                      <a:pt x="81452" y="128761"/>
                      <a:pt x="97784" y="121987"/>
                      <a:pt x="109824" y="109932"/>
                    </a:cubicBezTo>
                    <a:cubicBezTo>
                      <a:pt x="121864" y="97876"/>
                      <a:pt x="128629" y="81523"/>
                      <a:pt x="128629" y="64474"/>
                    </a:cubicBezTo>
                    <a:cubicBezTo>
                      <a:pt x="128629" y="47425"/>
                      <a:pt x="121864" y="31072"/>
                      <a:pt x="109824" y="19017"/>
                    </a:cubicBezTo>
                    <a:cubicBezTo>
                      <a:pt x="97784" y="6961"/>
                      <a:pt x="81452" y="188"/>
                      <a:pt x="64425" y="188"/>
                    </a:cubicBezTo>
                    <a:cubicBezTo>
                      <a:pt x="47397" y="188"/>
                      <a:pt x="31065" y="6961"/>
                      <a:pt x="19025" y="19017"/>
                    </a:cubicBezTo>
                    <a:cubicBezTo>
                      <a:pt x="6985" y="31072"/>
                      <a:pt x="220" y="47425"/>
                      <a:pt x="220" y="64474"/>
                    </a:cubicBezTo>
                    <a:cubicBezTo>
                      <a:pt x="220" y="81523"/>
                      <a:pt x="6985" y="97876"/>
                      <a:pt x="19025" y="109932"/>
                    </a:cubicBezTo>
                    <a:cubicBezTo>
                      <a:pt x="31065" y="121987"/>
                      <a:pt x="47397" y="128761"/>
                      <a:pt x="64425" y="128761"/>
                    </a:cubicBezTo>
                    <a:close/>
                  </a:path>
                </a:pathLst>
              </a:custGeom>
              <a:solidFill>
                <a:srgbClr val="E7E419">
                  <a:alpha val="70000"/>
                </a:srgbClr>
              </a:solidFill>
              <a:ln w="25400" cap="flat">
                <a:solidFill>
                  <a:schemeClr val="tx1"/>
                </a:solidFill>
                <a:prstDash val="solid"/>
                <a:round/>
              </a:ln>
            </p:spPr>
          </p:sp>
        </p:grpSp>
      </p:grpSp>
      <p:grpSp>
        <p:nvGrpSpPr>
          <p:cNvPr id="1942" name="组合 1941"/>
          <p:cNvGrpSpPr>
            <a:grpSpLocks noChangeAspect="1"/>
          </p:cNvGrpSpPr>
          <p:nvPr/>
        </p:nvGrpSpPr>
        <p:grpSpPr>
          <a:xfrm>
            <a:off x="12220854" y="405642"/>
            <a:ext cx="7919720" cy="7576128"/>
            <a:chOff x="8453133" y="14820289"/>
            <a:chExt cx="10116000" cy="9676800"/>
          </a:xfrm>
        </p:grpSpPr>
        <p:sp>
          <p:nvSpPr>
            <p:cNvPr id="1621" name="任意多边形: 形状 1620"/>
            <p:cNvSpPr/>
            <p:nvPr/>
          </p:nvSpPr>
          <p:spPr>
            <a:xfrm>
              <a:off x="8453133" y="14820289"/>
              <a:ext cx="3943485" cy="7611229"/>
            </a:xfrm>
            <a:custGeom>
              <a:avLst/>
              <a:gdLst>
                <a:gd name="csX0" fmla="*/ 276977 w 4761994"/>
                <a:gd name="csY0" fmla="*/ 9192926 h 9192926"/>
                <a:gd name="csX1" fmla="*/ 4761995 w 4761994"/>
                <a:gd name="csY1" fmla="*/ 5428695 h 9192926"/>
                <a:gd name="csX2" fmla="*/ 4699649 w 4761994"/>
                <a:gd name="csY2" fmla="*/ 0 h 9192926"/>
                <a:gd name="csX3" fmla="*/ 0 w 4761994"/>
                <a:gd name="csY3" fmla="*/ 3433969 h 91929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61994" h="9192926">
                  <a:moveTo>
                    <a:pt x="276977" y="9192926"/>
                  </a:moveTo>
                  <a:lnTo>
                    <a:pt x="4761995" y="5428695"/>
                  </a:lnTo>
                  <a:lnTo>
                    <a:pt x="4699649" y="0"/>
                  </a:lnTo>
                  <a:lnTo>
                    <a:pt x="0" y="3433969"/>
                  </a:lnTo>
                </a:path>
              </a:pathLst>
            </a:custGeom>
            <a:solidFill>
              <a:srgbClr val="F2F2F2">
                <a:alpha val="50000"/>
              </a:srgbClr>
            </a:solidFill>
            <a:ln w="36472" cap="flat">
              <a:solidFill>
                <a:srgbClr val="F2F2F2">
                  <a:alpha val="50000"/>
                </a:srgbClr>
              </a:solidFill>
              <a:prstDash val="solid"/>
              <a:miter/>
            </a:ln>
          </p:spPr>
        </p:sp>
        <p:sp>
          <p:nvSpPr>
            <p:cNvPr id="1622" name="任意多边形: 形状 1621"/>
            <p:cNvSpPr/>
            <p:nvPr/>
          </p:nvSpPr>
          <p:spPr>
            <a:xfrm>
              <a:off x="12344988" y="14820289"/>
              <a:ext cx="6224145" cy="6228795"/>
            </a:xfrm>
            <a:custGeom>
              <a:avLst/>
              <a:gdLst>
                <a:gd name="csX0" fmla="*/ 62346 w 7516028"/>
                <a:gd name="csY0" fmla="*/ 5428695 h 7523207"/>
                <a:gd name="csX1" fmla="*/ 7259199 w 7516028"/>
                <a:gd name="csY1" fmla="*/ 7523208 h 7523207"/>
                <a:gd name="csX2" fmla="*/ 7516029 w 7516028"/>
                <a:gd name="csY2" fmla="*/ 1907527 h 7523207"/>
                <a:gd name="csX3" fmla="*/ 0 w 7516028"/>
                <a:gd name="csY3" fmla="*/ 0 h 7523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16028" h="7523207">
                  <a:moveTo>
                    <a:pt x="62346" y="5428695"/>
                  </a:moveTo>
                  <a:lnTo>
                    <a:pt x="7259199" y="7523208"/>
                  </a:lnTo>
                  <a:lnTo>
                    <a:pt x="7516029" y="1907527"/>
                  </a:lnTo>
                  <a:lnTo>
                    <a:pt x="0" y="0"/>
                  </a:lnTo>
                </a:path>
              </a:pathLst>
            </a:custGeom>
            <a:solidFill>
              <a:srgbClr val="E6E6E6">
                <a:alpha val="50000"/>
              </a:srgbClr>
            </a:solidFill>
            <a:ln w="36472" cap="flat">
              <a:solidFill>
                <a:srgbClr val="E6E6E6">
                  <a:alpha val="50000"/>
                </a:srgbClr>
              </a:solidFill>
              <a:prstDash val="solid"/>
              <a:miter/>
            </a:ln>
          </p:spPr>
        </p:sp>
        <p:sp>
          <p:nvSpPr>
            <p:cNvPr id="1623" name="任意多边形: 形状 1622"/>
            <p:cNvSpPr/>
            <p:nvPr/>
          </p:nvSpPr>
          <p:spPr>
            <a:xfrm>
              <a:off x="8682502" y="19314945"/>
              <a:ext cx="9673947" cy="5182143"/>
            </a:xfrm>
            <a:custGeom>
              <a:avLst/>
              <a:gdLst>
                <a:gd name="csX0" fmla="*/ 0 w 11681870"/>
                <a:gd name="csY0" fmla="*/ 3764231 h 6259050"/>
                <a:gd name="csX1" fmla="*/ 7629016 w 11681870"/>
                <a:gd name="csY1" fmla="*/ 6259051 h 6259050"/>
                <a:gd name="csX2" fmla="*/ 11681870 w 11681870"/>
                <a:gd name="csY2" fmla="*/ 2094513 h 6259050"/>
                <a:gd name="csX3" fmla="*/ 4485018 w 11681870"/>
                <a:gd name="csY3" fmla="*/ 0 h 6259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1681870" h="6259050">
                  <a:moveTo>
                    <a:pt x="0" y="3764231"/>
                  </a:moveTo>
                  <a:lnTo>
                    <a:pt x="7629016" y="6259051"/>
                  </a:lnTo>
                  <a:lnTo>
                    <a:pt x="11681870" y="2094513"/>
                  </a:lnTo>
                  <a:lnTo>
                    <a:pt x="4485018" y="0"/>
                  </a:lnTo>
                </a:path>
              </a:pathLst>
            </a:custGeom>
            <a:solidFill>
              <a:srgbClr val="ECECEC">
                <a:alpha val="50000"/>
              </a:srgbClr>
            </a:solidFill>
            <a:ln w="36472" cap="flat">
              <a:solidFill>
                <a:srgbClr val="ECECEC">
                  <a:alpha val="50000"/>
                </a:srgbClr>
              </a:solidFill>
              <a:prstDash val="solid"/>
              <a:miter/>
            </a:ln>
          </p:spPr>
        </p:sp>
        <p:grpSp>
          <p:nvGrpSpPr>
            <p:cNvPr id="1624" name="图形 1616"/>
            <p:cNvGrpSpPr/>
            <p:nvPr/>
          </p:nvGrpSpPr>
          <p:grpSpPr>
            <a:xfrm>
              <a:off x="8682502" y="14953874"/>
              <a:ext cx="9309477" cy="9543215"/>
              <a:chOff x="8730110" y="14981635"/>
              <a:chExt cx="11241751" cy="11526400"/>
            </a:xfrm>
          </p:grpSpPr>
          <p:grpSp>
            <p:nvGrpSpPr>
              <p:cNvPr id="1627" name="图形 1616"/>
              <p:cNvGrpSpPr/>
              <p:nvPr/>
            </p:nvGrpSpPr>
            <p:grpSpPr>
              <a:xfrm>
                <a:off x="9374040" y="14981635"/>
                <a:ext cx="10597821" cy="11294575"/>
                <a:chOff x="9374040" y="14981635"/>
                <a:chExt cx="10597821" cy="11294575"/>
              </a:xfrm>
              <a:noFill/>
            </p:grpSpPr>
            <p:sp>
              <p:nvSpPr>
                <p:cNvPr id="1628" name="任意多边形: 形状 1627"/>
                <p:cNvSpPr/>
                <p:nvPr/>
              </p:nvSpPr>
              <p:spPr>
                <a:xfrm>
                  <a:off x="9374040" y="14981635"/>
                  <a:ext cx="4451000" cy="9242157"/>
                </a:xfrm>
                <a:custGeom>
                  <a:avLst/>
                  <a:gdLst>
                    <a:gd name="csX0" fmla="*/ 0 w 4451000"/>
                    <a:gd name="csY0" fmla="*/ 9242158 h 9242157"/>
                    <a:gd name="csX1" fmla="*/ 4451001 w 4451000"/>
                    <a:gd name="csY1" fmla="*/ 5444854 h 9242157"/>
                    <a:gd name="csX2" fmla="*/ 4414474 w 4451000"/>
                    <a:gd name="csY2" fmla="*/ 0 h 92421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451000" h="9242157">
                      <a:moveTo>
                        <a:pt x="0" y="9242158"/>
                      </a:moveTo>
                      <a:lnTo>
                        <a:pt x="4451001" y="5444854"/>
                      </a:lnTo>
                      <a:lnTo>
                        <a:pt x="4414474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29" name="任意多边形: 形状 1628"/>
                <p:cNvSpPr/>
                <p:nvPr/>
              </p:nvSpPr>
              <p:spPr>
                <a:xfrm>
                  <a:off x="10382790" y="15234265"/>
                  <a:ext cx="4401135" cy="9319405"/>
                </a:xfrm>
                <a:custGeom>
                  <a:avLst/>
                  <a:gdLst>
                    <a:gd name="csX0" fmla="*/ 0 w 4401135"/>
                    <a:gd name="csY0" fmla="*/ 9319405 h 9319405"/>
                    <a:gd name="csX1" fmla="*/ 4396797 w 4401135"/>
                    <a:gd name="csY1" fmla="*/ 5470027 h 9319405"/>
                    <a:gd name="csX2" fmla="*/ 4401136 w 4401135"/>
                    <a:gd name="csY2" fmla="*/ 0 h 93194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401135" h="9319405">
                      <a:moveTo>
                        <a:pt x="0" y="9319405"/>
                      </a:moveTo>
                      <a:lnTo>
                        <a:pt x="4396797" y="5470027"/>
                      </a:lnTo>
                      <a:lnTo>
                        <a:pt x="4401136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30" name="任意多边形: 形状 1629"/>
                <p:cNvSpPr/>
                <p:nvPr/>
              </p:nvSpPr>
              <p:spPr>
                <a:xfrm>
                  <a:off x="11406024" y="15490365"/>
                  <a:ext cx="4386985" cy="9397921"/>
                </a:xfrm>
                <a:custGeom>
                  <a:avLst/>
                  <a:gdLst>
                    <a:gd name="csX0" fmla="*/ 0 w 4386985"/>
                    <a:gd name="csY0" fmla="*/ 9397921 h 9397921"/>
                    <a:gd name="csX1" fmla="*/ 4340675 w 4386985"/>
                    <a:gd name="csY1" fmla="*/ 5495387 h 9397921"/>
                    <a:gd name="csX2" fmla="*/ 4386986 w 4386985"/>
                    <a:gd name="csY2" fmla="*/ 0 h 93979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86985" h="9397921">
                      <a:moveTo>
                        <a:pt x="0" y="9397921"/>
                      </a:moveTo>
                      <a:lnTo>
                        <a:pt x="4340675" y="5495387"/>
                      </a:lnTo>
                      <a:lnTo>
                        <a:pt x="4386986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31" name="任意多边形: 形状 1630"/>
                <p:cNvSpPr/>
                <p:nvPr/>
              </p:nvSpPr>
              <p:spPr>
                <a:xfrm>
                  <a:off x="12444055" y="15750007"/>
                  <a:ext cx="4371994" cy="9477732"/>
                </a:xfrm>
                <a:custGeom>
                  <a:avLst/>
                  <a:gdLst>
                    <a:gd name="csX0" fmla="*/ 0 w 4371994"/>
                    <a:gd name="csY0" fmla="*/ 9477732 h 9477732"/>
                    <a:gd name="csX1" fmla="*/ 4282571 w 4371994"/>
                    <a:gd name="csY1" fmla="*/ 5520936 h 9477732"/>
                    <a:gd name="csX2" fmla="*/ 4371995 w 4371994"/>
                    <a:gd name="csY2" fmla="*/ 0 h 94777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71994" h="9477732">
                      <a:moveTo>
                        <a:pt x="0" y="9477732"/>
                      </a:moveTo>
                      <a:lnTo>
                        <a:pt x="4282571" y="5520936"/>
                      </a:lnTo>
                      <a:lnTo>
                        <a:pt x="4371995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32" name="任意多边形: 形状 1631"/>
                <p:cNvSpPr/>
                <p:nvPr/>
              </p:nvSpPr>
              <p:spPr>
                <a:xfrm>
                  <a:off x="13497209" y="16013265"/>
                  <a:ext cx="4356127" cy="9558874"/>
                </a:xfrm>
                <a:custGeom>
                  <a:avLst/>
                  <a:gdLst>
                    <a:gd name="csX0" fmla="*/ 0 w 4356127"/>
                    <a:gd name="csY0" fmla="*/ 9558874 h 9558874"/>
                    <a:gd name="csX1" fmla="*/ 4222418 w 4356127"/>
                    <a:gd name="csY1" fmla="*/ 5546672 h 9558874"/>
                    <a:gd name="csX2" fmla="*/ 4356128 w 4356127"/>
                    <a:gd name="csY2" fmla="*/ 0 h 95588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56127" h="9558874">
                      <a:moveTo>
                        <a:pt x="0" y="9558874"/>
                      </a:moveTo>
                      <a:lnTo>
                        <a:pt x="4222418" y="5546672"/>
                      </a:lnTo>
                      <a:lnTo>
                        <a:pt x="4356128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33" name="任意多边形: 形状 1632"/>
                <p:cNvSpPr/>
                <p:nvPr/>
              </p:nvSpPr>
              <p:spPr>
                <a:xfrm>
                  <a:off x="14565816" y="16280215"/>
                  <a:ext cx="4339355" cy="9641376"/>
                </a:xfrm>
                <a:custGeom>
                  <a:avLst/>
                  <a:gdLst>
                    <a:gd name="csX0" fmla="*/ 0 w 4339355"/>
                    <a:gd name="csY0" fmla="*/ 9641377 h 9641376"/>
                    <a:gd name="csX1" fmla="*/ 4160148 w 4339355"/>
                    <a:gd name="csY1" fmla="*/ 5572598 h 9641376"/>
                    <a:gd name="csX2" fmla="*/ 4339356 w 4339355"/>
                    <a:gd name="csY2" fmla="*/ 0 h 96413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39355" h="9641376">
                      <a:moveTo>
                        <a:pt x="0" y="9641377"/>
                      </a:moveTo>
                      <a:lnTo>
                        <a:pt x="4160148" y="5572598"/>
                      </a:lnTo>
                      <a:lnTo>
                        <a:pt x="4339356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34" name="任意多边形: 形状 1633"/>
                <p:cNvSpPr/>
                <p:nvPr/>
              </p:nvSpPr>
              <p:spPr>
                <a:xfrm>
                  <a:off x="15650220" y="16550935"/>
                  <a:ext cx="4321641" cy="9725275"/>
                </a:xfrm>
                <a:custGeom>
                  <a:avLst/>
                  <a:gdLst>
                    <a:gd name="csX0" fmla="*/ 0 w 4321641"/>
                    <a:gd name="csY0" fmla="*/ 9725275 h 9725275"/>
                    <a:gd name="csX1" fmla="*/ 4095686 w 4321641"/>
                    <a:gd name="csY1" fmla="*/ 5598714 h 9725275"/>
                    <a:gd name="csX2" fmla="*/ 4321642 w 4321641"/>
                    <a:gd name="csY2" fmla="*/ 0 h 97252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4321641" h="9725275">
                      <a:moveTo>
                        <a:pt x="0" y="9725275"/>
                      </a:moveTo>
                      <a:lnTo>
                        <a:pt x="4095686" y="5598714"/>
                      </a:lnTo>
                      <a:lnTo>
                        <a:pt x="4321642" y="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</p:grpSp>
          <p:sp>
            <p:nvSpPr>
              <p:cNvPr id="1625" name="任意多边形: 形状 1624"/>
              <p:cNvSpPr/>
              <p:nvPr/>
            </p:nvSpPr>
            <p:spPr>
              <a:xfrm>
                <a:off x="8730110" y="24013216"/>
                <a:ext cx="7629015" cy="2494819"/>
              </a:xfrm>
              <a:custGeom>
                <a:avLst/>
                <a:gdLst>
                  <a:gd name="csX0" fmla="*/ 0 w 7629015"/>
                  <a:gd name="csY0" fmla="*/ 0 h 2494819"/>
                  <a:gd name="csX1" fmla="*/ 7629016 w 7629015"/>
                  <a:gd name="csY1" fmla="*/ 2494820 h 24948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629015" h="2494819">
                    <a:moveTo>
                      <a:pt x="0" y="0"/>
                    </a:moveTo>
                    <a:lnTo>
                      <a:pt x="7629016" y="2494820"/>
                    </a:lnTo>
                  </a:path>
                </a:pathLst>
              </a:custGeom>
              <a:noFill/>
              <a:ln w="101600" cap="sq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</p:spPr>
          </p:sp>
        </p:grpSp>
        <p:grpSp>
          <p:nvGrpSpPr>
            <p:cNvPr id="1662" name="图形 1616"/>
            <p:cNvGrpSpPr/>
            <p:nvPr/>
          </p:nvGrpSpPr>
          <p:grpSpPr>
            <a:xfrm>
              <a:off x="8826857" y="15052409"/>
              <a:ext cx="9529591" cy="9444680"/>
              <a:chOff x="8904427" y="15100646"/>
              <a:chExt cx="11507552" cy="11407389"/>
            </a:xfrm>
          </p:grpSpPr>
          <p:grpSp>
            <p:nvGrpSpPr>
              <p:cNvPr id="1665" name="图形 1616"/>
              <p:cNvGrpSpPr/>
              <p:nvPr/>
            </p:nvGrpSpPr>
            <p:grpSpPr>
              <a:xfrm>
                <a:off x="8904427" y="15100646"/>
                <a:ext cx="11176856" cy="11007255"/>
                <a:chOff x="8904427" y="15100646"/>
                <a:chExt cx="11176856" cy="11007255"/>
              </a:xfrm>
              <a:noFill/>
            </p:grpSpPr>
            <p:sp>
              <p:nvSpPr>
                <p:cNvPr id="1666" name="任意多边形: 形状 1665"/>
                <p:cNvSpPr/>
                <p:nvPr/>
              </p:nvSpPr>
              <p:spPr>
                <a:xfrm>
                  <a:off x="8904427" y="17924504"/>
                  <a:ext cx="7844100" cy="8183397"/>
                </a:xfrm>
                <a:custGeom>
                  <a:avLst/>
                  <a:gdLst>
                    <a:gd name="csX0" fmla="*/ 0 w 7844100"/>
                    <a:gd name="csY0" fmla="*/ 0 h 8183397"/>
                    <a:gd name="csX1" fmla="*/ 254891 w 7844100"/>
                    <a:gd name="csY1" fmla="*/ 5728482 h 8183397"/>
                    <a:gd name="csX2" fmla="*/ 7844100 w 7844100"/>
                    <a:gd name="csY2" fmla="*/ 8183398 h 81833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844100" h="8183397">
                      <a:moveTo>
                        <a:pt x="0" y="0"/>
                      </a:moveTo>
                      <a:lnTo>
                        <a:pt x="254891" y="5728482"/>
                      </a:lnTo>
                      <a:lnTo>
                        <a:pt x="7844100" y="8183398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67" name="任意多边形: 形状 1666"/>
                <p:cNvSpPr/>
                <p:nvPr/>
              </p:nvSpPr>
              <p:spPr>
                <a:xfrm>
                  <a:off x="9588821" y="17424427"/>
                  <a:ext cx="7750151" cy="8076759"/>
                </a:xfrm>
                <a:custGeom>
                  <a:avLst/>
                  <a:gdLst>
                    <a:gd name="csX0" fmla="*/ 0 w 7750151"/>
                    <a:gd name="csY0" fmla="*/ 0 h 8076759"/>
                    <a:gd name="csX1" fmla="*/ 221993 w 7750151"/>
                    <a:gd name="csY1" fmla="*/ 5681765 h 8076759"/>
                    <a:gd name="csX2" fmla="*/ 7750152 w 7750151"/>
                    <a:gd name="csY2" fmla="*/ 8076760 h 80767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750151" h="8076759">
                      <a:moveTo>
                        <a:pt x="0" y="0"/>
                      </a:moveTo>
                      <a:lnTo>
                        <a:pt x="221993" y="5681765"/>
                      </a:lnTo>
                      <a:lnTo>
                        <a:pt x="7750152" y="807676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68" name="任意多边形: 形状 1667"/>
                <p:cNvSpPr/>
                <p:nvPr/>
              </p:nvSpPr>
              <p:spPr>
                <a:xfrm>
                  <a:off x="10256305" y="16936705"/>
                  <a:ext cx="7658421" cy="7972861"/>
                </a:xfrm>
                <a:custGeom>
                  <a:avLst/>
                  <a:gdLst>
                    <a:gd name="csX0" fmla="*/ 0 w 7658421"/>
                    <a:gd name="csY0" fmla="*/ 0 h 7972861"/>
                    <a:gd name="csX1" fmla="*/ 190602 w 7658421"/>
                    <a:gd name="csY1" fmla="*/ 5635620 h 7972861"/>
                    <a:gd name="csX2" fmla="*/ 7658422 w 7658421"/>
                    <a:gd name="csY2" fmla="*/ 7972862 h 79728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658421" h="7972861">
                      <a:moveTo>
                        <a:pt x="0" y="0"/>
                      </a:moveTo>
                      <a:lnTo>
                        <a:pt x="190602" y="5635620"/>
                      </a:lnTo>
                      <a:lnTo>
                        <a:pt x="7658422" y="7972862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69" name="任意多边形: 形状 1668"/>
                <p:cNvSpPr/>
                <p:nvPr/>
              </p:nvSpPr>
              <p:spPr>
                <a:xfrm>
                  <a:off x="10907499" y="16460887"/>
                  <a:ext cx="7568832" cy="7871598"/>
                </a:xfrm>
                <a:custGeom>
                  <a:avLst/>
                  <a:gdLst>
                    <a:gd name="csX0" fmla="*/ 0 w 7568832"/>
                    <a:gd name="csY0" fmla="*/ 0 h 7871598"/>
                    <a:gd name="csX1" fmla="*/ 160638 w 7568832"/>
                    <a:gd name="csY1" fmla="*/ 5590046 h 7871598"/>
                    <a:gd name="csX2" fmla="*/ 7568833 w 7568832"/>
                    <a:gd name="csY2" fmla="*/ 7871599 h 78715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568832" h="7871598">
                      <a:moveTo>
                        <a:pt x="0" y="0"/>
                      </a:moveTo>
                      <a:lnTo>
                        <a:pt x="160638" y="5590046"/>
                      </a:lnTo>
                      <a:lnTo>
                        <a:pt x="7568833" y="7871599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70" name="任意多边形: 形状 1669"/>
                <p:cNvSpPr/>
                <p:nvPr/>
              </p:nvSpPr>
              <p:spPr>
                <a:xfrm>
                  <a:off x="11542991" y="15996541"/>
                  <a:ext cx="7481311" cy="7772872"/>
                </a:xfrm>
                <a:custGeom>
                  <a:avLst/>
                  <a:gdLst>
                    <a:gd name="csX0" fmla="*/ 0 w 7481311"/>
                    <a:gd name="csY0" fmla="*/ 0 h 7772872"/>
                    <a:gd name="csX1" fmla="*/ 132027 w 7481311"/>
                    <a:gd name="csY1" fmla="*/ 5545042 h 7772872"/>
                    <a:gd name="csX2" fmla="*/ 7481311 w 7481311"/>
                    <a:gd name="csY2" fmla="*/ 7772872 h 77728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481311" h="7772872">
                      <a:moveTo>
                        <a:pt x="0" y="0"/>
                      </a:moveTo>
                      <a:lnTo>
                        <a:pt x="132027" y="5545042"/>
                      </a:lnTo>
                      <a:lnTo>
                        <a:pt x="7481311" y="7772872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71" name="任意多边形: 形状 1670"/>
                <p:cNvSpPr/>
                <p:nvPr/>
              </p:nvSpPr>
              <p:spPr>
                <a:xfrm>
                  <a:off x="12163344" y="15543258"/>
                  <a:ext cx="7395786" cy="7676589"/>
                </a:xfrm>
                <a:custGeom>
                  <a:avLst/>
                  <a:gdLst>
                    <a:gd name="csX0" fmla="*/ 0 w 7395786"/>
                    <a:gd name="csY0" fmla="*/ 0 h 7676589"/>
                    <a:gd name="csX1" fmla="*/ 104699 w 7395786"/>
                    <a:gd name="csY1" fmla="*/ 5500605 h 7676589"/>
                    <a:gd name="csX2" fmla="*/ 7395787 w 7395786"/>
                    <a:gd name="csY2" fmla="*/ 7676590 h 76765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395786" h="7676589">
                      <a:moveTo>
                        <a:pt x="0" y="0"/>
                      </a:moveTo>
                      <a:lnTo>
                        <a:pt x="104699" y="5500605"/>
                      </a:lnTo>
                      <a:lnTo>
                        <a:pt x="7395787" y="767659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672" name="任意多边形: 形状 1671"/>
                <p:cNvSpPr/>
                <p:nvPr/>
              </p:nvSpPr>
              <p:spPr>
                <a:xfrm>
                  <a:off x="12769092" y="15100646"/>
                  <a:ext cx="7312192" cy="7582659"/>
                </a:xfrm>
                <a:custGeom>
                  <a:avLst/>
                  <a:gdLst>
                    <a:gd name="csX0" fmla="*/ 0 w 7312192"/>
                    <a:gd name="csY0" fmla="*/ 0 h 7582659"/>
                    <a:gd name="csX1" fmla="*/ 78590 w 7312192"/>
                    <a:gd name="csY1" fmla="*/ 5456732 h 7582659"/>
                    <a:gd name="csX2" fmla="*/ 7312192 w 7312192"/>
                    <a:gd name="csY2" fmla="*/ 7582660 h 75826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7312192" h="7582659">
                      <a:moveTo>
                        <a:pt x="0" y="0"/>
                      </a:moveTo>
                      <a:lnTo>
                        <a:pt x="78590" y="5456732"/>
                      </a:lnTo>
                      <a:lnTo>
                        <a:pt x="7312192" y="7582660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</p:grpSp>
          <p:sp>
            <p:nvSpPr>
              <p:cNvPr id="1663" name="任意多边形: 形状 1662"/>
              <p:cNvSpPr/>
              <p:nvPr/>
            </p:nvSpPr>
            <p:spPr>
              <a:xfrm>
                <a:off x="16359125" y="22343497"/>
                <a:ext cx="4052854" cy="4164538"/>
              </a:xfrm>
              <a:custGeom>
                <a:avLst/>
                <a:gdLst>
                  <a:gd name="csX0" fmla="*/ 4052855 w 4052854"/>
                  <a:gd name="csY0" fmla="*/ 0 h 4164538"/>
                  <a:gd name="csX1" fmla="*/ 0 w 4052854"/>
                  <a:gd name="csY1" fmla="*/ 4164538 h 41645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52854" h="4164538">
                    <a:moveTo>
                      <a:pt x="4052855" y="0"/>
                    </a:moveTo>
                    <a:lnTo>
                      <a:pt x="0" y="4164538"/>
                    </a:lnTo>
                  </a:path>
                </a:pathLst>
              </a:custGeom>
              <a:noFill/>
              <a:ln w="101600" cap="sq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</p:spPr>
          </p:sp>
        </p:grpSp>
        <p:grpSp>
          <p:nvGrpSpPr>
            <p:cNvPr id="1700" name="图形 1616"/>
            <p:cNvGrpSpPr/>
            <p:nvPr/>
          </p:nvGrpSpPr>
          <p:grpSpPr>
            <a:xfrm>
              <a:off x="8474307" y="15233784"/>
              <a:ext cx="10094826" cy="6792610"/>
              <a:chOff x="8478702" y="15319713"/>
              <a:chExt cx="12190107" cy="8204189"/>
            </a:xfrm>
          </p:grpSpPr>
          <p:grpSp>
            <p:nvGrpSpPr>
              <p:cNvPr id="1703" name="图形 1616"/>
              <p:cNvGrpSpPr/>
              <p:nvPr/>
            </p:nvGrpSpPr>
            <p:grpSpPr>
              <a:xfrm>
                <a:off x="8478702" y="15319713"/>
                <a:ext cx="12166434" cy="8204189"/>
                <a:chOff x="8478702" y="15319713"/>
                <a:chExt cx="12166434" cy="8204189"/>
              </a:xfrm>
              <a:noFill/>
            </p:grpSpPr>
            <p:sp>
              <p:nvSpPr>
                <p:cNvPr id="1704" name="任意多边形: 形状 1703"/>
                <p:cNvSpPr/>
                <p:nvPr/>
              </p:nvSpPr>
              <p:spPr>
                <a:xfrm>
                  <a:off x="8706576" y="19786126"/>
                  <a:ext cx="11727258" cy="3737776"/>
                </a:xfrm>
                <a:custGeom>
                  <a:avLst/>
                  <a:gdLst>
                    <a:gd name="csX0" fmla="*/ 11727259 w 11727258"/>
                    <a:gd name="csY0" fmla="*/ 2079494 h 3737776"/>
                    <a:gd name="csX1" fmla="*/ 4503235 w 11727258"/>
                    <a:gd name="csY1" fmla="*/ 0 h 3737776"/>
                    <a:gd name="csX2" fmla="*/ 0 w 11727258"/>
                    <a:gd name="csY2" fmla="*/ 3737776 h 37377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1727258" h="3737776">
                      <a:moveTo>
                        <a:pt x="11727259" y="2079494"/>
                      </a:moveTo>
                      <a:lnTo>
                        <a:pt x="4503235" y="0"/>
                      </a:lnTo>
                      <a:lnTo>
                        <a:pt x="0" y="3737776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705" name="任意多边形: 形状 1704"/>
                <p:cNvSpPr/>
                <p:nvPr/>
              </p:nvSpPr>
              <p:spPr>
                <a:xfrm>
                  <a:off x="8669768" y="19062772"/>
                  <a:ext cx="11798239" cy="3695796"/>
                </a:xfrm>
                <a:custGeom>
                  <a:avLst/>
                  <a:gdLst>
                    <a:gd name="csX0" fmla="*/ 11798239 w 11798239"/>
                    <a:gd name="csY0" fmla="*/ 2055678 h 3695796"/>
                    <a:gd name="csX1" fmla="*/ 4531737 w 11798239"/>
                    <a:gd name="csY1" fmla="*/ 0 h 3695796"/>
                    <a:gd name="csX2" fmla="*/ 0 w 11798239"/>
                    <a:gd name="csY2" fmla="*/ 3695797 h 3695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1798239" h="3695796">
                      <a:moveTo>
                        <a:pt x="11798239" y="2055678"/>
                      </a:moveTo>
                      <a:lnTo>
                        <a:pt x="4531737" y="0"/>
                      </a:lnTo>
                      <a:lnTo>
                        <a:pt x="0" y="3695797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706" name="任意多边形: 形状 1705"/>
                <p:cNvSpPr/>
                <p:nvPr/>
              </p:nvSpPr>
              <p:spPr>
                <a:xfrm>
                  <a:off x="8632502" y="18331190"/>
                  <a:ext cx="11870083" cy="3652553"/>
                </a:xfrm>
                <a:custGeom>
                  <a:avLst/>
                  <a:gdLst>
                    <a:gd name="csX0" fmla="*/ 11870084 w 11870083"/>
                    <a:gd name="csY0" fmla="*/ 2031164 h 3652553"/>
                    <a:gd name="csX1" fmla="*/ 4560600 w 11870083"/>
                    <a:gd name="csY1" fmla="*/ 0 h 3652553"/>
                    <a:gd name="csX2" fmla="*/ 0 w 11870083"/>
                    <a:gd name="csY2" fmla="*/ 3652553 h 36525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1870083" h="3652553">
                      <a:moveTo>
                        <a:pt x="11870084" y="2031164"/>
                      </a:moveTo>
                      <a:lnTo>
                        <a:pt x="4560600" y="0"/>
                      </a:lnTo>
                      <a:lnTo>
                        <a:pt x="0" y="3652553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707" name="任意多边形: 形状 1706"/>
                <p:cNvSpPr/>
                <p:nvPr/>
              </p:nvSpPr>
              <p:spPr>
                <a:xfrm>
                  <a:off x="8594772" y="17591239"/>
                  <a:ext cx="11942809" cy="3608008"/>
                </a:xfrm>
                <a:custGeom>
                  <a:avLst/>
                  <a:gdLst>
                    <a:gd name="csX0" fmla="*/ 11942810 w 11942809"/>
                    <a:gd name="csY0" fmla="*/ 2005932 h 3608008"/>
                    <a:gd name="csX1" fmla="*/ 4589833 w 11942809"/>
                    <a:gd name="csY1" fmla="*/ 0 h 3608008"/>
                    <a:gd name="csX2" fmla="*/ 0 w 11942809"/>
                    <a:gd name="csY2" fmla="*/ 3608008 h 36080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1942809" h="3608008">
                      <a:moveTo>
                        <a:pt x="11942810" y="2005932"/>
                      </a:moveTo>
                      <a:lnTo>
                        <a:pt x="4589833" y="0"/>
                      </a:lnTo>
                      <a:lnTo>
                        <a:pt x="0" y="3608008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708" name="任意多边形: 形状 1707"/>
                <p:cNvSpPr/>
                <p:nvPr/>
              </p:nvSpPr>
              <p:spPr>
                <a:xfrm>
                  <a:off x="8556568" y="16842775"/>
                  <a:ext cx="12016431" cy="3562124"/>
                </a:xfrm>
                <a:custGeom>
                  <a:avLst/>
                  <a:gdLst>
                    <a:gd name="csX0" fmla="*/ 12016432 w 12016431"/>
                    <a:gd name="csY0" fmla="*/ 1979962 h 3562124"/>
                    <a:gd name="csX1" fmla="*/ 4619441 w 12016431"/>
                    <a:gd name="csY1" fmla="*/ 0 h 3562124"/>
                    <a:gd name="csX2" fmla="*/ 0 w 12016431"/>
                    <a:gd name="csY2" fmla="*/ 3562124 h 35621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2016431" h="3562124">
                      <a:moveTo>
                        <a:pt x="12016432" y="1979962"/>
                      </a:moveTo>
                      <a:lnTo>
                        <a:pt x="4619441" y="0"/>
                      </a:lnTo>
                      <a:lnTo>
                        <a:pt x="0" y="3562124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709" name="任意多边形: 形状 1708"/>
                <p:cNvSpPr/>
                <p:nvPr/>
              </p:nvSpPr>
              <p:spPr>
                <a:xfrm>
                  <a:off x="8517881" y="16085650"/>
                  <a:ext cx="12090968" cy="3514862"/>
                </a:xfrm>
                <a:custGeom>
                  <a:avLst/>
                  <a:gdLst>
                    <a:gd name="csX0" fmla="*/ 12090969 w 12090968"/>
                    <a:gd name="csY0" fmla="*/ 1953231 h 3514862"/>
                    <a:gd name="csX1" fmla="*/ 4649433 w 12090968"/>
                    <a:gd name="csY1" fmla="*/ 0 h 3514862"/>
                    <a:gd name="csX2" fmla="*/ 0 w 12090968"/>
                    <a:gd name="csY2" fmla="*/ 3514863 h 35148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2090968" h="3514862">
                      <a:moveTo>
                        <a:pt x="12090969" y="1953231"/>
                      </a:moveTo>
                      <a:lnTo>
                        <a:pt x="4649433" y="0"/>
                      </a:lnTo>
                      <a:lnTo>
                        <a:pt x="0" y="3514863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  <p:sp>
              <p:nvSpPr>
                <p:cNvPr id="1710" name="任意多边形: 形状 1709"/>
                <p:cNvSpPr/>
                <p:nvPr/>
              </p:nvSpPr>
              <p:spPr>
                <a:xfrm>
                  <a:off x="8478702" y="15319713"/>
                  <a:ext cx="12166434" cy="3466182"/>
                </a:xfrm>
                <a:custGeom>
                  <a:avLst/>
                  <a:gdLst>
                    <a:gd name="csX0" fmla="*/ 12166435 w 12166434"/>
                    <a:gd name="csY0" fmla="*/ 1925721 h 3466182"/>
                    <a:gd name="csX1" fmla="*/ 4679815 w 12166434"/>
                    <a:gd name="csY1" fmla="*/ 0 h 3466182"/>
                    <a:gd name="csX2" fmla="*/ 0 w 12166434"/>
                    <a:gd name="csY2" fmla="*/ 3466182 h 34661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2166434" h="3466182">
                      <a:moveTo>
                        <a:pt x="12166435" y="1925721"/>
                      </a:moveTo>
                      <a:lnTo>
                        <a:pt x="4679815" y="0"/>
                      </a:lnTo>
                      <a:lnTo>
                        <a:pt x="0" y="3466182"/>
                      </a:lnTo>
                    </a:path>
                  </a:pathLst>
                </a:custGeom>
                <a:noFill/>
                <a:ln w="101600" cap="flat">
                  <a:solidFill>
                    <a:srgbClr val="B0B0B0"/>
                  </a:solidFill>
                  <a:prstDash val="solid"/>
                  <a:round/>
                </a:ln>
              </p:spPr>
            </p:sp>
          </p:grpSp>
          <p:sp>
            <p:nvSpPr>
              <p:cNvPr id="1701" name="任意多边形: 形状 1700"/>
              <p:cNvSpPr/>
              <p:nvPr/>
            </p:nvSpPr>
            <p:spPr>
              <a:xfrm>
                <a:off x="20411980" y="16727817"/>
                <a:ext cx="256829" cy="5615680"/>
              </a:xfrm>
              <a:custGeom>
                <a:avLst/>
                <a:gdLst>
                  <a:gd name="csX0" fmla="*/ 0 w 256829"/>
                  <a:gd name="csY0" fmla="*/ 5615680 h 5615680"/>
                  <a:gd name="csX1" fmla="*/ 256830 w 256829"/>
                  <a:gd name="csY1" fmla="*/ 0 h 5615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56829" h="5615680">
                    <a:moveTo>
                      <a:pt x="0" y="5615680"/>
                    </a:moveTo>
                    <a:lnTo>
                      <a:pt x="256830" y="0"/>
                    </a:lnTo>
                  </a:path>
                </a:pathLst>
              </a:custGeom>
              <a:noFill/>
              <a:ln w="101600" cap="sq">
                <a:solidFill>
                  <a:schemeClr val="bg2">
                    <a:lumMod val="50000"/>
                  </a:schemeClr>
                </a:solidFill>
                <a:prstDash val="solid"/>
                <a:round/>
              </a:ln>
            </p:spPr>
          </p:sp>
        </p:grpSp>
        <p:grpSp>
          <p:nvGrpSpPr>
            <p:cNvPr id="1941" name="组合 1940"/>
            <p:cNvGrpSpPr/>
            <p:nvPr/>
          </p:nvGrpSpPr>
          <p:grpSpPr>
            <a:xfrm>
              <a:off x="10726364" y="17019532"/>
              <a:ext cx="6215273" cy="4932457"/>
              <a:chOff x="10726364" y="17019532"/>
              <a:chExt cx="6215273" cy="4932457"/>
            </a:xfrm>
          </p:grpSpPr>
          <p:sp>
            <p:nvSpPr>
              <p:cNvPr id="1739" name="任意多边形: 形状 1738"/>
              <p:cNvSpPr/>
              <p:nvPr/>
            </p:nvSpPr>
            <p:spPr>
              <a:xfrm>
                <a:off x="10726364" y="20510190"/>
                <a:ext cx="223200" cy="223200"/>
              </a:xfrm>
              <a:custGeom>
                <a:avLst/>
                <a:gdLst>
                  <a:gd name="csX0" fmla="*/ 70759 w 141308"/>
                  <a:gd name="csY0" fmla="*/ 141715 h 141488"/>
                  <a:gd name="csX1" fmla="*/ 120719 w 141308"/>
                  <a:gd name="csY1" fmla="*/ 120994 h 141488"/>
                  <a:gd name="csX2" fmla="*/ 141413 w 141308"/>
                  <a:gd name="csY2" fmla="*/ 70970 h 141488"/>
                  <a:gd name="csX3" fmla="*/ 120719 w 141308"/>
                  <a:gd name="csY3" fmla="*/ 20947 h 141488"/>
                  <a:gd name="csX4" fmla="*/ 70759 w 141308"/>
                  <a:gd name="csY4" fmla="*/ 226 h 141488"/>
                  <a:gd name="csX5" fmla="*/ 20799 w 141308"/>
                  <a:gd name="csY5" fmla="*/ 20947 h 141488"/>
                  <a:gd name="csX6" fmla="*/ 105 w 141308"/>
                  <a:gd name="csY6" fmla="*/ 70970 h 141488"/>
                  <a:gd name="csX7" fmla="*/ 20799 w 141308"/>
                  <a:gd name="csY7" fmla="*/ 120994 h 141488"/>
                  <a:gd name="csX8" fmla="*/ 70759 w 141308"/>
                  <a:gd name="csY8" fmla="*/ 14171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59" y="141715"/>
                    </a:moveTo>
                    <a:cubicBezTo>
                      <a:pt x="89497" y="141715"/>
                      <a:pt x="107469" y="134260"/>
                      <a:pt x="120719" y="120994"/>
                    </a:cubicBezTo>
                    <a:cubicBezTo>
                      <a:pt x="133968" y="107728"/>
                      <a:pt x="141413" y="89732"/>
                      <a:pt x="141413" y="70970"/>
                    </a:cubicBezTo>
                    <a:cubicBezTo>
                      <a:pt x="141413" y="52209"/>
                      <a:pt x="133968" y="34213"/>
                      <a:pt x="120719" y="20947"/>
                    </a:cubicBezTo>
                    <a:cubicBezTo>
                      <a:pt x="107469" y="7680"/>
                      <a:pt x="89497" y="226"/>
                      <a:pt x="70759" y="226"/>
                    </a:cubicBezTo>
                    <a:cubicBezTo>
                      <a:pt x="52021" y="226"/>
                      <a:pt x="34049" y="7680"/>
                      <a:pt x="20799" y="20947"/>
                    </a:cubicBezTo>
                    <a:cubicBezTo>
                      <a:pt x="7549" y="34213"/>
                      <a:pt x="105" y="52209"/>
                      <a:pt x="105" y="70970"/>
                    </a:cubicBezTo>
                    <a:cubicBezTo>
                      <a:pt x="105" y="89732"/>
                      <a:pt x="7549" y="107728"/>
                      <a:pt x="20799" y="120994"/>
                    </a:cubicBezTo>
                    <a:cubicBezTo>
                      <a:pt x="34049" y="134260"/>
                      <a:pt x="52021" y="141715"/>
                      <a:pt x="70759" y="141715"/>
                    </a:cubicBezTo>
                    <a:close/>
                  </a:path>
                </a:pathLst>
              </a:custGeom>
              <a:solidFill>
                <a:srgbClr val="FDE72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0" name="任意多边形: 形状 1739"/>
              <p:cNvSpPr/>
              <p:nvPr/>
            </p:nvSpPr>
            <p:spPr>
              <a:xfrm>
                <a:off x="12779806" y="18095324"/>
                <a:ext cx="223200" cy="223200"/>
              </a:xfrm>
              <a:custGeom>
                <a:avLst/>
                <a:gdLst>
                  <a:gd name="csX0" fmla="*/ 70827 w 141308"/>
                  <a:gd name="csY0" fmla="*/ 141635 h 141488"/>
                  <a:gd name="csX1" fmla="*/ 120787 w 141308"/>
                  <a:gd name="csY1" fmla="*/ 120914 h 141488"/>
                  <a:gd name="csX2" fmla="*/ 141481 w 141308"/>
                  <a:gd name="csY2" fmla="*/ 70890 h 141488"/>
                  <a:gd name="csX3" fmla="*/ 120787 w 141308"/>
                  <a:gd name="csY3" fmla="*/ 20867 h 141488"/>
                  <a:gd name="csX4" fmla="*/ 70827 w 141308"/>
                  <a:gd name="csY4" fmla="*/ 146 h 141488"/>
                  <a:gd name="csX5" fmla="*/ 20867 w 141308"/>
                  <a:gd name="csY5" fmla="*/ 20867 h 141488"/>
                  <a:gd name="csX6" fmla="*/ 173 w 141308"/>
                  <a:gd name="csY6" fmla="*/ 70890 h 141488"/>
                  <a:gd name="csX7" fmla="*/ 20867 w 141308"/>
                  <a:gd name="csY7" fmla="*/ 120914 h 141488"/>
                  <a:gd name="csX8" fmla="*/ 70827 w 141308"/>
                  <a:gd name="csY8" fmla="*/ 14163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7" y="141635"/>
                    </a:moveTo>
                    <a:cubicBezTo>
                      <a:pt x="89565" y="141635"/>
                      <a:pt x="107537" y="134181"/>
                      <a:pt x="120787" y="120914"/>
                    </a:cubicBezTo>
                    <a:cubicBezTo>
                      <a:pt x="134036" y="107648"/>
                      <a:pt x="141481" y="89652"/>
                      <a:pt x="141481" y="70890"/>
                    </a:cubicBezTo>
                    <a:cubicBezTo>
                      <a:pt x="141481" y="52129"/>
                      <a:pt x="134036" y="34133"/>
                      <a:pt x="120787" y="20867"/>
                    </a:cubicBezTo>
                    <a:cubicBezTo>
                      <a:pt x="107537" y="7600"/>
                      <a:pt x="89565" y="146"/>
                      <a:pt x="70827" y="146"/>
                    </a:cubicBezTo>
                    <a:cubicBezTo>
                      <a:pt x="52089" y="146"/>
                      <a:pt x="34116" y="7600"/>
                      <a:pt x="20867" y="20867"/>
                    </a:cubicBezTo>
                    <a:cubicBezTo>
                      <a:pt x="7617" y="34133"/>
                      <a:pt x="173" y="52129"/>
                      <a:pt x="173" y="70890"/>
                    </a:cubicBezTo>
                    <a:cubicBezTo>
                      <a:pt x="173" y="89652"/>
                      <a:pt x="7617" y="107648"/>
                      <a:pt x="20867" y="120914"/>
                    </a:cubicBezTo>
                    <a:cubicBezTo>
                      <a:pt x="34116" y="134181"/>
                      <a:pt x="52089" y="141635"/>
                      <a:pt x="70827" y="141635"/>
                    </a:cubicBezTo>
                    <a:close/>
                  </a:path>
                </a:pathLst>
              </a:custGeom>
              <a:solidFill>
                <a:srgbClr val="25AC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1" name="任意多边形: 形状 1740"/>
              <p:cNvSpPr/>
              <p:nvPr/>
            </p:nvSpPr>
            <p:spPr>
              <a:xfrm>
                <a:off x="13368345" y="19299451"/>
                <a:ext cx="223200" cy="223200"/>
              </a:xfrm>
              <a:custGeom>
                <a:avLst/>
                <a:gdLst>
                  <a:gd name="csX0" fmla="*/ 70846 w 141308"/>
                  <a:gd name="csY0" fmla="*/ 141675 h 141488"/>
                  <a:gd name="csX1" fmla="*/ 120806 w 141308"/>
                  <a:gd name="csY1" fmla="*/ 120954 h 141488"/>
                  <a:gd name="csX2" fmla="*/ 141500 w 141308"/>
                  <a:gd name="csY2" fmla="*/ 70930 h 141488"/>
                  <a:gd name="csX3" fmla="*/ 120806 w 141308"/>
                  <a:gd name="csY3" fmla="*/ 20907 h 141488"/>
                  <a:gd name="csX4" fmla="*/ 70846 w 141308"/>
                  <a:gd name="csY4" fmla="*/ 186 h 141488"/>
                  <a:gd name="csX5" fmla="*/ 20886 w 141308"/>
                  <a:gd name="csY5" fmla="*/ 20907 h 141488"/>
                  <a:gd name="csX6" fmla="*/ 192 w 141308"/>
                  <a:gd name="csY6" fmla="*/ 70930 h 141488"/>
                  <a:gd name="csX7" fmla="*/ 20886 w 141308"/>
                  <a:gd name="csY7" fmla="*/ 120954 h 141488"/>
                  <a:gd name="csX8" fmla="*/ 70846 w 141308"/>
                  <a:gd name="csY8" fmla="*/ 14167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6" y="141675"/>
                    </a:moveTo>
                    <a:cubicBezTo>
                      <a:pt x="89584" y="141675"/>
                      <a:pt x="107557" y="134220"/>
                      <a:pt x="120806" y="120954"/>
                    </a:cubicBezTo>
                    <a:cubicBezTo>
                      <a:pt x="134056" y="107688"/>
                      <a:pt x="141500" y="89692"/>
                      <a:pt x="141500" y="70930"/>
                    </a:cubicBezTo>
                    <a:cubicBezTo>
                      <a:pt x="141500" y="52169"/>
                      <a:pt x="134056" y="34173"/>
                      <a:pt x="120806" y="20907"/>
                    </a:cubicBezTo>
                    <a:cubicBezTo>
                      <a:pt x="107557" y="7640"/>
                      <a:pt x="89584" y="186"/>
                      <a:pt x="70846" y="186"/>
                    </a:cubicBezTo>
                    <a:cubicBezTo>
                      <a:pt x="52109" y="186"/>
                      <a:pt x="34136" y="7640"/>
                      <a:pt x="20886" y="20907"/>
                    </a:cubicBezTo>
                    <a:cubicBezTo>
                      <a:pt x="7637" y="34173"/>
                      <a:pt x="192" y="52169"/>
                      <a:pt x="192" y="70930"/>
                    </a:cubicBezTo>
                    <a:cubicBezTo>
                      <a:pt x="192" y="89692"/>
                      <a:pt x="7637" y="107688"/>
                      <a:pt x="20886" y="120954"/>
                    </a:cubicBezTo>
                    <a:cubicBezTo>
                      <a:pt x="34136" y="134220"/>
                      <a:pt x="52109" y="141675"/>
                      <a:pt x="70846" y="141675"/>
                    </a:cubicBezTo>
                    <a:close/>
                  </a:path>
                </a:pathLst>
              </a:custGeom>
              <a:solidFill>
                <a:srgbClr val="2190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2" name="任意多边形: 形状 1741"/>
              <p:cNvSpPr/>
              <p:nvPr/>
            </p:nvSpPr>
            <p:spPr>
              <a:xfrm>
                <a:off x="14769505" y="19776412"/>
                <a:ext cx="223200" cy="223200"/>
              </a:xfrm>
              <a:custGeom>
                <a:avLst/>
                <a:gdLst>
                  <a:gd name="csX0" fmla="*/ 70893 w 141308"/>
                  <a:gd name="csY0" fmla="*/ 141690 h 141488"/>
                  <a:gd name="csX1" fmla="*/ 120853 w 141308"/>
                  <a:gd name="csY1" fmla="*/ 120970 h 141488"/>
                  <a:gd name="csX2" fmla="*/ 141547 w 141308"/>
                  <a:gd name="csY2" fmla="*/ 70946 h 141488"/>
                  <a:gd name="csX3" fmla="*/ 120853 w 141308"/>
                  <a:gd name="csY3" fmla="*/ 20922 h 141488"/>
                  <a:gd name="csX4" fmla="*/ 70893 w 141308"/>
                  <a:gd name="csY4" fmla="*/ 202 h 141488"/>
                  <a:gd name="csX5" fmla="*/ 20933 w 141308"/>
                  <a:gd name="csY5" fmla="*/ 20922 h 141488"/>
                  <a:gd name="csX6" fmla="*/ 239 w 141308"/>
                  <a:gd name="csY6" fmla="*/ 70946 h 141488"/>
                  <a:gd name="csX7" fmla="*/ 20933 w 141308"/>
                  <a:gd name="csY7" fmla="*/ 120970 h 141488"/>
                  <a:gd name="csX8" fmla="*/ 70893 w 141308"/>
                  <a:gd name="csY8" fmla="*/ 14169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3" y="141690"/>
                    </a:moveTo>
                    <a:cubicBezTo>
                      <a:pt x="89630" y="141690"/>
                      <a:pt x="107603" y="134236"/>
                      <a:pt x="120853" y="120970"/>
                    </a:cubicBezTo>
                    <a:cubicBezTo>
                      <a:pt x="134102" y="107703"/>
                      <a:pt x="141547" y="89708"/>
                      <a:pt x="141547" y="70946"/>
                    </a:cubicBezTo>
                    <a:cubicBezTo>
                      <a:pt x="141547" y="52184"/>
                      <a:pt x="134102" y="34189"/>
                      <a:pt x="120853" y="20922"/>
                    </a:cubicBezTo>
                    <a:cubicBezTo>
                      <a:pt x="107603" y="7656"/>
                      <a:pt x="89630" y="202"/>
                      <a:pt x="70893" y="202"/>
                    </a:cubicBezTo>
                    <a:cubicBezTo>
                      <a:pt x="52155" y="202"/>
                      <a:pt x="34182" y="7656"/>
                      <a:pt x="20933" y="20922"/>
                    </a:cubicBezTo>
                    <a:cubicBezTo>
                      <a:pt x="7683" y="34189"/>
                      <a:pt x="239" y="52184"/>
                      <a:pt x="239" y="70946"/>
                    </a:cubicBezTo>
                    <a:cubicBezTo>
                      <a:pt x="239" y="89708"/>
                      <a:pt x="7683" y="107703"/>
                      <a:pt x="20933" y="120970"/>
                    </a:cubicBezTo>
                    <a:cubicBezTo>
                      <a:pt x="34182" y="134236"/>
                      <a:pt x="52155" y="141690"/>
                      <a:pt x="70893" y="141690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3" name="任意多边形: 形状 1742"/>
              <p:cNvSpPr/>
              <p:nvPr/>
            </p:nvSpPr>
            <p:spPr>
              <a:xfrm>
                <a:off x="13986198" y="18006849"/>
                <a:ext cx="223200" cy="223200"/>
              </a:xfrm>
              <a:custGeom>
                <a:avLst/>
                <a:gdLst>
                  <a:gd name="csX0" fmla="*/ 70867 w 141308"/>
                  <a:gd name="csY0" fmla="*/ 141632 h 141488"/>
                  <a:gd name="csX1" fmla="*/ 120827 w 141308"/>
                  <a:gd name="csY1" fmla="*/ 120911 h 141488"/>
                  <a:gd name="csX2" fmla="*/ 141521 w 141308"/>
                  <a:gd name="csY2" fmla="*/ 70888 h 141488"/>
                  <a:gd name="csX3" fmla="*/ 120827 w 141308"/>
                  <a:gd name="csY3" fmla="*/ 20864 h 141488"/>
                  <a:gd name="csX4" fmla="*/ 70867 w 141308"/>
                  <a:gd name="csY4" fmla="*/ 143 h 141488"/>
                  <a:gd name="csX5" fmla="*/ 20907 w 141308"/>
                  <a:gd name="csY5" fmla="*/ 20864 h 141488"/>
                  <a:gd name="csX6" fmla="*/ 213 w 141308"/>
                  <a:gd name="csY6" fmla="*/ 70888 h 141488"/>
                  <a:gd name="csX7" fmla="*/ 20907 w 141308"/>
                  <a:gd name="csY7" fmla="*/ 120911 h 141488"/>
                  <a:gd name="csX8" fmla="*/ 70867 w 141308"/>
                  <a:gd name="csY8" fmla="*/ 14163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7" y="141632"/>
                    </a:moveTo>
                    <a:cubicBezTo>
                      <a:pt x="89604" y="141632"/>
                      <a:pt x="107577" y="134178"/>
                      <a:pt x="120827" y="120911"/>
                    </a:cubicBezTo>
                    <a:cubicBezTo>
                      <a:pt x="134076" y="107645"/>
                      <a:pt x="141521" y="89649"/>
                      <a:pt x="141521" y="70888"/>
                    </a:cubicBezTo>
                    <a:cubicBezTo>
                      <a:pt x="141521" y="52126"/>
                      <a:pt x="134076" y="34130"/>
                      <a:pt x="120827" y="20864"/>
                    </a:cubicBezTo>
                    <a:cubicBezTo>
                      <a:pt x="107577" y="7597"/>
                      <a:pt x="89604" y="143"/>
                      <a:pt x="70867" y="143"/>
                    </a:cubicBezTo>
                    <a:cubicBezTo>
                      <a:pt x="52129" y="143"/>
                      <a:pt x="34156" y="7597"/>
                      <a:pt x="20907" y="20864"/>
                    </a:cubicBezTo>
                    <a:cubicBezTo>
                      <a:pt x="7657" y="34130"/>
                      <a:pt x="213" y="52126"/>
                      <a:pt x="213" y="70888"/>
                    </a:cubicBezTo>
                    <a:cubicBezTo>
                      <a:pt x="213" y="89649"/>
                      <a:pt x="7657" y="107645"/>
                      <a:pt x="20907" y="120911"/>
                    </a:cubicBezTo>
                    <a:cubicBezTo>
                      <a:pt x="34156" y="134178"/>
                      <a:pt x="52129" y="141632"/>
                      <a:pt x="70867" y="141632"/>
                    </a:cubicBezTo>
                    <a:close/>
                  </a:path>
                </a:pathLst>
              </a:custGeom>
              <a:solidFill>
                <a:srgbClr val="2092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4" name="任意多边形: 形状 1743"/>
              <p:cNvSpPr/>
              <p:nvPr/>
            </p:nvSpPr>
            <p:spPr>
              <a:xfrm>
                <a:off x="13574810" y="19709147"/>
                <a:ext cx="223200" cy="223200"/>
              </a:xfrm>
              <a:custGeom>
                <a:avLst/>
                <a:gdLst>
                  <a:gd name="csX0" fmla="*/ 70853 w 141308"/>
                  <a:gd name="csY0" fmla="*/ 141688 h 141488"/>
                  <a:gd name="csX1" fmla="*/ 120813 w 141308"/>
                  <a:gd name="csY1" fmla="*/ 120968 h 141488"/>
                  <a:gd name="csX2" fmla="*/ 141507 w 141308"/>
                  <a:gd name="csY2" fmla="*/ 70944 h 141488"/>
                  <a:gd name="csX3" fmla="*/ 120813 w 141308"/>
                  <a:gd name="csY3" fmla="*/ 20920 h 141488"/>
                  <a:gd name="csX4" fmla="*/ 70853 w 141308"/>
                  <a:gd name="csY4" fmla="*/ 200 h 141488"/>
                  <a:gd name="csX5" fmla="*/ 20893 w 141308"/>
                  <a:gd name="csY5" fmla="*/ 20920 h 141488"/>
                  <a:gd name="csX6" fmla="*/ 199 w 141308"/>
                  <a:gd name="csY6" fmla="*/ 70944 h 141488"/>
                  <a:gd name="csX7" fmla="*/ 20893 w 141308"/>
                  <a:gd name="csY7" fmla="*/ 120968 h 141488"/>
                  <a:gd name="csX8" fmla="*/ 70853 w 141308"/>
                  <a:gd name="csY8" fmla="*/ 14168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3" y="141688"/>
                    </a:moveTo>
                    <a:cubicBezTo>
                      <a:pt x="89591" y="141688"/>
                      <a:pt x="107564" y="134234"/>
                      <a:pt x="120813" y="120968"/>
                    </a:cubicBezTo>
                    <a:cubicBezTo>
                      <a:pt x="134063" y="107701"/>
                      <a:pt x="141507" y="89705"/>
                      <a:pt x="141507" y="70944"/>
                    </a:cubicBezTo>
                    <a:cubicBezTo>
                      <a:pt x="141507" y="52182"/>
                      <a:pt x="134063" y="34187"/>
                      <a:pt x="120813" y="20920"/>
                    </a:cubicBezTo>
                    <a:cubicBezTo>
                      <a:pt x="107564" y="7654"/>
                      <a:pt x="89591" y="200"/>
                      <a:pt x="70853" y="200"/>
                    </a:cubicBezTo>
                    <a:cubicBezTo>
                      <a:pt x="52115" y="200"/>
                      <a:pt x="34143" y="7654"/>
                      <a:pt x="20893" y="20920"/>
                    </a:cubicBezTo>
                    <a:cubicBezTo>
                      <a:pt x="7644" y="34187"/>
                      <a:pt x="199" y="52182"/>
                      <a:pt x="199" y="70944"/>
                    </a:cubicBezTo>
                    <a:cubicBezTo>
                      <a:pt x="199" y="89705"/>
                      <a:pt x="7644" y="107701"/>
                      <a:pt x="20893" y="120968"/>
                    </a:cubicBezTo>
                    <a:cubicBezTo>
                      <a:pt x="34143" y="134234"/>
                      <a:pt x="52115" y="141688"/>
                      <a:pt x="70853" y="141688"/>
                    </a:cubicBezTo>
                    <a:close/>
                  </a:path>
                </a:pathLst>
              </a:custGeom>
              <a:solidFill>
                <a:srgbClr val="268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5" name="任意多边形: 形状 1744"/>
              <p:cNvSpPr/>
              <p:nvPr/>
            </p:nvSpPr>
            <p:spPr>
              <a:xfrm>
                <a:off x="12930957" y="18956958"/>
                <a:ext cx="223200" cy="223200"/>
              </a:xfrm>
              <a:custGeom>
                <a:avLst/>
                <a:gdLst>
                  <a:gd name="csX0" fmla="*/ 70832 w 141308"/>
                  <a:gd name="csY0" fmla="*/ 141663 h 141488"/>
                  <a:gd name="csX1" fmla="*/ 120792 w 141308"/>
                  <a:gd name="csY1" fmla="*/ 120943 h 141488"/>
                  <a:gd name="csX2" fmla="*/ 141486 w 141308"/>
                  <a:gd name="csY2" fmla="*/ 70919 h 141488"/>
                  <a:gd name="csX3" fmla="*/ 120792 w 141308"/>
                  <a:gd name="csY3" fmla="*/ 20895 h 141488"/>
                  <a:gd name="csX4" fmla="*/ 70832 w 141308"/>
                  <a:gd name="csY4" fmla="*/ 175 h 141488"/>
                  <a:gd name="csX5" fmla="*/ 20872 w 141308"/>
                  <a:gd name="csY5" fmla="*/ 20895 h 141488"/>
                  <a:gd name="csX6" fmla="*/ 178 w 141308"/>
                  <a:gd name="csY6" fmla="*/ 70919 h 141488"/>
                  <a:gd name="csX7" fmla="*/ 20872 w 141308"/>
                  <a:gd name="csY7" fmla="*/ 120943 h 141488"/>
                  <a:gd name="csX8" fmla="*/ 70832 w 141308"/>
                  <a:gd name="csY8" fmla="*/ 14166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2" y="141663"/>
                    </a:moveTo>
                    <a:cubicBezTo>
                      <a:pt x="89570" y="141663"/>
                      <a:pt x="107542" y="134209"/>
                      <a:pt x="120792" y="120943"/>
                    </a:cubicBezTo>
                    <a:cubicBezTo>
                      <a:pt x="134041" y="107676"/>
                      <a:pt x="141486" y="89681"/>
                      <a:pt x="141486" y="70919"/>
                    </a:cubicBezTo>
                    <a:cubicBezTo>
                      <a:pt x="141486" y="52157"/>
                      <a:pt x="134041" y="34162"/>
                      <a:pt x="120792" y="20895"/>
                    </a:cubicBezTo>
                    <a:cubicBezTo>
                      <a:pt x="107542" y="7629"/>
                      <a:pt x="89570" y="175"/>
                      <a:pt x="70832" y="175"/>
                    </a:cubicBezTo>
                    <a:cubicBezTo>
                      <a:pt x="52094" y="175"/>
                      <a:pt x="34121" y="7629"/>
                      <a:pt x="20872" y="20895"/>
                    </a:cubicBezTo>
                    <a:cubicBezTo>
                      <a:pt x="7622" y="34162"/>
                      <a:pt x="178" y="52157"/>
                      <a:pt x="178" y="70919"/>
                    </a:cubicBezTo>
                    <a:cubicBezTo>
                      <a:pt x="178" y="89681"/>
                      <a:pt x="7622" y="107676"/>
                      <a:pt x="20872" y="120943"/>
                    </a:cubicBezTo>
                    <a:cubicBezTo>
                      <a:pt x="34121" y="134209"/>
                      <a:pt x="52094" y="141663"/>
                      <a:pt x="70832" y="141663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6" name="任意多边形: 形状 1745"/>
              <p:cNvSpPr/>
              <p:nvPr/>
            </p:nvSpPr>
            <p:spPr>
              <a:xfrm>
                <a:off x="13336267" y="18545262"/>
                <a:ext cx="223200" cy="223200"/>
              </a:xfrm>
              <a:custGeom>
                <a:avLst/>
                <a:gdLst>
                  <a:gd name="csX0" fmla="*/ 70845 w 141308"/>
                  <a:gd name="csY0" fmla="*/ 141650 h 141488"/>
                  <a:gd name="csX1" fmla="*/ 120805 w 141308"/>
                  <a:gd name="csY1" fmla="*/ 120929 h 141488"/>
                  <a:gd name="csX2" fmla="*/ 141499 w 141308"/>
                  <a:gd name="csY2" fmla="*/ 70905 h 141488"/>
                  <a:gd name="csX3" fmla="*/ 120805 w 141308"/>
                  <a:gd name="csY3" fmla="*/ 20882 h 141488"/>
                  <a:gd name="csX4" fmla="*/ 70845 w 141308"/>
                  <a:gd name="csY4" fmla="*/ 161 h 141488"/>
                  <a:gd name="csX5" fmla="*/ 20885 w 141308"/>
                  <a:gd name="csY5" fmla="*/ 20882 h 141488"/>
                  <a:gd name="csX6" fmla="*/ 191 w 141308"/>
                  <a:gd name="csY6" fmla="*/ 70905 h 141488"/>
                  <a:gd name="csX7" fmla="*/ 20885 w 141308"/>
                  <a:gd name="csY7" fmla="*/ 120929 h 141488"/>
                  <a:gd name="csX8" fmla="*/ 70845 w 141308"/>
                  <a:gd name="csY8" fmla="*/ 14165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5" y="141650"/>
                    </a:moveTo>
                    <a:cubicBezTo>
                      <a:pt x="89583" y="141650"/>
                      <a:pt x="107556" y="134196"/>
                      <a:pt x="120805" y="120929"/>
                    </a:cubicBezTo>
                    <a:cubicBezTo>
                      <a:pt x="134055" y="107663"/>
                      <a:pt x="141499" y="89667"/>
                      <a:pt x="141499" y="70905"/>
                    </a:cubicBezTo>
                    <a:cubicBezTo>
                      <a:pt x="141499" y="52144"/>
                      <a:pt x="134055" y="34148"/>
                      <a:pt x="120805" y="20882"/>
                    </a:cubicBezTo>
                    <a:cubicBezTo>
                      <a:pt x="107556" y="7615"/>
                      <a:pt x="89583" y="161"/>
                      <a:pt x="70845" y="161"/>
                    </a:cubicBezTo>
                    <a:cubicBezTo>
                      <a:pt x="52108" y="161"/>
                      <a:pt x="34135" y="7615"/>
                      <a:pt x="20885" y="20882"/>
                    </a:cubicBezTo>
                    <a:cubicBezTo>
                      <a:pt x="7636" y="34148"/>
                      <a:pt x="191" y="52144"/>
                      <a:pt x="191" y="70905"/>
                    </a:cubicBezTo>
                    <a:cubicBezTo>
                      <a:pt x="191" y="89667"/>
                      <a:pt x="7636" y="107663"/>
                      <a:pt x="20885" y="120929"/>
                    </a:cubicBezTo>
                    <a:cubicBezTo>
                      <a:pt x="34135" y="134196"/>
                      <a:pt x="52108" y="141650"/>
                      <a:pt x="70845" y="141650"/>
                    </a:cubicBezTo>
                    <a:close/>
                  </a:path>
                </a:pathLst>
              </a:custGeom>
              <a:solidFill>
                <a:srgbClr val="2E6F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7" name="任意多边形: 形状 1746"/>
              <p:cNvSpPr/>
              <p:nvPr/>
            </p:nvSpPr>
            <p:spPr>
              <a:xfrm>
                <a:off x="14301308" y="18750006"/>
                <a:ext cx="223200" cy="223200"/>
              </a:xfrm>
              <a:custGeom>
                <a:avLst/>
                <a:gdLst>
                  <a:gd name="csX0" fmla="*/ 70877 w 141308"/>
                  <a:gd name="csY0" fmla="*/ 141656 h 141488"/>
                  <a:gd name="csX1" fmla="*/ 120837 w 141308"/>
                  <a:gd name="csY1" fmla="*/ 120936 h 141488"/>
                  <a:gd name="csX2" fmla="*/ 141531 w 141308"/>
                  <a:gd name="csY2" fmla="*/ 70912 h 141488"/>
                  <a:gd name="csX3" fmla="*/ 120837 w 141308"/>
                  <a:gd name="csY3" fmla="*/ 20888 h 141488"/>
                  <a:gd name="csX4" fmla="*/ 70877 w 141308"/>
                  <a:gd name="csY4" fmla="*/ 168 h 141488"/>
                  <a:gd name="csX5" fmla="*/ 20917 w 141308"/>
                  <a:gd name="csY5" fmla="*/ 20888 h 141488"/>
                  <a:gd name="csX6" fmla="*/ 223 w 141308"/>
                  <a:gd name="csY6" fmla="*/ 70912 h 141488"/>
                  <a:gd name="csX7" fmla="*/ 20917 w 141308"/>
                  <a:gd name="csY7" fmla="*/ 120936 h 141488"/>
                  <a:gd name="csX8" fmla="*/ 70877 w 141308"/>
                  <a:gd name="csY8" fmla="*/ 14165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56"/>
                    </a:moveTo>
                    <a:cubicBezTo>
                      <a:pt x="89615" y="141656"/>
                      <a:pt x="107588" y="134202"/>
                      <a:pt x="120837" y="120936"/>
                    </a:cubicBezTo>
                    <a:cubicBezTo>
                      <a:pt x="134087" y="107669"/>
                      <a:pt x="141531" y="89674"/>
                      <a:pt x="141531" y="70912"/>
                    </a:cubicBezTo>
                    <a:cubicBezTo>
                      <a:pt x="141531" y="52151"/>
                      <a:pt x="134087" y="34155"/>
                      <a:pt x="120837" y="20888"/>
                    </a:cubicBezTo>
                    <a:cubicBezTo>
                      <a:pt x="107588" y="7622"/>
                      <a:pt x="89615" y="168"/>
                      <a:pt x="70877" y="168"/>
                    </a:cubicBezTo>
                    <a:cubicBezTo>
                      <a:pt x="52140" y="168"/>
                      <a:pt x="34167" y="7622"/>
                      <a:pt x="20917" y="20888"/>
                    </a:cubicBezTo>
                    <a:cubicBezTo>
                      <a:pt x="7668" y="34155"/>
                      <a:pt x="223" y="52151"/>
                      <a:pt x="223" y="70912"/>
                    </a:cubicBezTo>
                    <a:cubicBezTo>
                      <a:pt x="223" y="89674"/>
                      <a:pt x="7668" y="107669"/>
                      <a:pt x="20917" y="120936"/>
                    </a:cubicBezTo>
                    <a:cubicBezTo>
                      <a:pt x="34167" y="134202"/>
                      <a:pt x="52140" y="141656"/>
                      <a:pt x="70877" y="141656"/>
                    </a:cubicBezTo>
                    <a:close/>
                  </a:path>
                </a:pathLst>
              </a:custGeom>
              <a:solidFill>
                <a:srgbClr val="2D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8" name="任意多边形: 形状 1747"/>
              <p:cNvSpPr/>
              <p:nvPr/>
            </p:nvSpPr>
            <p:spPr>
              <a:xfrm>
                <a:off x="13839179" y="19157260"/>
                <a:ext cx="223200" cy="223200"/>
              </a:xfrm>
              <a:custGeom>
                <a:avLst/>
                <a:gdLst>
                  <a:gd name="csX0" fmla="*/ 70862 w 141308"/>
                  <a:gd name="csY0" fmla="*/ 141670 h 141488"/>
                  <a:gd name="csX1" fmla="*/ 120822 w 141308"/>
                  <a:gd name="csY1" fmla="*/ 120949 h 141488"/>
                  <a:gd name="csX2" fmla="*/ 141516 w 141308"/>
                  <a:gd name="csY2" fmla="*/ 70926 h 141488"/>
                  <a:gd name="csX3" fmla="*/ 120822 w 141308"/>
                  <a:gd name="csY3" fmla="*/ 20902 h 141488"/>
                  <a:gd name="csX4" fmla="*/ 70862 w 141308"/>
                  <a:gd name="csY4" fmla="*/ 181 h 141488"/>
                  <a:gd name="csX5" fmla="*/ 20902 w 141308"/>
                  <a:gd name="csY5" fmla="*/ 20902 h 141488"/>
                  <a:gd name="csX6" fmla="*/ 208 w 141308"/>
                  <a:gd name="csY6" fmla="*/ 70926 h 141488"/>
                  <a:gd name="csX7" fmla="*/ 20902 w 141308"/>
                  <a:gd name="csY7" fmla="*/ 120949 h 141488"/>
                  <a:gd name="csX8" fmla="*/ 70862 w 141308"/>
                  <a:gd name="csY8" fmla="*/ 14167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2" y="141670"/>
                    </a:moveTo>
                    <a:cubicBezTo>
                      <a:pt x="89600" y="141670"/>
                      <a:pt x="107572" y="134216"/>
                      <a:pt x="120822" y="120949"/>
                    </a:cubicBezTo>
                    <a:cubicBezTo>
                      <a:pt x="134071" y="107683"/>
                      <a:pt x="141516" y="89687"/>
                      <a:pt x="141516" y="70926"/>
                    </a:cubicBezTo>
                    <a:cubicBezTo>
                      <a:pt x="141516" y="52164"/>
                      <a:pt x="134071" y="34168"/>
                      <a:pt x="120822" y="20902"/>
                    </a:cubicBezTo>
                    <a:cubicBezTo>
                      <a:pt x="107572" y="7635"/>
                      <a:pt x="89600" y="181"/>
                      <a:pt x="70862" y="181"/>
                    </a:cubicBezTo>
                    <a:cubicBezTo>
                      <a:pt x="52124" y="181"/>
                      <a:pt x="34152" y="7635"/>
                      <a:pt x="20902" y="20902"/>
                    </a:cubicBezTo>
                    <a:cubicBezTo>
                      <a:pt x="7652" y="34168"/>
                      <a:pt x="208" y="52164"/>
                      <a:pt x="208" y="70926"/>
                    </a:cubicBezTo>
                    <a:cubicBezTo>
                      <a:pt x="208" y="89687"/>
                      <a:pt x="7652" y="107683"/>
                      <a:pt x="20902" y="120949"/>
                    </a:cubicBezTo>
                    <a:cubicBezTo>
                      <a:pt x="34152" y="134216"/>
                      <a:pt x="52124" y="141670"/>
                      <a:pt x="70862" y="141670"/>
                    </a:cubicBezTo>
                    <a:close/>
                  </a:path>
                </a:pathLst>
              </a:custGeom>
              <a:solidFill>
                <a:srgbClr val="3363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49" name="任意多边形: 形状 1748"/>
              <p:cNvSpPr/>
              <p:nvPr/>
            </p:nvSpPr>
            <p:spPr>
              <a:xfrm>
                <a:off x="13863866" y="19876034"/>
                <a:ext cx="223200" cy="223200"/>
              </a:xfrm>
              <a:custGeom>
                <a:avLst/>
                <a:gdLst>
                  <a:gd name="csX0" fmla="*/ 70863 w 141308"/>
                  <a:gd name="csY0" fmla="*/ 141694 h 141488"/>
                  <a:gd name="csX1" fmla="*/ 120823 w 141308"/>
                  <a:gd name="csY1" fmla="*/ 120973 h 141488"/>
                  <a:gd name="csX2" fmla="*/ 141517 w 141308"/>
                  <a:gd name="csY2" fmla="*/ 70949 h 141488"/>
                  <a:gd name="csX3" fmla="*/ 120823 w 141308"/>
                  <a:gd name="csY3" fmla="*/ 20926 h 141488"/>
                  <a:gd name="csX4" fmla="*/ 70863 w 141308"/>
                  <a:gd name="csY4" fmla="*/ 205 h 141488"/>
                  <a:gd name="csX5" fmla="*/ 20903 w 141308"/>
                  <a:gd name="csY5" fmla="*/ 20926 h 141488"/>
                  <a:gd name="csX6" fmla="*/ 209 w 141308"/>
                  <a:gd name="csY6" fmla="*/ 70949 h 141488"/>
                  <a:gd name="csX7" fmla="*/ 20903 w 141308"/>
                  <a:gd name="csY7" fmla="*/ 120973 h 141488"/>
                  <a:gd name="csX8" fmla="*/ 70863 w 141308"/>
                  <a:gd name="csY8" fmla="*/ 14169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3" y="141694"/>
                    </a:moveTo>
                    <a:cubicBezTo>
                      <a:pt x="89600" y="141694"/>
                      <a:pt x="107573" y="134240"/>
                      <a:pt x="120823" y="120973"/>
                    </a:cubicBezTo>
                    <a:cubicBezTo>
                      <a:pt x="134072" y="107707"/>
                      <a:pt x="141517" y="89711"/>
                      <a:pt x="141517" y="70949"/>
                    </a:cubicBezTo>
                    <a:cubicBezTo>
                      <a:pt x="141517" y="52188"/>
                      <a:pt x="134072" y="34192"/>
                      <a:pt x="120823" y="20926"/>
                    </a:cubicBezTo>
                    <a:cubicBezTo>
                      <a:pt x="107573" y="7659"/>
                      <a:pt x="89600" y="205"/>
                      <a:pt x="70863" y="205"/>
                    </a:cubicBezTo>
                    <a:cubicBezTo>
                      <a:pt x="52125" y="205"/>
                      <a:pt x="34152" y="7659"/>
                      <a:pt x="20903" y="20926"/>
                    </a:cubicBezTo>
                    <a:cubicBezTo>
                      <a:pt x="7653" y="34192"/>
                      <a:pt x="209" y="52188"/>
                      <a:pt x="209" y="70949"/>
                    </a:cubicBezTo>
                    <a:cubicBezTo>
                      <a:pt x="209" y="89711"/>
                      <a:pt x="7653" y="107707"/>
                      <a:pt x="20903" y="120973"/>
                    </a:cubicBezTo>
                    <a:cubicBezTo>
                      <a:pt x="34152" y="134240"/>
                      <a:pt x="52125" y="141694"/>
                      <a:pt x="70863" y="141694"/>
                    </a:cubicBezTo>
                    <a:close/>
                  </a:path>
                </a:pathLst>
              </a:custGeom>
              <a:solidFill>
                <a:srgbClr val="2C73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0" name="任意多边形: 形状 1749"/>
              <p:cNvSpPr/>
              <p:nvPr/>
            </p:nvSpPr>
            <p:spPr>
              <a:xfrm>
                <a:off x="13459612" y="19726495"/>
                <a:ext cx="223200" cy="223200"/>
              </a:xfrm>
              <a:custGeom>
                <a:avLst/>
                <a:gdLst>
                  <a:gd name="csX0" fmla="*/ 70849 w 141308"/>
                  <a:gd name="csY0" fmla="*/ 141689 h 141488"/>
                  <a:gd name="csX1" fmla="*/ 120809 w 141308"/>
                  <a:gd name="csY1" fmla="*/ 120968 h 141488"/>
                  <a:gd name="csX2" fmla="*/ 141503 w 141308"/>
                  <a:gd name="csY2" fmla="*/ 70944 h 141488"/>
                  <a:gd name="csX3" fmla="*/ 120809 w 141308"/>
                  <a:gd name="csY3" fmla="*/ 20921 h 141488"/>
                  <a:gd name="csX4" fmla="*/ 70849 w 141308"/>
                  <a:gd name="csY4" fmla="*/ 200 h 141488"/>
                  <a:gd name="csX5" fmla="*/ 20889 w 141308"/>
                  <a:gd name="csY5" fmla="*/ 20921 h 141488"/>
                  <a:gd name="csX6" fmla="*/ 195 w 141308"/>
                  <a:gd name="csY6" fmla="*/ 70944 h 141488"/>
                  <a:gd name="csX7" fmla="*/ 20889 w 141308"/>
                  <a:gd name="csY7" fmla="*/ 120968 h 141488"/>
                  <a:gd name="csX8" fmla="*/ 70849 w 141308"/>
                  <a:gd name="csY8" fmla="*/ 14168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9" y="141689"/>
                    </a:moveTo>
                    <a:cubicBezTo>
                      <a:pt x="89587" y="141689"/>
                      <a:pt x="107560" y="134235"/>
                      <a:pt x="120809" y="120968"/>
                    </a:cubicBezTo>
                    <a:cubicBezTo>
                      <a:pt x="134059" y="107702"/>
                      <a:pt x="141503" y="89706"/>
                      <a:pt x="141503" y="70944"/>
                    </a:cubicBezTo>
                    <a:cubicBezTo>
                      <a:pt x="141503" y="52183"/>
                      <a:pt x="134059" y="34187"/>
                      <a:pt x="120809" y="20921"/>
                    </a:cubicBezTo>
                    <a:cubicBezTo>
                      <a:pt x="107560" y="7654"/>
                      <a:pt x="89587" y="200"/>
                      <a:pt x="70849" y="200"/>
                    </a:cubicBezTo>
                    <a:cubicBezTo>
                      <a:pt x="52112" y="200"/>
                      <a:pt x="34139" y="7654"/>
                      <a:pt x="20889" y="20921"/>
                    </a:cubicBezTo>
                    <a:cubicBezTo>
                      <a:pt x="7640" y="34187"/>
                      <a:pt x="195" y="52183"/>
                      <a:pt x="195" y="70944"/>
                    </a:cubicBezTo>
                    <a:cubicBezTo>
                      <a:pt x="195" y="89706"/>
                      <a:pt x="7640" y="107702"/>
                      <a:pt x="20889" y="120968"/>
                    </a:cubicBezTo>
                    <a:cubicBezTo>
                      <a:pt x="34139" y="134235"/>
                      <a:pt x="52112" y="141689"/>
                      <a:pt x="70849" y="141689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1" name="任意多边形: 形状 1750"/>
              <p:cNvSpPr/>
              <p:nvPr/>
            </p:nvSpPr>
            <p:spPr>
              <a:xfrm>
                <a:off x="15969579" y="19049123"/>
                <a:ext cx="223200" cy="223200"/>
              </a:xfrm>
              <a:custGeom>
                <a:avLst/>
                <a:gdLst>
                  <a:gd name="csX0" fmla="*/ 70932 w 141308"/>
                  <a:gd name="csY0" fmla="*/ 141666 h 141488"/>
                  <a:gd name="csX1" fmla="*/ 120892 w 141308"/>
                  <a:gd name="csY1" fmla="*/ 120946 h 141488"/>
                  <a:gd name="csX2" fmla="*/ 141586 w 141308"/>
                  <a:gd name="csY2" fmla="*/ 70922 h 141488"/>
                  <a:gd name="csX3" fmla="*/ 120892 w 141308"/>
                  <a:gd name="csY3" fmla="*/ 20898 h 141488"/>
                  <a:gd name="csX4" fmla="*/ 70932 w 141308"/>
                  <a:gd name="csY4" fmla="*/ 178 h 141488"/>
                  <a:gd name="csX5" fmla="*/ 20973 w 141308"/>
                  <a:gd name="csY5" fmla="*/ 20898 h 141488"/>
                  <a:gd name="csX6" fmla="*/ 278 w 141308"/>
                  <a:gd name="csY6" fmla="*/ 70922 h 141488"/>
                  <a:gd name="csX7" fmla="*/ 20973 w 141308"/>
                  <a:gd name="csY7" fmla="*/ 120946 h 141488"/>
                  <a:gd name="csX8" fmla="*/ 70932 w 141308"/>
                  <a:gd name="csY8" fmla="*/ 14166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32" y="141666"/>
                    </a:moveTo>
                    <a:cubicBezTo>
                      <a:pt x="89670" y="141666"/>
                      <a:pt x="107643" y="134212"/>
                      <a:pt x="120892" y="120946"/>
                    </a:cubicBezTo>
                    <a:cubicBezTo>
                      <a:pt x="134142" y="107679"/>
                      <a:pt x="141586" y="89684"/>
                      <a:pt x="141586" y="70922"/>
                    </a:cubicBezTo>
                    <a:cubicBezTo>
                      <a:pt x="141586" y="52160"/>
                      <a:pt x="134142" y="34165"/>
                      <a:pt x="120892" y="20898"/>
                    </a:cubicBezTo>
                    <a:cubicBezTo>
                      <a:pt x="107643" y="7632"/>
                      <a:pt x="89670" y="178"/>
                      <a:pt x="70932" y="178"/>
                    </a:cubicBezTo>
                    <a:cubicBezTo>
                      <a:pt x="52195" y="178"/>
                      <a:pt x="34222" y="7632"/>
                      <a:pt x="20973" y="20898"/>
                    </a:cubicBezTo>
                    <a:cubicBezTo>
                      <a:pt x="7723" y="34165"/>
                      <a:pt x="278" y="52160"/>
                      <a:pt x="278" y="70922"/>
                    </a:cubicBezTo>
                    <a:cubicBezTo>
                      <a:pt x="278" y="89684"/>
                      <a:pt x="7723" y="107679"/>
                      <a:pt x="20973" y="120946"/>
                    </a:cubicBezTo>
                    <a:cubicBezTo>
                      <a:pt x="34222" y="134212"/>
                      <a:pt x="52195" y="141666"/>
                      <a:pt x="70932" y="141666"/>
                    </a:cubicBezTo>
                    <a:close/>
                  </a:path>
                </a:pathLst>
              </a:custGeom>
              <a:solidFill>
                <a:srgbClr val="20A4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2" name="任意多边形: 形状 1751"/>
              <p:cNvSpPr/>
              <p:nvPr/>
            </p:nvSpPr>
            <p:spPr>
              <a:xfrm>
                <a:off x="13946971" y="17763949"/>
                <a:ext cx="223200" cy="223200"/>
              </a:xfrm>
              <a:custGeom>
                <a:avLst/>
                <a:gdLst>
                  <a:gd name="csX0" fmla="*/ 70865 w 141308"/>
                  <a:gd name="csY0" fmla="*/ 141624 h 141488"/>
                  <a:gd name="csX1" fmla="*/ 120825 w 141308"/>
                  <a:gd name="csY1" fmla="*/ 120903 h 141488"/>
                  <a:gd name="csX2" fmla="*/ 141519 w 141308"/>
                  <a:gd name="csY2" fmla="*/ 70880 h 141488"/>
                  <a:gd name="csX3" fmla="*/ 120825 w 141308"/>
                  <a:gd name="csY3" fmla="*/ 20856 h 141488"/>
                  <a:gd name="csX4" fmla="*/ 70865 w 141308"/>
                  <a:gd name="csY4" fmla="*/ 135 h 141488"/>
                  <a:gd name="csX5" fmla="*/ 20906 w 141308"/>
                  <a:gd name="csY5" fmla="*/ 20856 h 141488"/>
                  <a:gd name="csX6" fmla="*/ 211 w 141308"/>
                  <a:gd name="csY6" fmla="*/ 70880 h 141488"/>
                  <a:gd name="csX7" fmla="*/ 20906 w 141308"/>
                  <a:gd name="csY7" fmla="*/ 120903 h 141488"/>
                  <a:gd name="csX8" fmla="*/ 70865 w 141308"/>
                  <a:gd name="csY8" fmla="*/ 14162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5" y="141624"/>
                    </a:moveTo>
                    <a:cubicBezTo>
                      <a:pt x="89603" y="141624"/>
                      <a:pt x="107576" y="134170"/>
                      <a:pt x="120825" y="120903"/>
                    </a:cubicBezTo>
                    <a:cubicBezTo>
                      <a:pt x="134075" y="107637"/>
                      <a:pt x="141519" y="89641"/>
                      <a:pt x="141519" y="70880"/>
                    </a:cubicBezTo>
                    <a:cubicBezTo>
                      <a:pt x="141519" y="52118"/>
                      <a:pt x="134075" y="34122"/>
                      <a:pt x="120825" y="20856"/>
                    </a:cubicBezTo>
                    <a:cubicBezTo>
                      <a:pt x="107576" y="7589"/>
                      <a:pt x="89603" y="135"/>
                      <a:pt x="70865" y="135"/>
                    </a:cubicBezTo>
                    <a:cubicBezTo>
                      <a:pt x="52128" y="135"/>
                      <a:pt x="34155" y="7589"/>
                      <a:pt x="20906" y="20856"/>
                    </a:cubicBezTo>
                    <a:cubicBezTo>
                      <a:pt x="7656" y="34122"/>
                      <a:pt x="211" y="52118"/>
                      <a:pt x="211" y="70880"/>
                    </a:cubicBezTo>
                    <a:cubicBezTo>
                      <a:pt x="211" y="89641"/>
                      <a:pt x="7656" y="107637"/>
                      <a:pt x="20906" y="120903"/>
                    </a:cubicBezTo>
                    <a:cubicBezTo>
                      <a:pt x="34155" y="134170"/>
                      <a:pt x="52128" y="141624"/>
                      <a:pt x="70865" y="141624"/>
                    </a:cubicBezTo>
                    <a:close/>
                  </a:path>
                </a:pathLst>
              </a:custGeom>
              <a:solidFill>
                <a:srgbClr val="2584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3" name="任意多边形: 形状 1752"/>
              <p:cNvSpPr/>
              <p:nvPr/>
            </p:nvSpPr>
            <p:spPr>
              <a:xfrm>
                <a:off x="13092895" y="19493092"/>
                <a:ext cx="223200" cy="223200"/>
              </a:xfrm>
              <a:custGeom>
                <a:avLst/>
                <a:gdLst>
                  <a:gd name="csX0" fmla="*/ 70837 w 141308"/>
                  <a:gd name="csY0" fmla="*/ 141681 h 141488"/>
                  <a:gd name="csX1" fmla="*/ 120797 w 141308"/>
                  <a:gd name="csY1" fmla="*/ 120960 h 141488"/>
                  <a:gd name="csX2" fmla="*/ 141491 w 141308"/>
                  <a:gd name="csY2" fmla="*/ 70937 h 141488"/>
                  <a:gd name="csX3" fmla="*/ 120797 w 141308"/>
                  <a:gd name="csY3" fmla="*/ 20913 h 141488"/>
                  <a:gd name="csX4" fmla="*/ 70837 w 141308"/>
                  <a:gd name="csY4" fmla="*/ 192 h 141488"/>
                  <a:gd name="csX5" fmla="*/ 20877 w 141308"/>
                  <a:gd name="csY5" fmla="*/ 20913 h 141488"/>
                  <a:gd name="csX6" fmla="*/ 183 w 141308"/>
                  <a:gd name="csY6" fmla="*/ 70937 h 141488"/>
                  <a:gd name="csX7" fmla="*/ 20877 w 141308"/>
                  <a:gd name="csY7" fmla="*/ 120960 h 141488"/>
                  <a:gd name="csX8" fmla="*/ 70837 w 141308"/>
                  <a:gd name="csY8" fmla="*/ 14168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7" y="141681"/>
                    </a:moveTo>
                    <a:cubicBezTo>
                      <a:pt x="89575" y="141681"/>
                      <a:pt x="107548" y="134227"/>
                      <a:pt x="120797" y="120960"/>
                    </a:cubicBezTo>
                    <a:cubicBezTo>
                      <a:pt x="134047" y="107694"/>
                      <a:pt x="141491" y="89698"/>
                      <a:pt x="141491" y="70937"/>
                    </a:cubicBezTo>
                    <a:cubicBezTo>
                      <a:pt x="141491" y="52175"/>
                      <a:pt x="134047" y="34179"/>
                      <a:pt x="120797" y="20913"/>
                    </a:cubicBezTo>
                    <a:cubicBezTo>
                      <a:pt x="107548" y="7647"/>
                      <a:pt x="89575" y="192"/>
                      <a:pt x="70837" y="192"/>
                    </a:cubicBezTo>
                    <a:cubicBezTo>
                      <a:pt x="52100" y="192"/>
                      <a:pt x="34127" y="7647"/>
                      <a:pt x="20877" y="20913"/>
                    </a:cubicBezTo>
                    <a:cubicBezTo>
                      <a:pt x="7628" y="34179"/>
                      <a:pt x="183" y="52175"/>
                      <a:pt x="183" y="70937"/>
                    </a:cubicBezTo>
                    <a:cubicBezTo>
                      <a:pt x="183" y="89698"/>
                      <a:pt x="7628" y="107694"/>
                      <a:pt x="20877" y="120960"/>
                    </a:cubicBezTo>
                    <a:cubicBezTo>
                      <a:pt x="34127" y="134227"/>
                      <a:pt x="52100" y="141681"/>
                      <a:pt x="70837" y="141681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4" name="任意多边形: 形状 1753"/>
              <p:cNvSpPr/>
              <p:nvPr/>
            </p:nvSpPr>
            <p:spPr>
              <a:xfrm>
                <a:off x="12664214" y="19419055"/>
                <a:ext cx="223200" cy="223200"/>
              </a:xfrm>
              <a:custGeom>
                <a:avLst/>
                <a:gdLst>
                  <a:gd name="csX0" fmla="*/ 70823 w 141308"/>
                  <a:gd name="csY0" fmla="*/ 141678 h 141488"/>
                  <a:gd name="csX1" fmla="*/ 120783 w 141308"/>
                  <a:gd name="csY1" fmla="*/ 120958 h 141488"/>
                  <a:gd name="csX2" fmla="*/ 141477 w 141308"/>
                  <a:gd name="csY2" fmla="*/ 70934 h 141488"/>
                  <a:gd name="csX3" fmla="*/ 120783 w 141308"/>
                  <a:gd name="csY3" fmla="*/ 20911 h 141488"/>
                  <a:gd name="csX4" fmla="*/ 70823 w 141308"/>
                  <a:gd name="csY4" fmla="*/ 190 h 141488"/>
                  <a:gd name="csX5" fmla="*/ 20863 w 141308"/>
                  <a:gd name="csY5" fmla="*/ 20911 h 141488"/>
                  <a:gd name="csX6" fmla="*/ 169 w 141308"/>
                  <a:gd name="csY6" fmla="*/ 70934 h 141488"/>
                  <a:gd name="csX7" fmla="*/ 20863 w 141308"/>
                  <a:gd name="csY7" fmla="*/ 120958 h 141488"/>
                  <a:gd name="csX8" fmla="*/ 70823 w 141308"/>
                  <a:gd name="csY8" fmla="*/ 14167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3" y="141678"/>
                    </a:moveTo>
                    <a:cubicBezTo>
                      <a:pt x="89561" y="141678"/>
                      <a:pt x="107533" y="134224"/>
                      <a:pt x="120783" y="120958"/>
                    </a:cubicBezTo>
                    <a:cubicBezTo>
                      <a:pt x="134032" y="107692"/>
                      <a:pt x="141477" y="89696"/>
                      <a:pt x="141477" y="70934"/>
                    </a:cubicBezTo>
                    <a:cubicBezTo>
                      <a:pt x="141477" y="52173"/>
                      <a:pt x="134032" y="34177"/>
                      <a:pt x="120783" y="20911"/>
                    </a:cubicBezTo>
                    <a:cubicBezTo>
                      <a:pt x="107533" y="7644"/>
                      <a:pt x="89561" y="190"/>
                      <a:pt x="70823" y="190"/>
                    </a:cubicBezTo>
                    <a:cubicBezTo>
                      <a:pt x="52085" y="190"/>
                      <a:pt x="34113" y="7644"/>
                      <a:pt x="20863" y="20911"/>
                    </a:cubicBezTo>
                    <a:cubicBezTo>
                      <a:pt x="7614" y="34177"/>
                      <a:pt x="169" y="52173"/>
                      <a:pt x="169" y="70934"/>
                    </a:cubicBezTo>
                    <a:cubicBezTo>
                      <a:pt x="169" y="89696"/>
                      <a:pt x="7614" y="107692"/>
                      <a:pt x="20863" y="120958"/>
                    </a:cubicBezTo>
                    <a:cubicBezTo>
                      <a:pt x="34113" y="134224"/>
                      <a:pt x="52085" y="141678"/>
                      <a:pt x="70823" y="141678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5" name="任意多边形: 形状 1754"/>
              <p:cNvSpPr/>
              <p:nvPr/>
            </p:nvSpPr>
            <p:spPr>
              <a:xfrm>
                <a:off x="12386630" y="18255528"/>
                <a:ext cx="223200" cy="223200"/>
              </a:xfrm>
              <a:custGeom>
                <a:avLst/>
                <a:gdLst>
                  <a:gd name="csX0" fmla="*/ 70814 w 141308"/>
                  <a:gd name="csY0" fmla="*/ 141640 h 141488"/>
                  <a:gd name="csX1" fmla="*/ 120774 w 141308"/>
                  <a:gd name="csY1" fmla="*/ 120919 h 141488"/>
                  <a:gd name="csX2" fmla="*/ 141468 w 141308"/>
                  <a:gd name="csY2" fmla="*/ 70896 h 141488"/>
                  <a:gd name="csX3" fmla="*/ 120774 w 141308"/>
                  <a:gd name="csY3" fmla="*/ 20872 h 141488"/>
                  <a:gd name="csX4" fmla="*/ 70814 w 141308"/>
                  <a:gd name="csY4" fmla="*/ 152 h 141488"/>
                  <a:gd name="csX5" fmla="*/ 20854 w 141308"/>
                  <a:gd name="csY5" fmla="*/ 20872 h 141488"/>
                  <a:gd name="csX6" fmla="*/ 160 w 141308"/>
                  <a:gd name="csY6" fmla="*/ 70896 h 141488"/>
                  <a:gd name="csX7" fmla="*/ 20854 w 141308"/>
                  <a:gd name="csY7" fmla="*/ 120919 h 141488"/>
                  <a:gd name="csX8" fmla="*/ 70814 w 141308"/>
                  <a:gd name="csY8" fmla="*/ 14164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4" y="141640"/>
                    </a:moveTo>
                    <a:cubicBezTo>
                      <a:pt x="89552" y="141640"/>
                      <a:pt x="107524" y="134186"/>
                      <a:pt x="120774" y="120919"/>
                    </a:cubicBezTo>
                    <a:cubicBezTo>
                      <a:pt x="134023" y="107653"/>
                      <a:pt x="141468" y="89657"/>
                      <a:pt x="141468" y="70896"/>
                    </a:cubicBezTo>
                    <a:cubicBezTo>
                      <a:pt x="141468" y="52134"/>
                      <a:pt x="134023" y="34138"/>
                      <a:pt x="120774" y="20872"/>
                    </a:cubicBezTo>
                    <a:cubicBezTo>
                      <a:pt x="107524" y="7606"/>
                      <a:pt x="89552" y="152"/>
                      <a:pt x="70814" y="152"/>
                    </a:cubicBezTo>
                    <a:cubicBezTo>
                      <a:pt x="52076" y="152"/>
                      <a:pt x="34103" y="7606"/>
                      <a:pt x="20854" y="20872"/>
                    </a:cubicBezTo>
                    <a:cubicBezTo>
                      <a:pt x="7604" y="34138"/>
                      <a:pt x="160" y="52134"/>
                      <a:pt x="160" y="70896"/>
                    </a:cubicBezTo>
                    <a:cubicBezTo>
                      <a:pt x="160" y="89657"/>
                      <a:pt x="7604" y="107653"/>
                      <a:pt x="20854" y="120919"/>
                    </a:cubicBezTo>
                    <a:cubicBezTo>
                      <a:pt x="34103" y="134186"/>
                      <a:pt x="52076" y="141640"/>
                      <a:pt x="70814" y="141640"/>
                    </a:cubicBezTo>
                    <a:close/>
                  </a:path>
                </a:pathLst>
              </a:custGeom>
              <a:solidFill>
                <a:srgbClr val="297B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6" name="任意多边形: 形状 1755"/>
              <p:cNvSpPr/>
              <p:nvPr/>
            </p:nvSpPr>
            <p:spPr>
              <a:xfrm>
                <a:off x="14336705" y="18736351"/>
                <a:ext cx="223200" cy="223200"/>
              </a:xfrm>
              <a:custGeom>
                <a:avLst/>
                <a:gdLst>
                  <a:gd name="csX0" fmla="*/ 70878 w 141308"/>
                  <a:gd name="csY0" fmla="*/ 141656 h 141488"/>
                  <a:gd name="csX1" fmla="*/ 120838 w 141308"/>
                  <a:gd name="csY1" fmla="*/ 120935 h 141488"/>
                  <a:gd name="csX2" fmla="*/ 141532 w 141308"/>
                  <a:gd name="csY2" fmla="*/ 70912 h 141488"/>
                  <a:gd name="csX3" fmla="*/ 120838 w 141308"/>
                  <a:gd name="csY3" fmla="*/ 20888 h 141488"/>
                  <a:gd name="csX4" fmla="*/ 70878 w 141308"/>
                  <a:gd name="csY4" fmla="*/ 167 h 141488"/>
                  <a:gd name="csX5" fmla="*/ 20918 w 141308"/>
                  <a:gd name="csY5" fmla="*/ 20888 h 141488"/>
                  <a:gd name="csX6" fmla="*/ 224 w 141308"/>
                  <a:gd name="csY6" fmla="*/ 70912 h 141488"/>
                  <a:gd name="csX7" fmla="*/ 20918 w 141308"/>
                  <a:gd name="csY7" fmla="*/ 120935 h 141488"/>
                  <a:gd name="csX8" fmla="*/ 70878 w 141308"/>
                  <a:gd name="csY8" fmla="*/ 14165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8" y="141656"/>
                    </a:moveTo>
                    <a:cubicBezTo>
                      <a:pt x="89616" y="141656"/>
                      <a:pt x="107589" y="134202"/>
                      <a:pt x="120838" y="120935"/>
                    </a:cubicBezTo>
                    <a:cubicBezTo>
                      <a:pt x="134088" y="107669"/>
                      <a:pt x="141532" y="89673"/>
                      <a:pt x="141532" y="70912"/>
                    </a:cubicBezTo>
                    <a:cubicBezTo>
                      <a:pt x="141532" y="52150"/>
                      <a:pt x="134088" y="34154"/>
                      <a:pt x="120838" y="20888"/>
                    </a:cubicBezTo>
                    <a:cubicBezTo>
                      <a:pt x="107589" y="7621"/>
                      <a:pt x="89616" y="167"/>
                      <a:pt x="70878" y="167"/>
                    </a:cubicBezTo>
                    <a:cubicBezTo>
                      <a:pt x="52141" y="167"/>
                      <a:pt x="34168" y="7621"/>
                      <a:pt x="20918" y="20888"/>
                    </a:cubicBezTo>
                    <a:cubicBezTo>
                      <a:pt x="7669" y="34154"/>
                      <a:pt x="224" y="52150"/>
                      <a:pt x="224" y="70912"/>
                    </a:cubicBezTo>
                    <a:cubicBezTo>
                      <a:pt x="224" y="89673"/>
                      <a:pt x="7669" y="107669"/>
                      <a:pt x="20918" y="120935"/>
                    </a:cubicBezTo>
                    <a:cubicBezTo>
                      <a:pt x="34168" y="134202"/>
                      <a:pt x="52141" y="141656"/>
                      <a:pt x="70878" y="141656"/>
                    </a:cubicBezTo>
                    <a:close/>
                  </a:path>
                </a:pathLst>
              </a:custGeom>
              <a:solidFill>
                <a:srgbClr val="3461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7" name="任意多边形: 形状 1756"/>
              <p:cNvSpPr/>
              <p:nvPr/>
            </p:nvSpPr>
            <p:spPr>
              <a:xfrm>
                <a:off x="12272407" y="19066261"/>
                <a:ext cx="223200" cy="223200"/>
              </a:xfrm>
              <a:custGeom>
                <a:avLst/>
                <a:gdLst>
                  <a:gd name="csX0" fmla="*/ 70810 w 141308"/>
                  <a:gd name="csY0" fmla="*/ 141667 h 141488"/>
                  <a:gd name="csX1" fmla="*/ 120770 w 141308"/>
                  <a:gd name="csY1" fmla="*/ 120946 h 141488"/>
                  <a:gd name="csX2" fmla="*/ 141464 w 141308"/>
                  <a:gd name="csY2" fmla="*/ 70923 h 141488"/>
                  <a:gd name="csX3" fmla="*/ 120770 w 141308"/>
                  <a:gd name="csY3" fmla="*/ 20899 h 141488"/>
                  <a:gd name="csX4" fmla="*/ 70810 w 141308"/>
                  <a:gd name="csY4" fmla="*/ 178 h 141488"/>
                  <a:gd name="csX5" fmla="*/ 20850 w 141308"/>
                  <a:gd name="csY5" fmla="*/ 20899 h 141488"/>
                  <a:gd name="csX6" fmla="*/ 156 w 141308"/>
                  <a:gd name="csY6" fmla="*/ 70923 h 141488"/>
                  <a:gd name="csX7" fmla="*/ 20850 w 141308"/>
                  <a:gd name="csY7" fmla="*/ 120946 h 141488"/>
                  <a:gd name="csX8" fmla="*/ 70810 w 141308"/>
                  <a:gd name="csY8" fmla="*/ 14166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0" y="141667"/>
                    </a:moveTo>
                    <a:cubicBezTo>
                      <a:pt x="89548" y="141667"/>
                      <a:pt x="107520" y="134213"/>
                      <a:pt x="120770" y="120946"/>
                    </a:cubicBezTo>
                    <a:cubicBezTo>
                      <a:pt x="134020" y="107680"/>
                      <a:pt x="141464" y="89684"/>
                      <a:pt x="141464" y="70923"/>
                    </a:cubicBezTo>
                    <a:cubicBezTo>
                      <a:pt x="141464" y="52161"/>
                      <a:pt x="134020" y="34165"/>
                      <a:pt x="120770" y="20899"/>
                    </a:cubicBezTo>
                    <a:cubicBezTo>
                      <a:pt x="107520" y="7632"/>
                      <a:pt x="89548" y="178"/>
                      <a:pt x="70810" y="178"/>
                    </a:cubicBezTo>
                    <a:cubicBezTo>
                      <a:pt x="52072" y="178"/>
                      <a:pt x="34100" y="7632"/>
                      <a:pt x="20850" y="20899"/>
                    </a:cubicBezTo>
                    <a:cubicBezTo>
                      <a:pt x="7601" y="34165"/>
                      <a:pt x="156" y="52161"/>
                      <a:pt x="156" y="70923"/>
                    </a:cubicBezTo>
                    <a:cubicBezTo>
                      <a:pt x="156" y="89684"/>
                      <a:pt x="7601" y="107680"/>
                      <a:pt x="20850" y="120946"/>
                    </a:cubicBezTo>
                    <a:cubicBezTo>
                      <a:pt x="34100" y="134213"/>
                      <a:pt x="52072" y="141667"/>
                      <a:pt x="70810" y="141667"/>
                    </a:cubicBezTo>
                    <a:close/>
                  </a:path>
                </a:pathLst>
              </a:custGeom>
              <a:solidFill>
                <a:srgbClr val="2E6E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8" name="任意多边形: 形状 1757"/>
              <p:cNvSpPr/>
              <p:nvPr/>
            </p:nvSpPr>
            <p:spPr>
              <a:xfrm>
                <a:off x="12759231" y="19790814"/>
                <a:ext cx="223200" cy="223200"/>
              </a:xfrm>
              <a:custGeom>
                <a:avLst/>
                <a:gdLst>
                  <a:gd name="csX0" fmla="*/ 70826 w 141308"/>
                  <a:gd name="csY0" fmla="*/ 141691 h 141488"/>
                  <a:gd name="csX1" fmla="*/ 120786 w 141308"/>
                  <a:gd name="csY1" fmla="*/ 120970 h 141488"/>
                  <a:gd name="csX2" fmla="*/ 141480 w 141308"/>
                  <a:gd name="csY2" fmla="*/ 70947 h 141488"/>
                  <a:gd name="csX3" fmla="*/ 120786 w 141308"/>
                  <a:gd name="csY3" fmla="*/ 20923 h 141488"/>
                  <a:gd name="csX4" fmla="*/ 70826 w 141308"/>
                  <a:gd name="csY4" fmla="*/ 202 h 141488"/>
                  <a:gd name="csX5" fmla="*/ 20866 w 141308"/>
                  <a:gd name="csY5" fmla="*/ 20923 h 141488"/>
                  <a:gd name="csX6" fmla="*/ 172 w 141308"/>
                  <a:gd name="csY6" fmla="*/ 70947 h 141488"/>
                  <a:gd name="csX7" fmla="*/ 20866 w 141308"/>
                  <a:gd name="csY7" fmla="*/ 120970 h 141488"/>
                  <a:gd name="csX8" fmla="*/ 70826 w 141308"/>
                  <a:gd name="csY8" fmla="*/ 14169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6" y="141691"/>
                    </a:moveTo>
                    <a:cubicBezTo>
                      <a:pt x="89564" y="141691"/>
                      <a:pt x="107537" y="134237"/>
                      <a:pt x="120786" y="120970"/>
                    </a:cubicBezTo>
                    <a:cubicBezTo>
                      <a:pt x="134036" y="107704"/>
                      <a:pt x="141480" y="89708"/>
                      <a:pt x="141480" y="70947"/>
                    </a:cubicBezTo>
                    <a:cubicBezTo>
                      <a:pt x="141480" y="52185"/>
                      <a:pt x="134036" y="34189"/>
                      <a:pt x="120786" y="20923"/>
                    </a:cubicBezTo>
                    <a:cubicBezTo>
                      <a:pt x="107537" y="7656"/>
                      <a:pt x="89564" y="202"/>
                      <a:pt x="70826" y="202"/>
                    </a:cubicBezTo>
                    <a:cubicBezTo>
                      <a:pt x="52089" y="202"/>
                      <a:pt x="34116" y="7656"/>
                      <a:pt x="20866" y="20923"/>
                    </a:cubicBezTo>
                    <a:cubicBezTo>
                      <a:pt x="7617" y="34189"/>
                      <a:pt x="172" y="52185"/>
                      <a:pt x="172" y="70947"/>
                    </a:cubicBezTo>
                    <a:cubicBezTo>
                      <a:pt x="172" y="89708"/>
                      <a:pt x="7617" y="107704"/>
                      <a:pt x="20866" y="120970"/>
                    </a:cubicBezTo>
                    <a:cubicBezTo>
                      <a:pt x="34116" y="134237"/>
                      <a:pt x="52089" y="141691"/>
                      <a:pt x="70826" y="141691"/>
                    </a:cubicBezTo>
                    <a:close/>
                  </a:path>
                </a:pathLst>
              </a:custGeom>
              <a:solidFill>
                <a:srgbClr val="316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59" name="任意多边形: 形状 1758"/>
              <p:cNvSpPr/>
              <p:nvPr/>
            </p:nvSpPr>
            <p:spPr>
              <a:xfrm>
                <a:off x="14024042" y="18345022"/>
                <a:ext cx="223200" cy="223200"/>
              </a:xfrm>
              <a:custGeom>
                <a:avLst/>
                <a:gdLst>
                  <a:gd name="csX0" fmla="*/ 70868 w 141308"/>
                  <a:gd name="csY0" fmla="*/ 141643 h 141488"/>
                  <a:gd name="csX1" fmla="*/ 120828 w 141308"/>
                  <a:gd name="csY1" fmla="*/ 120922 h 141488"/>
                  <a:gd name="csX2" fmla="*/ 141522 w 141308"/>
                  <a:gd name="csY2" fmla="*/ 70899 h 141488"/>
                  <a:gd name="csX3" fmla="*/ 120828 w 141308"/>
                  <a:gd name="csY3" fmla="*/ 20875 h 141488"/>
                  <a:gd name="csX4" fmla="*/ 70868 w 141308"/>
                  <a:gd name="csY4" fmla="*/ 154 h 141488"/>
                  <a:gd name="csX5" fmla="*/ 20908 w 141308"/>
                  <a:gd name="csY5" fmla="*/ 20875 h 141488"/>
                  <a:gd name="csX6" fmla="*/ 214 w 141308"/>
                  <a:gd name="csY6" fmla="*/ 70899 h 141488"/>
                  <a:gd name="csX7" fmla="*/ 20908 w 141308"/>
                  <a:gd name="csY7" fmla="*/ 120922 h 141488"/>
                  <a:gd name="csX8" fmla="*/ 70868 w 141308"/>
                  <a:gd name="csY8" fmla="*/ 14164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8" y="141643"/>
                    </a:moveTo>
                    <a:cubicBezTo>
                      <a:pt x="89606" y="141643"/>
                      <a:pt x="107578" y="134189"/>
                      <a:pt x="120828" y="120922"/>
                    </a:cubicBezTo>
                    <a:cubicBezTo>
                      <a:pt x="134077" y="107656"/>
                      <a:pt x="141522" y="89660"/>
                      <a:pt x="141522" y="70899"/>
                    </a:cubicBezTo>
                    <a:cubicBezTo>
                      <a:pt x="141522" y="52137"/>
                      <a:pt x="134077" y="34141"/>
                      <a:pt x="120828" y="20875"/>
                    </a:cubicBezTo>
                    <a:cubicBezTo>
                      <a:pt x="107578" y="7609"/>
                      <a:pt x="89606" y="154"/>
                      <a:pt x="70868" y="154"/>
                    </a:cubicBezTo>
                    <a:cubicBezTo>
                      <a:pt x="52130" y="154"/>
                      <a:pt x="34158" y="7609"/>
                      <a:pt x="20908" y="20875"/>
                    </a:cubicBezTo>
                    <a:cubicBezTo>
                      <a:pt x="7659" y="34141"/>
                      <a:pt x="214" y="52137"/>
                      <a:pt x="214" y="70899"/>
                    </a:cubicBezTo>
                    <a:cubicBezTo>
                      <a:pt x="214" y="89660"/>
                      <a:pt x="7659" y="107656"/>
                      <a:pt x="20908" y="120922"/>
                    </a:cubicBezTo>
                    <a:cubicBezTo>
                      <a:pt x="34158" y="134189"/>
                      <a:pt x="52130" y="141643"/>
                      <a:pt x="70868" y="141643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0" name="任意多边形: 形状 1759"/>
              <p:cNvSpPr/>
              <p:nvPr/>
            </p:nvSpPr>
            <p:spPr>
              <a:xfrm>
                <a:off x="14185247" y="19529170"/>
                <a:ext cx="223200" cy="223200"/>
              </a:xfrm>
              <a:custGeom>
                <a:avLst/>
                <a:gdLst>
                  <a:gd name="csX0" fmla="*/ 70873 w 141308"/>
                  <a:gd name="csY0" fmla="*/ 141682 h 141488"/>
                  <a:gd name="csX1" fmla="*/ 120833 w 141308"/>
                  <a:gd name="csY1" fmla="*/ 120962 h 141488"/>
                  <a:gd name="csX2" fmla="*/ 141527 w 141308"/>
                  <a:gd name="csY2" fmla="*/ 70938 h 141488"/>
                  <a:gd name="csX3" fmla="*/ 120833 w 141308"/>
                  <a:gd name="csY3" fmla="*/ 20914 h 141488"/>
                  <a:gd name="csX4" fmla="*/ 70873 w 141308"/>
                  <a:gd name="csY4" fmla="*/ 194 h 141488"/>
                  <a:gd name="csX5" fmla="*/ 20913 w 141308"/>
                  <a:gd name="csY5" fmla="*/ 20914 h 141488"/>
                  <a:gd name="csX6" fmla="*/ 219 w 141308"/>
                  <a:gd name="csY6" fmla="*/ 70938 h 141488"/>
                  <a:gd name="csX7" fmla="*/ 20913 w 141308"/>
                  <a:gd name="csY7" fmla="*/ 120962 h 141488"/>
                  <a:gd name="csX8" fmla="*/ 70873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3" y="141682"/>
                    </a:moveTo>
                    <a:cubicBezTo>
                      <a:pt x="89611" y="141682"/>
                      <a:pt x="107584" y="134228"/>
                      <a:pt x="120833" y="120962"/>
                    </a:cubicBezTo>
                    <a:cubicBezTo>
                      <a:pt x="134083" y="107695"/>
                      <a:pt x="141527" y="89699"/>
                      <a:pt x="141527" y="70938"/>
                    </a:cubicBezTo>
                    <a:cubicBezTo>
                      <a:pt x="141527" y="52176"/>
                      <a:pt x="134083" y="34181"/>
                      <a:pt x="120833" y="20914"/>
                    </a:cubicBezTo>
                    <a:cubicBezTo>
                      <a:pt x="107584" y="7648"/>
                      <a:pt x="89611" y="194"/>
                      <a:pt x="70873" y="194"/>
                    </a:cubicBezTo>
                    <a:cubicBezTo>
                      <a:pt x="52136" y="194"/>
                      <a:pt x="34163" y="7648"/>
                      <a:pt x="20913" y="20914"/>
                    </a:cubicBezTo>
                    <a:cubicBezTo>
                      <a:pt x="7664" y="34181"/>
                      <a:pt x="219" y="52176"/>
                      <a:pt x="219" y="70938"/>
                    </a:cubicBezTo>
                    <a:cubicBezTo>
                      <a:pt x="219" y="89699"/>
                      <a:pt x="7664" y="107695"/>
                      <a:pt x="20913" y="120962"/>
                    </a:cubicBezTo>
                    <a:cubicBezTo>
                      <a:pt x="34163" y="134228"/>
                      <a:pt x="52136" y="141682"/>
                      <a:pt x="70873" y="141682"/>
                    </a:cubicBezTo>
                    <a:close/>
                  </a:path>
                </a:pathLst>
              </a:custGeom>
              <a:solidFill>
                <a:srgbClr val="375A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1" name="任意多边形: 形状 1760"/>
              <p:cNvSpPr/>
              <p:nvPr/>
            </p:nvSpPr>
            <p:spPr>
              <a:xfrm>
                <a:off x="13162048" y="19428787"/>
                <a:ext cx="223200" cy="223200"/>
              </a:xfrm>
              <a:custGeom>
                <a:avLst/>
                <a:gdLst>
                  <a:gd name="csX0" fmla="*/ 70840 w 141308"/>
                  <a:gd name="csY0" fmla="*/ 141679 h 141488"/>
                  <a:gd name="csX1" fmla="*/ 120799 w 141308"/>
                  <a:gd name="csY1" fmla="*/ 120958 h 141488"/>
                  <a:gd name="csX2" fmla="*/ 141494 w 141308"/>
                  <a:gd name="csY2" fmla="*/ 70935 h 141488"/>
                  <a:gd name="csX3" fmla="*/ 120799 w 141308"/>
                  <a:gd name="csY3" fmla="*/ 20911 h 141488"/>
                  <a:gd name="csX4" fmla="*/ 70840 w 141308"/>
                  <a:gd name="csY4" fmla="*/ 190 h 141488"/>
                  <a:gd name="csX5" fmla="*/ 20880 w 141308"/>
                  <a:gd name="csY5" fmla="*/ 20911 h 141488"/>
                  <a:gd name="csX6" fmla="*/ 186 w 141308"/>
                  <a:gd name="csY6" fmla="*/ 70935 h 141488"/>
                  <a:gd name="csX7" fmla="*/ 20880 w 141308"/>
                  <a:gd name="csY7" fmla="*/ 120958 h 141488"/>
                  <a:gd name="csX8" fmla="*/ 70840 w 141308"/>
                  <a:gd name="csY8" fmla="*/ 14167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0" y="141679"/>
                    </a:moveTo>
                    <a:cubicBezTo>
                      <a:pt x="89577" y="141679"/>
                      <a:pt x="107550" y="134225"/>
                      <a:pt x="120799" y="120958"/>
                    </a:cubicBezTo>
                    <a:cubicBezTo>
                      <a:pt x="134049" y="107692"/>
                      <a:pt x="141494" y="89696"/>
                      <a:pt x="141494" y="70935"/>
                    </a:cubicBezTo>
                    <a:cubicBezTo>
                      <a:pt x="141494" y="52173"/>
                      <a:pt x="134049" y="34177"/>
                      <a:pt x="120799" y="20911"/>
                    </a:cubicBezTo>
                    <a:cubicBezTo>
                      <a:pt x="107550" y="7644"/>
                      <a:pt x="89577" y="190"/>
                      <a:pt x="70840" y="190"/>
                    </a:cubicBezTo>
                    <a:cubicBezTo>
                      <a:pt x="52102" y="190"/>
                      <a:pt x="34129" y="7644"/>
                      <a:pt x="20880" y="20911"/>
                    </a:cubicBezTo>
                    <a:cubicBezTo>
                      <a:pt x="7630" y="34177"/>
                      <a:pt x="186" y="52173"/>
                      <a:pt x="186" y="70935"/>
                    </a:cubicBezTo>
                    <a:cubicBezTo>
                      <a:pt x="186" y="89696"/>
                      <a:pt x="7630" y="107692"/>
                      <a:pt x="20880" y="120958"/>
                    </a:cubicBezTo>
                    <a:cubicBezTo>
                      <a:pt x="34129" y="134225"/>
                      <a:pt x="52102" y="141679"/>
                      <a:pt x="70840" y="141679"/>
                    </a:cubicBezTo>
                    <a:close/>
                  </a:path>
                </a:pathLst>
              </a:custGeom>
              <a:solidFill>
                <a:srgbClr val="3C4F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2" name="任意多边形: 形状 1761"/>
              <p:cNvSpPr/>
              <p:nvPr/>
            </p:nvSpPr>
            <p:spPr>
              <a:xfrm>
                <a:off x="12955319" y="19253480"/>
                <a:ext cx="223200" cy="223200"/>
              </a:xfrm>
              <a:custGeom>
                <a:avLst/>
                <a:gdLst>
                  <a:gd name="csX0" fmla="*/ 70833 w 141308"/>
                  <a:gd name="csY0" fmla="*/ 141673 h 141488"/>
                  <a:gd name="csX1" fmla="*/ 120793 w 141308"/>
                  <a:gd name="csY1" fmla="*/ 120952 h 141488"/>
                  <a:gd name="csX2" fmla="*/ 141487 w 141308"/>
                  <a:gd name="csY2" fmla="*/ 70929 h 141488"/>
                  <a:gd name="csX3" fmla="*/ 120793 w 141308"/>
                  <a:gd name="csY3" fmla="*/ 20905 h 141488"/>
                  <a:gd name="csX4" fmla="*/ 70833 w 141308"/>
                  <a:gd name="csY4" fmla="*/ 185 h 141488"/>
                  <a:gd name="csX5" fmla="*/ 20873 w 141308"/>
                  <a:gd name="csY5" fmla="*/ 20905 h 141488"/>
                  <a:gd name="csX6" fmla="*/ 179 w 141308"/>
                  <a:gd name="csY6" fmla="*/ 70929 h 141488"/>
                  <a:gd name="csX7" fmla="*/ 20873 w 141308"/>
                  <a:gd name="csY7" fmla="*/ 120952 h 141488"/>
                  <a:gd name="csX8" fmla="*/ 70833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3" y="141673"/>
                    </a:moveTo>
                    <a:cubicBezTo>
                      <a:pt x="89570" y="141673"/>
                      <a:pt x="107543" y="134219"/>
                      <a:pt x="120793" y="120952"/>
                    </a:cubicBezTo>
                    <a:cubicBezTo>
                      <a:pt x="134042" y="107686"/>
                      <a:pt x="141487" y="89690"/>
                      <a:pt x="141487" y="70929"/>
                    </a:cubicBezTo>
                    <a:cubicBezTo>
                      <a:pt x="141487" y="52167"/>
                      <a:pt x="134042" y="34171"/>
                      <a:pt x="120793" y="20905"/>
                    </a:cubicBezTo>
                    <a:cubicBezTo>
                      <a:pt x="107543" y="7639"/>
                      <a:pt x="89570" y="185"/>
                      <a:pt x="70833" y="185"/>
                    </a:cubicBezTo>
                    <a:cubicBezTo>
                      <a:pt x="52095" y="185"/>
                      <a:pt x="34122" y="7639"/>
                      <a:pt x="20873" y="20905"/>
                    </a:cubicBezTo>
                    <a:cubicBezTo>
                      <a:pt x="7623" y="34171"/>
                      <a:pt x="179" y="52167"/>
                      <a:pt x="179" y="70929"/>
                    </a:cubicBezTo>
                    <a:cubicBezTo>
                      <a:pt x="179" y="89690"/>
                      <a:pt x="7623" y="107686"/>
                      <a:pt x="20873" y="120952"/>
                    </a:cubicBezTo>
                    <a:cubicBezTo>
                      <a:pt x="34122" y="134219"/>
                      <a:pt x="52095" y="141673"/>
                      <a:pt x="70833" y="141673"/>
                    </a:cubicBezTo>
                    <a:close/>
                  </a:path>
                </a:pathLst>
              </a:custGeom>
              <a:solidFill>
                <a:srgbClr val="3E4C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3" name="任意多边形: 形状 1762"/>
              <p:cNvSpPr/>
              <p:nvPr/>
            </p:nvSpPr>
            <p:spPr>
              <a:xfrm>
                <a:off x="13172929" y="18310515"/>
                <a:ext cx="223200" cy="223200"/>
              </a:xfrm>
              <a:custGeom>
                <a:avLst/>
                <a:gdLst>
                  <a:gd name="csX0" fmla="*/ 70840 w 141308"/>
                  <a:gd name="csY0" fmla="*/ 141642 h 141488"/>
                  <a:gd name="csX1" fmla="*/ 120800 w 141308"/>
                  <a:gd name="csY1" fmla="*/ 120921 h 141488"/>
                  <a:gd name="csX2" fmla="*/ 141494 w 141308"/>
                  <a:gd name="csY2" fmla="*/ 70898 h 141488"/>
                  <a:gd name="csX3" fmla="*/ 120800 w 141308"/>
                  <a:gd name="csY3" fmla="*/ 20874 h 141488"/>
                  <a:gd name="csX4" fmla="*/ 70840 w 141308"/>
                  <a:gd name="csY4" fmla="*/ 153 h 141488"/>
                  <a:gd name="csX5" fmla="*/ 20880 w 141308"/>
                  <a:gd name="csY5" fmla="*/ 20874 h 141488"/>
                  <a:gd name="csX6" fmla="*/ 186 w 141308"/>
                  <a:gd name="csY6" fmla="*/ 70898 h 141488"/>
                  <a:gd name="csX7" fmla="*/ 20880 w 141308"/>
                  <a:gd name="csY7" fmla="*/ 120921 h 141488"/>
                  <a:gd name="csX8" fmla="*/ 70840 w 141308"/>
                  <a:gd name="csY8" fmla="*/ 14164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0" y="141642"/>
                    </a:moveTo>
                    <a:cubicBezTo>
                      <a:pt x="89578" y="141642"/>
                      <a:pt x="107550" y="134188"/>
                      <a:pt x="120800" y="120921"/>
                    </a:cubicBezTo>
                    <a:cubicBezTo>
                      <a:pt x="134049" y="107655"/>
                      <a:pt x="141494" y="89659"/>
                      <a:pt x="141494" y="70898"/>
                    </a:cubicBezTo>
                    <a:cubicBezTo>
                      <a:pt x="141494" y="52136"/>
                      <a:pt x="134049" y="34140"/>
                      <a:pt x="120800" y="20874"/>
                    </a:cubicBezTo>
                    <a:cubicBezTo>
                      <a:pt x="107550" y="7607"/>
                      <a:pt x="89578" y="153"/>
                      <a:pt x="70840" y="153"/>
                    </a:cubicBezTo>
                    <a:cubicBezTo>
                      <a:pt x="52102" y="153"/>
                      <a:pt x="34129" y="7607"/>
                      <a:pt x="20880" y="20874"/>
                    </a:cubicBezTo>
                    <a:cubicBezTo>
                      <a:pt x="7630" y="34140"/>
                      <a:pt x="186" y="52136"/>
                      <a:pt x="186" y="70898"/>
                    </a:cubicBezTo>
                    <a:cubicBezTo>
                      <a:pt x="186" y="89659"/>
                      <a:pt x="7630" y="107655"/>
                      <a:pt x="20880" y="120921"/>
                    </a:cubicBezTo>
                    <a:cubicBezTo>
                      <a:pt x="34129" y="134188"/>
                      <a:pt x="52102" y="141642"/>
                      <a:pt x="70840" y="141642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4" name="任意多边形: 形状 1763"/>
              <p:cNvSpPr/>
              <p:nvPr/>
            </p:nvSpPr>
            <p:spPr>
              <a:xfrm>
                <a:off x="12171478" y="19740673"/>
                <a:ext cx="223200" cy="223200"/>
              </a:xfrm>
              <a:custGeom>
                <a:avLst/>
                <a:gdLst>
                  <a:gd name="csX0" fmla="*/ 70807 w 141308"/>
                  <a:gd name="csY0" fmla="*/ 141689 h 141488"/>
                  <a:gd name="csX1" fmla="*/ 120767 w 141308"/>
                  <a:gd name="csY1" fmla="*/ 120969 h 141488"/>
                  <a:gd name="csX2" fmla="*/ 141461 w 141308"/>
                  <a:gd name="csY2" fmla="*/ 70945 h 141488"/>
                  <a:gd name="csX3" fmla="*/ 120767 w 141308"/>
                  <a:gd name="csY3" fmla="*/ 20921 h 141488"/>
                  <a:gd name="csX4" fmla="*/ 70807 w 141308"/>
                  <a:gd name="csY4" fmla="*/ 201 h 141488"/>
                  <a:gd name="csX5" fmla="*/ 20847 w 141308"/>
                  <a:gd name="csY5" fmla="*/ 20921 h 141488"/>
                  <a:gd name="csX6" fmla="*/ 153 w 141308"/>
                  <a:gd name="csY6" fmla="*/ 70945 h 141488"/>
                  <a:gd name="csX7" fmla="*/ 20847 w 141308"/>
                  <a:gd name="csY7" fmla="*/ 120969 h 141488"/>
                  <a:gd name="csX8" fmla="*/ 70807 w 141308"/>
                  <a:gd name="csY8" fmla="*/ 14168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07" y="141689"/>
                    </a:moveTo>
                    <a:cubicBezTo>
                      <a:pt x="89544" y="141689"/>
                      <a:pt x="107517" y="134235"/>
                      <a:pt x="120767" y="120969"/>
                    </a:cubicBezTo>
                    <a:cubicBezTo>
                      <a:pt x="134016" y="107702"/>
                      <a:pt x="141461" y="89706"/>
                      <a:pt x="141461" y="70945"/>
                    </a:cubicBezTo>
                    <a:cubicBezTo>
                      <a:pt x="141461" y="52183"/>
                      <a:pt x="134016" y="34188"/>
                      <a:pt x="120767" y="20921"/>
                    </a:cubicBezTo>
                    <a:cubicBezTo>
                      <a:pt x="107517" y="7655"/>
                      <a:pt x="89544" y="201"/>
                      <a:pt x="70807" y="201"/>
                    </a:cubicBezTo>
                    <a:cubicBezTo>
                      <a:pt x="52069" y="201"/>
                      <a:pt x="34096" y="7655"/>
                      <a:pt x="20847" y="20921"/>
                    </a:cubicBezTo>
                    <a:cubicBezTo>
                      <a:pt x="7597" y="34188"/>
                      <a:pt x="153" y="52183"/>
                      <a:pt x="153" y="70945"/>
                    </a:cubicBezTo>
                    <a:cubicBezTo>
                      <a:pt x="153" y="89706"/>
                      <a:pt x="7597" y="107702"/>
                      <a:pt x="20847" y="120969"/>
                    </a:cubicBezTo>
                    <a:cubicBezTo>
                      <a:pt x="34096" y="134235"/>
                      <a:pt x="52069" y="141689"/>
                      <a:pt x="70807" y="141689"/>
                    </a:cubicBezTo>
                    <a:close/>
                  </a:path>
                </a:pathLst>
              </a:custGeom>
              <a:solidFill>
                <a:srgbClr val="2C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5" name="任意多边形: 形状 1764"/>
              <p:cNvSpPr/>
              <p:nvPr/>
            </p:nvSpPr>
            <p:spPr>
              <a:xfrm>
                <a:off x="14798460" y="18683643"/>
                <a:ext cx="223200" cy="223200"/>
              </a:xfrm>
              <a:custGeom>
                <a:avLst/>
                <a:gdLst>
                  <a:gd name="csX0" fmla="*/ 70894 w 141308"/>
                  <a:gd name="csY0" fmla="*/ 141654 h 141488"/>
                  <a:gd name="csX1" fmla="*/ 120854 w 141308"/>
                  <a:gd name="csY1" fmla="*/ 120934 h 141488"/>
                  <a:gd name="csX2" fmla="*/ 141548 w 141308"/>
                  <a:gd name="csY2" fmla="*/ 70910 h 141488"/>
                  <a:gd name="csX3" fmla="*/ 120854 w 141308"/>
                  <a:gd name="csY3" fmla="*/ 20886 h 141488"/>
                  <a:gd name="csX4" fmla="*/ 70894 w 141308"/>
                  <a:gd name="csY4" fmla="*/ 166 h 141488"/>
                  <a:gd name="csX5" fmla="*/ 20934 w 141308"/>
                  <a:gd name="csY5" fmla="*/ 20886 h 141488"/>
                  <a:gd name="csX6" fmla="*/ 240 w 141308"/>
                  <a:gd name="csY6" fmla="*/ 70910 h 141488"/>
                  <a:gd name="csX7" fmla="*/ 20934 w 141308"/>
                  <a:gd name="csY7" fmla="*/ 120934 h 141488"/>
                  <a:gd name="csX8" fmla="*/ 70894 w 141308"/>
                  <a:gd name="csY8" fmla="*/ 14165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4" y="141654"/>
                    </a:moveTo>
                    <a:cubicBezTo>
                      <a:pt x="89631" y="141654"/>
                      <a:pt x="107604" y="134200"/>
                      <a:pt x="120854" y="120934"/>
                    </a:cubicBezTo>
                    <a:cubicBezTo>
                      <a:pt x="134103" y="107667"/>
                      <a:pt x="141548" y="89672"/>
                      <a:pt x="141548" y="70910"/>
                    </a:cubicBezTo>
                    <a:cubicBezTo>
                      <a:pt x="141548" y="52148"/>
                      <a:pt x="134103" y="34153"/>
                      <a:pt x="120854" y="20886"/>
                    </a:cubicBezTo>
                    <a:cubicBezTo>
                      <a:pt x="107604" y="7620"/>
                      <a:pt x="89631" y="166"/>
                      <a:pt x="70894" y="166"/>
                    </a:cubicBezTo>
                    <a:cubicBezTo>
                      <a:pt x="52156" y="166"/>
                      <a:pt x="34183" y="7620"/>
                      <a:pt x="20934" y="20886"/>
                    </a:cubicBezTo>
                    <a:cubicBezTo>
                      <a:pt x="7684" y="34153"/>
                      <a:pt x="240" y="52148"/>
                      <a:pt x="240" y="70910"/>
                    </a:cubicBezTo>
                    <a:cubicBezTo>
                      <a:pt x="240" y="89672"/>
                      <a:pt x="7684" y="107667"/>
                      <a:pt x="20934" y="120934"/>
                    </a:cubicBezTo>
                    <a:cubicBezTo>
                      <a:pt x="34183" y="134200"/>
                      <a:pt x="52156" y="141654"/>
                      <a:pt x="70894" y="141654"/>
                    </a:cubicBezTo>
                    <a:close/>
                  </a:path>
                </a:pathLst>
              </a:custGeom>
              <a:solidFill>
                <a:srgbClr val="306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6" name="任意多边形: 形状 1765"/>
              <p:cNvSpPr/>
              <p:nvPr/>
            </p:nvSpPr>
            <p:spPr>
              <a:xfrm>
                <a:off x="15824789" y="19531443"/>
                <a:ext cx="223200" cy="223200"/>
              </a:xfrm>
              <a:custGeom>
                <a:avLst/>
                <a:gdLst>
                  <a:gd name="csX0" fmla="*/ 70928 w 141308"/>
                  <a:gd name="csY0" fmla="*/ 141682 h 141488"/>
                  <a:gd name="csX1" fmla="*/ 120888 w 141308"/>
                  <a:gd name="csY1" fmla="*/ 120962 h 141488"/>
                  <a:gd name="csX2" fmla="*/ 141582 w 141308"/>
                  <a:gd name="csY2" fmla="*/ 70938 h 141488"/>
                  <a:gd name="csX3" fmla="*/ 120888 w 141308"/>
                  <a:gd name="csY3" fmla="*/ 20914 h 141488"/>
                  <a:gd name="csX4" fmla="*/ 70928 w 141308"/>
                  <a:gd name="csY4" fmla="*/ 194 h 141488"/>
                  <a:gd name="csX5" fmla="*/ 20968 w 141308"/>
                  <a:gd name="csY5" fmla="*/ 20914 h 141488"/>
                  <a:gd name="csX6" fmla="*/ 274 w 141308"/>
                  <a:gd name="csY6" fmla="*/ 70938 h 141488"/>
                  <a:gd name="csX7" fmla="*/ 20968 w 141308"/>
                  <a:gd name="csY7" fmla="*/ 120962 h 141488"/>
                  <a:gd name="csX8" fmla="*/ 70928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28" y="141682"/>
                    </a:moveTo>
                    <a:cubicBezTo>
                      <a:pt x="89665" y="141682"/>
                      <a:pt x="107638" y="134228"/>
                      <a:pt x="120888" y="120962"/>
                    </a:cubicBezTo>
                    <a:cubicBezTo>
                      <a:pt x="134137" y="107695"/>
                      <a:pt x="141582" y="89700"/>
                      <a:pt x="141582" y="70938"/>
                    </a:cubicBezTo>
                    <a:cubicBezTo>
                      <a:pt x="141582" y="52176"/>
                      <a:pt x="134137" y="34181"/>
                      <a:pt x="120888" y="20914"/>
                    </a:cubicBezTo>
                    <a:cubicBezTo>
                      <a:pt x="107638" y="7648"/>
                      <a:pt x="89665" y="194"/>
                      <a:pt x="70928" y="194"/>
                    </a:cubicBezTo>
                    <a:cubicBezTo>
                      <a:pt x="52190" y="194"/>
                      <a:pt x="34217" y="7648"/>
                      <a:pt x="20968" y="20914"/>
                    </a:cubicBezTo>
                    <a:cubicBezTo>
                      <a:pt x="7718" y="34181"/>
                      <a:pt x="274" y="52176"/>
                      <a:pt x="274" y="70938"/>
                    </a:cubicBezTo>
                    <a:cubicBezTo>
                      <a:pt x="274" y="89700"/>
                      <a:pt x="7718" y="107695"/>
                      <a:pt x="20968" y="120962"/>
                    </a:cubicBezTo>
                    <a:cubicBezTo>
                      <a:pt x="34217" y="134228"/>
                      <a:pt x="52190" y="141682"/>
                      <a:pt x="70928" y="141682"/>
                    </a:cubicBezTo>
                    <a:close/>
                  </a:path>
                </a:pathLst>
              </a:custGeom>
              <a:solidFill>
                <a:srgbClr val="1F94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7" name="任意多边形: 形状 1766"/>
              <p:cNvSpPr/>
              <p:nvPr/>
            </p:nvSpPr>
            <p:spPr>
              <a:xfrm>
                <a:off x="14479145" y="19093832"/>
                <a:ext cx="223200" cy="223200"/>
              </a:xfrm>
              <a:custGeom>
                <a:avLst/>
                <a:gdLst>
                  <a:gd name="csX0" fmla="*/ 70883 w 141308"/>
                  <a:gd name="csY0" fmla="*/ 141668 h 141488"/>
                  <a:gd name="csX1" fmla="*/ 120843 w 141308"/>
                  <a:gd name="csY1" fmla="*/ 120947 h 141488"/>
                  <a:gd name="csX2" fmla="*/ 141537 w 141308"/>
                  <a:gd name="csY2" fmla="*/ 70923 h 141488"/>
                  <a:gd name="csX3" fmla="*/ 120843 w 141308"/>
                  <a:gd name="csY3" fmla="*/ 20900 h 141488"/>
                  <a:gd name="csX4" fmla="*/ 70883 w 141308"/>
                  <a:gd name="csY4" fmla="*/ 179 h 141488"/>
                  <a:gd name="csX5" fmla="*/ 20923 w 141308"/>
                  <a:gd name="csY5" fmla="*/ 20900 h 141488"/>
                  <a:gd name="csX6" fmla="*/ 229 w 141308"/>
                  <a:gd name="csY6" fmla="*/ 70923 h 141488"/>
                  <a:gd name="csX7" fmla="*/ 20923 w 141308"/>
                  <a:gd name="csY7" fmla="*/ 120947 h 141488"/>
                  <a:gd name="csX8" fmla="*/ 70883 w 141308"/>
                  <a:gd name="csY8" fmla="*/ 14166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3" y="141668"/>
                    </a:moveTo>
                    <a:cubicBezTo>
                      <a:pt x="89621" y="141668"/>
                      <a:pt x="107593" y="134214"/>
                      <a:pt x="120843" y="120947"/>
                    </a:cubicBezTo>
                    <a:cubicBezTo>
                      <a:pt x="134093" y="107681"/>
                      <a:pt x="141537" y="89685"/>
                      <a:pt x="141537" y="70923"/>
                    </a:cubicBezTo>
                    <a:cubicBezTo>
                      <a:pt x="141537" y="52162"/>
                      <a:pt x="134093" y="34166"/>
                      <a:pt x="120843" y="20900"/>
                    </a:cubicBezTo>
                    <a:cubicBezTo>
                      <a:pt x="107593" y="7633"/>
                      <a:pt x="89621" y="179"/>
                      <a:pt x="70883" y="179"/>
                    </a:cubicBezTo>
                    <a:cubicBezTo>
                      <a:pt x="52145" y="179"/>
                      <a:pt x="34173" y="7633"/>
                      <a:pt x="20923" y="20900"/>
                    </a:cubicBezTo>
                    <a:cubicBezTo>
                      <a:pt x="7674" y="34166"/>
                      <a:pt x="229" y="52162"/>
                      <a:pt x="229" y="70923"/>
                    </a:cubicBezTo>
                    <a:cubicBezTo>
                      <a:pt x="229" y="89685"/>
                      <a:pt x="7674" y="107681"/>
                      <a:pt x="20923" y="120947"/>
                    </a:cubicBezTo>
                    <a:cubicBezTo>
                      <a:pt x="34173" y="134214"/>
                      <a:pt x="52145" y="141668"/>
                      <a:pt x="70883" y="141668"/>
                    </a:cubicBezTo>
                    <a:close/>
                  </a:path>
                </a:pathLst>
              </a:custGeom>
              <a:solidFill>
                <a:srgbClr val="3A54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8" name="任意多边形: 形状 1767"/>
              <p:cNvSpPr/>
              <p:nvPr/>
            </p:nvSpPr>
            <p:spPr>
              <a:xfrm>
                <a:off x="13574430" y="18798728"/>
                <a:ext cx="223200" cy="223200"/>
              </a:xfrm>
              <a:custGeom>
                <a:avLst/>
                <a:gdLst>
                  <a:gd name="csX0" fmla="*/ 70853 w 141308"/>
                  <a:gd name="csY0" fmla="*/ 141658 h 141488"/>
                  <a:gd name="csX1" fmla="*/ 120813 w 141308"/>
                  <a:gd name="csY1" fmla="*/ 120937 h 141488"/>
                  <a:gd name="csX2" fmla="*/ 141507 w 141308"/>
                  <a:gd name="csY2" fmla="*/ 70914 h 141488"/>
                  <a:gd name="csX3" fmla="*/ 120813 w 141308"/>
                  <a:gd name="csY3" fmla="*/ 20890 h 141488"/>
                  <a:gd name="csX4" fmla="*/ 70853 w 141308"/>
                  <a:gd name="csY4" fmla="*/ 169 h 141488"/>
                  <a:gd name="csX5" fmla="*/ 20893 w 141308"/>
                  <a:gd name="csY5" fmla="*/ 20890 h 141488"/>
                  <a:gd name="csX6" fmla="*/ 199 w 141308"/>
                  <a:gd name="csY6" fmla="*/ 70914 h 141488"/>
                  <a:gd name="csX7" fmla="*/ 20893 w 141308"/>
                  <a:gd name="csY7" fmla="*/ 120937 h 141488"/>
                  <a:gd name="csX8" fmla="*/ 70853 w 141308"/>
                  <a:gd name="csY8" fmla="*/ 14165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3" y="141658"/>
                    </a:moveTo>
                    <a:cubicBezTo>
                      <a:pt x="89591" y="141658"/>
                      <a:pt x="107564" y="134204"/>
                      <a:pt x="120813" y="120937"/>
                    </a:cubicBezTo>
                    <a:cubicBezTo>
                      <a:pt x="134063" y="107671"/>
                      <a:pt x="141507" y="89675"/>
                      <a:pt x="141507" y="70914"/>
                    </a:cubicBezTo>
                    <a:cubicBezTo>
                      <a:pt x="141507" y="52152"/>
                      <a:pt x="134063" y="34156"/>
                      <a:pt x="120813" y="20890"/>
                    </a:cubicBezTo>
                    <a:cubicBezTo>
                      <a:pt x="107564" y="7624"/>
                      <a:pt x="89591" y="169"/>
                      <a:pt x="70853" y="169"/>
                    </a:cubicBezTo>
                    <a:cubicBezTo>
                      <a:pt x="52115" y="169"/>
                      <a:pt x="34143" y="7624"/>
                      <a:pt x="20893" y="20890"/>
                    </a:cubicBezTo>
                    <a:cubicBezTo>
                      <a:pt x="7644" y="34156"/>
                      <a:pt x="199" y="52152"/>
                      <a:pt x="199" y="70914"/>
                    </a:cubicBezTo>
                    <a:cubicBezTo>
                      <a:pt x="199" y="89675"/>
                      <a:pt x="7644" y="107671"/>
                      <a:pt x="20893" y="120937"/>
                    </a:cubicBezTo>
                    <a:cubicBezTo>
                      <a:pt x="34143" y="134204"/>
                      <a:pt x="52115" y="141658"/>
                      <a:pt x="70853" y="141658"/>
                    </a:cubicBezTo>
                    <a:close/>
                  </a:path>
                </a:pathLst>
              </a:custGeom>
              <a:solidFill>
                <a:srgbClr val="4142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69" name="任意多边形: 形状 1768"/>
              <p:cNvSpPr/>
              <p:nvPr/>
            </p:nvSpPr>
            <p:spPr>
              <a:xfrm>
                <a:off x="15026984" y="17515290"/>
                <a:ext cx="223200" cy="223200"/>
              </a:xfrm>
              <a:custGeom>
                <a:avLst/>
                <a:gdLst>
                  <a:gd name="csX0" fmla="*/ 70901 w 141308"/>
                  <a:gd name="csY0" fmla="*/ 141616 h 141488"/>
                  <a:gd name="csX1" fmla="*/ 120861 w 141308"/>
                  <a:gd name="csY1" fmla="*/ 120895 h 141488"/>
                  <a:gd name="csX2" fmla="*/ 141555 w 141308"/>
                  <a:gd name="csY2" fmla="*/ 70871 h 141488"/>
                  <a:gd name="csX3" fmla="*/ 120861 w 141308"/>
                  <a:gd name="csY3" fmla="*/ 20848 h 141488"/>
                  <a:gd name="csX4" fmla="*/ 70901 w 141308"/>
                  <a:gd name="csY4" fmla="*/ 127 h 141488"/>
                  <a:gd name="csX5" fmla="*/ 20941 w 141308"/>
                  <a:gd name="csY5" fmla="*/ 20848 h 141488"/>
                  <a:gd name="csX6" fmla="*/ 247 w 141308"/>
                  <a:gd name="csY6" fmla="*/ 70871 h 141488"/>
                  <a:gd name="csX7" fmla="*/ 20941 w 141308"/>
                  <a:gd name="csY7" fmla="*/ 120895 h 141488"/>
                  <a:gd name="csX8" fmla="*/ 70901 w 141308"/>
                  <a:gd name="csY8" fmla="*/ 14161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01" y="141616"/>
                    </a:moveTo>
                    <a:cubicBezTo>
                      <a:pt x="89639" y="141616"/>
                      <a:pt x="107612" y="134161"/>
                      <a:pt x="120861" y="120895"/>
                    </a:cubicBezTo>
                    <a:cubicBezTo>
                      <a:pt x="134111" y="107629"/>
                      <a:pt x="141555" y="89633"/>
                      <a:pt x="141555" y="70871"/>
                    </a:cubicBezTo>
                    <a:cubicBezTo>
                      <a:pt x="141555" y="52110"/>
                      <a:pt x="134111" y="34114"/>
                      <a:pt x="120861" y="20848"/>
                    </a:cubicBezTo>
                    <a:cubicBezTo>
                      <a:pt x="107612" y="7581"/>
                      <a:pt x="89639" y="127"/>
                      <a:pt x="70901" y="127"/>
                    </a:cubicBezTo>
                    <a:cubicBezTo>
                      <a:pt x="52164" y="127"/>
                      <a:pt x="34191" y="7581"/>
                      <a:pt x="20941" y="20848"/>
                    </a:cubicBezTo>
                    <a:cubicBezTo>
                      <a:pt x="7692" y="34114"/>
                      <a:pt x="247" y="52110"/>
                      <a:pt x="247" y="70871"/>
                    </a:cubicBezTo>
                    <a:cubicBezTo>
                      <a:pt x="247" y="89633"/>
                      <a:pt x="7692" y="107629"/>
                      <a:pt x="20941" y="120895"/>
                    </a:cubicBezTo>
                    <a:cubicBezTo>
                      <a:pt x="34191" y="134161"/>
                      <a:pt x="52164" y="141616"/>
                      <a:pt x="70901" y="141616"/>
                    </a:cubicBezTo>
                    <a:close/>
                  </a:path>
                </a:pathLst>
              </a:custGeom>
              <a:solidFill>
                <a:srgbClr val="1F9F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0" name="任意多边形: 形状 1769"/>
              <p:cNvSpPr/>
              <p:nvPr/>
            </p:nvSpPr>
            <p:spPr>
              <a:xfrm>
                <a:off x="14014550" y="18139693"/>
                <a:ext cx="223200" cy="223200"/>
              </a:xfrm>
              <a:custGeom>
                <a:avLst/>
                <a:gdLst>
                  <a:gd name="csX0" fmla="*/ 70868 w 141308"/>
                  <a:gd name="csY0" fmla="*/ 141636 h 141488"/>
                  <a:gd name="csX1" fmla="*/ 120828 w 141308"/>
                  <a:gd name="csY1" fmla="*/ 120916 h 141488"/>
                  <a:gd name="csX2" fmla="*/ 141522 w 141308"/>
                  <a:gd name="csY2" fmla="*/ 70892 h 141488"/>
                  <a:gd name="csX3" fmla="*/ 120828 w 141308"/>
                  <a:gd name="csY3" fmla="*/ 20868 h 141488"/>
                  <a:gd name="csX4" fmla="*/ 70868 w 141308"/>
                  <a:gd name="csY4" fmla="*/ 148 h 141488"/>
                  <a:gd name="csX5" fmla="*/ 20908 w 141308"/>
                  <a:gd name="csY5" fmla="*/ 20868 h 141488"/>
                  <a:gd name="csX6" fmla="*/ 214 w 141308"/>
                  <a:gd name="csY6" fmla="*/ 70892 h 141488"/>
                  <a:gd name="csX7" fmla="*/ 20908 w 141308"/>
                  <a:gd name="csY7" fmla="*/ 120916 h 141488"/>
                  <a:gd name="csX8" fmla="*/ 70868 w 141308"/>
                  <a:gd name="csY8" fmla="*/ 14163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8" y="141636"/>
                    </a:moveTo>
                    <a:cubicBezTo>
                      <a:pt x="89605" y="141636"/>
                      <a:pt x="107578" y="134182"/>
                      <a:pt x="120828" y="120916"/>
                    </a:cubicBezTo>
                    <a:cubicBezTo>
                      <a:pt x="134077" y="107649"/>
                      <a:pt x="141522" y="89654"/>
                      <a:pt x="141522" y="70892"/>
                    </a:cubicBezTo>
                    <a:cubicBezTo>
                      <a:pt x="141522" y="52130"/>
                      <a:pt x="134077" y="34135"/>
                      <a:pt x="120828" y="20868"/>
                    </a:cubicBezTo>
                    <a:cubicBezTo>
                      <a:pt x="107578" y="7602"/>
                      <a:pt x="89605" y="148"/>
                      <a:pt x="70868" y="148"/>
                    </a:cubicBezTo>
                    <a:cubicBezTo>
                      <a:pt x="52130" y="148"/>
                      <a:pt x="34157" y="7602"/>
                      <a:pt x="20908" y="20868"/>
                    </a:cubicBezTo>
                    <a:cubicBezTo>
                      <a:pt x="7658" y="34135"/>
                      <a:pt x="214" y="52130"/>
                      <a:pt x="214" y="70892"/>
                    </a:cubicBezTo>
                    <a:cubicBezTo>
                      <a:pt x="214" y="89654"/>
                      <a:pt x="7658" y="107649"/>
                      <a:pt x="20908" y="120916"/>
                    </a:cubicBezTo>
                    <a:cubicBezTo>
                      <a:pt x="34157" y="134182"/>
                      <a:pt x="52130" y="141636"/>
                      <a:pt x="70868" y="141636"/>
                    </a:cubicBezTo>
                    <a:close/>
                  </a:path>
                </a:pathLst>
              </a:custGeom>
              <a:solidFill>
                <a:srgbClr val="316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1" name="任意多边形: 形状 1770"/>
              <p:cNvSpPr/>
              <p:nvPr/>
            </p:nvSpPr>
            <p:spPr>
              <a:xfrm>
                <a:off x="14909729" y="19669321"/>
                <a:ext cx="223200" cy="223200"/>
              </a:xfrm>
              <a:custGeom>
                <a:avLst/>
                <a:gdLst>
                  <a:gd name="csX0" fmla="*/ 70897 w 141308"/>
                  <a:gd name="csY0" fmla="*/ 141687 h 141488"/>
                  <a:gd name="csX1" fmla="*/ 120857 w 141308"/>
                  <a:gd name="csY1" fmla="*/ 120966 h 141488"/>
                  <a:gd name="csX2" fmla="*/ 141551 w 141308"/>
                  <a:gd name="csY2" fmla="*/ 70943 h 141488"/>
                  <a:gd name="csX3" fmla="*/ 120857 w 141308"/>
                  <a:gd name="csY3" fmla="*/ 20919 h 141488"/>
                  <a:gd name="csX4" fmla="*/ 70897 w 141308"/>
                  <a:gd name="csY4" fmla="*/ 198 h 141488"/>
                  <a:gd name="csX5" fmla="*/ 20937 w 141308"/>
                  <a:gd name="csY5" fmla="*/ 20919 h 141488"/>
                  <a:gd name="csX6" fmla="*/ 243 w 141308"/>
                  <a:gd name="csY6" fmla="*/ 70943 h 141488"/>
                  <a:gd name="csX7" fmla="*/ 20937 w 141308"/>
                  <a:gd name="csY7" fmla="*/ 120966 h 141488"/>
                  <a:gd name="csX8" fmla="*/ 70897 w 141308"/>
                  <a:gd name="csY8" fmla="*/ 14168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7" y="141687"/>
                    </a:moveTo>
                    <a:cubicBezTo>
                      <a:pt x="89635" y="141687"/>
                      <a:pt x="107608" y="134233"/>
                      <a:pt x="120857" y="120966"/>
                    </a:cubicBezTo>
                    <a:cubicBezTo>
                      <a:pt x="134107" y="107700"/>
                      <a:pt x="141551" y="89704"/>
                      <a:pt x="141551" y="70943"/>
                    </a:cubicBezTo>
                    <a:cubicBezTo>
                      <a:pt x="141551" y="52181"/>
                      <a:pt x="134107" y="34185"/>
                      <a:pt x="120857" y="20919"/>
                    </a:cubicBezTo>
                    <a:cubicBezTo>
                      <a:pt x="107608" y="7652"/>
                      <a:pt x="89635" y="198"/>
                      <a:pt x="70897" y="198"/>
                    </a:cubicBezTo>
                    <a:cubicBezTo>
                      <a:pt x="52160" y="198"/>
                      <a:pt x="34187" y="7652"/>
                      <a:pt x="20937" y="20919"/>
                    </a:cubicBezTo>
                    <a:cubicBezTo>
                      <a:pt x="7688" y="34185"/>
                      <a:pt x="243" y="52181"/>
                      <a:pt x="243" y="70943"/>
                    </a:cubicBezTo>
                    <a:cubicBezTo>
                      <a:pt x="243" y="89704"/>
                      <a:pt x="7688" y="107700"/>
                      <a:pt x="20937" y="120966"/>
                    </a:cubicBezTo>
                    <a:cubicBezTo>
                      <a:pt x="34187" y="134233"/>
                      <a:pt x="52160" y="141687"/>
                      <a:pt x="70897" y="141687"/>
                    </a:cubicBezTo>
                    <a:close/>
                  </a:path>
                </a:pathLst>
              </a:custGeom>
              <a:solidFill>
                <a:srgbClr val="306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2" name="任意多边形: 形状 1771"/>
              <p:cNvSpPr/>
              <p:nvPr/>
            </p:nvSpPr>
            <p:spPr>
              <a:xfrm>
                <a:off x="14946598" y="19258438"/>
                <a:ext cx="223200" cy="223200"/>
              </a:xfrm>
              <a:custGeom>
                <a:avLst/>
                <a:gdLst>
                  <a:gd name="csX0" fmla="*/ 70899 w 141308"/>
                  <a:gd name="csY0" fmla="*/ 141673 h 141488"/>
                  <a:gd name="csX1" fmla="*/ 120858 w 141308"/>
                  <a:gd name="csY1" fmla="*/ 120953 h 141488"/>
                  <a:gd name="csX2" fmla="*/ 141553 w 141308"/>
                  <a:gd name="csY2" fmla="*/ 70929 h 141488"/>
                  <a:gd name="csX3" fmla="*/ 120858 w 141308"/>
                  <a:gd name="csY3" fmla="*/ 20905 h 141488"/>
                  <a:gd name="csX4" fmla="*/ 70899 w 141308"/>
                  <a:gd name="csY4" fmla="*/ 185 h 141488"/>
                  <a:gd name="csX5" fmla="*/ 20939 w 141308"/>
                  <a:gd name="csY5" fmla="*/ 20905 h 141488"/>
                  <a:gd name="csX6" fmla="*/ 245 w 141308"/>
                  <a:gd name="csY6" fmla="*/ 70929 h 141488"/>
                  <a:gd name="csX7" fmla="*/ 20939 w 141308"/>
                  <a:gd name="csY7" fmla="*/ 120953 h 141488"/>
                  <a:gd name="csX8" fmla="*/ 70899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9" y="141673"/>
                    </a:moveTo>
                    <a:cubicBezTo>
                      <a:pt x="89636" y="141673"/>
                      <a:pt x="107609" y="134219"/>
                      <a:pt x="120858" y="120953"/>
                    </a:cubicBezTo>
                    <a:cubicBezTo>
                      <a:pt x="134108" y="107686"/>
                      <a:pt x="141553" y="89691"/>
                      <a:pt x="141553" y="70929"/>
                    </a:cubicBezTo>
                    <a:cubicBezTo>
                      <a:pt x="141553" y="52167"/>
                      <a:pt x="134108" y="34172"/>
                      <a:pt x="120858" y="20905"/>
                    </a:cubicBezTo>
                    <a:cubicBezTo>
                      <a:pt x="107609" y="7639"/>
                      <a:pt x="89636" y="185"/>
                      <a:pt x="70899" y="185"/>
                    </a:cubicBezTo>
                    <a:cubicBezTo>
                      <a:pt x="52161" y="185"/>
                      <a:pt x="34188" y="7639"/>
                      <a:pt x="20939" y="20905"/>
                    </a:cubicBezTo>
                    <a:cubicBezTo>
                      <a:pt x="7689" y="34172"/>
                      <a:pt x="245" y="52167"/>
                      <a:pt x="245" y="70929"/>
                    </a:cubicBezTo>
                    <a:cubicBezTo>
                      <a:pt x="245" y="89691"/>
                      <a:pt x="7689" y="107686"/>
                      <a:pt x="20939" y="120953"/>
                    </a:cubicBezTo>
                    <a:cubicBezTo>
                      <a:pt x="34188" y="134219"/>
                      <a:pt x="52161" y="141673"/>
                      <a:pt x="70899" y="141673"/>
                    </a:cubicBezTo>
                    <a:close/>
                  </a:path>
                </a:pathLst>
              </a:custGeom>
              <a:solidFill>
                <a:srgbClr val="316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3" name="任意多边形: 形状 1772"/>
              <p:cNvSpPr/>
              <p:nvPr/>
            </p:nvSpPr>
            <p:spPr>
              <a:xfrm>
                <a:off x="13583684" y="19086302"/>
                <a:ext cx="223200" cy="223200"/>
              </a:xfrm>
              <a:custGeom>
                <a:avLst/>
                <a:gdLst>
                  <a:gd name="csX0" fmla="*/ 70853 w 141308"/>
                  <a:gd name="csY0" fmla="*/ 141667 h 141488"/>
                  <a:gd name="csX1" fmla="*/ 120813 w 141308"/>
                  <a:gd name="csY1" fmla="*/ 120947 h 141488"/>
                  <a:gd name="csX2" fmla="*/ 141507 w 141308"/>
                  <a:gd name="csY2" fmla="*/ 70923 h 141488"/>
                  <a:gd name="csX3" fmla="*/ 120813 w 141308"/>
                  <a:gd name="csY3" fmla="*/ 20900 h 141488"/>
                  <a:gd name="csX4" fmla="*/ 70853 w 141308"/>
                  <a:gd name="csY4" fmla="*/ 179 h 141488"/>
                  <a:gd name="csX5" fmla="*/ 20894 w 141308"/>
                  <a:gd name="csY5" fmla="*/ 20900 h 141488"/>
                  <a:gd name="csX6" fmla="*/ 199 w 141308"/>
                  <a:gd name="csY6" fmla="*/ 70923 h 141488"/>
                  <a:gd name="csX7" fmla="*/ 20894 w 141308"/>
                  <a:gd name="csY7" fmla="*/ 120947 h 141488"/>
                  <a:gd name="csX8" fmla="*/ 70853 w 141308"/>
                  <a:gd name="csY8" fmla="*/ 14166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3" y="141667"/>
                    </a:moveTo>
                    <a:cubicBezTo>
                      <a:pt x="89591" y="141667"/>
                      <a:pt x="107564" y="134213"/>
                      <a:pt x="120813" y="120947"/>
                    </a:cubicBezTo>
                    <a:cubicBezTo>
                      <a:pt x="134063" y="107681"/>
                      <a:pt x="141507" y="89685"/>
                      <a:pt x="141507" y="70923"/>
                    </a:cubicBezTo>
                    <a:cubicBezTo>
                      <a:pt x="141507" y="52162"/>
                      <a:pt x="134063" y="34166"/>
                      <a:pt x="120813" y="20900"/>
                    </a:cubicBezTo>
                    <a:cubicBezTo>
                      <a:pt x="107564" y="7633"/>
                      <a:pt x="89591" y="179"/>
                      <a:pt x="70853" y="179"/>
                    </a:cubicBezTo>
                    <a:cubicBezTo>
                      <a:pt x="52116" y="179"/>
                      <a:pt x="34143" y="7633"/>
                      <a:pt x="20894" y="20900"/>
                    </a:cubicBezTo>
                    <a:cubicBezTo>
                      <a:pt x="7644" y="34166"/>
                      <a:pt x="199" y="52162"/>
                      <a:pt x="199" y="70923"/>
                    </a:cubicBezTo>
                    <a:cubicBezTo>
                      <a:pt x="199" y="89685"/>
                      <a:pt x="7644" y="107681"/>
                      <a:pt x="20894" y="120947"/>
                    </a:cubicBezTo>
                    <a:cubicBezTo>
                      <a:pt x="34143" y="134213"/>
                      <a:pt x="52116" y="141667"/>
                      <a:pt x="70853" y="141667"/>
                    </a:cubicBezTo>
                    <a:close/>
                  </a:path>
                </a:pathLst>
              </a:custGeom>
              <a:solidFill>
                <a:srgbClr val="4633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4" name="任意多边形: 形状 1773"/>
              <p:cNvSpPr/>
              <p:nvPr/>
            </p:nvSpPr>
            <p:spPr>
              <a:xfrm>
                <a:off x="14224749" y="19279149"/>
                <a:ext cx="223200" cy="223200"/>
              </a:xfrm>
              <a:custGeom>
                <a:avLst/>
                <a:gdLst>
                  <a:gd name="csX0" fmla="*/ 70875 w 141308"/>
                  <a:gd name="csY0" fmla="*/ 141674 h 141488"/>
                  <a:gd name="csX1" fmla="*/ 120835 w 141308"/>
                  <a:gd name="csY1" fmla="*/ 120953 h 141488"/>
                  <a:gd name="csX2" fmla="*/ 141529 w 141308"/>
                  <a:gd name="csY2" fmla="*/ 70930 h 141488"/>
                  <a:gd name="csX3" fmla="*/ 120835 w 141308"/>
                  <a:gd name="csY3" fmla="*/ 20906 h 141488"/>
                  <a:gd name="csX4" fmla="*/ 70875 w 141308"/>
                  <a:gd name="csY4" fmla="*/ 185 h 141488"/>
                  <a:gd name="csX5" fmla="*/ 20915 w 141308"/>
                  <a:gd name="csY5" fmla="*/ 20906 h 141488"/>
                  <a:gd name="csX6" fmla="*/ 221 w 141308"/>
                  <a:gd name="csY6" fmla="*/ 70930 h 141488"/>
                  <a:gd name="csX7" fmla="*/ 20915 w 141308"/>
                  <a:gd name="csY7" fmla="*/ 120953 h 141488"/>
                  <a:gd name="csX8" fmla="*/ 70875 w 141308"/>
                  <a:gd name="csY8" fmla="*/ 14167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5" y="141674"/>
                    </a:moveTo>
                    <a:cubicBezTo>
                      <a:pt x="89612" y="141674"/>
                      <a:pt x="107585" y="134220"/>
                      <a:pt x="120835" y="120953"/>
                    </a:cubicBezTo>
                    <a:cubicBezTo>
                      <a:pt x="134084" y="107687"/>
                      <a:pt x="141529" y="89691"/>
                      <a:pt x="141529" y="70930"/>
                    </a:cubicBezTo>
                    <a:cubicBezTo>
                      <a:pt x="141529" y="52168"/>
                      <a:pt x="134084" y="34172"/>
                      <a:pt x="120835" y="20906"/>
                    </a:cubicBezTo>
                    <a:cubicBezTo>
                      <a:pt x="107585" y="7639"/>
                      <a:pt x="89612" y="185"/>
                      <a:pt x="70875" y="185"/>
                    </a:cubicBezTo>
                    <a:cubicBezTo>
                      <a:pt x="52137" y="185"/>
                      <a:pt x="34164" y="7639"/>
                      <a:pt x="20915" y="20906"/>
                    </a:cubicBezTo>
                    <a:cubicBezTo>
                      <a:pt x="7665" y="34172"/>
                      <a:pt x="221" y="52168"/>
                      <a:pt x="221" y="70930"/>
                    </a:cubicBezTo>
                    <a:cubicBezTo>
                      <a:pt x="221" y="89691"/>
                      <a:pt x="7665" y="107687"/>
                      <a:pt x="20915" y="120953"/>
                    </a:cubicBezTo>
                    <a:cubicBezTo>
                      <a:pt x="34164" y="134220"/>
                      <a:pt x="52137" y="141674"/>
                      <a:pt x="70875" y="141674"/>
                    </a:cubicBezTo>
                    <a:close/>
                  </a:path>
                </a:pathLst>
              </a:custGeom>
              <a:solidFill>
                <a:srgbClr val="4241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5" name="任意多边形: 形状 1774"/>
              <p:cNvSpPr/>
              <p:nvPr/>
            </p:nvSpPr>
            <p:spPr>
              <a:xfrm>
                <a:off x="12905085" y="20432610"/>
                <a:ext cx="223200" cy="223200"/>
              </a:xfrm>
              <a:custGeom>
                <a:avLst/>
                <a:gdLst>
                  <a:gd name="csX0" fmla="*/ 70831 w 141308"/>
                  <a:gd name="csY0" fmla="*/ 141712 h 141488"/>
                  <a:gd name="csX1" fmla="*/ 120791 w 141308"/>
                  <a:gd name="csY1" fmla="*/ 120991 h 141488"/>
                  <a:gd name="csX2" fmla="*/ 141485 w 141308"/>
                  <a:gd name="csY2" fmla="*/ 70968 h 141488"/>
                  <a:gd name="csX3" fmla="*/ 120791 w 141308"/>
                  <a:gd name="csY3" fmla="*/ 20944 h 141488"/>
                  <a:gd name="csX4" fmla="*/ 70831 w 141308"/>
                  <a:gd name="csY4" fmla="*/ 224 h 141488"/>
                  <a:gd name="csX5" fmla="*/ 20871 w 141308"/>
                  <a:gd name="csY5" fmla="*/ 20944 h 141488"/>
                  <a:gd name="csX6" fmla="*/ 177 w 141308"/>
                  <a:gd name="csY6" fmla="*/ 70968 h 141488"/>
                  <a:gd name="csX7" fmla="*/ 20871 w 141308"/>
                  <a:gd name="csY7" fmla="*/ 120991 h 141488"/>
                  <a:gd name="csX8" fmla="*/ 70831 w 141308"/>
                  <a:gd name="csY8" fmla="*/ 14171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1" y="141712"/>
                    </a:moveTo>
                    <a:cubicBezTo>
                      <a:pt x="89569" y="141712"/>
                      <a:pt x="107541" y="134258"/>
                      <a:pt x="120791" y="120991"/>
                    </a:cubicBezTo>
                    <a:cubicBezTo>
                      <a:pt x="134040" y="107725"/>
                      <a:pt x="141485" y="89729"/>
                      <a:pt x="141485" y="70968"/>
                    </a:cubicBezTo>
                    <a:cubicBezTo>
                      <a:pt x="141485" y="52206"/>
                      <a:pt x="134040" y="34210"/>
                      <a:pt x="120791" y="20944"/>
                    </a:cubicBezTo>
                    <a:cubicBezTo>
                      <a:pt x="107541" y="7678"/>
                      <a:pt x="89569" y="224"/>
                      <a:pt x="70831" y="224"/>
                    </a:cubicBezTo>
                    <a:cubicBezTo>
                      <a:pt x="52093" y="224"/>
                      <a:pt x="34121" y="7678"/>
                      <a:pt x="20871" y="20944"/>
                    </a:cubicBezTo>
                    <a:cubicBezTo>
                      <a:pt x="7622" y="34210"/>
                      <a:pt x="177" y="52206"/>
                      <a:pt x="177" y="70968"/>
                    </a:cubicBezTo>
                    <a:cubicBezTo>
                      <a:pt x="177" y="89729"/>
                      <a:pt x="7622" y="107725"/>
                      <a:pt x="20871" y="120991"/>
                    </a:cubicBezTo>
                    <a:cubicBezTo>
                      <a:pt x="34121" y="134258"/>
                      <a:pt x="52093" y="141712"/>
                      <a:pt x="70831" y="141712"/>
                    </a:cubicBezTo>
                    <a:close/>
                  </a:path>
                </a:pathLst>
              </a:custGeom>
              <a:solidFill>
                <a:srgbClr val="2D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6" name="任意多边形: 形状 1775"/>
              <p:cNvSpPr/>
              <p:nvPr/>
            </p:nvSpPr>
            <p:spPr>
              <a:xfrm>
                <a:off x="13366045" y="18983221"/>
                <a:ext cx="223200" cy="223200"/>
              </a:xfrm>
              <a:custGeom>
                <a:avLst/>
                <a:gdLst>
                  <a:gd name="csX0" fmla="*/ 70846 w 141308"/>
                  <a:gd name="csY0" fmla="*/ 141664 h 141488"/>
                  <a:gd name="csX1" fmla="*/ 120806 w 141308"/>
                  <a:gd name="csY1" fmla="*/ 120944 h 141488"/>
                  <a:gd name="csX2" fmla="*/ 141500 w 141308"/>
                  <a:gd name="csY2" fmla="*/ 70920 h 141488"/>
                  <a:gd name="csX3" fmla="*/ 120806 w 141308"/>
                  <a:gd name="csY3" fmla="*/ 20896 h 141488"/>
                  <a:gd name="csX4" fmla="*/ 70846 w 141308"/>
                  <a:gd name="csY4" fmla="*/ 176 h 141488"/>
                  <a:gd name="csX5" fmla="*/ 20886 w 141308"/>
                  <a:gd name="csY5" fmla="*/ 20896 h 141488"/>
                  <a:gd name="csX6" fmla="*/ 192 w 141308"/>
                  <a:gd name="csY6" fmla="*/ 70920 h 141488"/>
                  <a:gd name="csX7" fmla="*/ 20886 w 141308"/>
                  <a:gd name="csY7" fmla="*/ 120944 h 141488"/>
                  <a:gd name="csX8" fmla="*/ 70846 w 141308"/>
                  <a:gd name="csY8" fmla="*/ 14166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6" y="141664"/>
                    </a:moveTo>
                    <a:cubicBezTo>
                      <a:pt x="89584" y="141664"/>
                      <a:pt x="107557" y="134210"/>
                      <a:pt x="120806" y="120944"/>
                    </a:cubicBezTo>
                    <a:cubicBezTo>
                      <a:pt x="134056" y="107677"/>
                      <a:pt x="141500" y="89681"/>
                      <a:pt x="141500" y="70920"/>
                    </a:cubicBezTo>
                    <a:cubicBezTo>
                      <a:pt x="141500" y="52158"/>
                      <a:pt x="134056" y="34163"/>
                      <a:pt x="120806" y="20896"/>
                    </a:cubicBezTo>
                    <a:cubicBezTo>
                      <a:pt x="107557" y="7630"/>
                      <a:pt x="89584" y="176"/>
                      <a:pt x="70846" y="176"/>
                    </a:cubicBezTo>
                    <a:cubicBezTo>
                      <a:pt x="52109" y="176"/>
                      <a:pt x="34136" y="7630"/>
                      <a:pt x="20886" y="20896"/>
                    </a:cubicBezTo>
                    <a:cubicBezTo>
                      <a:pt x="7637" y="34163"/>
                      <a:pt x="192" y="52158"/>
                      <a:pt x="192" y="70920"/>
                    </a:cubicBezTo>
                    <a:cubicBezTo>
                      <a:pt x="192" y="89681"/>
                      <a:pt x="7637" y="107677"/>
                      <a:pt x="20886" y="120944"/>
                    </a:cubicBezTo>
                    <a:cubicBezTo>
                      <a:pt x="34136" y="134210"/>
                      <a:pt x="52109" y="141664"/>
                      <a:pt x="70846" y="141664"/>
                    </a:cubicBezTo>
                    <a:close/>
                  </a:path>
                </a:pathLst>
              </a:custGeom>
              <a:solidFill>
                <a:srgbClr val="46348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7" name="任意多边形: 形状 1776"/>
              <p:cNvSpPr/>
              <p:nvPr/>
            </p:nvSpPr>
            <p:spPr>
              <a:xfrm>
                <a:off x="13966626" y="19036331"/>
                <a:ext cx="223200" cy="223200"/>
              </a:xfrm>
              <a:custGeom>
                <a:avLst/>
                <a:gdLst>
                  <a:gd name="csX0" fmla="*/ 70866 w 141308"/>
                  <a:gd name="csY0" fmla="*/ 141666 h 141488"/>
                  <a:gd name="csX1" fmla="*/ 120826 w 141308"/>
                  <a:gd name="csY1" fmla="*/ 120945 h 141488"/>
                  <a:gd name="csX2" fmla="*/ 141520 w 141308"/>
                  <a:gd name="csY2" fmla="*/ 70922 h 141488"/>
                  <a:gd name="csX3" fmla="*/ 120826 w 141308"/>
                  <a:gd name="csY3" fmla="*/ 20898 h 141488"/>
                  <a:gd name="csX4" fmla="*/ 70866 w 141308"/>
                  <a:gd name="csY4" fmla="*/ 177 h 141488"/>
                  <a:gd name="csX5" fmla="*/ 20906 w 141308"/>
                  <a:gd name="csY5" fmla="*/ 20898 h 141488"/>
                  <a:gd name="csX6" fmla="*/ 212 w 141308"/>
                  <a:gd name="csY6" fmla="*/ 70922 h 141488"/>
                  <a:gd name="csX7" fmla="*/ 20906 w 141308"/>
                  <a:gd name="csY7" fmla="*/ 120945 h 141488"/>
                  <a:gd name="csX8" fmla="*/ 70866 w 141308"/>
                  <a:gd name="csY8" fmla="*/ 14166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6" y="141666"/>
                    </a:moveTo>
                    <a:cubicBezTo>
                      <a:pt x="89604" y="141666"/>
                      <a:pt x="107577" y="134212"/>
                      <a:pt x="120826" y="120945"/>
                    </a:cubicBezTo>
                    <a:cubicBezTo>
                      <a:pt x="134076" y="107679"/>
                      <a:pt x="141520" y="89683"/>
                      <a:pt x="141520" y="70922"/>
                    </a:cubicBezTo>
                    <a:cubicBezTo>
                      <a:pt x="141520" y="52160"/>
                      <a:pt x="134076" y="34164"/>
                      <a:pt x="120826" y="20898"/>
                    </a:cubicBezTo>
                    <a:cubicBezTo>
                      <a:pt x="107577" y="7631"/>
                      <a:pt x="89604" y="177"/>
                      <a:pt x="70866" y="177"/>
                    </a:cubicBezTo>
                    <a:cubicBezTo>
                      <a:pt x="52128" y="177"/>
                      <a:pt x="34156" y="7631"/>
                      <a:pt x="20906" y="20898"/>
                    </a:cubicBezTo>
                    <a:cubicBezTo>
                      <a:pt x="7657" y="34164"/>
                      <a:pt x="212" y="52160"/>
                      <a:pt x="212" y="70922"/>
                    </a:cubicBezTo>
                    <a:cubicBezTo>
                      <a:pt x="212" y="89683"/>
                      <a:pt x="7657" y="107679"/>
                      <a:pt x="20906" y="120945"/>
                    </a:cubicBezTo>
                    <a:cubicBezTo>
                      <a:pt x="34156" y="134212"/>
                      <a:pt x="52128" y="141666"/>
                      <a:pt x="70866" y="141666"/>
                    </a:cubicBezTo>
                    <a:close/>
                  </a:path>
                </a:pathLst>
              </a:custGeom>
              <a:solidFill>
                <a:srgbClr val="4538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8" name="任意多边形: 形状 1777"/>
              <p:cNvSpPr/>
              <p:nvPr/>
            </p:nvSpPr>
            <p:spPr>
              <a:xfrm>
                <a:off x="14296051" y="19663375"/>
                <a:ext cx="223200" cy="223200"/>
              </a:xfrm>
              <a:custGeom>
                <a:avLst/>
                <a:gdLst>
                  <a:gd name="csX0" fmla="*/ 70877 w 141308"/>
                  <a:gd name="csY0" fmla="*/ 141687 h 141488"/>
                  <a:gd name="csX1" fmla="*/ 120837 w 141308"/>
                  <a:gd name="csY1" fmla="*/ 120966 h 141488"/>
                  <a:gd name="csX2" fmla="*/ 141531 w 141308"/>
                  <a:gd name="csY2" fmla="*/ 70942 h 141488"/>
                  <a:gd name="csX3" fmla="*/ 120837 w 141308"/>
                  <a:gd name="csY3" fmla="*/ 20919 h 141488"/>
                  <a:gd name="csX4" fmla="*/ 70877 w 141308"/>
                  <a:gd name="csY4" fmla="*/ 198 h 141488"/>
                  <a:gd name="csX5" fmla="*/ 20917 w 141308"/>
                  <a:gd name="csY5" fmla="*/ 20919 h 141488"/>
                  <a:gd name="csX6" fmla="*/ 223 w 141308"/>
                  <a:gd name="csY6" fmla="*/ 70942 h 141488"/>
                  <a:gd name="csX7" fmla="*/ 20917 w 141308"/>
                  <a:gd name="csY7" fmla="*/ 120966 h 141488"/>
                  <a:gd name="csX8" fmla="*/ 70877 w 141308"/>
                  <a:gd name="csY8" fmla="*/ 14168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87"/>
                    </a:moveTo>
                    <a:cubicBezTo>
                      <a:pt x="89615" y="141687"/>
                      <a:pt x="107587" y="134232"/>
                      <a:pt x="120837" y="120966"/>
                    </a:cubicBezTo>
                    <a:cubicBezTo>
                      <a:pt x="134086" y="107700"/>
                      <a:pt x="141531" y="89704"/>
                      <a:pt x="141531" y="70942"/>
                    </a:cubicBezTo>
                    <a:cubicBezTo>
                      <a:pt x="141531" y="52181"/>
                      <a:pt x="134086" y="34185"/>
                      <a:pt x="120837" y="20919"/>
                    </a:cubicBezTo>
                    <a:cubicBezTo>
                      <a:pt x="107587" y="7652"/>
                      <a:pt x="89615" y="198"/>
                      <a:pt x="70877" y="198"/>
                    </a:cubicBezTo>
                    <a:cubicBezTo>
                      <a:pt x="52139" y="198"/>
                      <a:pt x="34167" y="7652"/>
                      <a:pt x="20917" y="20919"/>
                    </a:cubicBezTo>
                    <a:cubicBezTo>
                      <a:pt x="7668" y="34185"/>
                      <a:pt x="223" y="52181"/>
                      <a:pt x="223" y="70942"/>
                    </a:cubicBezTo>
                    <a:cubicBezTo>
                      <a:pt x="223" y="89704"/>
                      <a:pt x="7668" y="107700"/>
                      <a:pt x="20917" y="120966"/>
                    </a:cubicBezTo>
                    <a:cubicBezTo>
                      <a:pt x="34167" y="134232"/>
                      <a:pt x="52139" y="141687"/>
                      <a:pt x="70877" y="141687"/>
                    </a:cubicBezTo>
                    <a:close/>
                  </a:path>
                </a:pathLst>
              </a:custGeom>
              <a:solidFill>
                <a:srgbClr val="3E4C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79" name="任意多边形: 形状 1778"/>
              <p:cNvSpPr/>
              <p:nvPr/>
            </p:nvSpPr>
            <p:spPr>
              <a:xfrm>
                <a:off x="12847292" y="18174907"/>
                <a:ext cx="223200" cy="223200"/>
              </a:xfrm>
              <a:custGeom>
                <a:avLst/>
                <a:gdLst>
                  <a:gd name="csX0" fmla="*/ 70829 w 141308"/>
                  <a:gd name="csY0" fmla="*/ 141637 h 141488"/>
                  <a:gd name="csX1" fmla="*/ 120789 w 141308"/>
                  <a:gd name="csY1" fmla="*/ 120917 h 141488"/>
                  <a:gd name="csX2" fmla="*/ 141483 w 141308"/>
                  <a:gd name="csY2" fmla="*/ 70893 h 141488"/>
                  <a:gd name="csX3" fmla="*/ 120789 w 141308"/>
                  <a:gd name="csY3" fmla="*/ 20869 h 141488"/>
                  <a:gd name="csX4" fmla="*/ 70829 w 141308"/>
                  <a:gd name="csY4" fmla="*/ 149 h 141488"/>
                  <a:gd name="csX5" fmla="*/ 20869 w 141308"/>
                  <a:gd name="csY5" fmla="*/ 20869 h 141488"/>
                  <a:gd name="csX6" fmla="*/ 175 w 141308"/>
                  <a:gd name="csY6" fmla="*/ 70893 h 141488"/>
                  <a:gd name="csX7" fmla="*/ 20869 w 141308"/>
                  <a:gd name="csY7" fmla="*/ 120917 h 141488"/>
                  <a:gd name="csX8" fmla="*/ 70829 w 141308"/>
                  <a:gd name="csY8" fmla="*/ 14163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9" y="141637"/>
                    </a:moveTo>
                    <a:cubicBezTo>
                      <a:pt x="89567" y="141637"/>
                      <a:pt x="107539" y="134183"/>
                      <a:pt x="120789" y="120917"/>
                    </a:cubicBezTo>
                    <a:cubicBezTo>
                      <a:pt x="134039" y="107650"/>
                      <a:pt x="141483" y="89655"/>
                      <a:pt x="141483" y="70893"/>
                    </a:cubicBezTo>
                    <a:cubicBezTo>
                      <a:pt x="141483" y="52131"/>
                      <a:pt x="134039" y="34136"/>
                      <a:pt x="120789" y="20869"/>
                    </a:cubicBezTo>
                    <a:cubicBezTo>
                      <a:pt x="107539" y="7603"/>
                      <a:pt x="89567" y="149"/>
                      <a:pt x="70829" y="149"/>
                    </a:cubicBezTo>
                    <a:cubicBezTo>
                      <a:pt x="52091" y="149"/>
                      <a:pt x="34119" y="7603"/>
                      <a:pt x="20869" y="20869"/>
                    </a:cubicBezTo>
                    <a:cubicBezTo>
                      <a:pt x="7620" y="34136"/>
                      <a:pt x="175" y="52131"/>
                      <a:pt x="175" y="70893"/>
                    </a:cubicBezTo>
                    <a:cubicBezTo>
                      <a:pt x="175" y="89655"/>
                      <a:pt x="7620" y="107650"/>
                      <a:pt x="20869" y="120917"/>
                    </a:cubicBezTo>
                    <a:cubicBezTo>
                      <a:pt x="34119" y="134183"/>
                      <a:pt x="52091" y="141637"/>
                      <a:pt x="70829" y="141637"/>
                    </a:cubicBezTo>
                    <a:close/>
                  </a:path>
                </a:pathLst>
              </a:custGeom>
              <a:solidFill>
                <a:srgbClr val="316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0" name="任意多边形: 形状 1779"/>
              <p:cNvSpPr/>
              <p:nvPr/>
            </p:nvSpPr>
            <p:spPr>
              <a:xfrm>
                <a:off x="14144563" y="18518743"/>
                <a:ext cx="223200" cy="223200"/>
              </a:xfrm>
              <a:custGeom>
                <a:avLst/>
                <a:gdLst>
                  <a:gd name="csX0" fmla="*/ 70872 w 141308"/>
                  <a:gd name="csY0" fmla="*/ 141649 h 141488"/>
                  <a:gd name="csX1" fmla="*/ 120832 w 141308"/>
                  <a:gd name="csY1" fmla="*/ 120928 h 141488"/>
                  <a:gd name="csX2" fmla="*/ 141526 w 141308"/>
                  <a:gd name="csY2" fmla="*/ 70904 h 141488"/>
                  <a:gd name="csX3" fmla="*/ 120832 w 141308"/>
                  <a:gd name="csY3" fmla="*/ 20881 h 141488"/>
                  <a:gd name="csX4" fmla="*/ 70872 w 141308"/>
                  <a:gd name="csY4" fmla="*/ 160 h 141488"/>
                  <a:gd name="csX5" fmla="*/ 20912 w 141308"/>
                  <a:gd name="csY5" fmla="*/ 20881 h 141488"/>
                  <a:gd name="csX6" fmla="*/ 218 w 141308"/>
                  <a:gd name="csY6" fmla="*/ 70904 h 141488"/>
                  <a:gd name="csX7" fmla="*/ 20912 w 141308"/>
                  <a:gd name="csY7" fmla="*/ 120928 h 141488"/>
                  <a:gd name="csX8" fmla="*/ 70872 w 141308"/>
                  <a:gd name="csY8" fmla="*/ 14164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2" y="141649"/>
                    </a:moveTo>
                    <a:cubicBezTo>
                      <a:pt x="89610" y="141649"/>
                      <a:pt x="107582" y="134195"/>
                      <a:pt x="120832" y="120928"/>
                    </a:cubicBezTo>
                    <a:cubicBezTo>
                      <a:pt x="134081" y="107662"/>
                      <a:pt x="141526" y="89666"/>
                      <a:pt x="141526" y="70904"/>
                    </a:cubicBezTo>
                    <a:cubicBezTo>
                      <a:pt x="141526" y="52143"/>
                      <a:pt x="134081" y="34147"/>
                      <a:pt x="120832" y="20881"/>
                    </a:cubicBezTo>
                    <a:cubicBezTo>
                      <a:pt x="107582" y="7614"/>
                      <a:pt x="89610" y="160"/>
                      <a:pt x="70872" y="160"/>
                    </a:cubicBezTo>
                    <a:cubicBezTo>
                      <a:pt x="52134" y="160"/>
                      <a:pt x="34162" y="7614"/>
                      <a:pt x="20912" y="20881"/>
                    </a:cubicBezTo>
                    <a:cubicBezTo>
                      <a:pt x="7663" y="34147"/>
                      <a:pt x="218" y="52143"/>
                      <a:pt x="218" y="70904"/>
                    </a:cubicBezTo>
                    <a:cubicBezTo>
                      <a:pt x="218" y="89666"/>
                      <a:pt x="7663" y="107662"/>
                      <a:pt x="20912" y="120928"/>
                    </a:cubicBezTo>
                    <a:cubicBezTo>
                      <a:pt x="34162" y="134195"/>
                      <a:pt x="52134" y="141649"/>
                      <a:pt x="70872" y="141649"/>
                    </a:cubicBezTo>
                    <a:close/>
                  </a:path>
                </a:pathLst>
              </a:custGeom>
              <a:solidFill>
                <a:srgbClr val="3B51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1" name="任意多边形: 形状 1780"/>
              <p:cNvSpPr/>
              <p:nvPr/>
            </p:nvSpPr>
            <p:spPr>
              <a:xfrm>
                <a:off x="12284364" y="18800364"/>
                <a:ext cx="223200" cy="223200"/>
              </a:xfrm>
              <a:custGeom>
                <a:avLst/>
                <a:gdLst>
                  <a:gd name="csX0" fmla="*/ 70810 w 141308"/>
                  <a:gd name="csY0" fmla="*/ 141658 h 141488"/>
                  <a:gd name="csX1" fmla="*/ 120770 w 141308"/>
                  <a:gd name="csY1" fmla="*/ 120937 h 141488"/>
                  <a:gd name="csX2" fmla="*/ 141464 w 141308"/>
                  <a:gd name="csY2" fmla="*/ 70914 h 141488"/>
                  <a:gd name="csX3" fmla="*/ 120770 w 141308"/>
                  <a:gd name="csY3" fmla="*/ 20890 h 141488"/>
                  <a:gd name="csX4" fmla="*/ 70810 w 141308"/>
                  <a:gd name="csY4" fmla="*/ 170 h 141488"/>
                  <a:gd name="csX5" fmla="*/ 20851 w 141308"/>
                  <a:gd name="csY5" fmla="*/ 20890 h 141488"/>
                  <a:gd name="csX6" fmla="*/ 156 w 141308"/>
                  <a:gd name="csY6" fmla="*/ 70914 h 141488"/>
                  <a:gd name="csX7" fmla="*/ 20851 w 141308"/>
                  <a:gd name="csY7" fmla="*/ 120937 h 141488"/>
                  <a:gd name="csX8" fmla="*/ 70810 w 141308"/>
                  <a:gd name="csY8" fmla="*/ 14165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0" y="141658"/>
                    </a:moveTo>
                    <a:cubicBezTo>
                      <a:pt x="89548" y="141658"/>
                      <a:pt x="107521" y="134204"/>
                      <a:pt x="120770" y="120937"/>
                    </a:cubicBezTo>
                    <a:cubicBezTo>
                      <a:pt x="134020" y="107671"/>
                      <a:pt x="141464" y="89675"/>
                      <a:pt x="141464" y="70914"/>
                    </a:cubicBezTo>
                    <a:cubicBezTo>
                      <a:pt x="141464" y="52152"/>
                      <a:pt x="134020" y="34157"/>
                      <a:pt x="120770" y="20890"/>
                    </a:cubicBezTo>
                    <a:cubicBezTo>
                      <a:pt x="107521" y="7624"/>
                      <a:pt x="89548" y="170"/>
                      <a:pt x="70810" y="170"/>
                    </a:cubicBezTo>
                    <a:cubicBezTo>
                      <a:pt x="52073" y="170"/>
                      <a:pt x="34100" y="7624"/>
                      <a:pt x="20851" y="20890"/>
                    </a:cubicBezTo>
                    <a:cubicBezTo>
                      <a:pt x="7601" y="34157"/>
                      <a:pt x="156" y="52152"/>
                      <a:pt x="156" y="70914"/>
                    </a:cubicBezTo>
                    <a:cubicBezTo>
                      <a:pt x="156" y="89675"/>
                      <a:pt x="7601" y="107671"/>
                      <a:pt x="20851" y="120937"/>
                    </a:cubicBezTo>
                    <a:cubicBezTo>
                      <a:pt x="34100" y="134204"/>
                      <a:pt x="52073" y="141658"/>
                      <a:pt x="70810" y="141658"/>
                    </a:cubicBezTo>
                    <a:close/>
                  </a:path>
                </a:pathLst>
              </a:custGeom>
              <a:solidFill>
                <a:srgbClr val="3461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2" name="任意多边形: 形状 1781"/>
              <p:cNvSpPr/>
              <p:nvPr/>
            </p:nvSpPr>
            <p:spPr>
              <a:xfrm>
                <a:off x="13672185" y="19948316"/>
                <a:ext cx="223200" cy="223200"/>
              </a:xfrm>
              <a:custGeom>
                <a:avLst/>
                <a:gdLst>
                  <a:gd name="csX0" fmla="*/ 70856 w 141308"/>
                  <a:gd name="csY0" fmla="*/ 141696 h 141488"/>
                  <a:gd name="csX1" fmla="*/ 120816 w 141308"/>
                  <a:gd name="csY1" fmla="*/ 120975 h 141488"/>
                  <a:gd name="csX2" fmla="*/ 141510 w 141308"/>
                  <a:gd name="csY2" fmla="*/ 70952 h 141488"/>
                  <a:gd name="csX3" fmla="*/ 120816 w 141308"/>
                  <a:gd name="csY3" fmla="*/ 20928 h 141488"/>
                  <a:gd name="csX4" fmla="*/ 70856 w 141308"/>
                  <a:gd name="csY4" fmla="*/ 207 h 141488"/>
                  <a:gd name="csX5" fmla="*/ 20896 w 141308"/>
                  <a:gd name="csY5" fmla="*/ 20928 h 141488"/>
                  <a:gd name="csX6" fmla="*/ 202 w 141308"/>
                  <a:gd name="csY6" fmla="*/ 70952 h 141488"/>
                  <a:gd name="csX7" fmla="*/ 20896 w 141308"/>
                  <a:gd name="csY7" fmla="*/ 120975 h 141488"/>
                  <a:gd name="csX8" fmla="*/ 70856 w 141308"/>
                  <a:gd name="csY8" fmla="*/ 14169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6" y="141696"/>
                    </a:moveTo>
                    <a:cubicBezTo>
                      <a:pt x="89594" y="141696"/>
                      <a:pt x="107567" y="134242"/>
                      <a:pt x="120816" y="120975"/>
                    </a:cubicBezTo>
                    <a:cubicBezTo>
                      <a:pt x="134066" y="107709"/>
                      <a:pt x="141510" y="89713"/>
                      <a:pt x="141510" y="70952"/>
                    </a:cubicBezTo>
                    <a:cubicBezTo>
                      <a:pt x="141510" y="52190"/>
                      <a:pt x="134066" y="34194"/>
                      <a:pt x="120816" y="20928"/>
                    </a:cubicBezTo>
                    <a:cubicBezTo>
                      <a:pt x="107567" y="7662"/>
                      <a:pt x="89594" y="207"/>
                      <a:pt x="70856" y="207"/>
                    </a:cubicBezTo>
                    <a:cubicBezTo>
                      <a:pt x="52119" y="207"/>
                      <a:pt x="34146" y="7662"/>
                      <a:pt x="20896" y="20928"/>
                    </a:cubicBezTo>
                    <a:cubicBezTo>
                      <a:pt x="7647" y="34194"/>
                      <a:pt x="202" y="52190"/>
                      <a:pt x="202" y="70952"/>
                    </a:cubicBezTo>
                    <a:cubicBezTo>
                      <a:pt x="202" y="89713"/>
                      <a:pt x="7647" y="107709"/>
                      <a:pt x="20896" y="120975"/>
                    </a:cubicBezTo>
                    <a:cubicBezTo>
                      <a:pt x="34146" y="134242"/>
                      <a:pt x="52119" y="141696"/>
                      <a:pt x="70856" y="141696"/>
                    </a:cubicBezTo>
                    <a:close/>
                  </a:path>
                </a:pathLst>
              </a:custGeom>
              <a:solidFill>
                <a:srgbClr val="3E4A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3" name="任意多边形: 形状 1782"/>
              <p:cNvSpPr/>
              <p:nvPr/>
            </p:nvSpPr>
            <p:spPr>
              <a:xfrm>
                <a:off x="12719429" y="18415277"/>
                <a:ext cx="223200" cy="223200"/>
              </a:xfrm>
              <a:custGeom>
                <a:avLst/>
                <a:gdLst>
                  <a:gd name="csX0" fmla="*/ 70825 w 141308"/>
                  <a:gd name="csY0" fmla="*/ 141645 h 141488"/>
                  <a:gd name="csX1" fmla="*/ 120785 w 141308"/>
                  <a:gd name="csY1" fmla="*/ 120925 h 141488"/>
                  <a:gd name="csX2" fmla="*/ 141479 w 141308"/>
                  <a:gd name="csY2" fmla="*/ 70901 h 141488"/>
                  <a:gd name="csX3" fmla="*/ 120785 w 141308"/>
                  <a:gd name="csY3" fmla="*/ 20877 h 141488"/>
                  <a:gd name="csX4" fmla="*/ 70825 w 141308"/>
                  <a:gd name="csY4" fmla="*/ 157 h 141488"/>
                  <a:gd name="csX5" fmla="*/ 20865 w 141308"/>
                  <a:gd name="csY5" fmla="*/ 20877 h 141488"/>
                  <a:gd name="csX6" fmla="*/ 171 w 141308"/>
                  <a:gd name="csY6" fmla="*/ 70901 h 141488"/>
                  <a:gd name="csX7" fmla="*/ 20865 w 141308"/>
                  <a:gd name="csY7" fmla="*/ 120925 h 141488"/>
                  <a:gd name="csX8" fmla="*/ 70825 w 141308"/>
                  <a:gd name="csY8" fmla="*/ 14164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5" y="141645"/>
                    </a:moveTo>
                    <a:cubicBezTo>
                      <a:pt x="89563" y="141645"/>
                      <a:pt x="107535" y="134191"/>
                      <a:pt x="120785" y="120925"/>
                    </a:cubicBezTo>
                    <a:cubicBezTo>
                      <a:pt x="134034" y="107658"/>
                      <a:pt x="141479" y="89663"/>
                      <a:pt x="141479" y="70901"/>
                    </a:cubicBezTo>
                    <a:cubicBezTo>
                      <a:pt x="141479" y="52139"/>
                      <a:pt x="134034" y="34144"/>
                      <a:pt x="120785" y="20877"/>
                    </a:cubicBezTo>
                    <a:cubicBezTo>
                      <a:pt x="107535" y="7611"/>
                      <a:pt x="89563" y="157"/>
                      <a:pt x="70825" y="157"/>
                    </a:cubicBezTo>
                    <a:cubicBezTo>
                      <a:pt x="52087" y="157"/>
                      <a:pt x="34114" y="7611"/>
                      <a:pt x="20865" y="20877"/>
                    </a:cubicBezTo>
                    <a:cubicBezTo>
                      <a:pt x="7615" y="34144"/>
                      <a:pt x="171" y="52139"/>
                      <a:pt x="171" y="70901"/>
                    </a:cubicBezTo>
                    <a:cubicBezTo>
                      <a:pt x="171" y="89663"/>
                      <a:pt x="7615" y="107658"/>
                      <a:pt x="20865" y="120925"/>
                    </a:cubicBezTo>
                    <a:cubicBezTo>
                      <a:pt x="34114" y="134191"/>
                      <a:pt x="52087" y="141645"/>
                      <a:pt x="70825" y="141645"/>
                    </a:cubicBezTo>
                    <a:close/>
                  </a:path>
                </a:pathLst>
              </a:custGeom>
              <a:solidFill>
                <a:srgbClr val="365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4" name="任意多边形: 形状 1783"/>
              <p:cNvSpPr/>
              <p:nvPr/>
            </p:nvSpPr>
            <p:spPr>
              <a:xfrm>
                <a:off x="12279803" y="19246947"/>
                <a:ext cx="223200" cy="223200"/>
              </a:xfrm>
              <a:custGeom>
                <a:avLst/>
                <a:gdLst>
                  <a:gd name="csX0" fmla="*/ 70810 w 141308"/>
                  <a:gd name="csY0" fmla="*/ 141673 h 141488"/>
                  <a:gd name="csX1" fmla="*/ 120770 w 141308"/>
                  <a:gd name="csY1" fmla="*/ 120952 h 141488"/>
                  <a:gd name="csX2" fmla="*/ 141464 w 141308"/>
                  <a:gd name="csY2" fmla="*/ 70929 h 141488"/>
                  <a:gd name="csX3" fmla="*/ 120770 w 141308"/>
                  <a:gd name="csY3" fmla="*/ 20905 h 141488"/>
                  <a:gd name="csX4" fmla="*/ 70810 w 141308"/>
                  <a:gd name="csY4" fmla="*/ 184 h 141488"/>
                  <a:gd name="csX5" fmla="*/ 20850 w 141308"/>
                  <a:gd name="csY5" fmla="*/ 20905 h 141488"/>
                  <a:gd name="csX6" fmla="*/ 156 w 141308"/>
                  <a:gd name="csY6" fmla="*/ 70929 h 141488"/>
                  <a:gd name="csX7" fmla="*/ 20850 w 141308"/>
                  <a:gd name="csY7" fmla="*/ 120952 h 141488"/>
                  <a:gd name="csX8" fmla="*/ 70810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0" y="141673"/>
                    </a:moveTo>
                    <a:cubicBezTo>
                      <a:pt x="89548" y="141673"/>
                      <a:pt x="107521" y="134219"/>
                      <a:pt x="120770" y="120952"/>
                    </a:cubicBezTo>
                    <a:cubicBezTo>
                      <a:pt x="134020" y="107686"/>
                      <a:pt x="141464" y="89690"/>
                      <a:pt x="141464" y="70929"/>
                    </a:cubicBezTo>
                    <a:cubicBezTo>
                      <a:pt x="141464" y="52167"/>
                      <a:pt x="134020" y="34171"/>
                      <a:pt x="120770" y="20905"/>
                    </a:cubicBezTo>
                    <a:cubicBezTo>
                      <a:pt x="107521" y="7638"/>
                      <a:pt x="89548" y="184"/>
                      <a:pt x="70810" y="184"/>
                    </a:cubicBezTo>
                    <a:cubicBezTo>
                      <a:pt x="52073" y="184"/>
                      <a:pt x="34100" y="7638"/>
                      <a:pt x="20850" y="20905"/>
                    </a:cubicBezTo>
                    <a:cubicBezTo>
                      <a:pt x="7601" y="34171"/>
                      <a:pt x="156" y="52167"/>
                      <a:pt x="156" y="70929"/>
                    </a:cubicBezTo>
                    <a:cubicBezTo>
                      <a:pt x="156" y="89690"/>
                      <a:pt x="7601" y="107686"/>
                      <a:pt x="20850" y="120952"/>
                    </a:cubicBezTo>
                    <a:cubicBezTo>
                      <a:pt x="34100" y="134219"/>
                      <a:pt x="52073" y="141673"/>
                      <a:pt x="70810" y="141673"/>
                    </a:cubicBezTo>
                    <a:close/>
                  </a:path>
                </a:pathLst>
              </a:custGeom>
              <a:solidFill>
                <a:srgbClr val="375B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5" name="任意多边形: 形状 1784"/>
              <p:cNvSpPr/>
              <p:nvPr/>
            </p:nvSpPr>
            <p:spPr>
              <a:xfrm>
                <a:off x="14294912" y="18769342"/>
                <a:ext cx="223200" cy="223200"/>
              </a:xfrm>
              <a:custGeom>
                <a:avLst/>
                <a:gdLst>
                  <a:gd name="csX0" fmla="*/ 70877 w 141308"/>
                  <a:gd name="csY0" fmla="*/ 141657 h 141488"/>
                  <a:gd name="csX1" fmla="*/ 120837 w 141308"/>
                  <a:gd name="csY1" fmla="*/ 120936 h 141488"/>
                  <a:gd name="csX2" fmla="*/ 141531 w 141308"/>
                  <a:gd name="csY2" fmla="*/ 70913 h 141488"/>
                  <a:gd name="csX3" fmla="*/ 120837 w 141308"/>
                  <a:gd name="csY3" fmla="*/ 20889 h 141488"/>
                  <a:gd name="csX4" fmla="*/ 70877 w 141308"/>
                  <a:gd name="csY4" fmla="*/ 169 h 141488"/>
                  <a:gd name="csX5" fmla="*/ 20917 w 141308"/>
                  <a:gd name="csY5" fmla="*/ 20889 h 141488"/>
                  <a:gd name="csX6" fmla="*/ 223 w 141308"/>
                  <a:gd name="csY6" fmla="*/ 70913 h 141488"/>
                  <a:gd name="csX7" fmla="*/ 20917 w 141308"/>
                  <a:gd name="csY7" fmla="*/ 120936 h 141488"/>
                  <a:gd name="csX8" fmla="*/ 70877 w 141308"/>
                  <a:gd name="csY8" fmla="*/ 14165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57"/>
                    </a:moveTo>
                    <a:cubicBezTo>
                      <a:pt x="89615" y="141657"/>
                      <a:pt x="107587" y="134203"/>
                      <a:pt x="120837" y="120936"/>
                    </a:cubicBezTo>
                    <a:cubicBezTo>
                      <a:pt x="134086" y="107670"/>
                      <a:pt x="141531" y="89674"/>
                      <a:pt x="141531" y="70913"/>
                    </a:cubicBezTo>
                    <a:cubicBezTo>
                      <a:pt x="141531" y="52151"/>
                      <a:pt x="134086" y="34155"/>
                      <a:pt x="120837" y="20889"/>
                    </a:cubicBezTo>
                    <a:cubicBezTo>
                      <a:pt x="107587" y="7623"/>
                      <a:pt x="89615" y="169"/>
                      <a:pt x="70877" y="169"/>
                    </a:cubicBezTo>
                    <a:cubicBezTo>
                      <a:pt x="52139" y="169"/>
                      <a:pt x="34167" y="7623"/>
                      <a:pt x="20917" y="20889"/>
                    </a:cubicBezTo>
                    <a:cubicBezTo>
                      <a:pt x="7668" y="34155"/>
                      <a:pt x="223" y="52151"/>
                      <a:pt x="223" y="70913"/>
                    </a:cubicBezTo>
                    <a:cubicBezTo>
                      <a:pt x="223" y="89674"/>
                      <a:pt x="7668" y="107670"/>
                      <a:pt x="20917" y="120936"/>
                    </a:cubicBezTo>
                    <a:cubicBezTo>
                      <a:pt x="34167" y="134203"/>
                      <a:pt x="52139" y="141657"/>
                      <a:pt x="70877" y="141657"/>
                    </a:cubicBezTo>
                    <a:close/>
                  </a:path>
                </a:pathLst>
              </a:custGeom>
              <a:solidFill>
                <a:srgbClr val="3E4A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6" name="任意多边形: 形状 1785"/>
              <p:cNvSpPr/>
              <p:nvPr/>
            </p:nvSpPr>
            <p:spPr>
              <a:xfrm>
                <a:off x="13186678" y="19766409"/>
                <a:ext cx="223200" cy="223200"/>
              </a:xfrm>
              <a:custGeom>
                <a:avLst/>
                <a:gdLst>
                  <a:gd name="csX0" fmla="*/ 70840 w 141308"/>
                  <a:gd name="csY0" fmla="*/ 141690 h 141488"/>
                  <a:gd name="csX1" fmla="*/ 120800 w 141308"/>
                  <a:gd name="csY1" fmla="*/ 120969 h 141488"/>
                  <a:gd name="csX2" fmla="*/ 141494 w 141308"/>
                  <a:gd name="csY2" fmla="*/ 70946 h 141488"/>
                  <a:gd name="csX3" fmla="*/ 120800 w 141308"/>
                  <a:gd name="csY3" fmla="*/ 20922 h 141488"/>
                  <a:gd name="csX4" fmla="*/ 70840 w 141308"/>
                  <a:gd name="csY4" fmla="*/ 201 h 141488"/>
                  <a:gd name="csX5" fmla="*/ 20880 w 141308"/>
                  <a:gd name="csY5" fmla="*/ 20922 h 141488"/>
                  <a:gd name="csX6" fmla="*/ 186 w 141308"/>
                  <a:gd name="csY6" fmla="*/ 70946 h 141488"/>
                  <a:gd name="csX7" fmla="*/ 20880 w 141308"/>
                  <a:gd name="csY7" fmla="*/ 120969 h 141488"/>
                  <a:gd name="csX8" fmla="*/ 70840 w 141308"/>
                  <a:gd name="csY8" fmla="*/ 14169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0" y="141690"/>
                    </a:moveTo>
                    <a:cubicBezTo>
                      <a:pt x="89578" y="141690"/>
                      <a:pt x="107551" y="134236"/>
                      <a:pt x="120800" y="120969"/>
                    </a:cubicBezTo>
                    <a:cubicBezTo>
                      <a:pt x="134050" y="107703"/>
                      <a:pt x="141494" y="89707"/>
                      <a:pt x="141494" y="70946"/>
                    </a:cubicBezTo>
                    <a:cubicBezTo>
                      <a:pt x="141494" y="52184"/>
                      <a:pt x="134050" y="34188"/>
                      <a:pt x="120800" y="20922"/>
                    </a:cubicBezTo>
                    <a:cubicBezTo>
                      <a:pt x="107551" y="7656"/>
                      <a:pt x="89578" y="201"/>
                      <a:pt x="70840" y="201"/>
                    </a:cubicBezTo>
                    <a:cubicBezTo>
                      <a:pt x="52103" y="201"/>
                      <a:pt x="34130" y="7656"/>
                      <a:pt x="20880" y="20922"/>
                    </a:cubicBezTo>
                    <a:cubicBezTo>
                      <a:pt x="7631" y="34188"/>
                      <a:pt x="186" y="52184"/>
                      <a:pt x="186" y="70946"/>
                    </a:cubicBezTo>
                    <a:cubicBezTo>
                      <a:pt x="186" y="89707"/>
                      <a:pt x="7631" y="107703"/>
                      <a:pt x="20880" y="120969"/>
                    </a:cubicBezTo>
                    <a:cubicBezTo>
                      <a:pt x="34130" y="134236"/>
                      <a:pt x="52103" y="141690"/>
                      <a:pt x="70840" y="141690"/>
                    </a:cubicBezTo>
                    <a:close/>
                  </a:path>
                </a:pathLst>
              </a:custGeom>
              <a:solidFill>
                <a:srgbClr val="4142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7" name="任意多边形: 形状 1786"/>
              <p:cNvSpPr/>
              <p:nvPr/>
            </p:nvSpPr>
            <p:spPr>
              <a:xfrm>
                <a:off x="13346456" y="18297677"/>
                <a:ext cx="223200" cy="223200"/>
              </a:xfrm>
              <a:custGeom>
                <a:avLst/>
                <a:gdLst>
                  <a:gd name="csX0" fmla="*/ 70846 w 141308"/>
                  <a:gd name="csY0" fmla="*/ 141641 h 141488"/>
                  <a:gd name="csX1" fmla="*/ 120806 w 141308"/>
                  <a:gd name="csY1" fmla="*/ 120921 h 141488"/>
                  <a:gd name="csX2" fmla="*/ 141500 w 141308"/>
                  <a:gd name="csY2" fmla="*/ 70897 h 141488"/>
                  <a:gd name="csX3" fmla="*/ 120806 w 141308"/>
                  <a:gd name="csY3" fmla="*/ 20873 h 141488"/>
                  <a:gd name="csX4" fmla="*/ 70846 w 141308"/>
                  <a:gd name="csY4" fmla="*/ 153 h 141488"/>
                  <a:gd name="csX5" fmla="*/ 20886 w 141308"/>
                  <a:gd name="csY5" fmla="*/ 20873 h 141488"/>
                  <a:gd name="csX6" fmla="*/ 192 w 141308"/>
                  <a:gd name="csY6" fmla="*/ 70897 h 141488"/>
                  <a:gd name="csX7" fmla="*/ 20886 w 141308"/>
                  <a:gd name="csY7" fmla="*/ 120921 h 141488"/>
                  <a:gd name="csX8" fmla="*/ 70846 w 141308"/>
                  <a:gd name="csY8" fmla="*/ 14164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6" y="141641"/>
                    </a:moveTo>
                    <a:cubicBezTo>
                      <a:pt x="89583" y="141641"/>
                      <a:pt x="107556" y="134187"/>
                      <a:pt x="120806" y="120921"/>
                    </a:cubicBezTo>
                    <a:cubicBezTo>
                      <a:pt x="134055" y="107654"/>
                      <a:pt x="141500" y="89659"/>
                      <a:pt x="141500" y="70897"/>
                    </a:cubicBezTo>
                    <a:cubicBezTo>
                      <a:pt x="141500" y="52136"/>
                      <a:pt x="134055" y="34140"/>
                      <a:pt x="120806" y="20873"/>
                    </a:cubicBezTo>
                    <a:cubicBezTo>
                      <a:pt x="107556" y="7607"/>
                      <a:pt x="89583" y="153"/>
                      <a:pt x="70846" y="153"/>
                    </a:cubicBezTo>
                    <a:cubicBezTo>
                      <a:pt x="52108" y="153"/>
                      <a:pt x="34135" y="7607"/>
                      <a:pt x="20886" y="20873"/>
                    </a:cubicBezTo>
                    <a:cubicBezTo>
                      <a:pt x="7636" y="34140"/>
                      <a:pt x="192" y="52136"/>
                      <a:pt x="192" y="70897"/>
                    </a:cubicBezTo>
                    <a:cubicBezTo>
                      <a:pt x="192" y="89659"/>
                      <a:pt x="7636" y="107654"/>
                      <a:pt x="20886" y="120921"/>
                    </a:cubicBezTo>
                    <a:cubicBezTo>
                      <a:pt x="34135" y="134187"/>
                      <a:pt x="52108" y="141641"/>
                      <a:pt x="70846" y="141641"/>
                    </a:cubicBezTo>
                    <a:close/>
                  </a:path>
                </a:pathLst>
              </a:custGeom>
              <a:solidFill>
                <a:srgbClr val="3955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8" name="任意多边形: 形状 1787"/>
              <p:cNvSpPr/>
              <p:nvPr/>
            </p:nvSpPr>
            <p:spPr>
              <a:xfrm>
                <a:off x="12749902" y="17019532"/>
                <a:ext cx="223200" cy="223200"/>
              </a:xfrm>
              <a:custGeom>
                <a:avLst/>
                <a:gdLst>
                  <a:gd name="csX0" fmla="*/ 70826 w 141308"/>
                  <a:gd name="csY0" fmla="*/ 141599 h 141488"/>
                  <a:gd name="csX1" fmla="*/ 120786 w 141308"/>
                  <a:gd name="csY1" fmla="*/ 120879 h 141488"/>
                  <a:gd name="csX2" fmla="*/ 141480 w 141308"/>
                  <a:gd name="csY2" fmla="*/ 70855 h 141488"/>
                  <a:gd name="csX3" fmla="*/ 120786 w 141308"/>
                  <a:gd name="csY3" fmla="*/ 20831 h 141488"/>
                  <a:gd name="csX4" fmla="*/ 70826 w 141308"/>
                  <a:gd name="csY4" fmla="*/ 111 h 141488"/>
                  <a:gd name="csX5" fmla="*/ 20866 w 141308"/>
                  <a:gd name="csY5" fmla="*/ 20831 h 141488"/>
                  <a:gd name="csX6" fmla="*/ 172 w 141308"/>
                  <a:gd name="csY6" fmla="*/ 70855 h 141488"/>
                  <a:gd name="csX7" fmla="*/ 20866 w 141308"/>
                  <a:gd name="csY7" fmla="*/ 120879 h 141488"/>
                  <a:gd name="csX8" fmla="*/ 70826 w 141308"/>
                  <a:gd name="csY8" fmla="*/ 14159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6" y="141599"/>
                    </a:moveTo>
                    <a:cubicBezTo>
                      <a:pt x="89564" y="141599"/>
                      <a:pt x="107536" y="134145"/>
                      <a:pt x="120786" y="120879"/>
                    </a:cubicBezTo>
                    <a:cubicBezTo>
                      <a:pt x="134035" y="107612"/>
                      <a:pt x="141480" y="89617"/>
                      <a:pt x="141480" y="70855"/>
                    </a:cubicBezTo>
                    <a:cubicBezTo>
                      <a:pt x="141480" y="52093"/>
                      <a:pt x="134035" y="34098"/>
                      <a:pt x="120786" y="20831"/>
                    </a:cubicBezTo>
                    <a:cubicBezTo>
                      <a:pt x="107536" y="7565"/>
                      <a:pt x="89564" y="111"/>
                      <a:pt x="70826" y="111"/>
                    </a:cubicBezTo>
                    <a:cubicBezTo>
                      <a:pt x="52088" y="111"/>
                      <a:pt x="34115" y="7565"/>
                      <a:pt x="20866" y="20831"/>
                    </a:cubicBezTo>
                    <a:cubicBezTo>
                      <a:pt x="7616" y="34098"/>
                      <a:pt x="172" y="52093"/>
                      <a:pt x="172" y="70855"/>
                    </a:cubicBezTo>
                    <a:cubicBezTo>
                      <a:pt x="172" y="89617"/>
                      <a:pt x="7616" y="107612"/>
                      <a:pt x="20866" y="120879"/>
                    </a:cubicBezTo>
                    <a:cubicBezTo>
                      <a:pt x="34115" y="134145"/>
                      <a:pt x="52088" y="141599"/>
                      <a:pt x="70826" y="141599"/>
                    </a:cubicBezTo>
                    <a:close/>
                  </a:path>
                </a:pathLst>
              </a:custGeom>
              <a:solidFill>
                <a:srgbClr val="25AC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89" name="任意多边形: 形状 1788"/>
              <p:cNvSpPr/>
              <p:nvPr/>
            </p:nvSpPr>
            <p:spPr>
              <a:xfrm>
                <a:off x="12282758" y="20784486"/>
                <a:ext cx="223200" cy="223200"/>
              </a:xfrm>
              <a:custGeom>
                <a:avLst/>
                <a:gdLst>
                  <a:gd name="csX0" fmla="*/ 70810 w 141308"/>
                  <a:gd name="csY0" fmla="*/ 141724 h 141488"/>
                  <a:gd name="csX1" fmla="*/ 120770 w 141308"/>
                  <a:gd name="csY1" fmla="*/ 121003 h 141488"/>
                  <a:gd name="csX2" fmla="*/ 141464 w 141308"/>
                  <a:gd name="csY2" fmla="*/ 70979 h 141488"/>
                  <a:gd name="csX3" fmla="*/ 120770 w 141308"/>
                  <a:gd name="csY3" fmla="*/ 20956 h 141488"/>
                  <a:gd name="csX4" fmla="*/ 70810 w 141308"/>
                  <a:gd name="csY4" fmla="*/ 235 h 141488"/>
                  <a:gd name="csX5" fmla="*/ 20851 w 141308"/>
                  <a:gd name="csY5" fmla="*/ 20956 h 141488"/>
                  <a:gd name="csX6" fmla="*/ 156 w 141308"/>
                  <a:gd name="csY6" fmla="*/ 70979 h 141488"/>
                  <a:gd name="csX7" fmla="*/ 20851 w 141308"/>
                  <a:gd name="csY7" fmla="*/ 121003 h 141488"/>
                  <a:gd name="csX8" fmla="*/ 70810 w 141308"/>
                  <a:gd name="csY8" fmla="*/ 14172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0" y="141724"/>
                    </a:moveTo>
                    <a:cubicBezTo>
                      <a:pt x="89548" y="141724"/>
                      <a:pt x="107521" y="134270"/>
                      <a:pt x="120770" y="121003"/>
                    </a:cubicBezTo>
                    <a:cubicBezTo>
                      <a:pt x="134020" y="107737"/>
                      <a:pt x="141464" y="89741"/>
                      <a:pt x="141464" y="70979"/>
                    </a:cubicBezTo>
                    <a:cubicBezTo>
                      <a:pt x="141464" y="52218"/>
                      <a:pt x="134020" y="34222"/>
                      <a:pt x="120770" y="20956"/>
                    </a:cubicBezTo>
                    <a:cubicBezTo>
                      <a:pt x="107521" y="7689"/>
                      <a:pt x="89548" y="235"/>
                      <a:pt x="70810" y="235"/>
                    </a:cubicBezTo>
                    <a:cubicBezTo>
                      <a:pt x="52073" y="235"/>
                      <a:pt x="34100" y="7689"/>
                      <a:pt x="20851" y="20956"/>
                    </a:cubicBezTo>
                    <a:cubicBezTo>
                      <a:pt x="7601" y="34222"/>
                      <a:pt x="156" y="52218"/>
                      <a:pt x="156" y="70979"/>
                    </a:cubicBezTo>
                    <a:cubicBezTo>
                      <a:pt x="156" y="89741"/>
                      <a:pt x="7601" y="107737"/>
                      <a:pt x="20851" y="121003"/>
                    </a:cubicBezTo>
                    <a:cubicBezTo>
                      <a:pt x="34100" y="134270"/>
                      <a:pt x="52073" y="141724"/>
                      <a:pt x="70810" y="141724"/>
                    </a:cubicBezTo>
                    <a:close/>
                  </a:path>
                </a:pathLst>
              </a:custGeom>
              <a:solidFill>
                <a:srgbClr val="2191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0" name="任意多边形: 形状 1789"/>
              <p:cNvSpPr/>
              <p:nvPr/>
            </p:nvSpPr>
            <p:spPr>
              <a:xfrm>
                <a:off x="11655444" y="19099961"/>
                <a:ext cx="223200" cy="223200"/>
              </a:xfrm>
              <a:custGeom>
                <a:avLst/>
                <a:gdLst>
                  <a:gd name="csX0" fmla="*/ 70790 w 141308"/>
                  <a:gd name="csY0" fmla="*/ 141668 h 141488"/>
                  <a:gd name="csX1" fmla="*/ 120750 w 141308"/>
                  <a:gd name="csY1" fmla="*/ 120947 h 141488"/>
                  <a:gd name="csX2" fmla="*/ 141444 w 141308"/>
                  <a:gd name="csY2" fmla="*/ 70924 h 141488"/>
                  <a:gd name="csX3" fmla="*/ 120750 w 141308"/>
                  <a:gd name="csY3" fmla="*/ 20900 h 141488"/>
                  <a:gd name="csX4" fmla="*/ 70790 w 141308"/>
                  <a:gd name="csY4" fmla="*/ 179 h 141488"/>
                  <a:gd name="csX5" fmla="*/ 20830 w 141308"/>
                  <a:gd name="csY5" fmla="*/ 20900 h 141488"/>
                  <a:gd name="csX6" fmla="*/ 136 w 141308"/>
                  <a:gd name="csY6" fmla="*/ 70924 h 141488"/>
                  <a:gd name="csX7" fmla="*/ 20830 w 141308"/>
                  <a:gd name="csY7" fmla="*/ 120947 h 141488"/>
                  <a:gd name="csX8" fmla="*/ 70790 w 141308"/>
                  <a:gd name="csY8" fmla="*/ 14166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90" y="141668"/>
                    </a:moveTo>
                    <a:cubicBezTo>
                      <a:pt x="89527" y="141668"/>
                      <a:pt x="107500" y="134214"/>
                      <a:pt x="120750" y="120947"/>
                    </a:cubicBezTo>
                    <a:cubicBezTo>
                      <a:pt x="133999" y="107681"/>
                      <a:pt x="141444" y="89685"/>
                      <a:pt x="141444" y="70924"/>
                    </a:cubicBezTo>
                    <a:cubicBezTo>
                      <a:pt x="141444" y="52162"/>
                      <a:pt x="133999" y="34166"/>
                      <a:pt x="120750" y="20900"/>
                    </a:cubicBezTo>
                    <a:cubicBezTo>
                      <a:pt x="107500" y="7634"/>
                      <a:pt x="89527" y="179"/>
                      <a:pt x="70790" y="179"/>
                    </a:cubicBezTo>
                    <a:cubicBezTo>
                      <a:pt x="52052" y="179"/>
                      <a:pt x="34079" y="7634"/>
                      <a:pt x="20830" y="20900"/>
                    </a:cubicBezTo>
                    <a:cubicBezTo>
                      <a:pt x="7580" y="34166"/>
                      <a:pt x="136" y="52162"/>
                      <a:pt x="136" y="70924"/>
                    </a:cubicBezTo>
                    <a:cubicBezTo>
                      <a:pt x="136" y="89685"/>
                      <a:pt x="7580" y="107681"/>
                      <a:pt x="20830" y="120947"/>
                    </a:cubicBezTo>
                    <a:cubicBezTo>
                      <a:pt x="34079" y="134214"/>
                      <a:pt x="52052" y="141668"/>
                      <a:pt x="70790" y="141668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1" name="任意多边形: 形状 1790"/>
              <p:cNvSpPr/>
              <p:nvPr/>
            </p:nvSpPr>
            <p:spPr>
              <a:xfrm>
                <a:off x="13953190" y="20405213"/>
                <a:ext cx="223200" cy="223200"/>
              </a:xfrm>
              <a:custGeom>
                <a:avLst/>
                <a:gdLst>
                  <a:gd name="csX0" fmla="*/ 70866 w 141308"/>
                  <a:gd name="csY0" fmla="*/ 141711 h 141488"/>
                  <a:gd name="csX1" fmla="*/ 120826 w 141308"/>
                  <a:gd name="csY1" fmla="*/ 120991 h 141488"/>
                  <a:gd name="csX2" fmla="*/ 141520 w 141308"/>
                  <a:gd name="csY2" fmla="*/ 70967 h 141488"/>
                  <a:gd name="csX3" fmla="*/ 120826 w 141308"/>
                  <a:gd name="csY3" fmla="*/ 20943 h 141488"/>
                  <a:gd name="csX4" fmla="*/ 70866 w 141308"/>
                  <a:gd name="csY4" fmla="*/ 223 h 141488"/>
                  <a:gd name="csX5" fmla="*/ 20906 w 141308"/>
                  <a:gd name="csY5" fmla="*/ 20943 h 141488"/>
                  <a:gd name="csX6" fmla="*/ 212 w 141308"/>
                  <a:gd name="csY6" fmla="*/ 70967 h 141488"/>
                  <a:gd name="csX7" fmla="*/ 20906 w 141308"/>
                  <a:gd name="csY7" fmla="*/ 120991 h 141488"/>
                  <a:gd name="csX8" fmla="*/ 70866 w 141308"/>
                  <a:gd name="csY8" fmla="*/ 14171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6" y="141711"/>
                    </a:moveTo>
                    <a:cubicBezTo>
                      <a:pt x="89603" y="141711"/>
                      <a:pt x="107576" y="134257"/>
                      <a:pt x="120826" y="120991"/>
                    </a:cubicBezTo>
                    <a:cubicBezTo>
                      <a:pt x="134075" y="107724"/>
                      <a:pt x="141520" y="89728"/>
                      <a:pt x="141520" y="70967"/>
                    </a:cubicBezTo>
                    <a:cubicBezTo>
                      <a:pt x="141520" y="52205"/>
                      <a:pt x="134075" y="34210"/>
                      <a:pt x="120826" y="20943"/>
                    </a:cubicBezTo>
                    <a:cubicBezTo>
                      <a:pt x="107576" y="7677"/>
                      <a:pt x="89603" y="223"/>
                      <a:pt x="70866" y="223"/>
                    </a:cubicBezTo>
                    <a:cubicBezTo>
                      <a:pt x="52128" y="223"/>
                      <a:pt x="34155" y="7677"/>
                      <a:pt x="20906" y="20943"/>
                    </a:cubicBezTo>
                    <a:cubicBezTo>
                      <a:pt x="7656" y="34210"/>
                      <a:pt x="212" y="52205"/>
                      <a:pt x="212" y="70967"/>
                    </a:cubicBezTo>
                    <a:cubicBezTo>
                      <a:pt x="212" y="89728"/>
                      <a:pt x="7656" y="107724"/>
                      <a:pt x="20906" y="120991"/>
                    </a:cubicBezTo>
                    <a:cubicBezTo>
                      <a:pt x="34155" y="134257"/>
                      <a:pt x="52128" y="141711"/>
                      <a:pt x="70866" y="141711"/>
                    </a:cubicBezTo>
                    <a:close/>
                  </a:path>
                </a:pathLst>
              </a:custGeom>
              <a:solidFill>
                <a:srgbClr val="316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2" name="任意多边形: 形状 1791"/>
              <p:cNvSpPr/>
              <p:nvPr/>
            </p:nvSpPr>
            <p:spPr>
              <a:xfrm>
                <a:off x="15058672" y="20092167"/>
                <a:ext cx="223200" cy="223200"/>
              </a:xfrm>
              <a:custGeom>
                <a:avLst/>
                <a:gdLst>
                  <a:gd name="csX0" fmla="*/ 70902 w 141308"/>
                  <a:gd name="csY0" fmla="*/ 141701 h 141488"/>
                  <a:gd name="csX1" fmla="*/ 120862 w 141308"/>
                  <a:gd name="csY1" fmla="*/ 120980 h 141488"/>
                  <a:gd name="csX2" fmla="*/ 141556 w 141308"/>
                  <a:gd name="csY2" fmla="*/ 70956 h 141488"/>
                  <a:gd name="csX3" fmla="*/ 120862 w 141308"/>
                  <a:gd name="csY3" fmla="*/ 20933 h 141488"/>
                  <a:gd name="csX4" fmla="*/ 70902 w 141308"/>
                  <a:gd name="csY4" fmla="*/ 212 h 141488"/>
                  <a:gd name="csX5" fmla="*/ 20942 w 141308"/>
                  <a:gd name="csY5" fmla="*/ 20933 h 141488"/>
                  <a:gd name="csX6" fmla="*/ 248 w 141308"/>
                  <a:gd name="csY6" fmla="*/ 70956 h 141488"/>
                  <a:gd name="csX7" fmla="*/ 20942 w 141308"/>
                  <a:gd name="csY7" fmla="*/ 120980 h 141488"/>
                  <a:gd name="csX8" fmla="*/ 70902 w 141308"/>
                  <a:gd name="csY8" fmla="*/ 14170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02" y="141701"/>
                    </a:moveTo>
                    <a:cubicBezTo>
                      <a:pt x="89640" y="141701"/>
                      <a:pt x="107613" y="134247"/>
                      <a:pt x="120862" y="120980"/>
                    </a:cubicBezTo>
                    <a:cubicBezTo>
                      <a:pt x="134112" y="107714"/>
                      <a:pt x="141556" y="89718"/>
                      <a:pt x="141556" y="70956"/>
                    </a:cubicBezTo>
                    <a:cubicBezTo>
                      <a:pt x="141556" y="52195"/>
                      <a:pt x="134112" y="34199"/>
                      <a:pt x="120862" y="20933"/>
                    </a:cubicBezTo>
                    <a:cubicBezTo>
                      <a:pt x="107613" y="7666"/>
                      <a:pt x="89640" y="212"/>
                      <a:pt x="70902" y="212"/>
                    </a:cubicBezTo>
                    <a:cubicBezTo>
                      <a:pt x="52165" y="212"/>
                      <a:pt x="34192" y="7666"/>
                      <a:pt x="20942" y="20933"/>
                    </a:cubicBezTo>
                    <a:cubicBezTo>
                      <a:pt x="7693" y="34199"/>
                      <a:pt x="248" y="52195"/>
                      <a:pt x="248" y="70956"/>
                    </a:cubicBezTo>
                    <a:cubicBezTo>
                      <a:pt x="248" y="89718"/>
                      <a:pt x="7693" y="107714"/>
                      <a:pt x="20942" y="120980"/>
                    </a:cubicBezTo>
                    <a:cubicBezTo>
                      <a:pt x="34192" y="134247"/>
                      <a:pt x="52165" y="141701"/>
                      <a:pt x="70902" y="141701"/>
                    </a:cubicBezTo>
                    <a:close/>
                  </a:path>
                </a:pathLst>
              </a:custGeom>
              <a:solidFill>
                <a:srgbClr val="2A7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3" name="任意多边形: 形状 1792"/>
              <p:cNvSpPr/>
              <p:nvPr/>
            </p:nvSpPr>
            <p:spPr>
              <a:xfrm>
                <a:off x="11454173" y="20045559"/>
                <a:ext cx="223200" cy="223200"/>
              </a:xfrm>
              <a:custGeom>
                <a:avLst/>
                <a:gdLst>
                  <a:gd name="csX0" fmla="*/ 70783 w 141308"/>
                  <a:gd name="csY0" fmla="*/ 141699 h 141488"/>
                  <a:gd name="csX1" fmla="*/ 120743 w 141308"/>
                  <a:gd name="csY1" fmla="*/ 120979 h 141488"/>
                  <a:gd name="csX2" fmla="*/ 141437 w 141308"/>
                  <a:gd name="csY2" fmla="*/ 70955 h 141488"/>
                  <a:gd name="csX3" fmla="*/ 120743 w 141308"/>
                  <a:gd name="csY3" fmla="*/ 20931 h 141488"/>
                  <a:gd name="csX4" fmla="*/ 70783 w 141308"/>
                  <a:gd name="csY4" fmla="*/ 211 h 141488"/>
                  <a:gd name="csX5" fmla="*/ 20823 w 141308"/>
                  <a:gd name="csY5" fmla="*/ 20931 h 141488"/>
                  <a:gd name="csX6" fmla="*/ 129 w 141308"/>
                  <a:gd name="csY6" fmla="*/ 70955 h 141488"/>
                  <a:gd name="csX7" fmla="*/ 20823 w 141308"/>
                  <a:gd name="csY7" fmla="*/ 120979 h 141488"/>
                  <a:gd name="csX8" fmla="*/ 70783 w 141308"/>
                  <a:gd name="csY8" fmla="*/ 14169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83" y="141699"/>
                    </a:moveTo>
                    <a:cubicBezTo>
                      <a:pt x="89521" y="141699"/>
                      <a:pt x="107493" y="134245"/>
                      <a:pt x="120743" y="120979"/>
                    </a:cubicBezTo>
                    <a:cubicBezTo>
                      <a:pt x="133992" y="107712"/>
                      <a:pt x="141437" y="89717"/>
                      <a:pt x="141437" y="70955"/>
                    </a:cubicBezTo>
                    <a:cubicBezTo>
                      <a:pt x="141437" y="52193"/>
                      <a:pt x="133992" y="34198"/>
                      <a:pt x="120743" y="20931"/>
                    </a:cubicBezTo>
                    <a:cubicBezTo>
                      <a:pt x="107493" y="7665"/>
                      <a:pt x="89521" y="211"/>
                      <a:pt x="70783" y="211"/>
                    </a:cubicBezTo>
                    <a:cubicBezTo>
                      <a:pt x="52045" y="211"/>
                      <a:pt x="34073" y="7665"/>
                      <a:pt x="20823" y="20931"/>
                    </a:cubicBezTo>
                    <a:cubicBezTo>
                      <a:pt x="7574" y="34198"/>
                      <a:pt x="129" y="52193"/>
                      <a:pt x="129" y="70955"/>
                    </a:cubicBezTo>
                    <a:cubicBezTo>
                      <a:pt x="129" y="89717"/>
                      <a:pt x="7574" y="107712"/>
                      <a:pt x="20823" y="120979"/>
                    </a:cubicBezTo>
                    <a:cubicBezTo>
                      <a:pt x="34073" y="134245"/>
                      <a:pt x="52045" y="141699"/>
                      <a:pt x="70783" y="141699"/>
                    </a:cubicBezTo>
                    <a:close/>
                  </a:path>
                </a:pathLst>
              </a:custGeom>
              <a:solidFill>
                <a:srgbClr val="218E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4" name="任意多边形: 形状 1793"/>
              <p:cNvSpPr/>
              <p:nvPr/>
            </p:nvSpPr>
            <p:spPr>
              <a:xfrm>
                <a:off x="14749688" y="20272447"/>
                <a:ext cx="223200" cy="223200"/>
              </a:xfrm>
              <a:custGeom>
                <a:avLst/>
                <a:gdLst>
                  <a:gd name="csX0" fmla="*/ 70892 w 141308"/>
                  <a:gd name="csY0" fmla="*/ 141707 h 141488"/>
                  <a:gd name="csX1" fmla="*/ 120852 w 141308"/>
                  <a:gd name="csY1" fmla="*/ 120986 h 141488"/>
                  <a:gd name="csX2" fmla="*/ 141546 w 141308"/>
                  <a:gd name="csY2" fmla="*/ 70962 h 141488"/>
                  <a:gd name="csX3" fmla="*/ 120852 w 141308"/>
                  <a:gd name="csY3" fmla="*/ 20939 h 141488"/>
                  <a:gd name="csX4" fmla="*/ 70892 w 141308"/>
                  <a:gd name="csY4" fmla="*/ 218 h 141488"/>
                  <a:gd name="csX5" fmla="*/ 20932 w 141308"/>
                  <a:gd name="csY5" fmla="*/ 20939 h 141488"/>
                  <a:gd name="csX6" fmla="*/ 238 w 141308"/>
                  <a:gd name="csY6" fmla="*/ 70962 h 141488"/>
                  <a:gd name="csX7" fmla="*/ 20932 w 141308"/>
                  <a:gd name="csY7" fmla="*/ 120986 h 141488"/>
                  <a:gd name="csX8" fmla="*/ 70892 w 141308"/>
                  <a:gd name="csY8" fmla="*/ 14170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2" y="141707"/>
                    </a:moveTo>
                    <a:cubicBezTo>
                      <a:pt x="89630" y="141707"/>
                      <a:pt x="107602" y="134253"/>
                      <a:pt x="120852" y="120986"/>
                    </a:cubicBezTo>
                    <a:cubicBezTo>
                      <a:pt x="134102" y="107720"/>
                      <a:pt x="141546" y="89724"/>
                      <a:pt x="141546" y="70962"/>
                    </a:cubicBezTo>
                    <a:cubicBezTo>
                      <a:pt x="141546" y="52201"/>
                      <a:pt x="134102" y="34205"/>
                      <a:pt x="120852" y="20939"/>
                    </a:cubicBezTo>
                    <a:cubicBezTo>
                      <a:pt x="107602" y="7672"/>
                      <a:pt x="89630" y="218"/>
                      <a:pt x="70892" y="218"/>
                    </a:cubicBezTo>
                    <a:cubicBezTo>
                      <a:pt x="52154" y="218"/>
                      <a:pt x="34182" y="7672"/>
                      <a:pt x="20932" y="20939"/>
                    </a:cubicBezTo>
                    <a:cubicBezTo>
                      <a:pt x="7683" y="34205"/>
                      <a:pt x="238" y="52201"/>
                      <a:pt x="238" y="70962"/>
                    </a:cubicBezTo>
                    <a:cubicBezTo>
                      <a:pt x="238" y="89724"/>
                      <a:pt x="7683" y="107720"/>
                      <a:pt x="20932" y="120986"/>
                    </a:cubicBezTo>
                    <a:cubicBezTo>
                      <a:pt x="34182" y="134253"/>
                      <a:pt x="52154" y="141707"/>
                      <a:pt x="70892" y="141707"/>
                    </a:cubicBezTo>
                    <a:close/>
                  </a:path>
                </a:pathLst>
              </a:custGeom>
              <a:solidFill>
                <a:srgbClr val="2C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5" name="任意多边形: 形状 1794"/>
              <p:cNvSpPr/>
              <p:nvPr/>
            </p:nvSpPr>
            <p:spPr>
              <a:xfrm>
                <a:off x="14911922" y="18424768"/>
                <a:ext cx="223200" cy="223200"/>
              </a:xfrm>
              <a:custGeom>
                <a:avLst/>
                <a:gdLst>
                  <a:gd name="csX0" fmla="*/ 70897 w 141308"/>
                  <a:gd name="csY0" fmla="*/ 141646 h 141488"/>
                  <a:gd name="csX1" fmla="*/ 120857 w 141308"/>
                  <a:gd name="csY1" fmla="*/ 120925 h 141488"/>
                  <a:gd name="csX2" fmla="*/ 141551 w 141308"/>
                  <a:gd name="csY2" fmla="*/ 70901 h 141488"/>
                  <a:gd name="csX3" fmla="*/ 120857 w 141308"/>
                  <a:gd name="csY3" fmla="*/ 20878 h 141488"/>
                  <a:gd name="csX4" fmla="*/ 70897 w 141308"/>
                  <a:gd name="csY4" fmla="*/ 157 h 141488"/>
                  <a:gd name="csX5" fmla="*/ 20938 w 141308"/>
                  <a:gd name="csY5" fmla="*/ 20878 h 141488"/>
                  <a:gd name="csX6" fmla="*/ 243 w 141308"/>
                  <a:gd name="csY6" fmla="*/ 70901 h 141488"/>
                  <a:gd name="csX7" fmla="*/ 20938 w 141308"/>
                  <a:gd name="csY7" fmla="*/ 120925 h 141488"/>
                  <a:gd name="csX8" fmla="*/ 70897 w 141308"/>
                  <a:gd name="csY8" fmla="*/ 14164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7" y="141646"/>
                    </a:moveTo>
                    <a:cubicBezTo>
                      <a:pt x="89635" y="141646"/>
                      <a:pt x="107608" y="134192"/>
                      <a:pt x="120857" y="120925"/>
                    </a:cubicBezTo>
                    <a:cubicBezTo>
                      <a:pt x="134107" y="107659"/>
                      <a:pt x="141551" y="89663"/>
                      <a:pt x="141551" y="70901"/>
                    </a:cubicBezTo>
                    <a:cubicBezTo>
                      <a:pt x="141551" y="52140"/>
                      <a:pt x="134107" y="34144"/>
                      <a:pt x="120857" y="20878"/>
                    </a:cubicBezTo>
                    <a:cubicBezTo>
                      <a:pt x="107608" y="7611"/>
                      <a:pt x="89635" y="157"/>
                      <a:pt x="70897" y="157"/>
                    </a:cubicBezTo>
                    <a:cubicBezTo>
                      <a:pt x="52160" y="157"/>
                      <a:pt x="34187" y="7611"/>
                      <a:pt x="20938" y="20878"/>
                    </a:cubicBezTo>
                    <a:cubicBezTo>
                      <a:pt x="7688" y="34144"/>
                      <a:pt x="243" y="52140"/>
                      <a:pt x="243" y="70901"/>
                    </a:cubicBezTo>
                    <a:cubicBezTo>
                      <a:pt x="243" y="89663"/>
                      <a:pt x="7688" y="107659"/>
                      <a:pt x="20938" y="120925"/>
                    </a:cubicBezTo>
                    <a:cubicBezTo>
                      <a:pt x="34187" y="134192"/>
                      <a:pt x="52160" y="141646"/>
                      <a:pt x="70897" y="141646"/>
                    </a:cubicBezTo>
                    <a:close/>
                  </a:path>
                </a:pathLst>
              </a:custGeom>
              <a:solidFill>
                <a:srgbClr val="2E6E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6" name="任意多边形: 形状 1795"/>
              <p:cNvSpPr/>
              <p:nvPr/>
            </p:nvSpPr>
            <p:spPr>
              <a:xfrm>
                <a:off x="14290332" y="20000636"/>
                <a:ext cx="223200" cy="223200"/>
              </a:xfrm>
              <a:custGeom>
                <a:avLst/>
                <a:gdLst>
                  <a:gd name="csX0" fmla="*/ 70877 w 141308"/>
                  <a:gd name="csY0" fmla="*/ 141698 h 141488"/>
                  <a:gd name="csX1" fmla="*/ 120837 w 141308"/>
                  <a:gd name="csY1" fmla="*/ 120977 h 141488"/>
                  <a:gd name="csX2" fmla="*/ 141531 w 141308"/>
                  <a:gd name="csY2" fmla="*/ 70953 h 141488"/>
                  <a:gd name="csX3" fmla="*/ 120837 w 141308"/>
                  <a:gd name="csY3" fmla="*/ 20930 h 141488"/>
                  <a:gd name="csX4" fmla="*/ 70877 w 141308"/>
                  <a:gd name="csY4" fmla="*/ 209 h 141488"/>
                  <a:gd name="csX5" fmla="*/ 20917 w 141308"/>
                  <a:gd name="csY5" fmla="*/ 20930 h 141488"/>
                  <a:gd name="csX6" fmla="*/ 223 w 141308"/>
                  <a:gd name="csY6" fmla="*/ 70953 h 141488"/>
                  <a:gd name="csX7" fmla="*/ 20917 w 141308"/>
                  <a:gd name="csY7" fmla="*/ 120977 h 141488"/>
                  <a:gd name="csX8" fmla="*/ 70877 w 141308"/>
                  <a:gd name="csY8" fmla="*/ 14169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98"/>
                    </a:moveTo>
                    <a:cubicBezTo>
                      <a:pt x="89615" y="141698"/>
                      <a:pt x="107587" y="134244"/>
                      <a:pt x="120837" y="120977"/>
                    </a:cubicBezTo>
                    <a:cubicBezTo>
                      <a:pt x="134086" y="107711"/>
                      <a:pt x="141531" y="89715"/>
                      <a:pt x="141531" y="70953"/>
                    </a:cubicBezTo>
                    <a:cubicBezTo>
                      <a:pt x="141531" y="52192"/>
                      <a:pt x="134086" y="34196"/>
                      <a:pt x="120837" y="20930"/>
                    </a:cubicBezTo>
                    <a:cubicBezTo>
                      <a:pt x="107587" y="7663"/>
                      <a:pt x="89615" y="209"/>
                      <a:pt x="70877" y="209"/>
                    </a:cubicBezTo>
                    <a:cubicBezTo>
                      <a:pt x="52139" y="209"/>
                      <a:pt x="34166" y="7663"/>
                      <a:pt x="20917" y="20930"/>
                    </a:cubicBezTo>
                    <a:cubicBezTo>
                      <a:pt x="7667" y="34196"/>
                      <a:pt x="223" y="52192"/>
                      <a:pt x="223" y="70953"/>
                    </a:cubicBezTo>
                    <a:cubicBezTo>
                      <a:pt x="223" y="89715"/>
                      <a:pt x="7667" y="107711"/>
                      <a:pt x="20917" y="120977"/>
                    </a:cubicBezTo>
                    <a:cubicBezTo>
                      <a:pt x="34166" y="134244"/>
                      <a:pt x="52139" y="141698"/>
                      <a:pt x="70877" y="141698"/>
                    </a:cubicBezTo>
                    <a:close/>
                  </a:path>
                </a:pathLst>
              </a:custGeom>
              <a:solidFill>
                <a:srgbClr val="3B52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7" name="任意多边形: 形状 1796"/>
              <p:cNvSpPr/>
              <p:nvPr/>
            </p:nvSpPr>
            <p:spPr>
              <a:xfrm>
                <a:off x="13273064" y="19415685"/>
                <a:ext cx="223200" cy="223200"/>
              </a:xfrm>
              <a:custGeom>
                <a:avLst/>
                <a:gdLst>
                  <a:gd name="csX0" fmla="*/ 70843 w 141308"/>
                  <a:gd name="csY0" fmla="*/ 141678 h 141488"/>
                  <a:gd name="csX1" fmla="*/ 120803 w 141308"/>
                  <a:gd name="csY1" fmla="*/ 120958 h 141488"/>
                  <a:gd name="csX2" fmla="*/ 141497 w 141308"/>
                  <a:gd name="csY2" fmla="*/ 70934 h 141488"/>
                  <a:gd name="csX3" fmla="*/ 120803 w 141308"/>
                  <a:gd name="csY3" fmla="*/ 20910 h 141488"/>
                  <a:gd name="csX4" fmla="*/ 70843 w 141308"/>
                  <a:gd name="csY4" fmla="*/ 190 h 141488"/>
                  <a:gd name="csX5" fmla="*/ 20883 w 141308"/>
                  <a:gd name="csY5" fmla="*/ 20910 h 141488"/>
                  <a:gd name="csX6" fmla="*/ 189 w 141308"/>
                  <a:gd name="csY6" fmla="*/ 70934 h 141488"/>
                  <a:gd name="csX7" fmla="*/ 20883 w 141308"/>
                  <a:gd name="csY7" fmla="*/ 120958 h 141488"/>
                  <a:gd name="csX8" fmla="*/ 70843 w 141308"/>
                  <a:gd name="csY8" fmla="*/ 14167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3" y="141678"/>
                    </a:moveTo>
                    <a:cubicBezTo>
                      <a:pt x="89581" y="141678"/>
                      <a:pt x="107554" y="134224"/>
                      <a:pt x="120803" y="120958"/>
                    </a:cubicBezTo>
                    <a:cubicBezTo>
                      <a:pt x="134053" y="107691"/>
                      <a:pt x="141497" y="89696"/>
                      <a:pt x="141497" y="70934"/>
                    </a:cubicBezTo>
                    <a:cubicBezTo>
                      <a:pt x="141497" y="52173"/>
                      <a:pt x="134053" y="34177"/>
                      <a:pt x="120803" y="20910"/>
                    </a:cubicBezTo>
                    <a:cubicBezTo>
                      <a:pt x="107554" y="7644"/>
                      <a:pt x="89581" y="190"/>
                      <a:pt x="70843" y="190"/>
                    </a:cubicBezTo>
                    <a:cubicBezTo>
                      <a:pt x="52106" y="190"/>
                      <a:pt x="34133" y="7644"/>
                      <a:pt x="20883" y="20910"/>
                    </a:cubicBezTo>
                    <a:cubicBezTo>
                      <a:pt x="7634" y="34177"/>
                      <a:pt x="189" y="52173"/>
                      <a:pt x="189" y="70934"/>
                    </a:cubicBezTo>
                    <a:cubicBezTo>
                      <a:pt x="189" y="89696"/>
                      <a:pt x="7634" y="107691"/>
                      <a:pt x="20883" y="120958"/>
                    </a:cubicBezTo>
                    <a:cubicBezTo>
                      <a:pt x="34133" y="134224"/>
                      <a:pt x="52106" y="141678"/>
                      <a:pt x="70843" y="141678"/>
                    </a:cubicBezTo>
                    <a:close/>
                  </a:path>
                </a:pathLst>
              </a:custGeom>
              <a:solidFill>
                <a:srgbClr val="48267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8" name="任意多边形: 形状 1797"/>
              <p:cNvSpPr/>
              <p:nvPr/>
            </p:nvSpPr>
            <p:spPr>
              <a:xfrm>
                <a:off x="13077072" y="19256591"/>
                <a:ext cx="223200" cy="223200"/>
              </a:xfrm>
              <a:custGeom>
                <a:avLst/>
                <a:gdLst>
                  <a:gd name="csX0" fmla="*/ 70837 w 141308"/>
                  <a:gd name="csY0" fmla="*/ 141673 h 141488"/>
                  <a:gd name="csX1" fmla="*/ 120797 w 141308"/>
                  <a:gd name="csY1" fmla="*/ 120953 h 141488"/>
                  <a:gd name="csX2" fmla="*/ 141491 w 141308"/>
                  <a:gd name="csY2" fmla="*/ 70929 h 141488"/>
                  <a:gd name="csX3" fmla="*/ 120797 w 141308"/>
                  <a:gd name="csY3" fmla="*/ 20905 h 141488"/>
                  <a:gd name="csX4" fmla="*/ 70837 w 141308"/>
                  <a:gd name="csY4" fmla="*/ 185 h 141488"/>
                  <a:gd name="csX5" fmla="*/ 20877 w 141308"/>
                  <a:gd name="csY5" fmla="*/ 20905 h 141488"/>
                  <a:gd name="csX6" fmla="*/ 183 w 141308"/>
                  <a:gd name="csY6" fmla="*/ 70929 h 141488"/>
                  <a:gd name="csX7" fmla="*/ 20877 w 141308"/>
                  <a:gd name="csY7" fmla="*/ 120953 h 141488"/>
                  <a:gd name="csX8" fmla="*/ 70837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7" y="141673"/>
                    </a:moveTo>
                    <a:cubicBezTo>
                      <a:pt x="89574" y="141673"/>
                      <a:pt x="107547" y="134219"/>
                      <a:pt x="120797" y="120953"/>
                    </a:cubicBezTo>
                    <a:cubicBezTo>
                      <a:pt x="134046" y="107686"/>
                      <a:pt x="141491" y="89690"/>
                      <a:pt x="141491" y="70929"/>
                    </a:cubicBezTo>
                    <a:cubicBezTo>
                      <a:pt x="141491" y="52167"/>
                      <a:pt x="134046" y="34172"/>
                      <a:pt x="120797" y="20905"/>
                    </a:cubicBezTo>
                    <a:cubicBezTo>
                      <a:pt x="107547" y="7639"/>
                      <a:pt x="89574" y="185"/>
                      <a:pt x="70837" y="185"/>
                    </a:cubicBezTo>
                    <a:cubicBezTo>
                      <a:pt x="52099" y="185"/>
                      <a:pt x="34126" y="7639"/>
                      <a:pt x="20877" y="20905"/>
                    </a:cubicBezTo>
                    <a:cubicBezTo>
                      <a:pt x="7627" y="34172"/>
                      <a:pt x="183" y="52167"/>
                      <a:pt x="183" y="70929"/>
                    </a:cubicBezTo>
                    <a:cubicBezTo>
                      <a:pt x="183" y="89690"/>
                      <a:pt x="7627" y="107686"/>
                      <a:pt x="20877" y="120953"/>
                    </a:cubicBezTo>
                    <a:cubicBezTo>
                      <a:pt x="34126" y="134219"/>
                      <a:pt x="52099" y="141673"/>
                      <a:pt x="70837" y="141673"/>
                    </a:cubicBezTo>
                    <a:close/>
                  </a:path>
                </a:pathLst>
              </a:custGeom>
              <a:solidFill>
                <a:srgbClr val="472C7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799" name="任意多边形: 形状 1798"/>
              <p:cNvSpPr/>
              <p:nvPr/>
            </p:nvSpPr>
            <p:spPr>
              <a:xfrm>
                <a:off x="13864034" y="19567370"/>
                <a:ext cx="223200" cy="223200"/>
              </a:xfrm>
              <a:custGeom>
                <a:avLst/>
                <a:gdLst>
                  <a:gd name="csX0" fmla="*/ 70863 w 141308"/>
                  <a:gd name="csY0" fmla="*/ 141683 h 141488"/>
                  <a:gd name="csX1" fmla="*/ 120823 w 141308"/>
                  <a:gd name="csY1" fmla="*/ 120963 h 141488"/>
                  <a:gd name="csX2" fmla="*/ 141517 w 141308"/>
                  <a:gd name="csY2" fmla="*/ 70939 h 141488"/>
                  <a:gd name="csX3" fmla="*/ 120823 w 141308"/>
                  <a:gd name="csY3" fmla="*/ 20915 h 141488"/>
                  <a:gd name="csX4" fmla="*/ 70863 w 141308"/>
                  <a:gd name="csY4" fmla="*/ 195 h 141488"/>
                  <a:gd name="csX5" fmla="*/ 20903 w 141308"/>
                  <a:gd name="csY5" fmla="*/ 20915 h 141488"/>
                  <a:gd name="csX6" fmla="*/ 209 w 141308"/>
                  <a:gd name="csY6" fmla="*/ 70939 h 141488"/>
                  <a:gd name="csX7" fmla="*/ 20903 w 141308"/>
                  <a:gd name="csY7" fmla="*/ 120963 h 141488"/>
                  <a:gd name="csX8" fmla="*/ 70863 w 141308"/>
                  <a:gd name="csY8" fmla="*/ 14168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3" y="141683"/>
                    </a:moveTo>
                    <a:cubicBezTo>
                      <a:pt x="89600" y="141683"/>
                      <a:pt x="107573" y="134229"/>
                      <a:pt x="120823" y="120963"/>
                    </a:cubicBezTo>
                    <a:cubicBezTo>
                      <a:pt x="134072" y="107696"/>
                      <a:pt x="141517" y="89701"/>
                      <a:pt x="141517" y="70939"/>
                    </a:cubicBezTo>
                    <a:cubicBezTo>
                      <a:pt x="141517" y="52178"/>
                      <a:pt x="134072" y="34182"/>
                      <a:pt x="120823" y="20915"/>
                    </a:cubicBezTo>
                    <a:cubicBezTo>
                      <a:pt x="107573" y="7649"/>
                      <a:pt x="89600" y="195"/>
                      <a:pt x="70863" y="195"/>
                    </a:cubicBezTo>
                    <a:cubicBezTo>
                      <a:pt x="52125" y="195"/>
                      <a:pt x="34152" y="7649"/>
                      <a:pt x="20903" y="20915"/>
                    </a:cubicBezTo>
                    <a:cubicBezTo>
                      <a:pt x="7653" y="34182"/>
                      <a:pt x="209" y="52178"/>
                      <a:pt x="209" y="70939"/>
                    </a:cubicBezTo>
                    <a:cubicBezTo>
                      <a:pt x="209" y="89701"/>
                      <a:pt x="7653" y="107696"/>
                      <a:pt x="20903" y="120963"/>
                    </a:cubicBezTo>
                    <a:cubicBezTo>
                      <a:pt x="34152" y="134229"/>
                      <a:pt x="52125" y="141683"/>
                      <a:pt x="70863" y="141683"/>
                    </a:cubicBezTo>
                    <a:close/>
                  </a:path>
                </a:pathLst>
              </a:custGeom>
              <a:solidFill>
                <a:srgbClr val="472C7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0" name="任意多边形: 形状 1799"/>
              <p:cNvSpPr/>
              <p:nvPr/>
            </p:nvSpPr>
            <p:spPr>
              <a:xfrm>
                <a:off x="13591896" y="20270061"/>
                <a:ext cx="223200" cy="223200"/>
              </a:xfrm>
              <a:custGeom>
                <a:avLst/>
                <a:gdLst>
                  <a:gd name="csX0" fmla="*/ 70854 w 141308"/>
                  <a:gd name="csY0" fmla="*/ 141707 h 141488"/>
                  <a:gd name="csX1" fmla="*/ 120814 w 141308"/>
                  <a:gd name="csY1" fmla="*/ 120986 h 141488"/>
                  <a:gd name="csX2" fmla="*/ 141508 w 141308"/>
                  <a:gd name="csY2" fmla="*/ 70962 h 141488"/>
                  <a:gd name="csX3" fmla="*/ 120814 w 141308"/>
                  <a:gd name="csY3" fmla="*/ 20939 h 141488"/>
                  <a:gd name="csX4" fmla="*/ 70854 w 141308"/>
                  <a:gd name="csY4" fmla="*/ 218 h 141488"/>
                  <a:gd name="csX5" fmla="*/ 20894 w 141308"/>
                  <a:gd name="csY5" fmla="*/ 20939 h 141488"/>
                  <a:gd name="csX6" fmla="*/ 200 w 141308"/>
                  <a:gd name="csY6" fmla="*/ 70962 h 141488"/>
                  <a:gd name="csX7" fmla="*/ 20894 w 141308"/>
                  <a:gd name="csY7" fmla="*/ 120986 h 141488"/>
                  <a:gd name="csX8" fmla="*/ 70854 w 141308"/>
                  <a:gd name="csY8" fmla="*/ 14170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4" y="141707"/>
                    </a:moveTo>
                    <a:cubicBezTo>
                      <a:pt x="89591" y="141707"/>
                      <a:pt x="107564" y="134253"/>
                      <a:pt x="120814" y="120986"/>
                    </a:cubicBezTo>
                    <a:cubicBezTo>
                      <a:pt x="134063" y="107720"/>
                      <a:pt x="141508" y="89724"/>
                      <a:pt x="141508" y="70962"/>
                    </a:cubicBezTo>
                    <a:cubicBezTo>
                      <a:pt x="141508" y="52201"/>
                      <a:pt x="134063" y="34205"/>
                      <a:pt x="120814" y="20939"/>
                    </a:cubicBezTo>
                    <a:cubicBezTo>
                      <a:pt x="107564" y="7672"/>
                      <a:pt x="89591" y="218"/>
                      <a:pt x="70854" y="218"/>
                    </a:cubicBezTo>
                    <a:cubicBezTo>
                      <a:pt x="52116" y="218"/>
                      <a:pt x="34143" y="7672"/>
                      <a:pt x="20894" y="20939"/>
                    </a:cubicBezTo>
                    <a:cubicBezTo>
                      <a:pt x="7644" y="34205"/>
                      <a:pt x="200" y="52201"/>
                      <a:pt x="200" y="70962"/>
                    </a:cubicBezTo>
                    <a:cubicBezTo>
                      <a:pt x="200" y="89724"/>
                      <a:pt x="7644" y="107720"/>
                      <a:pt x="20894" y="120986"/>
                    </a:cubicBezTo>
                    <a:cubicBezTo>
                      <a:pt x="34143" y="134253"/>
                      <a:pt x="52116" y="141707"/>
                      <a:pt x="70854" y="141707"/>
                    </a:cubicBezTo>
                    <a:close/>
                  </a:path>
                </a:pathLst>
              </a:custGeom>
              <a:solidFill>
                <a:srgbClr val="3955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1" name="任意多边形: 形状 1800"/>
              <p:cNvSpPr/>
              <p:nvPr/>
            </p:nvSpPr>
            <p:spPr>
              <a:xfrm>
                <a:off x="14373334" y="19528707"/>
                <a:ext cx="223200" cy="223200"/>
              </a:xfrm>
              <a:custGeom>
                <a:avLst/>
                <a:gdLst>
                  <a:gd name="csX0" fmla="*/ 70880 w 141308"/>
                  <a:gd name="csY0" fmla="*/ 141682 h 141488"/>
                  <a:gd name="csX1" fmla="*/ 120839 w 141308"/>
                  <a:gd name="csY1" fmla="*/ 120962 h 141488"/>
                  <a:gd name="csX2" fmla="*/ 141534 w 141308"/>
                  <a:gd name="csY2" fmla="*/ 70938 h 141488"/>
                  <a:gd name="csX3" fmla="*/ 120839 w 141308"/>
                  <a:gd name="csY3" fmla="*/ 20914 h 141488"/>
                  <a:gd name="csX4" fmla="*/ 70880 w 141308"/>
                  <a:gd name="csY4" fmla="*/ 194 h 141488"/>
                  <a:gd name="csX5" fmla="*/ 20920 w 141308"/>
                  <a:gd name="csY5" fmla="*/ 20914 h 141488"/>
                  <a:gd name="csX6" fmla="*/ 226 w 141308"/>
                  <a:gd name="csY6" fmla="*/ 70938 h 141488"/>
                  <a:gd name="csX7" fmla="*/ 20920 w 141308"/>
                  <a:gd name="csY7" fmla="*/ 120962 h 141488"/>
                  <a:gd name="csX8" fmla="*/ 70880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0" y="141682"/>
                    </a:moveTo>
                    <a:cubicBezTo>
                      <a:pt x="89617" y="141682"/>
                      <a:pt x="107590" y="134228"/>
                      <a:pt x="120839" y="120962"/>
                    </a:cubicBezTo>
                    <a:cubicBezTo>
                      <a:pt x="134089" y="107695"/>
                      <a:pt x="141534" y="89699"/>
                      <a:pt x="141534" y="70938"/>
                    </a:cubicBezTo>
                    <a:cubicBezTo>
                      <a:pt x="141534" y="52176"/>
                      <a:pt x="134089" y="34181"/>
                      <a:pt x="120839" y="20914"/>
                    </a:cubicBezTo>
                    <a:cubicBezTo>
                      <a:pt x="107590" y="7648"/>
                      <a:pt x="89617" y="194"/>
                      <a:pt x="70880" y="194"/>
                    </a:cubicBezTo>
                    <a:cubicBezTo>
                      <a:pt x="52142" y="194"/>
                      <a:pt x="34169" y="7648"/>
                      <a:pt x="20920" y="20914"/>
                    </a:cubicBezTo>
                    <a:cubicBezTo>
                      <a:pt x="7670" y="34181"/>
                      <a:pt x="226" y="52176"/>
                      <a:pt x="226" y="70938"/>
                    </a:cubicBezTo>
                    <a:cubicBezTo>
                      <a:pt x="226" y="89699"/>
                      <a:pt x="7670" y="107695"/>
                      <a:pt x="20920" y="120962"/>
                    </a:cubicBezTo>
                    <a:cubicBezTo>
                      <a:pt x="34169" y="134228"/>
                      <a:pt x="52142" y="141682"/>
                      <a:pt x="70880" y="141682"/>
                    </a:cubicBezTo>
                    <a:close/>
                  </a:path>
                </a:pathLst>
              </a:custGeom>
              <a:solidFill>
                <a:srgbClr val="423F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2" name="任意多边形: 形状 1801"/>
              <p:cNvSpPr/>
              <p:nvPr/>
            </p:nvSpPr>
            <p:spPr>
              <a:xfrm>
                <a:off x="12632304" y="19720985"/>
                <a:ext cx="223200" cy="223200"/>
              </a:xfrm>
              <a:custGeom>
                <a:avLst/>
                <a:gdLst>
                  <a:gd name="csX0" fmla="*/ 70822 w 141308"/>
                  <a:gd name="csY0" fmla="*/ 141688 h 141488"/>
                  <a:gd name="csX1" fmla="*/ 120782 w 141308"/>
                  <a:gd name="csY1" fmla="*/ 120968 h 141488"/>
                  <a:gd name="csX2" fmla="*/ 141476 w 141308"/>
                  <a:gd name="csY2" fmla="*/ 70944 h 141488"/>
                  <a:gd name="csX3" fmla="*/ 120782 w 141308"/>
                  <a:gd name="csY3" fmla="*/ 20921 h 141488"/>
                  <a:gd name="csX4" fmla="*/ 70822 w 141308"/>
                  <a:gd name="csY4" fmla="*/ 200 h 141488"/>
                  <a:gd name="csX5" fmla="*/ 20862 w 141308"/>
                  <a:gd name="csY5" fmla="*/ 20921 h 141488"/>
                  <a:gd name="csX6" fmla="*/ 168 w 141308"/>
                  <a:gd name="csY6" fmla="*/ 70944 h 141488"/>
                  <a:gd name="csX7" fmla="*/ 20862 w 141308"/>
                  <a:gd name="csY7" fmla="*/ 120968 h 141488"/>
                  <a:gd name="csX8" fmla="*/ 70822 w 141308"/>
                  <a:gd name="csY8" fmla="*/ 14168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2" y="141688"/>
                    </a:moveTo>
                    <a:cubicBezTo>
                      <a:pt x="89560" y="141688"/>
                      <a:pt x="107532" y="134234"/>
                      <a:pt x="120782" y="120968"/>
                    </a:cubicBezTo>
                    <a:cubicBezTo>
                      <a:pt x="134031" y="107701"/>
                      <a:pt x="141476" y="89706"/>
                      <a:pt x="141476" y="70944"/>
                    </a:cubicBezTo>
                    <a:cubicBezTo>
                      <a:pt x="141476" y="52183"/>
                      <a:pt x="134031" y="34187"/>
                      <a:pt x="120782" y="20921"/>
                    </a:cubicBezTo>
                    <a:cubicBezTo>
                      <a:pt x="107532" y="7654"/>
                      <a:pt x="89560" y="200"/>
                      <a:pt x="70822" y="200"/>
                    </a:cubicBezTo>
                    <a:cubicBezTo>
                      <a:pt x="52084" y="200"/>
                      <a:pt x="34112" y="7654"/>
                      <a:pt x="20862" y="20921"/>
                    </a:cubicBezTo>
                    <a:cubicBezTo>
                      <a:pt x="7613" y="34187"/>
                      <a:pt x="168" y="52183"/>
                      <a:pt x="168" y="70944"/>
                    </a:cubicBezTo>
                    <a:cubicBezTo>
                      <a:pt x="168" y="89706"/>
                      <a:pt x="7613" y="107701"/>
                      <a:pt x="20862" y="120968"/>
                    </a:cubicBezTo>
                    <a:cubicBezTo>
                      <a:pt x="34112" y="134234"/>
                      <a:pt x="52084" y="141688"/>
                      <a:pt x="70822" y="141688"/>
                    </a:cubicBezTo>
                    <a:close/>
                  </a:path>
                </a:pathLst>
              </a:custGeom>
              <a:solidFill>
                <a:srgbClr val="3E49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3" name="任意多边形: 形状 1802"/>
              <p:cNvSpPr/>
              <p:nvPr/>
            </p:nvSpPr>
            <p:spPr>
              <a:xfrm>
                <a:off x="12713943" y="19608690"/>
                <a:ext cx="223200" cy="223200"/>
              </a:xfrm>
              <a:custGeom>
                <a:avLst/>
                <a:gdLst>
                  <a:gd name="csX0" fmla="*/ 70825 w 141308"/>
                  <a:gd name="csY0" fmla="*/ 141685 h 141488"/>
                  <a:gd name="csX1" fmla="*/ 120785 w 141308"/>
                  <a:gd name="csY1" fmla="*/ 120964 h 141488"/>
                  <a:gd name="csX2" fmla="*/ 141479 w 141308"/>
                  <a:gd name="csY2" fmla="*/ 70941 h 141488"/>
                  <a:gd name="csX3" fmla="*/ 120785 w 141308"/>
                  <a:gd name="csY3" fmla="*/ 20917 h 141488"/>
                  <a:gd name="csX4" fmla="*/ 70825 w 141308"/>
                  <a:gd name="csY4" fmla="*/ 196 h 141488"/>
                  <a:gd name="csX5" fmla="*/ 20865 w 141308"/>
                  <a:gd name="csY5" fmla="*/ 20917 h 141488"/>
                  <a:gd name="csX6" fmla="*/ 171 w 141308"/>
                  <a:gd name="csY6" fmla="*/ 70941 h 141488"/>
                  <a:gd name="csX7" fmla="*/ 20865 w 141308"/>
                  <a:gd name="csY7" fmla="*/ 120964 h 141488"/>
                  <a:gd name="csX8" fmla="*/ 70825 w 141308"/>
                  <a:gd name="csY8" fmla="*/ 14168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5" y="141685"/>
                    </a:moveTo>
                    <a:cubicBezTo>
                      <a:pt x="89562" y="141685"/>
                      <a:pt x="107535" y="134231"/>
                      <a:pt x="120785" y="120964"/>
                    </a:cubicBezTo>
                    <a:cubicBezTo>
                      <a:pt x="134034" y="107698"/>
                      <a:pt x="141479" y="89702"/>
                      <a:pt x="141479" y="70941"/>
                    </a:cubicBezTo>
                    <a:cubicBezTo>
                      <a:pt x="141479" y="52179"/>
                      <a:pt x="134034" y="34183"/>
                      <a:pt x="120785" y="20917"/>
                    </a:cubicBezTo>
                    <a:cubicBezTo>
                      <a:pt x="107535" y="7650"/>
                      <a:pt x="89562" y="196"/>
                      <a:pt x="70825" y="196"/>
                    </a:cubicBezTo>
                    <a:cubicBezTo>
                      <a:pt x="52087" y="196"/>
                      <a:pt x="34114" y="7650"/>
                      <a:pt x="20865" y="20917"/>
                    </a:cubicBezTo>
                    <a:cubicBezTo>
                      <a:pt x="7615" y="34183"/>
                      <a:pt x="171" y="52179"/>
                      <a:pt x="171" y="70941"/>
                    </a:cubicBezTo>
                    <a:cubicBezTo>
                      <a:pt x="171" y="89702"/>
                      <a:pt x="7615" y="107698"/>
                      <a:pt x="20865" y="120964"/>
                    </a:cubicBezTo>
                    <a:cubicBezTo>
                      <a:pt x="34114" y="134231"/>
                      <a:pt x="52087" y="141685"/>
                      <a:pt x="70825" y="141685"/>
                    </a:cubicBezTo>
                    <a:close/>
                  </a:path>
                </a:pathLst>
              </a:custGeom>
              <a:solidFill>
                <a:srgbClr val="4241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4" name="任意多边形: 形状 1803"/>
              <p:cNvSpPr/>
              <p:nvPr/>
            </p:nvSpPr>
            <p:spPr>
              <a:xfrm>
                <a:off x="13407054" y="18918332"/>
                <a:ext cx="223200" cy="223200"/>
              </a:xfrm>
              <a:custGeom>
                <a:avLst/>
                <a:gdLst>
                  <a:gd name="csX0" fmla="*/ 70848 w 141308"/>
                  <a:gd name="csY0" fmla="*/ 141662 h 141488"/>
                  <a:gd name="csX1" fmla="*/ 120808 w 141308"/>
                  <a:gd name="csY1" fmla="*/ 120941 h 141488"/>
                  <a:gd name="csX2" fmla="*/ 141502 w 141308"/>
                  <a:gd name="csY2" fmla="*/ 70918 h 141488"/>
                  <a:gd name="csX3" fmla="*/ 120808 w 141308"/>
                  <a:gd name="csY3" fmla="*/ 20894 h 141488"/>
                  <a:gd name="csX4" fmla="*/ 70848 w 141308"/>
                  <a:gd name="csY4" fmla="*/ 173 h 141488"/>
                  <a:gd name="csX5" fmla="*/ 20888 w 141308"/>
                  <a:gd name="csY5" fmla="*/ 20894 h 141488"/>
                  <a:gd name="csX6" fmla="*/ 194 w 141308"/>
                  <a:gd name="csY6" fmla="*/ 70918 h 141488"/>
                  <a:gd name="csX7" fmla="*/ 20888 w 141308"/>
                  <a:gd name="csY7" fmla="*/ 120941 h 141488"/>
                  <a:gd name="csX8" fmla="*/ 70848 w 141308"/>
                  <a:gd name="csY8" fmla="*/ 14166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8" y="141662"/>
                    </a:moveTo>
                    <a:cubicBezTo>
                      <a:pt x="89585" y="141662"/>
                      <a:pt x="107558" y="134208"/>
                      <a:pt x="120808" y="120941"/>
                    </a:cubicBezTo>
                    <a:cubicBezTo>
                      <a:pt x="134057" y="107675"/>
                      <a:pt x="141502" y="89679"/>
                      <a:pt x="141502" y="70918"/>
                    </a:cubicBezTo>
                    <a:cubicBezTo>
                      <a:pt x="141502" y="52156"/>
                      <a:pt x="134057" y="34160"/>
                      <a:pt x="120808" y="20894"/>
                    </a:cubicBezTo>
                    <a:cubicBezTo>
                      <a:pt x="107558" y="7628"/>
                      <a:pt x="89585" y="173"/>
                      <a:pt x="70848" y="173"/>
                    </a:cubicBezTo>
                    <a:cubicBezTo>
                      <a:pt x="52110" y="173"/>
                      <a:pt x="34137" y="7628"/>
                      <a:pt x="20888" y="20894"/>
                    </a:cubicBezTo>
                    <a:cubicBezTo>
                      <a:pt x="7638" y="34160"/>
                      <a:pt x="194" y="52156"/>
                      <a:pt x="194" y="70918"/>
                    </a:cubicBezTo>
                    <a:cubicBezTo>
                      <a:pt x="194" y="89679"/>
                      <a:pt x="7638" y="107675"/>
                      <a:pt x="20888" y="120941"/>
                    </a:cubicBezTo>
                    <a:cubicBezTo>
                      <a:pt x="34137" y="134208"/>
                      <a:pt x="52110" y="141662"/>
                      <a:pt x="70848" y="141662"/>
                    </a:cubicBezTo>
                    <a:close/>
                  </a:path>
                </a:pathLst>
              </a:custGeom>
              <a:solidFill>
                <a:srgbClr val="48257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5" name="任意多边形: 形状 1804"/>
              <p:cNvSpPr/>
              <p:nvPr/>
            </p:nvSpPr>
            <p:spPr>
              <a:xfrm>
                <a:off x="13437107" y="19828395"/>
                <a:ext cx="223200" cy="223200"/>
              </a:xfrm>
              <a:custGeom>
                <a:avLst/>
                <a:gdLst>
                  <a:gd name="csX0" fmla="*/ 70849 w 141308"/>
                  <a:gd name="csY0" fmla="*/ 141692 h 141488"/>
                  <a:gd name="csX1" fmla="*/ 120809 w 141308"/>
                  <a:gd name="csY1" fmla="*/ 120971 h 141488"/>
                  <a:gd name="csX2" fmla="*/ 141503 w 141308"/>
                  <a:gd name="csY2" fmla="*/ 70948 h 141488"/>
                  <a:gd name="csX3" fmla="*/ 120809 w 141308"/>
                  <a:gd name="csY3" fmla="*/ 20924 h 141488"/>
                  <a:gd name="csX4" fmla="*/ 70849 w 141308"/>
                  <a:gd name="csY4" fmla="*/ 204 h 141488"/>
                  <a:gd name="csX5" fmla="*/ 20889 w 141308"/>
                  <a:gd name="csY5" fmla="*/ 20924 h 141488"/>
                  <a:gd name="csX6" fmla="*/ 195 w 141308"/>
                  <a:gd name="csY6" fmla="*/ 70948 h 141488"/>
                  <a:gd name="csX7" fmla="*/ 20889 w 141308"/>
                  <a:gd name="csY7" fmla="*/ 120971 h 141488"/>
                  <a:gd name="csX8" fmla="*/ 70849 w 141308"/>
                  <a:gd name="csY8" fmla="*/ 14169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9" y="141692"/>
                    </a:moveTo>
                    <a:cubicBezTo>
                      <a:pt x="89586" y="141692"/>
                      <a:pt x="107559" y="134238"/>
                      <a:pt x="120809" y="120971"/>
                    </a:cubicBezTo>
                    <a:cubicBezTo>
                      <a:pt x="134058" y="107705"/>
                      <a:pt x="141503" y="89709"/>
                      <a:pt x="141503" y="70948"/>
                    </a:cubicBezTo>
                    <a:cubicBezTo>
                      <a:pt x="141503" y="52186"/>
                      <a:pt x="134058" y="34190"/>
                      <a:pt x="120809" y="20924"/>
                    </a:cubicBezTo>
                    <a:cubicBezTo>
                      <a:pt x="107559" y="7658"/>
                      <a:pt x="89586" y="204"/>
                      <a:pt x="70849" y="204"/>
                    </a:cubicBezTo>
                    <a:cubicBezTo>
                      <a:pt x="52111" y="204"/>
                      <a:pt x="34138" y="7658"/>
                      <a:pt x="20889" y="20924"/>
                    </a:cubicBezTo>
                    <a:cubicBezTo>
                      <a:pt x="7639" y="34190"/>
                      <a:pt x="195" y="52186"/>
                      <a:pt x="195" y="70948"/>
                    </a:cubicBezTo>
                    <a:cubicBezTo>
                      <a:pt x="195" y="89709"/>
                      <a:pt x="7639" y="107705"/>
                      <a:pt x="20889" y="120971"/>
                    </a:cubicBezTo>
                    <a:cubicBezTo>
                      <a:pt x="34138" y="134238"/>
                      <a:pt x="52111" y="141692"/>
                      <a:pt x="70849" y="141692"/>
                    </a:cubicBezTo>
                    <a:close/>
                  </a:path>
                </a:pathLst>
              </a:custGeom>
              <a:solidFill>
                <a:srgbClr val="46327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6" name="任意多边形: 形状 1805"/>
              <p:cNvSpPr/>
              <p:nvPr/>
            </p:nvSpPr>
            <p:spPr>
              <a:xfrm>
                <a:off x="14332267" y="17961321"/>
                <a:ext cx="223200" cy="223200"/>
              </a:xfrm>
              <a:custGeom>
                <a:avLst/>
                <a:gdLst>
                  <a:gd name="csX0" fmla="*/ 70878 w 141308"/>
                  <a:gd name="csY0" fmla="*/ 141630 h 141488"/>
                  <a:gd name="csX1" fmla="*/ 120838 w 141308"/>
                  <a:gd name="csY1" fmla="*/ 120910 h 141488"/>
                  <a:gd name="csX2" fmla="*/ 141532 w 141308"/>
                  <a:gd name="csY2" fmla="*/ 70886 h 141488"/>
                  <a:gd name="csX3" fmla="*/ 120838 w 141308"/>
                  <a:gd name="csY3" fmla="*/ 20862 h 141488"/>
                  <a:gd name="csX4" fmla="*/ 70878 w 141308"/>
                  <a:gd name="csY4" fmla="*/ 142 h 141488"/>
                  <a:gd name="csX5" fmla="*/ 20918 w 141308"/>
                  <a:gd name="csY5" fmla="*/ 20862 h 141488"/>
                  <a:gd name="csX6" fmla="*/ 224 w 141308"/>
                  <a:gd name="csY6" fmla="*/ 70886 h 141488"/>
                  <a:gd name="csX7" fmla="*/ 20918 w 141308"/>
                  <a:gd name="csY7" fmla="*/ 120910 h 141488"/>
                  <a:gd name="csX8" fmla="*/ 70878 w 141308"/>
                  <a:gd name="csY8" fmla="*/ 14163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8" y="141630"/>
                    </a:moveTo>
                    <a:cubicBezTo>
                      <a:pt x="89616" y="141630"/>
                      <a:pt x="107589" y="134176"/>
                      <a:pt x="120838" y="120910"/>
                    </a:cubicBezTo>
                    <a:cubicBezTo>
                      <a:pt x="134088" y="107643"/>
                      <a:pt x="141532" y="89648"/>
                      <a:pt x="141532" y="70886"/>
                    </a:cubicBezTo>
                    <a:cubicBezTo>
                      <a:pt x="141532" y="52124"/>
                      <a:pt x="134088" y="34129"/>
                      <a:pt x="120838" y="20862"/>
                    </a:cubicBezTo>
                    <a:cubicBezTo>
                      <a:pt x="107589" y="7596"/>
                      <a:pt x="89616" y="142"/>
                      <a:pt x="70878" y="142"/>
                    </a:cubicBezTo>
                    <a:cubicBezTo>
                      <a:pt x="52141" y="142"/>
                      <a:pt x="34168" y="7596"/>
                      <a:pt x="20918" y="20862"/>
                    </a:cubicBezTo>
                    <a:cubicBezTo>
                      <a:pt x="7669" y="34129"/>
                      <a:pt x="224" y="52124"/>
                      <a:pt x="224" y="70886"/>
                    </a:cubicBezTo>
                    <a:cubicBezTo>
                      <a:pt x="224" y="89648"/>
                      <a:pt x="7669" y="107643"/>
                      <a:pt x="20918" y="120910"/>
                    </a:cubicBezTo>
                    <a:cubicBezTo>
                      <a:pt x="34168" y="134176"/>
                      <a:pt x="52141" y="141630"/>
                      <a:pt x="70878" y="141630"/>
                    </a:cubicBezTo>
                    <a:close/>
                  </a:path>
                </a:pathLst>
              </a:custGeom>
              <a:solidFill>
                <a:srgbClr val="2C71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7" name="任意多边形: 形状 1806"/>
              <p:cNvSpPr/>
              <p:nvPr/>
            </p:nvSpPr>
            <p:spPr>
              <a:xfrm>
                <a:off x="13764079" y="18995342"/>
                <a:ext cx="223200" cy="223200"/>
              </a:xfrm>
              <a:custGeom>
                <a:avLst/>
                <a:gdLst>
                  <a:gd name="csX0" fmla="*/ 70859 w 141308"/>
                  <a:gd name="csY0" fmla="*/ 141664 h 141488"/>
                  <a:gd name="csX1" fmla="*/ 120819 w 141308"/>
                  <a:gd name="csY1" fmla="*/ 120944 h 141488"/>
                  <a:gd name="csX2" fmla="*/ 141513 w 141308"/>
                  <a:gd name="csY2" fmla="*/ 70920 h 141488"/>
                  <a:gd name="csX3" fmla="*/ 120819 w 141308"/>
                  <a:gd name="csY3" fmla="*/ 20897 h 141488"/>
                  <a:gd name="csX4" fmla="*/ 70859 w 141308"/>
                  <a:gd name="csY4" fmla="*/ 176 h 141488"/>
                  <a:gd name="csX5" fmla="*/ 20900 w 141308"/>
                  <a:gd name="csY5" fmla="*/ 20897 h 141488"/>
                  <a:gd name="csX6" fmla="*/ 205 w 141308"/>
                  <a:gd name="csY6" fmla="*/ 70920 h 141488"/>
                  <a:gd name="csX7" fmla="*/ 20900 w 141308"/>
                  <a:gd name="csY7" fmla="*/ 120944 h 141488"/>
                  <a:gd name="csX8" fmla="*/ 70859 w 141308"/>
                  <a:gd name="csY8" fmla="*/ 14166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9" y="141664"/>
                    </a:moveTo>
                    <a:cubicBezTo>
                      <a:pt x="89597" y="141664"/>
                      <a:pt x="107570" y="134210"/>
                      <a:pt x="120819" y="120944"/>
                    </a:cubicBezTo>
                    <a:cubicBezTo>
                      <a:pt x="134069" y="107678"/>
                      <a:pt x="141513" y="89682"/>
                      <a:pt x="141513" y="70920"/>
                    </a:cubicBezTo>
                    <a:cubicBezTo>
                      <a:pt x="141513" y="52159"/>
                      <a:pt x="134069" y="34163"/>
                      <a:pt x="120819" y="20897"/>
                    </a:cubicBezTo>
                    <a:cubicBezTo>
                      <a:pt x="107570" y="7630"/>
                      <a:pt x="89597" y="176"/>
                      <a:pt x="70859" y="176"/>
                    </a:cubicBezTo>
                    <a:cubicBezTo>
                      <a:pt x="52122" y="176"/>
                      <a:pt x="34149" y="7630"/>
                      <a:pt x="20900" y="20897"/>
                    </a:cubicBezTo>
                    <a:cubicBezTo>
                      <a:pt x="7650" y="34163"/>
                      <a:pt x="205" y="52159"/>
                      <a:pt x="205" y="70920"/>
                    </a:cubicBezTo>
                    <a:cubicBezTo>
                      <a:pt x="205" y="89682"/>
                      <a:pt x="7650" y="107678"/>
                      <a:pt x="20900" y="120944"/>
                    </a:cubicBezTo>
                    <a:cubicBezTo>
                      <a:pt x="34149" y="134210"/>
                      <a:pt x="52122" y="141664"/>
                      <a:pt x="70859" y="141664"/>
                    </a:cubicBezTo>
                    <a:close/>
                  </a:path>
                </a:pathLst>
              </a:custGeom>
              <a:solidFill>
                <a:srgbClr val="48217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8" name="任意多边形: 形状 1807"/>
              <p:cNvSpPr/>
              <p:nvPr/>
            </p:nvSpPr>
            <p:spPr>
              <a:xfrm>
                <a:off x="14748534" y="18994252"/>
                <a:ext cx="223200" cy="223200"/>
              </a:xfrm>
              <a:custGeom>
                <a:avLst/>
                <a:gdLst>
                  <a:gd name="csX0" fmla="*/ 70892 w 141308"/>
                  <a:gd name="csY0" fmla="*/ 141664 h 141488"/>
                  <a:gd name="csX1" fmla="*/ 120852 w 141308"/>
                  <a:gd name="csY1" fmla="*/ 120944 h 141488"/>
                  <a:gd name="csX2" fmla="*/ 141546 w 141308"/>
                  <a:gd name="csY2" fmla="*/ 70920 h 141488"/>
                  <a:gd name="csX3" fmla="*/ 120852 w 141308"/>
                  <a:gd name="csY3" fmla="*/ 20896 h 141488"/>
                  <a:gd name="csX4" fmla="*/ 70892 w 141308"/>
                  <a:gd name="csY4" fmla="*/ 176 h 141488"/>
                  <a:gd name="csX5" fmla="*/ 20932 w 141308"/>
                  <a:gd name="csY5" fmla="*/ 20896 h 141488"/>
                  <a:gd name="csX6" fmla="*/ 238 w 141308"/>
                  <a:gd name="csY6" fmla="*/ 70920 h 141488"/>
                  <a:gd name="csX7" fmla="*/ 20932 w 141308"/>
                  <a:gd name="csY7" fmla="*/ 120944 h 141488"/>
                  <a:gd name="csX8" fmla="*/ 70892 w 141308"/>
                  <a:gd name="csY8" fmla="*/ 14166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2" y="141664"/>
                    </a:moveTo>
                    <a:cubicBezTo>
                      <a:pt x="89630" y="141664"/>
                      <a:pt x="107602" y="134210"/>
                      <a:pt x="120852" y="120944"/>
                    </a:cubicBezTo>
                    <a:cubicBezTo>
                      <a:pt x="134101" y="107677"/>
                      <a:pt x="141546" y="89682"/>
                      <a:pt x="141546" y="70920"/>
                    </a:cubicBezTo>
                    <a:cubicBezTo>
                      <a:pt x="141546" y="52159"/>
                      <a:pt x="134101" y="34163"/>
                      <a:pt x="120852" y="20896"/>
                    </a:cubicBezTo>
                    <a:cubicBezTo>
                      <a:pt x="107602" y="7630"/>
                      <a:pt x="89630" y="176"/>
                      <a:pt x="70892" y="176"/>
                    </a:cubicBezTo>
                    <a:cubicBezTo>
                      <a:pt x="52154" y="176"/>
                      <a:pt x="34182" y="7630"/>
                      <a:pt x="20932" y="20896"/>
                    </a:cubicBezTo>
                    <a:cubicBezTo>
                      <a:pt x="7683" y="34163"/>
                      <a:pt x="238" y="52159"/>
                      <a:pt x="238" y="70920"/>
                    </a:cubicBezTo>
                    <a:cubicBezTo>
                      <a:pt x="238" y="89682"/>
                      <a:pt x="7683" y="107677"/>
                      <a:pt x="20932" y="120944"/>
                    </a:cubicBezTo>
                    <a:cubicBezTo>
                      <a:pt x="34182" y="134210"/>
                      <a:pt x="52154" y="141664"/>
                      <a:pt x="70892" y="141664"/>
                    </a:cubicBezTo>
                    <a:close/>
                  </a:path>
                </a:pathLst>
              </a:custGeom>
              <a:solidFill>
                <a:srgbClr val="3B51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09" name="任意多边形: 形状 1808"/>
              <p:cNvSpPr/>
              <p:nvPr/>
            </p:nvSpPr>
            <p:spPr>
              <a:xfrm>
                <a:off x="12773241" y="19052393"/>
                <a:ext cx="223200" cy="223200"/>
              </a:xfrm>
              <a:custGeom>
                <a:avLst/>
                <a:gdLst>
                  <a:gd name="csX0" fmla="*/ 70827 w 141308"/>
                  <a:gd name="csY0" fmla="*/ 141666 h 141488"/>
                  <a:gd name="csX1" fmla="*/ 120787 w 141308"/>
                  <a:gd name="csY1" fmla="*/ 120946 h 141488"/>
                  <a:gd name="csX2" fmla="*/ 141481 w 141308"/>
                  <a:gd name="csY2" fmla="*/ 70922 h 141488"/>
                  <a:gd name="csX3" fmla="*/ 120787 w 141308"/>
                  <a:gd name="csY3" fmla="*/ 20898 h 141488"/>
                  <a:gd name="csX4" fmla="*/ 70827 w 141308"/>
                  <a:gd name="csY4" fmla="*/ 178 h 141488"/>
                  <a:gd name="csX5" fmla="*/ 20867 w 141308"/>
                  <a:gd name="csY5" fmla="*/ 20898 h 141488"/>
                  <a:gd name="csX6" fmla="*/ 173 w 141308"/>
                  <a:gd name="csY6" fmla="*/ 70922 h 141488"/>
                  <a:gd name="csX7" fmla="*/ 20867 w 141308"/>
                  <a:gd name="csY7" fmla="*/ 120946 h 141488"/>
                  <a:gd name="csX8" fmla="*/ 70827 w 141308"/>
                  <a:gd name="csY8" fmla="*/ 14166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7" y="141666"/>
                    </a:moveTo>
                    <a:cubicBezTo>
                      <a:pt x="89564" y="141666"/>
                      <a:pt x="107537" y="134212"/>
                      <a:pt x="120787" y="120946"/>
                    </a:cubicBezTo>
                    <a:cubicBezTo>
                      <a:pt x="134036" y="107679"/>
                      <a:pt x="141481" y="89684"/>
                      <a:pt x="141481" y="70922"/>
                    </a:cubicBezTo>
                    <a:cubicBezTo>
                      <a:pt x="141481" y="52161"/>
                      <a:pt x="134036" y="34165"/>
                      <a:pt x="120787" y="20898"/>
                    </a:cubicBezTo>
                    <a:cubicBezTo>
                      <a:pt x="107537" y="7632"/>
                      <a:pt x="89564" y="178"/>
                      <a:pt x="70827" y="178"/>
                    </a:cubicBezTo>
                    <a:cubicBezTo>
                      <a:pt x="52089" y="178"/>
                      <a:pt x="34116" y="7632"/>
                      <a:pt x="20867" y="20898"/>
                    </a:cubicBezTo>
                    <a:cubicBezTo>
                      <a:pt x="7617" y="34165"/>
                      <a:pt x="173" y="52161"/>
                      <a:pt x="173" y="70922"/>
                    </a:cubicBezTo>
                    <a:cubicBezTo>
                      <a:pt x="173" y="89684"/>
                      <a:pt x="7617" y="107679"/>
                      <a:pt x="20867" y="120946"/>
                    </a:cubicBezTo>
                    <a:cubicBezTo>
                      <a:pt x="34116" y="134212"/>
                      <a:pt x="52089" y="141666"/>
                      <a:pt x="70827" y="141666"/>
                    </a:cubicBezTo>
                    <a:close/>
                  </a:path>
                </a:pathLst>
              </a:custGeom>
              <a:solidFill>
                <a:srgbClr val="4538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0" name="任意多边形: 形状 1809"/>
              <p:cNvSpPr/>
              <p:nvPr/>
            </p:nvSpPr>
            <p:spPr>
              <a:xfrm>
                <a:off x="12867523" y="18249442"/>
                <a:ext cx="223200" cy="223200"/>
              </a:xfrm>
              <a:custGeom>
                <a:avLst/>
                <a:gdLst>
                  <a:gd name="csX0" fmla="*/ 70830 w 141308"/>
                  <a:gd name="csY0" fmla="*/ 141640 h 141488"/>
                  <a:gd name="csX1" fmla="*/ 120790 w 141308"/>
                  <a:gd name="csY1" fmla="*/ 120919 h 141488"/>
                  <a:gd name="csX2" fmla="*/ 141484 w 141308"/>
                  <a:gd name="csY2" fmla="*/ 70896 h 141488"/>
                  <a:gd name="csX3" fmla="*/ 120790 w 141308"/>
                  <a:gd name="csY3" fmla="*/ 20872 h 141488"/>
                  <a:gd name="csX4" fmla="*/ 70830 w 141308"/>
                  <a:gd name="csY4" fmla="*/ 151 h 141488"/>
                  <a:gd name="csX5" fmla="*/ 20870 w 141308"/>
                  <a:gd name="csY5" fmla="*/ 20872 h 141488"/>
                  <a:gd name="csX6" fmla="*/ 176 w 141308"/>
                  <a:gd name="csY6" fmla="*/ 70896 h 141488"/>
                  <a:gd name="csX7" fmla="*/ 20870 w 141308"/>
                  <a:gd name="csY7" fmla="*/ 120919 h 141488"/>
                  <a:gd name="csX8" fmla="*/ 70830 w 141308"/>
                  <a:gd name="csY8" fmla="*/ 14164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0" y="141640"/>
                    </a:moveTo>
                    <a:cubicBezTo>
                      <a:pt x="89567" y="141640"/>
                      <a:pt x="107540" y="134186"/>
                      <a:pt x="120790" y="120919"/>
                    </a:cubicBezTo>
                    <a:cubicBezTo>
                      <a:pt x="134039" y="107653"/>
                      <a:pt x="141484" y="89657"/>
                      <a:pt x="141484" y="70896"/>
                    </a:cubicBezTo>
                    <a:cubicBezTo>
                      <a:pt x="141484" y="52134"/>
                      <a:pt x="134039" y="34138"/>
                      <a:pt x="120790" y="20872"/>
                    </a:cubicBezTo>
                    <a:cubicBezTo>
                      <a:pt x="107540" y="7605"/>
                      <a:pt x="89567" y="151"/>
                      <a:pt x="70830" y="151"/>
                    </a:cubicBezTo>
                    <a:cubicBezTo>
                      <a:pt x="52092" y="151"/>
                      <a:pt x="34119" y="7605"/>
                      <a:pt x="20870" y="20872"/>
                    </a:cubicBezTo>
                    <a:cubicBezTo>
                      <a:pt x="7620" y="34138"/>
                      <a:pt x="176" y="52134"/>
                      <a:pt x="176" y="70896"/>
                    </a:cubicBezTo>
                    <a:cubicBezTo>
                      <a:pt x="176" y="89657"/>
                      <a:pt x="7620" y="107653"/>
                      <a:pt x="20870" y="120919"/>
                    </a:cubicBezTo>
                    <a:cubicBezTo>
                      <a:pt x="34119" y="134186"/>
                      <a:pt x="52092" y="141640"/>
                      <a:pt x="70830" y="141640"/>
                    </a:cubicBezTo>
                    <a:close/>
                  </a:path>
                </a:pathLst>
              </a:custGeom>
              <a:solidFill>
                <a:srgbClr val="365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1" name="任意多边形: 形状 1810"/>
              <p:cNvSpPr/>
              <p:nvPr/>
            </p:nvSpPr>
            <p:spPr>
              <a:xfrm>
                <a:off x="13516227" y="19612858"/>
                <a:ext cx="223200" cy="223200"/>
              </a:xfrm>
              <a:custGeom>
                <a:avLst/>
                <a:gdLst>
                  <a:gd name="csX0" fmla="*/ 70851 w 141308"/>
                  <a:gd name="csY0" fmla="*/ 141685 h 141488"/>
                  <a:gd name="csX1" fmla="*/ 120811 w 141308"/>
                  <a:gd name="csY1" fmla="*/ 120964 h 141488"/>
                  <a:gd name="csX2" fmla="*/ 141505 w 141308"/>
                  <a:gd name="csY2" fmla="*/ 70941 h 141488"/>
                  <a:gd name="csX3" fmla="*/ 120811 w 141308"/>
                  <a:gd name="csY3" fmla="*/ 20917 h 141488"/>
                  <a:gd name="csX4" fmla="*/ 70851 w 141308"/>
                  <a:gd name="csY4" fmla="*/ 196 h 141488"/>
                  <a:gd name="csX5" fmla="*/ 20891 w 141308"/>
                  <a:gd name="csY5" fmla="*/ 20917 h 141488"/>
                  <a:gd name="csX6" fmla="*/ 197 w 141308"/>
                  <a:gd name="csY6" fmla="*/ 70941 h 141488"/>
                  <a:gd name="csX7" fmla="*/ 20891 w 141308"/>
                  <a:gd name="csY7" fmla="*/ 120964 h 141488"/>
                  <a:gd name="csX8" fmla="*/ 70851 w 141308"/>
                  <a:gd name="csY8" fmla="*/ 14168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1" y="141685"/>
                    </a:moveTo>
                    <a:cubicBezTo>
                      <a:pt x="89589" y="141685"/>
                      <a:pt x="107562" y="134231"/>
                      <a:pt x="120811" y="120964"/>
                    </a:cubicBezTo>
                    <a:cubicBezTo>
                      <a:pt x="134061" y="107698"/>
                      <a:pt x="141505" y="89702"/>
                      <a:pt x="141505" y="70941"/>
                    </a:cubicBezTo>
                    <a:cubicBezTo>
                      <a:pt x="141505" y="52179"/>
                      <a:pt x="134061" y="34183"/>
                      <a:pt x="120811" y="20917"/>
                    </a:cubicBezTo>
                    <a:cubicBezTo>
                      <a:pt x="107562" y="7650"/>
                      <a:pt x="89589" y="196"/>
                      <a:pt x="70851" y="196"/>
                    </a:cubicBezTo>
                    <a:cubicBezTo>
                      <a:pt x="52114" y="196"/>
                      <a:pt x="34141" y="7650"/>
                      <a:pt x="20891" y="20917"/>
                    </a:cubicBezTo>
                    <a:cubicBezTo>
                      <a:pt x="7642" y="34183"/>
                      <a:pt x="197" y="52179"/>
                      <a:pt x="197" y="70941"/>
                    </a:cubicBezTo>
                    <a:cubicBezTo>
                      <a:pt x="197" y="89702"/>
                      <a:pt x="7642" y="107698"/>
                      <a:pt x="20891" y="120964"/>
                    </a:cubicBezTo>
                    <a:cubicBezTo>
                      <a:pt x="34141" y="134231"/>
                      <a:pt x="52114" y="141685"/>
                      <a:pt x="70851" y="141685"/>
                    </a:cubicBezTo>
                    <a:close/>
                  </a:path>
                </a:pathLst>
              </a:custGeom>
              <a:solidFill>
                <a:srgbClr val="481D6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2" name="任意多边形: 形状 1811"/>
              <p:cNvSpPr/>
              <p:nvPr/>
            </p:nvSpPr>
            <p:spPr>
              <a:xfrm>
                <a:off x="12593414" y="20318441"/>
                <a:ext cx="223200" cy="223200"/>
              </a:xfrm>
              <a:custGeom>
                <a:avLst/>
                <a:gdLst>
                  <a:gd name="csX0" fmla="*/ 70821 w 141308"/>
                  <a:gd name="csY0" fmla="*/ 141708 h 141488"/>
                  <a:gd name="csX1" fmla="*/ 120781 w 141308"/>
                  <a:gd name="csY1" fmla="*/ 120988 h 141488"/>
                  <a:gd name="csX2" fmla="*/ 141475 w 141308"/>
                  <a:gd name="csY2" fmla="*/ 70964 h 141488"/>
                  <a:gd name="csX3" fmla="*/ 120781 w 141308"/>
                  <a:gd name="csY3" fmla="*/ 20940 h 141488"/>
                  <a:gd name="csX4" fmla="*/ 70821 w 141308"/>
                  <a:gd name="csY4" fmla="*/ 220 h 141488"/>
                  <a:gd name="csX5" fmla="*/ 20861 w 141308"/>
                  <a:gd name="csY5" fmla="*/ 20940 h 141488"/>
                  <a:gd name="csX6" fmla="*/ 167 w 141308"/>
                  <a:gd name="csY6" fmla="*/ 70964 h 141488"/>
                  <a:gd name="csX7" fmla="*/ 20861 w 141308"/>
                  <a:gd name="csY7" fmla="*/ 120988 h 141488"/>
                  <a:gd name="csX8" fmla="*/ 70821 w 141308"/>
                  <a:gd name="csY8" fmla="*/ 14170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1" y="141708"/>
                    </a:moveTo>
                    <a:cubicBezTo>
                      <a:pt x="89558" y="141708"/>
                      <a:pt x="107531" y="134254"/>
                      <a:pt x="120781" y="120988"/>
                    </a:cubicBezTo>
                    <a:cubicBezTo>
                      <a:pt x="134030" y="107721"/>
                      <a:pt x="141475" y="89726"/>
                      <a:pt x="141475" y="70964"/>
                    </a:cubicBezTo>
                    <a:cubicBezTo>
                      <a:pt x="141475" y="52202"/>
                      <a:pt x="134030" y="34207"/>
                      <a:pt x="120781" y="20940"/>
                    </a:cubicBezTo>
                    <a:cubicBezTo>
                      <a:pt x="107531" y="7674"/>
                      <a:pt x="89558" y="220"/>
                      <a:pt x="70821" y="220"/>
                    </a:cubicBezTo>
                    <a:cubicBezTo>
                      <a:pt x="52083" y="220"/>
                      <a:pt x="34110" y="7674"/>
                      <a:pt x="20861" y="20940"/>
                    </a:cubicBezTo>
                    <a:cubicBezTo>
                      <a:pt x="7611" y="34207"/>
                      <a:pt x="167" y="52202"/>
                      <a:pt x="167" y="70964"/>
                    </a:cubicBezTo>
                    <a:cubicBezTo>
                      <a:pt x="167" y="89726"/>
                      <a:pt x="7611" y="107721"/>
                      <a:pt x="20861" y="120988"/>
                    </a:cubicBezTo>
                    <a:cubicBezTo>
                      <a:pt x="34110" y="134254"/>
                      <a:pt x="52083" y="141708"/>
                      <a:pt x="70821" y="141708"/>
                    </a:cubicBezTo>
                    <a:close/>
                  </a:path>
                </a:pathLst>
              </a:custGeom>
              <a:solidFill>
                <a:srgbClr val="3264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3" name="任意多边形: 形状 1812"/>
              <p:cNvSpPr/>
              <p:nvPr/>
            </p:nvSpPr>
            <p:spPr>
              <a:xfrm>
                <a:off x="13954191" y="18657204"/>
                <a:ext cx="223200" cy="223200"/>
              </a:xfrm>
              <a:custGeom>
                <a:avLst/>
                <a:gdLst>
                  <a:gd name="csX0" fmla="*/ 70866 w 141308"/>
                  <a:gd name="csY0" fmla="*/ 141653 h 141488"/>
                  <a:gd name="csX1" fmla="*/ 120826 w 141308"/>
                  <a:gd name="csY1" fmla="*/ 120933 h 141488"/>
                  <a:gd name="csX2" fmla="*/ 141520 w 141308"/>
                  <a:gd name="csY2" fmla="*/ 70909 h 141488"/>
                  <a:gd name="csX3" fmla="*/ 120826 w 141308"/>
                  <a:gd name="csY3" fmla="*/ 20885 h 141488"/>
                  <a:gd name="csX4" fmla="*/ 70866 w 141308"/>
                  <a:gd name="csY4" fmla="*/ 165 h 141488"/>
                  <a:gd name="csX5" fmla="*/ 20906 w 141308"/>
                  <a:gd name="csY5" fmla="*/ 20885 h 141488"/>
                  <a:gd name="csX6" fmla="*/ 212 w 141308"/>
                  <a:gd name="csY6" fmla="*/ 70909 h 141488"/>
                  <a:gd name="csX7" fmla="*/ 20906 w 141308"/>
                  <a:gd name="csY7" fmla="*/ 120933 h 141488"/>
                  <a:gd name="csX8" fmla="*/ 70866 w 141308"/>
                  <a:gd name="csY8" fmla="*/ 14165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6" y="141653"/>
                    </a:moveTo>
                    <a:cubicBezTo>
                      <a:pt x="89603" y="141653"/>
                      <a:pt x="107576" y="134199"/>
                      <a:pt x="120826" y="120933"/>
                    </a:cubicBezTo>
                    <a:cubicBezTo>
                      <a:pt x="134075" y="107666"/>
                      <a:pt x="141520" y="89671"/>
                      <a:pt x="141520" y="70909"/>
                    </a:cubicBezTo>
                    <a:cubicBezTo>
                      <a:pt x="141520" y="52147"/>
                      <a:pt x="134075" y="34152"/>
                      <a:pt x="120826" y="20885"/>
                    </a:cubicBezTo>
                    <a:cubicBezTo>
                      <a:pt x="107576" y="7619"/>
                      <a:pt x="89603" y="165"/>
                      <a:pt x="70866" y="165"/>
                    </a:cubicBezTo>
                    <a:cubicBezTo>
                      <a:pt x="52128" y="165"/>
                      <a:pt x="34155" y="7619"/>
                      <a:pt x="20906" y="20885"/>
                    </a:cubicBezTo>
                    <a:cubicBezTo>
                      <a:pt x="7656" y="34152"/>
                      <a:pt x="212" y="52147"/>
                      <a:pt x="212" y="70909"/>
                    </a:cubicBezTo>
                    <a:cubicBezTo>
                      <a:pt x="212" y="89671"/>
                      <a:pt x="7656" y="107666"/>
                      <a:pt x="20906" y="120933"/>
                    </a:cubicBezTo>
                    <a:cubicBezTo>
                      <a:pt x="34155" y="134199"/>
                      <a:pt x="52128" y="141653"/>
                      <a:pt x="70866" y="141653"/>
                    </a:cubicBezTo>
                    <a:close/>
                  </a:path>
                </a:pathLst>
              </a:custGeom>
              <a:solidFill>
                <a:srgbClr val="443A8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4" name="任意多边形: 形状 1813"/>
              <p:cNvSpPr/>
              <p:nvPr/>
            </p:nvSpPr>
            <p:spPr>
              <a:xfrm>
                <a:off x="12604513" y="18826037"/>
                <a:ext cx="223200" cy="223200"/>
              </a:xfrm>
              <a:custGeom>
                <a:avLst/>
                <a:gdLst>
                  <a:gd name="csX0" fmla="*/ 70821 w 141308"/>
                  <a:gd name="csY0" fmla="*/ 141659 h 141488"/>
                  <a:gd name="csX1" fmla="*/ 120781 w 141308"/>
                  <a:gd name="csY1" fmla="*/ 120938 h 141488"/>
                  <a:gd name="csX2" fmla="*/ 141475 w 141308"/>
                  <a:gd name="csY2" fmla="*/ 70915 h 141488"/>
                  <a:gd name="csX3" fmla="*/ 120781 w 141308"/>
                  <a:gd name="csY3" fmla="*/ 20891 h 141488"/>
                  <a:gd name="csX4" fmla="*/ 70821 w 141308"/>
                  <a:gd name="csY4" fmla="*/ 170 h 141488"/>
                  <a:gd name="csX5" fmla="*/ 20861 w 141308"/>
                  <a:gd name="csY5" fmla="*/ 20891 h 141488"/>
                  <a:gd name="csX6" fmla="*/ 167 w 141308"/>
                  <a:gd name="csY6" fmla="*/ 70915 h 141488"/>
                  <a:gd name="csX7" fmla="*/ 20861 w 141308"/>
                  <a:gd name="csY7" fmla="*/ 120938 h 141488"/>
                  <a:gd name="csX8" fmla="*/ 70821 w 141308"/>
                  <a:gd name="csY8" fmla="*/ 14165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1" y="141659"/>
                    </a:moveTo>
                    <a:cubicBezTo>
                      <a:pt x="89559" y="141659"/>
                      <a:pt x="107531" y="134205"/>
                      <a:pt x="120781" y="120938"/>
                    </a:cubicBezTo>
                    <a:cubicBezTo>
                      <a:pt x="134031" y="107672"/>
                      <a:pt x="141475" y="89676"/>
                      <a:pt x="141475" y="70915"/>
                    </a:cubicBezTo>
                    <a:cubicBezTo>
                      <a:pt x="141475" y="52153"/>
                      <a:pt x="134031" y="34157"/>
                      <a:pt x="120781" y="20891"/>
                    </a:cubicBezTo>
                    <a:cubicBezTo>
                      <a:pt x="107531" y="7624"/>
                      <a:pt x="89559" y="170"/>
                      <a:pt x="70821" y="170"/>
                    </a:cubicBezTo>
                    <a:cubicBezTo>
                      <a:pt x="52083" y="170"/>
                      <a:pt x="34111" y="7624"/>
                      <a:pt x="20861" y="20891"/>
                    </a:cubicBezTo>
                    <a:cubicBezTo>
                      <a:pt x="7612" y="34157"/>
                      <a:pt x="167" y="52153"/>
                      <a:pt x="167" y="70915"/>
                    </a:cubicBezTo>
                    <a:cubicBezTo>
                      <a:pt x="167" y="89676"/>
                      <a:pt x="7612" y="107672"/>
                      <a:pt x="20861" y="120938"/>
                    </a:cubicBezTo>
                    <a:cubicBezTo>
                      <a:pt x="34111" y="134205"/>
                      <a:pt x="52083" y="141659"/>
                      <a:pt x="70821" y="141659"/>
                    </a:cubicBezTo>
                    <a:close/>
                  </a:path>
                </a:pathLst>
              </a:custGeom>
              <a:solidFill>
                <a:srgbClr val="3F47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5" name="任意多边形: 形状 1814"/>
              <p:cNvSpPr/>
              <p:nvPr/>
            </p:nvSpPr>
            <p:spPr>
              <a:xfrm>
                <a:off x="12442420" y="17961903"/>
                <a:ext cx="223200" cy="223200"/>
              </a:xfrm>
              <a:custGeom>
                <a:avLst/>
                <a:gdLst>
                  <a:gd name="csX0" fmla="*/ 70816 w 141308"/>
                  <a:gd name="csY0" fmla="*/ 141630 h 141488"/>
                  <a:gd name="csX1" fmla="*/ 120776 w 141308"/>
                  <a:gd name="csY1" fmla="*/ 120910 h 141488"/>
                  <a:gd name="csX2" fmla="*/ 141470 w 141308"/>
                  <a:gd name="csY2" fmla="*/ 70886 h 141488"/>
                  <a:gd name="csX3" fmla="*/ 120776 w 141308"/>
                  <a:gd name="csY3" fmla="*/ 20862 h 141488"/>
                  <a:gd name="csX4" fmla="*/ 70816 w 141308"/>
                  <a:gd name="csY4" fmla="*/ 142 h 141488"/>
                  <a:gd name="csX5" fmla="*/ 20856 w 141308"/>
                  <a:gd name="csY5" fmla="*/ 20862 h 141488"/>
                  <a:gd name="csX6" fmla="*/ 162 w 141308"/>
                  <a:gd name="csY6" fmla="*/ 70886 h 141488"/>
                  <a:gd name="csX7" fmla="*/ 20856 w 141308"/>
                  <a:gd name="csY7" fmla="*/ 120910 h 141488"/>
                  <a:gd name="csX8" fmla="*/ 70816 w 141308"/>
                  <a:gd name="csY8" fmla="*/ 14163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6" y="141630"/>
                    </a:moveTo>
                    <a:cubicBezTo>
                      <a:pt x="89553" y="141630"/>
                      <a:pt x="107526" y="134176"/>
                      <a:pt x="120776" y="120910"/>
                    </a:cubicBezTo>
                    <a:cubicBezTo>
                      <a:pt x="134025" y="107643"/>
                      <a:pt x="141470" y="89648"/>
                      <a:pt x="141470" y="70886"/>
                    </a:cubicBezTo>
                    <a:cubicBezTo>
                      <a:pt x="141470" y="52124"/>
                      <a:pt x="134025" y="34129"/>
                      <a:pt x="120776" y="20862"/>
                    </a:cubicBezTo>
                    <a:cubicBezTo>
                      <a:pt x="107526" y="7596"/>
                      <a:pt x="89553" y="142"/>
                      <a:pt x="70816" y="142"/>
                    </a:cubicBezTo>
                    <a:cubicBezTo>
                      <a:pt x="52078" y="142"/>
                      <a:pt x="34105" y="7596"/>
                      <a:pt x="20856" y="20862"/>
                    </a:cubicBezTo>
                    <a:cubicBezTo>
                      <a:pt x="7606" y="34129"/>
                      <a:pt x="162" y="52124"/>
                      <a:pt x="162" y="70886"/>
                    </a:cubicBezTo>
                    <a:cubicBezTo>
                      <a:pt x="162" y="89648"/>
                      <a:pt x="7606" y="107643"/>
                      <a:pt x="20856" y="120910"/>
                    </a:cubicBezTo>
                    <a:cubicBezTo>
                      <a:pt x="34105" y="134176"/>
                      <a:pt x="52078" y="141630"/>
                      <a:pt x="70816" y="141630"/>
                    </a:cubicBezTo>
                    <a:close/>
                  </a:path>
                </a:pathLst>
              </a:custGeom>
              <a:solidFill>
                <a:srgbClr val="297A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6" name="任意多边形: 形状 1815"/>
              <p:cNvSpPr/>
              <p:nvPr/>
            </p:nvSpPr>
            <p:spPr>
              <a:xfrm>
                <a:off x="13423250" y="18947812"/>
                <a:ext cx="223200" cy="223200"/>
              </a:xfrm>
              <a:custGeom>
                <a:avLst/>
                <a:gdLst>
                  <a:gd name="csX0" fmla="*/ 70848 w 141308"/>
                  <a:gd name="csY0" fmla="*/ 141663 h 141488"/>
                  <a:gd name="csX1" fmla="*/ 120808 w 141308"/>
                  <a:gd name="csY1" fmla="*/ 120942 h 141488"/>
                  <a:gd name="csX2" fmla="*/ 141502 w 141308"/>
                  <a:gd name="csY2" fmla="*/ 70919 h 141488"/>
                  <a:gd name="csX3" fmla="*/ 120808 w 141308"/>
                  <a:gd name="csY3" fmla="*/ 20895 h 141488"/>
                  <a:gd name="csX4" fmla="*/ 70848 w 141308"/>
                  <a:gd name="csY4" fmla="*/ 174 h 141488"/>
                  <a:gd name="csX5" fmla="*/ 20888 w 141308"/>
                  <a:gd name="csY5" fmla="*/ 20895 h 141488"/>
                  <a:gd name="csX6" fmla="*/ 194 w 141308"/>
                  <a:gd name="csY6" fmla="*/ 70919 h 141488"/>
                  <a:gd name="csX7" fmla="*/ 20888 w 141308"/>
                  <a:gd name="csY7" fmla="*/ 120942 h 141488"/>
                  <a:gd name="csX8" fmla="*/ 70848 w 141308"/>
                  <a:gd name="csY8" fmla="*/ 14166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8" y="141663"/>
                    </a:moveTo>
                    <a:cubicBezTo>
                      <a:pt x="89586" y="141663"/>
                      <a:pt x="107559" y="134209"/>
                      <a:pt x="120808" y="120942"/>
                    </a:cubicBezTo>
                    <a:cubicBezTo>
                      <a:pt x="134058" y="107676"/>
                      <a:pt x="141502" y="89680"/>
                      <a:pt x="141502" y="70919"/>
                    </a:cubicBezTo>
                    <a:cubicBezTo>
                      <a:pt x="141502" y="52157"/>
                      <a:pt x="134058" y="34161"/>
                      <a:pt x="120808" y="20895"/>
                    </a:cubicBezTo>
                    <a:cubicBezTo>
                      <a:pt x="107559" y="7628"/>
                      <a:pt x="89586" y="174"/>
                      <a:pt x="70848" y="174"/>
                    </a:cubicBezTo>
                    <a:cubicBezTo>
                      <a:pt x="52110" y="174"/>
                      <a:pt x="34138" y="7628"/>
                      <a:pt x="20888" y="20895"/>
                    </a:cubicBezTo>
                    <a:cubicBezTo>
                      <a:pt x="7639" y="34161"/>
                      <a:pt x="194" y="52157"/>
                      <a:pt x="194" y="70919"/>
                    </a:cubicBezTo>
                    <a:cubicBezTo>
                      <a:pt x="194" y="89680"/>
                      <a:pt x="7639" y="107676"/>
                      <a:pt x="20888" y="120942"/>
                    </a:cubicBezTo>
                    <a:cubicBezTo>
                      <a:pt x="34138" y="134209"/>
                      <a:pt x="52110" y="141663"/>
                      <a:pt x="70848" y="141663"/>
                    </a:cubicBezTo>
                    <a:close/>
                  </a:path>
                </a:pathLst>
              </a:custGeom>
              <a:solidFill>
                <a:srgbClr val="481C6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7" name="任意多边形: 形状 1816"/>
              <p:cNvSpPr/>
              <p:nvPr/>
            </p:nvSpPr>
            <p:spPr>
              <a:xfrm>
                <a:off x="13739310" y="17448037"/>
                <a:ext cx="223200" cy="223200"/>
              </a:xfrm>
              <a:custGeom>
                <a:avLst/>
                <a:gdLst>
                  <a:gd name="csX0" fmla="*/ 70859 w 141308"/>
                  <a:gd name="csY0" fmla="*/ 141613 h 141488"/>
                  <a:gd name="csX1" fmla="*/ 120819 w 141308"/>
                  <a:gd name="csY1" fmla="*/ 120893 h 141488"/>
                  <a:gd name="csX2" fmla="*/ 141513 w 141308"/>
                  <a:gd name="csY2" fmla="*/ 70869 h 141488"/>
                  <a:gd name="csX3" fmla="*/ 120819 w 141308"/>
                  <a:gd name="csY3" fmla="*/ 20845 h 141488"/>
                  <a:gd name="csX4" fmla="*/ 70859 w 141308"/>
                  <a:gd name="csY4" fmla="*/ 125 h 141488"/>
                  <a:gd name="csX5" fmla="*/ 20899 w 141308"/>
                  <a:gd name="csY5" fmla="*/ 20845 h 141488"/>
                  <a:gd name="csX6" fmla="*/ 205 w 141308"/>
                  <a:gd name="csY6" fmla="*/ 70869 h 141488"/>
                  <a:gd name="csX7" fmla="*/ 20899 w 141308"/>
                  <a:gd name="csY7" fmla="*/ 120893 h 141488"/>
                  <a:gd name="csX8" fmla="*/ 70859 w 141308"/>
                  <a:gd name="csY8" fmla="*/ 14161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9" y="141613"/>
                    </a:moveTo>
                    <a:cubicBezTo>
                      <a:pt x="89596" y="141613"/>
                      <a:pt x="107569" y="134159"/>
                      <a:pt x="120819" y="120893"/>
                    </a:cubicBezTo>
                    <a:cubicBezTo>
                      <a:pt x="134068" y="107626"/>
                      <a:pt x="141513" y="89631"/>
                      <a:pt x="141513" y="70869"/>
                    </a:cubicBezTo>
                    <a:cubicBezTo>
                      <a:pt x="141513" y="52107"/>
                      <a:pt x="134068" y="34112"/>
                      <a:pt x="120819" y="20845"/>
                    </a:cubicBezTo>
                    <a:cubicBezTo>
                      <a:pt x="107569" y="7579"/>
                      <a:pt x="89596" y="125"/>
                      <a:pt x="70859" y="125"/>
                    </a:cubicBezTo>
                    <a:cubicBezTo>
                      <a:pt x="52121" y="125"/>
                      <a:pt x="34148" y="7579"/>
                      <a:pt x="20899" y="20845"/>
                    </a:cubicBezTo>
                    <a:cubicBezTo>
                      <a:pt x="7649" y="34112"/>
                      <a:pt x="205" y="52107"/>
                      <a:pt x="205" y="70869"/>
                    </a:cubicBezTo>
                    <a:cubicBezTo>
                      <a:pt x="205" y="89631"/>
                      <a:pt x="7649" y="107626"/>
                      <a:pt x="20899" y="120893"/>
                    </a:cubicBezTo>
                    <a:cubicBezTo>
                      <a:pt x="34148" y="134159"/>
                      <a:pt x="52121" y="141613"/>
                      <a:pt x="70859" y="141613"/>
                    </a:cubicBezTo>
                    <a:close/>
                  </a:path>
                </a:pathLst>
              </a:custGeom>
              <a:solidFill>
                <a:srgbClr val="228B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8" name="任意多边形: 形状 1817"/>
              <p:cNvSpPr/>
              <p:nvPr/>
            </p:nvSpPr>
            <p:spPr>
              <a:xfrm>
                <a:off x="12919657" y="20163960"/>
                <a:ext cx="223200" cy="223200"/>
              </a:xfrm>
              <a:custGeom>
                <a:avLst/>
                <a:gdLst>
                  <a:gd name="csX0" fmla="*/ 70831 w 141308"/>
                  <a:gd name="csY0" fmla="*/ 141703 h 141488"/>
                  <a:gd name="csX1" fmla="*/ 120791 w 141308"/>
                  <a:gd name="csY1" fmla="*/ 120983 h 141488"/>
                  <a:gd name="csX2" fmla="*/ 141485 w 141308"/>
                  <a:gd name="csY2" fmla="*/ 70959 h 141488"/>
                  <a:gd name="csX3" fmla="*/ 120791 w 141308"/>
                  <a:gd name="csY3" fmla="*/ 20935 h 141488"/>
                  <a:gd name="csX4" fmla="*/ 70831 w 141308"/>
                  <a:gd name="csY4" fmla="*/ 215 h 141488"/>
                  <a:gd name="csX5" fmla="*/ 20872 w 141308"/>
                  <a:gd name="csY5" fmla="*/ 20935 h 141488"/>
                  <a:gd name="csX6" fmla="*/ 177 w 141308"/>
                  <a:gd name="csY6" fmla="*/ 70959 h 141488"/>
                  <a:gd name="csX7" fmla="*/ 20872 w 141308"/>
                  <a:gd name="csY7" fmla="*/ 120983 h 141488"/>
                  <a:gd name="csX8" fmla="*/ 70831 w 141308"/>
                  <a:gd name="csY8" fmla="*/ 14170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1" y="141703"/>
                    </a:moveTo>
                    <a:cubicBezTo>
                      <a:pt x="89569" y="141703"/>
                      <a:pt x="107542" y="134249"/>
                      <a:pt x="120791" y="120983"/>
                    </a:cubicBezTo>
                    <a:cubicBezTo>
                      <a:pt x="134041" y="107716"/>
                      <a:pt x="141485" y="89720"/>
                      <a:pt x="141485" y="70959"/>
                    </a:cubicBezTo>
                    <a:cubicBezTo>
                      <a:pt x="141485" y="52197"/>
                      <a:pt x="134041" y="34202"/>
                      <a:pt x="120791" y="20935"/>
                    </a:cubicBezTo>
                    <a:cubicBezTo>
                      <a:pt x="107542" y="7669"/>
                      <a:pt x="89569" y="215"/>
                      <a:pt x="70831" y="215"/>
                    </a:cubicBezTo>
                    <a:cubicBezTo>
                      <a:pt x="52094" y="215"/>
                      <a:pt x="34121" y="7669"/>
                      <a:pt x="20872" y="20935"/>
                    </a:cubicBezTo>
                    <a:cubicBezTo>
                      <a:pt x="7622" y="34202"/>
                      <a:pt x="177" y="52197"/>
                      <a:pt x="177" y="70959"/>
                    </a:cubicBezTo>
                    <a:cubicBezTo>
                      <a:pt x="177" y="89720"/>
                      <a:pt x="7622" y="107716"/>
                      <a:pt x="20872" y="120983"/>
                    </a:cubicBezTo>
                    <a:cubicBezTo>
                      <a:pt x="34121" y="134249"/>
                      <a:pt x="52094" y="141703"/>
                      <a:pt x="70831" y="141703"/>
                    </a:cubicBezTo>
                    <a:close/>
                  </a:path>
                </a:pathLst>
              </a:custGeom>
              <a:solidFill>
                <a:srgbClr val="3D4D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19" name="任意多边形: 形状 1818"/>
              <p:cNvSpPr/>
              <p:nvPr/>
            </p:nvSpPr>
            <p:spPr>
              <a:xfrm>
                <a:off x="14094211" y="18894390"/>
                <a:ext cx="223200" cy="223200"/>
              </a:xfrm>
              <a:custGeom>
                <a:avLst/>
                <a:gdLst>
                  <a:gd name="csX0" fmla="*/ 70870 w 141308"/>
                  <a:gd name="csY0" fmla="*/ 141661 h 141488"/>
                  <a:gd name="csX1" fmla="*/ 120830 w 141308"/>
                  <a:gd name="csY1" fmla="*/ 120941 h 141488"/>
                  <a:gd name="csX2" fmla="*/ 141524 w 141308"/>
                  <a:gd name="csY2" fmla="*/ 70917 h 141488"/>
                  <a:gd name="csX3" fmla="*/ 120830 w 141308"/>
                  <a:gd name="csY3" fmla="*/ 20893 h 141488"/>
                  <a:gd name="csX4" fmla="*/ 70870 w 141308"/>
                  <a:gd name="csY4" fmla="*/ 173 h 141488"/>
                  <a:gd name="csX5" fmla="*/ 20910 w 141308"/>
                  <a:gd name="csY5" fmla="*/ 20893 h 141488"/>
                  <a:gd name="csX6" fmla="*/ 216 w 141308"/>
                  <a:gd name="csY6" fmla="*/ 70917 h 141488"/>
                  <a:gd name="csX7" fmla="*/ 20910 w 141308"/>
                  <a:gd name="csY7" fmla="*/ 120941 h 141488"/>
                  <a:gd name="csX8" fmla="*/ 70870 w 141308"/>
                  <a:gd name="csY8" fmla="*/ 14166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0" y="141661"/>
                    </a:moveTo>
                    <a:cubicBezTo>
                      <a:pt x="89608" y="141661"/>
                      <a:pt x="107581" y="134207"/>
                      <a:pt x="120830" y="120941"/>
                    </a:cubicBezTo>
                    <a:cubicBezTo>
                      <a:pt x="134080" y="107674"/>
                      <a:pt x="141524" y="89678"/>
                      <a:pt x="141524" y="70917"/>
                    </a:cubicBezTo>
                    <a:cubicBezTo>
                      <a:pt x="141524" y="52155"/>
                      <a:pt x="134080" y="34160"/>
                      <a:pt x="120830" y="20893"/>
                    </a:cubicBezTo>
                    <a:cubicBezTo>
                      <a:pt x="107581" y="7627"/>
                      <a:pt x="89608" y="173"/>
                      <a:pt x="70870" y="173"/>
                    </a:cubicBezTo>
                    <a:cubicBezTo>
                      <a:pt x="52133" y="173"/>
                      <a:pt x="34160" y="7627"/>
                      <a:pt x="20910" y="20893"/>
                    </a:cubicBezTo>
                    <a:cubicBezTo>
                      <a:pt x="7661" y="34160"/>
                      <a:pt x="216" y="52155"/>
                      <a:pt x="216" y="70917"/>
                    </a:cubicBezTo>
                    <a:cubicBezTo>
                      <a:pt x="216" y="89678"/>
                      <a:pt x="7661" y="107674"/>
                      <a:pt x="20910" y="120941"/>
                    </a:cubicBezTo>
                    <a:cubicBezTo>
                      <a:pt x="34160" y="134207"/>
                      <a:pt x="52133" y="141661"/>
                      <a:pt x="70870" y="141661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0" name="任意多边形: 形状 1819"/>
              <p:cNvSpPr/>
              <p:nvPr/>
            </p:nvSpPr>
            <p:spPr>
              <a:xfrm>
                <a:off x="14898691" y="19263852"/>
                <a:ext cx="223200" cy="223200"/>
              </a:xfrm>
              <a:custGeom>
                <a:avLst/>
                <a:gdLst>
                  <a:gd name="csX0" fmla="*/ 70897 w 141308"/>
                  <a:gd name="csY0" fmla="*/ 141673 h 141488"/>
                  <a:gd name="csX1" fmla="*/ 120857 w 141308"/>
                  <a:gd name="csY1" fmla="*/ 120953 h 141488"/>
                  <a:gd name="csX2" fmla="*/ 141551 w 141308"/>
                  <a:gd name="csY2" fmla="*/ 70929 h 141488"/>
                  <a:gd name="csX3" fmla="*/ 120857 w 141308"/>
                  <a:gd name="csY3" fmla="*/ 20905 h 141488"/>
                  <a:gd name="csX4" fmla="*/ 70897 w 141308"/>
                  <a:gd name="csY4" fmla="*/ 185 h 141488"/>
                  <a:gd name="csX5" fmla="*/ 20937 w 141308"/>
                  <a:gd name="csY5" fmla="*/ 20905 h 141488"/>
                  <a:gd name="csX6" fmla="*/ 243 w 141308"/>
                  <a:gd name="csY6" fmla="*/ 70929 h 141488"/>
                  <a:gd name="csX7" fmla="*/ 20937 w 141308"/>
                  <a:gd name="csY7" fmla="*/ 120953 h 141488"/>
                  <a:gd name="csX8" fmla="*/ 70897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7" y="141673"/>
                    </a:moveTo>
                    <a:cubicBezTo>
                      <a:pt x="89635" y="141673"/>
                      <a:pt x="107607" y="134219"/>
                      <a:pt x="120857" y="120953"/>
                    </a:cubicBezTo>
                    <a:cubicBezTo>
                      <a:pt x="134106" y="107686"/>
                      <a:pt x="141551" y="89691"/>
                      <a:pt x="141551" y="70929"/>
                    </a:cubicBezTo>
                    <a:cubicBezTo>
                      <a:pt x="141551" y="52168"/>
                      <a:pt x="134106" y="34172"/>
                      <a:pt x="120857" y="20905"/>
                    </a:cubicBezTo>
                    <a:cubicBezTo>
                      <a:pt x="107607" y="7639"/>
                      <a:pt x="89635" y="185"/>
                      <a:pt x="70897" y="185"/>
                    </a:cubicBezTo>
                    <a:cubicBezTo>
                      <a:pt x="52159" y="185"/>
                      <a:pt x="34187" y="7639"/>
                      <a:pt x="20937" y="20905"/>
                    </a:cubicBezTo>
                    <a:cubicBezTo>
                      <a:pt x="7688" y="34172"/>
                      <a:pt x="243" y="52168"/>
                      <a:pt x="243" y="70929"/>
                    </a:cubicBezTo>
                    <a:cubicBezTo>
                      <a:pt x="243" y="89691"/>
                      <a:pt x="7688" y="107686"/>
                      <a:pt x="20937" y="120953"/>
                    </a:cubicBezTo>
                    <a:cubicBezTo>
                      <a:pt x="34187" y="134219"/>
                      <a:pt x="52159" y="141673"/>
                      <a:pt x="70897" y="141673"/>
                    </a:cubicBezTo>
                    <a:close/>
                  </a:path>
                </a:pathLst>
              </a:custGeom>
              <a:solidFill>
                <a:srgbClr val="3A53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1" name="任意多边形: 形状 1820"/>
              <p:cNvSpPr/>
              <p:nvPr/>
            </p:nvSpPr>
            <p:spPr>
              <a:xfrm>
                <a:off x="13630616" y="19937282"/>
                <a:ext cx="223200" cy="223200"/>
              </a:xfrm>
              <a:custGeom>
                <a:avLst/>
                <a:gdLst>
                  <a:gd name="csX0" fmla="*/ 70855 w 141308"/>
                  <a:gd name="csY0" fmla="*/ 141696 h 141488"/>
                  <a:gd name="csX1" fmla="*/ 120815 w 141308"/>
                  <a:gd name="csY1" fmla="*/ 120975 h 141488"/>
                  <a:gd name="csX2" fmla="*/ 141509 w 141308"/>
                  <a:gd name="csY2" fmla="*/ 70951 h 141488"/>
                  <a:gd name="csX3" fmla="*/ 120815 w 141308"/>
                  <a:gd name="csY3" fmla="*/ 20928 h 141488"/>
                  <a:gd name="csX4" fmla="*/ 70855 w 141308"/>
                  <a:gd name="csY4" fmla="*/ 207 h 141488"/>
                  <a:gd name="csX5" fmla="*/ 20895 w 141308"/>
                  <a:gd name="csY5" fmla="*/ 20928 h 141488"/>
                  <a:gd name="csX6" fmla="*/ 201 w 141308"/>
                  <a:gd name="csY6" fmla="*/ 70951 h 141488"/>
                  <a:gd name="csX7" fmla="*/ 20895 w 141308"/>
                  <a:gd name="csY7" fmla="*/ 120975 h 141488"/>
                  <a:gd name="csX8" fmla="*/ 70855 w 141308"/>
                  <a:gd name="csY8" fmla="*/ 14169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5" y="141696"/>
                    </a:moveTo>
                    <a:cubicBezTo>
                      <a:pt x="89593" y="141696"/>
                      <a:pt x="107565" y="134242"/>
                      <a:pt x="120815" y="120975"/>
                    </a:cubicBezTo>
                    <a:cubicBezTo>
                      <a:pt x="134064" y="107709"/>
                      <a:pt x="141509" y="89713"/>
                      <a:pt x="141509" y="70951"/>
                    </a:cubicBezTo>
                    <a:cubicBezTo>
                      <a:pt x="141509" y="52190"/>
                      <a:pt x="134064" y="34194"/>
                      <a:pt x="120815" y="20928"/>
                    </a:cubicBezTo>
                    <a:cubicBezTo>
                      <a:pt x="107565" y="7661"/>
                      <a:pt x="89593" y="207"/>
                      <a:pt x="70855" y="207"/>
                    </a:cubicBezTo>
                    <a:cubicBezTo>
                      <a:pt x="52117" y="207"/>
                      <a:pt x="34145" y="7661"/>
                      <a:pt x="20895" y="20928"/>
                    </a:cubicBezTo>
                    <a:cubicBezTo>
                      <a:pt x="7646" y="34194"/>
                      <a:pt x="201" y="52190"/>
                      <a:pt x="201" y="70951"/>
                    </a:cubicBezTo>
                    <a:cubicBezTo>
                      <a:pt x="201" y="89713"/>
                      <a:pt x="7646" y="107709"/>
                      <a:pt x="20895" y="120975"/>
                    </a:cubicBezTo>
                    <a:cubicBezTo>
                      <a:pt x="34145" y="134242"/>
                      <a:pt x="52117" y="141696"/>
                      <a:pt x="70855" y="141696"/>
                    </a:cubicBezTo>
                    <a:close/>
                  </a:path>
                </a:pathLst>
              </a:custGeom>
              <a:solidFill>
                <a:srgbClr val="472F7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2" name="任意多边形: 形状 1821"/>
              <p:cNvSpPr/>
              <p:nvPr/>
            </p:nvSpPr>
            <p:spPr>
              <a:xfrm>
                <a:off x="13846980" y="18216844"/>
                <a:ext cx="223200" cy="223200"/>
              </a:xfrm>
              <a:custGeom>
                <a:avLst/>
                <a:gdLst>
                  <a:gd name="csX0" fmla="*/ 70862 w 141308"/>
                  <a:gd name="csY0" fmla="*/ 141639 h 141488"/>
                  <a:gd name="csX1" fmla="*/ 120822 w 141308"/>
                  <a:gd name="csY1" fmla="*/ 120918 h 141488"/>
                  <a:gd name="csX2" fmla="*/ 141516 w 141308"/>
                  <a:gd name="csY2" fmla="*/ 70894 h 141488"/>
                  <a:gd name="csX3" fmla="*/ 120822 w 141308"/>
                  <a:gd name="csY3" fmla="*/ 20871 h 141488"/>
                  <a:gd name="csX4" fmla="*/ 70862 w 141308"/>
                  <a:gd name="csY4" fmla="*/ 150 h 141488"/>
                  <a:gd name="csX5" fmla="*/ 20902 w 141308"/>
                  <a:gd name="csY5" fmla="*/ 20871 h 141488"/>
                  <a:gd name="csX6" fmla="*/ 208 w 141308"/>
                  <a:gd name="csY6" fmla="*/ 70894 h 141488"/>
                  <a:gd name="csX7" fmla="*/ 20902 w 141308"/>
                  <a:gd name="csY7" fmla="*/ 120918 h 141488"/>
                  <a:gd name="csX8" fmla="*/ 70862 w 141308"/>
                  <a:gd name="csY8" fmla="*/ 14163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2" y="141639"/>
                    </a:moveTo>
                    <a:cubicBezTo>
                      <a:pt x="89600" y="141639"/>
                      <a:pt x="107573" y="134185"/>
                      <a:pt x="120822" y="120918"/>
                    </a:cubicBezTo>
                    <a:cubicBezTo>
                      <a:pt x="134072" y="107652"/>
                      <a:pt x="141516" y="89656"/>
                      <a:pt x="141516" y="70894"/>
                    </a:cubicBezTo>
                    <a:cubicBezTo>
                      <a:pt x="141516" y="52133"/>
                      <a:pt x="134072" y="34137"/>
                      <a:pt x="120822" y="20871"/>
                    </a:cubicBezTo>
                    <a:cubicBezTo>
                      <a:pt x="107573" y="7604"/>
                      <a:pt x="89600" y="150"/>
                      <a:pt x="70862" y="150"/>
                    </a:cubicBezTo>
                    <a:cubicBezTo>
                      <a:pt x="52125" y="150"/>
                      <a:pt x="34152" y="7604"/>
                      <a:pt x="20902" y="20871"/>
                    </a:cubicBezTo>
                    <a:cubicBezTo>
                      <a:pt x="7653" y="34137"/>
                      <a:pt x="208" y="52133"/>
                      <a:pt x="208" y="70894"/>
                    </a:cubicBezTo>
                    <a:cubicBezTo>
                      <a:pt x="208" y="89656"/>
                      <a:pt x="7653" y="107652"/>
                      <a:pt x="20902" y="120918"/>
                    </a:cubicBezTo>
                    <a:cubicBezTo>
                      <a:pt x="34152" y="134185"/>
                      <a:pt x="52125" y="141639"/>
                      <a:pt x="70862" y="141639"/>
                    </a:cubicBezTo>
                    <a:close/>
                  </a:path>
                </a:pathLst>
              </a:custGeom>
              <a:solidFill>
                <a:srgbClr val="3859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3" name="任意多边形: 形状 1822"/>
              <p:cNvSpPr/>
              <p:nvPr/>
            </p:nvSpPr>
            <p:spPr>
              <a:xfrm>
                <a:off x="14539633" y="21032988"/>
                <a:ext cx="223200" cy="223200"/>
              </a:xfrm>
              <a:custGeom>
                <a:avLst/>
                <a:gdLst>
                  <a:gd name="csX0" fmla="*/ 70885 w 141308"/>
                  <a:gd name="csY0" fmla="*/ 141732 h 141488"/>
                  <a:gd name="csX1" fmla="*/ 120845 w 141308"/>
                  <a:gd name="csY1" fmla="*/ 121011 h 141488"/>
                  <a:gd name="csX2" fmla="*/ 141539 w 141308"/>
                  <a:gd name="csY2" fmla="*/ 70988 h 141488"/>
                  <a:gd name="csX3" fmla="*/ 120845 w 141308"/>
                  <a:gd name="csY3" fmla="*/ 20964 h 141488"/>
                  <a:gd name="csX4" fmla="*/ 70885 w 141308"/>
                  <a:gd name="csY4" fmla="*/ 243 h 141488"/>
                  <a:gd name="csX5" fmla="*/ 20925 w 141308"/>
                  <a:gd name="csY5" fmla="*/ 20964 h 141488"/>
                  <a:gd name="csX6" fmla="*/ 231 w 141308"/>
                  <a:gd name="csY6" fmla="*/ 70988 h 141488"/>
                  <a:gd name="csX7" fmla="*/ 20925 w 141308"/>
                  <a:gd name="csY7" fmla="*/ 121011 h 141488"/>
                  <a:gd name="csX8" fmla="*/ 70885 w 141308"/>
                  <a:gd name="csY8" fmla="*/ 14173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5" y="141732"/>
                    </a:moveTo>
                    <a:cubicBezTo>
                      <a:pt x="89623" y="141732"/>
                      <a:pt x="107595" y="134278"/>
                      <a:pt x="120845" y="121011"/>
                    </a:cubicBezTo>
                    <a:cubicBezTo>
                      <a:pt x="134095" y="107745"/>
                      <a:pt x="141539" y="89749"/>
                      <a:pt x="141539" y="70988"/>
                    </a:cubicBezTo>
                    <a:cubicBezTo>
                      <a:pt x="141539" y="52226"/>
                      <a:pt x="134095" y="34230"/>
                      <a:pt x="120845" y="20964"/>
                    </a:cubicBezTo>
                    <a:cubicBezTo>
                      <a:pt x="107595" y="7697"/>
                      <a:pt x="89623" y="243"/>
                      <a:pt x="70885" y="243"/>
                    </a:cubicBezTo>
                    <a:cubicBezTo>
                      <a:pt x="52147" y="243"/>
                      <a:pt x="34175" y="7697"/>
                      <a:pt x="20925" y="20964"/>
                    </a:cubicBezTo>
                    <a:cubicBezTo>
                      <a:pt x="7676" y="34230"/>
                      <a:pt x="231" y="52226"/>
                      <a:pt x="231" y="70988"/>
                    </a:cubicBezTo>
                    <a:cubicBezTo>
                      <a:pt x="231" y="89749"/>
                      <a:pt x="7676" y="107745"/>
                      <a:pt x="20925" y="121011"/>
                    </a:cubicBezTo>
                    <a:cubicBezTo>
                      <a:pt x="34175" y="134278"/>
                      <a:pt x="52147" y="141732"/>
                      <a:pt x="70885" y="141732"/>
                    </a:cubicBezTo>
                    <a:close/>
                  </a:path>
                </a:pathLst>
              </a:custGeom>
              <a:solidFill>
                <a:srgbClr val="238A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4" name="任意多边形: 形状 1823"/>
              <p:cNvSpPr/>
              <p:nvPr/>
            </p:nvSpPr>
            <p:spPr>
              <a:xfrm>
                <a:off x="13796736" y="21183267"/>
                <a:ext cx="223200" cy="223200"/>
              </a:xfrm>
              <a:custGeom>
                <a:avLst/>
                <a:gdLst>
                  <a:gd name="csX0" fmla="*/ 70861 w 141308"/>
                  <a:gd name="csY0" fmla="*/ 141737 h 141488"/>
                  <a:gd name="csX1" fmla="*/ 120820 w 141308"/>
                  <a:gd name="csY1" fmla="*/ 121016 h 141488"/>
                  <a:gd name="csX2" fmla="*/ 141515 w 141308"/>
                  <a:gd name="csY2" fmla="*/ 70993 h 141488"/>
                  <a:gd name="csX3" fmla="*/ 120820 w 141308"/>
                  <a:gd name="csY3" fmla="*/ 20969 h 141488"/>
                  <a:gd name="csX4" fmla="*/ 70861 w 141308"/>
                  <a:gd name="csY4" fmla="*/ 248 h 141488"/>
                  <a:gd name="csX5" fmla="*/ 20901 w 141308"/>
                  <a:gd name="csY5" fmla="*/ 20969 h 141488"/>
                  <a:gd name="csX6" fmla="*/ 207 w 141308"/>
                  <a:gd name="csY6" fmla="*/ 70993 h 141488"/>
                  <a:gd name="csX7" fmla="*/ 20901 w 141308"/>
                  <a:gd name="csY7" fmla="*/ 121016 h 141488"/>
                  <a:gd name="csX8" fmla="*/ 70861 w 141308"/>
                  <a:gd name="csY8" fmla="*/ 14173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1" y="141737"/>
                    </a:moveTo>
                    <a:cubicBezTo>
                      <a:pt x="89598" y="141737"/>
                      <a:pt x="107571" y="134283"/>
                      <a:pt x="120820" y="121016"/>
                    </a:cubicBezTo>
                    <a:cubicBezTo>
                      <a:pt x="134070" y="107750"/>
                      <a:pt x="141515" y="89754"/>
                      <a:pt x="141515" y="70993"/>
                    </a:cubicBezTo>
                    <a:cubicBezTo>
                      <a:pt x="141515" y="52231"/>
                      <a:pt x="134070" y="34235"/>
                      <a:pt x="120820" y="20969"/>
                    </a:cubicBezTo>
                    <a:cubicBezTo>
                      <a:pt x="107571" y="7702"/>
                      <a:pt x="89598" y="248"/>
                      <a:pt x="70861" y="248"/>
                    </a:cubicBezTo>
                    <a:cubicBezTo>
                      <a:pt x="52123" y="248"/>
                      <a:pt x="34150" y="7702"/>
                      <a:pt x="20901" y="20969"/>
                    </a:cubicBezTo>
                    <a:cubicBezTo>
                      <a:pt x="7651" y="34235"/>
                      <a:pt x="207" y="52231"/>
                      <a:pt x="207" y="70993"/>
                    </a:cubicBezTo>
                    <a:cubicBezTo>
                      <a:pt x="207" y="89754"/>
                      <a:pt x="7651" y="107750"/>
                      <a:pt x="20901" y="121016"/>
                    </a:cubicBezTo>
                    <a:cubicBezTo>
                      <a:pt x="34150" y="134283"/>
                      <a:pt x="52123" y="141737"/>
                      <a:pt x="70861" y="141737"/>
                    </a:cubicBezTo>
                    <a:close/>
                  </a:path>
                </a:pathLst>
              </a:custGeom>
              <a:solidFill>
                <a:srgbClr val="238A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5" name="任意多边形: 形状 1824"/>
              <p:cNvSpPr/>
              <p:nvPr/>
            </p:nvSpPr>
            <p:spPr>
              <a:xfrm>
                <a:off x="14471764" y="19425843"/>
                <a:ext cx="223200" cy="223200"/>
              </a:xfrm>
              <a:custGeom>
                <a:avLst/>
                <a:gdLst>
                  <a:gd name="csX0" fmla="*/ 70883 w 141308"/>
                  <a:gd name="csY0" fmla="*/ 141679 h 141488"/>
                  <a:gd name="csX1" fmla="*/ 120843 w 141308"/>
                  <a:gd name="csY1" fmla="*/ 120958 h 141488"/>
                  <a:gd name="csX2" fmla="*/ 141537 w 141308"/>
                  <a:gd name="csY2" fmla="*/ 70934 h 141488"/>
                  <a:gd name="csX3" fmla="*/ 120843 w 141308"/>
                  <a:gd name="csY3" fmla="*/ 20911 h 141488"/>
                  <a:gd name="csX4" fmla="*/ 70883 w 141308"/>
                  <a:gd name="csY4" fmla="*/ 190 h 141488"/>
                  <a:gd name="csX5" fmla="*/ 20923 w 141308"/>
                  <a:gd name="csY5" fmla="*/ 20911 h 141488"/>
                  <a:gd name="csX6" fmla="*/ 229 w 141308"/>
                  <a:gd name="csY6" fmla="*/ 70934 h 141488"/>
                  <a:gd name="csX7" fmla="*/ 20923 w 141308"/>
                  <a:gd name="csY7" fmla="*/ 120958 h 141488"/>
                  <a:gd name="csX8" fmla="*/ 70883 w 141308"/>
                  <a:gd name="csY8" fmla="*/ 14167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3" y="141679"/>
                    </a:moveTo>
                    <a:cubicBezTo>
                      <a:pt x="89621" y="141679"/>
                      <a:pt x="107593" y="134225"/>
                      <a:pt x="120843" y="120958"/>
                    </a:cubicBezTo>
                    <a:cubicBezTo>
                      <a:pt x="134092" y="107692"/>
                      <a:pt x="141537" y="89696"/>
                      <a:pt x="141537" y="70934"/>
                    </a:cubicBezTo>
                    <a:cubicBezTo>
                      <a:pt x="141537" y="52173"/>
                      <a:pt x="134092" y="34177"/>
                      <a:pt x="120843" y="20911"/>
                    </a:cubicBezTo>
                    <a:cubicBezTo>
                      <a:pt x="107593" y="7644"/>
                      <a:pt x="89621" y="190"/>
                      <a:pt x="70883" y="190"/>
                    </a:cubicBezTo>
                    <a:cubicBezTo>
                      <a:pt x="52145" y="190"/>
                      <a:pt x="34172" y="7644"/>
                      <a:pt x="20923" y="20911"/>
                    </a:cubicBezTo>
                    <a:cubicBezTo>
                      <a:pt x="7673" y="34177"/>
                      <a:pt x="229" y="52173"/>
                      <a:pt x="229" y="70934"/>
                    </a:cubicBezTo>
                    <a:cubicBezTo>
                      <a:pt x="229" y="89696"/>
                      <a:pt x="7673" y="107692"/>
                      <a:pt x="20923" y="120958"/>
                    </a:cubicBezTo>
                    <a:cubicBezTo>
                      <a:pt x="34172" y="134225"/>
                      <a:pt x="52145" y="141679"/>
                      <a:pt x="70883" y="141679"/>
                    </a:cubicBezTo>
                    <a:close/>
                  </a:path>
                </a:pathLst>
              </a:custGeom>
              <a:solidFill>
                <a:srgbClr val="44398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6" name="任意多边形: 形状 1825"/>
              <p:cNvSpPr/>
              <p:nvPr/>
            </p:nvSpPr>
            <p:spPr>
              <a:xfrm>
                <a:off x="11583422" y="19185498"/>
                <a:ext cx="223200" cy="223200"/>
              </a:xfrm>
              <a:custGeom>
                <a:avLst/>
                <a:gdLst>
                  <a:gd name="csX0" fmla="*/ 70787 w 141308"/>
                  <a:gd name="csY0" fmla="*/ 141671 h 141488"/>
                  <a:gd name="csX1" fmla="*/ 120747 w 141308"/>
                  <a:gd name="csY1" fmla="*/ 120950 h 141488"/>
                  <a:gd name="csX2" fmla="*/ 141441 w 141308"/>
                  <a:gd name="csY2" fmla="*/ 70927 h 141488"/>
                  <a:gd name="csX3" fmla="*/ 120747 w 141308"/>
                  <a:gd name="csY3" fmla="*/ 20903 h 141488"/>
                  <a:gd name="csX4" fmla="*/ 70787 w 141308"/>
                  <a:gd name="csY4" fmla="*/ 182 h 141488"/>
                  <a:gd name="csX5" fmla="*/ 20827 w 141308"/>
                  <a:gd name="csY5" fmla="*/ 20903 h 141488"/>
                  <a:gd name="csX6" fmla="*/ 133 w 141308"/>
                  <a:gd name="csY6" fmla="*/ 70927 h 141488"/>
                  <a:gd name="csX7" fmla="*/ 20827 w 141308"/>
                  <a:gd name="csY7" fmla="*/ 120950 h 141488"/>
                  <a:gd name="csX8" fmla="*/ 70787 w 141308"/>
                  <a:gd name="csY8" fmla="*/ 14167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87" y="141671"/>
                    </a:moveTo>
                    <a:cubicBezTo>
                      <a:pt x="89525" y="141671"/>
                      <a:pt x="107498" y="134217"/>
                      <a:pt x="120747" y="120950"/>
                    </a:cubicBezTo>
                    <a:cubicBezTo>
                      <a:pt x="133997" y="107684"/>
                      <a:pt x="141441" y="89688"/>
                      <a:pt x="141441" y="70927"/>
                    </a:cubicBezTo>
                    <a:cubicBezTo>
                      <a:pt x="141441" y="52165"/>
                      <a:pt x="133997" y="34169"/>
                      <a:pt x="120747" y="20903"/>
                    </a:cubicBezTo>
                    <a:cubicBezTo>
                      <a:pt x="107498" y="7636"/>
                      <a:pt x="89525" y="182"/>
                      <a:pt x="70787" y="182"/>
                    </a:cubicBezTo>
                    <a:cubicBezTo>
                      <a:pt x="52050" y="182"/>
                      <a:pt x="34077" y="7636"/>
                      <a:pt x="20827" y="20903"/>
                    </a:cubicBezTo>
                    <a:cubicBezTo>
                      <a:pt x="7578" y="34169"/>
                      <a:pt x="133" y="52165"/>
                      <a:pt x="133" y="70927"/>
                    </a:cubicBezTo>
                    <a:cubicBezTo>
                      <a:pt x="133" y="89688"/>
                      <a:pt x="7578" y="107684"/>
                      <a:pt x="20827" y="120950"/>
                    </a:cubicBezTo>
                    <a:cubicBezTo>
                      <a:pt x="34077" y="134217"/>
                      <a:pt x="52050" y="141671"/>
                      <a:pt x="70787" y="141671"/>
                    </a:cubicBezTo>
                    <a:close/>
                  </a:path>
                </a:pathLst>
              </a:custGeom>
              <a:solidFill>
                <a:srgbClr val="2A7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7" name="任意多边形: 形状 1826"/>
              <p:cNvSpPr/>
              <p:nvPr/>
            </p:nvSpPr>
            <p:spPr>
              <a:xfrm>
                <a:off x="13618448" y="20377051"/>
                <a:ext cx="223200" cy="223200"/>
              </a:xfrm>
              <a:custGeom>
                <a:avLst/>
                <a:gdLst>
                  <a:gd name="csX0" fmla="*/ 70855 w 141308"/>
                  <a:gd name="csY0" fmla="*/ 141710 h 141488"/>
                  <a:gd name="csX1" fmla="*/ 120815 w 141308"/>
                  <a:gd name="csY1" fmla="*/ 120990 h 141488"/>
                  <a:gd name="csX2" fmla="*/ 141509 w 141308"/>
                  <a:gd name="csY2" fmla="*/ 70966 h 141488"/>
                  <a:gd name="csX3" fmla="*/ 120815 w 141308"/>
                  <a:gd name="csY3" fmla="*/ 20942 h 141488"/>
                  <a:gd name="csX4" fmla="*/ 70855 w 141308"/>
                  <a:gd name="csY4" fmla="*/ 222 h 141488"/>
                  <a:gd name="csX5" fmla="*/ 20895 w 141308"/>
                  <a:gd name="csY5" fmla="*/ 20942 h 141488"/>
                  <a:gd name="csX6" fmla="*/ 201 w 141308"/>
                  <a:gd name="csY6" fmla="*/ 70966 h 141488"/>
                  <a:gd name="csX7" fmla="*/ 20895 w 141308"/>
                  <a:gd name="csY7" fmla="*/ 120990 h 141488"/>
                  <a:gd name="csX8" fmla="*/ 70855 w 141308"/>
                  <a:gd name="csY8" fmla="*/ 14171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5" y="141710"/>
                    </a:moveTo>
                    <a:cubicBezTo>
                      <a:pt x="89592" y="141710"/>
                      <a:pt x="107565" y="134256"/>
                      <a:pt x="120815" y="120990"/>
                    </a:cubicBezTo>
                    <a:cubicBezTo>
                      <a:pt x="134064" y="107723"/>
                      <a:pt x="141509" y="89728"/>
                      <a:pt x="141509" y="70966"/>
                    </a:cubicBezTo>
                    <a:cubicBezTo>
                      <a:pt x="141509" y="52204"/>
                      <a:pt x="134064" y="34209"/>
                      <a:pt x="120815" y="20942"/>
                    </a:cubicBezTo>
                    <a:cubicBezTo>
                      <a:pt x="107565" y="7676"/>
                      <a:pt x="89592" y="222"/>
                      <a:pt x="70855" y="222"/>
                    </a:cubicBezTo>
                    <a:cubicBezTo>
                      <a:pt x="52117" y="222"/>
                      <a:pt x="34144" y="7676"/>
                      <a:pt x="20895" y="20942"/>
                    </a:cubicBezTo>
                    <a:cubicBezTo>
                      <a:pt x="7645" y="34209"/>
                      <a:pt x="201" y="52204"/>
                      <a:pt x="201" y="70966"/>
                    </a:cubicBezTo>
                    <a:cubicBezTo>
                      <a:pt x="201" y="89728"/>
                      <a:pt x="7645" y="107723"/>
                      <a:pt x="20895" y="120990"/>
                    </a:cubicBezTo>
                    <a:cubicBezTo>
                      <a:pt x="34144" y="134256"/>
                      <a:pt x="52117" y="141710"/>
                      <a:pt x="70855" y="141710"/>
                    </a:cubicBezTo>
                    <a:close/>
                  </a:path>
                </a:pathLst>
              </a:custGeom>
              <a:solidFill>
                <a:srgbClr val="3C4F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8" name="任意多边形: 形状 1827"/>
              <p:cNvSpPr/>
              <p:nvPr/>
            </p:nvSpPr>
            <p:spPr>
              <a:xfrm>
                <a:off x="14584032" y="18383813"/>
                <a:ext cx="223200" cy="223200"/>
              </a:xfrm>
              <a:custGeom>
                <a:avLst/>
                <a:gdLst>
                  <a:gd name="csX0" fmla="*/ 70887 w 141308"/>
                  <a:gd name="csY0" fmla="*/ 141644 h 141488"/>
                  <a:gd name="csX1" fmla="*/ 120846 w 141308"/>
                  <a:gd name="csY1" fmla="*/ 120924 h 141488"/>
                  <a:gd name="csX2" fmla="*/ 141541 w 141308"/>
                  <a:gd name="csY2" fmla="*/ 70900 h 141488"/>
                  <a:gd name="csX3" fmla="*/ 120846 w 141308"/>
                  <a:gd name="csY3" fmla="*/ 20876 h 141488"/>
                  <a:gd name="csX4" fmla="*/ 70887 w 141308"/>
                  <a:gd name="csY4" fmla="*/ 156 h 141488"/>
                  <a:gd name="csX5" fmla="*/ 20927 w 141308"/>
                  <a:gd name="csY5" fmla="*/ 20876 h 141488"/>
                  <a:gd name="csX6" fmla="*/ 233 w 141308"/>
                  <a:gd name="csY6" fmla="*/ 70900 h 141488"/>
                  <a:gd name="csX7" fmla="*/ 20927 w 141308"/>
                  <a:gd name="csY7" fmla="*/ 120924 h 141488"/>
                  <a:gd name="csX8" fmla="*/ 70887 w 141308"/>
                  <a:gd name="csY8" fmla="*/ 14164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7" y="141644"/>
                    </a:moveTo>
                    <a:cubicBezTo>
                      <a:pt x="89624" y="141644"/>
                      <a:pt x="107597" y="134190"/>
                      <a:pt x="120846" y="120924"/>
                    </a:cubicBezTo>
                    <a:cubicBezTo>
                      <a:pt x="134096" y="107657"/>
                      <a:pt x="141541" y="89662"/>
                      <a:pt x="141541" y="70900"/>
                    </a:cubicBezTo>
                    <a:cubicBezTo>
                      <a:pt x="141541" y="52138"/>
                      <a:pt x="134096" y="34143"/>
                      <a:pt x="120846" y="20876"/>
                    </a:cubicBezTo>
                    <a:cubicBezTo>
                      <a:pt x="107597" y="7610"/>
                      <a:pt x="89624" y="156"/>
                      <a:pt x="70887" y="156"/>
                    </a:cubicBezTo>
                    <a:cubicBezTo>
                      <a:pt x="52149" y="156"/>
                      <a:pt x="34176" y="7610"/>
                      <a:pt x="20927" y="20876"/>
                    </a:cubicBezTo>
                    <a:cubicBezTo>
                      <a:pt x="7677" y="34143"/>
                      <a:pt x="233" y="52138"/>
                      <a:pt x="233" y="70900"/>
                    </a:cubicBezTo>
                    <a:cubicBezTo>
                      <a:pt x="233" y="89662"/>
                      <a:pt x="7677" y="107657"/>
                      <a:pt x="20927" y="120924"/>
                    </a:cubicBezTo>
                    <a:cubicBezTo>
                      <a:pt x="34176" y="134190"/>
                      <a:pt x="52149" y="141644"/>
                      <a:pt x="70887" y="141644"/>
                    </a:cubicBezTo>
                    <a:close/>
                  </a:path>
                </a:pathLst>
              </a:custGeom>
              <a:solidFill>
                <a:srgbClr val="3461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29" name="任意多边形: 形状 1828"/>
              <p:cNvSpPr/>
              <p:nvPr/>
            </p:nvSpPr>
            <p:spPr>
              <a:xfrm>
                <a:off x="12122701" y="19059231"/>
                <a:ext cx="223200" cy="223200"/>
              </a:xfrm>
              <a:custGeom>
                <a:avLst/>
                <a:gdLst>
                  <a:gd name="csX0" fmla="*/ 70805 w 141308"/>
                  <a:gd name="csY0" fmla="*/ 141667 h 141488"/>
                  <a:gd name="csX1" fmla="*/ 120765 w 141308"/>
                  <a:gd name="csY1" fmla="*/ 120946 h 141488"/>
                  <a:gd name="csX2" fmla="*/ 141459 w 141308"/>
                  <a:gd name="csY2" fmla="*/ 70922 h 141488"/>
                  <a:gd name="csX3" fmla="*/ 120765 w 141308"/>
                  <a:gd name="csY3" fmla="*/ 20899 h 141488"/>
                  <a:gd name="csX4" fmla="*/ 70805 w 141308"/>
                  <a:gd name="csY4" fmla="*/ 178 h 141488"/>
                  <a:gd name="csX5" fmla="*/ 20845 w 141308"/>
                  <a:gd name="csY5" fmla="*/ 20899 h 141488"/>
                  <a:gd name="csX6" fmla="*/ 151 w 141308"/>
                  <a:gd name="csY6" fmla="*/ 70922 h 141488"/>
                  <a:gd name="csX7" fmla="*/ 20845 w 141308"/>
                  <a:gd name="csY7" fmla="*/ 120946 h 141488"/>
                  <a:gd name="csX8" fmla="*/ 70805 w 141308"/>
                  <a:gd name="csY8" fmla="*/ 14166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05" y="141667"/>
                    </a:moveTo>
                    <a:cubicBezTo>
                      <a:pt x="89543" y="141667"/>
                      <a:pt x="107515" y="134213"/>
                      <a:pt x="120765" y="120946"/>
                    </a:cubicBezTo>
                    <a:cubicBezTo>
                      <a:pt x="134015" y="107680"/>
                      <a:pt x="141459" y="89684"/>
                      <a:pt x="141459" y="70922"/>
                    </a:cubicBezTo>
                    <a:cubicBezTo>
                      <a:pt x="141459" y="52161"/>
                      <a:pt x="134015" y="34165"/>
                      <a:pt x="120765" y="20899"/>
                    </a:cubicBezTo>
                    <a:cubicBezTo>
                      <a:pt x="107515" y="7632"/>
                      <a:pt x="89543" y="178"/>
                      <a:pt x="70805" y="178"/>
                    </a:cubicBezTo>
                    <a:cubicBezTo>
                      <a:pt x="52067" y="178"/>
                      <a:pt x="34095" y="7632"/>
                      <a:pt x="20845" y="20899"/>
                    </a:cubicBezTo>
                    <a:cubicBezTo>
                      <a:pt x="7596" y="34165"/>
                      <a:pt x="151" y="52161"/>
                      <a:pt x="151" y="70922"/>
                    </a:cubicBezTo>
                    <a:cubicBezTo>
                      <a:pt x="151" y="89684"/>
                      <a:pt x="7596" y="107680"/>
                      <a:pt x="20845" y="120946"/>
                    </a:cubicBezTo>
                    <a:cubicBezTo>
                      <a:pt x="34095" y="134213"/>
                      <a:pt x="52067" y="141667"/>
                      <a:pt x="70805" y="141667"/>
                    </a:cubicBezTo>
                    <a:close/>
                  </a:path>
                </a:pathLst>
              </a:custGeom>
              <a:solidFill>
                <a:srgbClr val="375A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0" name="任意多边形: 形状 1829"/>
              <p:cNvSpPr/>
              <p:nvPr/>
            </p:nvSpPr>
            <p:spPr>
              <a:xfrm>
                <a:off x="15514668" y="20802263"/>
                <a:ext cx="223200" cy="223200"/>
              </a:xfrm>
              <a:custGeom>
                <a:avLst/>
                <a:gdLst>
                  <a:gd name="csX0" fmla="*/ 70917 w 141308"/>
                  <a:gd name="csY0" fmla="*/ 141724 h 141488"/>
                  <a:gd name="csX1" fmla="*/ 120877 w 141308"/>
                  <a:gd name="csY1" fmla="*/ 121004 h 141488"/>
                  <a:gd name="csX2" fmla="*/ 141571 w 141308"/>
                  <a:gd name="csY2" fmla="*/ 70980 h 141488"/>
                  <a:gd name="csX3" fmla="*/ 120877 w 141308"/>
                  <a:gd name="csY3" fmla="*/ 20956 h 141488"/>
                  <a:gd name="csX4" fmla="*/ 70917 w 141308"/>
                  <a:gd name="csY4" fmla="*/ 236 h 141488"/>
                  <a:gd name="csX5" fmla="*/ 20957 w 141308"/>
                  <a:gd name="csY5" fmla="*/ 20956 h 141488"/>
                  <a:gd name="csX6" fmla="*/ 263 w 141308"/>
                  <a:gd name="csY6" fmla="*/ 70980 h 141488"/>
                  <a:gd name="csX7" fmla="*/ 20957 w 141308"/>
                  <a:gd name="csY7" fmla="*/ 121004 h 141488"/>
                  <a:gd name="csX8" fmla="*/ 70917 w 141308"/>
                  <a:gd name="csY8" fmla="*/ 14172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17" y="141724"/>
                    </a:moveTo>
                    <a:cubicBezTo>
                      <a:pt x="89655" y="141724"/>
                      <a:pt x="107628" y="134270"/>
                      <a:pt x="120877" y="121004"/>
                    </a:cubicBezTo>
                    <a:cubicBezTo>
                      <a:pt x="134127" y="107737"/>
                      <a:pt x="141571" y="89742"/>
                      <a:pt x="141571" y="70980"/>
                    </a:cubicBezTo>
                    <a:cubicBezTo>
                      <a:pt x="141571" y="52218"/>
                      <a:pt x="134127" y="34223"/>
                      <a:pt x="120877" y="20956"/>
                    </a:cubicBezTo>
                    <a:cubicBezTo>
                      <a:pt x="107628" y="7690"/>
                      <a:pt x="89655" y="236"/>
                      <a:pt x="70917" y="236"/>
                    </a:cubicBezTo>
                    <a:cubicBezTo>
                      <a:pt x="52180" y="236"/>
                      <a:pt x="34207" y="7690"/>
                      <a:pt x="20957" y="20956"/>
                    </a:cubicBezTo>
                    <a:cubicBezTo>
                      <a:pt x="7708" y="34223"/>
                      <a:pt x="263" y="52218"/>
                      <a:pt x="263" y="70980"/>
                    </a:cubicBezTo>
                    <a:cubicBezTo>
                      <a:pt x="263" y="89742"/>
                      <a:pt x="7708" y="107737"/>
                      <a:pt x="20957" y="121004"/>
                    </a:cubicBezTo>
                    <a:cubicBezTo>
                      <a:pt x="34207" y="134270"/>
                      <a:pt x="52180" y="141724"/>
                      <a:pt x="70917" y="141724"/>
                    </a:cubicBezTo>
                    <a:close/>
                  </a:path>
                </a:pathLst>
              </a:custGeom>
              <a:solidFill>
                <a:srgbClr val="1E9B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1" name="任意多边形: 形状 1830"/>
              <p:cNvSpPr/>
              <p:nvPr/>
            </p:nvSpPr>
            <p:spPr>
              <a:xfrm>
                <a:off x="14444320" y="19905548"/>
                <a:ext cx="223200" cy="223200"/>
              </a:xfrm>
              <a:custGeom>
                <a:avLst/>
                <a:gdLst>
                  <a:gd name="csX0" fmla="*/ 70882 w 141308"/>
                  <a:gd name="csY0" fmla="*/ 141695 h 141488"/>
                  <a:gd name="csX1" fmla="*/ 120842 w 141308"/>
                  <a:gd name="csY1" fmla="*/ 120974 h 141488"/>
                  <a:gd name="csX2" fmla="*/ 141536 w 141308"/>
                  <a:gd name="csY2" fmla="*/ 70950 h 141488"/>
                  <a:gd name="csX3" fmla="*/ 120842 w 141308"/>
                  <a:gd name="csY3" fmla="*/ 20927 h 141488"/>
                  <a:gd name="csX4" fmla="*/ 70882 w 141308"/>
                  <a:gd name="csY4" fmla="*/ 206 h 141488"/>
                  <a:gd name="csX5" fmla="*/ 20922 w 141308"/>
                  <a:gd name="csY5" fmla="*/ 20927 h 141488"/>
                  <a:gd name="csX6" fmla="*/ 228 w 141308"/>
                  <a:gd name="csY6" fmla="*/ 70950 h 141488"/>
                  <a:gd name="csX7" fmla="*/ 20922 w 141308"/>
                  <a:gd name="csY7" fmla="*/ 120974 h 141488"/>
                  <a:gd name="csX8" fmla="*/ 70882 w 141308"/>
                  <a:gd name="csY8" fmla="*/ 14169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2" y="141695"/>
                    </a:moveTo>
                    <a:cubicBezTo>
                      <a:pt x="89620" y="141695"/>
                      <a:pt x="107592" y="134241"/>
                      <a:pt x="120842" y="120974"/>
                    </a:cubicBezTo>
                    <a:cubicBezTo>
                      <a:pt x="134091" y="107708"/>
                      <a:pt x="141536" y="89712"/>
                      <a:pt x="141536" y="70950"/>
                    </a:cubicBezTo>
                    <a:cubicBezTo>
                      <a:pt x="141536" y="52189"/>
                      <a:pt x="134091" y="34193"/>
                      <a:pt x="120842" y="20927"/>
                    </a:cubicBezTo>
                    <a:cubicBezTo>
                      <a:pt x="107592" y="7660"/>
                      <a:pt x="89620" y="206"/>
                      <a:pt x="70882" y="206"/>
                    </a:cubicBezTo>
                    <a:cubicBezTo>
                      <a:pt x="52144" y="206"/>
                      <a:pt x="34172" y="7660"/>
                      <a:pt x="20922" y="20927"/>
                    </a:cubicBezTo>
                    <a:cubicBezTo>
                      <a:pt x="7672" y="34193"/>
                      <a:pt x="228" y="52189"/>
                      <a:pt x="228" y="70950"/>
                    </a:cubicBezTo>
                    <a:cubicBezTo>
                      <a:pt x="228" y="89712"/>
                      <a:pt x="7672" y="107708"/>
                      <a:pt x="20922" y="120974"/>
                    </a:cubicBezTo>
                    <a:cubicBezTo>
                      <a:pt x="34172" y="134241"/>
                      <a:pt x="52144" y="141695"/>
                      <a:pt x="70882" y="141695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2" name="任意多边形: 形状 1831"/>
              <p:cNvSpPr/>
              <p:nvPr/>
            </p:nvSpPr>
            <p:spPr>
              <a:xfrm>
                <a:off x="12644850" y="19290251"/>
                <a:ext cx="223200" cy="223200"/>
              </a:xfrm>
              <a:custGeom>
                <a:avLst/>
                <a:gdLst>
                  <a:gd name="csX0" fmla="*/ 70822 w 141308"/>
                  <a:gd name="csY0" fmla="*/ 141674 h 141488"/>
                  <a:gd name="csX1" fmla="*/ 120782 w 141308"/>
                  <a:gd name="csY1" fmla="*/ 120954 h 141488"/>
                  <a:gd name="csX2" fmla="*/ 141476 w 141308"/>
                  <a:gd name="csY2" fmla="*/ 70930 h 141488"/>
                  <a:gd name="csX3" fmla="*/ 120782 w 141308"/>
                  <a:gd name="csY3" fmla="*/ 20906 h 141488"/>
                  <a:gd name="csX4" fmla="*/ 70822 w 141308"/>
                  <a:gd name="csY4" fmla="*/ 186 h 141488"/>
                  <a:gd name="csX5" fmla="*/ 20862 w 141308"/>
                  <a:gd name="csY5" fmla="*/ 20906 h 141488"/>
                  <a:gd name="csX6" fmla="*/ 168 w 141308"/>
                  <a:gd name="csY6" fmla="*/ 70930 h 141488"/>
                  <a:gd name="csX7" fmla="*/ 20862 w 141308"/>
                  <a:gd name="csY7" fmla="*/ 120954 h 141488"/>
                  <a:gd name="csX8" fmla="*/ 70822 w 141308"/>
                  <a:gd name="csY8" fmla="*/ 14167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2" y="141674"/>
                    </a:moveTo>
                    <a:cubicBezTo>
                      <a:pt x="89560" y="141674"/>
                      <a:pt x="107533" y="134220"/>
                      <a:pt x="120782" y="120954"/>
                    </a:cubicBezTo>
                    <a:cubicBezTo>
                      <a:pt x="134032" y="107687"/>
                      <a:pt x="141476" y="89692"/>
                      <a:pt x="141476" y="70930"/>
                    </a:cubicBezTo>
                    <a:cubicBezTo>
                      <a:pt x="141476" y="52168"/>
                      <a:pt x="134032" y="34173"/>
                      <a:pt x="120782" y="20906"/>
                    </a:cubicBezTo>
                    <a:cubicBezTo>
                      <a:pt x="107533" y="7640"/>
                      <a:pt x="89560" y="186"/>
                      <a:pt x="70822" y="186"/>
                    </a:cubicBezTo>
                    <a:cubicBezTo>
                      <a:pt x="52085" y="186"/>
                      <a:pt x="34112" y="7640"/>
                      <a:pt x="20862" y="20906"/>
                    </a:cubicBezTo>
                    <a:cubicBezTo>
                      <a:pt x="7613" y="34173"/>
                      <a:pt x="168" y="52168"/>
                      <a:pt x="168" y="70930"/>
                    </a:cubicBezTo>
                    <a:cubicBezTo>
                      <a:pt x="168" y="89692"/>
                      <a:pt x="7613" y="107687"/>
                      <a:pt x="20862" y="120954"/>
                    </a:cubicBezTo>
                    <a:cubicBezTo>
                      <a:pt x="34112" y="134220"/>
                      <a:pt x="52085" y="141674"/>
                      <a:pt x="70822" y="141674"/>
                    </a:cubicBezTo>
                    <a:close/>
                  </a:path>
                </a:pathLst>
              </a:custGeom>
              <a:solidFill>
                <a:srgbClr val="453781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3" name="任意多边形: 形状 1832"/>
              <p:cNvSpPr/>
              <p:nvPr/>
            </p:nvSpPr>
            <p:spPr>
              <a:xfrm>
                <a:off x="13289828" y="19961114"/>
                <a:ext cx="223200" cy="223200"/>
              </a:xfrm>
              <a:custGeom>
                <a:avLst/>
                <a:gdLst>
                  <a:gd name="csX0" fmla="*/ 70844 w 141308"/>
                  <a:gd name="csY0" fmla="*/ 141696 h 141488"/>
                  <a:gd name="csX1" fmla="*/ 120804 w 141308"/>
                  <a:gd name="csY1" fmla="*/ 120976 h 141488"/>
                  <a:gd name="csX2" fmla="*/ 141498 w 141308"/>
                  <a:gd name="csY2" fmla="*/ 70952 h 141488"/>
                  <a:gd name="csX3" fmla="*/ 120804 w 141308"/>
                  <a:gd name="csY3" fmla="*/ 20928 h 141488"/>
                  <a:gd name="csX4" fmla="*/ 70844 w 141308"/>
                  <a:gd name="csY4" fmla="*/ 208 h 141488"/>
                  <a:gd name="csX5" fmla="*/ 20884 w 141308"/>
                  <a:gd name="csY5" fmla="*/ 20928 h 141488"/>
                  <a:gd name="csX6" fmla="*/ 190 w 141308"/>
                  <a:gd name="csY6" fmla="*/ 70952 h 141488"/>
                  <a:gd name="csX7" fmla="*/ 20884 w 141308"/>
                  <a:gd name="csY7" fmla="*/ 120976 h 141488"/>
                  <a:gd name="csX8" fmla="*/ 70844 w 141308"/>
                  <a:gd name="csY8" fmla="*/ 14169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4" y="141696"/>
                    </a:moveTo>
                    <a:cubicBezTo>
                      <a:pt x="89581" y="141696"/>
                      <a:pt x="107554" y="134242"/>
                      <a:pt x="120804" y="120976"/>
                    </a:cubicBezTo>
                    <a:cubicBezTo>
                      <a:pt x="134053" y="107709"/>
                      <a:pt x="141498" y="89714"/>
                      <a:pt x="141498" y="70952"/>
                    </a:cubicBezTo>
                    <a:cubicBezTo>
                      <a:pt x="141498" y="52191"/>
                      <a:pt x="134053" y="34195"/>
                      <a:pt x="120804" y="20928"/>
                    </a:cubicBezTo>
                    <a:cubicBezTo>
                      <a:pt x="107554" y="7662"/>
                      <a:pt x="89581" y="208"/>
                      <a:pt x="70844" y="208"/>
                    </a:cubicBezTo>
                    <a:cubicBezTo>
                      <a:pt x="52106" y="208"/>
                      <a:pt x="34133" y="7662"/>
                      <a:pt x="20884" y="20928"/>
                    </a:cubicBezTo>
                    <a:cubicBezTo>
                      <a:pt x="7634" y="34195"/>
                      <a:pt x="190" y="52191"/>
                      <a:pt x="190" y="70952"/>
                    </a:cubicBezTo>
                    <a:cubicBezTo>
                      <a:pt x="190" y="89714"/>
                      <a:pt x="7634" y="107709"/>
                      <a:pt x="20884" y="120976"/>
                    </a:cubicBezTo>
                    <a:cubicBezTo>
                      <a:pt x="34133" y="134242"/>
                      <a:pt x="52106" y="141696"/>
                      <a:pt x="70844" y="141696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4" name="任意多边形: 形状 1833"/>
              <p:cNvSpPr/>
              <p:nvPr/>
            </p:nvSpPr>
            <p:spPr>
              <a:xfrm>
                <a:off x="13240223" y="18206762"/>
                <a:ext cx="223200" cy="223200"/>
              </a:xfrm>
              <a:custGeom>
                <a:avLst/>
                <a:gdLst>
                  <a:gd name="csX0" fmla="*/ 70842 w 141308"/>
                  <a:gd name="csY0" fmla="*/ 141638 h 141488"/>
                  <a:gd name="csX1" fmla="*/ 120802 w 141308"/>
                  <a:gd name="csY1" fmla="*/ 120918 h 141488"/>
                  <a:gd name="csX2" fmla="*/ 141496 w 141308"/>
                  <a:gd name="csY2" fmla="*/ 70894 h 141488"/>
                  <a:gd name="csX3" fmla="*/ 120802 w 141308"/>
                  <a:gd name="csY3" fmla="*/ 20870 h 141488"/>
                  <a:gd name="csX4" fmla="*/ 70842 w 141308"/>
                  <a:gd name="csY4" fmla="*/ 150 h 141488"/>
                  <a:gd name="csX5" fmla="*/ 20882 w 141308"/>
                  <a:gd name="csY5" fmla="*/ 20870 h 141488"/>
                  <a:gd name="csX6" fmla="*/ 188 w 141308"/>
                  <a:gd name="csY6" fmla="*/ 70894 h 141488"/>
                  <a:gd name="csX7" fmla="*/ 20882 w 141308"/>
                  <a:gd name="csY7" fmla="*/ 120918 h 141488"/>
                  <a:gd name="csX8" fmla="*/ 70842 w 141308"/>
                  <a:gd name="csY8" fmla="*/ 14163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2" y="141638"/>
                    </a:moveTo>
                    <a:cubicBezTo>
                      <a:pt x="89580" y="141638"/>
                      <a:pt x="107552" y="134184"/>
                      <a:pt x="120802" y="120918"/>
                    </a:cubicBezTo>
                    <a:cubicBezTo>
                      <a:pt x="134052" y="107651"/>
                      <a:pt x="141496" y="89656"/>
                      <a:pt x="141496" y="70894"/>
                    </a:cubicBezTo>
                    <a:cubicBezTo>
                      <a:pt x="141496" y="52133"/>
                      <a:pt x="134052" y="34137"/>
                      <a:pt x="120802" y="20870"/>
                    </a:cubicBezTo>
                    <a:cubicBezTo>
                      <a:pt x="107552" y="7604"/>
                      <a:pt x="89580" y="150"/>
                      <a:pt x="70842" y="150"/>
                    </a:cubicBezTo>
                    <a:cubicBezTo>
                      <a:pt x="52104" y="150"/>
                      <a:pt x="34132" y="7604"/>
                      <a:pt x="20882" y="20870"/>
                    </a:cubicBezTo>
                    <a:cubicBezTo>
                      <a:pt x="7633" y="34137"/>
                      <a:pt x="188" y="52133"/>
                      <a:pt x="188" y="70894"/>
                    </a:cubicBezTo>
                    <a:cubicBezTo>
                      <a:pt x="188" y="89656"/>
                      <a:pt x="7633" y="107651"/>
                      <a:pt x="20882" y="120918"/>
                    </a:cubicBezTo>
                    <a:cubicBezTo>
                      <a:pt x="34132" y="134184"/>
                      <a:pt x="52104" y="141638"/>
                      <a:pt x="70842" y="141638"/>
                    </a:cubicBezTo>
                    <a:close/>
                  </a:path>
                </a:pathLst>
              </a:custGeom>
              <a:solidFill>
                <a:srgbClr val="375B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5" name="任意多边形: 形状 1834"/>
              <p:cNvSpPr/>
              <p:nvPr/>
            </p:nvSpPr>
            <p:spPr>
              <a:xfrm>
                <a:off x="13866865" y="19529923"/>
                <a:ext cx="223200" cy="223200"/>
              </a:xfrm>
              <a:custGeom>
                <a:avLst/>
                <a:gdLst>
                  <a:gd name="csX0" fmla="*/ 70863 w 141308"/>
                  <a:gd name="csY0" fmla="*/ 141682 h 141488"/>
                  <a:gd name="csX1" fmla="*/ 120823 w 141308"/>
                  <a:gd name="csY1" fmla="*/ 120962 h 141488"/>
                  <a:gd name="csX2" fmla="*/ 141517 w 141308"/>
                  <a:gd name="csY2" fmla="*/ 70938 h 141488"/>
                  <a:gd name="csX3" fmla="*/ 120823 w 141308"/>
                  <a:gd name="csY3" fmla="*/ 20914 h 141488"/>
                  <a:gd name="csX4" fmla="*/ 70863 w 141308"/>
                  <a:gd name="csY4" fmla="*/ 194 h 141488"/>
                  <a:gd name="csX5" fmla="*/ 20903 w 141308"/>
                  <a:gd name="csY5" fmla="*/ 20914 h 141488"/>
                  <a:gd name="csX6" fmla="*/ 209 w 141308"/>
                  <a:gd name="csY6" fmla="*/ 70938 h 141488"/>
                  <a:gd name="csX7" fmla="*/ 20903 w 141308"/>
                  <a:gd name="csY7" fmla="*/ 120962 h 141488"/>
                  <a:gd name="csX8" fmla="*/ 70863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3" y="141682"/>
                    </a:moveTo>
                    <a:cubicBezTo>
                      <a:pt x="89601" y="141682"/>
                      <a:pt x="107573" y="134228"/>
                      <a:pt x="120823" y="120962"/>
                    </a:cubicBezTo>
                    <a:cubicBezTo>
                      <a:pt x="134072" y="107695"/>
                      <a:pt x="141517" y="89700"/>
                      <a:pt x="141517" y="70938"/>
                    </a:cubicBezTo>
                    <a:cubicBezTo>
                      <a:pt x="141517" y="52176"/>
                      <a:pt x="134072" y="34181"/>
                      <a:pt x="120823" y="20914"/>
                    </a:cubicBezTo>
                    <a:cubicBezTo>
                      <a:pt x="107573" y="7648"/>
                      <a:pt x="89601" y="194"/>
                      <a:pt x="70863" y="194"/>
                    </a:cubicBezTo>
                    <a:cubicBezTo>
                      <a:pt x="52125" y="194"/>
                      <a:pt x="34152" y="7648"/>
                      <a:pt x="20903" y="20914"/>
                    </a:cubicBezTo>
                    <a:cubicBezTo>
                      <a:pt x="7653" y="34181"/>
                      <a:pt x="209" y="52176"/>
                      <a:pt x="209" y="70938"/>
                    </a:cubicBezTo>
                    <a:cubicBezTo>
                      <a:pt x="209" y="89700"/>
                      <a:pt x="7653" y="107695"/>
                      <a:pt x="20903" y="120962"/>
                    </a:cubicBezTo>
                    <a:cubicBezTo>
                      <a:pt x="34152" y="134228"/>
                      <a:pt x="52125" y="141682"/>
                      <a:pt x="70863" y="141682"/>
                    </a:cubicBezTo>
                    <a:close/>
                  </a:path>
                </a:pathLst>
              </a:custGeom>
              <a:solidFill>
                <a:srgbClr val="471063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6" name="任意多边形: 形状 1835"/>
              <p:cNvSpPr/>
              <p:nvPr/>
            </p:nvSpPr>
            <p:spPr>
              <a:xfrm>
                <a:off x="13031919" y="19143445"/>
                <a:ext cx="223200" cy="223200"/>
              </a:xfrm>
              <a:custGeom>
                <a:avLst/>
                <a:gdLst>
                  <a:gd name="csX0" fmla="*/ 70835 w 141308"/>
                  <a:gd name="csY0" fmla="*/ 141669 h 141488"/>
                  <a:gd name="csX1" fmla="*/ 120795 w 141308"/>
                  <a:gd name="csY1" fmla="*/ 120949 h 141488"/>
                  <a:gd name="csX2" fmla="*/ 141489 w 141308"/>
                  <a:gd name="csY2" fmla="*/ 70925 h 141488"/>
                  <a:gd name="csX3" fmla="*/ 120795 w 141308"/>
                  <a:gd name="csY3" fmla="*/ 20901 h 141488"/>
                  <a:gd name="csX4" fmla="*/ 70835 w 141308"/>
                  <a:gd name="csY4" fmla="*/ 181 h 141488"/>
                  <a:gd name="csX5" fmla="*/ 20875 w 141308"/>
                  <a:gd name="csY5" fmla="*/ 20901 h 141488"/>
                  <a:gd name="csX6" fmla="*/ 181 w 141308"/>
                  <a:gd name="csY6" fmla="*/ 70925 h 141488"/>
                  <a:gd name="csX7" fmla="*/ 20875 w 141308"/>
                  <a:gd name="csY7" fmla="*/ 120949 h 141488"/>
                  <a:gd name="csX8" fmla="*/ 70835 w 141308"/>
                  <a:gd name="csY8" fmla="*/ 14166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5" y="141669"/>
                    </a:moveTo>
                    <a:cubicBezTo>
                      <a:pt x="89573" y="141669"/>
                      <a:pt x="107546" y="134215"/>
                      <a:pt x="120795" y="120949"/>
                    </a:cubicBezTo>
                    <a:cubicBezTo>
                      <a:pt x="134045" y="107682"/>
                      <a:pt x="141489" y="89687"/>
                      <a:pt x="141489" y="70925"/>
                    </a:cubicBezTo>
                    <a:cubicBezTo>
                      <a:pt x="141489" y="52164"/>
                      <a:pt x="134045" y="34168"/>
                      <a:pt x="120795" y="20901"/>
                    </a:cubicBezTo>
                    <a:cubicBezTo>
                      <a:pt x="107546" y="7635"/>
                      <a:pt x="89573" y="181"/>
                      <a:pt x="70835" y="181"/>
                    </a:cubicBezTo>
                    <a:cubicBezTo>
                      <a:pt x="52098" y="181"/>
                      <a:pt x="34125" y="7635"/>
                      <a:pt x="20875" y="20901"/>
                    </a:cubicBezTo>
                    <a:cubicBezTo>
                      <a:pt x="7626" y="34168"/>
                      <a:pt x="181" y="52164"/>
                      <a:pt x="181" y="70925"/>
                    </a:cubicBezTo>
                    <a:cubicBezTo>
                      <a:pt x="181" y="89687"/>
                      <a:pt x="7626" y="107682"/>
                      <a:pt x="20875" y="120949"/>
                    </a:cubicBezTo>
                    <a:cubicBezTo>
                      <a:pt x="34125" y="134215"/>
                      <a:pt x="52098" y="141669"/>
                      <a:pt x="70835" y="141669"/>
                    </a:cubicBezTo>
                    <a:close/>
                  </a:path>
                </a:pathLst>
              </a:custGeom>
              <a:solidFill>
                <a:srgbClr val="481F7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7" name="任意多边形: 形状 1836"/>
              <p:cNvSpPr/>
              <p:nvPr/>
            </p:nvSpPr>
            <p:spPr>
              <a:xfrm>
                <a:off x="13476307" y="19507264"/>
                <a:ext cx="223200" cy="223200"/>
              </a:xfrm>
              <a:custGeom>
                <a:avLst/>
                <a:gdLst>
                  <a:gd name="csX0" fmla="*/ 70850 w 141308"/>
                  <a:gd name="csY0" fmla="*/ 141681 h 141488"/>
                  <a:gd name="csX1" fmla="*/ 120810 w 141308"/>
                  <a:gd name="csY1" fmla="*/ 120961 h 141488"/>
                  <a:gd name="csX2" fmla="*/ 141504 w 141308"/>
                  <a:gd name="csY2" fmla="*/ 70937 h 141488"/>
                  <a:gd name="csX3" fmla="*/ 120810 w 141308"/>
                  <a:gd name="csY3" fmla="*/ 20913 h 141488"/>
                  <a:gd name="csX4" fmla="*/ 70850 w 141308"/>
                  <a:gd name="csY4" fmla="*/ 193 h 141488"/>
                  <a:gd name="csX5" fmla="*/ 20890 w 141308"/>
                  <a:gd name="csY5" fmla="*/ 20913 h 141488"/>
                  <a:gd name="csX6" fmla="*/ 196 w 141308"/>
                  <a:gd name="csY6" fmla="*/ 70937 h 141488"/>
                  <a:gd name="csX7" fmla="*/ 20890 w 141308"/>
                  <a:gd name="csY7" fmla="*/ 120961 h 141488"/>
                  <a:gd name="csX8" fmla="*/ 70850 w 141308"/>
                  <a:gd name="csY8" fmla="*/ 14168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0" y="141681"/>
                    </a:moveTo>
                    <a:cubicBezTo>
                      <a:pt x="89588" y="141681"/>
                      <a:pt x="107560" y="134227"/>
                      <a:pt x="120810" y="120961"/>
                    </a:cubicBezTo>
                    <a:cubicBezTo>
                      <a:pt x="134059" y="107694"/>
                      <a:pt x="141504" y="89699"/>
                      <a:pt x="141504" y="70937"/>
                    </a:cubicBezTo>
                    <a:cubicBezTo>
                      <a:pt x="141504" y="52176"/>
                      <a:pt x="134059" y="34180"/>
                      <a:pt x="120810" y="20913"/>
                    </a:cubicBezTo>
                    <a:cubicBezTo>
                      <a:pt x="107560" y="7647"/>
                      <a:pt x="89588" y="193"/>
                      <a:pt x="70850" y="193"/>
                    </a:cubicBezTo>
                    <a:cubicBezTo>
                      <a:pt x="52112" y="193"/>
                      <a:pt x="34140" y="7647"/>
                      <a:pt x="20890" y="20913"/>
                    </a:cubicBezTo>
                    <a:cubicBezTo>
                      <a:pt x="7640" y="34180"/>
                      <a:pt x="196" y="52176"/>
                      <a:pt x="196" y="70937"/>
                    </a:cubicBezTo>
                    <a:cubicBezTo>
                      <a:pt x="196" y="89699"/>
                      <a:pt x="7640" y="107694"/>
                      <a:pt x="20890" y="120961"/>
                    </a:cubicBezTo>
                    <a:cubicBezTo>
                      <a:pt x="34140" y="134227"/>
                      <a:pt x="52112" y="141681"/>
                      <a:pt x="70850" y="141681"/>
                    </a:cubicBezTo>
                    <a:close/>
                  </a:path>
                </a:pathLst>
              </a:custGeom>
              <a:solidFill>
                <a:srgbClr val="44015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8" name="任意多边形: 形状 1837"/>
              <p:cNvSpPr/>
              <p:nvPr/>
            </p:nvSpPr>
            <p:spPr>
              <a:xfrm>
                <a:off x="13882101" y="20140661"/>
                <a:ext cx="223200" cy="223200"/>
              </a:xfrm>
              <a:custGeom>
                <a:avLst/>
                <a:gdLst>
                  <a:gd name="csX0" fmla="*/ 70863 w 141308"/>
                  <a:gd name="csY0" fmla="*/ 141702 h 141488"/>
                  <a:gd name="csX1" fmla="*/ 120823 w 141308"/>
                  <a:gd name="csY1" fmla="*/ 120982 h 141488"/>
                  <a:gd name="csX2" fmla="*/ 141517 w 141308"/>
                  <a:gd name="csY2" fmla="*/ 70958 h 141488"/>
                  <a:gd name="csX3" fmla="*/ 120823 w 141308"/>
                  <a:gd name="csY3" fmla="*/ 20934 h 141488"/>
                  <a:gd name="csX4" fmla="*/ 70863 w 141308"/>
                  <a:gd name="csY4" fmla="*/ 214 h 141488"/>
                  <a:gd name="csX5" fmla="*/ 20903 w 141308"/>
                  <a:gd name="csY5" fmla="*/ 20934 h 141488"/>
                  <a:gd name="csX6" fmla="*/ 209 w 141308"/>
                  <a:gd name="csY6" fmla="*/ 70958 h 141488"/>
                  <a:gd name="csX7" fmla="*/ 20903 w 141308"/>
                  <a:gd name="csY7" fmla="*/ 120982 h 141488"/>
                  <a:gd name="csX8" fmla="*/ 70863 w 141308"/>
                  <a:gd name="csY8" fmla="*/ 14170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3" y="141702"/>
                    </a:moveTo>
                    <a:cubicBezTo>
                      <a:pt x="89601" y="141702"/>
                      <a:pt x="107574" y="134248"/>
                      <a:pt x="120823" y="120982"/>
                    </a:cubicBezTo>
                    <a:cubicBezTo>
                      <a:pt x="134073" y="107715"/>
                      <a:pt x="141517" y="89720"/>
                      <a:pt x="141517" y="70958"/>
                    </a:cubicBezTo>
                    <a:cubicBezTo>
                      <a:pt x="141517" y="52196"/>
                      <a:pt x="134073" y="34201"/>
                      <a:pt x="120823" y="20934"/>
                    </a:cubicBezTo>
                    <a:cubicBezTo>
                      <a:pt x="107574" y="7668"/>
                      <a:pt x="89601" y="214"/>
                      <a:pt x="70863" y="214"/>
                    </a:cubicBezTo>
                    <a:cubicBezTo>
                      <a:pt x="52126" y="214"/>
                      <a:pt x="34153" y="7668"/>
                      <a:pt x="20903" y="20934"/>
                    </a:cubicBezTo>
                    <a:cubicBezTo>
                      <a:pt x="7654" y="34201"/>
                      <a:pt x="209" y="52196"/>
                      <a:pt x="209" y="70958"/>
                    </a:cubicBezTo>
                    <a:cubicBezTo>
                      <a:pt x="209" y="89720"/>
                      <a:pt x="7654" y="107715"/>
                      <a:pt x="20903" y="120982"/>
                    </a:cubicBezTo>
                    <a:cubicBezTo>
                      <a:pt x="34153" y="134248"/>
                      <a:pt x="52126" y="141702"/>
                      <a:pt x="70863" y="141702"/>
                    </a:cubicBezTo>
                    <a:close/>
                  </a:path>
                </a:pathLst>
              </a:custGeom>
              <a:solidFill>
                <a:srgbClr val="433E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39" name="任意多边形: 形状 1838"/>
              <p:cNvSpPr/>
              <p:nvPr/>
            </p:nvSpPr>
            <p:spPr>
              <a:xfrm>
                <a:off x="13891897" y="18499020"/>
                <a:ext cx="223200" cy="223200"/>
              </a:xfrm>
              <a:custGeom>
                <a:avLst/>
                <a:gdLst>
                  <a:gd name="csX0" fmla="*/ 70864 w 141308"/>
                  <a:gd name="csY0" fmla="*/ 141648 h 141488"/>
                  <a:gd name="csX1" fmla="*/ 120824 w 141308"/>
                  <a:gd name="csY1" fmla="*/ 120928 h 141488"/>
                  <a:gd name="csX2" fmla="*/ 141518 w 141308"/>
                  <a:gd name="csY2" fmla="*/ 70904 h 141488"/>
                  <a:gd name="csX3" fmla="*/ 120824 w 141308"/>
                  <a:gd name="csY3" fmla="*/ 20880 h 141488"/>
                  <a:gd name="csX4" fmla="*/ 70864 w 141308"/>
                  <a:gd name="csY4" fmla="*/ 160 h 141488"/>
                  <a:gd name="csX5" fmla="*/ 20904 w 141308"/>
                  <a:gd name="csY5" fmla="*/ 20880 h 141488"/>
                  <a:gd name="csX6" fmla="*/ 210 w 141308"/>
                  <a:gd name="csY6" fmla="*/ 70904 h 141488"/>
                  <a:gd name="csX7" fmla="*/ 20904 w 141308"/>
                  <a:gd name="csY7" fmla="*/ 120928 h 141488"/>
                  <a:gd name="csX8" fmla="*/ 70864 w 141308"/>
                  <a:gd name="csY8" fmla="*/ 14164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4" y="141648"/>
                    </a:moveTo>
                    <a:cubicBezTo>
                      <a:pt x="89601" y="141648"/>
                      <a:pt x="107574" y="134194"/>
                      <a:pt x="120824" y="120928"/>
                    </a:cubicBezTo>
                    <a:cubicBezTo>
                      <a:pt x="134073" y="107661"/>
                      <a:pt x="141518" y="89665"/>
                      <a:pt x="141518" y="70904"/>
                    </a:cubicBezTo>
                    <a:cubicBezTo>
                      <a:pt x="141518" y="52142"/>
                      <a:pt x="134073" y="34147"/>
                      <a:pt x="120824" y="20880"/>
                    </a:cubicBezTo>
                    <a:cubicBezTo>
                      <a:pt x="107574" y="7614"/>
                      <a:pt x="89601" y="160"/>
                      <a:pt x="70864" y="160"/>
                    </a:cubicBezTo>
                    <a:cubicBezTo>
                      <a:pt x="52126" y="160"/>
                      <a:pt x="34153" y="7614"/>
                      <a:pt x="20904" y="20880"/>
                    </a:cubicBezTo>
                    <a:cubicBezTo>
                      <a:pt x="7654" y="34147"/>
                      <a:pt x="210" y="52142"/>
                      <a:pt x="210" y="70904"/>
                    </a:cubicBezTo>
                    <a:cubicBezTo>
                      <a:pt x="210" y="89665"/>
                      <a:pt x="7654" y="107661"/>
                      <a:pt x="20904" y="120928"/>
                    </a:cubicBezTo>
                    <a:cubicBezTo>
                      <a:pt x="34153" y="134194"/>
                      <a:pt x="52126" y="141648"/>
                      <a:pt x="70864" y="141648"/>
                    </a:cubicBezTo>
                    <a:close/>
                  </a:path>
                </a:pathLst>
              </a:custGeom>
              <a:solidFill>
                <a:srgbClr val="4046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0" name="任意多边形: 形状 1839"/>
              <p:cNvSpPr/>
              <p:nvPr/>
            </p:nvSpPr>
            <p:spPr>
              <a:xfrm>
                <a:off x="14251398" y="19468911"/>
                <a:ext cx="223200" cy="223200"/>
              </a:xfrm>
              <a:custGeom>
                <a:avLst/>
                <a:gdLst>
                  <a:gd name="csX0" fmla="*/ 70876 w 141308"/>
                  <a:gd name="csY0" fmla="*/ 141680 h 141488"/>
                  <a:gd name="csX1" fmla="*/ 120835 w 141308"/>
                  <a:gd name="csY1" fmla="*/ 120960 h 141488"/>
                  <a:gd name="csX2" fmla="*/ 141530 w 141308"/>
                  <a:gd name="csY2" fmla="*/ 70936 h 141488"/>
                  <a:gd name="csX3" fmla="*/ 120835 w 141308"/>
                  <a:gd name="csY3" fmla="*/ 20912 h 141488"/>
                  <a:gd name="csX4" fmla="*/ 70876 w 141308"/>
                  <a:gd name="csY4" fmla="*/ 192 h 141488"/>
                  <a:gd name="csX5" fmla="*/ 20916 w 141308"/>
                  <a:gd name="csY5" fmla="*/ 20912 h 141488"/>
                  <a:gd name="csX6" fmla="*/ 222 w 141308"/>
                  <a:gd name="csY6" fmla="*/ 70936 h 141488"/>
                  <a:gd name="csX7" fmla="*/ 20916 w 141308"/>
                  <a:gd name="csY7" fmla="*/ 120960 h 141488"/>
                  <a:gd name="csX8" fmla="*/ 70876 w 141308"/>
                  <a:gd name="csY8" fmla="*/ 14168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6" y="141680"/>
                    </a:moveTo>
                    <a:cubicBezTo>
                      <a:pt x="89613" y="141680"/>
                      <a:pt x="107586" y="134226"/>
                      <a:pt x="120835" y="120960"/>
                    </a:cubicBezTo>
                    <a:cubicBezTo>
                      <a:pt x="134085" y="107693"/>
                      <a:pt x="141530" y="89697"/>
                      <a:pt x="141530" y="70936"/>
                    </a:cubicBezTo>
                    <a:cubicBezTo>
                      <a:pt x="141530" y="52174"/>
                      <a:pt x="134085" y="34179"/>
                      <a:pt x="120835" y="20912"/>
                    </a:cubicBezTo>
                    <a:cubicBezTo>
                      <a:pt x="107586" y="7646"/>
                      <a:pt x="89613" y="192"/>
                      <a:pt x="70876" y="192"/>
                    </a:cubicBezTo>
                    <a:cubicBezTo>
                      <a:pt x="52138" y="192"/>
                      <a:pt x="34165" y="7646"/>
                      <a:pt x="20916" y="20912"/>
                    </a:cubicBezTo>
                    <a:cubicBezTo>
                      <a:pt x="7666" y="34179"/>
                      <a:pt x="222" y="52174"/>
                      <a:pt x="222" y="70936"/>
                    </a:cubicBezTo>
                    <a:cubicBezTo>
                      <a:pt x="222" y="89697"/>
                      <a:pt x="7666" y="107693"/>
                      <a:pt x="20916" y="120960"/>
                    </a:cubicBezTo>
                    <a:cubicBezTo>
                      <a:pt x="34165" y="134226"/>
                      <a:pt x="52138" y="141680"/>
                      <a:pt x="70876" y="141680"/>
                    </a:cubicBezTo>
                    <a:close/>
                  </a:path>
                </a:pathLst>
              </a:custGeom>
              <a:solidFill>
                <a:srgbClr val="48287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1" name="任意多边形: 形状 1840"/>
              <p:cNvSpPr/>
              <p:nvPr/>
            </p:nvSpPr>
            <p:spPr>
              <a:xfrm>
                <a:off x="12342633" y="18662109"/>
                <a:ext cx="223200" cy="223200"/>
              </a:xfrm>
              <a:custGeom>
                <a:avLst/>
                <a:gdLst>
                  <a:gd name="csX0" fmla="*/ 70812 w 141308"/>
                  <a:gd name="csY0" fmla="*/ 141653 h 141488"/>
                  <a:gd name="csX1" fmla="*/ 120772 w 141308"/>
                  <a:gd name="csY1" fmla="*/ 120933 h 141488"/>
                  <a:gd name="csX2" fmla="*/ 141466 w 141308"/>
                  <a:gd name="csY2" fmla="*/ 70909 h 141488"/>
                  <a:gd name="csX3" fmla="*/ 120772 w 141308"/>
                  <a:gd name="csY3" fmla="*/ 20886 h 141488"/>
                  <a:gd name="csX4" fmla="*/ 70812 w 141308"/>
                  <a:gd name="csY4" fmla="*/ 165 h 141488"/>
                  <a:gd name="csX5" fmla="*/ 20852 w 141308"/>
                  <a:gd name="csY5" fmla="*/ 20886 h 141488"/>
                  <a:gd name="csX6" fmla="*/ 158 w 141308"/>
                  <a:gd name="csY6" fmla="*/ 70909 h 141488"/>
                  <a:gd name="csX7" fmla="*/ 20852 w 141308"/>
                  <a:gd name="csY7" fmla="*/ 120933 h 141488"/>
                  <a:gd name="csX8" fmla="*/ 70812 w 141308"/>
                  <a:gd name="csY8" fmla="*/ 14165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2" y="141653"/>
                    </a:moveTo>
                    <a:cubicBezTo>
                      <a:pt x="89550" y="141653"/>
                      <a:pt x="107523" y="134199"/>
                      <a:pt x="120772" y="120933"/>
                    </a:cubicBezTo>
                    <a:cubicBezTo>
                      <a:pt x="134022" y="107666"/>
                      <a:pt x="141466" y="89671"/>
                      <a:pt x="141466" y="70909"/>
                    </a:cubicBezTo>
                    <a:cubicBezTo>
                      <a:pt x="141466" y="52148"/>
                      <a:pt x="134022" y="34152"/>
                      <a:pt x="120772" y="20886"/>
                    </a:cubicBezTo>
                    <a:cubicBezTo>
                      <a:pt x="107523" y="7619"/>
                      <a:pt x="89550" y="165"/>
                      <a:pt x="70812" y="165"/>
                    </a:cubicBezTo>
                    <a:cubicBezTo>
                      <a:pt x="52075" y="165"/>
                      <a:pt x="34102" y="7619"/>
                      <a:pt x="20852" y="20886"/>
                    </a:cubicBezTo>
                    <a:cubicBezTo>
                      <a:pt x="7603" y="34152"/>
                      <a:pt x="158" y="52148"/>
                      <a:pt x="158" y="70909"/>
                    </a:cubicBezTo>
                    <a:cubicBezTo>
                      <a:pt x="158" y="89671"/>
                      <a:pt x="7603" y="107666"/>
                      <a:pt x="20852" y="120933"/>
                    </a:cubicBezTo>
                    <a:cubicBezTo>
                      <a:pt x="34102" y="134199"/>
                      <a:pt x="52075" y="141653"/>
                      <a:pt x="70812" y="141653"/>
                    </a:cubicBezTo>
                    <a:close/>
                  </a:path>
                </a:pathLst>
              </a:custGeom>
              <a:solidFill>
                <a:srgbClr val="365C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2" name="任意多边形: 形状 1841"/>
              <p:cNvSpPr/>
              <p:nvPr/>
            </p:nvSpPr>
            <p:spPr>
              <a:xfrm>
                <a:off x="13150129" y="19916483"/>
                <a:ext cx="223200" cy="223200"/>
              </a:xfrm>
              <a:custGeom>
                <a:avLst/>
                <a:gdLst>
                  <a:gd name="csX0" fmla="*/ 70839 w 141308"/>
                  <a:gd name="csY0" fmla="*/ 141695 h 141488"/>
                  <a:gd name="csX1" fmla="*/ 120799 w 141308"/>
                  <a:gd name="csY1" fmla="*/ 120974 h 141488"/>
                  <a:gd name="csX2" fmla="*/ 141493 w 141308"/>
                  <a:gd name="csY2" fmla="*/ 70951 h 141488"/>
                  <a:gd name="csX3" fmla="*/ 120799 w 141308"/>
                  <a:gd name="csY3" fmla="*/ 20927 h 141488"/>
                  <a:gd name="csX4" fmla="*/ 70839 w 141308"/>
                  <a:gd name="csY4" fmla="*/ 206 h 141488"/>
                  <a:gd name="csX5" fmla="*/ 20879 w 141308"/>
                  <a:gd name="csY5" fmla="*/ 20927 h 141488"/>
                  <a:gd name="csX6" fmla="*/ 185 w 141308"/>
                  <a:gd name="csY6" fmla="*/ 70951 h 141488"/>
                  <a:gd name="csX7" fmla="*/ 20879 w 141308"/>
                  <a:gd name="csY7" fmla="*/ 120974 h 141488"/>
                  <a:gd name="csX8" fmla="*/ 70839 w 141308"/>
                  <a:gd name="csY8" fmla="*/ 14169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9" y="141695"/>
                    </a:moveTo>
                    <a:cubicBezTo>
                      <a:pt x="89577" y="141695"/>
                      <a:pt x="107550" y="134241"/>
                      <a:pt x="120799" y="120974"/>
                    </a:cubicBezTo>
                    <a:cubicBezTo>
                      <a:pt x="134049" y="107708"/>
                      <a:pt x="141493" y="89712"/>
                      <a:pt x="141493" y="70951"/>
                    </a:cubicBezTo>
                    <a:cubicBezTo>
                      <a:pt x="141493" y="52189"/>
                      <a:pt x="134049" y="34193"/>
                      <a:pt x="120799" y="20927"/>
                    </a:cubicBezTo>
                    <a:cubicBezTo>
                      <a:pt x="107550" y="7661"/>
                      <a:pt x="89577" y="206"/>
                      <a:pt x="70839" y="206"/>
                    </a:cubicBezTo>
                    <a:cubicBezTo>
                      <a:pt x="52101" y="206"/>
                      <a:pt x="34129" y="7661"/>
                      <a:pt x="20879" y="20927"/>
                    </a:cubicBezTo>
                    <a:cubicBezTo>
                      <a:pt x="7630" y="34193"/>
                      <a:pt x="185" y="52189"/>
                      <a:pt x="185" y="70951"/>
                    </a:cubicBezTo>
                    <a:cubicBezTo>
                      <a:pt x="185" y="89712"/>
                      <a:pt x="7630" y="107708"/>
                      <a:pt x="20879" y="120974"/>
                    </a:cubicBezTo>
                    <a:cubicBezTo>
                      <a:pt x="34129" y="134241"/>
                      <a:pt x="52101" y="141695"/>
                      <a:pt x="70839" y="141695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3" name="任意多边形: 形状 1842"/>
              <p:cNvSpPr/>
              <p:nvPr/>
            </p:nvSpPr>
            <p:spPr>
              <a:xfrm>
                <a:off x="15126693" y="19307191"/>
                <a:ext cx="223200" cy="223200"/>
              </a:xfrm>
              <a:custGeom>
                <a:avLst/>
                <a:gdLst>
                  <a:gd name="csX0" fmla="*/ 70905 w 141308"/>
                  <a:gd name="csY0" fmla="*/ 141675 h 141488"/>
                  <a:gd name="csX1" fmla="*/ 120864 w 141308"/>
                  <a:gd name="csY1" fmla="*/ 120954 h 141488"/>
                  <a:gd name="csX2" fmla="*/ 141559 w 141308"/>
                  <a:gd name="csY2" fmla="*/ 70931 h 141488"/>
                  <a:gd name="csX3" fmla="*/ 120864 w 141308"/>
                  <a:gd name="csY3" fmla="*/ 20907 h 141488"/>
                  <a:gd name="csX4" fmla="*/ 70905 w 141308"/>
                  <a:gd name="csY4" fmla="*/ 186 h 141488"/>
                  <a:gd name="csX5" fmla="*/ 20945 w 141308"/>
                  <a:gd name="csY5" fmla="*/ 20907 h 141488"/>
                  <a:gd name="csX6" fmla="*/ 251 w 141308"/>
                  <a:gd name="csY6" fmla="*/ 70931 h 141488"/>
                  <a:gd name="csX7" fmla="*/ 20945 w 141308"/>
                  <a:gd name="csY7" fmla="*/ 120954 h 141488"/>
                  <a:gd name="csX8" fmla="*/ 70905 w 141308"/>
                  <a:gd name="csY8" fmla="*/ 14167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05" y="141675"/>
                    </a:moveTo>
                    <a:cubicBezTo>
                      <a:pt x="89642" y="141675"/>
                      <a:pt x="107615" y="134221"/>
                      <a:pt x="120864" y="120954"/>
                    </a:cubicBezTo>
                    <a:cubicBezTo>
                      <a:pt x="134114" y="107688"/>
                      <a:pt x="141559" y="89692"/>
                      <a:pt x="141559" y="70931"/>
                    </a:cubicBezTo>
                    <a:cubicBezTo>
                      <a:pt x="141559" y="52169"/>
                      <a:pt x="134114" y="34173"/>
                      <a:pt x="120864" y="20907"/>
                    </a:cubicBezTo>
                    <a:cubicBezTo>
                      <a:pt x="107615" y="7640"/>
                      <a:pt x="89642" y="186"/>
                      <a:pt x="70905" y="186"/>
                    </a:cubicBezTo>
                    <a:cubicBezTo>
                      <a:pt x="52167" y="186"/>
                      <a:pt x="34194" y="7640"/>
                      <a:pt x="20945" y="20907"/>
                    </a:cubicBezTo>
                    <a:cubicBezTo>
                      <a:pt x="7695" y="34173"/>
                      <a:pt x="251" y="52169"/>
                      <a:pt x="251" y="70931"/>
                    </a:cubicBezTo>
                    <a:cubicBezTo>
                      <a:pt x="251" y="89692"/>
                      <a:pt x="7695" y="107688"/>
                      <a:pt x="20945" y="120954"/>
                    </a:cubicBezTo>
                    <a:cubicBezTo>
                      <a:pt x="34194" y="134221"/>
                      <a:pt x="52167" y="141675"/>
                      <a:pt x="70905" y="141675"/>
                    </a:cubicBezTo>
                    <a:close/>
                  </a:path>
                </a:pathLst>
              </a:custGeom>
              <a:solidFill>
                <a:srgbClr val="3460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4" name="任意多边形: 形状 1843"/>
              <p:cNvSpPr/>
              <p:nvPr/>
            </p:nvSpPr>
            <p:spPr>
              <a:xfrm>
                <a:off x="16259478" y="19068202"/>
                <a:ext cx="223200" cy="223200"/>
              </a:xfrm>
              <a:custGeom>
                <a:avLst/>
                <a:gdLst>
                  <a:gd name="csX0" fmla="*/ 70942 w 141308"/>
                  <a:gd name="csY0" fmla="*/ 141667 h 141488"/>
                  <a:gd name="csX1" fmla="*/ 120902 w 141308"/>
                  <a:gd name="csY1" fmla="*/ 120946 h 141488"/>
                  <a:gd name="csX2" fmla="*/ 141596 w 141308"/>
                  <a:gd name="csY2" fmla="*/ 70923 h 141488"/>
                  <a:gd name="csX3" fmla="*/ 120902 w 141308"/>
                  <a:gd name="csY3" fmla="*/ 20899 h 141488"/>
                  <a:gd name="csX4" fmla="*/ 70942 w 141308"/>
                  <a:gd name="csY4" fmla="*/ 178 h 141488"/>
                  <a:gd name="csX5" fmla="*/ 20982 w 141308"/>
                  <a:gd name="csY5" fmla="*/ 20899 h 141488"/>
                  <a:gd name="csX6" fmla="*/ 288 w 141308"/>
                  <a:gd name="csY6" fmla="*/ 70923 h 141488"/>
                  <a:gd name="csX7" fmla="*/ 20982 w 141308"/>
                  <a:gd name="csY7" fmla="*/ 120946 h 141488"/>
                  <a:gd name="csX8" fmla="*/ 70942 w 141308"/>
                  <a:gd name="csY8" fmla="*/ 14166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42" y="141667"/>
                    </a:moveTo>
                    <a:cubicBezTo>
                      <a:pt x="89680" y="141667"/>
                      <a:pt x="107652" y="134213"/>
                      <a:pt x="120902" y="120946"/>
                    </a:cubicBezTo>
                    <a:cubicBezTo>
                      <a:pt x="134151" y="107680"/>
                      <a:pt x="141596" y="89684"/>
                      <a:pt x="141596" y="70923"/>
                    </a:cubicBezTo>
                    <a:cubicBezTo>
                      <a:pt x="141596" y="52161"/>
                      <a:pt x="134151" y="34165"/>
                      <a:pt x="120902" y="20899"/>
                    </a:cubicBezTo>
                    <a:cubicBezTo>
                      <a:pt x="107652" y="7632"/>
                      <a:pt x="89680" y="178"/>
                      <a:pt x="70942" y="178"/>
                    </a:cubicBezTo>
                    <a:cubicBezTo>
                      <a:pt x="52204" y="178"/>
                      <a:pt x="34232" y="7632"/>
                      <a:pt x="20982" y="20899"/>
                    </a:cubicBezTo>
                    <a:cubicBezTo>
                      <a:pt x="7733" y="34165"/>
                      <a:pt x="288" y="52161"/>
                      <a:pt x="288" y="70923"/>
                    </a:cubicBezTo>
                    <a:cubicBezTo>
                      <a:pt x="288" y="89684"/>
                      <a:pt x="7733" y="107680"/>
                      <a:pt x="20982" y="120946"/>
                    </a:cubicBezTo>
                    <a:cubicBezTo>
                      <a:pt x="34232" y="134213"/>
                      <a:pt x="52204" y="141667"/>
                      <a:pt x="70942" y="141667"/>
                    </a:cubicBezTo>
                    <a:close/>
                  </a:path>
                </a:pathLst>
              </a:custGeom>
              <a:solidFill>
                <a:srgbClr val="1F9E8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5" name="任意多边形: 形状 1844"/>
              <p:cNvSpPr/>
              <p:nvPr/>
            </p:nvSpPr>
            <p:spPr>
              <a:xfrm>
                <a:off x="14000842" y="20428936"/>
                <a:ext cx="223200" cy="223200"/>
              </a:xfrm>
              <a:custGeom>
                <a:avLst/>
                <a:gdLst>
                  <a:gd name="csX0" fmla="*/ 70867 w 141308"/>
                  <a:gd name="csY0" fmla="*/ 141712 h 141488"/>
                  <a:gd name="csX1" fmla="*/ 120827 w 141308"/>
                  <a:gd name="csY1" fmla="*/ 120991 h 141488"/>
                  <a:gd name="csX2" fmla="*/ 141521 w 141308"/>
                  <a:gd name="csY2" fmla="*/ 70968 h 141488"/>
                  <a:gd name="csX3" fmla="*/ 120827 w 141308"/>
                  <a:gd name="csY3" fmla="*/ 20944 h 141488"/>
                  <a:gd name="csX4" fmla="*/ 70867 w 141308"/>
                  <a:gd name="csY4" fmla="*/ 223 h 141488"/>
                  <a:gd name="csX5" fmla="*/ 20907 w 141308"/>
                  <a:gd name="csY5" fmla="*/ 20944 h 141488"/>
                  <a:gd name="csX6" fmla="*/ 213 w 141308"/>
                  <a:gd name="csY6" fmla="*/ 70968 h 141488"/>
                  <a:gd name="csX7" fmla="*/ 20907 w 141308"/>
                  <a:gd name="csY7" fmla="*/ 120991 h 141488"/>
                  <a:gd name="csX8" fmla="*/ 70867 w 141308"/>
                  <a:gd name="csY8" fmla="*/ 14171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7" y="141712"/>
                    </a:moveTo>
                    <a:cubicBezTo>
                      <a:pt x="89605" y="141712"/>
                      <a:pt x="107578" y="134258"/>
                      <a:pt x="120827" y="120991"/>
                    </a:cubicBezTo>
                    <a:cubicBezTo>
                      <a:pt x="134077" y="107725"/>
                      <a:pt x="141521" y="89729"/>
                      <a:pt x="141521" y="70968"/>
                    </a:cubicBezTo>
                    <a:cubicBezTo>
                      <a:pt x="141521" y="52206"/>
                      <a:pt x="134077" y="34210"/>
                      <a:pt x="120827" y="20944"/>
                    </a:cubicBezTo>
                    <a:cubicBezTo>
                      <a:pt x="107578" y="7677"/>
                      <a:pt x="89605" y="223"/>
                      <a:pt x="70867" y="223"/>
                    </a:cubicBezTo>
                    <a:cubicBezTo>
                      <a:pt x="52130" y="223"/>
                      <a:pt x="34157" y="7677"/>
                      <a:pt x="20907" y="20944"/>
                    </a:cubicBezTo>
                    <a:cubicBezTo>
                      <a:pt x="7658" y="34210"/>
                      <a:pt x="213" y="52206"/>
                      <a:pt x="213" y="70968"/>
                    </a:cubicBezTo>
                    <a:cubicBezTo>
                      <a:pt x="213" y="89729"/>
                      <a:pt x="7658" y="107725"/>
                      <a:pt x="20907" y="120991"/>
                    </a:cubicBezTo>
                    <a:cubicBezTo>
                      <a:pt x="34157" y="134258"/>
                      <a:pt x="52130" y="141712"/>
                      <a:pt x="70867" y="141712"/>
                    </a:cubicBezTo>
                    <a:close/>
                  </a:path>
                </a:pathLst>
              </a:custGeom>
              <a:solidFill>
                <a:srgbClr val="3955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6" name="任意多边形: 形状 1845"/>
              <p:cNvSpPr/>
              <p:nvPr/>
            </p:nvSpPr>
            <p:spPr>
              <a:xfrm>
                <a:off x="12771180" y="19720038"/>
                <a:ext cx="223200" cy="223200"/>
              </a:xfrm>
              <a:custGeom>
                <a:avLst/>
                <a:gdLst>
                  <a:gd name="csX0" fmla="*/ 70827 w 141308"/>
                  <a:gd name="csY0" fmla="*/ 141688 h 141488"/>
                  <a:gd name="csX1" fmla="*/ 120786 w 141308"/>
                  <a:gd name="csY1" fmla="*/ 120968 h 141488"/>
                  <a:gd name="csX2" fmla="*/ 141481 w 141308"/>
                  <a:gd name="csY2" fmla="*/ 70944 h 141488"/>
                  <a:gd name="csX3" fmla="*/ 120786 w 141308"/>
                  <a:gd name="csY3" fmla="*/ 20920 h 141488"/>
                  <a:gd name="csX4" fmla="*/ 70827 w 141308"/>
                  <a:gd name="csY4" fmla="*/ 200 h 141488"/>
                  <a:gd name="csX5" fmla="*/ 20867 w 141308"/>
                  <a:gd name="csY5" fmla="*/ 20920 h 141488"/>
                  <a:gd name="csX6" fmla="*/ 173 w 141308"/>
                  <a:gd name="csY6" fmla="*/ 70944 h 141488"/>
                  <a:gd name="csX7" fmla="*/ 20867 w 141308"/>
                  <a:gd name="csY7" fmla="*/ 120968 h 141488"/>
                  <a:gd name="csX8" fmla="*/ 70827 w 141308"/>
                  <a:gd name="csY8" fmla="*/ 14168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7" y="141688"/>
                    </a:moveTo>
                    <a:cubicBezTo>
                      <a:pt x="89564" y="141688"/>
                      <a:pt x="107537" y="134234"/>
                      <a:pt x="120786" y="120968"/>
                    </a:cubicBezTo>
                    <a:cubicBezTo>
                      <a:pt x="134036" y="107701"/>
                      <a:pt x="141481" y="89706"/>
                      <a:pt x="141481" y="70944"/>
                    </a:cubicBezTo>
                    <a:cubicBezTo>
                      <a:pt x="141481" y="52183"/>
                      <a:pt x="134036" y="34187"/>
                      <a:pt x="120786" y="20920"/>
                    </a:cubicBezTo>
                    <a:cubicBezTo>
                      <a:pt x="107537" y="7654"/>
                      <a:pt x="89564" y="200"/>
                      <a:pt x="70827" y="200"/>
                    </a:cubicBezTo>
                    <a:cubicBezTo>
                      <a:pt x="52089" y="200"/>
                      <a:pt x="34116" y="7654"/>
                      <a:pt x="20867" y="20920"/>
                    </a:cubicBezTo>
                    <a:cubicBezTo>
                      <a:pt x="7617" y="34187"/>
                      <a:pt x="173" y="52183"/>
                      <a:pt x="173" y="70944"/>
                    </a:cubicBezTo>
                    <a:cubicBezTo>
                      <a:pt x="173" y="89706"/>
                      <a:pt x="7617" y="107701"/>
                      <a:pt x="20867" y="120968"/>
                    </a:cubicBezTo>
                    <a:cubicBezTo>
                      <a:pt x="34116" y="134234"/>
                      <a:pt x="52089" y="141688"/>
                      <a:pt x="70827" y="141688"/>
                    </a:cubicBezTo>
                    <a:close/>
                  </a:path>
                </a:pathLst>
              </a:custGeom>
              <a:solidFill>
                <a:srgbClr val="46348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7" name="任意多边形: 形状 1846"/>
              <p:cNvSpPr/>
              <p:nvPr/>
            </p:nvSpPr>
            <p:spPr>
              <a:xfrm>
                <a:off x="13607971" y="18098401"/>
                <a:ext cx="223200" cy="223200"/>
              </a:xfrm>
              <a:custGeom>
                <a:avLst/>
                <a:gdLst>
                  <a:gd name="csX0" fmla="*/ 70854 w 141308"/>
                  <a:gd name="csY0" fmla="*/ 141635 h 141488"/>
                  <a:gd name="csX1" fmla="*/ 120814 w 141308"/>
                  <a:gd name="csY1" fmla="*/ 120914 h 141488"/>
                  <a:gd name="csX2" fmla="*/ 141508 w 141308"/>
                  <a:gd name="csY2" fmla="*/ 70891 h 141488"/>
                  <a:gd name="csX3" fmla="*/ 120814 w 141308"/>
                  <a:gd name="csY3" fmla="*/ 20867 h 141488"/>
                  <a:gd name="csX4" fmla="*/ 70854 w 141308"/>
                  <a:gd name="csY4" fmla="*/ 146 h 141488"/>
                  <a:gd name="csX5" fmla="*/ 20894 w 141308"/>
                  <a:gd name="csY5" fmla="*/ 20867 h 141488"/>
                  <a:gd name="csX6" fmla="*/ 200 w 141308"/>
                  <a:gd name="csY6" fmla="*/ 70891 h 141488"/>
                  <a:gd name="csX7" fmla="*/ 20894 w 141308"/>
                  <a:gd name="csY7" fmla="*/ 120914 h 141488"/>
                  <a:gd name="csX8" fmla="*/ 70854 w 141308"/>
                  <a:gd name="csY8" fmla="*/ 14163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4" y="141635"/>
                    </a:moveTo>
                    <a:cubicBezTo>
                      <a:pt x="89592" y="141635"/>
                      <a:pt x="107565" y="134181"/>
                      <a:pt x="120814" y="120914"/>
                    </a:cubicBezTo>
                    <a:cubicBezTo>
                      <a:pt x="134064" y="107648"/>
                      <a:pt x="141508" y="89652"/>
                      <a:pt x="141508" y="70891"/>
                    </a:cubicBezTo>
                    <a:cubicBezTo>
                      <a:pt x="141508" y="52129"/>
                      <a:pt x="134064" y="34133"/>
                      <a:pt x="120814" y="20867"/>
                    </a:cubicBezTo>
                    <a:cubicBezTo>
                      <a:pt x="107565" y="7600"/>
                      <a:pt x="89592" y="146"/>
                      <a:pt x="70854" y="146"/>
                    </a:cubicBezTo>
                    <a:cubicBezTo>
                      <a:pt x="52117" y="146"/>
                      <a:pt x="34144" y="7600"/>
                      <a:pt x="20894" y="20867"/>
                    </a:cubicBezTo>
                    <a:cubicBezTo>
                      <a:pt x="7645" y="34133"/>
                      <a:pt x="200" y="52129"/>
                      <a:pt x="200" y="70891"/>
                    </a:cubicBezTo>
                    <a:cubicBezTo>
                      <a:pt x="200" y="89652"/>
                      <a:pt x="7645" y="107648"/>
                      <a:pt x="20894" y="120914"/>
                    </a:cubicBezTo>
                    <a:cubicBezTo>
                      <a:pt x="34144" y="134181"/>
                      <a:pt x="52117" y="141635"/>
                      <a:pt x="70854" y="141635"/>
                    </a:cubicBezTo>
                    <a:close/>
                  </a:path>
                </a:pathLst>
              </a:custGeom>
              <a:solidFill>
                <a:srgbClr val="3363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8" name="任意多边形: 形状 1847"/>
              <p:cNvSpPr/>
              <p:nvPr/>
            </p:nvSpPr>
            <p:spPr>
              <a:xfrm>
                <a:off x="11980821" y="19678178"/>
                <a:ext cx="223200" cy="223200"/>
              </a:xfrm>
              <a:custGeom>
                <a:avLst/>
                <a:gdLst>
                  <a:gd name="csX0" fmla="*/ 70800 w 141308"/>
                  <a:gd name="csY0" fmla="*/ 141687 h 141488"/>
                  <a:gd name="csX1" fmla="*/ 120760 w 141308"/>
                  <a:gd name="csY1" fmla="*/ 120967 h 141488"/>
                  <a:gd name="csX2" fmla="*/ 141454 w 141308"/>
                  <a:gd name="csY2" fmla="*/ 70943 h 141488"/>
                  <a:gd name="csX3" fmla="*/ 120760 w 141308"/>
                  <a:gd name="csY3" fmla="*/ 20919 h 141488"/>
                  <a:gd name="csX4" fmla="*/ 70800 w 141308"/>
                  <a:gd name="csY4" fmla="*/ 199 h 141488"/>
                  <a:gd name="csX5" fmla="*/ 20841 w 141308"/>
                  <a:gd name="csY5" fmla="*/ 20919 h 141488"/>
                  <a:gd name="csX6" fmla="*/ 146 w 141308"/>
                  <a:gd name="csY6" fmla="*/ 70943 h 141488"/>
                  <a:gd name="csX7" fmla="*/ 20841 w 141308"/>
                  <a:gd name="csY7" fmla="*/ 120967 h 141488"/>
                  <a:gd name="csX8" fmla="*/ 70800 w 141308"/>
                  <a:gd name="csY8" fmla="*/ 14168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00" y="141687"/>
                    </a:moveTo>
                    <a:cubicBezTo>
                      <a:pt x="89538" y="141687"/>
                      <a:pt x="107511" y="134233"/>
                      <a:pt x="120760" y="120967"/>
                    </a:cubicBezTo>
                    <a:cubicBezTo>
                      <a:pt x="134010" y="107700"/>
                      <a:pt x="141454" y="89704"/>
                      <a:pt x="141454" y="70943"/>
                    </a:cubicBezTo>
                    <a:cubicBezTo>
                      <a:pt x="141454" y="52181"/>
                      <a:pt x="134010" y="34186"/>
                      <a:pt x="120760" y="20919"/>
                    </a:cubicBezTo>
                    <a:cubicBezTo>
                      <a:pt x="107511" y="7653"/>
                      <a:pt x="89538" y="199"/>
                      <a:pt x="70800" y="199"/>
                    </a:cubicBezTo>
                    <a:cubicBezTo>
                      <a:pt x="52063" y="199"/>
                      <a:pt x="34090" y="7653"/>
                      <a:pt x="20841" y="20919"/>
                    </a:cubicBezTo>
                    <a:cubicBezTo>
                      <a:pt x="7591" y="34186"/>
                      <a:pt x="146" y="52181"/>
                      <a:pt x="146" y="70943"/>
                    </a:cubicBezTo>
                    <a:cubicBezTo>
                      <a:pt x="146" y="89704"/>
                      <a:pt x="7591" y="107700"/>
                      <a:pt x="20841" y="120967"/>
                    </a:cubicBezTo>
                    <a:cubicBezTo>
                      <a:pt x="34090" y="134233"/>
                      <a:pt x="52063" y="141687"/>
                      <a:pt x="70800" y="141687"/>
                    </a:cubicBezTo>
                    <a:close/>
                  </a:path>
                </a:pathLst>
              </a:custGeom>
              <a:solidFill>
                <a:srgbClr val="3362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49" name="任意多边形: 形状 1848"/>
              <p:cNvSpPr/>
              <p:nvPr/>
            </p:nvSpPr>
            <p:spPr>
              <a:xfrm>
                <a:off x="13280207" y="18797329"/>
                <a:ext cx="223200" cy="223200"/>
              </a:xfrm>
              <a:custGeom>
                <a:avLst/>
                <a:gdLst>
                  <a:gd name="csX0" fmla="*/ 70843 w 141308"/>
                  <a:gd name="csY0" fmla="*/ 141658 h 141488"/>
                  <a:gd name="csX1" fmla="*/ 120803 w 141308"/>
                  <a:gd name="csY1" fmla="*/ 120937 h 141488"/>
                  <a:gd name="csX2" fmla="*/ 141497 w 141308"/>
                  <a:gd name="csY2" fmla="*/ 70914 h 141488"/>
                  <a:gd name="csX3" fmla="*/ 120803 w 141308"/>
                  <a:gd name="csY3" fmla="*/ 20890 h 141488"/>
                  <a:gd name="csX4" fmla="*/ 70843 w 141308"/>
                  <a:gd name="csY4" fmla="*/ 169 h 141488"/>
                  <a:gd name="csX5" fmla="*/ 20884 w 141308"/>
                  <a:gd name="csY5" fmla="*/ 20890 h 141488"/>
                  <a:gd name="csX6" fmla="*/ 189 w 141308"/>
                  <a:gd name="csY6" fmla="*/ 70914 h 141488"/>
                  <a:gd name="csX7" fmla="*/ 20884 w 141308"/>
                  <a:gd name="csY7" fmla="*/ 120937 h 141488"/>
                  <a:gd name="csX8" fmla="*/ 70843 w 141308"/>
                  <a:gd name="csY8" fmla="*/ 14165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3" y="141658"/>
                    </a:moveTo>
                    <a:cubicBezTo>
                      <a:pt x="89581" y="141658"/>
                      <a:pt x="107554" y="134204"/>
                      <a:pt x="120803" y="120937"/>
                    </a:cubicBezTo>
                    <a:cubicBezTo>
                      <a:pt x="134053" y="107671"/>
                      <a:pt x="141497" y="89675"/>
                      <a:pt x="141497" y="70914"/>
                    </a:cubicBezTo>
                    <a:cubicBezTo>
                      <a:pt x="141497" y="52152"/>
                      <a:pt x="134053" y="34156"/>
                      <a:pt x="120803" y="20890"/>
                    </a:cubicBezTo>
                    <a:cubicBezTo>
                      <a:pt x="107554" y="7624"/>
                      <a:pt x="89581" y="169"/>
                      <a:pt x="70843" y="169"/>
                    </a:cubicBezTo>
                    <a:cubicBezTo>
                      <a:pt x="52106" y="169"/>
                      <a:pt x="34133" y="7624"/>
                      <a:pt x="20884" y="20890"/>
                    </a:cubicBezTo>
                    <a:cubicBezTo>
                      <a:pt x="7634" y="34156"/>
                      <a:pt x="189" y="52152"/>
                      <a:pt x="189" y="70914"/>
                    </a:cubicBezTo>
                    <a:cubicBezTo>
                      <a:pt x="189" y="89675"/>
                      <a:pt x="7634" y="107671"/>
                      <a:pt x="20884" y="120937"/>
                    </a:cubicBezTo>
                    <a:cubicBezTo>
                      <a:pt x="34133" y="134204"/>
                      <a:pt x="52106" y="141658"/>
                      <a:pt x="70843" y="141658"/>
                    </a:cubicBezTo>
                    <a:close/>
                  </a:path>
                </a:pathLst>
              </a:custGeom>
              <a:solidFill>
                <a:srgbClr val="472F7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0" name="任意多边形: 形状 1849"/>
              <p:cNvSpPr/>
              <p:nvPr/>
            </p:nvSpPr>
            <p:spPr>
              <a:xfrm>
                <a:off x="12855127" y="19939500"/>
                <a:ext cx="223200" cy="223200"/>
              </a:xfrm>
              <a:custGeom>
                <a:avLst/>
                <a:gdLst>
                  <a:gd name="csX0" fmla="*/ 70829 w 141308"/>
                  <a:gd name="csY0" fmla="*/ 141696 h 141488"/>
                  <a:gd name="csX1" fmla="*/ 120789 w 141308"/>
                  <a:gd name="csY1" fmla="*/ 120975 h 141488"/>
                  <a:gd name="csX2" fmla="*/ 141483 w 141308"/>
                  <a:gd name="csY2" fmla="*/ 70951 h 141488"/>
                  <a:gd name="csX3" fmla="*/ 120789 w 141308"/>
                  <a:gd name="csY3" fmla="*/ 20928 h 141488"/>
                  <a:gd name="csX4" fmla="*/ 70829 w 141308"/>
                  <a:gd name="csY4" fmla="*/ 207 h 141488"/>
                  <a:gd name="csX5" fmla="*/ 20869 w 141308"/>
                  <a:gd name="csY5" fmla="*/ 20928 h 141488"/>
                  <a:gd name="csX6" fmla="*/ 175 w 141308"/>
                  <a:gd name="csY6" fmla="*/ 70951 h 141488"/>
                  <a:gd name="csX7" fmla="*/ 20869 w 141308"/>
                  <a:gd name="csY7" fmla="*/ 120975 h 141488"/>
                  <a:gd name="csX8" fmla="*/ 70829 w 141308"/>
                  <a:gd name="csY8" fmla="*/ 14169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9" y="141696"/>
                    </a:moveTo>
                    <a:cubicBezTo>
                      <a:pt x="89567" y="141696"/>
                      <a:pt x="107540" y="134242"/>
                      <a:pt x="120789" y="120975"/>
                    </a:cubicBezTo>
                    <a:cubicBezTo>
                      <a:pt x="134039" y="107709"/>
                      <a:pt x="141483" y="89713"/>
                      <a:pt x="141483" y="70951"/>
                    </a:cubicBezTo>
                    <a:cubicBezTo>
                      <a:pt x="141483" y="52190"/>
                      <a:pt x="134039" y="34194"/>
                      <a:pt x="120789" y="20928"/>
                    </a:cubicBezTo>
                    <a:cubicBezTo>
                      <a:pt x="107540" y="7661"/>
                      <a:pt x="89567" y="207"/>
                      <a:pt x="70829" y="207"/>
                    </a:cubicBezTo>
                    <a:cubicBezTo>
                      <a:pt x="52092" y="207"/>
                      <a:pt x="34119" y="7661"/>
                      <a:pt x="20869" y="20928"/>
                    </a:cubicBezTo>
                    <a:cubicBezTo>
                      <a:pt x="7620" y="34194"/>
                      <a:pt x="175" y="52190"/>
                      <a:pt x="175" y="70951"/>
                    </a:cubicBezTo>
                    <a:cubicBezTo>
                      <a:pt x="175" y="89713"/>
                      <a:pt x="7620" y="107709"/>
                      <a:pt x="20869" y="120975"/>
                    </a:cubicBezTo>
                    <a:cubicBezTo>
                      <a:pt x="34119" y="134242"/>
                      <a:pt x="52092" y="141696"/>
                      <a:pt x="70829" y="141696"/>
                    </a:cubicBezTo>
                    <a:close/>
                  </a:path>
                </a:pathLst>
              </a:custGeom>
              <a:solidFill>
                <a:srgbClr val="443B8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1" name="任意多边形: 形状 1850"/>
              <p:cNvSpPr/>
              <p:nvPr/>
            </p:nvSpPr>
            <p:spPr>
              <a:xfrm>
                <a:off x="14261436" y="19018880"/>
                <a:ext cx="223200" cy="223200"/>
              </a:xfrm>
              <a:custGeom>
                <a:avLst/>
                <a:gdLst>
                  <a:gd name="csX0" fmla="*/ 70876 w 141308"/>
                  <a:gd name="csY0" fmla="*/ 141665 h 141488"/>
                  <a:gd name="csX1" fmla="*/ 120836 w 141308"/>
                  <a:gd name="csY1" fmla="*/ 120945 h 141488"/>
                  <a:gd name="csX2" fmla="*/ 141530 w 141308"/>
                  <a:gd name="csY2" fmla="*/ 70921 h 141488"/>
                  <a:gd name="csX3" fmla="*/ 120836 w 141308"/>
                  <a:gd name="csY3" fmla="*/ 20897 h 141488"/>
                  <a:gd name="csX4" fmla="*/ 70876 w 141308"/>
                  <a:gd name="csY4" fmla="*/ 177 h 141488"/>
                  <a:gd name="csX5" fmla="*/ 20916 w 141308"/>
                  <a:gd name="csY5" fmla="*/ 20897 h 141488"/>
                  <a:gd name="csX6" fmla="*/ 222 w 141308"/>
                  <a:gd name="csY6" fmla="*/ 70921 h 141488"/>
                  <a:gd name="csX7" fmla="*/ 20916 w 141308"/>
                  <a:gd name="csY7" fmla="*/ 120945 h 141488"/>
                  <a:gd name="csX8" fmla="*/ 70876 w 141308"/>
                  <a:gd name="csY8" fmla="*/ 14166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6" y="141665"/>
                    </a:moveTo>
                    <a:cubicBezTo>
                      <a:pt x="89614" y="141665"/>
                      <a:pt x="107586" y="134211"/>
                      <a:pt x="120836" y="120945"/>
                    </a:cubicBezTo>
                    <a:cubicBezTo>
                      <a:pt x="134085" y="107678"/>
                      <a:pt x="141530" y="89683"/>
                      <a:pt x="141530" y="70921"/>
                    </a:cubicBezTo>
                    <a:cubicBezTo>
                      <a:pt x="141530" y="52159"/>
                      <a:pt x="134085" y="34164"/>
                      <a:pt x="120836" y="20897"/>
                    </a:cubicBezTo>
                    <a:cubicBezTo>
                      <a:pt x="107586" y="7631"/>
                      <a:pt x="89614" y="177"/>
                      <a:pt x="70876" y="177"/>
                    </a:cubicBezTo>
                    <a:cubicBezTo>
                      <a:pt x="52138" y="177"/>
                      <a:pt x="34166" y="7631"/>
                      <a:pt x="20916" y="20897"/>
                    </a:cubicBezTo>
                    <a:cubicBezTo>
                      <a:pt x="7666" y="34164"/>
                      <a:pt x="222" y="52159"/>
                      <a:pt x="222" y="70921"/>
                    </a:cubicBezTo>
                    <a:cubicBezTo>
                      <a:pt x="222" y="89683"/>
                      <a:pt x="7666" y="107678"/>
                      <a:pt x="20916" y="120945"/>
                    </a:cubicBezTo>
                    <a:cubicBezTo>
                      <a:pt x="34166" y="134211"/>
                      <a:pt x="52138" y="141665"/>
                      <a:pt x="70876" y="141665"/>
                    </a:cubicBezTo>
                    <a:close/>
                  </a:path>
                </a:pathLst>
              </a:custGeom>
              <a:solidFill>
                <a:srgbClr val="4633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2" name="任意多边形: 形状 1851"/>
              <p:cNvSpPr/>
              <p:nvPr/>
            </p:nvSpPr>
            <p:spPr>
              <a:xfrm>
                <a:off x="13274432" y="19442642"/>
                <a:ext cx="223200" cy="223200"/>
              </a:xfrm>
              <a:custGeom>
                <a:avLst/>
                <a:gdLst>
                  <a:gd name="csX0" fmla="*/ 70843 w 141308"/>
                  <a:gd name="csY0" fmla="*/ 141679 h 141488"/>
                  <a:gd name="csX1" fmla="*/ 120803 w 141308"/>
                  <a:gd name="csY1" fmla="*/ 120959 h 141488"/>
                  <a:gd name="csX2" fmla="*/ 141497 w 141308"/>
                  <a:gd name="csY2" fmla="*/ 70935 h 141488"/>
                  <a:gd name="csX3" fmla="*/ 120803 w 141308"/>
                  <a:gd name="csY3" fmla="*/ 20911 h 141488"/>
                  <a:gd name="csX4" fmla="*/ 70843 w 141308"/>
                  <a:gd name="csY4" fmla="*/ 191 h 141488"/>
                  <a:gd name="csX5" fmla="*/ 20883 w 141308"/>
                  <a:gd name="csY5" fmla="*/ 20911 h 141488"/>
                  <a:gd name="csX6" fmla="*/ 189 w 141308"/>
                  <a:gd name="csY6" fmla="*/ 70935 h 141488"/>
                  <a:gd name="csX7" fmla="*/ 20883 w 141308"/>
                  <a:gd name="csY7" fmla="*/ 120959 h 141488"/>
                  <a:gd name="csX8" fmla="*/ 70843 w 141308"/>
                  <a:gd name="csY8" fmla="*/ 14167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3" y="141679"/>
                    </a:moveTo>
                    <a:cubicBezTo>
                      <a:pt x="89581" y="141679"/>
                      <a:pt x="107554" y="134225"/>
                      <a:pt x="120803" y="120959"/>
                    </a:cubicBezTo>
                    <a:cubicBezTo>
                      <a:pt x="134053" y="107692"/>
                      <a:pt x="141497" y="89697"/>
                      <a:pt x="141497" y="70935"/>
                    </a:cubicBezTo>
                    <a:cubicBezTo>
                      <a:pt x="141497" y="52173"/>
                      <a:pt x="134053" y="34178"/>
                      <a:pt x="120803" y="20911"/>
                    </a:cubicBezTo>
                    <a:cubicBezTo>
                      <a:pt x="107554" y="7645"/>
                      <a:pt x="89581" y="191"/>
                      <a:pt x="70843" y="191"/>
                    </a:cubicBezTo>
                    <a:cubicBezTo>
                      <a:pt x="52106" y="191"/>
                      <a:pt x="34133" y="7645"/>
                      <a:pt x="20883" y="20911"/>
                    </a:cubicBezTo>
                    <a:cubicBezTo>
                      <a:pt x="7634" y="34178"/>
                      <a:pt x="189" y="52173"/>
                      <a:pt x="189" y="70935"/>
                    </a:cubicBezTo>
                    <a:cubicBezTo>
                      <a:pt x="189" y="89697"/>
                      <a:pt x="7634" y="107692"/>
                      <a:pt x="20883" y="120959"/>
                    </a:cubicBezTo>
                    <a:cubicBezTo>
                      <a:pt x="34133" y="134225"/>
                      <a:pt x="52106" y="141679"/>
                      <a:pt x="70843" y="141679"/>
                    </a:cubicBezTo>
                    <a:close/>
                  </a:path>
                </a:pathLst>
              </a:custGeom>
              <a:solidFill>
                <a:srgbClr val="460A5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3" name="任意多边形: 形状 1852"/>
              <p:cNvSpPr/>
              <p:nvPr/>
            </p:nvSpPr>
            <p:spPr>
              <a:xfrm>
                <a:off x="14586850" y="19434686"/>
                <a:ext cx="223200" cy="223200"/>
              </a:xfrm>
              <a:custGeom>
                <a:avLst/>
                <a:gdLst>
                  <a:gd name="csX0" fmla="*/ 70887 w 141308"/>
                  <a:gd name="csY0" fmla="*/ 141679 h 141488"/>
                  <a:gd name="csX1" fmla="*/ 120847 w 141308"/>
                  <a:gd name="csY1" fmla="*/ 120958 h 141488"/>
                  <a:gd name="csX2" fmla="*/ 141541 w 141308"/>
                  <a:gd name="csY2" fmla="*/ 70935 h 141488"/>
                  <a:gd name="csX3" fmla="*/ 120847 w 141308"/>
                  <a:gd name="csY3" fmla="*/ 20911 h 141488"/>
                  <a:gd name="csX4" fmla="*/ 70887 w 141308"/>
                  <a:gd name="csY4" fmla="*/ 191 h 141488"/>
                  <a:gd name="csX5" fmla="*/ 20927 w 141308"/>
                  <a:gd name="csY5" fmla="*/ 20911 h 141488"/>
                  <a:gd name="csX6" fmla="*/ 233 w 141308"/>
                  <a:gd name="csY6" fmla="*/ 70935 h 141488"/>
                  <a:gd name="csX7" fmla="*/ 20927 w 141308"/>
                  <a:gd name="csY7" fmla="*/ 120958 h 141488"/>
                  <a:gd name="csX8" fmla="*/ 70887 w 141308"/>
                  <a:gd name="csY8" fmla="*/ 14167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7" y="141679"/>
                    </a:moveTo>
                    <a:cubicBezTo>
                      <a:pt x="89624" y="141679"/>
                      <a:pt x="107597" y="134225"/>
                      <a:pt x="120847" y="120958"/>
                    </a:cubicBezTo>
                    <a:cubicBezTo>
                      <a:pt x="134096" y="107692"/>
                      <a:pt x="141541" y="89696"/>
                      <a:pt x="141541" y="70935"/>
                    </a:cubicBezTo>
                    <a:cubicBezTo>
                      <a:pt x="141541" y="52173"/>
                      <a:pt x="134096" y="34177"/>
                      <a:pt x="120847" y="20911"/>
                    </a:cubicBezTo>
                    <a:cubicBezTo>
                      <a:pt x="107597" y="7645"/>
                      <a:pt x="89624" y="191"/>
                      <a:pt x="70887" y="191"/>
                    </a:cubicBezTo>
                    <a:cubicBezTo>
                      <a:pt x="52149" y="191"/>
                      <a:pt x="34176" y="7645"/>
                      <a:pt x="20927" y="20911"/>
                    </a:cubicBezTo>
                    <a:cubicBezTo>
                      <a:pt x="7677" y="34177"/>
                      <a:pt x="233" y="52173"/>
                      <a:pt x="233" y="70935"/>
                    </a:cubicBezTo>
                    <a:cubicBezTo>
                      <a:pt x="233" y="89696"/>
                      <a:pt x="7677" y="107692"/>
                      <a:pt x="20927" y="120958"/>
                    </a:cubicBezTo>
                    <a:cubicBezTo>
                      <a:pt x="34176" y="134225"/>
                      <a:pt x="52149" y="141679"/>
                      <a:pt x="70887" y="141679"/>
                    </a:cubicBezTo>
                    <a:close/>
                  </a:path>
                </a:pathLst>
              </a:custGeom>
              <a:solidFill>
                <a:srgbClr val="423F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4" name="任意多边形: 形状 1853"/>
              <p:cNvSpPr/>
              <p:nvPr/>
            </p:nvSpPr>
            <p:spPr>
              <a:xfrm>
                <a:off x="11768032" y="18444763"/>
                <a:ext cx="223200" cy="223200"/>
              </a:xfrm>
              <a:custGeom>
                <a:avLst/>
                <a:gdLst>
                  <a:gd name="csX0" fmla="*/ 70793 w 141308"/>
                  <a:gd name="csY0" fmla="*/ 141646 h 141488"/>
                  <a:gd name="csX1" fmla="*/ 120753 w 141308"/>
                  <a:gd name="csY1" fmla="*/ 120926 h 141488"/>
                  <a:gd name="csX2" fmla="*/ 141447 w 141308"/>
                  <a:gd name="csY2" fmla="*/ 70902 h 141488"/>
                  <a:gd name="csX3" fmla="*/ 120753 w 141308"/>
                  <a:gd name="csY3" fmla="*/ 20878 h 141488"/>
                  <a:gd name="csX4" fmla="*/ 70793 w 141308"/>
                  <a:gd name="csY4" fmla="*/ 158 h 141488"/>
                  <a:gd name="csX5" fmla="*/ 20833 w 141308"/>
                  <a:gd name="csY5" fmla="*/ 20878 h 141488"/>
                  <a:gd name="csX6" fmla="*/ 139 w 141308"/>
                  <a:gd name="csY6" fmla="*/ 70902 h 141488"/>
                  <a:gd name="csX7" fmla="*/ 20833 w 141308"/>
                  <a:gd name="csY7" fmla="*/ 120926 h 141488"/>
                  <a:gd name="csX8" fmla="*/ 70793 w 141308"/>
                  <a:gd name="csY8" fmla="*/ 14164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93" y="141646"/>
                    </a:moveTo>
                    <a:cubicBezTo>
                      <a:pt x="89531" y="141646"/>
                      <a:pt x="107504" y="134192"/>
                      <a:pt x="120753" y="120926"/>
                    </a:cubicBezTo>
                    <a:cubicBezTo>
                      <a:pt x="134003" y="107659"/>
                      <a:pt x="141447" y="89664"/>
                      <a:pt x="141447" y="70902"/>
                    </a:cubicBezTo>
                    <a:cubicBezTo>
                      <a:pt x="141447" y="52140"/>
                      <a:pt x="134003" y="34145"/>
                      <a:pt x="120753" y="20878"/>
                    </a:cubicBezTo>
                    <a:cubicBezTo>
                      <a:pt x="107504" y="7612"/>
                      <a:pt x="89531" y="158"/>
                      <a:pt x="70793" y="158"/>
                    </a:cubicBezTo>
                    <a:cubicBezTo>
                      <a:pt x="52056" y="158"/>
                      <a:pt x="34083" y="7612"/>
                      <a:pt x="20833" y="20878"/>
                    </a:cubicBezTo>
                    <a:cubicBezTo>
                      <a:pt x="7584" y="34145"/>
                      <a:pt x="139" y="52140"/>
                      <a:pt x="139" y="70902"/>
                    </a:cubicBezTo>
                    <a:cubicBezTo>
                      <a:pt x="139" y="89664"/>
                      <a:pt x="7584" y="107659"/>
                      <a:pt x="20833" y="120926"/>
                    </a:cubicBezTo>
                    <a:cubicBezTo>
                      <a:pt x="34083" y="134192"/>
                      <a:pt x="52056" y="141646"/>
                      <a:pt x="70793" y="141646"/>
                    </a:cubicBezTo>
                    <a:close/>
                  </a:path>
                </a:pathLst>
              </a:custGeom>
              <a:solidFill>
                <a:srgbClr val="277F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5" name="任意多边形: 形状 1854"/>
              <p:cNvSpPr/>
              <p:nvPr/>
            </p:nvSpPr>
            <p:spPr>
              <a:xfrm>
                <a:off x="12868624" y="17930210"/>
                <a:ext cx="223200" cy="223200"/>
              </a:xfrm>
              <a:custGeom>
                <a:avLst/>
                <a:gdLst>
                  <a:gd name="csX0" fmla="*/ 70830 w 141308"/>
                  <a:gd name="csY0" fmla="*/ 141629 h 141488"/>
                  <a:gd name="csX1" fmla="*/ 120790 w 141308"/>
                  <a:gd name="csY1" fmla="*/ 120909 h 141488"/>
                  <a:gd name="csX2" fmla="*/ 141484 w 141308"/>
                  <a:gd name="csY2" fmla="*/ 70885 h 141488"/>
                  <a:gd name="csX3" fmla="*/ 120790 w 141308"/>
                  <a:gd name="csY3" fmla="*/ 20861 h 141488"/>
                  <a:gd name="csX4" fmla="*/ 70830 w 141308"/>
                  <a:gd name="csY4" fmla="*/ 141 h 141488"/>
                  <a:gd name="csX5" fmla="*/ 20870 w 141308"/>
                  <a:gd name="csY5" fmla="*/ 20861 h 141488"/>
                  <a:gd name="csX6" fmla="*/ 176 w 141308"/>
                  <a:gd name="csY6" fmla="*/ 70885 h 141488"/>
                  <a:gd name="csX7" fmla="*/ 20870 w 141308"/>
                  <a:gd name="csY7" fmla="*/ 120909 h 141488"/>
                  <a:gd name="csX8" fmla="*/ 70830 w 141308"/>
                  <a:gd name="csY8" fmla="*/ 14162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0" y="141629"/>
                    </a:moveTo>
                    <a:cubicBezTo>
                      <a:pt x="89567" y="141629"/>
                      <a:pt x="107540" y="134175"/>
                      <a:pt x="120790" y="120909"/>
                    </a:cubicBezTo>
                    <a:cubicBezTo>
                      <a:pt x="134039" y="107642"/>
                      <a:pt x="141484" y="89647"/>
                      <a:pt x="141484" y="70885"/>
                    </a:cubicBezTo>
                    <a:cubicBezTo>
                      <a:pt x="141484" y="52123"/>
                      <a:pt x="134039" y="34128"/>
                      <a:pt x="120790" y="20861"/>
                    </a:cubicBezTo>
                    <a:cubicBezTo>
                      <a:pt x="107540" y="7595"/>
                      <a:pt x="89567" y="141"/>
                      <a:pt x="70830" y="141"/>
                    </a:cubicBezTo>
                    <a:cubicBezTo>
                      <a:pt x="52092" y="141"/>
                      <a:pt x="34119" y="7595"/>
                      <a:pt x="20870" y="20861"/>
                    </a:cubicBezTo>
                    <a:cubicBezTo>
                      <a:pt x="7620" y="34128"/>
                      <a:pt x="176" y="52123"/>
                      <a:pt x="176" y="70885"/>
                    </a:cubicBezTo>
                    <a:cubicBezTo>
                      <a:pt x="176" y="89647"/>
                      <a:pt x="7620" y="107642"/>
                      <a:pt x="20870" y="120909"/>
                    </a:cubicBezTo>
                    <a:cubicBezTo>
                      <a:pt x="34119" y="134175"/>
                      <a:pt x="52092" y="141629"/>
                      <a:pt x="70830" y="141629"/>
                    </a:cubicBezTo>
                    <a:close/>
                  </a:path>
                </a:pathLst>
              </a:custGeom>
              <a:solidFill>
                <a:srgbClr val="2A7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6" name="任意多边形: 形状 1855"/>
              <p:cNvSpPr/>
              <p:nvPr/>
            </p:nvSpPr>
            <p:spPr>
              <a:xfrm>
                <a:off x="14030105" y="19241878"/>
                <a:ext cx="223200" cy="223200"/>
              </a:xfrm>
              <a:custGeom>
                <a:avLst/>
                <a:gdLst>
                  <a:gd name="csX0" fmla="*/ 70868 w 141308"/>
                  <a:gd name="csY0" fmla="*/ 141673 h 141488"/>
                  <a:gd name="csX1" fmla="*/ 120828 w 141308"/>
                  <a:gd name="csY1" fmla="*/ 120952 h 141488"/>
                  <a:gd name="csX2" fmla="*/ 141522 w 141308"/>
                  <a:gd name="csY2" fmla="*/ 70928 h 141488"/>
                  <a:gd name="csX3" fmla="*/ 120828 w 141308"/>
                  <a:gd name="csY3" fmla="*/ 20905 h 141488"/>
                  <a:gd name="csX4" fmla="*/ 70868 w 141308"/>
                  <a:gd name="csY4" fmla="*/ 184 h 141488"/>
                  <a:gd name="csX5" fmla="*/ 20908 w 141308"/>
                  <a:gd name="csY5" fmla="*/ 20905 h 141488"/>
                  <a:gd name="csX6" fmla="*/ 214 w 141308"/>
                  <a:gd name="csY6" fmla="*/ 70928 h 141488"/>
                  <a:gd name="csX7" fmla="*/ 20908 w 141308"/>
                  <a:gd name="csY7" fmla="*/ 120952 h 141488"/>
                  <a:gd name="csX8" fmla="*/ 70868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8" y="141673"/>
                    </a:moveTo>
                    <a:cubicBezTo>
                      <a:pt x="89606" y="141673"/>
                      <a:pt x="107579" y="134219"/>
                      <a:pt x="120828" y="120952"/>
                    </a:cubicBezTo>
                    <a:cubicBezTo>
                      <a:pt x="134078" y="107686"/>
                      <a:pt x="141522" y="89690"/>
                      <a:pt x="141522" y="70928"/>
                    </a:cubicBezTo>
                    <a:cubicBezTo>
                      <a:pt x="141522" y="52167"/>
                      <a:pt x="134078" y="34171"/>
                      <a:pt x="120828" y="20905"/>
                    </a:cubicBezTo>
                    <a:cubicBezTo>
                      <a:pt x="107579" y="7638"/>
                      <a:pt x="89606" y="184"/>
                      <a:pt x="70868" y="184"/>
                    </a:cubicBezTo>
                    <a:cubicBezTo>
                      <a:pt x="52131" y="184"/>
                      <a:pt x="34158" y="7638"/>
                      <a:pt x="20908" y="20905"/>
                    </a:cubicBezTo>
                    <a:cubicBezTo>
                      <a:pt x="7659" y="34171"/>
                      <a:pt x="214" y="52167"/>
                      <a:pt x="214" y="70928"/>
                    </a:cubicBezTo>
                    <a:cubicBezTo>
                      <a:pt x="214" y="89690"/>
                      <a:pt x="7659" y="107686"/>
                      <a:pt x="20908" y="120952"/>
                    </a:cubicBezTo>
                    <a:cubicBezTo>
                      <a:pt x="34158" y="134219"/>
                      <a:pt x="52131" y="141673"/>
                      <a:pt x="70868" y="141673"/>
                    </a:cubicBezTo>
                    <a:close/>
                  </a:path>
                </a:pathLst>
              </a:custGeom>
              <a:solidFill>
                <a:srgbClr val="481F70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7" name="任意多边形: 形状 1856"/>
              <p:cNvSpPr/>
              <p:nvPr/>
            </p:nvSpPr>
            <p:spPr>
              <a:xfrm>
                <a:off x="13472245" y="20817985"/>
                <a:ext cx="223200" cy="223200"/>
              </a:xfrm>
              <a:custGeom>
                <a:avLst/>
                <a:gdLst>
                  <a:gd name="csX0" fmla="*/ 70850 w 141308"/>
                  <a:gd name="csY0" fmla="*/ 141725 h 141488"/>
                  <a:gd name="csX1" fmla="*/ 120810 w 141308"/>
                  <a:gd name="csY1" fmla="*/ 121004 h 141488"/>
                  <a:gd name="csX2" fmla="*/ 141504 w 141308"/>
                  <a:gd name="csY2" fmla="*/ 70980 h 141488"/>
                  <a:gd name="csX3" fmla="*/ 120810 w 141308"/>
                  <a:gd name="csY3" fmla="*/ 20957 h 141488"/>
                  <a:gd name="csX4" fmla="*/ 70850 w 141308"/>
                  <a:gd name="csY4" fmla="*/ 236 h 141488"/>
                  <a:gd name="csX5" fmla="*/ 20890 w 141308"/>
                  <a:gd name="csY5" fmla="*/ 20957 h 141488"/>
                  <a:gd name="csX6" fmla="*/ 196 w 141308"/>
                  <a:gd name="csY6" fmla="*/ 70980 h 141488"/>
                  <a:gd name="csX7" fmla="*/ 20890 w 141308"/>
                  <a:gd name="csY7" fmla="*/ 121004 h 141488"/>
                  <a:gd name="csX8" fmla="*/ 70850 w 141308"/>
                  <a:gd name="csY8" fmla="*/ 14172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0" y="141725"/>
                    </a:moveTo>
                    <a:cubicBezTo>
                      <a:pt x="89587" y="141725"/>
                      <a:pt x="107560" y="134271"/>
                      <a:pt x="120810" y="121004"/>
                    </a:cubicBezTo>
                    <a:cubicBezTo>
                      <a:pt x="134059" y="107738"/>
                      <a:pt x="141504" y="89742"/>
                      <a:pt x="141504" y="70980"/>
                    </a:cubicBezTo>
                    <a:cubicBezTo>
                      <a:pt x="141504" y="52219"/>
                      <a:pt x="134059" y="34223"/>
                      <a:pt x="120810" y="20957"/>
                    </a:cubicBezTo>
                    <a:cubicBezTo>
                      <a:pt x="107560" y="7690"/>
                      <a:pt x="89587" y="236"/>
                      <a:pt x="70850" y="236"/>
                    </a:cubicBezTo>
                    <a:cubicBezTo>
                      <a:pt x="52112" y="236"/>
                      <a:pt x="34139" y="7690"/>
                      <a:pt x="20890" y="20957"/>
                    </a:cubicBezTo>
                    <a:cubicBezTo>
                      <a:pt x="7640" y="34223"/>
                      <a:pt x="196" y="52219"/>
                      <a:pt x="196" y="70980"/>
                    </a:cubicBezTo>
                    <a:cubicBezTo>
                      <a:pt x="196" y="89742"/>
                      <a:pt x="7640" y="107738"/>
                      <a:pt x="20890" y="121004"/>
                    </a:cubicBezTo>
                    <a:cubicBezTo>
                      <a:pt x="34139" y="134271"/>
                      <a:pt x="52112" y="141725"/>
                      <a:pt x="70850" y="141725"/>
                    </a:cubicBezTo>
                    <a:close/>
                  </a:path>
                </a:pathLst>
              </a:custGeom>
              <a:solidFill>
                <a:srgbClr val="2F6B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8" name="任意多边形: 形状 1857"/>
              <p:cNvSpPr/>
              <p:nvPr/>
            </p:nvSpPr>
            <p:spPr>
              <a:xfrm>
                <a:off x="13397458" y="19738207"/>
                <a:ext cx="223200" cy="223200"/>
              </a:xfrm>
              <a:custGeom>
                <a:avLst/>
                <a:gdLst>
                  <a:gd name="csX0" fmla="*/ 70847 w 141308"/>
                  <a:gd name="csY0" fmla="*/ 141689 h 141488"/>
                  <a:gd name="csX1" fmla="*/ 120807 w 141308"/>
                  <a:gd name="csY1" fmla="*/ 120968 h 141488"/>
                  <a:gd name="csX2" fmla="*/ 141501 w 141308"/>
                  <a:gd name="csY2" fmla="*/ 70945 h 141488"/>
                  <a:gd name="csX3" fmla="*/ 120807 w 141308"/>
                  <a:gd name="csY3" fmla="*/ 20921 h 141488"/>
                  <a:gd name="csX4" fmla="*/ 70847 w 141308"/>
                  <a:gd name="csY4" fmla="*/ 201 h 141488"/>
                  <a:gd name="csX5" fmla="*/ 20887 w 141308"/>
                  <a:gd name="csY5" fmla="*/ 20921 h 141488"/>
                  <a:gd name="csX6" fmla="*/ 193 w 141308"/>
                  <a:gd name="csY6" fmla="*/ 70945 h 141488"/>
                  <a:gd name="csX7" fmla="*/ 20887 w 141308"/>
                  <a:gd name="csY7" fmla="*/ 120968 h 141488"/>
                  <a:gd name="csX8" fmla="*/ 70847 w 141308"/>
                  <a:gd name="csY8" fmla="*/ 14168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7" y="141689"/>
                    </a:moveTo>
                    <a:cubicBezTo>
                      <a:pt x="89585" y="141689"/>
                      <a:pt x="107558" y="134235"/>
                      <a:pt x="120807" y="120968"/>
                    </a:cubicBezTo>
                    <a:cubicBezTo>
                      <a:pt x="134057" y="107702"/>
                      <a:pt x="141501" y="89706"/>
                      <a:pt x="141501" y="70945"/>
                    </a:cubicBezTo>
                    <a:cubicBezTo>
                      <a:pt x="141501" y="52183"/>
                      <a:pt x="134057" y="34188"/>
                      <a:pt x="120807" y="20921"/>
                    </a:cubicBezTo>
                    <a:cubicBezTo>
                      <a:pt x="107558" y="7655"/>
                      <a:pt x="89585" y="201"/>
                      <a:pt x="70847" y="201"/>
                    </a:cubicBezTo>
                    <a:cubicBezTo>
                      <a:pt x="52110" y="201"/>
                      <a:pt x="34137" y="7655"/>
                      <a:pt x="20887" y="20921"/>
                    </a:cubicBezTo>
                    <a:cubicBezTo>
                      <a:pt x="7638" y="34188"/>
                      <a:pt x="193" y="52183"/>
                      <a:pt x="193" y="70945"/>
                    </a:cubicBezTo>
                    <a:cubicBezTo>
                      <a:pt x="193" y="89706"/>
                      <a:pt x="7638" y="107702"/>
                      <a:pt x="20887" y="120968"/>
                    </a:cubicBezTo>
                    <a:cubicBezTo>
                      <a:pt x="34137" y="134235"/>
                      <a:pt x="52110" y="141689"/>
                      <a:pt x="70847" y="141689"/>
                    </a:cubicBezTo>
                    <a:close/>
                  </a:path>
                </a:pathLst>
              </a:custGeom>
              <a:solidFill>
                <a:srgbClr val="48186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59" name="任意多边形: 形状 1858"/>
              <p:cNvSpPr/>
              <p:nvPr/>
            </p:nvSpPr>
            <p:spPr>
              <a:xfrm>
                <a:off x="13887374" y="19910675"/>
                <a:ext cx="223200" cy="223200"/>
              </a:xfrm>
              <a:custGeom>
                <a:avLst/>
                <a:gdLst>
                  <a:gd name="csX0" fmla="*/ 70864 w 141308"/>
                  <a:gd name="csY0" fmla="*/ 141695 h 141488"/>
                  <a:gd name="csX1" fmla="*/ 120823 w 141308"/>
                  <a:gd name="csY1" fmla="*/ 120974 h 141488"/>
                  <a:gd name="csX2" fmla="*/ 141518 w 141308"/>
                  <a:gd name="csY2" fmla="*/ 70950 h 141488"/>
                  <a:gd name="csX3" fmla="*/ 120823 w 141308"/>
                  <a:gd name="csY3" fmla="*/ 20927 h 141488"/>
                  <a:gd name="csX4" fmla="*/ 70864 w 141308"/>
                  <a:gd name="csY4" fmla="*/ 206 h 141488"/>
                  <a:gd name="csX5" fmla="*/ 20904 w 141308"/>
                  <a:gd name="csY5" fmla="*/ 20927 h 141488"/>
                  <a:gd name="csX6" fmla="*/ 210 w 141308"/>
                  <a:gd name="csY6" fmla="*/ 70950 h 141488"/>
                  <a:gd name="csX7" fmla="*/ 20904 w 141308"/>
                  <a:gd name="csY7" fmla="*/ 120974 h 141488"/>
                  <a:gd name="csX8" fmla="*/ 70864 w 141308"/>
                  <a:gd name="csY8" fmla="*/ 14169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4" y="141695"/>
                    </a:moveTo>
                    <a:cubicBezTo>
                      <a:pt x="89601" y="141695"/>
                      <a:pt x="107574" y="134241"/>
                      <a:pt x="120823" y="120974"/>
                    </a:cubicBezTo>
                    <a:cubicBezTo>
                      <a:pt x="134073" y="107708"/>
                      <a:pt x="141518" y="89712"/>
                      <a:pt x="141518" y="70950"/>
                    </a:cubicBezTo>
                    <a:cubicBezTo>
                      <a:pt x="141518" y="52189"/>
                      <a:pt x="134073" y="34193"/>
                      <a:pt x="120823" y="20927"/>
                    </a:cubicBezTo>
                    <a:cubicBezTo>
                      <a:pt x="107574" y="7660"/>
                      <a:pt x="89601" y="206"/>
                      <a:pt x="70864" y="206"/>
                    </a:cubicBezTo>
                    <a:cubicBezTo>
                      <a:pt x="52126" y="206"/>
                      <a:pt x="34153" y="7660"/>
                      <a:pt x="20904" y="20927"/>
                    </a:cubicBezTo>
                    <a:cubicBezTo>
                      <a:pt x="7654" y="34193"/>
                      <a:pt x="210" y="52189"/>
                      <a:pt x="210" y="70950"/>
                    </a:cubicBezTo>
                    <a:cubicBezTo>
                      <a:pt x="210" y="89712"/>
                      <a:pt x="7654" y="107708"/>
                      <a:pt x="20904" y="120974"/>
                    </a:cubicBezTo>
                    <a:cubicBezTo>
                      <a:pt x="34153" y="134241"/>
                      <a:pt x="52126" y="141695"/>
                      <a:pt x="70864" y="141695"/>
                    </a:cubicBezTo>
                    <a:close/>
                  </a:path>
                </a:pathLst>
              </a:custGeom>
              <a:solidFill>
                <a:srgbClr val="472A7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0" name="任意多边形: 形状 1859"/>
              <p:cNvSpPr/>
              <p:nvPr/>
            </p:nvSpPr>
            <p:spPr>
              <a:xfrm>
                <a:off x="14036974" y="18754237"/>
                <a:ext cx="223200" cy="223200"/>
              </a:xfrm>
              <a:custGeom>
                <a:avLst/>
                <a:gdLst>
                  <a:gd name="csX0" fmla="*/ 70868 w 141308"/>
                  <a:gd name="csY0" fmla="*/ 141656 h 141488"/>
                  <a:gd name="csX1" fmla="*/ 120828 w 141308"/>
                  <a:gd name="csY1" fmla="*/ 120936 h 141488"/>
                  <a:gd name="csX2" fmla="*/ 141522 w 141308"/>
                  <a:gd name="csY2" fmla="*/ 70912 h 141488"/>
                  <a:gd name="csX3" fmla="*/ 120828 w 141308"/>
                  <a:gd name="csY3" fmla="*/ 20889 h 141488"/>
                  <a:gd name="csX4" fmla="*/ 70868 w 141308"/>
                  <a:gd name="csY4" fmla="*/ 168 h 141488"/>
                  <a:gd name="csX5" fmla="*/ 20909 w 141308"/>
                  <a:gd name="csY5" fmla="*/ 20889 h 141488"/>
                  <a:gd name="csX6" fmla="*/ 214 w 141308"/>
                  <a:gd name="csY6" fmla="*/ 70912 h 141488"/>
                  <a:gd name="csX7" fmla="*/ 20909 w 141308"/>
                  <a:gd name="csY7" fmla="*/ 120936 h 141488"/>
                  <a:gd name="csX8" fmla="*/ 70868 w 141308"/>
                  <a:gd name="csY8" fmla="*/ 14165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8" y="141656"/>
                    </a:moveTo>
                    <a:cubicBezTo>
                      <a:pt x="89606" y="141656"/>
                      <a:pt x="107579" y="134202"/>
                      <a:pt x="120828" y="120936"/>
                    </a:cubicBezTo>
                    <a:cubicBezTo>
                      <a:pt x="134078" y="107670"/>
                      <a:pt x="141522" y="89674"/>
                      <a:pt x="141522" y="70912"/>
                    </a:cubicBezTo>
                    <a:cubicBezTo>
                      <a:pt x="141522" y="52151"/>
                      <a:pt x="134078" y="34155"/>
                      <a:pt x="120828" y="20889"/>
                    </a:cubicBezTo>
                    <a:cubicBezTo>
                      <a:pt x="107579" y="7622"/>
                      <a:pt x="89606" y="168"/>
                      <a:pt x="70868" y="168"/>
                    </a:cubicBezTo>
                    <a:cubicBezTo>
                      <a:pt x="52131" y="168"/>
                      <a:pt x="34158" y="7622"/>
                      <a:pt x="20909" y="20889"/>
                    </a:cubicBezTo>
                    <a:cubicBezTo>
                      <a:pt x="7659" y="34155"/>
                      <a:pt x="214" y="52151"/>
                      <a:pt x="214" y="70912"/>
                    </a:cubicBezTo>
                    <a:cubicBezTo>
                      <a:pt x="214" y="89674"/>
                      <a:pt x="7659" y="107670"/>
                      <a:pt x="20909" y="120936"/>
                    </a:cubicBezTo>
                    <a:cubicBezTo>
                      <a:pt x="34158" y="134202"/>
                      <a:pt x="52131" y="141656"/>
                      <a:pt x="70868" y="141656"/>
                    </a:cubicBezTo>
                    <a:close/>
                  </a:path>
                </a:pathLst>
              </a:custGeom>
              <a:solidFill>
                <a:srgbClr val="433D84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1" name="任意多边形: 形状 1860"/>
              <p:cNvSpPr/>
              <p:nvPr/>
            </p:nvSpPr>
            <p:spPr>
              <a:xfrm>
                <a:off x="14862366" y="18215443"/>
                <a:ext cx="223200" cy="223200"/>
              </a:xfrm>
              <a:custGeom>
                <a:avLst/>
                <a:gdLst>
                  <a:gd name="csX0" fmla="*/ 70896 w 141308"/>
                  <a:gd name="csY0" fmla="*/ 141639 h 141488"/>
                  <a:gd name="csX1" fmla="*/ 120856 w 141308"/>
                  <a:gd name="csY1" fmla="*/ 120918 h 141488"/>
                  <a:gd name="csX2" fmla="*/ 141550 w 141308"/>
                  <a:gd name="csY2" fmla="*/ 70894 h 141488"/>
                  <a:gd name="csX3" fmla="*/ 120856 w 141308"/>
                  <a:gd name="csY3" fmla="*/ 20871 h 141488"/>
                  <a:gd name="csX4" fmla="*/ 70896 w 141308"/>
                  <a:gd name="csY4" fmla="*/ 150 h 141488"/>
                  <a:gd name="csX5" fmla="*/ 20936 w 141308"/>
                  <a:gd name="csY5" fmla="*/ 20871 h 141488"/>
                  <a:gd name="csX6" fmla="*/ 242 w 141308"/>
                  <a:gd name="csY6" fmla="*/ 70894 h 141488"/>
                  <a:gd name="csX7" fmla="*/ 20936 w 141308"/>
                  <a:gd name="csY7" fmla="*/ 120918 h 141488"/>
                  <a:gd name="csX8" fmla="*/ 70896 w 141308"/>
                  <a:gd name="csY8" fmla="*/ 14163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6" y="141639"/>
                    </a:moveTo>
                    <a:cubicBezTo>
                      <a:pt x="89633" y="141639"/>
                      <a:pt x="107606" y="134185"/>
                      <a:pt x="120856" y="120918"/>
                    </a:cubicBezTo>
                    <a:cubicBezTo>
                      <a:pt x="134105" y="107652"/>
                      <a:pt x="141550" y="89656"/>
                      <a:pt x="141550" y="70894"/>
                    </a:cubicBezTo>
                    <a:cubicBezTo>
                      <a:pt x="141550" y="52133"/>
                      <a:pt x="134105" y="34137"/>
                      <a:pt x="120856" y="20871"/>
                    </a:cubicBezTo>
                    <a:cubicBezTo>
                      <a:pt x="107606" y="7604"/>
                      <a:pt x="89633" y="150"/>
                      <a:pt x="70896" y="150"/>
                    </a:cubicBezTo>
                    <a:cubicBezTo>
                      <a:pt x="52158" y="150"/>
                      <a:pt x="34185" y="7604"/>
                      <a:pt x="20936" y="20871"/>
                    </a:cubicBezTo>
                    <a:cubicBezTo>
                      <a:pt x="7686" y="34137"/>
                      <a:pt x="242" y="52133"/>
                      <a:pt x="242" y="70894"/>
                    </a:cubicBezTo>
                    <a:cubicBezTo>
                      <a:pt x="242" y="89656"/>
                      <a:pt x="7686" y="107652"/>
                      <a:pt x="20936" y="120918"/>
                    </a:cubicBezTo>
                    <a:cubicBezTo>
                      <a:pt x="34185" y="134185"/>
                      <a:pt x="52158" y="141639"/>
                      <a:pt x="70896" y="141639"/>
                    </a:cubicBezTo>
                    <a:close/>
                  </a:path>
                </a:pathLst>
              </a:custGeom>
              <a:solidFill>
                <a:srgbClr val="2A7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2" name="任意多边形: 形状 1861"/>
              <p:cNvSpPr/>
              <p:nvPr/>
            </p:nvSpPr>
            <p:spPr>
              <a:xfrm>
                <a:off x="14857053" y="19610365"/>
                <a:ext cx="223200" cy="223200"/>
              </a:xfrm>
              <a:custGeom>
                <a:avLst/>
                <a:gdLst>
                  <a:gd name="csX0" fmla="*/ 70896 w 141308"/>
                  <a:gd name="csY0" fmla="*/ 141685 h 141488"/>
                  <a:gd name="csX1" fmla="*/ 120856 w 141308"/>
                  <a:gd name="csY1" fmla="*/ 120964 h 141488"/>
                  <a:gd name="csX2" fmla="*/ 141550 w 141308"/>
                  <a:gd name="csY2" fmla="*/ 70941 h 141488"/>
                  <a:gd name="csX3" fmla="*/ 120856 w 141308"/>
                  <a:gd name="csY3" fmla="*/ 20917 h 141488"/>
                  <a:gd name="csX4" fmla="*/ 70896 w 141308"/>
                  <a:gd name="csY4" fmla="*/ 196 h 141488"/>
                  <a:gd name="csX5" fmla="*/ 20936 w 141308"/>
                  <a:gd name="csY5" fmla="*/ 20917 h 141488"/>
                  <a:gd name="csX6" fmla="*/ 242 w 141308"/>
                  <a:gd name="csY6" fmla="*/ 70941 h 141488"/>
                  <a:gd name="csX7" fmla="*/ 20936 w 141308"/>
                  <a:gd name="csY7" fmla="*/ 120964 h 141488"/>
                  <a:gd name="csX8" fmla="*/ 70896 w 141308"/>
                  <a:gd name="csY8" fmla="*/ 14168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6" y="141685"/>
                    </a:moveTo>
                    <a:cubicBezTo>
                      <a:pt x="89633" y="141685"/>
                      <a:pt x="107606" y="134231"/>
                      <a:pt x="120856" y="120964"/>
                    </a:cubicBezTo>
                    <a:cubicBezTo>
                      <a:pt x="134105" y="107698"/>
                      <a:pt x="141550" y="89702"/>
                      <a:pt x="141550" y="70941"/>
                    </a:cubicBezTo>
                    <a:cubicBezTo>
                      <a:pt x="141550" y="52179"/>
                      <a:pt x="134105" y="34183"/>
                      <a:pt x="120856" y="20917"/>
                    </a:cubicBezTo>
                    <a:cubicBezTo>
                      <a:pt x="107606" y="7650"/>
                      <a:pt x="89633" y="196"/>
                      <a:pt x="70896" y="196"/>
                    </a:cubicBezTo>
                    <a:cubicBezTo>
                      <a:pt x="52158" y="196"/>
                      <a:pt x="34185" y="7650"/>
                      <a:pt x="20936" y="20917"/>
                    </a:cubicBezTo>
                    <a:cubicBezTo>
                      <a:pt x="7686" y="34183"/>
                      <a:pt x="242" y="52179"/>
                      <a:pt x="242" y="70941"/>
                    </a:cubicBezTo>
                    <a:cubicBezTo>
                      <a:pt x="242" y="89702"/>
                      <a:pt x="7686" y="107698"/>
                      <a:pt x="20936" y="120964"/>
                    </a:cubicBezTo>
                    <a:cubicBezTo>
                      <a:pt x="34185" y="134231"/>
                      <a:pt x="52158" y="141685"/>
                      <a:pt x="70896" y="141685"/>
                    </a:cubicBezTo>
                    <a:close/>
                  </a:path>
                </a:pathLst>
              </a:custGeom>
              <a:solidFill>
                <a:srgbClr val="3B52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3" name="任意多边形: 形状 1862"/>
              <p:cNvSpPr/>
              <p:nvPr/>
            </p:nvSpPr>
            <p:spPr>
              <a:xfrm>
                <a:off x="12471202" y="19579022"/>
                <a:ext cx="223200" cy="223200"/>
              </a:xfrm>
              <a:custGeom>
                <a:avLst/>
                <a:gdLst>
                  <a:gd name="csX0" fmla="*/ 70817 w 141308"/>
                  <a:gd name="csY0" fmla="*/ 141684 h 141488"/>
                  <a:gd name="csX1" fmla="*/ 120777 w 141308"/>
                  <a:gd name="csY1" fmla="*/ 120963 h 141488"/>
                  <a:gd name="csX2" fmla="*/ 141471 w 141308"/>
                  <a:gd name="csY2" fmla="*/ 70940 h 141488"/>
                  <a:gd name="csX3" fmla="*/ 120777 w 141308"/>
                  <a:gd name="csY3" fmla="*/ 20916 h 141488"/>
                  <a:gd name="csX4" fmla="*/ 70817 w 141308"/>
                  <a:gd name="csY4" fmla="*/ 195 h 141488"/>
                  <a:gd name="csX5" fmla="*/ 20857 w 141308"/>
                  <a:gd name="csY5" fmla="*/ 20916 h 141488"/>
                  <a:gd name="csX6" fmla="*/ 163 w 141308"/>
                  <a:gd name="csY6" fmla="*/ 70940 h 141488"/>
                  <a:gd name="csX7" fmla="*/ 20857 w 141308"/>
                  <a:gd name="csY7" fmla="*/ 120963 h 141488"/>
                  <a:gd name="csX8" fmla="*/ 70817 w 141308"/>
                  <a:gd name="csY8" fmla="*/ 14168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7" y="141684"/>
                    </a:moveTo>
                    <a:cubicBezTo>
                      <a:pt x="89554" y="141684"/>
                      <a:pt x="107527" y="134230"/>
                      <a:pt x="120777" y="120963"/>
                    </a:cubicBezTo>
                    <a:cubicBezTo>
                      <a:pt x="134026" y="107697"/>
                      <a:pt x="141471" y="89701"/>
                      <a:pt x="141471" y="70940"/>
                    </a:cubicBezTo>
                    <a:cubicBezTo>
                      <a:pt x="141471" y="52178"/>
                      <a:pt x="134026" y="34182"/>
                      <a:pt x="120777" y="20916"/>
                    </a:cubicBezTo>
                    <a:cubicBezTo>
                      <a:pt x="107527" y="7649"/>
                      <a:pt x="89554" y="195"/>
                      <a:pt x="70817" y="195"/>
                    </a:cubicBezTo>
                    <a:cubicBezTo>
                      <a:pt x="52079" y="195"/>
                      <a:pt x="34106" y="7649"/>
                      <a:pt x="20857" y="20916"/>
                    </a:cubicBezTo>
                    <a:cubicBezTo>
                      <a:pt x="7607" y="34182"/>
                      <a:pt x="163" y="52178"/>
                      <a:pt x="163" y="70940"/>
                    </a:cubicBezTo>
                    <a:cubicBezTo>
                      <a:pt x="163" y="89701"/>
                      <a:pt x="7607" y="107697"/>
                      <a:pt x="20857" y="120963"/>
                    </a:cubicBezTo>
                    <a:cubicBezTo>
                      <a:pt x="34106" y="134230"/>
                      <a:pt x="52079" y="141684"/>
                      <a:pt x="70817" y="141684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4" name="任意多边形: 形状 1863"/>
              <p:cNvSpPr/>
              <p:nvPr/>
            </p:nvSpPr>
            <p:spPr>
              <a:xfrm>
                <a:off x="11424787" y="20296661"/>
                <a:ext cx="223200" cy="223200"/>
              </a:xfrm>
              <a:custGeom>
                <a:avLst/>
                <a:gdLst>
                  <a:gd name="csX0" fmla="*/ 70782 w 141308"/>
                  <a:gd name="csY0" fmla="*/ 141707 h 141488"/>
                  <a:gd name="csX1" fmla="*/ 120742 w 141308"/>
                  <a:gd name="csY1" fmla="*/ 120987 h 141488"/>
                  <a:gd name="csX2" fmla="*/ 141436 w 141308"/>
                  <a:gd name="csY2" fmla="*/ 70963 h 141488"/>
                  <a:gd name="csX3" fmla="*/ 120742 w 141308"/>
                  <a:gd name="csY3" fmla="*/ 20940 h 141488"/>
                  <a:gd name="csX4" fmla="*/ 70782 w 141308"/>
                  <a:gd name="csY4" fmla="*/ 219 h 141488"/>
                  <a:gd name="csX5" fmla="*/ 20822 w 141308"/>
                  <a:gd name="csY5" fmla="*/ 20940 h 141488"/>
                  <a:gd name="csX6" fmla="*/ 128 w 141308"/>
                  <a:gd name="csY6" fmla="*/ 70963 h 141488"/>
                  <a:gd name="csX7" fmla="*/ 20822 w 141308"/>
                  <a:gd name="csY7" fmla="*/ 120987 h 141488"/>
                  <a:gd name="csX8" fmla="*/ 70782 w 141308"/>
                  <a:gd name="csY8" fmla="*/ 14170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82" y="141707"/>
                    </a:moveTo>
                    <a:cubicBezTo>
                      <a:pt x="89520" y="141707"/>
                      <a:pt x="107492" y="134253"/>
                      <a:pt x="120742" y="120987"/>
                    </a:cubicBezTo>
                    <a:cubicBezTo>
                      <a:pt x="133991" y="107721"/>
                      <a:pt x="141436" y="89725"/>
                      <a:pt x="141436" y="70963"/>
                    </a:cubicBezTo>
                    <a:cubicBezTo>
                      <a:pt x="141436" y="52202"/>
                      <a:pt x="133991" y="34206"/>
                      <a:pt x="120742" y="20940"/>
                    </a:cubicBezTo>
                    <a:cubicBezTo>
                      <a:pt x="107492" y="7673"/>
                      <a:pt x="89520" y="219"/>
                      <a:pt x="70782" y="219"/>
                    </a:cubicBezTo>
                    <a:cubicBezTo>
                      <a:pt x="52044" y="219"/>
                      <a:pt x="34072" y="7673"/>
                      <a:pt x="20822" y="20940"/>
                    </a:cubicBezTo>
                    <a:cubicBezTo>
                      <a:pt x="7573" y="34206"/>
                      <a:pt x="128" y="52202"/>
                      <a:pt x="128" y="70963"/>
                    </a:cubicBezTo>
                    <a:cubicBezTo>
                      <a:pt x="128" y="89725"/>
                      <a:pt x="7573" y="107721"/>
                      <a:pt x="20822" y="120987"/>
                    </a:cubicBezTo>
                    <a:cubicBezTo>
                      <a:pt x="34072" y="134253"/>
                      <a:pt x="52044" y="141707"/>
                      <a:pt x="70782" y="141707"/>
                    </a:cubicBezTo>
                    <a:close/>
                  </a:path>
                </a:pathLst>
              </a:custGeom>
              <a:solidFill>
                <a:srgbClr val="228C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5" name="任意多边形: 形状 1864"/>
              <p:cNvSpPr/>
              <p:nvPr/>
            </p:nvSpPr>
            <p:spPr>
              <a:xfrm>
                <a:off x="13101519" y="18423628"/>
                <a:ext cx="223200" cy="223200"/>
              </a:xfrm>
              <a:custGeom>
                <a:avLst/>
                <a:gdLst>
                  <a:gd name="csX0" fmla="*/ 70838 w 141308"/>
                  <a:gd name="csY0" fmla="*/ 141646 h 141488"/>
                  <a:gd name="csX1" fmla="*/ 120797 w 141308"/>
                  <a:gd name="csY1" fmla="*/ 120925 h 141488"/>
                  <a:gd name="csX2" fmla="*/ 141492 w 141308"/>
                  <a:gd name="csY2" fmla="*/ 70901 h 141488"/>
                  <a:gd name="csX3" fmla="*/ 120797 w 141308"/>
                  <a:gd name="csY3" fmla="*/ 20878 h 141488"/>
                  <a:gd name="csX4" fmla="*/ 70838 w 141308"/>
                  <a:gd name="csY4" fmla="*/ 157 h 141488"/>
                  <a:gd name="csX5" fmla="*/ 20878 w 141308"/>
                  <a:gd name="csY5" fmla="*/ 20878 h 141488"/>
                  <a:gd name="csX6" fmla="*/ 183 w 141308"/>
                  <a:gd name="csY6" fmla="*/ 70901 h 141488"/>
                  <a:gd name="csX7" fmla="*/ 20878 w 141308"/>
                  <a:gd name="csY7" fmla="*/ 120925 h 141488"/>
                  <a:gd name="csX8" fmla="*/ 70838 w 141308"/>
                  <a:gd name="csY8" fmla="*/ 14164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8" y="141646"/>
                    </a:moveTo>
                    <a:cubicBezTo>
                      <a:pt x="89575" y="141646"/>
                      <a:pt x="107548" y="134192"/>
                      <a:pt x="120797" y="120925"/>
                    </a:cubicBezTo>
                    <a:cubicBezTo>
                      <a:pt x="134047" y="107659"/>
                      <a:pt x="141492" y="89663"/>
                      <a:pt x="141492" y="70901"/>
                    </a:cubicBezTo>
                    <a:cubicBezTo>
                      <a:pt x="141492" y="52140"/>
                      <a:pt x="134047" y="34144"/>
                      <a:pt x="120797" y="20878"/>
                    </a:cubicBezTo>
                    <a:cubicBezTo>
                      <a:pt x="107548" y="7611"/>
                      <a:pt x="89575" y="157"/>
                      <a:pt x="70838" y="157"/>
                    </a:cubicBezTo>
                    <a:cubicBezTo>
                      <a:pt x="52100" y="157"/>
                      <a:pt x="34127" y="7611"/>
                      <a:pt x="20878" y="20878"/>
                    </a:cubicBezTo>
                    <a:cubicBezTo>
                      <a:pt x="7628" y="34144"/>
                      <a:pt x="183" y="52140"/>
                      <a:pt x="183" y="70901"/>
                    </a:cubicBezTo>
                    <a:cubicBezTo>
                      <a:pt x="183" y="89663"/>
                      <a:pt x="7628" y="107659"/>
                      <a:pt x="20878" y="120925"/>
                    </a:cubicBezTo>
                    <a:cubicBezTo>
                      <a:pt x="34127" y="134192"/>
                      <a:pt x="52100" y="141646"/>
                      <a:pt x="70838" y="141646"/>
                    </a:cubicBezTo>
                    <a:close/>
                  </a:path>
                </a:pathLst>
              </a:custGeom>
              <a:solidFill>
                <a:srgbClr val="3A54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6" name="任意多边形: 形状 1865"/>
              <p:cNvSpPr/>
              <p:nvPr/>
            </p:nvSpPr>
            <p:spPr>
              <a:xfrm>
                <a:off x="13007511" y="19104883"/>
                <a:ext cx="223200" cy="223200"/>
              </a:xfrm>
              <a:custGeom>
                <a:avLst/>
                <a:gdLst>
                  <a:gd name="csX0" fmla="*/ 70834 w 141308"/>
                  <a:gd name="csY0" fmla="*/ 141668 h 141488"/>
                  <a:gd name="csX1" fmla="*/ 120794 w 141308"/>
                  <a:gd name="csY1" fmla="*/ 120948 h 141488"/>
                  <a:gd name="csX2" fmla="*/ 141488 w 141308"/>
                  <a:gd name="csY2" fmla="*/ 70924 h 141488"/>
                  <a:gd name="csX3" fmla="*/ 120794 w 141308"/>
                  <a:gd name="csY3" fmla="*/ 20900 h 141488"/>
                  <a:gd name="csX4" fmla="*/ 70834 w 141308"/>
                  <a:gd name="csY4" fmla="*/ 180 h 141488"/>
                  <a:gd name="csX5" fmla="*/ 20874 w 141308"/>
                  <a:gd name="csY5" fmla="*/ 20900 h 141488"/>
                  <a:gd name="csX6" fmla="*/ 180 w 141308"/>
                  <a:gd name="csY6" fmla="*/ 70924 h 141488"/>
                  <a:gd name="csX7" fmla="*/ 20874 w 141308"/>
                  <a:gd name="csY7" fmla="*/ 120948 h 141488"/>
                  <a:gd name="csX8" fmla="*/ 70834 w 141308"/>
                  <a:gd name="csY8" fmla="*/ 14166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4" y="141668"/>
                    </a:moveTo>
                    <a:cubicBezTo>
                      <a:pt x="89572" y="141668"/>
                      <a:pt x="107545" y="134214"/>
                      <a:pt x="120794" y="120948"/>
                    </a:cubicBezTo>
                    <a:cubicBezTo>
                      <a:pt x="134044" y="107681"/>
                      <a:pt x="141488" y="89685"/>
                      <a:pt x="141488" y="70924"/>
                    </a:cubicBezTo>
                    <a:cubicBezTo>
                      <a:pt x="141488" y="52162"/>
                      <a:pt x="134044" y="34167"/>
                      <a:pt x="120794" y="20900"/>
                    </a:cubicBezTo>
                    <a:cubicBezTo>
                      <a:pt x="107545" y="7634"/>
                      <a:pt x="89572" y="180"/>
                      <a:pt x="70834" y="180"/>
                    </a:cubicBezTo>
                    <a:cubicBezTo>
                      <a:pt x="52097" y="180"/>
                      <a:pt x="34124" y="7634"/>
                      <a:pt x="20874" y="20900"/>
                    </a:cubicBezTo>
                    <a:cubicBezTo>
                      <a:pt x="7625" y="34167"/>
                      <a:pt x="180" y="52162"/>
                      <a:pt x="180" y="70924"/>
                    </a:cubicBezTo>
                    <a:cubicBezTo>
                      <a:pt x="180" y="89685"/>
                      <a:pt x="7625" y="107681"/>
                      <a:pt x="20874" y="120948"/>
                    </a:cubicBezTo>
                    <a:cubicBezTo>
                      <a:pt x="34124" y="134214"/>
                      <a:pt x="52097" y="141668"/>
                      <a:pt x="70834" y="141668"/>
                    </a:cubicBezTo>
                    <a:close/>
                  </a:path>
                </a:pathLst>
              </a:custGeom>
              <a:solidFill>
                <a:srgbClr val="472E7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7" name="任意多边形: 形状 1866"/>
              <p:cNvSpPr/>
              <p:nvPr/>
            </p:nvSpPr>
            <p:spPr>
              <a:xfrm>
                <a:off x="12808970" y="20359969"/>
                <a:ext cx="223200" cy="223200"/>
              </a:xfrm>
              <a:custGeom>
                <a:avLst/>
                <a:gdLst>
                  <a:gd name="csX0" fmla="*/ 70828 w 141308"/>
                  <a:gd name="csY0" fmla="*/ 141710 h 141488"/>
                  <a:gd name="csX1" fmla="*/ 120788 w 141308"/>
                  <a:gd name="csY1" fmla="*/ 120989 h 141488"/>
                  <a:gd name="csX2" fmla="*/ 141482 w 141308"/>
                  <a:gd name="csY2" fmla="*/ 70965 h 141488"/>
                  <a:gd name="csX3" fmla="*/ 120788 w 141308"/>
                  <a:gd name="csY3" fmla="*/ 20942 h 141488"/>
                  <a:gd name="csX4" fmla="*/ 70828 w 141308"/>
                  <a:gd name="csY4" fmla="*/ 221 h 141488"/>
                  <a:gd name="csX5" fmla="*/ 20868 w 141308"/>
                  <a:gd name="csY5" fmla="*/ 20942 h 141488"/>
                  <a:gd name="csX6" fmla="*/ 174 w 141308"/>
                  <a:gd name="csY6" fmla="*/ 70965 h 141488"/>
                  <a:gd name="csX7" fmla="*/ 20868 w 141308"/>
                  <a:gd name="csY7" fmla="*/ 120989 h 141488"/>
                  <a:gd name="csX8" fmla="*/ 70828 w 141308"/>
                  <a:gd name="csY8" fmla="*/ 14171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8" y="141710"/>
                    </a:moveTo>
                    <a:cubicBezTo>
                      <a:pt x="89565" y="141710"/>
                      <a:pt x="107538" y="134256"/>
                      <a:pt x="120788" y="120989"/>
                    </a:cubicBezTo>
                    <a:cubicBezTo>
                      <a:pt x="134037" y="107723"/>
                      <a:pt x="141482" y="89727"/>
                      <a:pt x="141482" y="70965"/>
                    </a:cubicBezTo>
                    <a:cubicBezTo>
                      <a:pt x="141482" y="52204"/>
                      <a:pt x="134037" y="34208"/>
                      <a:pt x="120788" y="20942"/>
                    </a:cubicBezTo>
                    <a:cubicBezTo>
                      <a:pt x="107538" y="7675"/>
                      <a:pt x="89565" y="221"/>
                      <a:pt x="70828" y="221"/>
                    </a:cubicBezTo>
                    <a:cubicBezTo>
                      <a:pt x="52090" y="221"/>
                      <a:pt x="34117" y="7675"/>
                      <a:pt x="20868" y="20942"/>
                    </a:cubicBezTo>
                    <a:cubicBezTo>
                      <a:pt x="7618" y="34208"/>
                      <a:pt x="174" y="52204"/>
                      <a:pt x="174" y="70965"/>
                    </a:cubicBezTo>
                    <a:cubicBezTo>
                      <a:pt x="174" y="89727"/>
                      <a:pt x="7618" y="107723"/>
                      <a:pt x="20868" y="120989"/>
                    </a:cubicBezTo>
                    <a:cubicBezTo>
                      <a:pt x="34117" y="134256"/>
                      <a:pt x="52090" y="141710"/>
                      <a:pt x="70828" y="141710"/>
                    </a:cubicBezTo>
                    <a:close/>
                  </a:path>
                </a:pathLst>
              </a:custGeom>
              <a:solidFill>
                <a:srgbClr val="3956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8" name="任意多边形: 形状 1867"/>
              <p:cNvSpPr/>
              <p:nvPr/>
            </p:nvSpPr>
            <p:spPr>
              <a:xfrm>
                <a:off x="13420289" y="19249561"/>
                <a:ext cx="223200" cy="223200"/>
              </a:xfrm>
              <a:custGeom>
                <a:avLst/>
                <a:gdLst>
                  <a:gd name="csX0" fmla="*/ 70848 w 141308"/>
                  <a:gd name="csY0" fmla="*/ 141673 h 141488"/>
                  <a:gd name="csX1" fmla="*/ 120808 w 141308"/>
                  <a:gd name="csY1" fmla="*/ 120952 h 141488"/>
                  <a:gd name="csX2" fmla="*/ 141502 w 141308"/>
                  <a:gd name="csY2" fmla="*/ 70929 h 141488"/>
                  <a:gd name="csX3" fmla="*/ 120808 w 141308"/>
                  <a:gd name="csY3" fmla="*/ 20905 h 141488"/>
                  <a:gd name="csX4" fmla="*/ 70848 w 141308"/>
                  <a:gd name="csY4" fmla="*/ 184 h 141488"/>
                  <a:gd name="csX5" fmla="*/ 20888 w 141308"/>
                  <a:gd name="csY5" fmla="*/ 20905 h 141488"/>
                  <a:gd name="csX6" fmla="*/ 194 w 141308"/>
                  <a:gd name="csY6" fmla="*/ 70929 h 141488"/>
                  <a:gd name="csX7" fmla="*/ 20888 w 141308"/>
                  <a:gd name="csY7" fmla="*/ 120952 h 141488"/>
                  <a:gd name="csX8" fmla="*/ 70848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8" y="141673"/>
                    </a:moveTo>
                    <a:cubicBezTo>
                      <a:pt x="89586" y="141673"/>
                      <a:pt x="107558" y="134219"/>
                      <a:pt x="120808" y="120952"/>
                    </a:cubicBezTo>
                    <a:cubicBezTo>
                      <a:pt x="134058" y="107686"/>
                      <a:pt x="141502" y="89690"/>
                      <a:pt x="141502" y="70929"/>
                    </a:cubicBezTo>
                    <a:cubicBezTo>
                      <a:pt x="141502" y="52167"/>
                      <a:pt x="134058" y="34171"/>
                      <a:pt x="120808" y="20905"/>
                    </a:cubicBezTo>
                    <a:cubicBezTo>
                      <a:pt x="107558" y="7638"/>
                      <a:pt x="89586" y="184"/>
                      <a:pt x="70848" y="184"/>
                    </a:cubicBezTo>
                    <a:cubicBezTo>
                      <a:pt x="52110" y="184"/>
                      <a:pt x="34138" y="7638"/>
                      <a:pt x="20888" y="20905"/>
                    </a:cubicBezTo>
                    <a:cubicBezTo>
                      <a:pt x="7639" y="34171"/>
                      <a:pt x="194" y="52167"/>
                      <a:pt x="194" y="70929"/>
                    </a:cubicBezTo>
                    <a:cubicBezTo>
                      <a:pt x="194" y="89690"/>
                      <a:pt x="7639" y="107686"/>
                      <a:pt x="20888" y="120952"/>
                    </a:cubicBezTo>
                    <a:cubicBezTo>
                      <a:pt x="34138" y="134219"/>
                      <a:pt x="52110" y="141673"/>
                      <a:pt x="70848" y="141673"/>
                    </a:cubicBezTo>
                    <a:close/>
                  </a:path>
                </a:pathLst>
              </a:custGeom>
              <a:solidFill>
                <a:srgbClr val="48186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69" name="任意多边形: 形状 1868"/>
              <p:cNvSpPr/>
              <p:nvPr/>
            </p:nvSpPr>
            <p:spPr>
              <a:xfrm>
                <a:off x="10905365" y="18617665"/>
                <a:ext cx="223200" cy="223200"/>
              </a:xfrm>
              <a:custGeom>
                <a:avLst/>
                <a:gdLst>
                  <a:gd name="csX0" fmla="*/ 70765 w 141308"/>
                  <a:gd name="csY0" fmla="*/ 141652 h 141488"/>
                  <a:gd name="csX1" fmla="*/ 120725 w 141308"/>
                  <a:gd name="csY1" fmla="*/ 120931 h 141488"/>
                  <a:gd name="csX2" fmla="*/ 141419 w 141308"/>
                  <a:gd name="csY2" fmla="*/ 70908 h 141488"/>
                  <a:gd name="csX3" fmla="*/ 120725 w 141308"/>
                  <a:gd name="csY3" fmla="*/ 20884 h 141488"/>
                  <a:gd name="csX4" fmla="*/ 70765 w 141308"/>
                  <a:gd name="csY4" fmla="*/ 164 h 141488"/>
                  <a:gd name="csX5" fmla="*/ 20805 w 141308"/>
                  <a:gd name="csY5" fmla="*/ 20884 h 141488"/>
                  <a:gd name="csX6" fmla="*/ 111 w 141308"/>
                  <a:gd name="csY6" fmla="*/ 70908 h 141488"/>
                  <a:gd name="csX7" fmla="*/ 20805 w 141308"/>
                  <a:gd name="csY7" fmla="*/ 120931 h 141488"/>
                  <a:gd name="csX8" fmla="*/ 70765 w 141308"/>
                  <a:gd name="csY8" fmla="*/ 14165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65" y="141652"/>
                    </a:moveTo>
                    <a:cubicBezTo>
                      <a:pt x="89502" y="141652"/>
                      <a:pt x="107475" y="134198"/>
                      <a:pt x="120725" y="120931"/>
                    </a:cubicBezTo>
                    <a:cubicBezTo>
                      <a:pt x="133974" y="107665"/>
                      <a:pt x="141419" y="89669"/>
                      <a:pt x="141419" y="70908"/>
                    </a:cubicBezTo>
                    <a:cubicBezTo>
                      <a:pt x="141419" y="52146"/>
                      <a:pt x="133974" y="34150"/>
                      <a:pt x="120725" y="20884"/>
                    </a:cubicBezTo>
                    <a:cubicBezTo>
                      <a:pt x="107475" y="7618"/>
                      <a:pt x="89502" y="164"/>
                      <a:pt x="70765" y="164"/>
                    </a:cubicBezTo>
                    <a:cubicBezTo>
                      <a:pt x="52027" y="164"/>
                      <a:pt x="34054" y="7618"/>
                      <a:pt x="20805" y="20884"/>
                    </a:cubicBezTo>
                    <a:cubicBezTo>
                      <a:pt x="7555" y="34150"/>
                      <a:pt x="111" y="52146"/>
                      <a:pt x="111" y="70908"/>
                    </a:cubicBezTo>
                    <a:cubicBezTo>
                      <a:pt x="111" y="89669"/>
                      <a:pt x="7555" y="107665"/>
                      <a:pt x="20805" y="120931"/>
                    </a:cubicBezTo>
                    <a:cubicBezTo>
                      <a:pt x="34054" y="134198"/>
                      <a:pt x="52027" y="141652"/>
                      <a:pt x="70765" y="141652"/>
                    </a:cubicBezTo>
                    <a:close/>
                  </a:path>
                </a:pathLst>
              </a:custGeom>
              <a:solidFill>
                <a:srgbClr val="20A4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0" name="任意多边形: 形状 1869"/>
              <p:cNvSpPr/>
              <p:nvPr/>
            </p:nvSpPr>
            <p:spPr>
              <a:xfrm>
                <a:off x="13897277" y="20573254"/>
                <a:ext cx="223200" cy="223200"/>
              </a:xfrm>
              <a:custGeom>
                <a:avLst/>
                <a:gdLst>
                  <a:gd name="csX0" fmla="*/ 70864 w 141308"/>
                  <a:gd name="csY0" fmla="*/ 141717 h 141488"/>
                  <a:gd name="csX1" fmla="*/ 120824 w 141308"/>
                  <a:gd name="csY1" fmla="*/ 120996 h 141488"/>
                  <a:gd name="csX2" fmla="*/ 141518 w 141308"/>
                  <a:gd name="csY2" fmla="*/ 70972 h 141488"/>
                  <a:gd name="csX3" fmla="*/ 120824 w 141308"/>
                  <a:gd name="csY3" fmla="*/ 20949 h 141488"/>
                  <a:gd name="csX4" fmla="*/ 70864 w 141308"/>
                  <a:gd name="csY4" fmla="*/ 228 h 141488"/>
                  <a:gd name="csX5" fmla="*/ 20904 w 141308"/>
                  <a:gd name="csY5" fmla="*/ 20949 h 141488"/>
                  <a:gd name="csX6" fmla="*/ 210 w 141308"/>
                  <a:gd name="csY6" fmla="*/ 70972 h 141488"/>
                  <a:gd name="csX7" fmla="*/ 20904 w 141308"/>
                  <a:gd name="csY7" fmla="*/ 120996 h 141488"/>
                  <a:gd name="csX8" fmla="*/ 70864 w 141308"/>
                  <a:gd name="csY8" fmla="*/ 14171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4" y="141717"/>
                    </a:moveTo>
                    <a:cubicBezTo>
                      <a:pt x="89602" y="141717"/>
                      <a:pt x="107574" y="134263"/>
                      <a:pt x="120824" y="120996"/>
                    </a:cubicBezTo>
                    <a:cubicBezTo>
                      <a:pt x="134073" y="107730"/>
                      <a:pt x="141518" y="89734"/>
                      <a:pt x="141518" y="70972"/>
                    </a:cubicBezTo>
                    <a:cubicBezTo>
                      <a:pt x="141518" y="52211"/>
                      <a:pt x="134073" y="34215"/>
                      <a:pt x="120824" y="20949"/>
                    </a:cubicBezTo>
                    <a:cubicBezTo>
                      <a:pt x="107574" y="7682"/>
                      <a:pt x="89602" y="228"/>
                      <a:pt x="70864" y="228"/>
                    </a:cubicBezTo>
                    <a:cubicBezTo>
                      <a:pt x="52126" y="228"/>
                      <a:pt x="34153" y="7682"/>
                      <a:pt x="20904" y="20949"/>
                    </a:cubicBezTo>
                    <a:cubicBezTo>
                      <a:pt x="7654" y="34215"/>
                      <a:pt x="210" y="52211"/>
                      <a:pt x="210" y="70972"/>
                    </a:cubicBezTo>
                    <a:cubicBezTo>
                      <a:pt x="210" y="89734"/>
                      <a:pt x="7654" y="107730"/>
                      <a:pt x="20904" y="120996"/>
                    </a:cubicBezTo>
                    <a:cubicBezTo>
                      <a:pt x="34153" y="134263"/>
                      <a:pt x="52126" y="141717"/>
                      <a:pt x="70864" y="141717"/>
                    </a:cubicBezTo>
                    <a:close/>
                  </a:path>
                </a:pathLst>
              </a:custGeom>
              <a:solidFill>
                <a:srgbClr val="365C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1" name="任意多边形: 形状 1870"/>
              <p:cNvSpPr/>
              <p:nvPr/>
            </p:nvSpPr>
            <p:spPr>
              <a:xfrm>
                <a:off x="15281111" y="19397745"/>
                <a:ext cx="223200" cy="223200"/>
              </a:xfrm>
              <a:custGeom>
                <a:avLst/>
                <a:gdLst>
                  <a:gd name="csX0" fmla="*/ 70910 w 141308"/>
                  <a:gd name="csY0" fmla="*/ 141678 h 141488"/>
                  <a:gd name="csX1" fmla="*/ 120870 w 141308"/>
                  <a:gd name="csY1" fmla="*/ 120957 h 141488"/>
                  <a:gd name="csX2" fmla="*/ 141564 w 141308"/>
                  <a:gd name="csY2" fmla="*/ 70934 h 141488"/>
                  <a:gd name="csX3" fmla="*/ 120870 w 141308"/>
                  <a:gd name="csY3" fmla="*/ 20910 h 141488"/>
                  <a:gd name="csX4" fmla="*/ 70910 w 141308"/>
                  <a:gd name="csY4" fmla="*/ 189 h 141488"/>
                  <a:gd name="csX5" fmla="*/ 20950 w 141308"/>
                  <a:gd name="csY5" fmla="*/ 20910 h 141488"/>
                  <a:gd name="csX6" fmla="*/ 256 w 141308"/>
                  <a:gd name="csY6" fmla="*/ 70934 h 141488"/>
                  <a:gd name="csX7" fmla="*/ 20950 w 141308"/>
                  <a:gd name="csY7" fmla="*/ 120957 h 141488"/>
                  <a:gd name="csX8" fmla="*/ 70910 w 141308"/>
                  <a:gd name="csY8" fmla="*/ 14167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10" y="141678"/>
                    </a:moveTo>
                    <a:cubicBezTo>
                      <a:pt x="89647" y="141678"/>
                      <a:pt x="107620" y="134224"/>
                      <a:pt x="120870" y="120957"/>
                    </a:cubicBezTo>
                    <a:cubicBezTo>
                      <a:pt x="134119" y="107691"/>
                      <a:pt x="141564" y="89695"/>
                      <a:pt x="141564" y="70934"/>
                    </a:cubicBezTo>
                    <a:cubicBezTo>
                      <a:pt x="141564" y="52172"/>
                      <a:pt x="134119" y="34176"/>
                      <a:pt x="120870" y="20910"/>
                    </a:cubicBezTo>
                    <a:cubicBezTo>
                      <a:pt x="107620" y="7643"/>
                      <a:pt x="89647" y="189"/>
                      <a:pt x="70910" y="189"/>
                    </a:cubicBezTo>
                    <a:cubicBezTo>
                      <a:pt x="52172" y="189"/>
                      <a:pt x="34199" y="7643"/>
                      <a:pt x="20950" y="20910"/>
                    </a:cubicBezTo>
                    <a:cubicBezTo>
                      <a:pt x="7700" y="34176"/>
                      <a:pt x="256" y="52172"/>
                      <a:pt x="256" y="70934"/>
                    </a:cubicBezTo>
                    <a:cubicBezTo>
                      <a:pt x="256" y="89695"/>
                      <a:pt x="7700" y="107691"/>
                      <a:pt x="20950" y="120957"/>
                    </a:cubicBezTo>
                    <a:cubicBezTo>
                      <a:pt x="34199" y="134224"/>
                      <a:pt x="52172" y="141678"/>
                      <a:pt x="70910" y="141678"/>
                    </a:cubicBezTo>
                    <a:close/>
                  </a:path>
                </a:pathLst>
              </a:custGeom>
              <a:solidFill>
                <a:srgbClr val="2F6C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2" name="任意多边形: 形状 1871"/>
              <p:cNvSpPr/>
              <p:nvPr/>
            </p:nvSpPr>
            <p:spPr>
              <a:xfrm>
                <a:off x="12530322" y="20727247"/>
                <a:ext cx="223200" cy="223200"/>
              </a:xfrm>
              <a:custGeom>
                <a:avLst/>
                <a:gdLst>
                  <a:gd name="csX0" fmla="*/ 70819 w 141308"/>
                  <a:gd name="csY0" fmla="*/ 141722 h 141488"/>
                  <a:gd name="csX1" fmla="*/ 120778 w 141308"/>
                  <a:gd name="csY1" fmla="*/ 121001 h 141488"/>
                  <a:gd name="csX2" fmla="*/ 141473 w 141308"/>
                  <a:gd name="csY2" fmla="*/ 70977 h 141488"/>
                  <a:gd name="csX3" fmla="*/ 120778 w 141308"/>
                  <a:gd name="csY3" fmla="*/ 20954 h 141488"/>
                  <a:gd name="csX4" fmla="*/ 70819 w 141308"/>
                  <a:gd name="csY4" fmla="*/ 233 h 141488"/>
                  <a:gd name="csX5" fmla="*/ 20859 w 141308"/>
                  <a:gd name="csY5" fmla="*/ 20954 h 141488"/>
                  <a:gd name="csX6" fmla="*/ 165 w 141308"/>
                  <a:gd name="csY6" fmla="*/ 70977 h 141488"/>
                  <a:gd name="csX7" fmla="*/ 20859 w 141308"/>
                  <a:gd name="csY7" fmla="*/ 121001 h 141488"/>
                  <a:gd name="csX8" fmla="*/ 70819 w 141308"/>
                  <a:gd name="csY8" fmla="*/ 14172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9" y="141722"/>
                    </a:moveTo>
                    <a:cubicBezTo>
                      <a:pt x="89556" y="141722"/>
                      <a:pt x="107529" y="134268"/>
                      <a:pt x="120778" y="121001"/>
                    </a:cubicBezTo>
                    <a:cubicBezTo>
                      <a:pt x="134028" y="107735"/>
                      <a:pt x="141473" y="89739"/>
                      <a:pt x="141473" y="70977"/>
                    </a:cubicBezTo>
                    <a:cubicBezTo>
                      <a:pt x="141473" y="52216"/>
                      <a:pt x="134028" y="34220"/>
                      <a:pt x="120778" y="20954"/>
                    </a:cubicBezTo>
                    <a:cubicBezTo>
                      <a:pt x="107529" y="7687"/>
                      <a:pt x="89556" y="233"/>
                      <a:pt x="70819" y="233"/>
                    </a:cubicBezTo>
                    <a:cubicBezTo>
                      <a:pt x="52081" y="233"/>
                      <a:pt x="34108" y="7687"/>
                      <a:pt x="20859" y="20954"/>
                    </a:cubicBezTo>
                    <a:cubicBezTo>
                      <a:pt x="7609" y="34220"/>
                      <a:pt x="165" y="52216"/>
                      <a:pt x="165" y="70977"/>
                    </a:cubicBezTo>
                    <a:cubicBezTo>
                      <a:pt x="165" y="89739"/>
                      <a:pt x="7609" y="107735"/>
                      <a:pt x="20859" y="121001"/>
                    </a:cubicBezTo>
                    <a:cubicBezTo>
                      <a:pt x="34108" y="134268"/>
                      <a:pt x="52081" y="141722"/>
                      <a:pt x="70819" y="141722"/>
                    </a:cubicBezTo>
                    <a:close/>
                  </a:path>
                </a:pathLst>
              </a:custGeom>
              <a:solidFill>
                <a:srgbClr val="2C73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3" name="任意多边形: 形状 1872"/>
              <p:cNvSpPr/>
              <p:nvPr/>
            </p:nvSpPr>
            <p:spPr>
              <a:xfrm>
                <a:off x="12088253" y="20000260"/>
                <a:ext cx="223200" cy="223200"/>
              </a:xfrm>
              <a:custGeom>
                <a:avLst/>
                <a:gdLst>
                  <a:gd name="csX0" fmla="*/ 70804 w 141308"/>
                  <a:gd name="csY0" fmla="*/ 141698 h 141488"/>
                  <a:gd name="csX1" fmla="*/ 120764 w 141308"/>
                  <a:gd name="csY1" fmla="*/ 120977 h 141488"/>
                  <a:gd name="csX2" fmla="*/ 141458 w 141308"/>
                  <a:gd name="csY2" fmla="*/ 70953 h 141488"/>
                  <a:gd name="csX3" fmla="*/ 120764 w 141308"/>
                  <a:gd name="csY3" fmla="*/ 20930 h 141488"/>
                  <a:gd name="csX4" fmla="*/ 70804 w 141308"/>
                  <a:gd name="csY4" fmla="*/ 209 h 141488"/>
                  <a:gd name="csX5" fmla="*/ 20844 w 141308"/>
                  <a:gd name="csY5" fmla="*/ 20930 h 141488"/>
                  <a:gd name="csX6" fmla="*/ 150 w 141308"/>
                  <a:gd name="csY6" fmla="*/ 70953 h 141488"/>
                  <a:gd name="csX7" fmla="*/ 20844 w 141308"/>
                  <a:gd name="csY7" fmla="*/ 120977 h 141488"/>
                  <a:gd name="csX8" fmla="*/ 70804 w 141308"/>
                  <a:gd name="csY8" fmla="*/ 14169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04" y="141698"/>
                    </a:moveTo>
                    <a:cubicBezTo>
                      <a:pt x="89542" y="141698"/>
                      <a:pt x="107514" y="134244"/>
                      <a:pt x="120764" y="120977"/>
                    </a:cubicBezTo>
                    <a:cubicBezTo>
                      <a:pt x="134013" y="107711"/>
                      <a:pt x="141458" y="89715"/>
                      <a:pt x="141458" y="70953"/>
                    </a:cubicBezTo>
                    <a:cubicBezTo>
                      <a:pt x="141458" y="52192"/>
                      <a:pt x="134013" y="34196"/>
                      <a:pt x="120764" y="20930"/>
                    </a:cubicBezTo>
                    <a:cubicBezTo>
                      <a:pt x="107514" y="7663"/>
                      <a:pt x="89542" y="209"/>
                      <a:pt x="70804" y="209"/>
                    </a:cubicBezTo>
                    <a:cubicBezTo>
                      <a:pt x="52066" y="209"/>
                      <a:pt x="34094" y="7663"/>
                      <a:pt x="20844" y="20930"/>
                    </a:cubicBezTo>
                    <a:cubicBezTo>
                      <a:pt x="7595" y="34196"/>
                      <a:pt x="150" y="52192"/>
                      <a:pt x="150" y="70953"/>
                    </a:cubicBezTo>
                    <a:cubicBezTo>
                      <a:pt x="150" y="89715"/>
                      <a:pt x="7595" y="107711"/>
                      <a:pt x="20844" y="120977"/>
                    </a:cubicBezTo>
                    <a:cubicBezTo>
                      <a:pt x="34094" y="134244"/>
                      <a:pt x="52066" y="141698"/>
                      <a:pt x="70804" y="141698"/>
                    </a:cubicBezTo>
                    <a:close/>
                  </a:path>
                </a:pathLst>
              </a:custGeom>
              <a:solidFill>
                <a:srgbClr val="326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4" name="任意多边形: 形状 1873"/>
              <p:cNvSpPr/>
              <p:nvPr/>
            </p:nvSpPr>
            <p:spPr>
              <a:xfrm>
                <a:off x="14156764" y="19230051"/>
                <a:ext cx="223200" cy="223200"/>
              </a:xfrm>
              <a:custGeom>
                <a:avLst/>
                <a:gdLst>
                  <a:gd name="csX0" fmla="*/ 70872 w 141308"/>
                  <a:gd name="csY0" fmla="*/ 141672 h 141488"/>
                  <a:gd name="csX1" fmla="*/ 120832 w 141308"/>
                  <a:gd name="csY1" fmla="*/ 120952 h 141488"/>
                  <a:gd name="csX2" fmla="*/ 141526 w 141308"/>
                  <a:gd name="csY2" fmla="*/ 70928 h 141488"/>
                  <a:gd name="csX3" fmla="*/ 120832 w 141308"/>
                  <a:gd name="csY3" fmla="*/ 20904 h 141488"/>
                  <a:gd name="csX4" fmla="*/ 70872 w 141308"/>
                  <a:gd name="csY4" fmla="*/ 184 h 141488"/>
                  <a:gd name="csX5" fmla="*/ 20913 w 141308"/>
                  <a:gd name="csY5" fmla="*/ 20904 h 141488"/>
                  <a:gd name="csX6" fmla="*/ 218 w 141308"/>
                  <a:gd name="csY6" fmla="*/ 70928 h 141488"/>
                  <a:gd name="csX7" fmla="*/ 20913 w 141308"/>
                  <a:gd name="csY7" fmla="*/ 120952 h 141488"/>
                  <a:gd name="csX8" fmla="*/ 70872 w 141308"/>
                  <a:gd name="csY8" fmla="*/ 14167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2" y="141672"/>
                    </a:moveTo>
                    <a:cubicBezTo>
                      <a:pt x="89610" y="141672"/>
                      <a:pt x="107583" y="134218"/>
                      <a:pt x="120832" y="120952"/>
                    </a:cubicBezTo>
                    <a:cubicBezTo>
                      <a:pt x="134082" y="107685"/>
                      <a:pt x="141526" y="89690"/>
                      <a:pt x="141526" y="70928"/>
                    </a:cubicBezTo>
                    <a:cubicBezTo>
                      <a:pt x="141526" y="52166"/>
                      <a:pt x="134082" y="34171"/>
                      <a:pt x="120832" y="20904"/>
                    </a:cubicBezTo>
                    <a:cubicBezTo>
                      <a:pt x="107583" y="7638"/>
                      <a:pt x="89610" y="184"/>
                      <a:pt x="70872" y="184"/>
                    </a:cubicBezTo>
                    <a:cubicBezTo>
                      <a:pt x="52135" y="184"/>
                      <a:pt x="34162" y="7638"/>
                      <a:pt x="20913" y="20904"/>
                    </a:cubicBezTo>
                    <a:cubicBezTo>
                      <a:pt x="7663" y="34171"/>
                      <a:pt x="218" y="52166"/>
                      <a:pt x="218" y="70928"/>
                    </a:cubicBezTo>
                    <a:cubicBezTo>
                      <a:pt x="218" y="89690"/>
                      <a:pt x="7663" y="107685"/>
                      <a:pt x="20913" y="120952"/>
                    </a:cubicBezTo>
                    <a:cubicBezTo>
                      <a:pt x="34162" y="134218"/>
                      <a:pt x="52135" y="141672"/>
                      <a:pt x="70872" y="141672"/>
                    </a:cubicBezTo>
                    <a:close/>
                  </a:path>
                </a:pathLst>
              </a:custGeom>
              <a:solidFill>
                <a:srgbClr val="46307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5" name="任意多边形: 形状 1874"/>
              <p:cNvSpPr/>
              <p:nvPr/>
            </p:nvSpPr>
            <p:spPr>
              <a:xfrm>
                <a:off x="13775469" y="19058833"/>
                <a:ext cx="223200" cy="223200"/>
              </a:xfrm>
              <a:custGeom>
                <a:avLst/>
                <a:gdLst>
                  <a:gd name="csX0" fmla="*/ 70860 w 141308"/>
                  <a:gd name="csY0" fmla="*/ 141667 h 141488"/>
                  <a:gd name="csX1" fmla="*/ 120820 w 141308"/>
                  <a:gd name="csY1" fmla="*/ 120946 h 141488"/>
                  <a:gd name="csX2" fmla="*/ 141514 w 141308"/>
                  <a:gd name="csY2" fmla="*/ 70922 h 141488"/>
                  <a:gd name="csX3" fmla="*/ 120820 w 141308"/>
                  <a:gd name="csY3" fmla="*/ 20899 h 141488"/>
                  <a:gd name="csX4" fmla="*/ 70860 w 141308"/>
                  <a:gd name="csY4" fmla="*/ 178 h 141488"/>
                  <a:gd name="csX5" fmla="*/ 20900 w 141308"/>
                  <a:gd name="csY5" fmla="*/ 20899 h 141488"/>
                  <a:gd name="csX6" fmla="*/ 206 w 141308"/>
                  <a:gd name="csY6" fmla="*/ 70922 h 141488"/>
                  <a:gd name="csX7" fmla="*/ 20900 w 141308"/>
                  <a:gd name="csY7" fmla="*/ 120946 h 141488"/>
                  <a:gd name="csX8" fmla="*/ 70860 w 141308"/>
                  <a:gd name="csY8" fmla="*/ 14166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0" y="141667"/>
                    </a:moveTo>
                    <a:cubicBezTo>
                      <a:pt x="89597" y="141667"/>
                      <a:pt x="107570" y="134213"/>
                      <a:pt x="120820" y="120946"/>
                    </a:cubicBezTo>
                    <a:cubicBezTo>
                      <a:pt x="134069" y="107680"/>
                      <a:pt x="141514" y="89684"/>
                      <a:pt x="141514" y="70922"/>
                    </a:cubicBezTo>
                    <a:cubicBezTo>
                      <a:pt x="141514" y="52161"/>
                      <a:pt x="134069" y="34165"/>
                      <a:pt x="120820" y="20899"/>
                    </a:cubicBezTo>
                    <a:cubicBezTo>
                      <a:pt x="107570" y="7632"/>
                      <a:pt x="89597" y="178"/>
                      <a:pt x="70860" y="178"/>
                    </a:cubicBezTo>
                    <a:cubicBezTo>
                      <a:pt x="52122" y="178"/>
                      <a:pt x="34149" y="7632"/>
                      <a:pt x="20900" y="20899"/>
                    </a:cubicBezTo>
                    <a:cubicBezTo>
                      <a:pt x="7650" y="34165"/>
                      <a:pt x="206" y="52161"/>
                      <a:pt x="206" y="70922"/>
                    </a:cubicBezTo>
                    <a:cubicBezTo>
                      <a:pt x="206" y="89684"/>
                      <a:pt x="7650" y="107680"/>
                      <a:pt x="20900" y="120946"/>
                    </a:cubicBezTo>
                    <a:cubicBezTo>
                      <a:pt x="34149" y="134213"/>
                      <a:pt x="52122" y="141667"/>
                      <a:pt x="70860" y="141667"/>
                    </a:cubicBezTo>
                    <a:close/>
                  </a:path>
                </a:pathLst>
              </a:custGeom>
              <a:solidFill>
                <a:srgbClr val="472C7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6" name="任意多边形: 形状 1875"/>
              <p:cNvSpPr/>
              <p:nvPr/>
            </p:nvSpPr>
            <p:spPr>
              <a:xfrm>
                <a:off x="14934841" y="19989503"/>
                <a:ext cx="223200" cy="223200"/>
              </a:xfrm>
              <a:custGeom>
                <a:avLst/>
                <a:gdLst>
                  <a:gd name="csX0" fmla="*/ 70898 w 141308"/>
                  <a:gd name="csY0" fmla="*/ 141697 h 141488"/>
                  <a:gd name="csX1" fmla="*/ 120858 w 141308"/>
                  <a:gd name="csY1" fmla="*/ 120977 h 141488"/>
                  <a:gd name="csX2" fmla="*/ 141552 w 141308"/>
                  <a:gd name="csY2" fmla="*/ 70953 h 141488"/>
                  <a:gd name="csX3" fmla="*/ 120858 w 141308"/>
                  <a:gd name="csY3" fmla="*/ 20929 h 141488"/>
                  <a:gd name="csX4" fmla="*/ 70898 w 141308"/>
                  <a:gd name="csY4" fmla="*/ 209 h 141488"/>
                  <a:gd name="csX5" fmla="*/ 20938 w 141308"/>
                  <a:gd name="csY5" fmla="*/ 20929 h 141488"/>
                  <a:gd name="csX6" fmla="*/ 244 w 141308"/>
                  <a:gd name="csY6" fmla="*/ 70953 h 141488"/>
                  <a:gd name="csX7" fmla="*/ 20938 w 141308"/>
                  <a:gd name="csY7" fmla="*/ 120977 h 141488"/>
                  <a:gd name="csX8" fmla="*/ 70898 w 141308"/>
                  <a:gd name="csY8" fmla="*/ 14169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8" y="141697"/>
                    </a:moveTo>
                    <a:cubicBezTo>
                      <a:pt x="89636" y="141697"/>
                      <a:pt x="107609" y="134243"/>
                      <a:pt x="120858" y="120977"/>
                    </a:cubicBezTo>
                    <a:cubicBezTo>
                      <a:pt x="134108" y="107710"/>
                      <a:pt x="141552" y="89715"/>
                      <a:pt x="141552" y="70953"/>
                    </a:cubicBezTo>
                    <a:cubicBezTo>
                      <a:pt x="141552" y="52191"/>
                      <a:pt x="134108" y="34196"/>
                      <a:pt x="120858" y="20929"/>
                    </a:cubicBezTo>
                    <a:cubicBezTo>
                      <a:pt x="107609" y="7663"/>
                      <a:pt x="89636" y="209"/>
                      <a:pt x="70898" y="209"/>
                    </a:cubicBezTo>
                    <a:cubicBezTo>
                      <a:pt x="52161" y="209"/>
                      <a:pt x="34188" y="7663"/>
                      <a:pt x="20938" y="20929"/>
                    </a:cubicBezTo>
                    <a:cubicBezTo>
                      <a:pt x="7689" y="34196"/>
                      <a:pt x="244" y="52191"/>
                      <a:pt x="244" y="70953"/>
                    </a:cubicBezTo>
                    <a:cubicBezTo>
                      <a:pt x="244" y="89715"/>
                      <a:pt x="7689" y="107710"/>
                      <a:pt x="20938" y="120977"/>
                    </a:cubicBezTo>
                    <a:cubicBezTo>
                      <a:pt x="34188" y="134243"/>
                      <a:pt x="52161" y="141697"/>
                      <a:pt x="70898" y="141697"/>
                    </a:cubicBezTo>
                    <a:close/>
                  </a:path>
                </a:pathLst>
              </a:custGeom>
              <a:solidFill>
                <a:srgbClr val="3461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7" name="任意多边形: 形状 1876"/>
              <p:cNvSpPr/>
              <p:nvPr/>
            </p:nvSpPr>
            <p:spPr>
              <a:xfrm>
                <a:off x="14411801" y="19924990"/>
                <a:ext cx="223200" cy="223200"/>
              </a:xfrm>
              <a:custGeom>
                <a:avLst/>
                <a:gdLst>
                  <a:gd name="csX0" fmla="*/ 70881 w 141308"/>
                  <a:gd name="csY0" fmla="*/ 141695 h 141488"/>
                  <a:gd name="csX1" fmla="*/ 120841 w 141308"/>
                  <a:gd name="csY1" fmla="*/ 120975 h 141488"/>
                  <a:gd name="csX2" fmla="*/ 141535 w 141308"/>
                  <a:gd name="csY2" fmla="*/ 70951 h 141488"/>
                  <a:gd name="csX3" fmla="*/ 120841 w 141308"/>
                  <a:gd name="csY3" fmla="*/ 20927 h 141488"/>
                  <a:gd name="csX4" fmla="*/ 70881 w 141308"/>
                  <a:gd name="csY4" fmla="*/ 207 h 141488"/>
                  <a:gd name="csX5" fmla="*/ 20921 w 141308"/>
                  <a:gd name="csY5" fmla="*/ 20927 h 141488"/>
                  <a:gd name="csX6" fmla="*/ 227 w 141308"/>
                  <a:gd name="csY6" fmla="*/ 70951 h 141488"/>
                  <a:gd name="csX7" fmla="*/ 20921 w 141308"/>
                  <a:gd name="csY7" fmla="*/ 120975 h 141488"/>
                  <a:gd name="csX8" fmla="*/ 70881 w 141308"/>
                  <a:gd name="csY8" fmla="*/ 14169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1" y="141695"/>
                    </a:moveTo>
                    <a:cubicBezTo>
                      <a:pt x="89619" y="141695"/>
                      <a:pt x="107591" y="134241"/>
                      <a:pt x="120841" y="120975"/>
                    </a:cubicBezTo>
                    <a:cubicBezTo>
                      <a:pt x="134090" y="107708"/>
                      <a:pt x="141535" y="89713"/>
                      <a:pt x="141535" y="70951"/>
                    </a:cubicBezTo>
                    <a:cubicBezTo>
                      <a:pt x="141535" y="52189"/>
                      <a:pt x="134090" y="34194"/>
                      <a:pt x="120841" y="20927"/>
                    </a:cubicBezTo>
                    <a:cubicBezTo>
                      <a:pt x="107591" y="7661"/>
                      <a:pt x="89619" y="207"/>
                      <a:pt x="70881" y="207"/>
                    </a:cubicBezTo>
                    <a:cubicBezTo>
                      <a:pt x="52143" y="207"/>
                      <a:pt x="34170" y="7661"/>
                      <a:pt x="20921" y="20927"/>
                    </a:cubicBezTo>
                    <a:cubicBezTo>
                      <a:pt x="7671" y="34194"/>
                      <a:pt x="227" y="52189"/>
                      <a:pt x="227" y="70951"/>
                    </a:cubicBezTo>
                    <a:cubicBezTo>
                      <a:pt x="227" y="89713"/>
                      <a:pt x="7671" y="107708"/>
                      <a:pt x="20921" y="120975"/>
                    </a:cubicBezTo>
                    <a:cubicBezTo>
                      <a:pt x="34170" y="134241"/>
                      <a:pt x="52143" y="141695"/>
                      <a:pt x="70881" y="141695"/>
                    </a:cubicBezTo>
                    <a:close/>
                  </a:path>
                </a:pathLst>
              </a:custGeom>
              <a:solidFill>
                <a:srgbClr val="4046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8" name="任意多边形: 形状 1877"/>
              <p:cNvSpPr/>
              <p:nvPr/>
            </p:nvSpPr>
            <p:spPr>
              <a:xfrm>
                <a:off x="14002903" y="20110946"/>
                <a:ext cx="223200" cy="223200"/>
              </a:xfrm>
              <a:custGeom>
                <a:avLst/>
                <a:gdLst>
                  <a:gd name="csX0" fmla="*/ 70867 w 141308"/>
                  <a:gd name="csY0" fmla="*/ 141701 h 141488"/>
                  <a:gd name="csX1" fmla="*/ 120827 w 141308"/>
                  <a:gd name="csY1" fmla="*/ 120981 h 141488"/>
                  <a:gd name="csX2" fmla="*/ 141521 w 141308"/>
                  <a:gd name="csY2" fmla="*/ 70957 h 141488"/>
                  <a:gd name="csX3" fmla="*/ 120827 w 141308"/>
                  <a:gd name="csY3" fmla="*/ 20933 h 141488"/>
                  <a:gd name="csX4" fmla="*/ 70867 w 141308"/>
                  <a:gd name="csY4" fmla="*/ 213 h 141488"/>
                  <a:gd name="csX5" fmla="*/ 20907 w 141308"/>
                  <a:gd name="csY5" fmla="*/ 20933 h 141488"/>
                  <a:gd name="csX6" fmla="*/ 213 w 141308"/>
                  <a:gd name="csY6" fmla="*/ 70957 h 141488"/>
                  <a:gd name="csX7" fmla="*/ 20907 w 141308"/>
                  <a:gd name="csY7" fmla="*/ 120981 h 141488"/>
                  <a:gd name="csX8" fmla="*/ 70867 w 141308"/>
                  <a:gd name="csY8" fmla="*/ 14170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7" y="141701"/>
                    </a:moveTo>
                    <a:cubicBezTo>
                      <a:pt x="89605" y="141701"/>
                      <a:pt x="107578" y="134247"/>
                      <a:pt x="120827" y="120981"/>
                    </a:cubicBezTo>
                    <a:cubicBezTo>
                      <a:pt x="134077" y="107714"/>
                      <a:pt x="141521" y="89719"/>
                      <a:pt x="141521" y="70957"/>
                    </a:cubicBezTo>
                    <a:cubicBezTo>
                      <a:pt x="141521" y="52196"/>
                      <a:pt x="134077" y="34200"/>
                      <a:pt x="120827" y="20933"/>
                    </a:cubicBezTo>
                    <a:cubicBezTo>
                      <a:pt x="107578" y="7667"/>
                      <a:pt x="89605" y="213"/>
                      <a:pt x="70867" y="213"/>
                    </a:cubicBezTo>
                    <a:cubicBezTo>
                      <a:pt x="52130" y="213"/>
                      <a:pt x="34157" y="7667"/>
                      <a:pt x="20907" y="20933"/>
                    </a:cubicBezTo>
                    <a:cubicBezTo>
                      <a:pt x="7658" y="34200"/>
                      <a:pt x="213" y="52196"/>
                      <a:pt x="213" y="70957"/>
                    </a:cubicBezTo>
                    <a:cubicBezTo>
                      <a:pt x="213" y="89719"/>
                      <a:pt x="7658" y="107714"/>
                      <a:pt x="20907" y="120981"/>
                    </a:cubicBezTo>
                    <a:cubicBezTo>
                      <a:pt x="34157" y="134247"/>
                      <a:pt x="52130" y="141701"/>
                      <a:pt x="70867" y="141701"/>
                    </a:cubicBezTo>
                    <a:close/>
                  </a:path>
                </a:pathLst>
              </a:custGeom>
              <a:solidFill>
                <a:srgbClr val="4240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79" name="任意多边形: 形状 1878"/>
              <p:cNvSpPr/>
              <p:nvPr/>
            </p:nvSpPr>
            <p:spPr>
              <a:xfrm>
                <a:off x="12591643" y="21728789"/>
                <a:ext cx="223200" cy="223200"/>
              </a:xfrm>
              <a:custGeom>
                <a:avLst/>
                <a:gdLst>
                  <a:gd name="csX0" fmla="*/ 70821 w 141308"/>
                  <a:gd name="csY0" fmla="*/ 141755 h 141488"/>
                  <a:gd name="csX1" fmla="*/ 120781 w 141308"/>
                  <a:gd name="csY1" fmla="*/ 121034 h 141488"/>
                  <a:gd name="csX2" fmla="*/ 141475 w 141308"/>
                  <a:gd name="csY2" fmla="*/ 71011 h 141488"/>
                  <a:gd name="csX3" fmla="*/ 120781 w 141308"/>
                  <a:gd name="csY3" fmla="*/ 20987 h 141488"/>
                  <a:gd name="csX4" fmla="*/ 70821 w 141308"/>
                  <a:gd name="csY4" fmla="*/ 266 h 141488"/>
                  <a:gd name="csX5" fmla="*/ 20861 w 141308"/>
                  <a:gd name="csY5" fmla="*/ 20987 h 141488"/>
                  <a:gd name="csX6" fmla="*/ 167 w 141308"/>
                  <a:gd name="csY6" fmla="*/ 71011 h 141488"/>
                  <a:gd name="csX7" fmla="*/ 20861 w 141308"/>
                  <a:gd name="csY7" fmla="*/ 121034 h 141488"/>
                  <a:gd name="csX8" fmla="*/ 70821 w 141308"/>
                  <a:gd name="csY8" fmla="*/ 14175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1" y="141755"/>
                    </a:moveTo>
                    <a:cubicBezTo>
                      <a:pt x="89558" y="141755"/>
                      <a:pt x="107531" y="134301"/>
                      <a:pt x="120781" y="121034"/>
                    </a:cubicBezTo>
                    <a:cubicBezTo>
                      <a:pt x="134030" y="107768"/>
                      <a:pt x="141475" y="89772"/>
                      <a:pt x="141475" y="71011"/>
                    </a:cubicBezTo>
                    <a:cubicBezTo>
                      <a:pt x="141475" y="52249"/>
                      <a:pt x="134030" y="34253"/>
                      <a:pt x="120781" y="20987"/>
                    </a:cubicBezTo>
                    <a:cubicBezTo>
                      <a:pt x="107531" y="7720"/>
                      <a:pt x="89558" y="266"/>
                      <a:pt x="70821" y="266"/>
                    </a:cubicBezTo>
                    <a:cubicBezTo>
                      <a:pt x="52083" y="266"/>
                      <a:pt x="34110" y="7720"/>
                      <a:pt x="20861" y="20987"/>
                    </a:cubicBezTo>
                    <a:cubicBezTo>
                      <a:pt x="7611" y="34253"/>
                      <a:pt x="167" y="52249"/>
                      <a:pt x="167" y="71011"/>
                    </a:cubicBezTo>
                    <a:cubicBezTo>
                      <a:pt x="167" y="89772"/>
                      <a:pt x="7611" y="107768"/>
                      <a:pt x="20861" y="121034"/>
                    </a:cubicBezTo>
                    <a:cubicBezTo>
                      <a:pt x="34110" y="134301"/>
                      <a:pt x="52083" y="141755"/>
                      <a:pt x="70821" y="141755"/>
                    </a:cubicBezTo>
                    <a:close/>
                  </a:path>
                </a:pathLst>
              </a:custGeom>
              <a:solidFill>
                <a:srgbClr val="25AC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0" name="任意多边形: 形状 1879"/>
              <p:cNvSpPr/>
              <p:nvPr/>
            </p:nvSpPr>
            <p:spPr>
              <a:xfrm>
                <a:off x="14091006" y="19099906"/>
                <a:ext cx="223200" cy="223200"/>
              </a:xfrm>
              <a:custGeom>
                <a:avLst/>
                <a:gdLst>
                  <a:gd name="csX0" fmla="*/ 70870 w 141308"/>
                  <a:gd name="csY0" fmla="*/ 141668 h 141488"/>
                  <a:gd name="csX1" fmla="*/ 120830 w 141308"/>
                  <a:gd name="csY1" fmla="*/ 120947 h 141488"/>
                  <a:gd name="csX2" fmla="*/ 141524 w 141308"/>
                  <a:gd name="csY2" fmla="*/ 70924 h 141488"/>
                  <a:gd name="csX3" fmla="*/ 120830 w 141308"/>
                  <a:gd name="csY3" fmla="*/ 20900 h 141488"/>
                  <a:gd name="csX4" fmla="*/ 70870 w 141308"/>
                  <a:gd name="csY4" fmla="*/ 179 h 141488"/>
                  <a:gd name="csX5" fmla="*/ 20910 w 141308"/>
                  <a:gd name="csY5" fmla="*/ 20900 h 141488"/>
                  <a:gd name="csX6" fmla="*/ 216 w 141308"/>
                  <a:gd name="csY6" fmla="*/ 70924 h 141488"/>
                  <a:gd name="csX7" fmla="*/ 20910 w 141308"/>
                  <a:gd name="csY7" fmla="*/ 120947 h 141488"/>
                  <a:gd name="csX8" fmla="*/ 70870 w 141308"/>
                  <a:gd name="csY8" fmla="*/ 14166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0" y="141668"/>
                    </a:moveTo>
                    <a:cubicBezTo>
                      <a:pt x="89608" y="141668"/>
                      <a:pt x="107581" y="134214"/>
                      <a:pt x="120830" y="120947"/>
                    </a:cubicBezTo>
                    <a:cubicBezTo>
                      <a:pt x="134080" y="107681"/>
                      <a:pt x="141524" y="89685"/>
                      <a:pt x="141524" y="70924"/>
                    </a:cubicBezTo>
                    <a:cubicBezTo>
                      <a:pt x="141524" y="52162"/>
                      <a:pt x="134080" y="34166"/>
                      <a:pt x="120830" y="20900"/>
                    </a:cubicBezTo>
                    <a:cubicBezTo>
                      <a:pt x="107581" y="7634"/>
                      <a:pt x="89608" y="179"/>
                      <a:pt x="70870" y="179"/>
                    </a:cubicBezTo>
                    <a:cubicBezTo>
                      <a:pt x="52133" y="179"/>
                      <a:pt x="34160" y="7634"/>
                      <a:pt x="20910" y="20900"/>
                    </a:cubicBezTo>
                    <a:cubicBezTo>
                      <a:pt x="7661" y="34166"/>
                      <a:pt x="216" y="52162"/>
                      <a:pt x="216" y="70924"/>
                    </a:cubicBezTo>
                    <a:cubicBezTo>
                      <a:pt x="216" y="89685"/>
                      <a:pt x="7661" y="107681"/>
                      <a:pt x="20910" y="120947"/>
                    </a:cubicBezTo>
                    <a:cubicBezTo>
                      <a:pt x="34160" y="134214"/>
                      <a:pt x="52133" y="141668"/>
                      <a:pt x="70870" y="141668"/>
                    </a:cubicBezTo>
                    <a:close/>
                  </a:path>
                </a:pathLst>
              </a:custGeom>
              <a:solidFill>
                <a:srgbClr val="4538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1" name="任意多边形: 形状 1880"/>
              <p:cNvSpPr/>
              <p:nvPr/>
            </p:nvSpPr>
            <p:spPr>
              <a:xfrm>
                <a:off x="12556118" y="19362549"/>
                <a:ext cx="223200" cy="223200"/>
              </a:xfrm>
              <a:custGeom>
                <a:avLst/>
                <a:gdLst>
                  <a:gd name="csX0" fmla="*/ 70819 w 141308"/>
                  <a:gd name="csY0" fmla="*/ 141677 h 141488"/>
                  <a:gd name="csX1" fmla="*/ 120779 w 141308"/>
                  <a:gd name="csY1" fmla="*/ 120956 h 141488"/>
                  <a:gd name="csX2" fmla="*/ 141473 w 141308"/>
                  <a:gd name="csY2" fmla="*/ 70932 h 141488"/>
                  <a:gd name="csX3" fmla="*/ 120779 w 141308"/>
                  <a:gd name="csY3" fmla="*/ 20909 h 141488"/>
                  <a:gd name="csX4" fmla="*/ 70819 w 141308"/>
                  <a:gd name="csY4" fmla="*/ 188 h 141488"/>
                  <a:gd name="csX5" fmla="*/ 20860 w 141308"/>
                  <a:gd name="csY5" fmla="*/ 20909 h 141488"/>
                  <a:gd name="csX6" fmla="*/ 165 w 141308"/>
                  <a:gd name="csY6" fmla="*/ 70932 h 141488"/>
                  <a:gd name="csX7" fmla="*/ 20860 w 141308"/>
                  <a:gd name="csY7" fmla="*/ 120956 h 141488"/>
                  <a:gd name="csX8" fmla="*/ 70819 w 141308"/>
                  <a:gd name="csY8" fmla="*/ 14167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9" y="141677"/>
                    </a:moveTo>
                    <a:cubicBezTo>
                      <a:pt x="89557" y="141677"/>
                      <a:pt x="107530" y="134223"/>
                      <a:pt x="120779" y="120956"/>
                    </a:cubicBezTo>
                    <a:cubicBezTo>
                      <a:pt x="134029" y="107690"/>
                      <a:pt x="141473" y="89694"/>
                      <a:pt x="141473" y="70932"/>
                    </a:cubicBezTo>
                    <a:cubicBezTo>
                      <a:pt x="141473" y="52171"/>
                      <a:pt x="134029" y="34175"/>
                      <a:pt x="120779" y="20909"/>
                    </a:cubicBezTo>
                    <a:cubicBezTo>
                      <a:pt x="107530" y="7642"/>
                      <a:pt x="89557" y="188"/>
                      <a:pt x="70819" y="188"/>
                    </a:cubicBezTo>
                    <a:cubicBezTo>
                      <a:pt x="52082" y="188"/>
                      <a:pt x="34109" y="7642"/>
                      <a:pt x="20860" y="20909"/>
                    </a:cubicBezTo>
                    <a:cubicBezTo>
                      <a:pt x="7610" y="34175"/>
                      <a:pt x="165" y="52171"/>
                      <a:pt x="165" y="70932"/>
                    </a:cubicBezTo>
                    <a:cubicBezTo>
                      <a:pt x="165" y="89694"/>
                      <a:pt x="7610" y="107690"/>
                      <a:pt x="20860" y="120956"/>
                    </a:cubicBezTo>
                    <a:cubicBezTo>
                      <a:pt x="34109" y="134223"/>
                      <a:pt x="52082" y="141677"/>
                      <a:pt x="70819" y="141677"/>
                    </a:cubicBezTo>
                    <a:close/>
                  </a:path>
                </a:pathLst>
              </a:custGeom>
              <a:solidFill>
                <a:srgbClr val="3F47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2" name="任意多边形: 形状 1881"/>
              <p:cNvSpPr/>
              <p:nvPr/>
            </p:nvSpPr>
            <p:spPr>
              <a:xfrm>
                <a:off x="12335598" y="19921628"/>
                <a:ext cx="223200" cy="223200"/>
              </a:xfrm>
              <a:custGeom>
                <a:avLst/>
                <a:gdLst>
                  <a:gd name="csX0" fmla="*/ 70812 w 141308"/>
                  <a:gd name="csY0" fmla="*/ 141695 h 141488"/>
                  <a:gd name="csX1" fmla="*/ 120772 w 141308"/>
                  <a:gd name="csY1" fmla="*/ 120975 h 141488"/>
                  <a:gd name="csX2" fmla="*/ 141466 w 141308"/>
                  <a:gd name="csY2" fmla="*/ 70951 h 141488"/>
                  <a:gd name="csX3" fmla="*/ 120772 w 141308"/>
                  <a:gd name="csY3" fmla="*/ 20927 h 141488"/>
                  <a:gd name="csX4" fmla="*/ 70812 w 141308"/>
                  <a:gd name="csY4" fmla="*/ 207 h 141488"/>
                  <a:gd name="csX5" fmla="*/ 20852 w 141308"/>
                  <a:gd name="csY5" fmla="*/ 20927 h 141488"/>
                  <a:gd name="csX6" fmla="*/ 158 w 141308"/>
                  <a:gd name="csY6" fmla="*/ 70951 h 141488"/>
                  <a:gd name="csX7" fmla="*/ 20852 w 141308"/>
                  <a:gd name="csY7" fmla="*/ 120975 h 141488"/>
                  <a:gd name="csX8" fmla="*/ 70812 w 141308"/>
                  <a:gd name="csY8" fmla="*/ 14169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2" y="141695"/>
                    </a:moveTo>
                    <a:cubicBezTo>
                      <a:pt x="89550" y="141695"/>
                      <a:pt x="107523" y="134241"/>
                      <a:pt x="120772" y="120975"/>
                    </a:cubicBezTo>
                    <a:cubicBezTo>
                      <a:pt x="134022" y="107708"/>
                      <a:pt x="141466" y="89712"/>
                      <a:pt x="141466" y="70951"/>
                    </a:cubicBezTo>
                    <a:cubicBezTo>
                      <a:pt x="141466" y="52189"/>
                      <a:pt x="134022" y="34194"/>
                      <a:pt x="120772" y="20927"/>
                    </a:cubicBezTo>
                    <a:cubicBezTo>
                      <a:pt x="107523" y="7661"/>
                      <a:pt x="89550" y="207"/>
                      <a:pt x="70812" y="207"/>
                    </a:cubicBezTo>
                    <a:cubicBezTo>
                      <a:pt x="52074" y="207"/>
                      <a:pt x="34102" y="7661"/>
                      <a:pt x="20852" y="20927"/>
                    </a:cubicBezTo>
                    <a:cubicBezTo>
                      <a:pt x="7603" y="34194"/>
                      <a:pt x="158" y="52189"/>
                      <a:pt x="158" y="70951"/>
                    </a:cubicBezTo>
                    <a:cubicBezTo>
                      <a:pt x="158" y="89712"/>
                      <a:pt x="7603" y="107708"/>
                      <a:pt x="20852" y="120975"/>
                    </a:cubicBezTo>
                    <a:cubicBezTo>
                      <a:pt x="34102" y="134241"/>
                      <a:pt x="52074" y="141695"/>
                      <a:pt x="70812" y="141695"/>
                    </a:cubicBezTo>
                    <a:close/>
                  </a:path>
                </a:pathLst>
              </a:custGeom>
              <a:solidFill>
                <a:srgbClr val="3859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3" name="任意多边形: 形状 1882"/>
              <p:cNvSpPr/>
              <p:nvPr/>
            </p:nvSpPr>
            <p:spPr>
              <a:xfrm>
                <a:off x="14715359" y="19218237"/>
                <a:ext cx="223200" cy="223200"/>
              </a:xfrm>
              <a:custGeom>
                <a:avLst/>
                <a:gdLst>
                  <a:gd name="csX0" fmla="*/ 70891 w 141308"/>
                  <a:gd name="csY0" fmla="*/ 141672 h 141488"/>
                  <a:gd name="csX1" fmla="*/ 120851 w 141308"/>
                  <a:gd name="csY1" fmla="*/ 120951 h 141488"/>
                  <a:gd name="csX2" fmla="*/ 141545 w 141308"/>
                  <a:gd name="csY2" fmla="*/ 70928 h 141488"/>
                  <a:gd name="csX3" fmla="*/ 120851 w 141308"/>
                  <a:gd name="csY3" fmla="*/ 20904 h 141488"/>
                  <a:gd name="csX4" fmla="*/ 70891 w 141308"/>
                  <a:gd name="csY4" fmla="*/ 183 h 141488"/>
                  <a:gd name="csX5" fmla="*/ 20931 w 141308"/>
                  <a:gd name="csY5" fmla="*/ 20904 h 141488"/>
                  <a:gd name="csX6" fmla="*/ 237 w 141308"/>
                  <a:gd name="csY6" fmla="*/ 70928 h 141488"/>
                  <a:gd name="csX7" fmla="*/ 20931 w 141308"/>
                  <a:gd name="csY7" fmla="*/ 120951 h 141488"/>
                  <a:gd name="csX8" fmla="*/ 70891 w 141308"/>
                  <a:gd name="csY8" fmla="*/ 14167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1" y="141672"/>
                    </a:moveTo>
                    <a:cubicBezTo>
                      <a:pt x="89629" y="141672"/>
                      <a:pt x="107601" y="134218"/>
                      <a:pt x="120851" y="120951"/>
                    </a:cubicBezTo>
                    <a:cubicBezTo>
                      <a:pt x="134100" y="107685"/>
                      <a:pt x="141545" y="89689"/>
                      <a:pt x="141545" y="70928"/>
                    </a:cubicBezTo>
                    <a:cubicBezTo>
                      <a:pt x="141545" y="52166"/>
                      <a:pt x="134100" y="34170"/>
                      <a:pt x="120851" y="20904"/>
                    </a:cubicBezTo>
                    <a:cubicBezTo>
                      <a:pt x="107601" y="7637"/>
                      <a:pt x="89629" y="183"/>
                      <a:pt x="70891" y="183"/>
                    </a:cubicBezTo>
                    <a:cubicBezTo>
                      <a:pt x="52153" y="183"/>
                      <a:pt x="34181" y="7637"/>
                      <a:pt x="20931" y="20904"/>
                    </a:cubicBezTo>
                    <a:cubicBezTo>
                      <a:pt x="7681" y="34170"/>
                      <a:pt x="237" y="52166"/>
                      <a:pt x="237" y="70928"/>
                    </a:cubicBezTo>
                    <a:cubicBezTo>
                      <a:pt x="237" y="89689"/>
                      <a:pt x="7681" y="107685"/>
                      <a:pt x="20931" y="120951"/>
                    </a:cubicBezTo>
                    <a:cubicBezTo>
                      <a:pt x="34181" y="134218"/>
                      <a:pt x="52153" y="141672"/>
                      <a:pt x="70891" y="141672"/>
                    </a:cubicBezTo>
                    <a:close/>
                  </a:path>
                </a:pathLst>
              </a:custGeom>
              <a:solidFill>
                <a:srgbClr val="3B528B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4" name="任意多边形: 形状 1883"/>
              <p:cNvSpPr/>
              <p:nvPr/>
            </p:nvSpPr>
            <p:spPr>
              <a:xfrm>
                <a:off x="13432082" y="19617439"/>
                <a:ext cx="223200" cy="223200"/>
              </a:xfrm>
              <a:custGeom>
                <a:avLst/>
                <a:gdLst>
                  <a:gd name="csX0" fmla="*/ 70848 w 141308"/>
                  <a:gd name="csY0" fmla="*/ 141685 h 141488"/>
                  <a:gd name="csX1" fmla="*/ 120808 w 141308"/>
                  <a:gd name="csY1" fmla="*/ 120964 h 141488"/>
                  <a:gd name="csX2" fmla="*/ 141502 w 141308"/>
                  <a:gd name="csY2" fmla="*/ 70941 h 141488"/>
                  <a:gd name="csX3" fmla="*/ 120808 w 141308"/>
                  <a:gd name="csY3" fmla="*/ 20917 h 141488"/>
                  <a:gd name="csX4" fmla="*/ 70848 w 141308"/>
                  <a:gd name="csY4" fmla="*/ 197 h 141488"/>
                  <a:gd name="csX5" fmla="*/ 20889 w 141308"/>
                  <a:gd name="csY5" fmla="*/ 20917 h 141488"/>
                  <a:gd name="csX6" fmla="*/ 194 w 141308"/>
                  <a:gd name="csY6" fmla="*/ 70941 h 141488"/>
                  <a:gd name="csX7" fmla="*/ 20889 w 141308"/>
                  <a:gd name="csY7" fmla="*/ 120964 h 141488"/>
                  <a:gd name="csX8" fmla="*/ 70848 w 141308"/>
                  <a:gd name="csY8" fmla="*/ 14168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8" y="141685"/>
                    </a:moveTo>
                    <a:cubicBezTo>
                      <a:pt x="89586" y="141685"/>
                      <a:pt x="107559" y="134231"/>
                      <a:pt x="120808" y="120964"/>
                    </a:cubicBezTo>
                    <a:cubicBezTo>
                      <a:pt x="134058" y="107698"/>
                      <a:pt x="141502" y="89702"/>
                      <a:pt x="141502" y="70941"/>
                    </a:cubicBezTo>
                    <a:cubicBezTo>
                      <a:pt x="141502" y="52179"/>
                      <a:pt x="134058" y="34184"/>
                      <a:pt x="120808" y="20917"/>
                    </a:cubicBezTo>
                    <a:cubicBezTo>
                      <a:pt x="107559" y="7651"/>
                      <a:pt x="89586" y="197"/>
                      <a:pt x="70848" y="197"/>
                    </a:cubicBezTo>
                    <a:cubicBezTo>
                      <a:pt x="52111" y="197"/>
                      <a:pt x="34138" y="7651"/>
                      <a:pt x="20889" y="20917"/>
                    </a:cubicBezTo>
                    <a:cubicBezTo>
                      <a:pt x="7639" y="34184"/>
                      <a:pt x="194" y="52179"/>
                      <a:pt x="194" y="70941"/>
                    </a:cubicBezTo>
                    <a:cubicBezTo>
                      <a:pt x="194" y="89702"/>
                      <a:pt x="7639" y="107698"/>
                      <a:pt x="20889" y="120964"/>
                    </a:cubicBezTo>
                    <a:cubicBezTo>
                      <a:pt x="34138" y="134231"/>
                      <a:pt x="52111" y="141685"/>
                      <a:pt x="70848" y="141685"/>
                    </a:cubicBezTo>
                    <a:close/>
                  </a:path>
                </a:pathLst>
              </a:custGeom>
              <a:solidFill>
                <a:srgbClr val="48247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5" name="任意多边形: 形状 1884"/>
              <p:cNvSpPr/>
              <p:nvPr/>
            </p:nvSpPr>
            <p:spPr>
              <a:xfrm>
                <a:off x="15031839" y="18633821"/>
                <a:ext cx="223200" cy="223200"/>
              </a:xfrm>
              <a:custGeom>
                <a:avLst/>
                <a:gdLst>
                  <a:gd name="csX0" fmla="*/ 70901 w 141308"/>
                  <a:gd name="csY0" fmla="*/ 141653 h 141488"/>
                  <a:gd name="csX1" fmla="*/ 120861 w 141308"/>
                  <a:gd name="csY1" fmla="*/ 120932 h 141488"/>
                  <a:gd name="csX2" fmla="*/ 141555 w 141308"/>
                  <a:gd name="csY2" fmla="*/ 70908 h 141488"/>
                  <a:gd name="csX3" fmla="*/ 120861 w 141308"/>
                  <a:gd name="csY3" fmla="*/ 20885 h 141488"/>
                  <a:gd name="csX4" fmla="*/ 70901 w 141308"/>
                  <a:gd name="csY4" fmla="*/ 164 h 141488"/>
                  <a:gd name="csX5" fmla="*/ 20941 w 141308"/>
                  <a:gd name="csY5" fmla="*/ 20885 h 141488"/>
                  <a:gd name="csX6" fmla="*/ 247 w 141308"/>
                  <a:gd name="csY6" fmla="*/ 70908 h 141488"/>
                  <a:gd name="csX7" fmla="*/ 20941 w 141308"/>
                  <a:gd name="csY7" fmla="*/ 120932 h 141488"/>
                  <a:gd name="csX8" fmla="*/ 70901 w 141308"/>
                  <a:gd name="csY8" fmla="*/ 14165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01" y="141653"/>
                    </a:moveTo>
                    <a:cubicBezTo>
                      <a:pt x="89639" y="141653"/>
                      <a:pt x="107612" y="134198"/>
                      <a:pt x="120861" y="120932"/>
                    </a:cubicBezTo>
                    <a:cubicBezTo>
                      <a:pt x="134111" y="107666"/>
                      <a:pt x="141555" y="89670"/>
                      <a:pt x="141555" y="70908"/>
                    </a:cubicBezTo>
                    <a:cubicBezTo>
                      <a:pt x="141555" y="52147"/>
                      <a:pt x="134111" y="34151"/>
                      <a:pt x="120861" y="20885"/>
                    </a:cubicBezTo>
                    <a:cubicBezTo>
                      <a:pt x="107612" y="7618"/>
                      <a:pt x="89639" y="164"/>
                      <a:pt x="70901" y="164"/>
                    </a:cubicBezTo>
                    <a:cubicBezTo>
                      <a:pt x="52164" y="164"/>
                      <a:pt x="34191" y="7618"/>
                      <a:pt x="20941" y="20885"/>
                    </a:cubicBezTo>
                    <a:cubicBezTo>
                      <a:pt x="7692" y="34151"/>
                      <a:pt x="247" y="52147"/>
                      <a:pt x="247" y="70908"/>
                    </a:cubicBezTo>
                    <a:cubicBezTo>
                      <a:pt x="247" y="89670"/>
                      <a:pt x="7692" y="107666"/>
                      <a:pt x="20941" y="120932"/>
                    </a:cubicBezTo>
                    <a:cubicBezTo>
                      <a:pt x="34191" y="134198"/>
                      <a:pt x="52164" y="141653"/>
                      <a:pt x="70901" y="141653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6" name="任意多边形: 形状 1885"/>
              <p:cNvSpPr/>
              <p:nvPr/>
            </p:nvSpPr>
            <p:spPr>
              <a:xfrm>
                <a:off x="13550570" y="19759621"/>
                <a:ext cx="223200" cy="223200"/>
              </a:xfrm>
              <a:custGeom>
                <a:avLst/>
                <a:gdLst>
                  <a:gd name="csX0" fmla="*/ 70852 w 141308"/>
                  <a:gd name="csY0" fmla="*/ 141690 h 141488"/>
                  <a:gd name="csX1" fmla="*/ 120812 w 141308"/>
                  <a:gd name="csY1" fmla="*/ 120969 h 141488"/>
                  <a:gd name="csX2" fmla="*/ 141506 w 141308"/>
                  <a:gd name="csY2" fmla="*/ 70945 h 141488"/>
                  <a:gd name="csX3" fmla="*/ 120812 w 141308"/>
                  <a:gd name="csY3" fmla="*/ 20922 h 141488"/>
                  <a:gd name="csX4" fmla="*/ 70852 w 141308"/>
                  <a:gd name="csY4" fmla="*/ 201 h 141488"/>
                  <a:gd name="csX5" fmla="*/ 20892 w 141308"/>
                  <a:gd name="csY5" fmla="*/ 20922 h 141488"/>
                  <a:gd name="csX6" fmla="*/ 198 w 141308"/>
                  <a:gd name="csY6" fmla="*/ 70945 h 141488"/>
                  <a:gd name="csX7" fmla="*/ 20892 w 141308"/>
                  <a:gd name="csY7" fmla="*/ 120969 h 141488"/>
                  <a:gd name="csX8" fmla="*/ 70852 w 141308"/>
                  <a:gd name="csY8" fmla="*/ 14169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2" y="141690"/>
                    </a:moveTo>
                    <a:cubicBezTo>
                      <a:pt x="89590" y="141690"/>
                      <a:pt x="107563" y="134236"/>
                      <a:pt x="120812" y="120969"/>
                    </a:cubicBezTo>
                    <a:cubicBezTo>
                      <a:pt x="134062" y="107703"/>
                      <a:pt x="141506" y="89707"/>
                      <a:pt x="141506" y="70945"/>
                    </a:cubicBezTo>
                    <a:cubicBezTo>
                      <a:pt x="141506" y="52184"/>
                      <a:pt x="134062" y="34188"/>
                      <a:pt x="120812" y="20922"/>
                    </a:cubicBezTo>
                    <a:cubicBezTo>
                      <a:pt x="107563" y="7655"/>
                      <a:pt x="89590" y="201"/>
                      <a:pt x="70852" y="201"/>
                    </a:cubicBezTo>
                    <a:cubicBezTo>
                      <a:pt x="52115" y="201"/>
                      <a:pt x="34142" y="7655"/>
                      <a:pt x="20892" y="20922"/>
                    </a:cubicBezTo>
                    <a:cubicBezTo>
                      <a:pt x="7643" y="34188"/>
                      <a:pt x="198" y="52184"/>
                      <a:pt x="198" y="70945"/>
                    </a:cubicBezTo>
                    <a:cubicBezTo>
                      <a:pt x="198" y="89707"/>
                      <a:pt x="7643" y="107703"/>
                      <a:pt x="20892" y="120969"/>
                    </a:cubicBezTo>
                    <a:cubicBezTo>
                      <a:pt x="34142" y="134236"/>
                      <a:pt x="52115" y="141690"/>
                      <a:pt x="70852" y="141690"/>
                    </a:cubicBezTo>
                    <a:close/>
                  </a:path>
                </a:pathLst>
              </a:custGeom>
              <a:solidFill>
                <a:srgbClr val="482979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7" name="任意多边形: 形状 1886"/>
              <p:cNvSpPr/>
              <p:nvPr/>
            </p:nvSpPr>
            <p:spPr>
              <a:xfrm>
                <a:off x="13148637" y="19335369"/>
                <a:ext cx="223200" cy="223200"/>
              </a:xfrm>
              <a:custGeom>
                <a:avLst/>
                <a:gdLst>
                  <a:gd name="csX0" fmla="*/ 70839 w 141308"/>
                  <a:gd name="csY0" fmla="*/ 141676 h 141488"/>
                  <a:gd name="csX1" fmla="*/ 120799 w 141308"/>
                  <a:gd name="csY1" fmla="*/ 120955 h 141488"/>
                  <a:gd name="csX2" fmla="*/ 141493 w 141308"/>
                  <a:gd name="csY2" fmla="*/ 70931 h 141488"/>
                  <a:gd name="csX3" fmla="*/ 120799 w 141308"/>
                  <a:gd name="csY3" fmla="*/ 20908 h 141488"/>
                  <a:gd name="csX4" fmla="*/ 70839 w 141308"/>
                  <a:gd name="csY4" fmla="*/ 187 h 141488"/>
                  <a:gd name="csX5" fmla="*/ 20879 w 141308"/>
                  <a:gd name="csY5" fmla="*/ 20908 h 141488"/>
                  <a:gd name="csX6" fmla="*/ 185 w 141308"/>
                  <a:gd name="csY6" fmla="*/ 70931 h 141488"/>
                  <a:gd name="csX7" fmla="*/ 20879 w 141308"/>
                  <a:gd name="csY7" fmla="*/ 120955 h 141488"/>
                  <a:gd name="csX8" fmla="*/ 70839 w 141308"/>
                  <a:gd name="csY8" fmla="*/ 14167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9" y="141676"/>
                    </a:moveTo>
                    <a:cubicBezTo>
                      <a:pt x="89577" y="141676"/>
                      <a:pt x="107549" y="134222"/>
                      <a:pt x="120799" y="120955"/>
                    </a:cubicBezTo>
                    <a:cubicBezTo>
                      <a:pt x="134049" y="107689"/>
                      <a:pt x="141493" y="89693"/>
                      <a:pt x="141493" y="70931"/>
                    </a:cubicBezTo>
                    <a:cubicBezTo>
                      <a:pt x="141493" y="52170"/>
                      <a:pt x="134049" y="34174"/>
                      <a:pt x="120799" y="20908"/>
                    </a:cubicBezTo>
                    <a:cubicBezTo>
                      <a:pt x="107549" y="7641"/>
                      <a:pt x="89577" y="187"/>
                      <a:pt x="70839" y="187"/>
                    </a:cubicBezTo>
                    <a:cubicBezTo>
                      <a:pt x="52101" y="187"/>
                      <a:pt x="34129" y="7641"/>
                      <a:pt x="20879" y="20908"/>
                    </a:cubicBezTo>
                    <a:cubicBezTo>
                      <a:pt x="7630" y="34174"/>
                      <a:pt x="185" y="52170"/>
                      <a:pt x="185" y="70931"/>
                    </a:cubicBezTo>
                    <a:cubicBezTo>
                      <a:pt x="185" y="89693"/>
                      <a:pt x="7630" y="107689"/>
                      <a:pt x="20879" y="120955"/>
                    </a:cubicBezTo>
                    <a:cubicBezTo>
                      <a:pt x="34129" y="134222"/>
                      <a:pt x="52101" y="141676"/>
                      <a:pt x="70839" y="141676"/>
                    </a:cubicBezTo>
                    <a:close/>
                  </a:path>
                </a:pathLst>
              </a:custGeom>
              <a:solidFill>
                <a:srgbClr val="472F7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8" name="任意多边形: 形状 1887"/>
              <p:cNvSpPr/>
              <p:nvPr/>
            </p:nvSpPr>
            <p:spPr>
              <a:xfrm>
                <a:off x="12454610" y="18064961"/>
                <a:ext cx="223200" cy="223200"/>
              </a:xfrm>
              <a:custGeom>
                <a:avLst/>
                <a:gdLst>
                  <a:gd name="csX0" fmla="*/ 70816 w 141308"/>
                  <a:gd name="csY0" fmla="*/ 141634 h 141488"/>
                  <a:gd name="csX1" fmla="*/ 120776 w 141308"/>
                  <a:gd name="csY1" fmla="*/ 120913 h 141488"/>
                  <a:gd name="csX2" fmla="*/ 141470 w 141308"/>
                  <a:gd name="csY2" fmla="*/ 70889 h 141488"/>
                  <a:gd name="csX3" fmla="*/ 120776 w 141308"/>
                  <a:gd name="csY3" fmla="*/ 20866 h 141488"/>
                  <a:gd name="csX4" fmla="*/ 70816 w 141308"/>
                  <a:gd name="csY4" fmla="*/ 145 h 141488"/>
                  <a:gd name="csX5" fmla="*/ 20856 w 141308"/>
                  <a:gd name="csY5" fmla="*/ 20866 h 141488"/>
                  <a:gd name="csX6" fmla="*/ 162 w 141308"/>
                  <a:gd name="csY6" fmla="*/ 70889 h 141488"/>
                  <a:gd name="csX7" fmla="*/ 20856 w 141308"/>
                  <a:gd name="csY7" fmla="*/ 120913 h 141488"/>
                  <a:gd name="csX8" fmla="*/ 70816 w 141308"/>
                  <a:gd name="csY8" fmla="*/ 14163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6" y="141634"/>
                    </a:moveTo>
                    <a:cubicBezTo>
                      <a:pt x="89554" y="141634"/>
                      <a:pt x="107526" y="134180"/>
                      <a:pt x="120776" y="120913"/>
                    </a:cubicBezTo>
                    <a:cubicBezTo>
                      <a:pt x="134026" y="107647"/>
                      <a:pt x="141470" y="89651"/>
                      <a:pt x="141470" y="70889"/>
                    </a:cubicBezTo>
                    <a:cubicBezTo>
                      <a:pt x="141470" y="52128"/>
                      <a:pt x="134026" y="34132"/>
                      <a:pt x="120776" y="20866"/>
                    </a:cubicBezTo>
                    <a:cubicBezTo>
                      <a:pt x="107526" y="7599"/>
                      <a:pt x="89554" y="145"/>
                      <a:pt x="70816" y="145"/>
                    </a:cubicBezTo>
                    <a:cubicBezTo>
                      <a:pt x="52078" y="145"/>
                      <a:pt x="34106" y="7599"/>
                      <a:pt x="20856" y="20866"/>
                    </a:cubicBezTo>
                    <a:cubicBezTo>
                      <a:pt x="7607" y="34132"/>
                      <a:pt x="162" y="52128"/>
                      <a:pt x="162" y="70889"/>
                    </a:cubicBezTo>
                    <a:cubicBezTo>
                      <a:pt x="162" y="89651"/>
                      <a:pt x="7607" y="107647"/>
                      <a:pt x="20856" y="120913"/>
                    </a:cubicBezTo>
                    <a:cubicBezTo>
                      <a:pt x="34106" y="134180"/>
                      <a:pt x="52078" y="141634"/>
                      <a:pt x="70816" y="141634"/>
                    </a:cubicBezTo>
                    <a:close/>
                  </a:path>
                </a:pathLst>
              </a:custGeom>
              <a:solidFill>
                <a:srgbClr val="268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89" name="任意多边形: 形状 1888"/>
              <p:cNvSpPr/>
              <p:nvPr/>
            </p:nvSpPr>
            <p:spPr>
              <a:xfrm>
                <a:off x="13031225" y="18946074"/>
                <a:ext cx="223200" cy="223200"/>
              </a:xfrm>
              <a:custGeom>
                <a:avLst/>
                <a:gdLst>
                  <a:gd name="csX0" fmla="*/ 70835 w 141308"/>
                  <a:gd name="csY0" fmla="*/ 141663 h 141488"/>
                  <a:gd name="csX1" fmla="*/ 120795 w 141308"/>
                  <a:gd name="csY1" fmla="*/ 120942 h 141488"/>
                  <a:gd name="csX2" fmla="*/ 141489 w 141308"/>
                  <a:gd name="csY2" fmla="*/ 70919 h 141488"/>
                  <a:gd name="csX3" fmla="*/ 120795 w 141308"/>
                  <a:gd name="csY3" fmla="*/ 20895 h 141488"/>
                  <a:gd name="csX4" fmla="*/ 70835 w 141308"/>
                  <a:gd name="csY4" fmla="*/ 174 h 141488"/>
                  <a:gd name="csX5" fmla="*/ 20875 w 141308"/>
                  <a:gd name="csY5" fmla="*/ 20895 h 141488"/>
                  <a:gd name="csX6" fmla="*/ 181 w 141308"/>
                  <a:gd name="csY6" fmla="*/ 70919 h 141488"/>
                  <a:gd name="csX7" fmla="*/ 20875 w 141308"/>
                  <a:gd name="csY7" fmla="*/ 120942 h 141488"/>
                  <a:gd name="csX8" fmla="*/ 70835 w 141308"/>
                  <a:gd name="csY8" fmla="*/ 14166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5" y="141663"/>
                    </a:moveTo>
                    <a:cubicBezTo>
                      <a:pt x="89573" y="141663"/>
                      <a:pt x="107546" y="134209"/>
                      <a:pt x="120795" y="120942"/>
                    </a:cubicBezTo>
                    <a:cubicBezTo>
                      <a:pt x="134045" y="107676"/>
                      <a:pt x="141489" y="89680"/>
                      <a:pt x="141489" y="70919"/>
                    </a:cubicBezTo>
                    <a:cubicBezTo>
                      <a:pt x="141489" y="52157"/>
                      <a:pt x="134045" y="34161"/>
                      <a:pt x="120795" y="20895"/>
                    </a:cubicBezTo>
                    <a:cubicBezTo>
                      <a:pt x="107546" y="7628"/>
                      <a:pt x="89573" y="174"/>
                      <a:pt x="70835" y="174"/>
                    </a:cubicBezTo>
                    <a:cubicBezTo>
                      <a:pt x="52098" y="174"/>
                      <a:pt x="34125" y="7628"/>
                      <a:pt x="20875" y="20895"/>
                    </a:cubicBezTo>
                    <a:cubicBezTo>
                      <a:pt x="7626" y="34161"/>
                      <a:pt x="181" y="52157"/>
                      <a:pt x="181" y="70919"/>
                    </a:cubicBezTo>
                    <a:cubicBezTo>
                      <a:pt x="181" y="89680"/>
                      <a:pt x="7626" y="107676"/>
                      <a:pt x="20875" y="120942"/>
                    </a:cubicBezTo>
                    <a:cubicBezTo>
                      <a:pt x="34125" y="134209"/>
                      <a:pt x="52098" y="141663"/>
                      <a:pt x="70835" y="141663"/>
                    </a:cubicBezTo>
                    <a:close/>
                  </a:path>
                </a:pathLst>
              </a:custGeom>
              <a:solidFill>
                <a:srgbClr val="4144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0" name="任意多边形: 形状 1889"/>
              <p:cNvSpPr/>
              <p:nvPr/>
            </p:nvSpPr>
            <p:spPr>
              <a:xfrm>
                <a:off x="13291580" y="19533325"/>
                <a:ext cx="223200" cy="223200"/>
              </a:xfrm>
              <a:custGeom>
                <a:avLst/>
                <a:gdLst>
                  <a:gd name="csX0" fmla="*/ 70844 w 141308"/>
                  <a:gd name="csY0" fmla="*/ 141682 h 141488"/>
                  <a:gd name="csX1" fmla="*/ 120804 w 141308"/>
                  <a:gd name="csY1" fmla="*/ 120962 h 141488"/>
                  <a:gd name="csX2" fmla="*/ 141498 w 141308"/>
                  <a:gd name="csY2" fmla="*/ 70938 h 141488"/>
                  <a:gd name="csX3" fmla="*/ 120804 w 141308"/>
                  <a:gd name="csY3" fmla="*/ 20914 h 141488"/>
                  <a:gd name="csX4" fmla="*/ 70844 w 141308"/>
                  <a:gd name="csY4" fmla="*/ 194 h 141488"/>
                  <a:gd name="csX5" fmla="*/ 20884 w 141308"/>
                  <a:gd name="csY5" fmla="*/ 20914 h 141488"/>
                  <a:gd name="csX6" fmla="*/ 190 w 141308"/>
                  <a:gd name="csY6" fmla="*/ 70938 h 141488"/>
                  <a:gd name="csX7" fmla="*/ 20884 w 141308"/>
                  <a:gd name="csY7" fmla="*/ 120962 h 141488"/>
                  <a:gd name="csX8" fmla="*/ 70844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4" y="141682"/>
                    </a:moveTo>
                    <a:cubicBezTo>
                      <a:pt x="89581" y="141682"/>
                      <a:pt x="107554" y="134228"/>
                      <a:pt x="120804" y="120962"/>
                    </a:cubicBezTo>
                    <a:cubicBezTo>
                      <a:pt x="134053" y="107695"/>
                      <a:pt x="141498" y="89700"/>
                      <a:pt x="141498" y="70938"/>
                    </a:cubicBezTo>
                    <a:cubicBezTo>
                      <a:pt x="141498" y="52176"/>
                      <a:pt x="134053" y="34181"/>
                      <a:pt x="120804" y="20914"/>
                    </a:cubicBezTo>
                    <a:cubicBezTo>
                      <a:pt x="107554" y="7648"/>
                      <a:pt x="89581" y="194"/>
                      <a:pt x="70844" y="194"/>
                    </a:cubicBezTo>
                    <a:cubicBezTo>
                      <a:pt x="52106" y="194"/>
                      <a:pt x="34133" y="7648"/>
                      <a:pt x="20884" y="20914"/>
                    </a:cubicBezTo>
                    <a:cubicBezTo>
                      <a:pt x="7634" y="34181"/>
                      <a:pt x="190" y="52176"/>
                      <a:pt x="190" y="70938"/>
                    </a:cubicBezTo>
                    <a:cubicBezTo>
                      <a:pt x="190" y="89700"/>
                      <a:pt x="7634" y="107695"/>
                      <a:pt x="20884" y="120962"/>
                    </a:cubicBezTo>
                    <a:cubicBezTo>
                      <a:pt x="34133" y="134228"/>
                      <a:pt x="52106" y="141682"/>
                      <a:pt x="70844" y="141682"/>
                    </a:cubicBezTo>
                    <a:close/>
                  </a:path>
                </a:pathLst>
              </a:custGeom>
              <a:solidFill>
                <a:srgbClr val="472C7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1" name="任意多边形: 形状 1890"/>
              <p:cNvSpPr/>
              <p:nvPr/>
            </p:nvSpPr>
            <p:spPr>
              <a:xfrm>
                <a:off x="13712124" y="18879715"/>
                <a:ext cx="223200" cy="223200"/>
              </a:xfrm>
              <a:custGeom>
                <a:avLst/>
                <a:gdLst>
                  <a:gd name="csX0" fmla="*/ 70858 w 141308"/>
                  <a:gd name="csY0" fmla="*/ 141661 h 141488"/>
                  <a:gd name="csX1" fmla="*/ 120818 w 141308"/>
                  <a:gd name="csY1" fmla="*/ 120940 h 141488"/>
                  <a:gd name="csX2" fmla="*/ 141512 w 141308"/>
                  <a:gd name="csY2" fmla="*/ 70916 h 141488"/>
                  <a:gd name="csX3" fmla="*/ 120818 w 141308"/>
                  <a:gd name="csY3" fmla="*/ 20893 h 141488"/>
                  <a:gd name="csX4" fmla="*/ 70858 w 141308"/>
                  <a:gd name="csY4" fmla="*/ 172 h 141488"/>
                  <a:gd name="csX5" fmla="*/ 20898 w 141308"/>
                  <a:gd name="csY5" fmla="*/ 20893 h 141488"/>
                  <a:gd name="csX6" fmla="*/ 204 w 141308"/>
                  <a:gd name="csY6" fmla="*/ 70916 h 141488"/>
                  <a:gd name="csX7" fmla="*/ 20898 w 141308"/>
                  <a:gd name="csY7" fmla="*/ 120940 h 141488"/>
                  <a:gd name="csX8" fmla="*/ 70858 w 141308"/>
                  <a:gd name="csY8" fmla="*/ 14166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8" y="141661"/>
                    </a:moveTo>
                    <a:cubicBezTo>
                      <a:pt x="89595" y="141661"/>
                      <a:pt x="107568" y="134207"/>
                      <a:pt x="120818" y="120940"/>
                    </a:cubicBezTo>
                    <a:cubicBezTo>
                      <a:pt x="134067" y="107674"/>
                      <a:pt x="141512" y="89678"/>
                      <a:pt x="141512" y="70916"/>
                    </a:cubicBezTo>
                    <a:cubicBezTo>
                      <a:pt x="141512" y="52155"/>
                      <a:pt x="134067" y="34159"/>
                      <a:pt x="120818" y="20893"/>
                    </a:cubicBezTo>
                    <a:cubicBezTo>
                      <a:pt x="107568" y="7626"/>
                      <a:pt x="89595" y="172"/>
                      <a:pt x="70858" y="172"/>
                    </a:cubicBezTo>
                    <a:cubicBezTo>
                      <a:pt x="52120" y="172"/>
                      <a:pt x="34147" y="7626"/>
                      <a:pt x="20898" y="20893"/>
                    </a:cubicBezTo>
                    <a:cubicBezTo>
                      <a:pt x="7648" y="34159"/>
                      <a:pt x="204" y="52155"/>
                      <a:pt x="204" y="70916"/>
                    </a:cubicBezTo>
                    <a:cubicBezTo>
                      <a:pt x="204" y="89678"/>
                      <a:pt x="7648" y="107674"/>
                      <a:pt x="20898" y="120940"/>
                    </a:cubicBezTo>
                    <a:cubicBezTo>
                      <a:pt x="34147" y="134207"/>
                      <a:pt x="52120" y="141661"/>
                      <a:pt x="70858" y="141661"/>
                    </a:cubicBezTo>
                    <a:close/>
                  </a:path>
                </a:pathLst>
              </a:custGeom>
              <a:solidFill>
                <a:srgbClr val="4241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2" name="任意多边形: 形状 1891"/>
              <p:cNvSpPr/>
              <p:nvPr/>
            </p:nvSpPr>
            <p:spPr>
              <a:xfrm>
                <a:off x="13780442" y="18012702"/>
                <a:ext cx="223200" cy="223200"/>
              </a:xfrm>
              <a:custGeom>
                <a:avLst/>
                <a:gdLst>
                  <a:gd name="csX0" fmla="*/ 70860 w 141308"/>
                  <a:gd name="csY0" fmla="*/ 141632 h 141488"/>
                  <a:gd name="csX1" fmla="*/ 120820 w 141308"/>
                  <a:gd name="csY1" fmla="*/ 120911 h 141488"/>
                  <a:gd name="csX2" fmla="*/ 141514 w 141308"/>
                  <a:gd name="csY2" fmla="*/ 70888 h 141488"/>
                  <a:gd name="csX3" fmla="*/ 120820 w 141308"/>
                  <a:gd name="csY3" fmla="*/ 20864 h 141488"/>
                  <a:gd name="csX4" fmla="*/ 70860 w 141308"/>
                  <a:gd name="csY4" fmla="*/ 144 h 141488"/>
                  <a:gd name="csX5" fmla="*/ 20900 w 141308"/>
                  <a:gd name="csY5" fmla="*/ 20864 h 141488"/>
                  <a:gd name="csX6" fmla="*/ 206 w 141308"/>
                  <a:gd name="csY6" fmla="*/ 70888 h 141488"/>
                  <a:gd name="csX7" fmla="*/ 20900 w 141308"/>
                  <a:gd name="csY7" fmla="*/ 120911 h 141488"/>
                  <a:gd name="csX8" fmla="*/ 70860 w 141308"/>
                  <a:gd name="csY8" fmla="*/ 14163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0" y="141632"/>
                    </a:moveTo>
                    <a:cubicBezTo>
                      <a:pt x="89598" y="141632"/>
                      <a:pt x="107570" y="134178"/>
                      <a:pt x="120820" y="120911"/>
                    </a:cubicBezTo>
                    <a:cubicBezTo>
                      <a:pt x="134069" y="107645"/>
                      <a:pt x="141514" y="89649"/>
                      <a:pt x="141514" y="70888"/>
                    </a:cubicBezTo>
                    <a:cubicBezTo>
                      <a:pt x="141514" y="52126"/>
                      <a:pt x="134069" y="34130"/>
                      <a:pt x="120820" y="20864"/>
                    </a:cubicBezTo>
                    <a:cubicBezTo>
                      <a:pt x="107570" y="7598"/>
                      <a:pt x="89598" y="144"/>
                      <a:pt x="70860" y="144"/>
                    </a:cubicBezTo>
                    <a:cubicBezTo>
                      <a:pt x="52122" y="144"/>
                      <a:pt x="34150" y="7598"/>
                      <a:pt x="20900" y="20864"/>
                    </a:cubicBezTo>
                    <a:cubicBezTo>
                      <a:pt x="7651" y="34130"/>
                      <a:pt x="206" y="52126"/>
                      <a:pt x="206" y="70888"/>
                    </a:cubicBezTo>
                    <a:cubicBezTo>
                      <a:pt x="206" y="89649"/>
                      <a:pt x="7651" y="107645"/>
                      <a:pt x="20900" y="120911"/>
                    </a:cubicBezTo>
                    <a:cubicBezTo>
                      <a:pt x="34150" y="134178"/>
                      <a:pt x="52122" y="141632"/>
                      <a:pt x="70860" y="141632"/>
                    </a:cubicBezTo>
                    <a:close/>
                  </a:path>
                </a:pathLst>
              </a:custGeom>
              <a:solidFill>
                <a:srgbClr val="2A78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3" name="任意多边形: 形状 1892"/>
              <p:cNvSpPr/>
              <p:nvPr/>
            </p:nvSpPr>
            <p:spPr>
              <a:xfrm>
                <a:off x="12944546" y="19210910"/>
                <a:ext cx="223200" cy="223200"/>
              </a:xfrm>
              <a:custGeom>
                <a:avLst/>
                <a:gdLst>
                  <a:gd name="csX0" fmla="*/ 70832 w 141308"/>
                  <a:gd name="csY0" fmla="*/ 141672 h 141488"/>
                  <a:gd name="csX1" fmla="*/ 120792 w 141308"/>
                  <a:gd name="csY1" fmla="*/ 120951 h 141488"/>
                  <a:gd name="csX2" fmla="*/ 141486 w 141308"/>
                  <a:gd name="csY2" fmla="*/ 70927 h 141488"/>
                  <a:gd name="csX3" fmla="*/ 120792 w 141308"/>
                  <a:gd name="csY3" fmla="*/ 20904 h 141488"/>
                  <a:gd name="csX4" fmla="*/ 70832 w 141308"/>
                  <a:gd name="csY4" fmla="*/ 183 h 141488"/>
                  <a:gd name="csX5" fmla="*/ 20872 w 141308"/>
                  <a:gd name="csY5" fmla="*/ 20904 h 141488"/>
                  <a:gd name="csX6" fmla="*/ 178 w 141308"/>
                  <a:gd name="csY6" fmla="*/ 70927 h 141488"/>
                  <a:gd name="csX7" fmla="*/ 20872 w 141308"/>
                  <a:gd name="csY7" fmla="*/ 120951 h 141488"/>
                  <a:gd name="csX8" fmla="*/ 70832 w 141308"/>
                  <a:gd name="csY8" fmla="*/ 14167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2" y="141672"/>
                    </a:moveTo>
                    <a:cubicBezTo>
                      <a:pt x="89570" y="141672"/>
                      <a:pt x="107543" y="134218"/>
                      <a:pt x="120792" y="120951"/>
                    </a:cubicBezTo>
                    <a:cubicBezTo>
                      <a:pt x="134042" y="107685"/>
                      <a:pt x="141486" y="89689"/>
                      <a:pt x="141486" y="70927"/>
                    </a:cubicBezTo>
                    <a:cubicBezTo>
                      <a:pt x="141486" y="52166"/>
                      <a:pt x="134042" y="34170"/>
                      <a:pt x="120792" y="20904"/>
                    </a:cubicBezTo>
                    <a:cubicBezTo>
                      <a:pt x="107543" y="7637"/>
                      <a:pt x="89570" y="183"/>
                      <a:pt x="70832" y="183"/>
                    </a:cubicBezTo>
                    <a:cubicBezTo>
                      <a:pt x="52095" y="183"/>
                      <a:pt x="34122" y="7637"/>
                      <a:pt x="20872" y="20904"/>
                    </a:cubicBezTo>
                    <a:cubicBezTo>
                      <a:pt x="7623" y="34170"/>
                      <a:pt x="178" y="52166"/>
                      <a:pt x="178" y="70927"/>
                    </a:cubicBezTo>
                    <a:cubicBezTo>
                      <a:pt x="178" y="89689"/>
                      <a:pt x="7623" y="107685"/>
                      <a:pt x="20872" y="120951"/>
                    </a:cubicBezTo>
                    <a:cubicBezTo>
                      <a:pt x="34122" y="134218"/>
                      <a:pt x="52095" y="141672"/>
                      <a:pt x="70832" y="141672"/>
                    </a:cubicBezTo>
                    <a:close/>
                  </a:path>
                </a:pathLst>
              </a:custGeom>
              <a:solidFill>
                <a:srgbClr val="423F8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4" name="任意多边形: 形状 1893"/>
              <p:cNvSpPr/>
              <p:nvPr/>
            </p:nvSpPr>
            <p:spPr>
              <a:xfrm>
                <a:off x="14833876" y="20659690"/>
                <a:ext cx="223200" cy="223200"/>
              </a:xfrm>
              <a:custGeom>
                <a:avLst/>
                <a:gdLst>
                  <a:gd name="csX0" fmla="*/ 70895 w 141308"/>
                  <a:gd name="csY0" fmla="*/ 141719 h 141488"/>
                  <a:gd name="csX1" fmla="*/ 120855 w 141308"/>
                  <a:gd name="csY1" fmla="*/ 120999 h 141488"/>
                  <a:gd name="csX2" fmla="*/ 141549 w 141308"/>
                  <a:gd name="csY2" fmla="*/ 70975 h 141488"/>
                  <a:gd name="csX3" fmla="*/ 120855 w 141308"/>
                  <a:gd name="csY3" fmla="*/ 20952 h 141488"/>
                  <a:gd name="csX4" fmla="*/ 70895 w 141308"/>
                  <a:gd name="csY4" fmla="*/ 231 h 141488"/>
                  <a:gd name="csX5" fmla="*/ 20935 w 141308"/>
                  <a:gd name="csY5" fmla="*/ 20952 h 141488"/>
                  <a:gd name="csX6" fmla="*/ 241 w 141308"/>
                  <a:gd name="csY6" fmla="*/ 70975 h 141488"/>
                  <a:gd name="csX7" fmla="*/ 20935 w 141308"/>
                  <a:gd name="csY7" fmla="*/ 120999 h 141488"/>
                  <a:gd name="csX8" fmla="*/ 70895 w 141308"/>
                  <a:gd name="csY8" fmla="*/ 14171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5" y="141719"/>
                    </a:moveTo>
                    <a:cubicBezTo>
                      <a:pt x="89633" y="141719"/>
                      <a:pt x="107605" y="134265"/>
                      <a:pt x="120855" y="120999"/>
                    </a:cubicBezTo>
                    <a:cubicBezTo>
                      <a:pt x="134104" y="107733"/>
                      <a:pt x="141549" y="89737"/>
                      <a:pt x="141549" y="70975"/>
                    </a:cubicBezTo>
                    <a:cubicBezTo>
                      <a:pt x="141549" y="52214"/>
                      <a:pt x="134104" y="34218"/>
                      <a:pt x="120855" y="20952"/>
                    </a:cubicBezTo>
                    <a:cubicBezTo>
                      <a:pt x="107605" y="7685"/>
                      <a:pt x="89633" y="231"/>
                      <a:pt x="70895" y="231"/>
                    </a:cubicBezTo>
                    <a:cubicBezTo>
                      <a:pt x="52157" y="231"/>
                      <a:pt x="34184" y="7685"/>
                      <a:pt x="20935" y="20952"/>
                    </a:cubicBezTo>
                    <a:cubicBezTo>
                      <a:pt x="7685" y="34218"/>
                      <a:pt x="241" y="52214"/>
                      <a:pt x="241" y="70975"/>
                    </a:cubicBezTo>
                    <a:cubicBezTo>
                      <a:pt x="241" y="89737"/>
                      <a:pt x="7685" y="107733"/>
                      <a:pt x="20935" y="120999"/>
                    </a:cubicBezTo>
                    <a:cubicBezTo>
                      <a:pt x="34184" y="134265"/>
                      <a:pt x="52157" y="141719"/>
                      <a:pt x="70895" y="141719"/>
                    </a:cubicBezTo>
                    <a:close/>
                  </a:path>
                </a:pathLst>
              </a:custGeom>
              <a:solidFill>
                <a:srgbClr val="2979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5" name="任意多边形: 形状 1894"/>
              <p:cNvSpPr/>
              <p:nvPr/>
            </p:nvSpPr>
            <p:spPr>
              <a:xfrm>
                <a:off x="11015765" y="20240995"/>
                <a:ext cx="223200" cy="223200"/>
              </a:xfrm>
              <a:custGeom>
                <a:avLst/>
                <a:gdLst>
                  <a:gd name="csX0" fmla="*/ 70768 w 141308"/>
                  <a:gd name="csY0" fmla="*/ 141706 h 141488"/>
                  <a:gd name="csX1" fmla="*/ 120728 w 141308"/>
                  <a:gd name="csY1" fmla="*/ 120985 h 141488"/>
                  <a:gd name="csX2" fmla="*/ 141422 w 141308"/>
                  <a:gd name="csY2" fmla="*/ 70961 h 141488"/>
                  <a:gd name="csX3" fmla="*/ 120728 w 141308"/>
                  <a:gd name="csY3" fmla="*/ 20938 h 141488"/>
                  <a:gd name="csX4" fmla="*/ 70768 w 141308"/>
                  <a:gd name="csY4" fmla="*/ 217 h 141488"/>
                  <a:gd name="csX5" fmla="*/ 20809 w 141308"/>
                  <a:gd name="csY5" fmla="*/ 20938 h 141488"/>
                  <a:gd name="csX6" fmla="*/ 114 w 141308"/>
                  <a:gd name="csY6" fmla="*/ 70961 h 141488"/>
                  <a:gd name="csX7" fmla="*/ 20809 w 141308"/>
                  <a:gd name="csY7" fmla="*/ 120985 h 141488"/>
                  <a:gd name="csX8" fmla="*/ 70768 w 141308"/>
                  <a:gd name="csY8" fmla="*/ 14170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68" y="141706"/>
                    </a:moveTo>
                    <a:cubicBezTo>
                      <a:pt x="89506" y="141706"/>
                      <a:pt x="107479" y="134252"/>
                      <a:pt x="120728" y="120985"/>
                    </a:cubicBezTo>
                    <a:cubicBezTo>
                      <a:pt x="133978" y="107719"/>
                      <a:pt x="141422" y="89723"/>
                      <a:pt x="141422" y="70961"/>
                    </a:cubicBezTo>
                    <a:cubicBezTo>
                      <a:pt x="141422" y="52200"/>
                      <a:pt x="133978" y="34204"/>
                      <a:pt x="120728" y="20938"/>
                    </a:cubicBezTo>
                    <a:cubicBezTo>
                      <a:pt x="107479" y="7671"/>
                      <a:pt x="89506" y="217"/>
                      <a:pt x="70768" y="217"/>
                    </a:cubicBezTo>
                    <a:cubicBezTo>
                      <a:pt x="52031" y="217"/>
                      <a:pt x="34058" y="7671"/>
                      <a:pt x="20809" y="20938"/>
                    </a:cubicBezTo>
                    <a:cubicBezTo>
                      <a:pt x="7559" y="34204"/>
                      <a:pt x="114" y="52200"/>
                      <a:pt x="114" y="70961"/>
                    </a:cubicBezTo>
                    <a:cubicBezTo>
                      <a:pt x="114" y="89723"/>
                      <a:pt x="7559" y="107719"/>
                      <a:pt x="20809" y="120985"/>
                    </a:cubicBezTo>
                    <a:cubicBezTo>
                      <a:pt x="34058" y="134252"/>
                      <a:pt x="52031" y="141706"/>
                      <a:pt x="70768" y="141706"/>
                    </a:cubicBezTo>
                    <a:close/>
                  </a:path>
                </a:pathLst>
              </a:custGeom>
              <a:solidFill>
                <a:srgbClr val="1FA0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6" name="任意多边形: 形状 1895"/>
              <p:cNvSpPr/>
              <p:nvPr/>
            </p:nvSpPr>
            <p:spPr>
              <a:xfrm>
                <a:off x="14539314" y="19007932"/>
                <a:ext cx="223200" cy="223200"/>
              </a:xfrm>
              <a:custGeom>
                <a:avLst/>
                <a:gdLst>
                  <a:gd name="csX0" fmla="*/ 70885 w 141308"/>
                  <a:gd name="csY0" fmla="*/ 141665 h 141488"/>
                  <a:gd name="csX1" fmla="*/ 120845 w 141308"/>
                  <a:gd name="csY1" fmla="*/ 120944 h 141488"/>
                  <a:gd name="csX2" fmla="*/ 141539 w 141308"/>
                  <a:gd name="csY2" fmla="*/ 70921 h 141488"/>
                  <a:gd name="csX3" fmla="*/ 120845 w 141308"/>
                  <a:gd name="csY3" fmla="*/ 20897 h 141488"/>
                  <a:gd name="csX4" fmla="*/ 70885 w 141308"/>
                  <a:gd name="csY4" fmla="*/ 176 h 141488"/>
                  <a:gd name="csX5" fmla="*/ 20925 w 141308"/>
                  <a:gd name="csY5" fmla="*/ 20897 h 141488"/>
                  <a:gd name="csX6" fmla="*/ 231 w 141308"/>
                  <a:gd name="csY6" fmla="*/ 70921 h 141488"/>
                  <a:gd name="csX7" fmla="*/ 20925 w 141308"/>
                  <a:gd name="csY7" fmla="*/ 120944 h 141488"/>
                  <a:gd name="csX8" fmla="*/ 70885 w 141308"/>
                  <a:gd name="csY8" fmla="*/ 14166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5" y="141665"/>
                    </a:moveTo>
                    <a:cubicBezTo>
                      <a:pt x="89623" y="141665"/>
                      <a:pt x="107595" y="134211"/>
                      <a:pt x="120845" y="120944"/>
                    </a:cubicBezTo>
                    <a:cubicBezTo>
                      <a:pt x="134095" y="107678"/>
                      <a:pt x="141539" y="89682"/>
                      <a:pt x="141539" y="70921"/>
                    </a:cubicBezTo>
                    <a:cubicBezTo>
                      <a:pt x="141539" y="52159"/>
                      <a:pt x="134095" y="34163"/>
                      <a:pt x="120845" y="20897"/>
                    </a:cubicBezTo>
                    <a:cubicBezTo>
                      <a:pt x="107595" y="7630"/>
                      <a:pt x="89623" y="176"/>
                      <a:pt x="70885" y="176"/>
                    </a:cubicBezTo>
                    <a:cubicBezTo>
                      <a:pt x="52147" y="176"/>
                      <a:pt x="34175" y="7630"/>
                      <a:pt x="20925" y="20897"/>
                    </a:cubicBezTo>
                    <a:cubicBezTo>
                      <a:pt x="7676" y="34163"/>
                      <a:pt x="231" y="52159"/>
                      <a:pt x="231" y="70921"/>
                    </a:cubicBezTo>
                    <a:cubicBezTo>
                      <a:pt x="231" y="89682"/>
                      <a:pt x="7676" y="107678"/>
                      <a:pt x="20925" y="120944"/>
                    </a:cubicBezTo>
                    <a:cubicBezTo>
                      <a:pt x="34175" y="134211"/>
                      <a:pt x="52147" y="141665"/>
                      <a:pt x="70885" y="141665"/>
                    </a:cubicBezTo>
                    <a:close/>
                  </a:path>
                </a:pathLst>
              </a:custGeom>
              <a:solidFill>
                <a:srgbClr val="3956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7" name="任意多边形: 形状 1896"/>
              <p:cNvSpPr/>
              <p:nvPr/>
            </p:nvSpPr>
            <p:spPr>
              <a:xfrm>
                <a:off x="13301184" y="19878352"/>
                <a:ext cx="223200" cy="223200"/>
              </a:xfrm>
              <a:custGeom>
                <a:avLst/>
                <a:gdLst>
                  <a:gd name="csX0" fmla="*/ 70844 w 141308"/>
                  <a:gd name="csY0" fmla="*/ 141694 h 141488"/>
                  <a:gd name="csX1" fmla="*/ 120804 w 141308"/>
                  <a:gd name="csY1" fmla="*/ 120973 h 141488"/>
                  <a:gd name="csX2" fmla="*/ 141498 w 141308"/>
                  <a:gd name="csY2" fmla="*/ 70949 h 141488"/>
                  <a:gd name="csX3" fmla="*/ 120804 w 141308"/>
                  <a:gd name="csY3" fmla="*/ 20926 h 141488"/>
                  <a:gd name="csX4" fmla="*/ 70844 w 141308"/>
                  <a:gd name="csY4" fmla="*/ 205 h 141488"/>
                  <a:gd name="csX5" fmla="*/ 20884 w 141308"/>
                  <a:gd name="csY5" fmla="*/ 20926 h 141488"/>
                  <a:gd name="csX6" fmla="*/ 190 w 141308"/>
                  <a:gd name="csY6" fmla="*/ 70949 h 141488"/>
                  <a:gd name="csX7" fmla="*/ 20884 w 141308"/>
                  <a:gd name="csY7" fmla="*/ 120973 h 141488"/>
                  <a:gd name="csX8" fmla="*/ 70844 w 141308"/>
                  <a:gd name="csY8" fmla="*/ 14169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4" y="141694"/>
                    </a:moveTo>
                    <a:cubicBezTo>
                      <a:pt x="89582" y="141694"/>
                      <a:pt x="107555" y="134240"/>
                      <a:pt x="120804" y="120973"/>
                    </a:cubicBezTo>
                    <a:cubicBezTo>
                      <a:pt x="134054" y="107707"/>
                      <a:pt x="141498" y="89711"/>
                      <a:pt x="141498" y="70949"/>
                    </a:cubicBezTo>
                    <a:cubicBezTo>
                      <a:pt x="141498" y="52188"/>
                      <a:pt x="134054" y="34192"/>
                      <a:pt x="120804" y="20926"/>
                    </a:cubicBezTo>
                    <a:cubicBezTo>
                      <a:pt x="107555" y="7659"/>
                      <a:pt x="89582" y="205"/>
                      <a:pt x="70844" y="205"/>
                    </a:cubicBezTo>
                    <a:cubicBezTo>
                      <a:pt x="52106" y="205"/>
                      <a:pt x="34134" y="7659"/>
                      <a:pt x="20884" y="20926"/>
                    </a:cubicBezTo>
                    <a:cubicBezTo>
                      <a:pt x="7635" y="34192"/>
                      <a:pt x="190" y="52188"/>
                      <a:pt x="190" y="70949"/>
                    </a:cubicBezTo>
                    <a:cubicBezTo>
                      <a:pt x="190" y="89711"/>
                      <a:pt x="7635" y="107707"/>
                      <a:pt x="20884" y="120973"/>
                    </a:cubicBezTo>
                    <a:cubicBezTo>
                      <a:pt x="34134" y="134240"/>
                      <a:pt x="52106" y="141694"/>
                      <a:pt x="70844" y="141694"/>
                    </a:cubicBezTo>
                    <a:close/>
                  </a:path>
                </a:pathLst>
              </a:custGeom>
              <a:solidFill>
                <a:srgbClr val="453882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8" name="任意多边形: 形状 1897"/>
              <p:cNvSpPr/>
              <p:nvPr/>
            </p:nvSpPr>
            <p:spPr>
              <a:xfrm>
                <a:off x="11776613" y="19531216"/>
                <a:ext cx="223200" cy="223200"/>
              </a:xfrm>
              <a:custGeom>
                <a:avLst/>
                <a:gdLst>
                  <a:gd name="csX0" fmla="*/ 70794 w 141308"/>
                  <a:gd name="csY0" fmla="*/ 141682 h 141488"/>
                  <a:gd name="csX1" fmla="*/ 120754 w 141308"/>
                  <a:gd name="csY1" fmla="*/ 120962 h 141488"/>
                  <a:gd name="csX2" fmla="*/ 141448 w 141308"/>
                  <a:gd name="csY2" fmla="*/ 70938 h 141488"/>
                  <a:gd name="csX3" fmla="*/ 120754 w 141308"/>
                  <a:gd name="csY3" fmla="*/ 20914 h 141488"/>
                  <a:gd name="csX4" fmla="*/ 70794 w 141308"/>
                  <a:gd name="csY4" fmla="*/ 194 h 141488"/>
                  <a:gd name="csX5" fmla="*/ 20834 w 141308"/>
                  <a:gd name="csY5" fmla="*/ 20914 h 141488"/>
                  <a:gd name="csX6" fmla="*/ 140 w 141308"/>
                  <a:gd name="csY6" fmla="*/ 70938 h 141488"/>
                  <a:gd name="csX7" fmla="*/ 20834 w 141308"/>
                  <a:gd name="csY7" fmla="*/ 120962 h 141488"/>
                  <a:gd name="csX8" fmla="*/ 70794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94" y="141682"/>
                    </a:moveTo>
                    <a:cubicBezTo>
                      <a:pt x="89531" y="141682"/>
                      <a:pt x="107504" y="134228"/>
                      <a:pt x="120754" y="120962"/>
                    </a:cubicBezTo>
                    <a:cubicBezTo>
                      <a:pt x="134003" y="107695"/>
                      <a:pt x="141448" y="89700"/>
                      <a:pt x="141448" y="70938"/>
                    </a:cubicBezTo>
                    <a:cubicBezTo>
                      <a:pt x="141448" y="52176"/>
                      <a:pt x="134003" y="34181"/>
                      <a:pt x="120754" y="20914"/>
                    </a:cubicBezTo>
                    <a:cubicBezTo>
                      <a:pt x="107504" y="7648"/>
                      <a:pt x="89531" y="194"/>
                      <a:pt x="70794" y="194"/>
                    </a:cubicBezTo>
                    <a:cubicBezTo>
                      <a:pt x="52056" y="194"/>
                      <a:pt x="34083" y="7648"/>
                      <a:pt x="20834" y="20914"/>
                    </a:cubicBezTo>
                    <a:cubicBezTo>
                      <a:pt x="7584" y="34181"/>
                      <a:pt x="140" y="52176"/>
                      <a:pt x="140" y="70938"/>
                    </a:cubicBezTo>
                    <a:cubicBezTo>
                      <a:pt x="140" y="89700"/>
                      <a:pt x="7584" y="107695"/>
                      <a:pt x="20834" y="120962"/>
                    </a:cubicBezTo>
                    <a:cubicBezTo>
                      <a:pt x="34083" y="134228"/>
                      <a:pt x="52056" y="141682"/>
                      <a:pt x="70794" y="141682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899" name="任意多边形: 形状 1898"/>
              <p:cNvSpPr/>
              <p:nvPr/>
            </p:nvSpPr>
            <p:spPr>
              <a:xfrm>
                <a:off x="13366634" y="20405607"/>
                <a:ext cx="223200" cy="223200"/>
              </a:xfrm>
              <a:custGeom>
                <a:avLst/>
                <a:gdLst>
                  <a:gd name="csX0" fmla="*/ 70846 w 141308"/>
                  <a:gd name="csY0" fmla="*/ 141711 h 141488"/>
                  <a:gd name="csX1" fmla="*/ 120806 w 141308"/>
                  <a:gd name="csY1" fmla="*/ 120991 h 141488"/>
                  <a:gd name="csX2" fmla="*/ 141500 w 141308"/>
                  <a:gd name="csY2" fmla="*/ 70967 h 141488"/>
                  <a:gd name="csX3" fmla="*/ 120806 w 141308"/>
                  <a:gd name="csY3" fmla="*/ 20943 h 141488"/>
                  <a:gd name="csX4" fmla="*/ 70846 w 141308"/>
                  <a:gd name="csY4" fmla="*/ 223 h 141488"/>
                  <a:gd name="csX5" fmla="*/ 20886 w 141308"/>
                  <a:gd name="csY5" fmla="*/ 20943 h 141488"/>
                  <a:gd name="csX6" fmla="*/ 192 w 141308"/>
                  <a:gd name="csY6" fmla="*/ 70967 h 141488"/>
                  <a:gd name="csX7" fmla="*/ 20886 w 141308"/>
                  <a:gd name="csY7" fmla="*/ 120991 h 141488"/>
                  <a:gd name="csX8" fmla="*/ 70846 w 141308"/>
                  <a:gd name="csY8" fmla="*/ 14171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6" y="141711"/>
                    </a:moveTo>
                    <a:cubicBezTo>
                      <a:pt x="89584" y="141711"/>
                      <a:pt x="107557" y="134257"/>
                      <a:pt x="120806" y="120991"/>
                    </a:cubicBezTo>
                    <a:cubicBezTo>
                      <a:pt x="134056" y="107724"/>
                      <a:pt x="141500" y="89728"/>
                      <a:pt x="141500" y="70967"/>
                    </a:cubicBezTo>
                    <a:cubicBezTo>
                      <a:pt x="141500" y="52205"/>
                      <a:pt x="134056" y="34210"/>
                      <a:pt x="120806" y="20943"/>
                    </a:cubicBezTo>
                    <a:cubicBezTo>
                      <a:pt x="107557" y="7677"/>
                      <a:pt x="89584" y="223"/>
                      <a:pt x="70846" y="223"/>
                    </a:cubicBezTo>
                    <a:cubicBezTo>
                      <a:pt x="52109" y="223"/>
                      <a:pt x="34136" y="7677"/>
                      <a:pt x="20886" y="20943"/>
                    </a:cubicBezTo>
                    <a:cubicBezTo>
                      <a:pt x="7637" y="34210"/>
                      <a:pt x="192" y="52205"/>
                      <a:pt x="192" y="70967"/>
                    </a:cubicBezTo>
                    <a:cubicBezTo>
                      <a:pt x="192" y="89728"/>
                      <a:pt x="7637" y="107724"/>
                      <a:pt x="20886" y="120991"/>
                    </a:cubicBezTo>
                    <a:cubicBezTo>
                      <a:pt x="34136" y="134257"/>
                      <a:pt x="52109" y="141711"/>
                      <a:pt x="70846" y="141711"/>
                    </a:cubicBezTo>
                    <a:close/>
                  </a:path>
                </a:pathLst>
              </a:custGeom>
              <a:solidFill>
                <a:srgbClr val="3A54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0" name="任意多边形: 形状 1899"/>
              <p:cNvSpPr/>
              <p:nvPr/>
            </p:nvSpPr>
            <p:spPr>
              <a:xfrm>
                <a:off x="13892557" y="21220622"/>
                <a:ext cx="223200" cy="223200"/>
              </a:xfrm>
              <a:custGeom>
                <a:avLst/>
                <a:gdLst>
                  <a:gd name="csX0" fmla="*/ 70864 w 141308"/>
                  <a:gd name="csY0" fmla="*/ 141738 h 141488"/>
                  <a:gd name="csX1" fmla="*/ 120824 w 141308"/>
                  <a:gd name="csY1" fmla="*/ 121018 h 141488"/>
                  <a:gd name="csX2" fmla="*/ 141518 w 141308"/>
                  <a:gd name="csY2" fmla="*/ 70994 h 141488"/>
                  <a:gd name="csX3" fmla="*/ 120824 w 141308"/>
                  <a:gd name="csY3" fmla="*/ 20970 h 141488"/>
                  <a:gd name="csX4" fmla="*/ 70864 w 141308"/>
                  <a:gd name="csY4" fmla="*/ 250 h 141488"/>
                  <a:gd name="csX5" fmla="*/ 20904 w 141308"/>
                  <a:gd name="csY5" fmla="*/ 20970 h 141488"/>
                  <a:gd name="csX6" fmla="*/ 210 w 141308"/>
                  <a:gd name="csY6" fmla="*/ 70994 h 141488"/>
                  <a:gd name="csX7" fmla="*/ 20904 w 141308"/>
                  <a:gd name="csY7" fmla="*/ 121018 h 141488"/>
                  <a:gd name="csX8" fmla="*/ 70864 w 141308"/>
                  <a:gd name="csY8" fmla="*/ 14173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4" y="141738"/>
                    </a:moveTo>
                    <a:cubicBezTo>
                      <a:pt x="89601" y="141738"/>
                      <a:pt x="107574" y="134284"/>
                      <a:pt x="120824" y="121018"/>
                    </a:cubicBezTo>
                    <a:cubicBezTo>
                      <a:pt x="134073" y="107751"/>
                      <a:pt x="141518" y="89755"/>
                      <a:pt x="141518" y="70994"/>
                    </a:cubicBezTo>
                    <a:cubicBezTo>
                      <a:pt x="141518" y="52232"/>
                      <a:pt x="134073" y="34237"/>
                      <a:pt x="120824" y="20970"/>
                    </a:cubicBezTo>
                    <a:cubicBezTo>
                      <a:pt x="107574" y="7704"/>
                      <a:pt x="89601" y="250"/>
                      <a:pt x="70864" y="250"/>
                    </a:cubicBezTo>
                    <a:cubicBezTo>
                      <a:pt x="52126" y="250"/>
                      <a:pt x="34153" y="7704"/>
                      <a:pt x="20904" y="20970"/>
                    </a:cubicBezTo>
                    <a:cubicBezTo>
                      <a:pt x="7654" y="34237"/>
                      <a:pt x="210" y="52232"/>
                      <a:pt x="210" y="70994"/>
                    </a:cubicBezTo>
                    <a:cubicBezTo>
                      <a:pt x="210" y="89755"/>
                      <a:pt x="7654" y="107751"/>
                      <a:pt x="20904" y="121018"/>
                    </a:cubicBezTo>
                    <a:cubicBezTo>
                      <a:pt x="34153" y="134284"/>
                      <a:pt x="52126" y="141738"/>
                      <a:pt x="70864" y="141738"/>
                    </a:cubicBezTo>
                    <a:close/>
                  </a:path>
                </a:pathLst>
              </a:custGeom>
              <a:solidFill>
                <a:srgbClr val="258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1" name="任意多边形: 形状 1900"/>
              <p:cNvSpPr/>
              <p:nvPr/>
            </p:nvSpPr>
            <p:spPr>
              <a:xfrm>
                <a:off x="14705855" y="19677555"/>
                <a:ext cx="223200" cy="223200"/>
              </a:xfrm>
              <a:custGeom>
                <a:avLst/>
                <a:gdLst>
                  <a:gd name="csX0" fmla="*/ 70891 w 141308"/>
                  <a:gd name="csY0" fmla="*/ 141687 h 141488"/>
                  <a:gd name="csX1" fmla="*/ 120851 w 141308"/>
                  <a:gd name="csY1" fmla="*/ 120966 h 141488"/>
                  <a:gd name="csX2" fmla="*/ 141545 w 141308"/>
                  <a:gd name="csY2" fmla="*/ 70943 h 141488"/>
                  <a:gd name="csX3" fmla="*/ 120851 w 141308"/>
                  <a:gd name="csY3" fmla="*/ 20919 h 141488"/>
                  <a:gd name="csX4" fmla="*/ 70891 w 141308"/>
                  <a:gd name="csY4" fmla="*/ 199 h 141488"/>
                  <a:gd name="csX5" fmla="*/ 20931 w 141308"/>
                  <a:gd name="csY5" fmla="*/ 20919 h 141488"/>
                  <a:gd name="csX6" fmla="*/ 237 w 141308"/>
                  <a:gd name="csY6" fmla="*/ 70943 h 141488"/>
                  <a:gd name="csX7" fmla="*/ 20931 w 141308"/>
                  <a:gd name="csY7" fmla="*/ 120966 h 141488"/>
                  <a:gd name="csX8" fmla="*/ 70891 w 141308"/>
                  <a:gd name="csY8" fmla="*/ 14168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1" y="141687"/>
                    </a:moveTo>
                    <a:cubicBezTo>
                      <a:pt x="89628" y="141687"/>
                      <a:pt x="107601" y="134233"/>
                      <a:pt x="120851" y="120966"/>
                    </a:cubicBezTo>
                    <a:cubicBezTo>
                      <a:pt x="134100" y="107700"/>
                      <a:pt x="141545" y="89704"/>
                      <a:pt x="141545" y="70943"/>
                    </a:cubicBezTo>
                    <a:cubicBezTo>
                      <a:pt x="141545" y="52181"/>
                      <a:pt x="134100" y="34186"/>
                      <a:pt x="120851" y="20919"/>
                    </a:cubicBezTo>
                    <a:cubicBezTo>
                      <a:pt x="107601" y="7653"/>
                      <a:pt x="89628" y="199"/>
                      <a:pt x="70891" y="199"/>
                    </a:cubicBezTo>
                    <a:cubicBezTo>
                      <a:pt x="52153" y="199"/>
                      <a:pt x="34180" y="7653"/>
                      <a:pt x="20931" y="20919"/>
                    </a:cubicBezTo>
                    <a:cubicBezTo>
                      <a:pt x="7681" y="34186"/>
                      <a:pt x="237" y="52181"/>
                      <a:pt x="237" y="70943"/>
                    </a:cubicBezTo>
                    <a:cubicBezTo>
                      <a:pt x="237" y="89704"/>
                      <a:pt x="7681" y="107700"/>
                      <a:pt x="20931" y="120966"/>
                    </a:cubicBezTo>
                    <a:cubicBezTo>
                      <a:pt x="34180" y="134233"/>
                      <a:pt x="52153" y="141687"/>
                      <a:pt x="70891" y="141687"/>
                    </a:cubicBezTo>
                    <a:close/>
                  </a:path>
                </a:pathLst>
              </a:custGeom>
              <a:solidFill>
                <a:srgbClr val="3859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2" name="任意多边形: 形状 1901"/>
              <p:cNvSpPr/>
              <p:nvPr/>
            </p:nvSpPr>
            <p:spPr>
              <a:xfrm>
                <a:off x="14280760" y="19565852"/>
                <a:ext cx="223200" cy="223200"/>
              </a:xfrm>
              <a:custGeom>
                <a:avLst/>
                <a:gdLst>
                  <a:gd name="csX0" fmla="*/ 70877 w 141308"/>
                  <a:gd name="csY0" fmla="*/ 141683 h 141488"/>
                  <a:gd name="csX1" fmla="*/ 120836 w 141308"/>
                  <a:gd name="csY1" fmla="*/ 120963 h 141488"/>
                  <a:gd name="csX2" fmla="*/ 141531 w 141308"/>
                  <a:gd name="csY2" fmla="*/ 70939 h 141488"/>
                  <a:gd name="csX3" fmla="*/ 120836 w 141308"/>
                  <a:gd name="csY3" fmla="*/ 20915 h 141488"/>
                  <a:gd name="csX4" fmla="*/ 70877 w 141308"/>
                  <a:gd name="csY4" fmla="*/ 195 h 141488"/>
                  <a:gd name="csX5" fmla="*/ 20917 w 141308"/>
                  <a:gd name="csY5" fmla="*/ 20915 h 141488"/>
                  <a:gd name="csX6" fmla="*/ 223 w 141308"/>
                  <a:gd name="csY6" fmla="*/ 70939 h 141488"/>
                  <a:gd name="csX7" fmla="*/ 20917 w 141308"/>
                  <a:gd name="csY7" fmla="*/ 120963 h 141488"/>
                  <a:gd name="csX8" fmla="*/ 70877 w 141308"/>
                  <a:gd name="csY8" fmla="*/ 14168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83"/>
                    </a:moveTo>
                    <a:cubicBezTo>
                      <a:pt x="89614" y="141683"/>
                      <a:pt x="107587" y="134229"/>
                      <a:pt x="120836" y="120963"/>
                    </a:cubicBezTo>
                    <a:cubicBezTo>
                      <a:pt x="134086" y="107696"/>
                      <a:pt x="141531" y="89701"/>
                      <a:pt x="141531" y="70939"/>
                    </a:cubicBezTo>
                    <a:cubicBezTo>
                      <a:pt x="141531" y="52177"/>
                      <a:pt x="134086" y="34182"/>
                      <a:pt x="120836" y="20915"/>
                    </a:cubicBezTo>
                    <a:cubicBezTo>
                      <a:pt x="107587" y="7649"/>
                      <a:pt x="89614" y="195"/>
                      <a:pt x="70877" y="195"/>
                    </a:cubicBezTo>
                    <a:cubicBezTo>
                      <a:pt x="52139" y="195"/>
                      <a:pt x="34166" y="7649"/>
                      <a:pt x="20917" y="20915"/>
                    </a:cubicBezTo>
                    <a:cubicBezTo>
                      <a:pt x="7667" y="34182"/>
                      <a:pt x="223" y="52177"/>
                      <a:pt x="223" y="70939"/>
                    </a:cubicBezTo>
                    <a:cubicBezTo>
                      <a:pt x="223" y="89701"/>
                      <a:pt x="7667" y="107696"/>
                      <a:pt x="20917" y="120963"/>
                    </a:cubicBezTo>
                    <a:cubicBezTo>
                      <a:pt x="34166" y="134229"/>
                      <a:pt x="52139" y="141683"/>
                      <a:pt x="70877" y="141683"/>
                    </a:cubicBezTo>
                    <a:close/>
                  </a:path>
                </a:pathLst>
              </a:custGeom>
              <a:solidFill>
                <a:srgbClr val="4045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3" name="任意多边形: 形状 1902"/>
              <p:cNvSpPr/>
              <p:nvPr/>
            </p:nvSpPr>
            <p:spPr>
              <a:xfrm>
                <a:off x="13988066" y="20182059"/>
                <a:ext cx="223200" cy="223200"/>
              </a:xfrm>
              <a:custGeom>
                <a:avLst/>
                <a:gdLst>
                  <a:gd name="csX0" fmla="*/ 70867 w 141308"/>
                  <a:gd name="csY0" fmla="*/ 141704 h 141488"/>
                  <a:gd name="csX1" fmla="*/ 120827 w 141308"/>
                  <a:gd name="csY1" fmla="*/ 120983 h 141488"/>
                  <a:gd name="csX2" fmla="*/ 141521 w 141308"/>
                  <a:gd name="csY2" fmla="*/ 70959 h 141488"/>
                  <a:gd name="csX3" fmla="*/ 120827 w 141308"/>
                  <a:gd name="csY3" fmla="*/ 20936 h 141488"/>
                  <a:gd name="csX4" fmla="*/ 70867 w 141308"/>
                  <a:gd name="csY4" fmla="*/ 215 h 141488"/>
                  <a:gd name="csX5" fmla="*/ 20907 w 141308"/>
                  <a:gd name="csY5" fmla="*/ 20936 h 141488"/>
                  <a:gd name="csX6" fmla="*/ 213 w 141308"/>
                  <a:gd name="csY6" fmla="*/ 70959 h 141488"/>
                  <a:gd name="csX7" fmla="*/ 20907 w 141308"/>
                  <a:gd name="csY7" fmla="*/ 120983 h 141488"/>
                  <a:gd name="csX8" fmla="*/ 70867 w 141308"/>
                  <a:gd name="csY8" fmla="*/ 14170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7" y="141704"/>
                    </a:moveTo>
                    <a:cubicBezTo>
                      <a:pt x="89605" y="141704"/>
                      <a:pt x="107577" y="134250"/>
                      <a:pt x="120827" y="120983"/>
                    </a:cubicBezTo>
                    <a:cubicBezTo>
                      <a:pt x="134076" y="107717"/>
                      <a:pt x="141521" y="89721"/>
                      <a:pt x="141521" y="70959"/>
                    </a:cubicBezTo>
                    <a:cubicBezTo>
                      <a:pt x="141521" y="52198"/>
                      <a:pt x="134076" y="34202"/>
                      <a:pt x="120827" y="20936"/>
                    </a:cubicBezTo>
                    <a:cubicBezTo>
                      <a:pt x="107577" y="7669"/>
                      <a:pt x="89605" y="215"/>
                      <a:pt x="70867" y="215"/>
                    </a:cubicBezTo>
                    <a:cubicBezTo>
                      <a:pt x="52129" y="215"/>
                      <a:pt x="34156" y="7669"/>
                      <a:pt x="20907" y="20936"/>
                    </a:cubicBezTo>
                    <a:cubicBezTo>
                      <a:pt x="7657" y="34202"/>
                      <a:pt x="213" y="52198"/>
                      <a:pt x="213" y="70959"/>
                    </a:cubicBezTo>
                    <a:cubicBezTo>
                      <a:pt x="213" y="89721"/>
                      <a:pt x="7657" y="107717"/>
                      <a:pt x="20907" y="120983"/>
                    </a:cubicBezTo>
                    <a:cubicBezTo>
                      <a:pt x="34156" y="134250"/>
                      <a:pt x="52129" y="141704"/>
                      <a:pt x="70867" y="141704"/>
                    </a:cubicBezTo>
                    <a:close/>
                  </a:path>
                </a:pathLst>
              </a:custGeom>
              <a:solidFill>
                <a:srgbClr val="3D4E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4" name="任意多边形: 形状 1903"/>
              <p:cNvSpPr/>
              <p:nvPr/>
            </p:nvSpPr>
            <p:spPr>
              <a:xfrm>
                <a:off x="13073497" y="19284432"/>
                <a:ext cx="223200" cy="223200"/>
              </a:xfrm>
              <a:custGeom>
                <a:avLst/>
                <a:gdLst>
                  <a:gd name="csX0" fmla="*/ 70837 w 141308"/>
                  <a:gd name="csY0" fmla="*/ 141674 h 141488"/>
                  <a:gd name="csX1" fmla="*/ 120796 w 141308"/>
                  <a:gd name="csY1" fmla="*/ 120953 h 141488"/>
                  <a:gd name="csX2" fmla="*/ 141491 w 141308"/>
                  <a:gd name="csY2" fmla="*/ 70930 h 141488"/>
                  <a:gd name="csX3" fmla="*/ 120796 w 141308"/>
                  <a:gd name="csY3" fmla="*/ 20906 h 141488"/>
                  <a:gd name="csX4" fmla="*/ 70837 w 141308"/>
                  <a:gd name="csY4" fmla="*/ 186 h 141488"/>
                  <a:gd name="csX5" fmla="*/ 20877 w 141308"/>
                  <a:gd name="csY5" fmla="*/ 20906 h 141488"/>
                  <a:gd name="csX6" fmla="*/ 183 w 141308"/>
                  <a:gd name="csY6" fmla="*/ 70930 h 141488"/>
                  <a:gd name="csX7" fmla="*/ 20877 w 141308"/>
                  <a:gd name="csY7" fmla="*/ 120953 h 141488"/>
                  <a:gd name="csX8" fmla="*/ 70837 w 141308"/>
                  <a:gd name="csY8" fmla="*/ 14167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37" y="141674"/>
                    </a:moveTo>
                    <a:cubicBezTo>
                      <a:pt x="89574" y="141674"/>
                      <a:pt x="107547" y="134220"/>
                      <a:pt x="120796" y="120953"/>
                    </a:cubicBezTo>
                    <a:cubicBezTo>
                      <a:pt x="134046" y="107687"/>
                      <a:pt x="141491" y="89691"/>
                      <a:pt x="141491" y="70930"/>
                    </a:cubicBezTo>
                    <a:cubicBezTo>
                      <a:pt x="141491" y="52168"/>
                      <a:pt x="134046" y="34173"/>
                      <a:pt x="120796" y="20906"/>
                    </a:cubicBezTo>
                    <a:cubicBezTo>
                      <a:pt x="107547" y="7640"/>
                      <a:pt x="89574" y="186"/>
                      <a:pt x="70837" y="186"/>
                    </a:cubicBezTo>
                    <a:cubicBezTo>
                      <a:pt x="52099" y="186"/>
                      <a:pt x="34126" y="7640"/>
                      <a:pt x="20877" y="20906"/>
                    </a:cubicBezTo>
                    <a:cubicBezTo>
                      <a:pt x="7627" y="34173"/>
                      <a:pt x="183" y="52168"/>
                      <a:pt x="183" y="70930"/>
                    </a:cubicBezTo>
                    <a:cubicBezTo>
                      <a:pt x="183" y="89691"/>
                      <a:pt x="7627" y="107687"/>
                      <a:pt x="20877" y="120953"/>
                    </a:cubicBezTo>
                    <a:cubicBezTo>
                      <a:pt x="34126" y="134220"/>
                      <a:pt x="52099" y="141674"/>
                      <a:pt x="70837" y="141674"/>
                    </a:cubicBezTo>
                    <a:close/>
                  </a:path>
                </a:pathLst>
              </a:custGeom>
              <a:solidFill>
                <a:srgbClr val="414487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5" name="任意多边形: 形状 1904"/>
              <p:cNvSpPr/>
              <p:nvPr/>
            </p:nvSpPr>
            <p:spPr>
              <a:xfrm>
                <a:off x="12371780" y="18706723"/>
                <a:ext cx="223200" cy="223200"/>
              </a:xfrm>
              <a:custGeom>
                <a:avLst/>
                <a:gdLst>
                  <a:gd name="csX0" fmla="*/ 70813 w 141308"/>
                  <a:gd name="csY0" fmla="*/ 141655 h 141488"/>
                  <a:gd name="csX1" fmla="*/ 120773 w 141308"/>
                  <a:gd name="csY1" fmla="*/ 120934 h 141488"/>
                  <a:gd name="csX2" fmla="*/ 141467 w 141308"/>
                  <a:gd name="csY2" fmla="*/ 70911 h 141488"/>
                  <a:gd name="csX3" fmla="*/ 120773 w 141308"/>
                  <a:gd name="csY3" fmla="*/ 20887 h 141488"/>
                  <a:gd name="csX4" fmla="*/ 70813 w 141308"/>
                  <a:gd name="csY4" fmla="*/ 166 h 141488"/>
                  <a:gd name="csX5" fmla="*/ 20853 w 141308"/>
                  <a:gd name="csY5" fmla="*/ 20887 h 141488"/>
                  <a:gd name="csX6" fmla="*/ 159 w 141308"/>
                  <a:gd name="csY6" fmla="*/ 70911 h 141488"/>
                  <a:gd name="csX7" fmla="*/ 20853 w 141308"/>
                  <a:gd name="csY7" fmla="*/ 120934 h 141488"/>
                  <a:gd name="csX8" fmla="*/ 70813 w 141308"/>
                  <a:gd name="csY8" fmla="*/ 14165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3" y="141655"/>
                    </a:moveTo>
                    <a:cubicBezTo>
                      <a:pt x="89551" y="141655"/>
                      <a:pt x="107524" y="134201"/>
                      <a:pt x="120773" y="120934"/>
                    </a:cubicBezTo>
                    <a:cubicBezTo>
                      <a:pt x="134023" y="107668"/>
                      <a:pt x="141467" y="89672"/>
                      <a:pt x="141467" y="70911"/>
                    </a:cubicBezTo>
                    <a:cubicBezTo>
                      <a:pt x="141467" y="52149"/>
                      <a:pt x="134023" y="34153"/>
                      <a:pt x="120773" y="20887"/>
                    </a:cubicBezTo>
                    <a:cubicBezTo>
                      <a:pt x="107524" y="7621"/>
                      <a:pt x="89551" y="166"/>
                      <a:pt x="70813" y="166"/>
                    </a:cubicBezTo>
                    <a:cubicBezTo>
                      <a:pt x="52076" y="166"/>
                      <a:pt x="34103" y="7621"/>
                      <a:pt x="20853" y="20887"/>
                    </a:cubicBezTo>
                    <a:cubicBezTo>
                      <a:pt x="7604" y="34153"/>
                      <a:pt x="159" y="52149"/>
                      <a:pt x="159" y="70911"/>
                    </a:cubicBezTo>
                    <a:cubicBezTo>
                      <a:pt x="159" y="89672"/>
                      <a:pt x="7604" y="107668"/>
                      <a:pt x="20853" y="120934"/>
                    </a:cubicBezTo>
                    <a:cubicBezTo>
                      <a:pt x="34103" y="134201"/>
                      <a:pt x="52076" y="141655"/>
                      <a:pt x="70813" y="141655"/>
                    </a:cubicBezTo>
                    <a:close/>
                  </a:path>
                </a:pathLst>
              </a:custGeom>
              <a:solidFill>
                <a:srgbClr val="2E6F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6" name="任意多边形: 形状 1905"/>
              <p:cNvSpPr/>
              <p:nvPr/>
            </p:nvSpPr>
            <p:spPr>
              <a:xfrm>
                <a:off x="12811777" y="19742804"/>
                <a:ext cx="223200" cy="223200"/>
              </a:xfrm>
              <a:custGeom>
                <a:avLst/>
                <a:gdLst>
                  <a:gd name="csX0" fmla="*/ 70828 w 141308"/>
                  <a:gd name="csY0" fmla="*/ 141689 h 141488"/>
                  <a:gd name="csX1" fmla="*/ 120788 w 141308"/>
                  <a:gd name="csY1" fmla="*/ 120969 h 141488"/>
                  <a:gd name="csX2" fmla="*/ 141482 w 141308"/>
                  <a:gd name="csY2" fmla="*/ 70945 h 141488"/>
                  <a:gd name="csX3" fmla="*/ 120788 w 141308"/>
                  <a:gd name="csY3" fmla="*/ 20921 h 141488"/>
                  <a:gd name="csX4" fmla="*/ 70828 w 141308"/>
                  <a:gd name="csY4" fmla="*/ 201 h 141488"/>
                  <a:gd name="csX5" fmla="*/ 20868 w 141308"/>
                  <a:gd name="csY5" fmla="*/ 20921 h 141488"/>
                  <a:gd name="csX6" fmla="*/ 174 w 141308"/>
                  <a:gd name="csY6" fmla="*/ 70945 h 141488"/>
                  <a:gd name="csX7" fmla="*/ 20868 w 141308"/>
                  <a:gd name="csY7" fmla="*/ 120969 h 141488"/>
                  <a:gd name="csX8" fmla="*/ 70828 w 141308"/>
                  <a:gd name="csY8" fmla="*/ 14168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8" y="141689"/>
                    </a:moveTo>
                    <a:cubicBezTo>
                      <a:pt x="89566" y="141689"/>
                      <a:pt x="107538" y="134235"/>
                      <a:pt x="120788" y="120969"/>
                    </a:cubicBezTo>
                    <a:cubicBezTo>
                      <a:pt x="134037" y="107702"/>
                      <a:pt x="141482" y="89707"/>
                      <a:pt x="141482" y="70945"/>
                    </a:cubicBezTo>
                    <a:cubicBezTo>
                      <a:pt x="141482" y="52183"/>
                      <a:pt x="134037" y="34188"/>
                      <a:pt x="120788" y="20921"/>
                    </a:cubicBezTo>
                    <a:cubicBezTo>
                      <a:pt x="107538" y="7655"/>
                      <a:pt x="89566" y="201"/>
                      <a:pt x="70828" y="201"/>
                    </a:cubicBezTo>
                    <a:cubicBezTo>
                      <a:pt x="52090" y="201"/>
                      <a:pt x="34118" y="7655"/>
                      <a:pt x="20868" y="20921"/>
                    </a:cubicBezTo>
                    <a:cubicBezTo>
                      <a:pt x="7618" y="34188"/>
                      <a:pt x="174" y="52183"/>
                      <a:pt x="174" y="70945"/>
                    </a:cubicBezTo>
                    <a:cubicBezTo>
                      <a:pt x="174" y="89707"/>
                      <a:pt x="7618" y="107702"/>
                      <a:pt x="20868" y="120969"/>
                    </a:cubicBezTo>
                    <a:cubicBezTo>
                      <a:pt x="34118" y="134235"/>
                      <a:pt x="52090" y="141689"/>
                      <a:pt x="70828" y="141689"/>
                    </a:cubicBezTo>
                    <a:close/>
                  </a:path>
                </a:pathLst>
              </a:custGeom>
              <a:solidFill>
                <a:srgbClr val="3E4C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7" name="任意多边形: 形状 1906"/>
              <p:cNvSpPr/>
              <p:nvPr/>
            </p:nvSpPr>
            <p:spPr>
              <a:xfrm>
                <a:off x="13404824" y="19903000"/>
                <a:ext cx="223200" cy="223200"/>
              </a:xfrm>
              <a:custGeom>
                <a:avLst/>
                <a:gdLst>
                  <a:gd name="csX0" fmla="*/ 70848 w 141308"/>
                  <a:gd name="csY0" fmla="*/ 141694 h 141488"/>
                  <a:gd name="csX1" fmla="*/ 120807 w 141308"/>
                  <a:gd name="csY1" fmla="*/ 120974 h 141488"/>
                  <a:gd name="csX2" fmla="*/ 141502 w 141308"/>
                  <a:gd name="csY2" fmla="*/ 70950 h 141488"/>
                  <a:gd name="csX3" fmla="*/ 120807 w 141308"/>
                  <a:gd name="csY3" fmla="*/ 20927 h 141488"/>
                  <a:gd name="csX4" fmla="*/ 70848 w 141308"/>
                  <a:gd name="csY4" fmla="*/ 206 h 141488"/>
                  <a:gd name="csX5" fmla="*/ 20888 w 141308"/>
                  <a:gd name="csY5" fmla="*/ 20927 h 141488"/>
                  <a:gd name="csX6" fmla="*/ 194 w 141308"/>
                  <a:gd name="csY6" fmla="*/ 70950 h 141488"/>
                  <a:gd name="csX7" fmla="*/ 20888 w 141308"/>
                  <a:gd name="csY7" fmla="*/ 120974 h 141488"/>
                  <a:gd name="csX8" fmla="*/ 70848 w 141308"/>
                  <a:gd name="csY8" fmla="*/ 14169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8" y="141694"/>
                    </a:moveTo>
                    <a:cubicBezTo>
                      <a:pt x="89585" y="141694"/>
                      <a:pt x="107558" y="134240"/>
                      <a:pt x="120807" y="120974"/>
                    </a:cubicBezTo>
                    <a:cubicBezTo>
                      <a:pt x="134057" y="107708"/>
                      <a:pt x="141502" y="89712"/>
                      <a:pt x="141502" y="70950"/>
                    </a:cubicBezTo>
                    <a:cubicBezTo>
                      <a:pt x="141502" y="52189"/>
                      <a:pt x="134057" y="34193"/>
                      <a:pt x="120807" y="20927"/>
                    </a:cubicBezTo>
                    <a:cubicBezTo>
                      <a:pt x="107558" y="7660"/>
                      <a:pt x="89585" y="206"/>
                      <a:pt x="70848" y="206"/>
                    </a:cubicBezTo>
                    <a:cubicBezTo>
                      <a:pt x="52110" y="206"/>
                      <a:pt x="34137" y="7660"/>
                      <a:pt x="20888" y="20927"/>
                    </a:cubicBezTo>
                    <a:cubicBezTo>
                      <a:pt x="7638" y="34193"/>
                      <a:pt x="194" y="52189"/>
                      <a:pt x="194" y="70950"/>
                    </a:cubicBezTo>
                    <a:cubicBezTo>
                      <a:pt x="194" y="89712"/>
                      <a:pt x="7638" y="107708"/>
                      <a:pt x="20888" y="120974"/>
                    </a:cubicBezTo>
                    <a:cubicBezTo>
                      <a:pt x="34137" y="134240"/>
                      <a:pt x="52110" y="141694"/>
                      <a:pt x="70848" y="141694"/>
                    </a:cubicBezTo>
                    <a:close/>
                  </a:path>
                </a:pathLst>
              </a:custGeom>
              <a:solidFill>
                <a:srgbClr val="424186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8" name="任意多边形: 形状 1907"/>
              <p:cNvSpPr/>
              <p:nvPr/>
            </p:nvSpPr>
            <p:spPr>
              <a:xfrm>
                <a:off x="13304775" y="20536835"/>
                <a:ext cx="223200" cy="223200"/>
              </a:xfrm>
              <a:custGeom>
                <a:avLst/>
                <a:gdLst>
                  <a:gd name="csX0" fmla="*/ 70844 w 141308"/>
                  <a:gd name="csY0" fmla="*/ 141715 h 141488"/>
                  <a:gd name="csX1" fmla="*/ 120804 w 141308"/>
                  <a:gd name="csY1" fmla="*/ 120995 h 141488"/>
                  <a:gd name="csX2" fmla="*/ 141498 w 141308"/>
                  <a:gd name="csY2" fmla="*/ 70971 h 141488"/>
                  <a:gd name="csX3" fmla="*/ 120804 w 141308"/>
                  <a:gd name="csY3" fmla="*/ 20947 h 141488"/>
                  <a:gd name="csX4" fmla="*/ 70844 w 141308"/>
                  <a:gd name="csY4" fmla="*/ 227 h 141488"/>
                  <a:gd name="csX5" fmla="*/ 20884 w 141308"/>
                  <a:gd name="csY5" fmla="*/ 20947 h 141488"/>
                  <a:gd name="csX6" fmla="*/ 190 w 141308"/>
                  <a:gd name="csY6" fmla="*/ 70971 h 141488"/>
                  <a:gd name="csX7" fmla="*/ 20884 w 141308"/>
                  <a:gd name="csY7" fmla="*/ 120995 h 141488"/>
                  <a:gd name="csX8" fmla="*/ 70844 w 141308"/>
                  <a:gd name="csY8" fmla="*/ 14171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4" y="141715"/>
                    </a:moveTo>
                    <a:cubicBezTo>
                      <a:pt x="89582" y="141715"/>
                      <a:pt x="107555" y="134261"/>
                      <a:pt x="120804" y="120995"/>
                    </a:cubicBezTo>
                    <a:cubicBezTo>
                      <a:pt x="134054" y="107728"/>
                      <a:pt x="141498" y="89733"/>
                      <a:pt x="141498" y="70971"/>
                    </a:cubicBezTo>
                    <a:cubicBezTo>
                      <a:pt x="141498" y="52210"/>
                      <a:pt x="134054" y="34214"/>
                      <a:pt x="120804" y="20947"/>
                    </a:cubicBezTo>
                    <a:cubicBezTo>
                      <a:pt x="107555" y="7681"/>
                      <a:pt x="89582" y="227"/>
                      <a:pt x="70844" y="227"/>
                    </a:cubicBezTo>
                    <a:cubicBezTo>
                      <a:pt x="52107" y="227"/>
                      <a:pt x="34134" y="7681"/>
                      <a:pt x="20884" y="20947"/>
                    </a:cubicBezTo>
                    <a:cubicBezTo>
                      <a:pt x="7635" y="34214"/>
                      <a:pt x="190" y="52210"/>
                      <a:pt x="190" y="70971"/>
                    </a:cubicBezTo>
                    <a:cubicBezTo>
                      <a:pt x="190" y="89733"/>
                      <a:pt x="7635" y="107728"/>
                      <a:pt x="20884" y="120995"/>
                    </a:cubicBezTo>
                    <a:cubicBezTo>
                      <a:pt x="34134" y="134261"/>
                      <a:pt x="52107" y="141715"/>
                      <a:pt x="70844" y="141715"/>
                    </a:cubicBezTo>
                    <a:close/>
                  </a:path>
                </a:pathLst>
              </a:custGeom>
              <a:solidFill>
                <a:srgbClr val="3460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09" name="任意多边形: 形状 1908"/>
              <p:cNvSpPr/>
              <p:nvPr/>
            </p:nvSpPr>
            <p:spPr>
              <a:xfrm>
                <a:off x="15484388" y="18308225"/>
                <a:ext cx="223200" cy="223200"/>
              </a:xfrm>
              <a:custGeom>
                <a:avLst/>
                <a:gdLst>
                  <a:gd name="csX0" fmla="*/ 70916 w 141308"/>
                  <a:gd name="csY0" fmla="*/ 141642 h 141488"/>
                  <a:gd name="csX1" fmla="*/ 120876 w 141308"/>
                  <a:gd name="csY1" fmla="*/ 120921 h 141488"/>
                  <a:gd name="csX2" fmla="*/ 141570 w 141308"/>
                  <a:gd name="csY2" fmla="*/ 70898 h 141488"/>
                  <a:gd name="csX3" fmla="*/ 120876 w 141308"/>
                  <a:gd name="csY3" fmla="*/ 20874 h 141488"/>
                  <a:gd name="csX4" fmla="*/ 70916 w 141308"/>
                  <a:gd name="csY4" fmla="*/ 153 h 141488"/>
                  <a:gd name="csX5" fmla="*/ 20956 w 141308"/>
                  <a:gd name="csY5" fmla="*/ 20874 h 141488"/>
                  <a:gd name="csX6" fmla="*/ 262 w 141308"/>
                  <a:gd name="csY6" fmla="*/ 70898 h 141488"/>
                  <a:gd name="csX7" fmla="*/ 20956 w 141308"/>
                  <a:gd name="csY7" fmla="*/ 120921 h 141488"/>
                  <a:gd name="csX8" fmla="*/ 70916 w 141308"/>
                  <a:gd name="csY8" fmla="*/ 14164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16" y="141642"/>
                    </a:moveTo>
                    <a:cubicBezTo>
                      <a:pt x="89654" y="141642"/>
                      <a:pt x="107627" y="134188"/>
                      <a:pt x="120876" y="120921"/>
                    </a:cubicBezTo>
                    <a:cubicBezTo>
                      <a:pt x="134126" y="107655"/>
                      <a:pt x="141570" y="89659"/>
                      <a:pt x="141570" y="70898"/>
                    </a:cubicBezTo>
                    <a:cubicBezTo>
                      <a:pt x="141570" y="52136"/>
                      <a:pt x="134126" y="34140"/>
                      <a:pt x="120876" y="20874"/>
                    </a:cubicBezTo>
                    <a:cubicBezTo>
                      <a:pt x="107627" y="7607"/>
                      <a:pt x="89654" y="153"/>
                      <a:pt x="70916" y="153"/>
                    </a:cubicBezTo>
                    <a:cubicBezTo>
                      <a:pt x="52179" y="153"/>
                      <a:pt x="34206" y="7607"/>
                      <a:pt x="20956" y="20874"/>
                    </a:cubicBezTo>
                    <a:cubicBezTo>
                      <a:pt x="7707" y="34140"/>
                      <a:pt x="262" y="52136"/>
                      <a:pt x="262" y="70898"/>
                    </a:cubicBezTo>
                    <a:cubicBezTo>
                      <a:pt x="262" y="89659"/>
                      <a:pt x="7707" y="107655"/>
                      <a:pt x="20956" y="120921"/>
                    </a:cubicBezTo>
                    <a:cubicBezTo>
                      <a:pt x="34206" y="134188"/>
                      <a:pt x="52179" y="141642"/>
                      <a:pt x="70916" y="141642"/>
                    </a:cubicBezTo>
                    <a:close/>
                  </a:path>
                </a:pathLst>
              </a:custGeom>
              <a:solidFill>
                <a:srgbClr val="1F9A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0" name="任意多边形: 形状 1909"/>
              <p:cNvSpPr/>
              <p:nvPr/>
            </p:nvSpPr>
            <p:spPr>
              <a:xfrm>
                <a:off x="12681515" y="19057433"/>
                <a:ext cx="223200" cy="223200"/>
              </a:xfrm>
              <a:custGeom>
                <a:avLst/>
                <a:gdLst>
                  <a:gd name="csX0" fmla="*/ 70824 w 141308"/>
                  <a:gd name="csY0" fmla="*/ 141667 h 141488"/>
                  <a:gd name="csX1" fmla="*/ 120784 w 141308"/>
                  <a:gd name="csY1" fmla="*/ 120946 h 141488"/>
                  <a:gd name="csX2" fmla="*/ 141478 w 141308"/>
                  <a:gd name="csY2" fmla="*/ 70922 h 141488"/>
                  <a:gd name="csX3" fmla="*/ 120784 w 141308"/>
                  <a:gd name="csY3" fmla="*/ 20899 h 141488"/>
                  <a:gd name="csX4" fmla="*/ 70824 w 141308"/>
                  <a:gd name="csY4" fmla="*/ 178 h 141488"/>
                  <a:gd name="csX5" fmla="*/ 20864 w 141308"/>
                  <a:gd name="csY5" fmla="*/ 20899 h 141488"/>
                  <a:gd name="csX6" fmla="*/ 170 w 141308"/>
                  <a:gd name="csY6" fmla="*/ 70922 h 141488"/>
                  <a:gd name="csX7" fmla="*/ 20864 w 141308"/>
                  <a:gd name="csY7" fmla="*/ 120946 h 141488"/>
                  <a:gd name="csX8" fmla="*/ 70824 w 141308"/>
                  <a:gd name="csY8" fmla="*/ 14166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4" y="141667"/>
                    </a:moveTo>
                    <a:cubicBezTo>
                      <a:pt x="89561" y="141667"/>
                      <a:pt x="107534" y="134212"/>
                      <a:pt x="120784" y="120946"/>
                    </a:cubicBezTo>
                    <a:cubicBezTo>
                      <a:pt x="134033" y="107680"/>
                      <a:pt x="141478" y="89684"/>
                      <a:pt x="141478" y="70922"/>
                    </a:cubicBezTo>
                    <a:cubicBezTo>
                      <a:pt x="141478" y="52161"/>
                      <a:pt x="134033" y="34165"/>
                      <a:pt x="120784" y="20899"/>
                    </a:cubicBezTo>
                    <a:cubicBezTo>
                      <a:pt x="107534" y="7632"/>
                      <a:pt x="89561" y="178"/>
                      <a:pt x="70824" y="178"/>
                    </a:cubicBezTo>
                    <a:cubicBezTo>
                      <a:pt x="52086" y="178"/>
                      <a:pt x="34113" y="7632"/>
                      <a:pt x="20864" y="20899"/>
                    </a:cubicBezTo>
                    <a:cubicBezTo>
                      <a:pt x="7614" y="34165"/>
                      <a:pt x="170" y="52161"/>
                      <a:pt x="170" y="70922"/>
                    </a:cubicBezTo>
                    <a:cubicBezTo>
                      <a:pt x="170" y="89684"/>
                      <a:pt x="7614" y="107680"/>
                      <a:pt x="20864" y="120946"/>
                    </a:cubicBezTo>
                    <a:cubicBezTo>
                      <a:pt x="34113" y="134212"/>
                      <a:pt x="52086" y="141667"/>
                      <a:pt x="70824" y="141667"/>
                    </a:cubicBezTo>
                    <a:close/>
                  </a:path>
                </a:pathLst>
              </a:custGeom>
              <a:solidFill>
                <a:srgbClr val="365C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1" name="任意多边形: 形状 1910"/>
              <p:cNvSpPr/>
              <p:nvPr/>
            </p:nvSpPr>
            <p:spPr>
              <a:xfrm>
                <a:off x="12518846" y="19986708"/>
                <a:ext cx="223200" cy="223200"/>
              </a:xfrm>
              <a:custGeom>
                <a:avLst/>
                <a:gdLst>
                  <a:gd name="csX0" fmla="*/ 70818 w 141308"/>
                  <a:gd name="csY0" fmla="*/ 141697 h 141488"/>
                  <a:gd name="csX1" fmla="*/ 120778 w 141308"/>
                  <a:gd name="csY1" fmla="*/ 120977 h 141488"/>
                  <a:gd name="csX2" fmla="*/ 141472 w 141308"/>
                  <a:gd name="csY2" fmla="*/ 70953 h 141488"/>
                  <a:gd name="csX3" fmla="*/ 120778 w 141308"/>
                  <a:gd name="csY3" fmla="*/ 20929 h 141488"/>
                  <a:gd name="csX4" fmla="*/ 70818 w 141308"/>
                  <a:gd name="csY4" fmla="*/ 209 h 141488"/>
                  <a:gd name="csX5" fmla="*/ 20858 w 141308"/>
                  <a:gd name="csY5" fmla="*/ 20929 h 141488"/>
                  <a:gd name="csX6" fmla="*/ 164 w 141308"/>
                  <a:gd name="csY6" fmla="*/ 70953 h 141488"/>
                  <a:gd name="csX7" fmla="*/ 20858 w 141308"/>
                  <a:gd name="csY7" fmla="*/ 120977 h 141488"/>
                  <a:gd name="csX8" fmla="*/ 70818 w 141308"/>
                  <a:gd name="csY8" fmla="*/ 14169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8" y="141697"/>
                    </a:moveTo>
                    <a:cubicBezTo>
                      <a:pt x="89556" y="141697"/>
                      <a:pt x="107529" y="134243"/>
                      <a:pt x="120778" y="120977"/>
                    </a:cubicBezTo>
                    <a:cubicBezTo>
                      <a:pt x="134028" y="107710"/>
                      <a:pt x="141472" y="89715"/>
                      <a:pt x="141472" y="70953"/>
                    </a:cubicBezTo>
                    <a:cubicBezTo>
                      <a:pt x="141472" y="52191"/>
                      <a:pt x="134028" y="34196"/>
                      <a:pt x="120778" y="20929"/>
                    </a:cubicBezTo>
                    <a:cubicBezTo>
                      <a:pt x="107529" y="7663"/>
                      <a:pt x="89556" y="209"/>
                      <a:pt x="70818" y="209"/>
                    </a:cubicBezTo>
                    <a:cubicBezTo>
                      <a:pt x="52081" y="209"/>
                      <a:pt x="34108" y="7663"/>
                      <a:pt x="20858" y="20929"/>
                    </a:cubicBezTo>
                    <a:cubicBezTo>
                      <a:pt x="7609" y="34196"/>
                      <a:pt x="164" y="52191"/>
                      <a:pt x="164" y="70953"/>
                    </a:cubicBezTo>
                    <a:cubicBezTo>
                      <a:pt x="164" y="89715"/>
                      <a:pt x="7609" y="107710"/>
                      <a:pt x="20858" y="120977"/>
                    </a:cubicBezTo>
                    <a:cubicBezTo>
                      <a:pt x="34108" y="134243"/>
                      <a:pt x="52081" y="141697"/>
                      <a:pt x="70818" y="141697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2" name="任意多边形: 形状 1911"/>
              <p:cNvSpPr/>
              <p:nvPr/>
            </p:nvSpPr>
            <p:spPr>
              <a:xfrm>
                <a:off x="11730302" y="19286734"/>
                <a:ext cx="223200" cy="223200"/>
              </a:xfrm>
              <a:custGeom>
                <a:avLst/>
                <a:gdLst>
                  <a:gd name="csX0" fmla="*/ 70792 w 141308"/>
                  <a:gd name="csY0" fmla="*/ 141674 h 141488"/>
                  <a:gd name="csX1" fmla="*/ 120752 w 141308"/>
                  <a:gd name="csY1" fmla="*/ 120954 h 141488"/>
                  <a:gd name="csX2" fmla="*/ 141446 w 141308"/>
                  <a:gd name="csY2" fmla="*/ 70930 h 141488"/>
                  <a:gd name="csX3" fmla="*/ 120752 w 141308"/>
                  <a:gd name="csY3" fmla="*/ 20906 h 141488"/>
                  <a:gd name="csX4" fmla="*/ 70792 w 141308"/>
                  <a:gd name="csY4" fmla="*/ 186 h 141488"/>
                  <a:gd name="csX5" fmla="*/ 20832 w 141308"/>
                  <a:gd name="csY5" fmla="*/ 20906 h 141488"/>
                  <a:gd name="csX6" fmla="*/ 138 w 141308"/>
                  <a:gd name="csY6" fmla="*/ 70930 h 141488"/>
                  <a:gd name="csX7" fmla="*/ 20832 w 141308"/>
                  <a:gd name="csY7" fmla="*/ 120954 h 141488"/>
                  <a:gd name="csX8" fmla="*/ 70792 w 141308"/>
                  <a:gd name="csY8" fmla="*/ 141674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92" y="141674"/>
                    </a:moveTo>
                    <a:cubicBezTo>
                      <a:pt x="89530" y="141674"/>
                      <a:pt x="107503" y="134220"/>
                      <a:pt x="120752" y="120954"/>
                    </a:cubicBezTo>
                    <a:cubicBezTo>
                      <a:pt x="134002" y="107687"/>
                      <a:pt x="141446" y="89691"/>
                      <a:pt x="141446" y="70930"/>
                    </a:cubicBezTo>
                    <a:cubicBezTo>
                      <a:pt x="141446" y="52168"/>
                      <a:pt x="134002" y="34173"/>
                      <a:pt x="120752" y="20906"/>
                    </a:cubicBezTo>
                    <a:cubicBezTo>
                      <a:pt x="107503" y="7640"/>
                      <a:pt x="89530" y="186"/>
                      <a:pt x="70792" y="186"/>
                    </a:cubicBezTo>
                    <a:cubicBezTo>
                      <a:pt x="52054" y="186"/>
                      <a:pt x="34082" y="7640"/>
                      <a:pt x="20832" y="20906"/>
                    </a:cubicBezTo>
                    <a:cubicBezTo>
                      <a:pt x="7583" y="34173"/>
                      <a:pt x="138" y="52168"/>
                      <a:pt x="138" y="70930"/>
                    </a:cubicBezTo>
                    <a:cubicBezTo>
                      <a:pt x="138" y="89691"/>
                      <a:pt x="7583" y="107687"/>
                      <a:pt x="20832" y="120954"/>
                    </a:cubicBezTo>
                    <a:cubicBezTo>
                      <a:pt x="34082" y="134220"/>
                      <a:pt x="52054" y="141674"/>
                      <a:pt x="70792" y="141674"/>
                    </a:cubicBezTo>
                    <a:close/>
                  </a:path>
                </a:pathLst>
              </a:custGeom>
              <a:solidFill>
                <a:srgbClr val="287D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3" name="任意多边形: 形状 1912"/>
              <p:cNvSpPr/>
              <p:nvPr/>
            </p:nvSpPr>
            <p:spPr>
              <a:xfrm>
                <a:off x="13726452" y="18695919"/>
                <a:ext cx="223200" cy="223200"/>
              </a:xfrm>
              <a:custGeom>
                <a:avLst/>
                <a:gdLst>
                  <a:gd name="csX0" fmla="*/ 70858 w 141308"/>
                  <a:gd name="csY0" fmla="*/ 141655 h 141488"/>
                  <a:gd name="csX1" fmla="*/ 120818 w 141308"/>
                  <a:gd name="csY1" fmla="*/ 120934 h 141488"/>
                  <a:gd name="csX2" fmla="*/ 141512 w 141308"/>
                  <a:gd name="csY2" fmla="*/ 70910 h 141488"/>
                  <a:gd name="csX3" fmla="*/ 120818 w 141308"/>
                  <a:gd name="csY3" fmla="*/ 20887 h 141488"/>
                  <a:gd name="csX4" fmla="*/ 70858 w 141308"/>
                  <a:gd name="csY4" fmla="*/ 166 h 141488"/>
                  <a:gd name="csX5" fmla="*/ 20898 w 141308"/>
                  <a:gd name="csY5" fmla="*/ 20887 h 141488"/>
                  <a:gd name="csX6" fmla="*/ 204 w 141308"/>
                  <a:gd name="csY6" fmla="*/ 70910 h 141488"/>
                  <a:gd name="csX7" fmla="*/ 20898 w 141308"/>
                  <a:gd name="csY7" fmla="*/ 120934 h 141488"/>
                  <a:gd name="csX8" fmla="*/ 70858 w 141308"/>
                  <a:gd name="csY8" fmla="*/ 14165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8" y="141655"/>
                    </a:moveTo>
                    <a:cubicBezTo>
                      <a:pt x="89596" y="141655"/>
                      <a:pt x="107569" y="134201"/>
                      <a:pt x="120818" y="120934"/>
                    </a:cubicBezTo>
                    <a:cubicBezTo>
                      <a:pt x="134068" y="107668"/>
                      <a:pt x="141512" y="89672"/>
                      <a:pt x="141512" y="70910"/>
                    </a:cubicBezTo>
                    <a:cubicBezTo>
                      <a:pt x="141512" y="52149"/>
                      <a:pt x="134068" y="34153"/>
                      <a:pt x="120818" y="20887"/>
                    </a:cubicBezTo>
                    <a:cubicBezTo>
                      <a:pt x="107569" y="7620"/>
                      <a:pt x="89596" y="166"/>
                      <a:pt x="70858" y="166"/>
                    </a:cubicBezTo>
                    <a:cubicBezTo>
                      <a:pt x="52121" y="166"/>
                      <a:pt x="34148" y="7620"/>
                      <a:pt x="20898" y="20887"/>
                    </a:cubicBezTo>
                    <a:cubicBezTo>
                      <a:pt x="7649" y="34153"/>
                      <a:pt x="204" y="52149"/>
                      <a:pt x="204" y="70910"/>
                    </a:cubicBezTo>
                    <a:cubicBezTo>
                      <a:pt x="204" y="89672"/>
                      <a:pt x="7649" y="107668"/>
                      <a:pt x="20898" y="120934"/>
                    </a:cubicBezTo>
                    <a:cubicBezTo>
                      <a:pt x="34148" y="134201"/>
                      <a:pt x="52121" y="141655"/>
                      <a:pt x="70858" y="141655"/>
                    </a:cubicBezTo>
                    <a:close/>
                  </a:path>
                </a:pathLst>
              </a:custGeom>
              <a:solidFill>
                <a:srgbClr val="355F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4" name="任意多边形: 形状 1913"/>
              <p:cNvSpPr/>
              <p:nvPr/>
            </p:nvSpPr>
            <p:spPr>
              <a:xfrm>
                <a:off x="14288964" y="20624277"/>
                <a:ext cx="223200" cy="223200"/>
              </a:xfrm>
              <a:custGeom>
                <a:avLst/>
                <a:gdLst>
                  <a:gd name="csX0" fmla="*/ 70877 w 141308"/>
                  <a:gd name="csY0" fmla="*/ 141718 h 141488"/>
                  <a:gd name="csX1" fmla="*/ 120837 w 141308"/>
                  <a:gd name="csY1" fmla="*/ 120998 h 141488"/>
                  <a:gd name="csX2" fmla="*/ 141531 w 141308"/>
                  <a:gd name="csY2" fmla="*/ 70974 h 141488"/>
                  <a:gd name="csX3" fmla="*/ 120837 w 141308"/>
                  <a:gd name="csY3" fmla="*/ 20950 h 141488"/>
                  <a:gd name="csX4" fmla="*/ 70877 w 141308"/>
                  <a:gd name="csY4" fmla="*/ 230 h 141488"/>
                  <a:gd name="csX5" fmla="*/ 20917 w 141308"/>
                  <a:gd name="csY5" fmla="*/ 20950 h 141488"/>
                  <a:gd name="csX6" fmla="*/ 223 w 141308"/>
                  <a:gd name="csY6" fmla="*/ 70974 h 141488"/>
                  <a:gd name="csX7" fmla="*/ 20917 w 141308"/>
                  <a:gd name="csY7" fmla="*/ 120998 h 141488"/>
                  <a:gd name="csX8" fmla="*/ 70877 w 141308"/>
                  <a:gd name="csY8" fmla="*/ 14171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718"/>
                    </a:moveTo>
                    <a:cubicBezTo>
                      <a:pt x="89614" y="141718"/>
                      <a:pt x="107587" y="134264"/>
                      <a:pt x="120837" y="120998"/>
                    </a:cubicBezTo>
                    <a:cubicBezTo>
                      <a:pt x="134086" y="107731"/>
                      <a:pt x="141531" y="89736"/>
                      <a:pt x="141531" y="70974"/>
                    </a:cubicBezTo>
                    <a:cubicBezTo>
                      <a:pt x="141531" y="52212"/>
                      <a:pt x="134086" y="34217"/>
                      <a:pt x="120837" y="20950"/>
                    </a:cubicBezTo>
                    <a:cubicBezTo>
                      <a:pt x="107587" y="7684"/>
                      <a:pt x="89614" y="230"/>
                      <a:pt x="70877" y="230"/>
                    </a:cubicBezTo>
                    <a:cubicBezTo>
                      <a:pt x="52139" y="230"/>
                      <a:pt x="34166" y="7684"/>
                      <a:pt x="20917" y="20950"/>
                    </a:cubicBezTo>
                    <a:cubicBezTo>
                      <a:pt x="7667" y="34217"/>
                      <a:pt x="223" y="52212"/>
                      <a:pt x="223" y="70974"/>
                    </a:cubicBezTo>
                    <a:cubicBezTo>
                      <a:pt x="223" y="89736"/>
                      <a:pt x="7667" y="107731"/>
                      <a:pt x="20917" y="120998"/>
                    </a:cubicBezTo>
                    <a:cubicBezTo>
                      <a:pt x="34166" y="134264"/>
                      <a:pt x="52139" y="141718"/>
                      <a:pt x="70877" y="141718"/>
                    </a:cubicBezTo>
                    <a:close/>
                  </a:path>
                </a:pathLst>
              </a:custGeom>
              <a:solidFill>
                <a:srgbClr val="2E6F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5" name="任意多边形: 形状 1914"/>
              <p:cNvSpPr/>
              <p:nvPr/>
            </p:nvSpPr>
            <p:spPr>
              <a:xfrm>
                <a:off x="13971508" y="19014305"/>
                <a:ext cx="223200" cy="223200"/>
              </a:xfrm>
              <a:custGeom>
                <a:avLst/>
                <a:gdLst>
                  <a:gd name="csX0" fmla="*/ 70866 w 141308"/>
                  <a:gd name="csY0" fmla="*/ 141665 h 141488"/>
                  <a:gd name="csX1" fmla="*/ 120826 w 141308"/>
                  <a:gd name="csY1" fmla="*/ 120945 h 141488"/>
                  <a:gd name="csX2" fmla="*/ 141520 w 141308"/>
                  <a:gd name="csY2" fmla="*/ 70921 h 141488"/>
                  <a:gd name="csX3" fmla="*/ 120826 w 141308"/>
                  <a:gd name="csY3" fmla="*/ 20897 h 141488"/>
                  <a:gd name="csX4" fmla="*/ 70866 w 141308"/>
                  <a:gd name="csY4" fmla="*/ 177 h 141488"/>
                  <a:gd name="csX5" fmla="*/ 20906 w 141308"/>
                  <a:gd name="csY5" fmla="*/ 20897 h 141488"/>
                  <a:gd name="csX6" fmla="*/ 212 w 141308"/>
                  <a:gd name="csY6" fmla="*/ 70921 h 141488"/>
                  <a:gd name="csX7" fmla="*/ 20906 w 141308"/>
                  <a:gd name="csY7" fmla="*/ 120945 h 141488"/>
                  <a:gd name="csX8" fmla="*/ 70866 w 141308"/>
                  <a:gd name="csY8" fmla="*/ 14166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6" y="141665"/>
                    </a:moveTo>
                    <a:cubicBezTo>
                      <a:pt x="89604" y="141665"/>
                      <a:pt x="107577" y="134211"/>
                      <a:pt x="120826" y="120945"/>
                    </a:cubicBezTo>
                    <a:cubicBezTo>
                      <a:pt x="134076" y="107678"/>
                      <a:pt x="141520" y="89682"/>
                      <a:pt x="141520" y="70921"/>
                    </a:cubicBezTo>
                    <a:cubicBezTo>
                      <a:pt x="141520" y="52159"/>
                      <a:pt x="134076" y="34164"/>
                      <a:pt x="120826" y="20897"/>
                    </a:cubicBezTo>
                    <a:cubicBezTo>
                      <a:pt x="107577" y="7631"/>
                      <a:pt x="89604" y="177"/>
                      <a:pt x="70866" y="177"/>
                    </a:cubicBezTo>
                    <a:cubicBezTo>
                      <a:pt x="52129" y="177"/>
                      <a:pt x="34156" y="7631"/>
                      <a:pt x="20906" y="20897"/>
                    </a:cubicBezTo>
                    <a:cubicBezTo>
                      <a:pt x="7657" y="34164"/>
                      <a:pt x="212" y="52159"/>
                      <a:pt x="212" y="70921"/>
                    </a:cubicBezTo>
                    <a:cubicBezTo>
                      <a:pt x="212" y="89682"/>
                      <a:pt x="7657" y="107678"/>
                      <a:pt x="20906" y="120945"/>
                    </a:cubicBezTo>
                    <a:cubicBezTo>
                      <a:pt x="34156" y="134211"/>
                      <a:pt x="52129" y="141665"/>
                      <a:pt x="70866" y="141665"/>
                    </a:cubicBezTo>
                    <a:close/>
                  </a:path>
                </a:pathLst>
              </a:custGeom>
              <a:solidFill>
                <a:srgbClr val="3955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6" name="任意多边形: 形状 1915"/>
              <p:cNvSpPr/>
              <p:nvPr/>
            </p:nvSpPr>
            <p:spPr>
              <a:xfrm>
                <a:off x="13333566" y="17572935"/>
                <a:ext cx="223200" cy="223200"/>
              </a:xfrm>
              <a:custGeom>
                <a:avLst/>
                <a:gdLst>
                  <a:gd name="csX0" fmla="*/ 70845 w 141308"/>
                  <a:gd name="csY0" fmla="*/ 141617 h 141488"/>
                  <a:gd name="csX1" fmla="*/ 120805 w 141308"/>
                  <a:gd name="csY1" fmla="*/ 120897 h 141488"/>
                  <a:gd name="csX2" fmla="*/ 141499 w 141308"/>
                  <a:gd name="csY2" fmla="*/ 70873 h 141488"/>
                  <a:gd name="csX3" fmla="*/ 120805 w 141308"/>
                  <a:gd name="csY3" fmla="*/ 20849 h 141488"/>
                  <a:gd name="csX4" fmla="*/ 70845 w 141308"/>
                  <a:gd name="csY4" fmla="*/ 129 h 141488"/>
                  <a:gd name="csX5" fmla="*/ 20885 w 141308"/>
                  <a:gd name="csY5" fmla="*/ 20849 h 141488"/>
                  <a:gd name="csX6" fmla="*/ 191 w 141308"/>
                  <a:gd name="csY6" fmla="*/ 70873 h 141488"/>
                  <a:gd name="csX7" fmla="*/ 20885 w 141308"/>
                  <a:gd name="csY7" fmla="*/ 120897 h 141488"/>
                  <a:gd name="csX8" fmla="*/ 70845 w 141308"/>
                  <a:gd name="csY8" fmla="*/ 14161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5" y="141617"/>
                    </a:moveTo>
                    <a:cubicBezTo>
                      <a:pt x="89583" y="141617"/>
                      <a:pt x="107556" y="134163"/>
                      <a:pt x="120805" y="120897"/>
                    </a:cubicBezTo>
                    <a:cubicBezTo>
                      <a:pt x="134055" y="107630"/>
                      <a:pt x="141499" y="89635"/>
                      <a:pt x="141499" y="70873"/>
                    </a:cubicBezTo>
                    <a:cubicBezTo>
                      <a:pt x="141499" y="52112"/>
                      <a:pt x="134055" y="34116"/>
                      <a:pt x="120805" y="20849"/>
                    </a:cubicBezTo>
                    <a:cubicBezTo>
                      <a:pt x="107556" y="7583"/>
                      <a:pt x="89583" y="129"/>
                      <a:pt x="70845" y="129"/>
                    </a:cubicBezTo>
                    <a:cubicBezTo>
                      <a:pt x="52108" y="129"/>
                      <a:pt x="34135" y="7583"/>
                      <a:pt x="20885" y="20849"/>
                    </a:cubicBezTo>
                    <a:cubicBezTo>
                      <a:pt x="7636" y="34116"/>
                      <a:pt x="191" y="52112"/>
                      <a:pt x="191" y="70873"/>
                    </a:cubicBezTo>
                    <a:cubicBezTo>
                      <a:pt x="191" y="89635"/>
                      <a:pt x="7636" y="107630"/>
                      <a:pt x="20885" y="120897"/>
                    </a:cubicBezTo>
                    <a:cubicBezTo>
                      <a:pt x="34135" y="134163"/>
                      <a:pt x="52108" y="141617"/>
                      <a:pt x="70845" y="141617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7" name="任意多边形: 形状 1916"/>
              <p:cNvSpPr/>
              <p:nvPr/>
            </p:nvSpPr>
            <p:spPr>
              <a:xfrm>
                <a:off x="14295477" y="18574418"/>
                <a:ext cx="223200" cy="223200"/>
              </a:xfrm>
              <a:custGeom>
                <a:avLst/>
                <a:gdLst>
                  <a:gd name="csX0" fmla="*/ 70877 w 141308"/>
                  <a:gd name="csY0" fmla="*/ 141651 h 141488"/>
                  <a:gd name="csX1" fmla="*/ 120837 w 141308"/>
                  <a:gd name="csY1" fmla="*/ 120930 h 141488"/>
                  <a:gd name="csX2" fmla="*/ 141531 w 141308"/>
                  <a:gd name="csY2" fmla="*/ 70906 h 141488"/>
                  <a:gd name="csX3" fmla="*/ 120837 w 141308"/>
                  <a:gd name="csY3" fmla="*/ 20883 h 141488"/>
                  <a:gd name="csX4" fmla="*/ 70877 w 141308"/>
                  <a:gd name="csY4" fmla="*/ 162 h 141488"/>
                  <a:gd name="csX5" fmla="*/ 20917 w 141308"/>
                  <a:gd name="csY5" fmla="*/ 20883 h 141488"/>
                  <a:gd name="csX6" fmla="*/ 223 w 141308"/>
                  <a:gd name="csY6" fmla="*/ 70906 h 141488"/>
                  <a:gd name="csX7" fmla="*/ 20917 w 141308"/>
                  <a:gd name="csY7" fmla="*/ 120930 h 141488"/>
                  <a:gd name="csX8" fmla="*/ 70877 w 141308"/>
                  <a:gd name="csY8" fmla="*/ 14165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51"/>
                    </a:moveTo>
                    <a:cubicBezTo>
                      <a:pt x="89615" y="141651"/>
                      <a:pt x="107587" y="134196"/>
                      <a:pt x="120837" y="120930"/>
                    </a:cubicBezTo>
                    <a:cubicBezTo>
                      <a:pt x="134086" y="107664"/>
                      <a:pt x="141531" y="89668"/>
                      <a:pt x="141531" y="70906"/>
                    </a:cubicBezTo>
                    <a:cubicBezTo>
                      <a:pt x="141531" y="52145"/>
                      <a:pt x="134086" y="34149"/>
                      <a:pt x="120837" y="20883"/>
                    </a:cubicBezTo>
                    <a:cubicBezTo>
                      <a:pt x="107587" y="7616"/>
                      <a:pt x="89615" y="162"/>
                      <a:pt x="70877" y="162"/>
                    </a:cubicBezTo>
                    <a:cubicBezTo>
                      <a:pt x="52139" y="162"/>
                      <a:pt x="34167" y="7616"/>
                      <a:pt x="20917" y="20883"/>
                    </a:cubicBezTo>
                    <a:cubicBezTo>
                      <a:pt x="7668" y="34149"/>
                      <a:pt x="223" y="52145"/>
                      <a:pt x="223" y="70906"/>
                    </a:cubicBezTo>
                    <a:cubicBezTo>
                      <a:pt x="223" y="89668"/>
                      <a:pt x="7668" y="107664"/>
                      <a:pt x="20917" y="120930"/>
                    </a:cubicBezTo>
                    <a:cubicBezTo>
                      <a:pt x="34167" y="134196"/>
                      <a:pt x="52139" y="141651"/>
                      <a:pt x="70877" y="141651"/>
                    </a:cubicBezTo>
                    <a:close/>
                  </a:path>
                </a:pathLst>
              </a:custGeom>
              <a:solidFill>
                <a:srgbClr val="2C7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8" name="任意多边形: 形状 1917"/>
              <p:cNvSpPr/>
              <p:nvPr/>
            </p:nvSpPr>
            <p:spPr>
              <a:xfrm>
                <a:off x="15946836" y="19364869"/>
                <a:ext cx="223200" cy="223200"/>
              </a:xfrm>
              <a:custGeom>
                <a:avLst/>
                <a:gdLst>
                  <a:gd name="csX0" fmla="*/ 70932 w 141308"/>
                  <a:gd name="csY0" fmla="*/ 141677 h 141488"/>
                  <a:gd name="csX1" fmla="*/ 120892 w 141308"/>
                  <a:gd name="csY1" fmla="*/ 120956 h 141488"/>
                  <a:gd name="csX2" fmla="*/ 141586 w 141308"/>
                  <a:gd name="csY2" fmla="*/ 70932 h 141488"/>
                  <a:gd name="csX3" fmla="*/ 120892 w 141308"/>
                  <a:gd name="csY3" fmla="*/ 20909 h 141488"/>
                  <a:gd name="csX4" fmla="*/ 70932 w 141308"/>
                  <a:gd name="csY4" fmla="*/ 188 h 141488"/>
                  <a:gd name="csX5" fmla="*/ 20972 w 141308"/>
                  <a:gd name="csY5" fmla="*/ 20909 h 141488"/>
                  <a:gd name="csX6" fmla="*/ 278 w 141308"/>
                  <a:gd name="csY6" fmla="*/ 70932 h 141488"/>
                  <a:gd name="csX7" fmla="*/ 20972 w 141308"/>
                  <a:gd name="csY7" fmla="*/ 120956 h 141488"/>
                  <a:gd name="csX8" fmla="*/ 70932 w 141308"/>
                  <a:gd name="csY8" fmla="*/ 14167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32" y="141677"/>
                    </a:moveTo>
                    <a:cubicBezTo>
                      <a:pt x="89669" y="141677"/>
                      <a:pt x="107642" y="134223"/>
                      <a:pt x="120892" y="120956"/>
                    </a:cubicBezTo>
                    <a:cubicBezTo>
                      <a:pt x="134141" y="107690"/>
                      <a:pt x="141586" y="89694"/>
                      <a:pt x="141586" y="70932"/>
                    </a:cubicBezTo>
                    <a:cubicBezTo>
                      <a:pt x="141586" y="52171"/>
                      <a:pt x="134141" y="34175"/>
                      <a:pt x="120892" y="20909"/>
                    </a:cubicBezTo>
                    <a:cubicBezTo>
                      <a:pt x="107642" y="7642"/>
                      <a:pt x="89669" y="188"/>
                      <a:pt x="70932" y="188"/>
                    </a:cubicBezTo>
                    <a:cubicBezTo>
                      <a:pt x="52194" y="188"/>
                      <a:pt x="34221" y="7642"/>
                      <a:pt x="20972" y="20909"/>
                    </a:cubicBezTo>
                    <a:cubicBezTo>
                      <a:pt x="7722" y="34175"/>
                      <a:pt x="278" y="52171"/>
                      <a:pt x="278" y="70932"/>
                    </a:cubicBezTo>
                    <a:cubicBezTo>
                      <a:pt x="278" y="89694"/>
                      <a:pt x="7722" y="107690"/>
                      <a:pt x="20972" y="120956"/>
                    </a:cubicBezTo>
                    <a:cubicBezTo>
                      <a:pt x="34221" y="134223"/>
                      <a:pt x="52194" y="141677"/>
                      <a:pt x="70932" y="141677"/>
                    </a:cubicBezTo>
                    <a:close/>
                  </a:path>
                </a:pathLst>
              </a:custGeom>
              <a:solidFill>
                <a:srgbClr val="1E9B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19" name="任意多边形: 形状 1918"/>
              <p:cNvSpPr/>
              <p:nvPr/>
            </p:nvSpPr>
            <p:spPr>
              <a:xfrm>
                <a:off x="13331200" y="18930906"/>
                <a:ext cx="223200" cy="223200"/>
              </a:xfrm>
              <a:custGeom>
                <a:avLst/>
                <a:gdLst>
                  <a:gd name="csX0" fmla="*/ 70845 w 141308"/>
                  <a:gd name="csY0" fmla="*/ 141662 h 141488"/>
                  <a:gd name="csX1" fmla="*/ 120805 w 141308"/>
                  <a:gd name="csY1" fmla="*/ 120942 h 141488"/>
                  <a:gd name="csX2" fmla="*/ 141499 w 141308"/>
                  <a:gd name="csY2" fmla="*/ 70918 h 141488"/>
                  <a:gd name="csX3" fmla="*/ 120805 w 141308"/>
                  <a:gd name="csY3" fmla="*/ 20894 h 141488"/>
                  <a:gd name="csX4" fmla="*/ 70845 w 141308"/>
                  <a:gd name="csY4" fmla="*/ 174 h 141488"/>
                  <a:gd name="csX5" fmla="*/ 20885 w 141308"/>
                  <a:gd name="csY5" fmla="*/ 20894 h 141488"/>
                  <a:gd name="csX6" fmla="*/ 191 w 141308"/>
                  <a:gd name="csY6" fmla="*/ 70918 h 141488"/>
                  <a:gd name="csX7" fmla="*/ 20885 w 141308"/>
                  <a:gd name="csY7" fmla="*/ 120942 h 141488"/>
                  <a:gd name="csX8" fmla="*/ 70845 w 141308"/>
                  <a:gd name="csY8" fmla="*/ 14166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5" y="141662"/>
                    </a:moveTo>
                    <a:cubicBezTo>
                      <a:pt x="89583" y="141662"/>
                      <a:pt x="107555" y="134208"/>
                      <a:pt x="120805" y="120942"/>
                    </a:cubicBezTo>
                    <a:cubicBezTo>
                      <a:pt x="134055" y="107675"/>
                      <a:pt x="141499" y="89680"/>
                      <a:pt x="141499" y="70918"/>
                    </a:cubicBezTo>
                    <a:cubicBezTo>
                      <a:pt x="141499" y="52156"/>
                      <a:pt x="134055" y="34161"/>
                      <a:pt x="120805" y="20894"/>
                    </a:cubicBezTo>
                    <a:cubicBezTo>
                      <a:pt x="107555" y="7628"/>
                      <a:pt x="89583" y="174"/>
                      <a:pt x="70845" y="174"/>
                    </a:cubicBezTo>
                    <a:cubicBezTo>
                      <a:pt x="52107" y="174"/>
                      <a:pt x="34135" y="7628"/>
                      <a:pt x="20885" y="20894"/>
                    </a:cubicBezTo>
                    <a:cubicBezTo>
                      <a:pt x="7636" y="34161"/>
                      <a:pt x="191" y="52156"/>
                      <a:pt x="191" y="70918"/>
                    </a:cubicBezTo>
                    <a:cubicBezTo>
                      <a:pt x="191" y="89680"/>
                      <a:pt x="7636" y="107675"/>
                      <a:pt x="20885" y="120942"/>
                    </a:cubicBezTo>
                    <a:cubicBezTo>
                      <a:pt x="34135" y="134208"/>
                      <a:pt x="52107" y="141662"/>
                      <a:pt x="70845" y="141662"/>
                    </a:cubicBezTo>
                    <a:close/>
                  </a:path>
                </a:pathLst>
              </a:custGeom>
              <a:solidFill>
                <a:srgbClr val="365D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0" name="任意多边形: 形状 1919"/>
              <p:cNvSpPr/>
              <p:nvPr/>
            </p:nvSpPr>
            <p:spPr>
              <a:xfrm>
                <a:off x="12797610" y="20420687"/>
                <a:ext cx="223200" cy="223200"/>
              </a:xfrm>
              <a:custGeom>
                <a:avLst/>
                <a:gdLst>
                  <a:gd name="csX0" fmla="*/ 70827 w 141308"/>
                  <a:gd name="csY0" fmla="*/ 141712 h 141488"/>
                  <a:gd name="csX1" fmla="*/ 120787 w 141308"/>
                  <a:gd name="csY1" fmla="*/ 120991 h 141488"/>
                  <a:gd name="csX2" fmla="*/ 141481 w 141308"/>
                  <a:gd name="csY2" fmla="*/ 70967 h 141488"/>
                  <a:gd name="csX3" fmla="*/ 120787 w 141308"/>
                  <a:gd name="csY3" fmla="*/ 20944 h 141488"/>
                  <a:gd name="csX4" fmla="*/ 70827 w 141308"/>
                  <a:gd name="csY4" fmla="*/ 223 h 141488"/>
                  <a:gd name="csX5" fmla="*/ 20868 w 141308"/>
                  <a:gd name="csY5" fmla="*/ 20944 h 141488"/>
                  <a:gd name="csX6" fmla="*/ 173 w 141308"/>
                  <a:gd name="csY6" fmla="*/ 70967 h 141488"/>
                  <a:gd name="csX7" fmla="*/ 20868 w 141308"/>
                  <a:gd name="csY7" fmla="*/ 120991 h 141488"/>
                  <a:gd name="csX8" fmla="*/ 70827 w 141308"/>
                  <a:gd name="csY8" fmla="*/ 14171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7" y="141712"/>
                    </a:moveTo>
                    <a:cubicBezTo>
                      <a:pt x="89565" y="141712"/>
                      <a:pt x="107538" y="134258"/>
                      <a:pt x="120787" y="120991"/>
                    </a:cubicBezTo>
                    <a:cubicBezTo>
                      <a:pt x="134037" y="107725"/>
                      <a:pt x="141481" y="89729"/>
                      <a:pt x="141481" y="70967"/>
                    </a:cubicBezTo>
                    <a:cubicBezTo>
                      <a:pt x="141481" y="52206"/>
                      <a:pt x="134037" y="34210"/>
                      <a:pt x="120787" y="20944"/>
                    </a:cubicBezTo>
                    <a:cubicBezTo>
                      <a:pt x="107538" y="7677"/>
                      <a:pt x="89565" y="223"/>
                      <a:pt x="70827" y="223"/>
                    </a:cubicBezTo>
                    <a:cubicBezTo>
                      <a:pt x="52090" y="223"/>
                      <a:pt x="34117" y="7677"/>
                      <a:pt x="20868" y="20944"/>
                    </a:cubicBezTo>
                    <a:cubicBezTo>
                      <a:pt x="7618" y="34210"/>
                      <a:pt x="173" y="52206"/>
                      <a:pt x="173" y="70967"/>
                    </a:cubicBezTo>
                    <a:cubicBezTo>
                      <a:pt x="173" y="89729"/>
                      <a:pt x="7618" y="107725"/>
                      <a:pt x="20868" y="120991"/>
                    </a:cubicBezTo>
                    <a:cubicBezTo>
                      <a:pt x="34117" y="134258"/>
                      <a:pt x="52090" y="141712"/>
                      <a:pt x="70827" y="141712"/>
                    </a:cubicBezTo>
                    <a:close/>
                  </a:path>
                </a:pathLst>
              </a:custGeom>
              <a:solidFill>
                <a:srgbClr val="2F6B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1" name="任意多边形: 形状 1920"/>
              <p:cNvSpPr/>
              <p:nvPr/>
            </p:nvSpPr>
            <p:spPr>
              <a:xfrm>
                <a:off x="13675188" y="19694610"/>
                <a:ext cx="223200" cy="223200"/>
              </a:xfrm>
              <a:custGeom>
                <a:avLst/>
                <a:gdLst>
                  <a:gd name="csX0" fmla="*/ 70856 w 141308"/>
                  <a:gd name="csY0" fmla="*/ 141688 h 141488"/>
                  <a:gd name="csX1" fmla="*/ 120816 w 141308"/>
                  <a:gd name="csY1" fmla="*/ 120967 h 141488"/>
                  <a:gd name="csX2" fmla="*/ 141510 w 141308"/>
                  <a:gd name="csY2" fmla="*/ 70943 h 141488"/>
                  <a:gd name="csX3" fmla="*/ 120816 w 141308"/>
                  <a:gd name="csY3" fmla="*/ 20920 h 141488"/>
                  <a:gd name="csX4" fmla="*/ 70856 w 141308"/>
                  <a:gd name="csY4" fmla="*/ 199 h 141488"/>
                  <a:gd name="csX5" fmla="*/ 20897 w 141308"/>
                  <a:gd name="csY5" fmla="*/ 20920 h 141488"/>
                  <a:gd name="csX6" fmla="*/ 202 w 141308"/>
                  <a:gd name="csY6" fmla="*/ 70943 h 141488"/>
                  <a:gd name="csX7" fmla="*/ 20897 w 141308"/>
                  <a:gd name="csY7" fmla="*/ 120967 h 141488"/>
                  <a:gd name="csX8" fmla="*/ 70856 w 141308"/>
                  <a:gd name="csY8" fmla="*/ 141688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6" y="141688"/>
                    </a:moveTo>
                    <a:cubicBezTo>
                      <a:pt x="89594" y="141688"/>
                      <a:pt x="107567" y="134234"/>
                      <a:pt x="120816" y="120967"/>
                    </a:cubicBezTo>
                    <a:cubicBezTo>
                      <a:pt x="134066" y="107701"/>
                      <a:pt x="141510" y="89705"/>
                      <a:pt x="141510" y="70943"/>
                    </a:cubicBezTo>
                    <a:cubicBezTo>
                      <a:pt x="141510" y="52182"/>
                      <a:pt x="134066" y="34186"/>
                      <a:pt x="120816" y="20920"/>
                    </a:cubicBezTo>
                    <a:cubicBezTo>
                      <a:pt x="107567" y="7653"/>
                      <a:pt x="89594" y="199"/>
                      <a:pt x="70856" y="199"/>
                    </a:cubicBezTo>
                    <a:cubicBezTo>
                      <a:pt x="52119" y="199"/>
                      <a:pt x="34146" y="7653"/>
                      <a:pt x="20897" y="20920"/>
                    </a:cubicBezTo>
                    <a:cubicBezTo>
                      <a:pt x="7647" y="34186"/>
                      <a:pt x="202" y="52182"/>
                      <a:pt x="202" y="70943"/>
                    </a:cubicBezTo>
                    <a:cubicBezTo>
                      <a:pt x="202" y="89705"/>
                      <a:pt x="7647" y="107701"/>
                      <a:pt x="20897" y="120967"/>
                    </a:cubicBezTo>
                    <a:cubicBezTo>
                      <a:pt x="34146" y="134234"/>
                      <a:pt x="52119" y="141688"/>
                      <a:pt x="70856" y="141688"/>
                    </a:cubicBezTo>
                    <a:close/>
                  </a:path>
                </a:pathLst>
              </a:custGeom>
              <a:solidFill>
                <a:srgbClr val="3955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2" name="任意多边形: 形状 1921"/>
              <p:cNvSpPr/>
              <p:nvPr/>
            </p:nvSpPr>
            <p:spPr>
              <a:xfrm>
                <a:off x="14353109" y="19480833"/>
                <a:ext cx="223200" cy="223200"/>
              </a:xfrm>
              <a:custGeom>
                <a:avLst/>
                <a:gdLst>
                  <a:gd name="csX0" fmla="*/ 70879 w 141308"/>
                  <a:gd name="csY0" fmla="*/ 141681 h 141488"/>
                  <a:gd name="csX1" fmla="*/ 120839 w 141308"/>
                  <a:gd name="csY1" fmla="*/ 120960 h 141488"/>
                  <a:gd name="csX2" fmla="*/ 141533 w 141308"/>
                  <a:gd name="csY2" fmla="*/ 70936 h 141488"/>
                  <a:gd name="csX3" fmla="*/ 120839 w 141308"/>
                  <a:gd name="csY3" fmla="*/ 20913 h 141488"/>
                  <a:gd name="csX4" fmla="*/ 70879 w 141308"/>
                  <a:gd name="csY4" fmla="*/ 192 h 141488"/>
                  <a:gd name="csX5" fmla="*/ 20919 w 141308"/>
                  <a:gd name="csY5" fmla="*/ 20913 h 141488"/>
                  <a:gd name="csX6" fmla="*/ 225 w 141308"/>
                  <a:gd name="csY6" fmla="*/ 70936 h 141488"/>
                  <a:gd name="csX7" fmla="*/ 20919 w 141308"/>
                  <a:gd name="csY7" fmla="*/ 120960 h 141488"/>
                  <a:gd name="csX8" fmla="*/ 70879 w 141308"/>
                  <a:gd name="csY8" fmla="*/ 14168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9" y="141681"/>
                    </a:moveTo>
                    <a:cubicBezTo>
                      <a:pt x="89617" y="141681"/>
                      <a:pt x="107589" y="134226"/>
                      <a:pt x="120839" y="120960"/>
                    </a:cubicBezTo>
                    <a:cubicBezTo>
                      <a:pt x="134088" y="107694"/>
                      <a:pt x="141533" y="89698"/>
                      <a:pt x="141533" y="70936"/>
                    </a:cubicBezTo>
                    <a:cubicBezTo>
                      <a:pt x="141533" y="52175"/>
                      <a:pt x="134088" y="34179"/>
                      <a:pt x="120839" y="20913"/>
                    </a:cubicBezTo>
                    <a:cubicBezTo>
                      <a:pt x="107589" y="7646"/>
                      <a:pt x="89617" y="192"/>
                      <a:pt x="70879" y="192"/>
                    </a:cubicBezTo>
                    <a:cubicBezTo>
                      <a:pt x="52141" y="192"/>
                      <a:pt x="34169" y="7646"/>
                      <a:pt x="20919" y="20913"/>
                    </a:cubicBezTo>
                    <a:cubicBezTo>
                      <a:pt x="7669" y="34179"/>
                      <a:pt x="225" y="52175"/>
                      <a:pt x="225" y="70936"/>
                    </a:cubicBezTo>
                    <a:cubicBezTo>
                      <a:pt x="225" y="89698"/>
                      <a:pt x="7669" y="107694"/>
                      <a:pt x="20919" y="120960"/>
                    </a:cubicBezTo>
                    <a:cubicBezTo>
                      <a:pt x="34169" y="134226"/>
                      <a:pt x="52141" y="141681"/>
                      <a:pt x="70879" y="141681"/>
                    </a:cubicBezTo>
                    <a:close/>
                  </a:path>
                </a:pathLst>
              </a:custGeom>
              <a:solidFill>
                <a:srgbClr val="3363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3" name="任意多边形: 形状 1922"/>
              <p:cNvSpPr/>
              <p:nvPr/>
            </p:nvSpPr>
            <p:spPr>
              <a:xfrm>
                <a:off x="14557696" y="20715912"/>
                <a:ext cx="223200" cy="223200"/>
              </a:xfrm>
              <a:custGeom>
                <a:avLst/>
                <a:gdLst>
                  <a:gd name="csX0" fmla="*/ 70886 w 141308"/>
                  <a:gd name="csY0" fmla="*/ 141721 h 141488"/>
                  <a:gd name="csX1" fmla="*/ 120846 w 141308"/>
                  <a:gd name="csY1" fmla="*/ 121001 h 141488"/>
                  <a:gd name="csX2" fmla="*/ 141540 w 141308"/>
                  <a:gd name="csY2" fmla="*/ 70977 h 141488"/>
                  <a:gd name="csX3" fmla="*/ 120846 w 141308"/>
                  <a:gd name="csY3" fmla="*/ 20953 h 141488"/>
                  <a:gd name="csX4" fmla="*/ 70886 w 141308"/>
                  <a:gd name="csY4" fmla="*/ 233 h 141488"/>
                  <a:gd name="csX5" fmla="*/ 20926 w 141308"/>
                  <a:gd name="csY5" fmla="*/ 20953 h 141488"/>
                  <a:gd name="csX6" fmla="*/ 232 w 141308"/>
                  <a:gd name="csY6" fmla="*/ 70977 h 141488"/>
                  <a:gd name="csX7" fmla="*/ 20926 w 141308"/>
                  <a:gd name="csY7" fmla="*/ 121001 h 141488"/>
                  <a:gd name="csX8" fmla="*/ 70886 w 141308"/>
                  <a:gd name="csY8" fmla="*/ 14172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86" y="141721"/>
                    </a:moveTo>
                    <a:cubicBezTo>
                      <a:pt x="89623" y="141721"/>
                      <a:pt x="107596" y="134267"/>
                      <a:pt x="120846" y="121001"/>
                    </a:cubicBezTo>
                    <a:cubicBezTo>
                      <a:pt x="134095" y="107734"/>
                      <a:pt x="141540" y="89739"/>
                      <a:pt x="141540" y="70977"/>
                    </a:cubicBezTo>
                    <a:cubicBezTo>
                      <a:pt x="141540" y="52216"/>
                      <a:pt x="134095" y="34220"/>
                      <a:pt x="120846" y="20953"/>
                    </a:cubicBezTo>
                    <a:cubicBezTo>
                      <a:pt x="107596" y="7687"/>
                      <a:pt x="89623" y="233"/>
                      <a:pt x="70886" y="233"/>
                    </a:cubicBezTo>
                    <a:cubicBezTo>
                      <a:pt x="52148" y="233"/>
                      <a:pt x="34175" y="7687"/>
                      <a:pt x="20926" y="20953"/>
                    </a:cubicBezTo>
                    <a:cubicBezTo>
                      <a:pt x="7676" y="34220"/>
                      <a:pt x="232" y="52216"/>
                      <a:pt x="232" y="70977"/>
                    </a:cubicBezTo>
                    <a:cubicBezTo>
                      <a:pt x="232" y="89739"/>
                      <a:pt x="7676" y="107734"/>
                      <a:pt x="20926" y="121001"/>
                    </a:cubicBezTo>
                    <a:cubicBezTo>
                      <a:pt x="34175" y="134267"/>
                      <a:pt x="52148" y="141721"/>
                      <a:pt x="70886" y="141721"/>
                    </a:cubicBezTo>
                    <a:close/>
                  </a:path>
                </a:pathLst>
              </a:custGeom>
              <a:solidFill>
                <a:srgbClr val="2780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4" name="任意多边形: 形状 1923"/>
              <p:cNvSpPr/>
              <p:nvPr/>
            </p:nvSpPr>
            <p:spPr>
              <a:xfrm>
                <a:off x="11921094" y="19677613"/>
                <a:ext cx="223200" cy="223200"/>
              </a:xfrm>
              <a:custGeom>
                <a:avLst/>
                <a:gdLst>
                  <a:gd name="csX0" fmla="*/ 70798 w 141308"/>
                  <a:gd name="csY0" fmla="*/ 141687 h 141488"/>
                  <a:gd name="csX1" fmla="*/ 120758 w 141308"/>
                  <a:gd name="csY1" fmla="*/ 120966 h 141488"/>
                  <a:gd name="csX2" fmla="*/ 141452 w 141308"/>
                  <a:gd name="csY2" fmla="*/ 70943 h 141488"/>
                  <a:gd name="csX3" fmla="*/ 120758 w 141308"/>
                  <a:gd name="csY3" fmla="*/ 20919 h 141488"/>
                  <a:gd name="csX4" fmla="*/ 70798 w 141308"/>
                  <a:gd name="csY4" fmla="*/ 199 h 141488"/>
                  <a:gd name="csX5" fmla="*/ 20839 w 141308"/>
                  <a:gd name="csY5" fmla="*/ 20919 h 141488"/>
                  <a:gd name="csX6" fmla="*/ 144 w 141308"/>
                  <a:gd name="csY6" fmla="*/ 70943 h 141488"/>
                  <a:gd name="csX7" fmla="*/ 20839 w 141308"/>
                  <a:gd name="csY7" fmla="*/ 120966 h 141488"/>
                  <a:gd name="csX8" fmla="*/ 70798 w 141308"/>
                  <a:gd name="csY8" fmla="*/ 14168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98" y="141687"/>
                    </a:moveTo>
                    <a:cubicBezTo>
                      <a:pt x="89536" y="141687"/>
                      <a:pt x="107509" y="134233"/>
                      <a:pt x="120758" y="120966"/>
                    </a:cubicBezTo>
                    <a:cubicBezTo>
                      <a:pt x="134008" y="107700"/>
                      <a:pt x="141452" y="89704"/>
                      <a:pt x="141452" y="70943"/>
                    </a:cubicBezTo>
                    <a:cubicBezTo>
                      <a:pt x="141452" y="52181"/>
                      <a:pt x="134008" y="34186"/>
                      <a:pt x="120758" y="20919"/>
                    </a:cubicBezTo>
                    <a:cubicBezTo>
                      <a:pt x="107509" y="7653"/>
                      <a:pt x="89536" y="199"/>
                      <a:pt x="70798" y="199"/>
                    </a:cubicBezTo>
                    <a:cubicBezTo>
                      <a:pt x="52061" y="199"/>
                      <a:pt x="34088" y="7653"/>
                      <a:pt x="20839" y="20919"/>
                    </a:cubicBezTo>
                    <a:cubicBezTo>
                      <a:pt x="7589" y="34186"/>
                      <a:pt x="144" y="52181"/>
                      <a:pt x="144" y="70943"/>
                    </a:cubicBezTo>
                    <a:cubicBezTo>
                      <a:pt x="144" y="89704"/>
                      <a:pt x="7589" y="107700"/>
                      <a:pt x="20839" y="120966"/>
                    </a:cubicBezTo>
                    <a:cubicBezTo>
                      <a:pt x="34088" y="134233"/>
                      <a:pt x="52061" y="141687"/>
                      <a:pt x="70798" y="141687"/>
                    </a:cubicBezTo>
                    <a:close/>
                  </a:path>
                </a:pathLst>
              </a:custGeom>
              <a:solidFill>
                <a:srgbClr val="2780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5" name="任意多边形: 形状 1924"/>
              <p:cNvSpPr/>
              <p:nvPr/>
            </p:nvSpPr>
            <p:spPr>
              <a:xfrm>
                <a:off x="12520726" y="21137129"/>
                <a:ext cx="223200" cy="223200"/>
              </a:xfrm>
              <a:custGeom>
                <a:avLst/>
                <a:gdLst>
                  <a:gd name="csX0" fmla="*/ 70818 w 141308"/>
                  <a:gd name="csY0" fmla="*/ 141735 h 141488"/>
                  <a:gd name="csX1" fmla="*/ 120778 w 141308"/>
                  <a:gd name="csY1" fmla="*/ 121015 h 141488"/>
                  <a:gd name="csX2" fmla="*/ 141472 w 141308"/>
                  <a:gd name="csY2" fmla="*/ 70991 h 141488"/>
                  <a:gd name="csX3" fmla="*/ 120778 w 141308"/>
                  <a:gd name="csY3" fmla="*/ 20967 h 141488"/>
                  <a:gd name="csX4" fmla="*/ 70818 w 141308"/>
                  <a:gd name="csY4" fmla="*/ 247 h 141488"/>
                  <a:gd name="csX5" fmla="*/ 20858 w 141308"/>
                  <a:gd name="csY5" fmla="*/ 20967 h 141488"/>
                  <a:gd name="csX6" fmla="*/ 164 w 141308"/>
                  <a:gd name="csY6" fmla="*/ 70991 h 141488"/>
                  <a:gd name="csX7" fmla="*/ 20858 w 141308"/>
                  <a:gd name="csY7" fmla="*/ 121015 h 141488"/>
                  <a:gd name="csX8" fmla="*/ 70818 w 141308"/>
                  <a:gd name="csY8" fmla="*/ 14173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18" y="141735"/>
                    </a:moveTo>
                    <a:cubicBezTo>
                      <a:pt x="89556" y="141735"/>
                      <a:pt x="107529" y="134281"/>
                      <a:pt x="120778" y="121015"/>
                    </a:cubicBezTo>
                    <a:cubicBezTo>
                      <a:pt x="134028" y="107748"/>
                      <a:pt x="141472" y="89753"/>
                      <a:pt x="141472" y="70991"/>
                    </a:cubicBezTo>
                    <a:cubicBezTo>
                      <a:pt x="141472" y="52229"/>
                      <a:pt x="134028" y="34234"/>
                      <a:pt x="120778" y="20967"/>
                    </a:cubicBezTo>
                    <a:cubicBezTo>
                      <a:pt x="107529" y="7701"/>
                      <a:pt x="89556" y="247"/>
                      <a:pt x="70818" y="247"/>
                    </a:cubicBezTo>
                    <a:cubicBezTo>
                      <a:pt x="52081" y="247"/>
                      <a:pt x="34108" y="7701"/>
                      <a:pt x="20858" y="20967"/>
                    </a:cubicBezTo>
                    <a:cubicBezTo>
                      <a:pt x="7609" y="34234"/>
                      <a:pt x="164" y="52229"/>
                      <a:pt x="164" y="70991"/>
                    </a:cubicBezTo>
                    <a:cubicBezTo>
                      <a:pt x="164" y="89753"/>
                      <a:pt x="7609" y="107748"/>
                      <a:pt x="20858" y="121015"/>
                    </a:cubicBezTo>
                    <a:cubicBezTo>
                      <a:pt x="34108" y="134281"/>
                      <a:pt x="52081" y="141735"/>
                      <a:pt x="70818" y="141735"/>
                    </a:cubicBezTo>
                    <a:close/>
                  </a:path>
                </a:pathLst>
              </a:custGeom>
              <a:solidFill>
                <a:srgbClr val="20938C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6" name="任意多边形: 形状 1925"/>
              <p:cNvSpPr/>
              <p:nvPr/>
            </p:nvSpPr>
            <p:spPr>
              <a:xfrm>
                <a:off x="12801134" y="19487703"/>
                <a:ext cx="223200" cy="223200"/>
              </a:xfrm>
              <a:custGeom>
                <a:avLst/>
                <a:gdLst>
                  <a:gd name="csX0" fmla="*/ 70828 w 141308"/>
                  <a:gd name="csY0" fmla="*/ 141681 h 141488"/>
                  <a:gd name="csX1" fmla="*/ 120787 w 141308"/>
                  <a:gd name="csY1" fmla="*/ 120960 h 141488"/>
                  <a:gd name="csX2" fmla="*/ 141482 w 141308"/>
                  <a:gd name="csY2" fmla="*/ 70937 h 141488"/>
                  <a:gd name="csX3" fmla="*/ 120787 w 141308"/>
                  <a:gd name="csY3" fmla="*/ 20913 h 141488"/>
                  <a:gd name="csX4" fmla="*/ 70828 w 141308"/>
                  <a:gd name="csY4" fmla="*/ 192 h 141488"/>
                  <a:gd name="csX5" fmla="*/ 20868 w 141308"/>
                  <a:gd name="csY5" fmla="*/ 20913 h 141488"/>
                  <a:gd name="csX6" fmla="*/ 174 w 141308"/>
                  <a:gd name="csY6" fmla="*/ 70937 h 141488"/>
                  <a:gd name="csX7" fmla="*/ 20868 w 141308"/>
                  <a:gd name="csY7" fmla="*/ 120960 h 141488"/>
                  <a:gd name="csX8" fmla="*/ 70828 w 141308"/>
                  <a:gd name="csY8" fmla="*/ 14168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8" y="141681"/>
                    </a:moveTo>
                    <a:cubicBezTo>
                      <a:pt x="89565" y="141681"/>
                      <a:pt x="107538" y="134227"/>
                      <a:pt x="120787" y="120960"/>
                    </a:cubicBezTo>
                    <a:cubicBezTo>
                      <a:pt x="134037" y="107694"/>
                      <a:pt x="141482" y="89698"/>
                      <a:pt x="141482" y="70937"/>
                    </a:cubicBezTo>
                    <a:cubicBezTo>
                      <a:pt x="141482" y="52175"/>
                      <a:pt x="134037" y="34179"/>
                      <a:pt x="120787" y="20913"/>
                    </a:cubicBezTo>
                    <a:cubicBezTo>
                      <a:pt x="107538" y="7646"/>
                      <a:pt x="89565" y="192"/>
                      <a:pt x="70828" y="192"/>
                    </a:cubicBezTo>
                    <a:cubicBezTo>
                      <a:pt x="52090" y="192"/>
                      <a:pt x="34117" y="7646"/>
                      <a:pt x="20868" y="20913"/>
                    </a:cubicBezTo>
                    <a:cubicBezTo>
                      <a:pt x="7618" y="34179"/>
                      <a:pt x="174" y="52175"/>
                      <a:pt x="174" y="70937"/>
                    </a:cubicBezTo>
                    <a:cubicBezTo>
                      <a:pt x="174" y="89698"/>
                      <a:pt x="7618" y="107694"/>
                      <a:pt x="20868" y="120960"/>
                    </a:cubicBezTo>
                    <a:cubicBezTo>
                      <a:pt x="34117" y="134227"/>
                      <a:pt x="52090" y="141681"/>
                      <a:pt x="70828" y="141681"/>
                    </a:cubicBezTo>
                    <a:close/>
                  </a:path>
                </a:pathLst>
              </a:custGeom>
              <a:solidFill>
                <a:srgbClr val="316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7" name="任意多边形: 形状 1926"/>
              <p:cNvSpPr/>
              <p:nvPr/>
            </p:nvSpPr>
            <p:spPr>
              <a:xfrm>
                <a:off x="13995771" y="19484601"/>
                <a:ext cx="223200" cy="223200"/>
              </a:xfrm>
              <a:custGeom>
                <a:avLst/>
                <a:gdLst>
                  <a:gd name="csX0" fmla="*/ 70867 w 141308"/>
                  <a:gd name="csY0" fmla="*/ 141681 h 141488"/>
                  <a:gd name="csX1" fmla="*/ 120827 w 141308"/>
                  <a:gd name="csY1" fmla="*/ 120960 h 141488"/>
                  <a:gd name="csX2" fmla="*/ 141521 w 141308"/>
                  <a:gd name="csY2" fmla="*/ 70936 h 141488"/>
                  <a:gd name="csX3" fmla="*/ 120827 w 141308"/>
                  <a:gd name="csY3" fmla="*/ 20913 h 141488"/>
                  <a:gd name="csX4" fmla="*/ 70867 w 141308"/>
                  <a:gd name="csY4" fmla="*/ 192 h 141488"/>
                  <a:gd name="csX5" fmla="*/ 20907 w 141308"/>
                  <a:gd name="csY5" fmla="*/ 20913 h 141488"/>
                  <a:gd name="csX6" fmla="*/ 213 w 141308"/>
                  <a:gd name="csY6" fmla="*/ 70936 h 141488"/>
                  <a:gd name="csX7" fmla="*/ 20907 w 141308"/>
                  <a:gd name="csY7" fmla="*/ 120960 h 141488"/>
                  <a:gd name="csX8" fmla="*/ 70867 w 141308"/>
                  <a:gd name="csY8" fmla="*/ 14168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67" y="141681"/>
                    </a:moveTo>
                    <a:cubicBezTo>
                      <a:pt x="89605" y="141681"/>
                      <a:pt x="107577" y="134227"/>
                      <a:pt x="120827" y="120960"/>
                    </a:cubicBezTo>
                    <a:cubicBezTo>
                      <a:pt x="134077" y="107694"/>
                      <a:pt x="141521" y="89698"/>
                      <a:pt x="141521" y="70936"/>
                    </a:cubicBezTo>
                    <a:cubicBezTo>
                      <a:pt x="141521" y="52175"/>
                      <a:pt x="134077" y="34179"/>
                      <a:pt x="120827" y="20913"/>
                    </a:cubicBezTo>
                    <a:cubicBezTo>
                      <a:pt x="107577" y="7646"/>
                      <a:pt x="89605" y="192"/>
                      <a:pt x="70867" y="192"/>
                    </a:cubicBezTo>
                    <a:cubicBezTo>
                      <a:pt x="52129" y="192"/>
                      <a:pt x="34157" y="7646"/>
                      <a:pt x="20907" y="20913"/>
                    </a:cubicBezTo>
                    <a:cubicBezTo>
                      <a:pt x="7658" y="34179"/>
                      <a:pt x="213" y="52175"/>
                      <a:pt x="213" y="70936"/>
                    </a:cubicBezTo>
                    <a:cubicBezTo>
                      <a:pt x="213" y="89698"/>
                      <a:pt x="7658" y="107694"/>
                      <a:pt x="20907" y="120960"/>
                    </a:cubicBezTo>
                    <a:cubicBezTo>
                      <a:pt x="34157" y="134227"/>
                      <a:pt x="52129" y="141681"/>
                      <a:pt x="70867" y="141681"/>
                    </a:cubicBezTo>
                    <a:close/>
                  </a:path>
                </a:pathLst>
              </a:custGeom>
              <a:solidFill>
                <a:srgbClr val="33638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8" name="任意多边形: 形状 1927"/>
              <p:cNvSpPr/>
              <p:nvPr/>
            </p:nvSpPr>
            <p:spPr>
              <a:xfrm>
                <a:off x="16718437" y="20328025"/>
                <a:ext cx="223200" cy="223200"/>
              </a:xfrm>
              <a:custGeom>
                <a:avLst/>
                <a:gdLst>
                  <a:gd name="csX0" fmla="*/ 70957 w 141308"/>
                  <a:gd name="csY0" fmla="*/ 141709 h 141488"/>
                  <a:gd name="csX1" fmla="*/ 120917 w 141308"/>
                  <a:gd name="csY1" fmla="*/ 120988 h 141488"/>
                  <a:gd name="csX2" fmla="*/ 141611 w 141308"/>
                  <a:gd name="csY2" fmla="*/ 70964 h 141488"/>
                  <a:gd name="csX3" fmla="*/ 120917 w 141308"/>
                  <a:gd name="csY3" fmla="*/ 20941 h 141488"/>
                  <a:gd name="csX4" fmla="*/ 70957 w 141308"/>
                  <a:gd name="csY4" fmla="*/ 220 h 141488"/>
                  <a:gd name="csX5" fmla="*/ 20997 w 141308"/>
                  <a:gd name="csY5" fmla="*/ 20941 h 141488"/>
                  <a:gd name="csX6" fmla="*/ 303 w 141308"/>
                  <a:gd name="csY6" fmla="*/ 70964 h 141488"/>
                  <a:gd name="csX7" fmla="*/ 20997 w 141308"/>
                  <a:gd name="csY7" fmla="*/ 120988 h 141488"/>
                  <a:gd name="csX8" fmla="*/ 70957 w 141308"/>
                  <a:gd name="csY8" fmla="*/ 14170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57" y="141709"/>
                    </a:moveTo>
                    <a:cubicBezTo>
                      <a:pt x="89695" y="141709"/>
                      <a:pt x="107668" y="134254"/>
                      <a:pt x="120917" y="120988"/>
                    </a:cubicBezTo>
                    <a:cubicBezTo>
                      <a:pt x="134167" y="107722"/>
                      <a:pt x="141611" y="89726"/>
                      <a:pt x="141611" y="70964"/>
                    </a:cubicBezTo>
                    <a:cubicBezTo>
                      <a:pt x="141611" y="52203"/>
                      <a:pt x="134167" y="34207"/>
                      <a:pt x="120917" y="20941"/>
                    </a:cubicBezTo>
                    <a:cubicBezTo>
                      <a:pt x="107668" y="7674"/>
                      <a:pt x="89695" y="220"/>
                      <a:pt x="70957" y="220"/>
                    </a:cubicBezTo>
                    <a:cubicBezTo>
                      <a:pt x="52220" y="220"/>
                      <a:pt x="34247" y="7674"/>
                      <a:pt x="20997" y="20941"/>
                    </a:cubicBezTo>
                    <a:cubicBezTo>
                      <a:pt x="7748" y="34207"/>
                      <a:pt x="303" y="52203"/>
                      <a:pt x="303" y="70964"/>
                    </a:cubicBezTo>
                    <a:cubicBezTo>
                      <a:pt x="303" y="89726"/>
                      <a:pt x="7748" y="107722"/>
                      <a:pt x="20997" y="120988"/>
                    </a:cubicBezTo>
                    <a:cubicBezTo>
                      <a:pt x="34247" y="134254"/>
                      <a:pt x="52220" y="141709"/>
                      <a:pt x="70957" y="141709"/>
                    </a:cubicBezTo>
                    <a:close/>
                  </a:path>
                </a:pathLst>
              </a:custGeom>
              <a:solidFill>
                <a:srgbClr val="58C765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29" name="任意多边形: 形状 1928"/>
              <p:cNvSpPr/>
              <p:nvPr/>
            </p:nvSpPr>
            <p:spPr>
              <a:xfrm>
                <a:off x="15153235" y="19766075"/>
                <a:ext cx="223200" cy="223200"/>
              </a:xfrm>
              <a:custGeom>
                <a:avLst/>
                <a:gdLst>
                  <a:gd name="csX0" fmla="*/ 70905 w 141308"/>
                  <a:gd name="csY0" fmla="*/ 141690 h 141488"/>
                  <a:gd name="csX1" fmla="*/ 120865 w 141308"/>
                  <a:gd name="csY1" fmla="*/ 120969 h 141488"/>
                  <a:gd name="csX2" fmla="*/ 141559 w 141308"/>
                  <a:gd name="csY2" fmla="*/ 70946 h 141488"/>
                  <a:gd name="csX3" fmla="*/ 120865 w 141308"/>
                  <a:gd name="csY3" fmla="*/ 20922 h 141488"/>
                  <a:gd name="csX4" fmla="*/ 70905 w 141308"/>
                  <a:gd name="csY4" fmla="*/ 201 h 141488"/>
                  <a:gd name="csX5" fmla="*/ 20946 w 141308"/>
                  <a:gd name="csY5" fmla="*/ 20922 h 141488"/>
                  <a:gd name="csX6" fmla="*/ 251 w 141308"/>
                  <a:gd name="csY6" fmla="*/ 70946 h 141488"/>
                  <a:gd name="csX7" fmla="*/ 20946 w 141308"/>
                  <a:gd name="csY7" fmla="*/ 120969 h 141488"/>
                  <a:gd name="csX8" fmla="*/ 70905 w 141308"/>
                  <a:gd name="csY8" fmla="*/ 141690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905" y="141690"/>
                    </a:moveTo>
                    <a:cubicBezTo>
                      <a:pt x="89643" y="141690"/>
                      <a:pt x="107616" y="134236"/>
                      <a:pt x="120865" y="120969"/>
                    </a:cubicBezTo>
                    <a:cubicBezTo>
                      <a:pt x="134115" y="107703"/>
                      <a:pt x="141559" y="89707"/>
                      <a:pt x="141559" y="70946"/>
                    </a:cubicBezTo>
                    <a:cubicBezTo>
                      <a:pt x="141559" y="52184"/>
                      <a:pt x="134115" y="34188"/>
                      <a:pt x="120865" y="20922"/>
                    </a:cubicBezTo>
                    <a:cubicBezTo>
                      <a:pt x="107616" y="7656"/>
                      <a:pt x="89643" y="201"/>
                      <a:pt x="70905" y="201"/>
                    </a:cubicBezTo>
                    <a:cubicBezTo>
                      <a:pt x="52168" y="201"/>
                      <a:pt x="34195" y="7656"/>
                      <a:pt x="20946" y="20922"/>
                    </a:cubicBezTo>
                    <a:cubicBezTo>
                      <a:pt x="7696" y="34188"/>
                      <a:pt x="251" y="52184"/>
                      <a:pt x="251" y="70946"/>
                    </a:cubicBezTo>
                    <a:cubicBezTo>
                      <a:pt x="251" y="89707"/>
                      <a:pt x="7696" y="107703"/>
                      <a:pt x="20946" y="120969"/>
                    </a:cubicBezTo>
                    <a:cubicBezTo>
                      <a:pt x="34195" y="134236"/>
                      <a:pt x="52168" y="141690"/>
                      <a:pt x="70905" y="141690"/>
                    </a:cubicBezTo>
                    <a:close/>
                  </a:path>
                </a:pathLst>
              </a:custGeom>
              <a:solidFill>
                <a:srgbClr val="2585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0" name="任意多边形: 形状 1929"/>
              <p:cNvSpPr/>
              <p:nvPr/>
            </p:nvSpPr>
            <p:spPr>
              <a:xfrm>
                <a:off x="13274996" y="19973508"/>
                <a:ext cx="223200" cy="223200"/>
              </a:xfrm>
              <a:custGeom>
                <a:avLst/>
                <a:gdLst>
                  <a:gd name="csX0" fmla="*/ 70843 w 141308"/>
                  <a:gd name="csY0" fmla="*/ 141697 h 141488"/>
                  <a:gd name="csX1" fmla="*/ 120803 w 141308"/>
                  <a:gd name="csY1" fmla="*/ 120976 h 141488"/>
                  <a:gd name="csX2" fmla="*/ 141497 w 141308"/>
                  <a:gd name="csY2" fmla="*/ 70953 h 141488"/>
                  <a:gd name="csX3" fmla="*/ 120803 w 141308"/>
                  <a:gd name="csY3" fmla="*/ 20929 h 141488"/>
                  <a:gd name="csX4" fmla="*/ 70843 w 141308"/>
                  <a:gd name="csY4" fmla="*/ 208 h 141488"/>
                  <a:gd name="csX5" fmla="*/ 20883 w 141308"/>
                  <a:gd name="csY5" fmla="*/ 20929 h 141488"/>
                  <a:gd name="csX6" fmla="*/ 189 w 141308"/>
                  <a:gd name="csY6" fmla="*/ 70953 h 141488"/>
                  <a:gd name="csX7" fmla="*/ 20883 w 141308"/>
                  <a:gd name="csY7" fmla="*/ 120976 h 141488"/>
                  <a:gd name="csX8" fmla="*/ 70843 w 141308"/>
                  <a:gd name="csY8" fmla="*/ 141697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3" y="141697"/>
                    </a:moveTo>
                    <a:cubicBezTo>
                      <a:pt x="89581" y="141697"/>
                      <a:pt x="107554" y="134243"/>
                      <a:pt x="120803" y="120976"/>
                    </a:cubicBezTo>
                    <a:cubicBezTo>
                      <a:pt x="134053" y="107710"/>
                      <a:pt x="141497" y="89714"/>
                      <a:pt x="141497" y="70953"/>
                    </a:cubicBezTo>
                    <a:cubicBezTo>
                      <a:pt x="141497" y="52191"/>
                      <a:pt x="134053" y="34195"/>
                      <a:pt x="120803" y="20929"/>
                    </a:cubicBezTo>
                    <a:cubicBezTo>
                      <a:pt x="107554" y="7662"/>
                      <a:pt x="89581" y="208"/>
                      <a:pt x="70843" y="208"/>
                    </a:cubicBezTo>
                    <a:cubicBezTo>
                      <a:pt x="52106" y="208"/>
                      <a:pt x="34133" y="7662"/>
                      <a:pt x="20883" y="20929"/>
                    </a:cubicBezTo>
                    <a:cubicBezTo>
                      <a:pt x="7634" y="34195"/>
                      <a:pt x="189" y="52191"/>
                      <a:pt x="189" y="70953"/>
                    </a:cubicBezTo>
                    <a:cubicBezTo>
                      <a:pt x="189" y="89714"/>
                      <a:pt x="7634" y="107710"/>
                      <a:pt x="20883" y="120976"/>
                    </a:cubicBezTo>
                    <a:cubicBezTo>
                      <a:pt x="34133" y="134243"/>
                      <a:pt x="52106" y="141697"/>
                      <a:pt x="70843" y="141697"/>
                    </a:cubicBezTo>
                    <a:close/>
                  </a:path>
                </a:pathLst>
              </a:custGeom>
              <a:solidFill>
                <a:srgbClr val="2E6F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1" name="任意多边形: 形状 1930"/>
              <p:cNvSpPr/>
              <p:nvPr/>
            </p:nvSpPr>
            <p:spPr>
              <a:xfrm>
                <a:off x="14809628" y="19531452"/>
                <a:ext cx="223200" cy="223200"/>
              </a:xfrm>
              <a:custGeom>
                <a:avLst/>
                <a:gdLst>
                  <a:gd name="csX0" fmla="*/ 70894 w 141308"/>
                  <a:gd name="csY0" fmla="*/ 141682 h 141488"/>
                  <a:gd name="csX1" fmla="*/ 120854 w 141308"/>
                  <a:gd name="csY1" fmla="*/ 120962 h 141488"/>
                  <a:gd name="csX2" fmla="*/ 141548 w 141308"/>
                  <a:gd name="csY2" fmla="*/ 70938 h 141488"/>
                  <a:gd name="csX3" fmla="*/ 120854 w 141308"/>
                  <a:gd name="csY3" fmla="*/ 20914 h 141488"/>
                  <a:gd name="csX4" fmla="*/ 70894 w 141308"/>
                  <a:gd name="csY4" fmla="*/ 194 h 141488"/>
                  <a:gd name="csX5" fmla="*/ 20934 w 141308"/>
                  <a:gd name="csY5" fmla="*/ 20914 h 141488"/>
                  <a:gd name="csX6" fmla="*/ 240 w 141308"/>
                  <a:gd name="csY6" fmla="*/ 70938 h 141488"/>
                  <a:gd name="csX7" fmla="*/ 20934 w 141308"/>
                  <a:gd name="csY7" fmla="*/ 120962 h 141488"/>
                  <a:gd name="csX8" fmla="*/ 70894 w 141308"/>
                  <a:gd name="csY8" fmla="*/ 14168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94" y="141682"/>
                    </a:moveTo>
                    <a:cubicBezTo>
                      <a:pt x="89632" y="141682"/>
                      <a:pt x="107604" y="134228"/>
                      <a:pt x="120854" y="120962"/>
                    </a:cubicBezTo>
                    <a:cubicBezTo>
                      <a:pt x="134103" y="107695"/>
                      <a:pt x="141548" y="89700"/>
                      <a:pt x="141548" y="70938"/>
                    </a:cubicBezTo>
                    <a:cubicBezTo>
                      <a:pt x="141548" y="52176"/>
                      <a:pt x="134103" y="34181"/>
                      <a:pt x="120854" y="20914"/>
                    </a:cubicBezTo>
                    <a:cubicBezTo>
                      <a:pt x="107604" y="7648"/>
                      <a:pt x="89632" y="194"/>
                      <a:pt x="70894" y="194"/>
                    </a:cubicBezTo>
                    <a:cubicBezTo>
                      <a:pt x="52156" y="194"/>
                      <a:pt x="34184" y="7648"/>
                      <a:pt x="20934" y="20914"/>
                    </a:cubicBezTo>
                    <a:cubicBezTo>
                      <a:pt x="7685" y="34181"/>
                      <a:pt x="240" y="52176"/>
                      <a:pt x="240" y="70938"/>
                    </a:cubicBezTo>
                    <a:cubicBezTo>
                      <a:pt x="240" y="89700"/>
                      <a:pt x="7685" y="107695"/>
                      <a:pt x="20934" y="120962"/>
                    </a:cubicBezTo>
                    <a:cubicBezTo>
                      <a:pt x="34184" y="134228"/>
                      <a:pt x="52156" y="141682"/>
                      <a:pt x="70894" y="141682"/>
                    </a:cubicBezTo>
                    <a:close/>
                  </a:path>
                </a:pathLst>
              </a:custGeom>
              <a:solidFill>
                <a:srgbClr val="2682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2" name="任意多边形: 形状 1931"/>
              <p:cNvSpPr/>
              <p:nvPr/>
            </p:nvSpPr>
            <p:spPr>
              <a:xfrm>
                <a:off x="14277440" y="20342174"/>
                <a:ext cx="223200" cy="223200"/>
              </a:xfrm>
              <a:custGeom>
                <a:avLst/>
                <a:gdLst>
                  <a:gd name="csX0" fmla="*/ 70876 w 141308"/>
                  <a:gd name="csY0" fmla="*/ 141709 h 141488"/>
                  <a:gd name="csX1" fmla="*/ 120836 w 141308"/>
                  <a:gd name="csY1" fmla="*/ 120988 h 141488"/>
                  <a:gd name="csX2" fmla="*/ 141530 w 141308"/>
                  <a:gd name="csY2" fmla="*/ 70965 h 141488"/>
                  <a:gd name="csX3" fmla="*/ 120836 w 141308"/>
                  <a:gd name="csY3" fmla="*/ 20941 h 141488"/>
                  <a:gd name="csX4" fmla="*/ 70876 w 141308"/>
                  <a:gd name="csY4" fmla="*/ 221 h 141488"/>
                  <a:gd name="csX5" fmla="*/ 20917 w 141308"/>
                  <a:gd name="csY5" fmla="*/ 20941 h 141488"/>
                  <a:gd name="csX6" fmla="*/ 222 w 141308"/>
                  <a:gd name="csY6" fmla="*/ 70965 h 141488"/>
                  <a:gd name="csX7" fmla="*/ 20917 w 141308"/>
                  <a:gd name="csY7" fmla="*/ 120988 h 141488"/>
                  <a:gd name="csX8" fmla="*/ 70876 w 141308"/>
                  <a:gd name="csY8" fmla="*/ 141709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6" y="141709"/>
                    </a:moveTo>
                    <a:cubicBezTo>
                      <a:pt x="89614" y="141709"/>
                      <a:pt x="107587" y="134255"/>
                      <a:pt x="120836" y="120988"/>
                    </a:cubicBezTo>
                    <a:cubicBezTo>
                      <a:pt x="134086" y="107722"/>
                      <a:pt x="141530" y="89726"/>
                      <a:pt x="141530" y="70965"/>
                    </a:cubicBezTo>
                    <a:cubicBezTo>
                      <a:pt x="141530" y="52203"/>
                      <a:pt x="134086" y="34207"/>
                      <a:pt x="120836" y="20941"/>
                    </a:cubicBezTo>
                    <a:cubicBezTo>
                      <a:pt x="107587" y="7675"/>
                      <a:pt x="89614" y="221"/>
                      <a:pt x="70876" y="221"/>
                    </a:cubicBezTo>
                    <a:cubicBezTo>
                      <a:pt x="52139" y="221"/>
                      <a:pt x="34166" y="7675"/>
                      <a:pt x="20917" y="20941"/>
                    </a:cubicBezTo>
                    <a:cubicBezTo>
                      <a:pt x="7667" y="34207"/>
                      <a:pt x="222" y="52203"/>
                      <a:pt x="222" y="70965"/>
                    </a:cubicBezTo>
                    <a:cubicBezTo>
                      <a:pt x="222" y="89726"/>
                      <a:pt x="7667" y="107722"/>
                      <a:pt x="20917" y="120988"/>
                    </a:cubicBezTo>
                    <a:cubicBezTo>
                      <a:pt x="34166" y="134255"/>
                      <a:pt x="52139" y="141709"/>
                      <a:pt x="70876" y="141709"/>
                    </a:cubicBezTo>
                    <a:close/>
                  </a:path>
                </a:pathLst>
              </a:custGeom>
              <a:solidFill>
                <a:srgbClr val="287D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3" name="任意多边形: 形状 1932"/>
              <p:cNvSpPr/>
              <p:nvPr/>
            </p:nvSpPr>
            <p:spPr>
              <a:xfrm>
                <a:off x="13577975" y="20693216"/>
                <a:ext cx="223200" cy="223200"/>
              </a:xfrm>
              <a:custGeom>
                <a:avLst/>
                <a:gdLst>
                  <a:gd name="csX0" fmla="*/ 70853 w 141308"/>
                  <a:gd name="csY0" fmla="*/ 141721 h 141488"/>
                  <a:gd name="csX1" fmla="*/ 120813 w 141308"/>
                  <a:gd name="csY1" fmla="*/ 121000 h 141488"/>
                  <a:gd name="csX2" fmla="*/ 141507 w 141308"/>
                  <a:gd name="csY2" fmla="*/ 70976 h 141488"/>
                  <a:gd name="csX3" fmla="*/ 120813 w 141308"/>
                  <a:gd name="csY3" fmla="*/ 20953 h 141488"/>
                  <a:gd name="csX4" fmla="*/ 70853 w 141308"/>
                  <a:gd name="csY4" fmla="*/ 232 h 141488"/>
                  <a:gd name="csX5" fmla="*/ 20893 w 141308"/>
                  <a:gd name="csY5" fmla="*/ 20953 h 141488"/>
                  <a:gd name="csX6" fmla="*/ 199 w 141308"/>
                  <a:gd name="csY6" fmla="*/ 70976 h 141488"/>
                  <a:gd name="csX7" fmla="*/ 20893 w 141308"/>
                  <a:gd name="csY7" fmla="*/ 121000 h 141488"/>
                  <a:gd name="csX8" fmla="*/ 70853 w 141308"/>
                  <a:gd name="csY8" fmla="*/ 141721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53" y="141721"/>
                    </a:moveTo>
                    <a:cubicBezTo>
                      <a:pt x="89591" y="141721"/>
                      <a:pt x="107564" y="134267"/>
                      <a:pt x="120813" y="121000"/>
                    </a:cubicBezTo>
                    <a:cubicBezTo>
                      <a:pt x="134063" y="107734"/>
                      <a:pt x="141507" y="89738"/>
                      <a:pt x="141507" y="70976"/>
                    </a:cubicBezTo>
                    <a:cubicBezTo>
                      <a:pt x="141507" y="52215"/>
                      <a:pt x="134063" y="34219"/>
                      <a:pt x="120813" y="20953"/>
                    </a:cubicBezTo>
                    <a:cubicBezTo>
                      <a:pt x="107564" y="7686"/>
                      <a:pt x="89591" y="232"/>
                      <a:pt x="70853" y="232"/>
                    </a:cubicBezTo>
                    <a:cubicBezTo>
                      <a:pt x="52116" y="232"/>
                      <a:pt x="34143" y="7686"/>
                      <a:pt x="20893" y="20953"/>
                    </a:cubicBezTo>
                    <a:cubicBezTo>
                      <a:pt x="7644" y="34219"/>
                      <a:pt x="199" y="52215"/>
                      <a:pt x="199" y="70976"/>
                    </a:cubicBezTo>
                    <a:cubicBezTo>
                      <a:pt x="199" y="89738"/>
                      <a:pt x="7644" y="107734"/>
                      <a:pt x="20893" y="121000"/>
                    </a:cubicBezTo>
                    <a:cubicBezTo>
                      <a:pt x="34143" y="134267"/>
                      <a:pt x="52116" y="141721"/>
                      <a:pt x="70853" y="141721"/>
                    </a:cubicBezTo>
                    <a:close/>
                  </a:path>
                </a:pathLst>
              </a:custGeom>
              <a:solidFill>
                <a:srgbClr val="2486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4" name="任意多边形: 形状 1933"/>
              <p:cNvSpPr/>
              <p:nvPr/>
            </p:nvSpPr>
            <p:spPr>
              <a:xfrm>
                <a:off x="13441053" y="18330464"/>
                <a:ext cx="223200" cy="223200"/>
              </a:xfrm>
              <a:custGeom>
                <a:avLst/>
                <a:gdLst>
                  <a:gd name="csX0" fmla="*/ 70849 w 141308"/>
                  <a:gd name="csY0" fmla="*/ 141642 h 141488"/>
                  <a:gd name="csX1" fmla="*/ 120809 w 141308"/>
                  <a:gd name="csY1" fmla="*/ 120922 h 141488"/>
                  <a:gd name="csX2" fmla="*/ 141503 w 141308"/>
                  <a:gd name="csY2" fmla="*/ 70898 h 141488"/>
                  <a:gd name="csX3" fmla="*/ 120809 w 141308"/>
                  <a:gd name="csY3" fmla="*/ 20875 h 141488"/>
                  <a:gd name="csX4" fmla="*/ 70849 w 141308"/>
                  <a:gd name="csY4" fmla="*/ 154 h 141488"/>
                  <a:gd name="csX5" fmla="*/ 20889 w 141308"/>
                  <a:gd name="csY5" fmla="*/ 20875 h 141488"/>
                  <a:gd name="csX6" fmla="*/ 195 w 141308"/>
                  <a:gd name="csY6" fmla="*/ 70898 h 141488"/>
                  <a:gd name="csX7" fmla="*/ 20889 w 141308"/>
                  <a:gd name="csY7" fmla="*/ 120922 h 141488"/>
                  <a:gd name="csX8" fmla="*/ 70849 w 141308"/>
                  <a:gd name="csY8" fmla="*/ 14164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9" y="141642"/>
                    </a:moveTo>
                    <a:cubicBezTo>
                      <a:pt x="89586" y="141642"/>
                      <a:pt x="107559" y="134188"/>
                      <a:pt x="120809" y="120922"/>
                    </a:cubicBezTo>
                    <a:cubicBezTo>
                      <a:pt x="134058" y="107656"/>
                      <a:pt x="141503" y="89660"/>
                      <a:pt x="141503" y="70898"/>
                    </a:cubicBezTo>
                    <a:cubicBezTo>
                      <a:pt x="141503" y="52137"/>
                      <a:pt x="134058" y="34141"/>
                      <a:pt x="120809" y="20875"/>
                    </a:cubicBezTo>
                    <a:cubicBezTo>
                      <a:pt x="107559" y="7608"/>
                      <a:pt x="89586" y="154"/>
                      <a:pt x="70849" y="154"/>
                    </a:cubicBezTo>
                    <a:cubicBezTo>
                      <a:pt x="52111" y="154"/>
                      <a:pt x="34138" y="7608"/>
                      <a:pt x="20889" y="20875"/>
                    </a:cubicBezTo>
                    <a:cubicBezTo>
                      <a:pt x="7639" y="34141"/>
                      <a:pt x="195" y="52137"/>
                      <a:pt x="195" y="70898"/>
                    </a:cubicBezTo>
                    <a:cubicBezTo>
                      <a:pt x="195" y="89660"/>
                      <a:pt x="7639" y="107656"/>
                      <a:pt x="20889" y="120922"/>
                    </a:cubicBezTo>
                    <a:cubicBezTo>
                      <a:pt x="34138" y="134188"/>
                      <a:pt x="52111" y="141642"/>
                      <a:pt x="70849" y="141642"/>
                    </a:cubicBezTo>
                    <a:close/>
                  </a:path>
                </a:pathLst>
              </a:custGeom>
              <a:solidFill>
                <a:srgbClr val="1FA188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5" name="任意多边形: 形状 1934"/>
              <p:cNvSpPr/>
              <p:nvPr/>
            </p:nvSpPr>
            <p:spPr>
              <a:xfrm>
                <a:off x="13370660" y="19618589"/>
                <a:ext cx="223200" cy="223200"/>
              </a:xfrm>
              <a:custGeom>
                <a:avLst/>
                <a:gdLst>
                  <a:gd name="csX0" fmla="*/ 70846 w 141308"/>
                  <a:gd name="csY0" fmla="*/ 141685 h 141488"/>
                  <a:gd name="csX1" fmla="*/ 120806 w 141308"/>
                  <a:gd name="csY1" fmla="*/ 120965 h 141488"/>
                  <a:gd name="csX2" fmla="*/ 141500 w 141308"/>
                  <a:gd name="csY2" fmla="*/ 70941 h 141488"/>
                  <a:gd name="csX3" fmla="*/ 120806 w 141308"/>
                  <a:gd name="csY3" fmla="*/ 20917 h 141488"/>
                  <a:gd name="csX4" fmla="*/ 70846 w 141308"/>
                  <a:gd name="csY4" fmla="*/ 197 h 141488"/>
                  <a:gd name="csX5" fmla="*/ 20887 w 141308"/>
                  <a:gd name="csY5" fmla="*/ 20917 h 141488"/>
                  <a:gd name="csX6" fmla="*/ 192 w 141308"/>
                  <a:gd name="csY6" fmla="*/ 70941 h 141488"/>
                  <a:gd name="csX7" fmla="*/ 20887 w 141308"/>
                  <a:gd name="csY7" fmla="*/ 120965 h 141488"/>
                  <a:gd name="csX8" fmla="*/ 70846 w 141308"/>
                  <a:gd name="csY8" fmla="*/ 141685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46" y="141685"/>
                    </a:moveTo>
                    <a:cubicBezTo>
                      <a:pt x="89584" y="141685"/>
                      <a:pt x="107557" y="134231"/>
                      <a:pt x="120806" y="120965"/>
                    </a:cubicBezTo>
                    <a:cubicBezTo>
                      <a:pt x="134056" y="107698"/>
                      <a:pt x="141500" y="89702"/>
                      <a:pt x="141500" y="70941"/>
                    </a:cubicBezTo>
                    <a:cubicBezTo>
                      <a:pt x="141500" y="52179"/>
                      <a:pt x="134056" y="34184"/>
                      <a:pt x="120806" y="20917"/>
                    </a:cubicBezTo>
                    <a:cubicBezTo>
                      <a:pt x="107557" y="7651"/>
                      <a:pt x="89584" y="197"/>
                      <a:pt x="70846" y="197"/>
                    </a:cubicBezTo>
                    <a:cubicBezTo>
                      <a:pt x="52109" y="197"/>
                      <a:pt x="34136" y="7651"/>
                      <a:pt x="20887" y="20917"/>
                    </a:cubicBezTo>
                    <a:cubicBezTo>
                      <a:pt x="7637" y="34184"/>
                      <a:pt x="192" y="52179"/>
                      <a:pt x="192" y="70941"/>
                    </a:cubicBezTo>
                    <a:cubicBezTo>
                      <a:pt x="192" y="89702"/>
                      <a:pt x="7637" y="107698"/>
                      <a:pt x="20887" y="120965"/>
                    </a:cubicBezTo>
                    <a:cubicBezTo>
                      <a:pt x="34136" y="134231"/>
                      <a:pt x="52109" y="141685"/>
                      <a:pt x="70846" y="141685"/>
                    </a:cubicBezTo>
                    <a:close/>
                  </a:path>
                </a:pathLst>
              </a:custGeom>
              <a:solidFill>
                <a:srgbClr val="24878E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6" name="任意多边形: 形状 1935"/>
              <p:cNvSpPr/>
              <p:nvPr/>
            </p:nvSpPr>
            <p:spPr>
              <a:xfrm>
                <a:off x="14285738" y="19037638"/>
                <a:ext cx="223200" cy="223200"/>
              </a:xfrm>
              <a:custGeom>
                <a:avLst/>
                <a:gdLst>
                  <a:gd name="csX0" fmla="*/ 70877 w 141308"/>
                  <a:gd name="csY0" fmla="*/ 141666 h 141488"/>
                  <a:gd name="csX1" fmla="*/ 120837 w 141308"/>
                  <a:gd name="csY1" fmla="*/ 120945 h 141488"/>
                  <a:gd name="csX2" fmla="*/ 141531 w 141308"/>
                  <a:gd name="csY2" fmla="*/ 70922 h 141488"/>
                  <a:gd name="csX3" fmla="*/ 120837 w 141308"/>
                  <a:gd name="csY3" fmla="*/ 20898 h 141488"/>
                  <a:gd name="csX4" fmla="*/ 70877 w 141308"/>
                  <a:gd name="csY4" fmla="*/ 177 h 141488"/>
                  <a:gd name="csX5" fmla="*/ 20917 w 141308"/>
                  <a:gd name="csY5" fmla="*/ 20898 h 141488"/>
                  <a:gd name="csX6" fmla="*/ 223 w 141308"/>
                  <a:gd name="csY6" fmla="*/ 70922 h 141488"/>
                  <a:gd name="csX7" fmla="*/ 20917 w 141308"/>
                  <a:gd name="csY7" fmla="*/ 120945 h 141488"/>
                  <a:gd name="csX8" fmla="*/ 70877 w 141308"/>
                  <a:gd name="csY8" fmla="*/ 141666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77" y="141666"/>
                    </a:moveTo>
                    <a:cubicBezTo>
                      <a:pt x="89614" y="141666"/>
                      <a:pt x="107587" y="134212"/>
                      <a:pt x="120837" y="120945"/>
                    </a:cubicBezTo>
                    <a:cubicBezTo>
                      <a:pt x="134086" y="107679"/>
                      <a:pt x="141531" y="89683"/>
                      <a:pt x="141531" y="70922"/>
                    </a:cubicBezTo>
                    <a:cubicBezTo>
                      <a:pt x="141531" y="52160"/>
                      <a:pt x="134086" y="34164"/>
                      <a:pt x="120837" y="20898"/>
                    </a:cubicBezTo>
                    <a:cubicBezTo>
                      <a:pt x="107587" y="7631"/>
                      <a:pt x="89614" y="177"/>
                      <a:pt x="70877" y="177"/>
                    </a:cubicBezTo>
                    <a:cubicBezTo>
                      <a:pt x="52139" y="177"/>
                      <a:pt x="34166" y="7631"/>
                      <a:pt x="20917" y="20898"/>
                    </a:cubicBezTo>
                    <a:cubicBezTo>
                      <a:pt x="7667" y="34164"/>
                      <a:pt x="223" y="52160"/>
                      <a:pt x="223" y="70922"/>
                    </a:cubicBezTo>
                    <a:cubicBezTo>
                      <a:pt x="223" y="89683"/>
                      <a:pt x="7667" y="107679"/>
                      <a:pt x="20917" y="120945"/>
                    </a:cubicBezTo>
                    <a:cubicBezTo>
                      <a:pt x="34166" y="134212"/>
                      <a:pt x="52139" y="141666"/>
                      <a:pt x="70877" y="141666"/>
                    </a:cubicBezTo>
                    <a:close/>
                  </a:path>
                </a:pathLst>
              </a:custGeom>
              <a:solidFill>
                <a:srgbClr val="1F9A8A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7" name="任意多边形: 形状 1936"/>
              <p:cNvSpPr/>
              <p:nvPr/>
            </p:nvSpPr>
            <p:spPr>
              <a:xfrm>
                <a:off x="11775018" y="19248411"/>
                <a:ext cx="223200" cy="223200"/>
              </a:xfrm>
              <a:custGeom>
                <a:avLst/>
                <a:gdLst>
                  <a:gd name="csX0" fmla="*/ 70794 w 141308"/>
                  <a:gd name="csY0" fmla="*/ 141673 h 141488"/>
                  <a:gd name="csX1" fmla="*/ 120754 w 141308"/>
                  <a:gd name="csY1" fmla="*/ 120952 h 141488"/>
                  <a:gd name="csX2" fmla="*/ 141448 w 141308"/>
                  <a:gd name="csY2" fmla="*/ 70929 h 141488"/>
                  <a:gd name="csX3" fmla="*/ 120754 w 141308"/>
                  <a:gd name="csY3" fmla="*/ 20905 h 141488"/>
                  <a:gd name="csX4" fmla="*/ 70794 w 141308"/>
                  <a:gd name="csY4" fmla="*/ 184 h 141488"/>
                  <a:gd name="csX5" fmla="*/ 20834 w 141308"/>
                  <a:gd name="csY5" fmla="*/ 20905 h 141488"/>
                  <a:gd name="csX6" fmla="*/ 140 w 141308"/>
                  <a:gd name="csY6" fmla="*/ 70929 h 141488"/>
                  <a:gd name="csX7" fmla="*/ 20834 w 141308"/>
                  <a:gd name="csY7" fmla="*/ 120952 h 141488"/>
                  <a:gd name="csX8" fmla="*/ 70794 w 141308"/>
                  <a:gd name="csY8" fmla="*/ 141673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794" y="141673"/>
                    </a:moveTo>
                    <a:cubicBezTo>
                      <a:pt x="89531" y="141673"/>
                      <a:pt x="107504" y="134219"/>
                      <a:pt x="120754" y="120952"/>
                    </a:cubicBezTo>
                    <a:cubicBezTo>
                      <a:pt x="134003" y="107686"/>
                      <a:pt x="141448" y="89690"/>
                      <a:pt x="141448" y="70929"/>
                    </a:cubicBezTo>
                    <a:cubicBezTo>
                      <a:pt x="141448" y="52167"/>
                      <a:pt x="134003" y="34171"/>
                      <a:pt x="120754" y="20905"/>
                    </a:cubicBezTo>
                    <a:cubicBezTo>
                      <a:pt x="107504" y="7638"/>
                      <a:pt x="89531" y="184"/>
                      <a:pt x="70794" y="184"/>
                    </a:cubicBezTo>
                    <a:cubicBezTo>
                      <a:pt x="52056" y="184"/>
                      <a:pt x="34083" y="7638"/>
                      <a:pt x="20834" y="20905"/>
                    </a:cubicBezTo>
                    <a:cubicBezTo>
                      <a:pt x="7584" y="34171"/>
                      <a:pt x="140" y="52167"/>
                      <a:pt x="140" y="70929"/>
                    </a:cubicBezTo>
                    <a:cubicBezTo>
                      <a:pt x="140" y="89690"/>
                      <a:pt x="7584" y="107686"/>
                      <a:pt x="20834" y="120952"/>
                    </a:cubicBezTo>
                    <a:cubicBezTo>
                      <a:pt x="34083" y="134219"/>
                      <a:pt x="52056" y="141673"/>
                      <a:pt x="70794" y="141673"/>
                    </a:cubicBezTo>
                    <a:close/>
                  </a:path>
                </a:pathLst>
              </a:custGeom>
              <a:solidFill>
                <a:srgbClr val="2AB07F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1938" name="任意多边形: 形状 1937"/>
              <p:cNvSpPr/>
              <p:nvPr/>
            </p:nvSpPr>
            <p:spPr>
              <a:xfrm>
                <a:off x="12790310" y="20743262"/>
                <a:ext cx="223200" cy="223200"/>
              </a:xfrm>
              <a:custGeom>
                <a:avLst/>
                <a:gdLst>
                  <a:gd name="csX0" fmla="*/ 70827 w 141308"/>
                  <a:gd name="csY0" fmla="*/ 141722 h 141488"/>
                  <a:gd name="csX1" fmla="*/ 120787 w 141308"/>
                  <a:gd name="csY1" fmla="*/ 121002 h 141488"/>
                  <a:gd name="csX2" fmla="*/ 141481 w 141308"/>
                  <a:gd name="csY2" fmla="*/ 70978 h 141488"/>
                  <a:gd name="csX3" fmla="*/ 120787 w 141308"/>
                  <a:gd name="csY3" fmla="*/ 20954 h 141488"/>
                  <a:gd name="csX4" fmla="*/ 70827 w 141308"/>
                  <a:gd name="csY4" fmla="*/ 234 h 141488"/>
                  <a:gd name="csX5" fmla="*/ 20867 w 141308"/>
                  <a:gd name="csY5" fmla="*/ 20954 h 141488"/>
                  <a:gd name="csX6" fmla="*/ 173 w 141308"/>
                  <a:gd name="csY6" fmla="*/ 70978 h 141488"/>
                  <a:gd name="csX7" fmla="*/ 20867 w 141308"/>
                  <a:gd name="csY7" fmla="*/ 121002 h 141488"/>
                  <a:gd name="csX8" fmla="*/ 70827 w 141308"/>
                  <a:gd name="csY8" fmla="*/ 141722 h 1414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41308" h="141488">
                    <a:moveTo>
                      <a:pt x="70827" y="141722"/>
                    </a:moveTo>
                    <a:cubicBezTo>
                      <a:pt x="89565" y="141722"/>
                      <a:pt x="107538" y="134268"/>
                      <a:pt x="120787" y="121002"/>
                    </a:cubicBezTo>
                    <a:cubicBezTo>
                      <a:pt x="134037" y="107735"/>
                      <a:pt x="141481" y="89740"/>
                      <a:pt x="141481" y="70978"/>
                    </a:cubicBezTo>
                    <a:cubicBezTo>
                      <a:pt x="141481" y="52216"/>
                      <a:pt x="134037" y="34221"/>
                      <a:pt x="120787" y="20954"/>
                    </a:cubicBezTo>
                    <a:cubicBezTo>
                      <a:pt x="107538" y="7688"/>
                      <a:pt x="89565" y="234"/>
                      <a:pt x="70827" y="234"/>
                    </a:cubicBezTo>
                    <a:cubicBezTo>
                      <a:pt x="52090" y="234"/>
                      <a:pt x="34117" y="7688"/>
                      <a:pt x="20867" y="20954"/>
                    </a:cubicBezTo>
                    <a:cubicBezTo>
                      <a:pt x="7618" y="34221"/>
                      <a:pt x="173" y="52216"/>
                      <a:pt x="173" y="70978"/>
                    </a:cubicBezTo>
                    <a:cubicBezTo>
                      <a:pt x="173" y="89740"/>
                      <a:pt x="7618" y="107735"/>
                      <a:pt x="20867" y="121002"/>
                    </a:cubicBezTo>
                    <a:cubicBezTo>
                      <a:pt x="34117" y="134268"/>
                      <a:pt x="52090" y="141722"/>
                      <a:pt x="70827" y="141722"/>
                    </a:cubicBezTo>
                    <a:close/>
                  </a:path>
                </a:pathLst>
              </a:custGeom>
              <a:solidFill>
                <a:srgbClr val="2DB27D">
                  <a:alpha val="70000"/>
                </a:srgbClr>
              </a:solidFill>
              <a:ln w="25400" cap="flat">
                <a:solidFill>
                  <a:srgbClr val="000000"/>
                </a:solidFill>
                <a:prstDash val="solid"/>
                <a:round/>
              </a:ln>
            </p:spPr>
          </p:sp>
        </p:grpSp>
      </p:grpSp>
      <p:grpSp>
        <p:nvGrpSpPr>
          <p:cNvPr id="3701" name="组合 3700"/>
          <p:cNvGrpSpPr>
            <a:grpSpLocks noChangeAspect="1"/>
          </p:cNvGrpSpPr>
          <p:nvPr/>
        </p:nvGrpSpPr>
        <p:grpSpPr>
          <a:xfrm>
            <a:off x="3009893" y="10018021"/>
            <a:ext cx="7920000" cy="7893906"/>
            <a:chOff x="2156483" y="18215157"/>
            <a:chExt cx="9602485" cy="9570938"/>
          </a:xfrm>
        </p:grpSpPr>
        <p:sp>
          <p:nvSpPr>
            <p:cNvPr id="48" name="任意多边形: 形状 47"/>
            <p:cNvSpPr/>
            <p:nvPr/>
          </p:nvSpPr>
          <p:spPr>
            <a:xfrm>
              <a:off x="2156483" y="27102457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43" name="任意多边形: 形状 42"/>
            <p:cNvSpPr/>
            <p:nvPr/>
          </p:nvSpPr>
          <p:spPr>
            <a:xfrm>
              <a:off x="2156483" y="25735180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38" name="任意多边形: 形状 37"/>
            <p:cNvSpPr/>
            <p:nvPr/>
          </p:nvSpPr>
          <p:spPr>
            <a:xfrm>
              <a:off x="2156483" y="24367903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35" name="任意多边形: 形状 34"/>
            <p:cNvSpPr/>
            <p:nvPr/>
          </p:nvSpPr>
          <p:spPr>
            <a:xfrm>
              <a:off x="2156483" y="23000626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32" name="任意多边形: 形状 31"/>
            <p:cNvSpPr/>
            <p:nvPr/>
          </p:nvSpPr>
          <p:spPr>
            <a:xfrm>
              <a:off x="2156483" y="21633349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29" name="任意多边形: 形状 28"/>
            <p:cNvSpPr/>
            <p:nvPr/>
          </p:nvSpPr>
          <p:spPr>
            <a:xfrm>
              <a:off x="2156483" y="20266072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2156483" y="18898796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1">
                  <a:lumMod val="95000"/>
                </a:schemeClr>
              </a:solidFill>
              <a:prstDash val="sysDash"/>
              <a:round/>
            </a:ln>
          </p:spPr>
        </p:sp>
        <p:sp>
          <p:nvSpPr>
            <p:cNvPr id="4" name="任意多边形: 形状 3"/>
            <p:cNvSpPr/>
            <p:nvPr/>
          </p:nvSpPr>
          <p:spPr>
            <a:xfrm>
              <a:off x="2156483" y="27786095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102" name="任意多边形: 形状 101"/>
            <p:cNvSpPr/>
            <p:nvPr/>
          </p:nvSpPr>
          <p:spPr>
            <a:xfrm>
              <a:off x="2840130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89" name="任意多边形: 形状 88"/>
            <p:cNvSpPr/>
            <p:nvPr/>
          </p:nvSpPr>
          <p:spPr>
            <a:xfrm>
              <a:off x="4207424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83" name="任意多边形: 形状 82"/>
            <p:cNvSpPr/>
            <p:nvPr/>
          </p:nvSpPr>
          <p:spPr>
            <a:xfrm>
              <a:off x="5574718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80" name="任意多边形: 形状 79"/>
            <p:cNvSpPr/>
            <p:nvPr/>
          </p:nvSpPr>
          <p:spPr>
            <a:xfrm>
              <a:off x="6942011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77" name="任意多边形: 形状 76"/>
            <p:cNvSpPr/>
            <p:nvPr/>
          </p:nvSpPr>
          <p:spPr>
            <a:xfrm>
              <a:off x="8309305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74" name="任意多边形: 形状 73"/>
            <p:cNvSpPr/>
            <p:nvPr/>
          </p:nvSpPr>
          <p:spPr>
            <a:xfrm>
              <a:off x="9676599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71" name="任意多边形: 形状 70"/>
            <p:cNvSpPr/>
            <p:nvPr/>
          </p:nvSpPr>
          <p:spPr>
            <a:xfrm>
              <a:off x="11043892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107" name="任意多边形: 形状 106"/>
            <p:cNvSpPr/>
            <p:nvPr/>
          </p:nvSpPr>
          <p:spPr>
            <a:xfrm>
              <a:off x="4207424" y="20266072"/>
              <a:ext cx="5469175" cy="5469107"/>
            </a:xfrm>
            <a:custGeom>
              <a:avLst/>
              <a:gdLst>
                <a:gd name="csX0" fmla="*/ 2734588 w 5469175"/>
                <a:gd name="csY0" fmla="*/ 5469108 h 5469107"/>
                <a:gd name="csX1" fmla="*/ 4668233 w 5469175"/>
                <a:gd name="csY1" fmla="*/ 4668176 h 5469107"/>
                <a:gd name="csX2" fmla="*/ 5469176 w 5469175"/>
                <a:gd name="csY2" fmla="*/ 2734554 h 5469107"/>
                <a:gd name="csX3" fmla="*/ 4668233 w 5469175"/>
                <a:gd name="csY3" fmla="*/ 800932 h 5469107"/>
                <a:gd name="csX4" fmla="*/ 2734588 w 5469175"/>
                <a:gd name="csY4" fmla="*/ 0 h 5469107"/>
                <a:gd name="csX5" fmla="*/ 800942 w 5469175"/>
                <a:gd name="csY5" fmla="*/ 800932 h 5469107"/>
                <a:gd name="csX6" fmla="*/ 0 w 5469175"/>
                <a:gd name="csY6" fmla="*/ 2734554 h 5469107"/>
                <a:gd name="csX7" fmla="*/ 800942 w 5469175"/>
                <a:gd name="csY7" fmla="*/ 4668176 h 5469107"/>
                <a:gd name="csX8" fmla="*/ 2734588 w 5469175"/>
                <a:gd name="csY8" fmla="*/ 5469108 h 5469107"/>
                <a:gd name="csX9" fmla="*/ 2734588 w 5469175"/>
                <a:gd name="csY9" fmla="*/ 5469108 h 54691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69175" h="5469107">
                  <a:moveTo>
                    <a:pt x="2734588" y="5469108"/>
                  </a:moveTo>
                  <a:cubicBezTo>
                    <a:pt x="3459809" y="5469108"/>
                    <a:pt x="4155424" y="5180978"/>
                    <a:pt x="4668233" y="4668176"/>
                  </a:cubicBezTo>
                  <a:cubicBezTo>
                    <a:pt x="5181043" y="4155373"/>
                    <a:pt x="5469176" y="3459766"/>
                    <a:pt x="5469176" y="2734554"/>
                  </a:cubicBezTo>
                  <a:cubicBezTo>
                    <a:pt x="5469176" y="2009342"/>
                    <a:pt x="5181043" y="1313735"/>
                    <a:pt x="4668233" y="800932"/>
                  </a:cubicBezTo>
                  <a:cubicBezTo>
                    <a:pt x="4155424" y="288130"/>
                    <a:pt x="3459809" y="0"/>
                    <a:pt x="2734588" y="0"/>
                  </a:cubicBezTo>
                  <a:cubicBezTo>
                    <a:pt x="2009367" y="0"/>
                    <a:pt x="1313751" y="288130"/>
                    <a:pt x="800942" y="800932"/>
                  </a:cubicBezTo>
                  <a:cubicBezTo>
                    <a:pt x="288133" y="1313735"/>
                    <a:pt x="0" y="2009342"/>
                    <a:pt x="0" y="2734554"/>
                  </a:cubicBezTo>
                  <a:cubicBezTo>
                    <a:pt x="0" y="3459766"/>
                    <a:pt x="288133" y="4155373"/>
                    <a:pt x="800942" y="4668176"/>
                  </a:cubicBezTo>
                  <a:cubicBezTo>
                    <a:pt x="1313751" y="5180978"/>
                    <a:pt x="2009367" y="5469108"/>
                    <a:pt x="2734588" y="5469108"/>
                  </a:cubicBezTo>
                  <a:lnTo>
                    <a:pt x="2734588" y="5469108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108" name="任意多边形: 形状 107"/>
            <p:cNvSpPr/>
            <p:nvPr/>
          </p:nvSpPr>
          <p:spPr>
            <a:xfrm>
              <a:off x="6258364" y="22316988"/>
              <a:ext cx="1367294" cy="1367276"/>
            </a:xfrm>
            <a:custGeom>
              <a:avLst/>
              <a:gdLst>
                <a:gd name="csX0" fmla="*/ 683647 w 1367294"/>
                <a:gd name="csY0" fmla="*/ 1367277 h 1367276"/>
                <a:gd name="csX1" fmla="*/ 1167058 w 1367294"/>
                <a:gd name="csY1" fmla="*/ 1167044 h 1367276"/>
                <a:gd name="csX2" fmla="*/ 1367294 w 1367294"/>
                <a:gd name="csY2" fmla="*/ 683639 h 1367276"/>
                <a:gd name="csX3" fmla="*/ 1167058 w 1367294"/>
                <a:gd name="csY3" fmla="*/ 200233 h 1367276"/>
                <a:gd name="csX4" fmla="*/ 683647 w 1367294"/>
                <a:gd name="csY4" fmla="*/ 0 h 1367276"/>
                <a:gd name="csX5" fmla="*/ 200235 w 1367294"/>
                <a:gd name="csY5" fmla="*/ 200233 h 1367276"/>
                <a:gd name="csX6" fmla="*/ 0 w 1367294"/>
                <a:gd name="csY6" fmla="*/ 683639 h 1367276"/>
                <a:gd name="csX7" fmla="*/ 200235 w 1367294"/>
                <a:gd name="csY7" fmla="*/ 1167044 h 1367276"/>
                <a:gd name="csX8" fmla="*/ 683647 w 1367294"/>
                <a:gd name="csY8" fmla="*/ 1367277 h 1367276"/>
                <a:gd name="csX9" fmla="*/ 683647 w 1367294"/>
                <a:gd name="csY9" fmla="*/ 1367277 h 13672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7294" h="1367276">
                  <a:moveTo>
                    <a:pt x="683647" y="1367277"/>
                  </a:moveTo>
                  <a:cubicBezTo>
                    <a:pt x="864952" y="1367277"/>
                    <a:pt x="1038856" y="1295244"/>
                    <a:pt x="1167058" y="1167044"/>
                  </a:cubicBezTo>
                  <a:cubicBezTo>
                    <a:pt x="1295260" y="1038843"/>
                    <a:pt x="1367294" y="864941"/>
                    <a:pt x="1367294" y="683639"/>
                  </a:cubicBezTo>
                  <a:cubicBezTo>
                    <a:pt x="1367294" y="502335"/>
                    <a:pt x="1295260" y="328434"/>
                    <a:pt x="1167058" y="200233"/>
                  </a:cubicBezTo>
                  <a:cubicBezTo>
                    <a:pt x="1038856" y="72032"/>
                    <a:pt x="864952" y="0"/>
                    <a:pt x="683647" y="0"/>
                  </a:cubicBezTo>
                  <a:cubicBezTo>
                    <a:pt x="502342" y="0"/>
                    <a:pt x="328438" y="72032"/>
                    <a:pt x="200235" y="200233"/>
                  </a:cubicBezTo>
                  <a:cubicBezTo>
                    <a:pt x="72033" y="328434"/>
                    <a:pt x="0" y="502335"/>
                    <a:pt x="0" y="683639"/>
                  </a:cubicBezTo>
                  <a:cubicBezTo>
                    <a:pt x="0" y="864941"/>
                    <a:pt x="72033" y="1038843"/>
                    <a:pt x="200235" y="1167044"/>
                  </a:cubicBezTo>
                  <a:cubicBezTo>
                    <a:pt x="328438" y="1295244"/>
                    <a:pt x="502342" y="1367277"/>
                    <a:pt x="683647" y="1367277"/>
                  </a:cubicBezTo>
                  <a:lnTo>
                    <a:pt x="683647" y="1367277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109" name="任意多边形: 形状 108"/>
            <p:cNvSpPr/>
            <p:nvPr/>
          </p:nvSpPr>
          <p:spPr>
            <a:xfrm>
              <a:off x="5574718" y="21633349"/>
              <a:ext cx="2734587" cy="2734553"/>
            </a:xfrm>
            <a:custGeom>
              <a:avLst/>
              <a:gdLst>
                <a:gd name="csX0" fmla="*/ 1367294 w 2734587"/>
                <a:gd name="csY0" fmla="*/ 2734554 h 2734553"/>
                <a:gd name="csX1" fmla="*/ 2334117 w 2734587"/>
                <a:gd name="csY1" fmla="*/ 2334088 h 2734553"/>
                <a:gd name="csX2" fmla="*/ 2734587 w 2734587"/>
                <a:gd name="csY2" fmla="*/ 1367277 h 2734553"/>
                <a:gd name="csX3" fmla="*/ 2334117 w 2734587"/>
                <a:gd name="csY3" fmla="*/ 400466 h 2734553"/>
                <a:gd name="csX4" fmla="*/ 1367294 w 2734587"/>
                <a:gd name="csY4" fmla="*/ 0 h 2734553"/>
                <a:gd name="csX5" fmla="*/ 400471 w 2734587"/>
                <a:gd name="csY5" fmla="*/ 400466 h 2734553"/>
                <a:gd name="csX6" fmla="*/ 0 w 2734587"/>
                <a:gd name="csY6" fmla="*/ 1367277 h 2734553"/>
                <a:gd name="csX7" fmla="*/ 400471 w 2734587"/>
                <a:gd name="csY7" fmla="*/ 2334088 h 2734553"/>
                <a:gd name="csX8" fmla="*/ 1367294 w 2734587"/>
                <a:gd name="csY8" fmla="*/ 2734554 h 2734553"/>
                <a:gd name="csX9" fmla="*/ 1367294 w 2734587"/>
                <a:gd name="csY9" fmla="*/ 2734554 h 27345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34587" h="2734553">
                  <a:moveTo>
                    <a:pt x="1367294" y="2734554"/>
                  </a:moveTo>
                  <a:cubicBezTo>
                    <a:pt x="1729904" y="2734554"/>
                    <a:pt x="2077712" y="2590489"/>
                    <a:pt x="2334117" y="2334088"/>
                  </a:cubicBezTo>
                  <a:cubicBezTo>
                    <a:pt x="2590521" y="2077686"/>
                    <a:pt x="2734587" y="1729883"/>
                    <a:pt x="2734587" y="1367277"/>
                  </a:cubicBezTo>
                  <a:cubicBezTo>
                    <a:pt x="2734587" y="1004671"/>
                    <a:pt x="2590521" y="656867"/>
                    <a:pt x="2334117" y="400466"/>
                  </a:cubicBezTo>
                  <a:cubicBezTo>
                    <a:pt x="2077712" y="144065"/>
                    <a:pt x="1729904" y="0"/>
                    <a:pt x="1367294" y="0"/>
                  </a:cubicBezTo>
                  <a:cubicBezTo>
                    <a:pt x="1004683" y="0"/>
                    <a:pt x="656875" y="144065"/>
                    <a:pt x="400471" y="400466"/>
                  </a:cubicBezTo>
                  <a:cubicBezTo>
                    <a:pt x="144067" y="656867"/>
                    <a:pt x="0" y="1004671"/>
                    <a:pt x="0" y="1367277"/>
                  </a:cubicBezTo>
                  <a:cubicBezTo>
                    <a:pt x="0" y="1729883"/>
                    <a:pt x="144067" y="2077686"/>
                    <a:pt x="400471" y="2334088"/>
                  </a:cubicBezTo>
                  <a:cubicBezTo>
                    <a:pt x="656875" y="2590489"/>
                    <a:pt x="1004683" y="2734554"/>
                    <a:pt x="1367294" y="2734554"/>
                  </a:cubicBezTo>
                  <a:lnTo>
                    <a:pt x="1367294" y="2734554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110" name="任意多边形: 形状 109"/>
            <p:cNvSpPr/>
            <p:nvPr/>
          </p:nvSpPr>
          <p:spPr>
            <a:xfrm>
              <a:off x="4891071" y="20949711"/>
              <a:ext cx="4101881" cy="4101830"/>
            </a:xfrm>
            <a:custGeom>
              <a:avLst/>
              <a:gdLst>
                <a:gd name="csX0" fmla="*/ 2050941 w 4101881"/>
                <a:gd name="csY0" fmla="*/ 4101831 h 4101830"/>
                <a:gd name="csX1" fmla="*/ 3501175 w 4101881"/>
                <a:gd name="csY1" fmla="*/ 3501131 h 4101830"/>
                <a:gd name="csX2" fmla="*/ 4101881 w 4101881"/>
                <a:gd name="csY2" fmla="*/ 2050915 h 4101830"/>
                <a:gd name="csX3" fmla="*/ 3501175 w 4101881"/>
                <a:gd name="csY3" fmla="*/ 600699 h 4101830"/>
                <a:gd name="csX4" fmla="*/ 2050941 w 4101881"/>
                <a:gd name="csY4" fmla="*/ 0 h 4101830"/>
                <a:gd name="csX5" fmla="*/ 600707 w 4101881"/>
                <a:gd name="csY5" fmla="*/ 600699 h 4101830"/>
                <a:gd name="csX6" fmla="*/ 0 w 4101881"/>
                <a:gd name="csY6" fmla="*/ 2050915 h 4101830"/>
                <a:gd name="csX7" fmla="*/ 600707 w 4101881"/>
                <a:gd name="csY7" fmla="*/ 3501131 h 4101830"/>
                <a:gd name="csX8" fmla="*/ 2050941 w 4101881"/>
                <a:gd name="csY8" fmla="*/ 4101831 h 4101830"/>
                <a:gd name="csX9" fmla="*/ 2050941 w 4101881"/>
                <a:gd name="csY9" fmla="*/ 4101831 h 4101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01881" h="4101830">
                  <a:moveTo>
                    <a:pt x="2050941" y="4101831"/>
                  </a:moveTo>
                  <a:cubicBezTo>
                    <a:pt x="2594857" y="4101831"/>
                    <a:pt x="3116568" y="3885733"/>
                    <a:pt x="3501175" y="3501131"/>
                  </a:cubicBezTo>
                  <a:cubicBezTo>
                    <a:pt x="3885782" y="3116530"/>
                    <a:pt x="4101881" y="2594825"/>
                    <a:pt x="4101881" y="2050915"/>
                  </a:cubicBezTo>
                  <a:cubicBezTo>
                    <a:pt x="4101881" y="1507006"/>
                    <a:pt x="3885782" y="985301"/>
                    <a:pt x="3501175" y="600699"/>
                  </a:cubicBezTo>
                  <a:cubicBezTo>
                    <a:pt x="3116568" y="216097"/>
                    <a:pt x="2594857" y="0"/>
                    <a:pt x="2050941" y="0"/>
                  </a:cubicBezTo>
                  <a:cubicBezTo>
                    <a:pt x="1507025" y="0"/>
                    <a:pt x="985313" y="216097"/>
                    <a:pt x="600707" y="600699"/>
                  </a:cubicBezTo>
                  <a:cubicBezTo>
                    <a:pt x="216100" y="985301"/>
                    <a:pt x="0" y="1507006"/>
                    <a:pt x="0" y="2050915"/>
                  </a:cubicBezTo>
                  <a:cubicBezTo>
                    <a:pt x="0" y="2594825"/>
                    <a:pt x="216100" y="3116530"/>
                    <a:pt x="600707" y="3501131"/>
                  </a:cubicBezTo>
                  <a:cubicBezTo>
                    <a:pt x="985313" y="3885733"/>
                    <a:pt x="1507025" y="4101831"/>
                    <a:pt x="2050941" y="4101831"/>
                  </a:cubicBezTo>
                  <a:lnTo>
                    <a:pt x="2050941" y="4101831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grpSp>
          <p:nvGrpSpPr>
            <p:cNvPr id="2646" name="组合 2645"/>
            <p:cNvGrpSpPr/>
            <p:nvPr/>
          </p:nvGrpSpPr>
          <p:grpSpPr>
            <a:xfrm>
              <a:off x="3320727" y="18961591"/>
              <a:ext cx="7818516" cy="7488199"/>
              <a:chOff x="3320727" y="18961591"/>
              <a:chExt cx="7818516" cy="7488199"/>
            </a:xfrm>
          </p:grpSpPr>
          <p:sp>
            <p:nvSpPr>
              <p:cNvPr id="112" name="任意多边形: 形状 111"/>
              <p:cNvSpPr/>
              <p:nvPr/>
            </p:nvSpPr>
            <p:spPr>
              <a:xfrm>
                <a:off x="6951064" y="23495290"/>
                <a:ext cx="180000" cy="180000"/>
              </a:xfrm>
              <a:custGeom>
                <a:avLst/>
                <a:gdLst>
                  <a:gd name="csX0" fmla="*/ 45554 w 90714"/>
                  <a:gd name="csY0" fmla="*/ 90887 h 90713"/>
                  <a:gd name="csX1" fmla="*/ 77627 w 90714"/>
                  <a:gd name="csY1" fmla="*/ 77602 h 90713"/>
                  <a:gd name="csX2" fmla="*/ 90912 w 90714"/>
                  <a:gd name="csY2" fmla="*/ 45530 h 90713"/>
                  <a:gd name="csX3" fmla="*/ 77627 w 90714"/>
                  <a:gd name="csY3" fmla="*/ 13458 h 90713"/>
                  <a:gd name="csX4" fmla="*/ 45554 w 90714"/>
                  <a:gd name="csY4" fmla="*/ 173 h 90713"/>
                  <a:gd name="csX5" fmla="*/ 13482 w 90714"/>
                  <a:gd name="csY5" fmla="*/ 13458 h 90713"/>
                  <a:gd name="csX6" fmla="*/ 197 w 90714"/>
                  <a:gd name="csY6" fmla="*/ 45530 h 90713"/>
                  <a:gd name="csX7" fmla="*/ 13482 w 90714"/>
                  <a:gd name="csY7" fmla="*/ 77602 h 90713"/>
                  <a:gd name="csX8" fmla="*/ 45554 w 90714"/>
                  <a:gd name="csY8" fmla="*/ 9088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4" y="90887"/>
                    </a:moveTo>
                    <a:cubicBezTo>
                      <a:pt x="57583" y="90887"/>
                      <a:pt x="69121" y="86108"/>
                      <a:pt x="77627" y="77602"/>
                    </a:cubicBezTo>
                    <a:cubicBezTo>
                      <a:pt x="86132" y="69096"/>
                      <a:pt x="90912" y="57559"/>
                      <a:pt x="90912" y="45530"/>
                    </a:cubicBezTo>
                    <a:cubicBezTo>
                      <a:pt x="90912" y="33501"/>
                      <a:pt x="86132" y="21964"/>
                      <a:pt x="77627" y="13458"/>
                    </a:cubicBezTo>
                    <a:cubicBezTo>
                      <a:pt x="69121" y="4952"/>
                      <a:pt x="57583" y="173"/>
                      <a:pt x="45554" y="173"/>
                    </a:cubicBezTo>
                    <a:cubicBezTo>
                      <a:pt x="33525" y="173"/>
                      <a:pt x="21987" y="4952"/>
                      <a:pt x="13482" y="13458"/>
                    </a:cubicBezTo>
                    <a:cubicBezTo>
                      <a:pt x="4976" y="21964"/>
                      <a:pt x="197" y="33501"/>
                      <a:pt x="197" y="45530"/>
                    </a:cubicBezTo>
                    <a:cubicBezTo>
                      <a:pt x="197" y="57559"/>
                      <a:pt x="4976" y="69096"/>
                      <a:pt x="13482" y="77602"/>
                    </a:cubicBezTo>
                    <a:cubicBezTo>
                      <a:pt x="21987" y="86108"/>
                      <a:pt x="33525" y="90887"/>
                      <a:pt x="45554" y="9088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3" name="任意多边形: 形状 112"/>
              <p:cNvSpPr/>
              <p:nvPr/>
            </p:nvSpPr>
            <p:spPr>
              <a:xfrm>
                <a:off x="6090277" y="20147238"/>
                <a:ext cx="180000" cy="180000"/>
              </a:xfrm>
              <a:custGeom>
                <a:avLst/>
                <a:gdLst>
                  <a:gd name="csX0" fmla="*/ 45527 w 90714"/>
                  <a:gd name="csY0" fmla="*/ 90782 h 90713"/>
                  <a:gd name="csX1" fmla="*/ 77600 w 90714"/>
                  <a:gd name="csY1" fmla="*/ 77498 h 90713"/>
                  <a:gd name="csX2" fmla="*/ 90885 w 90714"/>
                  <a:gd name="csY2" fmla="*/ 45426 h 90713"/>
                  <a:gd name="csX3" fmla="*/ 77600 w 90714"/>
                  <a:gd name="csY3" fmla="*/ 13354 h 90713"/>
                  <a:gd name="csX4" fmla="*/ 45527 w 90714"/>
                  <a:gd name="csY4" fmla="*/ 69 h 90713"/>
                  <a:gd name="csX5" fmla="*/ 13455 w 90714"/>
                  <a:gd name="csY5" fmla="*/ 13354 h 90713"/>
                  <a:gd name="csX6" fmla="*/ 170 w 90714"/>
                  <a:gd name="csY6" fmla="*/ 45426 h 90713"/>
                  <a:gd name="csX7" fmla="*/ 13455 w 90714"/>
                  <a:gd name="csY7" fmla="*/ 77498 h 90713"/>
                  <a:gd name="csX8" fmla="*/ 45527 w 90714"/>
                  <a:gd name="csY8" fmla="*/ 9078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782"/>
                    </a:moveTo>
                    <a:cubicBezTo>
                      <a:pt x="57556" y="90782"/>
                      <a:pt x="69094" y="86003"/>
                      <a:pt x="77600" y="77498"/>
                    </a:cubicBezTo>
                    <a:cubicBezTo>
                      <a:pt x="86106" y="68992"/>
                      <a:pt x="90885" y="57454"/>
                      <a:pt x="90885" y="45426"/>
                    </a:cubicBezTo>
                    <a:cubicBezTo>
                      <a:pt x="90885" y="33397"/>
                      <a:pt x="86106" y="21859"/>
                      <a:pt x="77600" y="13354"/>
                    </a:cubicBezTo>
                    <a:cubicBezTo>
                      <a:pt x="69094" y="4848"/>
                      <a:pt x="57556" y="69"/>
                      <a:pt x="45527" y="69"/>
                    </a:cubicBezTo>
                    <a:cubicBezTo>
                      <a:pt x="33498" y="69"/>
                      <a:pt x="21961" y="4848"/>
                      <a:pt x="13455" y="13354"/>
                    </a:cubicBezTo>
                    <a:cubicBezTo>
                      <a:pt x="4949" y="21859"/>
                      <a:pt x="170" y="33397"/>
                      <a:pt x="170" y="45426"/>
                    </a:cubicBezTo>
                    <a:cubicBezTo>
                      <a:pt x="170" y="57454"/>
                      <a:pt x="4949" y="68992"/>
                      <a:pt x="13455" y="77498"/>
                    </a:cubicBezTo>
                    <a:cubicBezTo>
                      <a:pt x="21961" y="86003"/>
                      <a:pt x="33498" y="90782"/>
                      <a:pt x="45527" y="9078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4" name="任意多边形: 形状 113"/>
              <p:cNvSpPr/>
              <p:nvPr/>
            </p:nvSpPr>
            <p:spPr>
              <a:xfrm>
                <a:off x="7732287" y="22255461"/>
                <a:ext cx="180000" cy="180000"/>
              </a:xfrm>
              <a:custGeom>
                <a:avLst/>
                <a:gdLst>
                  <a:gd name="csX0" fmla="*/ 45579 w 90714"/>
                  <a:gd name="csY0" fmla="*/ 90848 h 90713"/>
                  <a:gd name="csX1" fmla="*/ 77651 w 90714"/>
                  <a:gd name="csY1" fmla="*/ 77563 h 90713"/>
                  <a:gd name="csX2" fmla="*/ 90936 w 90714"/>
                  <a:gd name="csY2" fmla="*/ 45491 h 90713"/>
                  <a:gd name="csX3" fmla="*/ 77651 w 90714"/>
                  <a:gd name="csY3" fmla="*/ 13419 h 90713"/>
                  <a:gd name="csX4" fmla="*/ 45579 w 90714"/>
                  <a:gd name="csY4" fmla="*/ 135 h 90713"/>
                  <a:gd name="csX5" fmla="*/ 13506 w 90714"/>
                  <a:gd name="csY5" fmla="*/ 13419 h 90713"/>
                  <a:gd name="csX6" fmla="*/ 221 w 90714"/>
                  <a:gd name="csY6" fmla="*/ 45491 h 90713"/>
                  <a:gd name="csX7" fmla="*/ 13506 w 90714"/>
                  <a:gd name="csY7" fmla="*/ 77563 h 90713"/>
                  <a:gd name="csX8" fmla="*/ 45579 w 90714"/>
                  <a:gd name="csY8" fmla="*/ 908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9" y="90848"/>
                    </a:moveTo>
                    <a:cubicBezTo>
                      <a:pt x="57607" y="90848"/>
                      <a:pt x="69145" y="86069"/>
                      <a:pt x="77651" y="77563"/>
                    </a:cubicBezTo>
                    <a:cubicBezTo>
                      <a:pt x="86157" y="69058"/>
                      <a:pt x="90936" y="57520"/>
                      <a:pt x="90936" y="45491"/>
                    </a:cubicBezTo>
                    <a:cubicBezTo>
                      <a:pt x="90936" y="33463"/>
                      <a:pt x="86157" y="21925"/>
                      <a:pt x="77651" y="13419"/>
                    </a:cubicBezTo>
                    <a:cubicBezTo>
                      <a:pt x="69145" y="4914"/>
                      <a:pt x="57607" y="135"/>
                      <a:pt x="45579" y="135"/>
                    </a:cubicBezTo>
                    <a:cubicBezTo>
                      <a:pt x="33550" y="135"/>
                      <a:pt x="22012" y="4914"/>
                      <a:pt x="13506" y="13419"/>
                    </a:cubicBezTo>
                    <a:cubicBezTo>
                      <a:pt x="5000" y="21925"/>
                      <a:pt x="221" y="33463"/>
                      <a:pt x="221" y="45491"/>
                    </a:cubicBezTo>
                    <a:cubicBezTo>
                      <a:pt x="221" y="57520"/>
                      <a:pt x="5000" y="69058"/>
                      <a:pt x="13506" y="77563"/>
                    </a:cubicBezTo>
                    <a:cubicBezTo>
                      <a:pt x="22012" y="86069"/>
                      <a:pt x="33550" y="90848"/>
                      <a:pt x="45579" y="908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5" name="任意多边形: 形状 114"/>
              <p:cNvSpPr/>
              <p:nvPr/>
            </p:nvSpPr>
            <p:spPr>
              <a:xfrm>
                <a:off x="6814546" y="22809252"/>
                <a:ext cx="180000" cy="180000"/>
              </a:xfrm>
              <a:custGeom>
                <a:avLst/>
                <a:gdLst>
                  <a:gd name="csX0" fmla="*/ 45550 w 90714"/>
                  <a:gd name="csY0" fmla="*/ 90865 h 90713"/>
                  <a:gd name="csX1" fmla="*/ 77622 w 90714"/>
                  <a:gd name="csY1" fmla="*/ 77581 h 90713"/>
                  <a:gd name="csX2" fmla="*/ 90907 w 90714"/>
                  <a:gd name="csY2" fmla="*/ 45509 h 90713"/>
                  <a:gd name="csX3" fmla="*/ 77622 w 90714"/>
                  <a:gd name="csY3" fmla="*/ 13437 h 90713"/>
                  <a:gd name="csX4" fmla="*/ 45550 w 90714"/>
                  <a:gd name="csY4" fmla="*/ 152 h 90713"/>
                  <a:gd name="csX5" fmla="*/ 13478 w 90714"/>
                  <a:gd name="csY5" fmla="*/ 13437 h 90713"/>
                  <a:gd name="csX6" fmla="*/ 193 w 90714"/>
                  <a:gd name="csY6" fmla="*/ 45509 h 90713"/>
                  <a:gd name="csX7" fmla="*/ 13478 w 90714"/>
                  <a:gd name="csY7" fmla="*/ 77581 h 90713"/>
                  <a:gd name="csX8" fmla="*/ 45550 w 90714"/>
                  <a:gd name="csY8" fmla="*/ 9086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0" y="90865"/>
                    </a:moveTo>
                    <a:cubicBezTo>
                      <a:pt x="57579" y="90865"/>
                      <a:pt x="69117" y="86086"/>
                      <a:pt x="77622" y="77581"/>
                    </a:cubicBezTo>
                    <a:cubicBezTo>
                      <a:pt x="86128" y="69075"/>
                      <a:pt x="90907" y="57537"/>
                      <a:pt x="90907" y="45509"/>
                    </a:cubicBezTo>
                    <a:cubicBezTo>
                      <a:pt x="90907" y="33480"/>
                      <a:pt x="86128" y="21942"/>
                      <a:pt x="77622" y="13437"/>
                    </a:cubicBezTo>
                    <a:cubicBezTo>
                      <a:pt x="69117" y="4931"/>
                      <a:pt x="57579" y="152"/>
                      <a:pt x="45550" y="152"/>
                    </a:cubicBezTo>
                    <a:cubicBezTo>
                      <a:pt x="33521" y="152"/>
                      <a:pt x="21983" y="4931"/>
                      <a:pt x="13478" y="13437"/>
                    </a:cubicBezTo>
                    <a:cubicBezTo>
                      <a:pt x="4972" y="21942"/>
                      <a:pt x="193" y="33480"/>
                      <a:pt x="193" y="45509"/>
                    </a:cubicBezTo>
                    <a:cubicBezTo>
                      <a:pt x="193" y="57537"/>
                      <a:pt x="4972" y="69075"/>
                      <a:pt x="13478" y="77581"/>
                    </a:cubicBezTo>
                    <a:cubicBezTo>
                      <a:pt x="21983" y="86086"/>
                      <a:pt x="33521" y="90865"/>
                      <a:pt x="45550" y="9086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6" name="任意多边形: 形状 115"/>
              <p:cNvSpPr/>
              <p:nvPr/>
            </p:nvSpPr>
            <p:spPr>
              <a:xfrm>
                <a:off x="5651796" y="24808508"/>
                <a:ext cx="180000" cy="180000"/>
              </a:xfrm>
              <a:custGeom>
                <a:avLst/>
                <a:gdLst>
                  <a:gd name="csX0" fmla="*/ 45514 w 90714"/>
                  <a:gd name="csY0" fmla="*/ 90928 h 90713"/>
                  <a:gd name="csX1" fmla="*/ 77586 w 90714"/>
                  <a:gd name="csY1" fmla="*/ 77643 h 90713"/>
                  <a:gd name="csX2" fmla="*/ 90871 w 90714"/>
                  <a:gd name="csY2" fmla="*/ 45571 h 90713"/>
                  <a:gd name="csX3" fmla="*/ 77586 w 90714"/>
                  <a:gd name="csY3" fmla="*/ 13499 h 90713"/>
                  <a:gd name="csX4" fmla="*/ 45514 w 90714"/>
                  <a:gd name="csY4" fmla="*/ 214 h 90713"/>
                  <a:gd name="csX5" fmla="*/ 13441 w 90714"/>
                  <a:gd name="csY5" fmla="*/ 13499 h 90713"/>
                  <a:gd name="csX6" fmla="*/ 156 w 90714"/>
                  <a:gd name="csY6" fmla="*/ 45571 h 90713"/>
                  <a:gd name="csX7" fmla="*/ 13441 w 90714"/>
                  <a:gd name="csY7" fmla="*/ 77643 h 90713"/>
                  <a:gd name="csX8" fmla="*/ 45514 w 90714"/>
                  <a:gd name="csY8" fmla="*/ 9092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4" y="90928"/>
                    </a:moveTo>
                    <a:cubicBezTo>
                      <a:pt x="57543" y="90928"/>
                      <a:pt x="69080" y="86149"/>
                      <a:pt x="77586" y="77643"/>
                    </a:cubicBezTo>
                    <a:cubicBezTo>
                      <a:pt x="86092" y="69137"/>
                      <a:pt x="90871" y="57600"/>
                      <a:pt x="90871" y="45571"/>
                    </a:cubicBezTo>
                    <a:cubicBezTo>
                      <a:pt x="90871" y="33542"/>
                      <a:pt x="86092" y="22004"/>
                      <a:pt x="77586" y="13499"/>
                    </a:cubicBezTo>
                    <a:cubicBezTo>
                      <a:pt x="69080" y="4993"/>
                      <a:pt x="57543" y="214"/>
                      <a:pt x="45514" y="214"/>
                    </a:cubicBezTo>
                    <a:cubicBezTo>
                      <a:pt x="33485" y="214"/>
                      <a:pt x="21947" y="4993"/>
                      <a:pt x="13441" y="13499"/>
                    </a:cubicBezTo>
                    <a:cubicBezTo>
                      <a:pt x="4936" y="22004"/>
                      <a:pt x="156" y="33542"/>
                      <a:pt x="156" y="45571"/>
                    </a:cubicBezTo>
                    <a:cubicBezTo>
                      <a:pt x="156" y="57600"/>
                      <a:pt x="4936" y="69137"/>
                      <a:pt x="13441" y="77643"/>
                    </a:cubicBezTo>
                    <a:cubicBezTo>
                      <a:pt x="21947" y="86149"/>
                      <a:pt x="33485" y="90928"/>
                      <a:pt x="45514" y="9092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7" name="任意多边形: 形状 116"/>
              <p:cNvSpPr/>
              <p:nvPr/>
            </p:nvSpPr>
            <p:spPr>
              <a:xfrm>
                <a:off x="8136349" y="22108007"/>
                <a:ext cx="180000" cy="180000"/>
              </a:xfrm>
              <a:custGeom>
                <a:avLst/>
                <a:gdLst>
                  <a:gd name="csX0" fmla="*/ 45591 w 90714"/>
                  <a:gd name="csY0" fmla="*/ 90843 h 90713"/>
                  <a:gd name="csX1" fmla="*/ 77664 w 90714"/>
                  <a:gd name="csY1" fmla="*/ 77559 h 90713"/>
                  <a:gd name="csX2" fmla="*/ 90948 w 90714"/>
                  <a:gd name="csY2" fmla="*/ 45487 h 90713"/>
                  <a:gd name="csX3" fmla="*/ 77664 w 90714"/>
                  <a:gd name="csY3" fmla="*/ 13415 h 90713"/>
                  <a:gd name="csX4" fmla="*/ 45591 w 90714"/>
                  <a:gd name="csY4" fmla="*/ 130 h 90713"/>
                  <a:gd name="csX5" fmla="*/ 13519 w 90714"/>
                  <a:gd name="csY5" fmla="*/ 13415 h 90713"/>
                  <a:gd name="csX6" fmla="*/ 234 w 90714"/>
                  <a:gd name="csY6" fmla="*/ 45487 h 90713"/>
                  <a:gd name="csX7" fmla="*/ 13519 w 90714"/>
                  <a:gd name="csY7" fmla="*/ 77559 h 90713"/>
                  <a:gd name="csX8" fmla="*/ 45591 w 90714"/>
                  <a:gd name="csY8" fmla="*/ 908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1" y="90843"/>
                    </a:moveTo>
                    <a:cubicBezTo>
                      <a:pt x="57620" y="90843"/>
                      <a:pt x="69158" y="86064"/>
                      <a:pt x="77664" y="77559"/>
                    </a:cubicBezTo>
                    <a:cubicBezTo>
                      <a:pt x="86169" y="69053"/>
                      <a:pt x="90948" y="57515"/>
                      <a:pt x="90948" y="45487"/>
                    </a:cubicBezTo>
                    <a:cubicBezTo>
                      <a:pt x="90948" y="33458"/>
                      <a:pt x="86169" y="21920"/>
                      <a:pt x="77664" y="13415"/>
                    </a:cubicBezTo>
                    <a:cubicBezTo>
                      <a:pt x="69158" y="4909"/>
                      <a:pt x="57620" y="130"/>
                      <a:pt x="45591" y="130"/>
                    </a:cubicBezTo>
                    <a:cubicBezTo>
                      <a:pt x="33562" y="130"/>
                      <a:pt x="22024" y="4909"/>
                      <a:pt x="13519" y="13415"/>
                    </a:cubicBezTo>
                    <a:cubicBezTo>
                      <a:pt x="5013" y="21920"/>
                      <a:pt x="234" y="33458"/>
                      <a:pt x="234" y="45487"/>
                    </a:cubicBezTo>
                    <a:cubicBezTo>
                      <a:pt x="234" y="57515"/>
                      <a:pt x="5013" y="69053"/>
                      <a:pt x="13519" y="77559"/>
                    </a:cubicBezTo>
                    <a:cubicBezTo>
                      <a:pt x="22024" y="86064"/>
                      <a:pt x="33562" y="90843"/>
                      <a:pt x="45591" y="908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8" name="任意多边形: 形状 117"/>
              <p:cNvSpPr/>
              <p:nvPr/>
            </p:nvSpPr>
            <p:spPr>
              <a:xfrm>
                <a:off x="5969983" y="23683109"/>
                <a:ext cx="180000" cy="180000"/>
              </a:xfrm>
              <a:custGeom>
                <a:avLst/>
                <a:gdLst>
                  <a:gd name="csX0" fmla="*/ 45524 w 90714"/>
                  <a:gd name="csY0" fmla="*/ 90893 h 90713"/>
                  <a:gd name="csX1" fmla="*/ 77596 w 90714"/>
                  <a:gd name="csY1" fmla="*/ 77608 h 90713"/>
                  <a:gd name="csX2" fmla="*/ 90881 w 90714"/>
                  <a:gd name="csY2" fmla="*/ 45536 h 90713"/>
                  <a:gd name="csX3" fmla="*/ 77596 w 90714"/>
                  <a:gd name="csY3" fmla="*/ 13464 h 90713"/>
                  <a:gd name="csX4" fmla="*/ 45524 w 90714"/>
                  <a:gd name="csY4" fmla="*/ 179 h 90713"/>
                  <a:gd name="csX5" fmla="*/ 13451 w 90714"/>
                  <a:gd name="csY5" fmla="*/ 13464 h 90713"/>
                  <a:gd name="csX6" fmla="*/ 166 w 90714"/>
                  <a:gd name="csY6" fmla="*/ 45536 h 90713"/>
                  <a:gd name="csX7" fmla="*/ 13451 w 90714"/>
                  <a:gd name="csY7" fmla="*/ 77608 h 90713"/>
                  <a:gd name="csX8" fmla="*/ 45524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893"/>
                    </a:moveTo>
                    <a:cubicBezTo>
                      <a:pt x="57553" y="90893"/>
                      <a:pt x="69090" y="86113"/>
                      <a:pt x="77596" y="77608"/>
                    </a:cubicBezTo>
                    <a:cubicBezTo>
                      <a:pt x="86102" y="69102"/>
                      <a:pt x="90881" y="57565"/>
                      <a:pt x="90881" y="45536"/>
                    </a:cubicBezTo>
                    <a:cubicBezTo>
                      <a:pt x="90881" y="33507"/>
                      <a:pt x="86102" y="21969"/>
                      <a:pt x="77596" y="13464"/>
                    </a:cubicBezTo>
                    <a:cubicBezTo>
                      <a:pt x="69090" y="4958"/>
                      <a:pt x="57553" y="179"/>
                      <a:pt x="45524" y="179"/>
                    </a:cubicBezTo>
                    <a:cubicBezTo>
                      <a:pt x="33495" y="179"/>
                      <a:pt x="21957" y="4958"/>
                      <a:pt x="13451" y="13464"/>
                    </a:cubicBezTo>
                    <a:cubicBezTo>
                      <a:pt x="4945" y="21969"/>
                      <a:pt x="166" y="33507"/>
                      <a:pt x="166" y="45536"/>
                    </a:cubicBezTo>
                    <a:cubicBezTo>
                      <a:pt x="166" y="57565"/>
                      <a:pt x="4945" y="69102"/>
                      <a:pt x="13451" y="77608"/>
                    </a:cubicBezTo>
                    <a:cubicBezTo>
                      <a:pt x="21957" y="86113"/>
                      <a:pt x="33495" y="90893"/>
                      <a:pt x="45524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19" name="任意多边形: 形状 118"/>
              <p:cNvSpPr/>
              <p:nvPr/>
            </p:nvSpPr>
            <p:spPr>
              <a:xfrm>
                <a:off x="8089312" y="20617659"/>
                <a:ext cx="180000" cy="180000"/>
              </a:xfrm>
              <a:custGeom>
                <a:avLst/>
                <a:gdLst>
                  <a:gd name="csX0" fmla="*/ 45590 w 90714"/>
                  <a:gd name="csY0" fmla="*/ 90797 h 90713"/>
                  <a:gd name="csX1" fmla="*/ 77662 w 90714"/>
                  <a:gd name="csY1" fmla="*/ 77512 h 90713"/>
                  <a:gd name="csX2" fmla="*/ 90947 w 90714"/>
                  <a:gd name="csY2" fmla="*/ 45440 h 90713"/>
                  <a:gd name="csX3" fmla="*/ 77662 w 90714"/>
                  <a:gd name="csY3" fmla="*/ 13368 h 90713"/>
                  <a:gd name="csX4" fmla="*/ 45590 w 90714"/>
                  <a:gd name="csY4" fmla="*/ 84 h 90713"/>
                  <a:gd name="csX5" fmla="*/ 13517 w 90714"/>
                  <a:gd name="csY5" fmla="*/ 13368 h 90713"/>
                  <a:gd name="csX6" fmla="*/ 232 w 90714"/>
                  <a:gd name="csY6" fmla="*/ 45440 h 90713"/>
                  <a:gd name="csX7" fmla="*/ 13517 w 90714"/>
                  <a:gd name="csY7" fmla="*/ 77512 h 90713"/>
                  <a:gd name="csX8" fmla="*/ 45590 w 90714"/>
                  <a:gd name="csY8" fmla="*/ 9079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0" y="90797"/>
                    </a:moveTo>
                    <a:cubicBezTo>
                      <a:pt x="57619" y="90797"/>
                      <a:pt x="69156" y="86018"/>
                      <a:pt x="77662" y="77512"/>
                    </a:cubicBezTo>
                    <a:cubicBezTo>
                      <a:pt x="86168" y="69007"/>
                      <a:pt x="90947" y="57469"/>
                      <a:pt x="90947" y="45440"/>
                    </a:cubicBezTo>
                    <a:cubicBezTo>
                      <a:pt x="90947" y="33412"/>
                      <a:pt x="86168" y="21874"/>
                      <a:pt x="77662" y="13368"/>
                    </a:cubicBezTo>
                    <a:cubicBezTo>
                      <a:pt x="69156" y="4863"/>
                      <a:pt x="57619" y="84"/>
                      <a:pt x="45590" y="84"/>
                    </a:cubicBezTo>
                    <a:cubicBezTo>
                      <a:pt x="33561" y="84"/>
                      <a:pt x="22023" y="4863"/>
                      <a:pt x="13517" y="13368"/>
                    </a:cubicBezTo>
                    <a:cubicBezTo>
                      <a:pt x="5012" y="21874"/>
                      <a:pt x="232" y="33412"/>
                      <a:pt x="232" y="45440"/>
                    </a:cubicBezTo>
                    <a:cubicBezTo>
                      <a:pt x="232" y="57469"/>
                      <a:pt x="5012" y="69007"/>
                      <a:pt x="13517" y="77512"/>
                    </a:cubicBezTo>
                    <a:cubicBezTo>
                      <a:pt x="22023" y="86018"/>
                      <a:pt x="33561" y="90797"/>
                      <a:pt x="45590" y="9079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0" name="任意多边形: 形状 119"/>
              <p:cNvSpPr/>
              <p:nvPr/>
            </p:nvSpPr>
            <p:spPr>
              <a:xfrm>
                <a:off x="9323962" y="22997155"/>
                <a:ext cx="180000" cy="180000"/>
              </a:xfrm>
              <a:custGeom>
                <a:avLst/>
                <a:gdLst>
                  <a:gd name="csX0" fmla="*/ 45628 w 90714"/>
                  <a:gd name="csY0" fmla="*/ 90871 h 90713"/>
                  <a:gd name="csX1" fmla="*/ 77701 w 90714"/>
                  <a:gd name="csY1" fmla="*/ 77586 h 90713"/>
                  <a:gd name="csX2" fmla="*/ 90986 w 90714"/>
                  <a:gd name="csY2" fmla="*/ 45514 h 90713"/>
                  <a:gd name="csX3" fmla="*/ 77701 w 90714"/>
                  <a:gd name="csY3" fmla="*/ 13442 h 90713"/>
                  <a:gd name="csX4" fmla="*/ 45628 w 90714"/>
                  <a:gd name="csY4" fmla="*/ 158 h 90713"/>
                  <a:gd name="csX5" fmla="*/ 13556 w 90714"/>
                  <a:gd name="csY5" fmla="*/ 13442 h 90713"/>
                  <a:gd name="csX6" fmla="*/ 271 w 90714"/>
                  <a:gd name="csY6" fmla="*/ 45514 h 90713"/>
                  <a:gd name="csX7" fmla="*/ 13556 w 90714"/>
                  <a:gd name="csY7" fmla="*/ 77586 h 90713"/>
                  <a:gd name="csX8" fmla="*/ 45628 w 90714"/>
                  <a:gd name="csY8" fmla="*/ 9087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8" y="90871"/>
                    </a:moveTo>
                    <a:cubicBezTo>
                      <a:pt x="57657" y="90871"/>
                      <a:pt x="69195" y="86092"/>
                      <a:pt x="77701" y="77586"/>
                    </a:cubicBezTo>
                    <a:cubicBezTo>
                      <a:pt x="86206" y="69081"/>
                      <a:pt x="90986" y="57543"/>
                      <a:pt x="90986" y="45514"/>
                    </a:cubicBezTo>
                    <a:cubicBezTo>
                      <a:pt x="90986" y="33486"/>
                      <a:pt x="86206" y="21948"/>
                      <a:pt x="77701" y="13442"/>
                    </a:cubicBezTo>
                    <a:cubicBezTo>
                      <a:pt x="69195" y="4937"/>
                      <a:pt x="57657" y="158"/>
                      <a:pt x="45628" y="158"/>
                    </a:cubicBezTo>
                    <a:cubicBezTo>
                      <a:pt x="33599" y="158"/>
                      <a:pt x="22061" y="4937"/>
                      <a:pt x="13556" y="13442"/>
                    </a:cubicBezTo>
                    <a:cubicBezTo>
                      <a:pt x="5050" y="21948"/>
                      <a:pt x="271" y="33486"/>
                      <a:pt x="271" y="45514"/>
                    </a:cubicBezTo>
                    <a:cubicBezTo>
                      <a:pt x="271" y="57543"/>
                      <a:pt x="5050" y="69081"/>
                      <a:pt x="13556" y="77586"/>
                    </a:cubicBezTo>
                    <a:cubicBezTo>
                      <a:pt x="22061" y="86092"/>
                      <a:pt x="33599" y="90871"/>
                      <a:pt x="45628" y="9087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1" name="任意多边形: 形状 120"/>
              <p:cNvSpPr/>
              <p:nvPr/>
            </p:nvSpPr>
            <p:spPr>
              <a:xfrm>
                <a:off x="6664015" y="21092071"/>
                <a:ext cx="180000" cy="180000"/>
              </a:xfrm>
              <a:custGeom>
                <a:avLst/>
                <a:gdLst>
                  <a:gd name="csX0" fmla="*/ 45545 w 90714"/>
                  <a:gd name="csY0" fmla="*/ 90812 h 90713"/>
                  <a:gd name="csX1" fmla="*/ 77618 w 90714"/>
                  <a:gd name="csY1" fmla="*/ 77527 h 90713"/>
                  <a:gd name="csX2" fmla="*/ 90903 w 90714"/>
                  <a:gd name="csY2" fmla="*/ 45455 h 90713"/>
                  <a:gd name="csX3" fmla="*/ 77618 w 90714"/>
                  <a:gd name="csY3" fmla="*/ 13383 h 90713"/>
                  <a:gd name="csX4" fmla="*/ 45545 w 90714"/>
                  <a:gd name="csY4" fmla="*/ 98 h 90713"/>
                  <a:gd name="csX5" fmla="*/ 13473 w 90714"/>
                  <a:gd name="csY5" fmla="*/ 13383 h 90713"/>
                  <a:gd name="csX6" fmla="*/ 188 w 90714"/>
                  <a:gd name="csY6" fmla="*/ 45455 h 90713"/>
                  <a:gd name="csX7" fmla="*/ 13473 w 90714"/>
                  <a:gd name="csY7" fmla="*/ 77527 h 90713"/>
                  <a:gd name="csX8" fmla="*/ 45545 w 90714"/>
                  <a:gd name="csY8" fmla="*/ 908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5" y="90812"/>
                    </a:moveTo>
                    <a:cubicBezTo>
                      <a:pt x="57574" y="90812"/>
                      <a:pt x="69112" y="86033"/>
                      <a:pt x="77618" y="77527"/>
                    </a:cubicBezTo>
                    <a:cubicBezTo>
                      <a:pt x="86123" y="69021"/>
                      <a:pt x="90903" y="57484"/>
                      <a:pt x="90903" y="45455"/>
                    </a:cubicBezTo>
                    <a:cubicBezTo>
                      <a:pt x="90903" y="33426"/>
                      <a:pt x="86123" y="21889"/>
                      <a:pt x="77618" y="13383"/>
                    </a:cubicBezTo>
                    <a:cubicBezTo>
                      <a:pt x="69112" y="4877"/>
                      <a:pt x="57574" y="98"/>
                      <a:pt x="45545" y="98"/>
                    </a:cubicBezTo>
                    <a:cubicBezTo>
                      <a:pt x="33516" y="98"/>
                      <a:pt x="21979" y="4877"/>
                      <a:pt x="13473" y="13383"/>
                    </a:cubicBezTo>
                    <a:cubicBezTo>
                      <a:pt x="4967" y="21889"/>
                      <a:pt x="188" y="33426"/>
                      <a:pt x="188" y="45455"/>
                    </a:cubicBezTo>
                    <a:cubicBezTo>
                      <a:pt x="188" y="57484"/>
                      <a:pt x="4967" y="69021"/>
                      <a:pt x="13473" y="77527"/>
                    </a:cubicBezTo>
                    <a:cubicBezTo>
                      <a:pt x="21979" y="86033"/>
                      <a:pt x="33516" y="90812"/>
                      <a:pt x="45545" y="908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" name="任意多边形: 形状 121"/>
              <p:cNvSpPr/>
              <p:nvPr/>
            </p:nvSpPr>
            <p:spPr>
              <a:xfrm>
                <a:off x="7013801" y="22662922"/>
                <a:ext cx="180000" cy="180000"/>
              </a:xfrm>
              <a:custGeom>
                <a:avLst/>
                <a:gdLst>
                  <a:gd name="csX0" fmla="*/ 45556 w 90714"/>
                  <a:gd name="csY0" fmla="*/ 90861 h 90713"/>
                  <a:gd name="csX1" fmla="*/ 77629 w 90714"/>
                  <a:gd name="csY1" fmla="*/ 77576 h 90713"/>
                  <a:gd name="csX2" fmla="*/ 90913 w 90714"/>
                  <a:gd name="csY2" fmla="*/ 45504 h 90713"/>
                  <a:gd name="csX3" fmla="*/ 77629 w 90714"/>
                  <a:gd name="csY3" fmla="*/ 13432 h 90713"/>
                  <a:gd name="csX4" fmla="*/ 45556 w 90714"/>
                  <a:gd name="csY4" fmla="*/ 147 h 90713"/>
                  <a:gd name="csX5" fmla="*/ 13484 w 90714"/>
                  <a:gd name="csY5" fmla="*/ 13432 h 90713"/>
                  <a:gd name="csX6" fmla="*/ 199 w 90714"/>
                  <a:gd name="csY6" fmla="*/ 45504 h 90713"/>
                  <a:gd name="csX7" fmla="*/ 13484 w 90714"/>
                  <a:gd name="csY7" fmla="*/ 77576 h 90713"/>
                  <a:gd name="csX8" fmla="*/ 45556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61"/>
                    </a:moveTo>
                    <a:cubicBezTo>
                      <a:pt x="57585" y="90861"/>
                      <a:pt x="69123" y="86082"/>
                      <a:pt x="77629" y="77576"/>
                    </a:cubicBezTo>
                    <a:cubicBezTo>
                      <a:pt x="86134" y="69070"/>
                      <a:pt x="90913" y="57533"/>
                      <a:pt x="90913" y="45504"/>
                    </a:cubicBezTo>
                    <a:cubicBezTo>
                      <a:pt x="90913" y="33475"/>
                      <a:pt x="86134" y="21938"/>
                      <a:pt x="77629" y="13432"/>
                    </a:cubicBezTo>
                    <a:cubicBezTo>
                      <a:pt x="69123" y="4926"/>
                      <a:pt x="57585" y="147"/>
                      <a:pt x="45556" y="147"/>
                    </a:cubicBezTo>
                    <a:cubicBezTo>
                      <a:pt x="33527" y="147"/>
                      <a:pt x="21989" y="4926"/>
                      <a:pt x="13484" y="13432"/>
                    </a:cubicBezTo>
                    <a:cubicBezTo>
                      <a:pt x="4978" y="21938"/>
                      <a:pt x="199" y="33475"/>
                      <a:pt x="199" y="45504"/>
                    </a:cubicBezTo>
                    <a:cubicBezTo>
                      <a:pt x="199" y="57533"/>
                      <a:pt x="4978" y="69070"/>
                      <a:pt x="13484" y="77576"/>
                    </a:cubicBezTo>
                    <a:cubicBezTo>
                      <a:pt x="21989" y="86082"/>
                      <a:pt x="33527" y="90861"/>
                      <a:pt x="45556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" name="任意多边形: 形状 122"/>
              <p:cNvSpPr/>
              <p:nvPr/>
            </p:nvSpPr>
            <p:spPr>
              <a:xfrm>
                <a:off x="7513615" y="21903002"/>
                <a:ext cx="180000" cy="180000"/>
              </a:xfrm>
              <a:custGeom>
                <a:avLst/>
                <a:gdLst>
                  <a:gd name="csX0" fmla="*/ 45572 w 90714"/>
                  <a:gd name="csY0" fmla="*/ 90837 h 90713"/>
                  <a:gd name="csX1" fmla="*/ 77644 w 90714"/>
                  <a:gd name="csY1" fmla="*/ 77552 h 90713"/>
                  <a:gd name="csX2" fmla="*/ 90929 w 90714"/>
                  <a:gd name="csY2" fmla="*/ 45480 h 90713"/>
                  <a:gd name="csX3" fmla="*/ 77644 w 90714"/>
                  <a:gd name="csY3" fmla="*/ 13408 h 90713"/>
                  <a:gd name="csX4" fmla="*/ 45572 w 90714"/>
                  <a:gd name="csY4" fmla="*/ 124 h 90713"/>
                  <a:gd name="csX5" fmla="*/ 13499 w 90714"/>
                  <a:gd name="csY5" fmla="*/ 13408 h 90713"/>
                  <a:gd name="csX6" fmla="*/ 214 w 90714"/>
                  <a:gd name="csY6" fmla="*/ 45480 h 90713"/>
                  <a:gd name="csX7" fmla="*/ 13499 w 90714"/>
                  <a:gd name="csY7" fmla="*/ 77552 h 90713"/>
                  <a:gd name="csX8" fmla="*/ 45572 w 90714"/>
                  <a:gd name="csY8" fmla="*/ 908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2" y="90837"/>
                    </a:moveTo>
                    <a:cubicBezTo>
                      <a:pt x="57601" y="90837"/>
                      <a:pt x="69139" y="86058"/>
                      <a:pt x="77644" y="77552"/>
                    </a:cubicBezTo>
                    <a:cubicBezTo>
                      <a:pt x="86150" y="69047"/>
                      <a:pt x="90929" y="57509"/>
                      <a:pt x="90929" y="45480"/>
                    </a:cubicBezTo>
                    <a:cubicBezTo>
                      <a:pt x="90929" y="33452"/>
                      <a:pt x="86150" y="21914"/>
                      <a:pt x="77644" y="13408"/>
                    </a:cubicBezTo>
                    <a:cubicBezTo>
                      <a:pt x="69139" y="4903"/>
                      <a:pt x="57601" y="124"/>
                      <a:pt x="45572" y="124"/>
                    </a:cubicBezTo>
                    <a:cubicBezTo>
                      <a:pt x="33543" y="124"/>
                      <a:pt x="22005" y="4903"/>
                      <a:pt x="13499" y="13408"/>
                    </a:cubicBezTo>
                    <a:cubicBezTo>
                      <a:pt x="4994" y="21914"/>
                      <a:pt x="214" y="33452"/>
                      <a:pt x="214" y="45480"/>
                    </a:cubicBezTo>
                    <a:cubicBezTo>
                      <a:pt x="214" y="57509"/>
                      <a:pt x="4994" y="69047"/>
                      <a:pt x="13499" y="77552"/>
                    </a:cubicBezTo>
                    <a:cubicBezTo>
                      <a:pt x="22005" y="86058"/>
                      <a:pt x="33543" y="90837"/>
                      <a:pt x="45572" y="908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" name="任意多边形: 形状 123"/>
              <p:cNvSpPr/>
              <p:nvPr/>
            </p:nvSpPr>
            <p:spPr>
              <a:xfrm>
                <a:off x="5969116" y="23088274"/>
                <a:ext cx="180000" cy="180000"/>
              </a:xfrm>
              <a:custGeom>
                <a:avLst/>
                <a:gdLst>
                  <a:gd name="csX0" fmla="*/ 45524 w 90714"/>
                  <a:gd name="csY0" fmla="*/ 90874 h 90713"/>
                  <a:gd name="csX1" fmla="*/ 77596 w 90714"/>
                  <a:gd name="csY1" fmla="*/ 77589 h 90713"/>
                  <a:gd name="csX2" fmla="*/ 90881 w 90714"/>
                  <a:gd name="csY2" fmla="*/ 45517 h 90713"/>
                  <a:gd name="csX3" fmla="*/ 77596 w 90714"/>
                  <a:gd name="csY3" fmla="*/ 13445 h 90713"/>
                  <a:gd name="csX4" fmla="*/ 45524 w 90714"/>
                  <a:gd name="csY4" fmla="*/ 161 h 90713"/>
                  <a:gd name="csX5" fmla="*/ 13451 w 90714"/>
                  <a:gd name="csY5" fmla="*/ 13445 h 90713"/>
                  <a:gd name="csX6" fmla="*/ 166 w 90714"/>
                  <a:gd name="csY6" fmla="*/ 45517 h 90713"/>
                  <a:gd name="csX7" fmla="*/ 13451 w 90714"/>
                  <a:gd name="csY7" fmla="*/ 77589 h 90713"/>
                  <a:gd name="csX8" fmla="*/ 45524 w 90714"/>
                  <a:gd name="csY8" fmla="*/ 9087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874"/>
                    </a:moveTo>
                    <a:cubicBezTo>
                      <a:pt x="57553" y="90874"/>
                      <a:pt x="69090" y="86095"/>
                      <a:pt x="77596" y="77589"/>
                    </a:cubicBezTo>
                    <a:cubicBezTo>
                      <a:pt x="86102" y="69084"/>
                      <a:pt x="90881" y="57546"/>
                      <a:pt x="90881" y="45517"/>
                    </a:cubicBezTo>
                    <a:cubicBezTo>
                      <a:pt x="90881" y="33489"/>
                      <a:pt x="86102" y="21951"/>
                      <a:pt x="77596" y="13445"/>
                    </a:cubicBezTo>
                    <a:cubicBezTo>
                      <a:pt x="69090" y="4940"/>
                      <a:pt x="57553" y="161"/>
                      <a:pt x="45524" y="161"/>
                    </a:cubicBezTo>
                    <a:cubicBezTo>
                      <a:pt x="33495" y="161"/>
                      <a:pt x="21957" y="4940"/>
                      <a:pt x="13451" y="13445"/>
                    </a:cubicBezTo>
                    <a:cubicBezTo>
                      <a:pt x="4945" y="21951"/>
                      <a:pt x="166" y="33489"/>
                      <a:pt x="166" y="45517"/>
                    </a:cubicBezTo>
                    <a:cubicBezTo>
                      <a:pt x="166" y="57546"/>
                      <a:pt x="4945" y="69084"/>
                      <a:pt x="13451" y="77589"/>
                    </a:cubicBezTo>
                    <a:cubicBezTo>
                      <a:pt x="21957" y="86095"/>
                      <a:pt x="33495" y="90874"/>
                      <a:pt x="45524" y="9087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" name="任意多边形: 形状 124"/>
              <p:cNvSpPr/>
              <p:nvPr/>
            </p:nvSpPr>
            <p:spPr>
              <a:xfrm>
                <a:off x="6853631" y="21778053"/>
                <a:ext cx="180000" cy="180000"/>
              </a:xfrm>
              <a:custGeom>
                <a:avLst/>
                <a:gdLst>
                  <a:gd name="csX0" fmla="*/ 45551 w 90714"/>
                  <a:gd name="csY0" fmla="*/ 90833 h 90713"/>
                  <a:gd name="csX1" fmla="*/ 77624 w 90714"/>
                  <a:gd name="csY1" fmla="*/ 77548 h 90713"/>
                  <a:gd name="csX2" fmla="*/ 90908 w 90714"/>
                  <a:gd name="csY2" fmla="*/ 45476 h 90713"/>
                  <a:gd name="csX3" fmla="*/ 77624 w 90714"/>
                  <a:gd name="csY3" fmla="*/ 13404 h 90713"/>
                  <a:gd name="csX4" fmla="*/ 45551 w 90714"/>
                  <a:gd name="csY4" fmla="*/ 120 h 90713"/>
                  <a:gd name="csX5" fmla="*/ 13479 w 90714"/>
                  <a:gd name="csY5" fmla="*/ 13404 h 90713"/>
                  <a:gd name="csX6" fmla="*/ 194 w 90714"/>
                  <a:gd name="csY6" fmla="*/ 45476 h 90713"/>
                  <a:gd name="csX7" fmla="*/ 13479 w 90714"/>
                  <a:gd name="csY7" fmla="*/ 77548 h 90713"/>
                  <a:gd name="csX8" fmla="*/ 45551 w 90714"/>
                  <a:gd name="csY8" fmla="*/ 9083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1" y="90833"/>
                    </a:moveTo>
                    <a:cubicBezTo>
                      <a:pt x="57580" y="90833"/>
                      <a:pt x="69118" y="86054"/>
                      <a:pt x="77624" y="77548"/>
                    </a:cubicBezTo>
                    <a:cubicBezTo>
                      <a:pt x="86129" y="69043"/>
                      <a:pt x="90908" y="57505"/>
                      <a:pt x="90908" y="45476"/>
                    </a:cubicBezTo>
                    <a:cubicBezTo>
                      <a:pt x="90908" y="33448"/>
                      <a:pt x="86129" y="21910"/>
                      <a:pt x="77624" y="13404"/>
                    </a:cubicBezTo>
                    <a:cubicBezTo>
                      <a:pt x="69118" y="4899"/>
                      <a:pt x="57580" y="120"/>
                      <a:pt x="45551" y="120"/>
                    </a:cubicBezTo>
                    <a:cubicBezTo>
                      <a:pt x="33522" y="120"/>
                      <a:pt x="21984" y="4899"/>
                      <a:pt x="13479" y="13404"/>
                    </a:cubicBezTo>
                    <a:cubicBezTo>
                      <a:pt x="4973" y="21910"/>
                      <a:pt x="194" y="33448"/>
                      <a:pt x="194" y="45476"/>
                    </a:cubicBezTo>
                    <a:cubicBezTo>
                      <a:pt x="194" y="57505"/>
                      <a:pt x="4973" y="69043"/>
                      <a:pt x="13479" y="77548"/>
                    </a:cubicBezTo>
                    <a:cubicBezTo>
                      <a:pt x="21984" y="86054"/>
                      <a:pt x="33522" y="90833"/>
                      <a:pt x="45551" y="9083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939" name="任意多边形: 形状 1938"/>
              <p:cNvSpPr/>
              <p:nvPr/>
            </p:nvSpPr>
            <p:spPr>
              <a:xfrm>
                <a:off x="7676291" y="22488447"/>
                <a:ext cx="180000" cy="180000"/>
              </a:xfrm>
              <a:custGeom>
                <a:avLst/>
                <a:gdLst>
                  <a:gd name="csX0" fmla="*/ 45577 w 90714"/>
                  <a:gd name="csY0" fmla="*/ 90855 h 90713"/>
                  <a:gd name="csX1" fmla="*/ 77649 w 90714"/>
                  <a:gd name="csY1" fmla="*/ 77571 h 90713"/>
                  <a:gd name="csX2" fmla="*/ 90934 w 90714"/>
                  <a:gd name="csY2" fmla="*/ 45499 h 90713"/>
                  <a:gd name="csX3" fmla="*/ 77649 w 90714"/>
                  <a:gd name="csY3" fmla="*/ 13427 h 90713"/>
                  <a:gd name="csX4" fmla="*/ 45577 w 90714"/>
                  <a:gd name="csY4" fmla="*/ 142 h 90713"/>
                  <a:gd name="csX5" fmla="*/ 13504 w 90714"/>
                  <a:gd name="csY5" fmla="*/ 13427 h 90713"/>
                  <a:gd name="csX6" fmla="*/ 220 w 90714"/>
                  <a:gd name="csY6" fmla="*/ 45499 h 90713"/>
                  <a:gd name="csX7" fmla="*/ 13504 w 90714"/>
                  <a:gd name="csY7" fmla="*/ 77571 h 90713"/>
                  <a:gd name="csX8" fmla="*/ 45577 w 90714"/>
                  <a:gd name="csY8" fmla="*/ 9085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7" y="90855"/>
                    </a:moveTo>
                    <a:cubicBezTo>
                      <a:pt x="57606" y="90855"/>
                      <a:pt x="69144" y="86076"/>
                      <a:pt x="77649" y="77571"/>
                    </a:cubicBezTo>
                    <a:cubicBezTo>
                      <a:pt x="86155" y="69065"/>
                      <a:pt x="90934" y="57527"/>
                      <a:pt x="90934" y="45499"/>
                    </a:cubicBezTo>
                    <a:cubicBezTo>
                      <a:pt x="90934" y="33470"/>
                      <a:pt x="86155" y="21932"/>
                      <a:pt x="77649" y="13427"/>
                    </a:cubicBezTo>
                    <a:cubicBezTo>
                      <a:pt x="69144" y="4921"/>
                      <a:pt x="57606" y="142"/>
                      <a:pt x="45577" y="142"/>
                    </a:cubicBezTo>
                    <a:cubicBezTo>
                      <a:pt x="33548" y="142"/>
                      <a:pt x="22010" y="4921"/>
                      <a:pt x="13504" y="13427"/>
                    </a:cubicBezTo>
                    <a:cubicBezTo>
                      <a:pt x="4999" y="21932"/>
                      <a:pt x="220" y="33470"/>
                      <a:pt x="220" y="45499"/>
                    </a:cubicBezTo>
                    <a:cubicBezTo>
                      <a:pt x="220" y="57527"/>
                      <a:pt x="4999" y="69065"/>
                      <a:pt x="13504" y="77571"/>
                    </a:cubicBezTo>
                    <a:cubicBezTo>
                      <a:pt x="22010" y="86076"/>
                      <a:pt x="33548" y="90855"/>
                      <a:pt x="45577" y="9085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943" name="任意多边形: 形状 1942"/>
              <p:cNvSpPr/>
              <p:nvPr/>
            </p:nvSpPr>
            <p:spPr>
              <a:xfrm>
                <a:off x="9099325" y="23581159"/>
                <a:ext cx="180000" cy="180000"/>
              </a:xfrm>
              <a:custGeom>
                <a:avLst/>
                <a:gdLst>
                  <a:gd name="csX0" fmla="*/ 45621 w 90714"/>
                  <a:gd name="csY0" fmla="*/ 90889 h 90713"/>
                  <a:gd name="csX1" fmla="*/ 77694 w 90714"/>
                  <a:gd name="csY1" fmla="*/ 77605 h 90713"/>
                  <a:gd name="csX2" fmla="*/ 90979 w 90714"/>
                  <a:gd name="csY2" fmla="*/ 45533 h 90713"/>
                  <a:gd name="csX3" fmla="*/ 77694 w 90714"/>
                  <a:gd name="csY3" fmla="*/ 13461 h 90713"/>
                  <a:gd name="csX4" fmla="*/ 45621 w 90714"/>
                  <a:gd name="csY4" fmla="*/ 176 h 90713"/>
                  <a:gd name="csX5" fmla="*/ 13549 w 90714"/>
                  <a:gd name="csY5" fmla="*/ 13461 h 90713"/>
                  <a:gd name="csX6" fmla="*/ 264 w 90714"/>
                  <a:gd name="csY6" fmla="*/ 45533 h 90713"/>
                  <a:gd name="csX7" fmla="*/ 13549 w 90714"/>
                  <a:gd name="csY7" fmla="*/ 77605 h 90713"/>
                  <a:gd name="csX8" fmla="*/ 45621 w 90714"/>
                  <a:gd name="csY8" fmla="*/ 9088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1" y="90889"/>
                    </a:moveTo>
                    <a:cubicBezTo>
                      <a:pt x="57650" y="90889"/>
                      <a:pt x="69188" y="86110"/>
                      <a:pt x="77694" y="77605"/>
                    </a:cubicBezTo>
                    <a:cubicBezTo>
                      <a:pt x="86199" y="69099"/>
                      <a:pt x="90979" y="57561"/>
                      <a:pt x="90979" y="45533"/>
                    </a:cubicBezTo>
                    <a:cubicBezTo>
                      <a:pt x="90979" y="33504"/>
                      <a:pt x="86199" y="21966"/>
                      <a:pt x="77694" y="13461"/>
                    </a:cubicBezTo>
                    <a:cubicBezTo>
                      <a:pt x="69188" y="4955"/>
                      <a:pt x="57650" y="176"/>
                      <a:pt x="45621" y="176"/>
                    </a:cubicBezTo>
                    <a:cubicBezTo>
                      <a:pt x="33592" y="176"/>
                      <a:pt x="22054" y="4955"/>
                      <a:pt x="13549" y="13461"/>
                    </a:cubicBezTo>
                    <a:cubicBezTo>
                      <a:pt x="5043" y="21966"/>
                      <a:pt x="264" y="33504"/>
                      <a:pt x="264" y="45533"/>
                    </a:cubicBezTo>
                    <a:cubicBezTo>
                      <a:pt x="264" y="57561"/>
                      <a:pt x="5043" y="69099"/>
                      <a:pt x="13549" y="77605"/>
                    </a:cubicBezTo>
                    <a:cubicBezTo>
                      <a:pt x="22054" y="86110"/>
                      <a:pt x="33592" y="90889"/>
                      <a:pt x="45621" y="9088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945" name="任意多边形: 形状 1944"/>
              <p:cNvSpPr/>
              <p:nvPr/>
            </p:nvSpPr>
            <p:spPr>
              <a:xfrm>
                <a:off x="6649719" y="23570836"/>
                <a:ext cx="180000" cy="180000"/>
              </a:xfrm>
              <a:custGeom>
                <a:avLst/>
                <a:gdLst>
                  <a:gd name="csX0" fmla="*/ 45545 w 90714"/>
                  <a:gd name="csY0" fmla="*/ 90889 h 90713"/>
                  <a:gd name="csX1" fmla="*/ 77617 w 90714"/>
                  <a:gd name="csY1" fmla="*/ 77604 h 90713"/>
                  <a:gd name="csX2" fmla="*/ 90902 w 90714"/>
                  <a:gd name="csY2" fmla="*/ 45532 h 90713"/>
                  <a:gd name="csX3" fmla="*/ 77617 w 90714"/>
                  <a:gd name="csY3" fmla="*/ 13460 h 90713"/>
                  <a:gd name="csX4" fmla="*/ 45545 w 90714"/>
                  <a:gd name="csY4" fmla="*/ 176 h 90713"/>
                  <a:gd name="csX5" fmla="*/ 13472 w 90714"/>
                  <a:gd name="csY5" fmla="*/ 13460 h 90713"/>
                  <a:gd name="csX6" fmla="*/ 188 w 90714"/>
                  <a:gd name="csY6" fmla="*/ 45532 h 90713"/>
                  <a:gd name="csX7" fmla="*/ 13472 w 90714"/>
                  <a:gd name="csY7" fmla="*/ 77604 h 90713"/>
                  <a:gd name="csX8" fmla="*/ 45545 w 90714"/>
                  <a:gd name="csY8" fmla="*/ 9088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5" y="90889"/>
                    </a:moveTo>
                    <a:cubicBezTo>
                      <a:pt x="57574" y="90889"/>
                      <a:pt x="69112" y="86110"/>
                      <a:pt x="77617" y="77604"/>
                    </a:cubicBezTo>
                    <a:cubicBezTo>
                      <a:pt x="86123" y="69099"/>
                      <a:pt x="90902" y="57561"/>
                      <a:pt x="90902" y="45532"/>
                    </a:cubicBezTo>
                    <a:cubicBezTo>
                      <a:pt x="90902" y="33504"/>
                      <a:pt x="86123" y="21966"/>
                      <a:pt x="77617" y="13460"/>
                    </a:cubicBezTo>
                    <a:cubicBezTo>
                      <a:pt x="69112" y="4955"/>
                      <a:pt x="57574" y="176"/>
                      <a:pt x="45545" y="176"/>
                    </a:cubicBezTo>
                    <a:cubicBezTo>
                      <a:pt x="33516" y="176"/>
                      <a:pt x="21978" y="4955"/>
                      <a:pt x="13472" y="13460"/>
                    </a:cubicBezTo>
                    <a:cubicBezTo>
                      <a:pt x="4967" y="21966"/>
                      <a:pt x="188" y="33504"/>
                      <a:pt x="188" y="45532"/>
                    </a:cubicBezTo>
                    <a:cubicBezTo>
                      <a:pt x="188" y="57561"/>
                      <a:pt x="4967" y="69099"/>
                      <a:pt x="13472" y="77604"/>
                    </a:cubicBezTo>
                    <a:cubicBezTo>
                      <a:pt x="21978" y="86110"/>
                      <a:pt x="33516" y="90889"/>
                      <a:pt x="45545" y="9088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" name="任意多边形: 形状 325"/>
              <p:cNvSpPr/>
              <p:nvPr/>
            </p:nvSpPr>
            <p:spPr>
              <a:xfrm>
                <a:off x="9245877" y="21936926"/>
                <a:ext cx="180000" cy="180000"/>
              </a:xfrm>
              <a:custGeom>
                <a:avLst/>
                <a:gdLst>
                  <a:gd name="csX0" fmla="*/ 45626 w 90714"/>
                  <a:gd name="csY0" fmla="*/ 90838 h 90713"/>
                  <a:gd name="csX1" fmla="*/ 77698 w 90714"/>
                  <a:gd name="csY1" fmla="*/ 77553 h 90713"/>
                  <a:gd name="csX2" fmla="*/ 90983 w 90714"/>
                  <a:gd name="csY2" fmla="*/ 45481 h 90713"/>
                  <a:gd name="csX3" fmla="*/ 77698 w 90714"/>
                  <a:gd name="csY3" fmla="*/ 13409 h 90713"/>
                  <a:gd name="csX4" fmla="*/ 45626 w 90714"/>
                  <a:gd name="csY4" fmla="*/ 125 h 90713"/>
                  <a:gd name="csX5" fmla="*/ 13553 w 90714"/>
                  <a:gd name="csY5" fmla="*/ 13409 h 90713"/>
                  <a:gd name="csX6" fmla="*/ 268 w 90714"/>
                  <a:gd name="csY6" fmla="*/ 45481 h 90713"/>
                  <a:gd name="csX7" fmla="*/ 13553 w 90714"/>
                  <a:gd name="csY7" fmla="*/ 77553 h 90713"/>
                  <a:gd name="csX8" fmla="*/ 45626 w 90714"/>
                  <a:gd name="csY8" fmla="*/ 9083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6" y="90838"/>
                    </a:moveTo>
                    <a:cubicBezTo>
                      <a:pt x="57655" y="90838"/>
                      <a:pt x="69193" y="86059"/>
                      <a:pt x="77698" y="77553"/>
                    </a:cubicBezTo>
                    <a:cubicBezTo>
                      <a:pt x="86204" y="69048"/>
                      <a:pt x="90983" y="57510"/>
                      <a:pt x="90983" y="45481"/>
                    </a:cubicBezTo>
                    <a:cubicBezTo>
                      <a:pt x="90983" y="33453"/>
                      <a:pt x="86204" y="21915"/>
                      <a:pt x="77698" y="13409"/>
                    </a:cubicBezTo>
                    <a:cubicBezTo>
                      <a:pt x="69193" y="4904"/>
                      <a:pt x="57655" y="125"/>
                      <a:pt x="45626" y="125"/>
                    </a:cubicBezTo>
                    <a:cubicBezTo>
                      <a:pt x="33597" y="125"/>
                      <a:pt x="22059" y="4904"/>
                      <a:pt x="13553" y="13409"/>
                    </a:cubicBezTo>
                    <a:cubicBezTo>
                      <a:pt x="5048" y="21915"/>
                      <a:pt x="268" y="33453"/>
                      <a:pt x="268" y="45481"/>
                    </a:cubicBezTo>
                    <a:cubicBezTo>
                      <a:pt x="268" y="57510"/>
                      <a:pt x="5048" y="69048"/>
                      <a:pt x="13553" y="77553"/>
                    </a:cubicBezTo>
                    <a:cubicBezTo>
                      <a:pt x="22059" y="86059"/>
                      <a:pt x="33597" y="90838"/>
                      <a:pt x="45626" y="9083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" name="任意多边形: 形状 326"/>
              <p:cNvSpPr/>
              <p:nvPr/>
            </p:nvSpPr>
            <p:spPr>
              <a:xfrm>
                <a:off x="8134513" y="22098060"/>
                <a:ext cx="180000" cy="180000"/>
              </a:xfrm>
              <a:custGeom>
                <a:avLst/>
                <a:gdLst>
                  <a:gd name="csX0" fmla="*/ 45591 w 90714"/>
                  <a:gd name="csY0" fmla="*/ 90843 h 90713"/>
                  <a:gd name="csX1" fmla="*/ 77664 w 90714"/>
                  <a:gd name="csY1" fmla="*/ 77558 h 90713"/>
                  <a:gd name="csX2" fmla="*/ 90948 w 90714"/>
                  <a:gd name="csY2" fmla="*/ 45486 h 90713"/>
                  <a:gd name="csX3" fmla="*/ 77664 w 90714"/>
                  <a:gd name="csY3" fmla="*/ 13414 h 90713"/>
                  <a:gd name="csX4" fmla="*/ 45591 w 90714"/>
                  <a:gd name="csY4" fmla="*/ 130 h 90713"/>
                  <a:gd name="csX5" fmla="*/ 13519 w 90714"/>
                  <a:gd name="csY5" fmla="*/ 13414 h 90713"/>
                  <a:gd name="csX6" fmla="*/ 234 w 90714"/>
                  <a:gd name="csY6" fmla="*/ 45486 h 90713"/>
                  <a:gd name="csX7" fmla="*/ 13519 w 90714"/>
                  <a:gd name="csY7" fmla="*/ 77558 h 90713"/>
                  <a:gd name="csX8" fmla="*/ 45591 w 90714"/>
                  <a:gd name="csY8" fmla="*/ 908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1" y="90843"/>
                    </a:moveTo>
                    <a:cubicBezTo>
                      <a:pt x="57620" y="90843"/>
                      <a:pt x="69158" y="86064"/>
                      <a:pt x="77664" y="77558"/>
                    </a:cubicBezTo>
                    <a:cubicBezTo>
                      <a:pt x="86169" y="69053"/>
                      <a:pt x="90948" y="57515"/>
                      <a:pt x="90948" y="45486"/>
                    </a:cubicBezTo>
                    <a:cubicBezTo>
                      <a:pt x="90948" y="33458"/>
                      <a:pt x="86169" y="21920"/>
                      <a:pt x="77664" y="13414"/>
                    </a:cubicBezTo>
                    <a:cubicBezTo>
                      <a:pt x="69158" y="4909"/>
                      <a:pt x="57620" y="130"/>
                      <a:pt x="45591" y="130"/>
                    </a:cubicBezTo>
                    <a:cubicBezTo>
                      <a:pt x="33562" y="130"/>
                      <a:pt x="22024" y="4909"/>
                      <a:pt x="13519" y="13414"/>
                    </a:cubicBezTo>
                    <a:cubicBezTo>
                      <a:pt x="5013" y="21920"/>
                      <a:pt x="234" y="33458"/>
                      <a:pt x="234" y="45486"/>
                    </a:cubicBezTo>
                    <a:cubicBezTo>
                      <a:pt x="234" y="57515"/>
                      <a:pt x="5013" y="69053"/>
                      <a:pt x="13519" y="77558"/>
                    </a:cubicBezTo>
                    <a:cubicBezTo>
                      <a:pt x="22024" y="86064"/>
                      <a:pt x="33562" y="90843"/>
                      <a:pt x="45591" y="908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" name="任意多边形: 形状 327"/>
              <p:cNvSpPr/>
              <p:nvPr/>
            </p:nvSpPr>
            <p:spPr>
              <a:xfrm>
                <a:off x="5462873" y="24269123"/>
                <a:ext cx="180000" cy="180000"/>
              </a:xfrm>
              <a:custGeom>
                <a:avLst/>
                <a:gdLst>
                  <a:gd name="csX0" fmla="*/ 45508 w 90714"/>
                  <a:gd name="csY0" fmla="*/ 90911 h 90713"/>
                  <a:gd name="csX1" fmla="*/ 77580 w 90714"/>
                  <a:gd name="csY1" fmla="*/ 77626 h 90713"/>
                  <a:gd name="csX2" fmla="*/ 90865 w 90714"/>
                  <a:gd name="csY2" fmla="*/ 45554 h 90713"/>
                  <a:gd name="csX3" fmla="*/ 77580 w 90714"/>
                  <a:gd name="csY3" fmla="*/ 13482 h 90713"/>
                  <a:gd name="csX4" fmla="*/ 45508 w 90714"/>
                  <a:gd name="csY4" fmla="*/ 197 h 90713"/>
                  <a:gd name="csX5" fmla="*/ 13435 w 90714"/>
                  <a:gd name="csY5" fmla="*/ 13482 h 90713"/>
                  <a:gd name="csX6" fmla="*/ 151 w 90714"/>
                  <a:gd name="csY6" fmla="*/ 45554 h 90713"/>
                  <a:gd name="csX7" fmla="*/ 13435 w 90714"/>
                  <a:gd name="csY7" fmla="*/ 77626 h 90713"/>
                  <a:gd name="csX8" fmla="*/ 45508 w 90714"/>
                  <a:gd name="csY8" fmla="*/ 9091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8" y="90911"/>
                    </a:moveTo>
                    <a:cubicBezTo>
                      <a:pt x="57537" y="90911"/>
                      <a:pt x="69075" y="86132"/>
                      <a:pt x="77580" y="77626"/>
                    </a:cubicBezTo>
                    <a:cubicBezTo>
                      <a:pt x="86086" y="69121"/>
                      <a:pt x="90865" y="57583"/>
                      <a:pt x="90865" y="45554"/>
                    </a:cubicBezTo>
                    <a:cubicBezTo>
                      <a:pt x="90865" y="33525"/>
                      <a:pt x="86086" y="21988"/>
                      <a:pt x="77580" y="13482"/>
                    </a:cubicBezTo>
                    <a:cubicBezTo>
                      <a:pt x="69075" y="4976"/>
                      <a:pt x="57537" y="197"/>
                      <a:pt x="45508" y="197"/>
                    </a:cubicBezTo>
                    <a:cubicBezTo>
                      <a:pt x="33479" y="197"/>
                      <a:pt x="21941" y="4976"/>
                      <a:pt x="13435" y="13482"/>
                    </a:cubicBezTo>
                    <a:cubicBezTo>
                      <a:pt x="4930" y="21988"/>
                      <a:pt x="151" y="33525"/>
                      <a:pt x="151" y="45554"/>
                    </a:cubicBezTo>
                    <a:cubicBezTo>
                      <a:pt x="151" y="57583"/>
                      <a:pt x="4930" y="69121"/>
                      <a:pt x="13435" y="77626"/>
                    </a:cubicBezTo>
                    <a:cubicBezTo>
                      <a:pt x="21941" y="86132"/>
                      <a:pt x="33479" y="90911"/>
                      <a:pt x="45508" y="9091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" name="任意多边形: 形状 328"/>
              <p:cNvSpPr/>
              <p:nvPr/>
            </p:nvSpPr>
            <p:spPr>
              <a:xfrm>
                <a:off x="4677773" y="21828064"/>
                <a:ext cx="180000" cy="180000"/>
              </a:xfrm>
              <a:custGeom>
                <a:avLst/>
                <a:gdLst>
                  <a:gd name="csX0" fmla="*/ 45483 w 90714"/>
                  <a:gd name="csY0" fmla="*/ 90835 h 90713"/>
                  <a:gd name="csX1" fmla="*/ 77556 w 90714"/>
                  <a:gd name="csY1" fmla="*/ 77550 h 90713"/>
                  <a:gd name="csX2" fmla="*/ 90841 w 90714"/>
                  <a:gd name="csY2" fmla="*/ 45478 h 90713"/>
                  <a:gd name="csX3" fmla="*/ 77556 w 90714"/>
                  <a:gd name="csY3" fmla="*/ 13406 h 90713"/>
                  <a:gd name="csX4" fmla="*/ 45483 w 90714"/>
                  <a:gd name="csY4" fmla="*/ 121 h 90713"/>
                  <a:gd name="csX5" fmla="*/ 13411 w 90714"/>
                  <a:gd name="csY5" fmla="*/ 13406 h 90713"/>
                  <a:gd name="csX6" fmla="*/ 126 w 90714"/>
                  <a:gd name="csY6" fmla="*/ 45478 h 90713"/>
                  <a:gd name="csX7" fmla="*/ 13411 w 90714"/>
                  <a:gd name="csY7" fmla="*/ 77550 h 90713"/>
                  <a:gd name="csX8" fmla="*/ 45483 w 90714"/>
                  <a:gd name="csY8" fmla="*/ 9083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3" y="90835"/>
                    </a:moveTo>
                    <a:cubicBezTo>
                      <a:pt x="57512" y="90835"/>
                      <a:pt x="69050" y="86056"/>
                      <a:pt x="77556" y="77550"/>
                    </a:cubicBezTo>
                    <a:cubicBezTo>
                      <a:pt x="86061" y="69044"/>
                      <a:pt x="90841" y="57507"/>
                      <a:pt x="90841" y="45478"/>
                    </a:cubicBezTo>
                    <a:cubicBezTo>
                      <a:pt x="90841" y="33449"/>
                      <a:pt x="86061" y="21912"/>
                      <a:pt x="77556" y="13406"/>
                    </a:cubicBezTo>
                    <a:cubicBezTo>
                      <a:pt x="69050" y="4900"/>
                      <a:pt x="57512" y="121"/>
                      <a:pt x="45483" y="121"/>
                    </a:cubicBezTo>
                    <a:cubicBezTo>
                      <a:pt x="33454" y="121"/>
                      <a:pt x="21917" y="4900"/>
                      <a:pt x="13411" y="13406"/>
                    </a:cubicBezTo>
                    <a:cubicBezTo>
                      <a:pt x="4905" y="21912"/>
                      <a:pt x="126" y="33449"/>
                      <a:pt x="126" y="45478"/>
                    </a:cubicBezTo>
                    <a:cubicBezTo>
                      <a:pt x="126" y="57507"/>
                      <a:pt x="4905" y="69044"/>
                      <a:pt x="13411" y="77550"/>
                    </a:cubicBezTo>
                    <a:cubicBezTo>
                      <a:pt x="21917" y="86056"/>
                      <a:pt x="33454" y="90835"/>
                      <a:pt x="45483" y="9083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" name="任意多边形: 形状 330"/>
              <p:cNvSpPr/>
              <p:nvPr/>
            </p:nvSpPr>
            <p:spPr>
              <a:xfrm>
                <a:off x="7423508" y="23817731"/>
                <a:ext cx="180000" cy="180000"/>
              </a:xfrm>
              <a:custGeom>
                <a:avLst/>
                <a:gdLst>
                  <a:gd name="csX0" fmla="*/ 45569 w 90714"/>
                  <a:gd name="csY0" fmla="*/ 90897 h 90713"/>
                  <a:gd name="csX1" fmla="*/ 77641 w 90714"/>
                  <a:gd name="csY1" fmla="*/ 77612 h 90713"/>
                  <a:gd name="csX2" fmla="*/ 90926 w 90714"/>
                  <a:gd name="csY2" fmla="*/ 45540 h 90713"/>
                  <a:gd name="csX3" fmla="*/ 77641 w 90714"/>
                  <a:gd name="csY3" fmla="*/ 13468 h 90713"/>
                  <a:gd name="csX4" fmla="*/ 45569 w 90714"/>
                  <a:gd name="csY4" fmla="*/ 183 h 90713"/>
                  <a:gd name="csX5" fmla="*/ 13497 w 90714"/>
                  <a:gd name="csY5" fmla="*/ 13468 h 90713"/>
                  <a:gd name="csX6" fmla="*/ 212 w 90714"/>
                  <a:gd name="csY6" fmla="*/ 45540 h 90713"/>
                  <a:gd name="csX7" fmla="*/ 13497 w 90714"/>
                  <a:gd name="csY7" fmla="*/ 77612 h 90713"/>
                  <a:gd name="csX8" fmla="*/ 45569 w 90714"/>
                  <a:gd name="csY8" fmla="*/ 9089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97"/>
                    </a:moveTo>
                    <a:cubicBezTo>
                      <a:pt x="57598" y="90897"/>
                      <a:pt x="69136" y="86118"/>
                      <a:pt x="77641" y="77612"/>
                    </a:cubicBezTo>
                    <a:cubicBezTo>
                      <a:pt x="86147" y="69106"/>
                      <a:pt x="90926" y="57569"/>
                      <a:pt x="90926" y="45540"/>
                    </a:cubicBezTo>
                    <a:cubicBezTo>
                      <a:pt x="90926" y="33511"/>
                      <a:pt x="86147" y="21974"/>
                      <a:pt x="77641" y="13468"/>
                    </a:cubicBezTo>
                    <a:cubicBezTo>
                      <a:pt x="69136" y="4962"/>
                      <a:pt x="57598" y="183"/>
                      <a:pt x="45569" y="183"/>
                    </a:cubicBezTo>
                    <a:cubicBezTo>
                      <a:pt x="33540" y="183"/>
                      <a:pt x="22002" y="4962"/>
                      <a:pt x="13497" y="13468"/>
                    </a:cubicBezTo>
                    <a:cubicBezTo>
                      <a:pt x="4991" y="21974"/>
                      <a:pt x="212" y="33511"/>
                      <a:pt x="212" y="45540"/>
                    </a:cubicBezTo>
                    <a:cubicBezTo>
                      <a:pt x="212" y="57569"/>
                      <a:pt x="4991" y="69106"/>
                      <a:pt x="13497" y="77612"/>
                    </a:cubicBezTo>
                    <a:cubicBezTo>
                      <a:pt x="22002" y="86118"/>
                      <a:pt x="33540" y="90897"/>
                      <a:pt x="45569" y="9089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" name="任意多边形: 形状 331"/>
              <p:cNvSpPr/>
              <p:nvPr/>
            </p:nvSpPr>
            <p:spPr>
              <a:xfrm>
                <a:off x="5900508" y="22753171"/>
                <a:ext cx="180000" cy="180000"/>
              </a:xfrm>
              <a:custGeom>
                <a:avLst/>
                <a:gdLst>
                  <a:gd name="csX0" fmla="*/ 45521 w 90714"/>
                  <a:gd name="csY0" fmla="*/ 90864 h 90713"/>
                  <a:gd name="csX1" fmla="*/ 77594 w 90714"/>
                  <a:gd name="csY1" fmla="*/ 77579 h 90713"/>
                  <a:gd name="csX2" fmla="*/ 90879 w 90714"/>
                  <a:gd name="csY2" fmla="*/ 45507 h 90713"/>
                  <a:gd name="csX3" fmla="*/ 77594 w 90714"/>
                  <a:gd name="csY3" fmla="*/ 13435 h 90713"/>
                  <a:gd name="csX4" fmla="*/ 45521 w 90714"/>
                  <a:gd name="csY4" fmla="*/ 150 h 90713"/>
                  <a:gd name="csX5" fmla="*/ 13449 w 90714"/>
                  <a:gd name="csY5" fmla="*/ 13435 h 90713"/>
                  <a:gd name="csX6" fmla="*/ 164 w 90714"/>
                  <a:gd name="csY6" fmla="*/ 45507 h 90713"/>
                  <a:gd name="csX7" fmla="*/ 13449 w 90714"/>
                  <a:gd name="csY7" fmla="*/ 77579 h 90713"/>
                  <a:gd name="csX8" fmla="*/ 45521 w 90714"/>
                  <a:gd name="csY8" fmla="*/ 9086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1" y="90864"/>
                    </a:moveTo>
                    <a:cubicBezTo>
                      <a:pt x="57550" y="90864"/>
                      <a:pt x="69088" y="86084"/>
                      <a:pt x="77594" y="77579"/>
                    </a:cubicBezTo>
                    <a:cubicBezTo>
                      <a:pt x="86100" y="69073"/>
                      <a:pt x="90879" y="57536"/>
                      <a:pt x="90879" y="45507"/>
                    </a:cubicBezTo>
                    <a:cubicBezTo>
                      <a:pt x="90879" y="33478"/>
                      <a:pt x="86100" y="21940"/>
                      <a:pt x="77594" y="13435"/>
                    </a:cubicBezTo>
                    <a:cubicBezTo>
                      <a:pt x="69088" y="4929"/>
                      <a:pt x="57550" y="150"/>
                      <a:pt x="45521" y="150"/>
                    </a:cubicBezTo>
                    <a:cubicBezTo>
                      <a:pt x="33493" y="150"/>
                      <a:pt x="21955" y="4929"/>
                      <a:pt x="13449" y="13435"/>
                    </a:cubicBezTo>
                    <a:cubicBezTo>
                      <a:pt x="4943" y="21940"/>
                      <a:pt x="164" y="33478"/>
                      <a:pt x="164" y="45507"/>
                    </a:cubicBezTo>
                    <a:cubicBezTo>
                      <a:pt x="164" y="57536"/>
                      <a:pt x="4943" y="69073"/>
                      <a:pt x="13449" y="77579"/>
                    </a:cubicBezTo>
                    <a:cubicBezTo>
                      <a:pt x="21955" y="86084"/>
                      <a:pt x="33493" y="90864"/>
                      <a:pt x="45521" y="9086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" name="任意多边形: 形状 332"/>
              <p:cNvSpPr/>
              <p:nvPr/>
            </p:nvSpPr>
            <p:spPr>
              <a:xfrm>
                <a:off x="6262417" y="24679053"/>
                <a:ext cx="180000" cy="180000"/>
              </a:xfrm>
              <a:custGeom>
                <a:avLst/>
                <a:gdLst>
                  <a:gd name="csX0" fmla="*/ 45533 w 90714"/>
                  <a:gd name="csY0" fmla="*/ 90924 h 90713"/>
                  <a:gd name="csX1" fmla="*/ 77605 w 90714"/>
                  <a:gd name="csY1" fmla="*/ 77639 h 90713"/>
                  <a:gd name="csX2" fmla="*/ 90890 w 90714"/>
                  <a:gd name="csY2" fmla="*/ 45567 h 90713"/>
                  <a:gd name="csX3" fmla="*/ 77605 w 90714"/>
                  <a:gd name="csY3" fmla="*/ 13495 h 90713"/>
                  <a:gd name="csX4" fmla="*/ 45533 w 90714"/>
                  <a:gd name="csY4" fmla="*/ 210 h 90713"/>
                  <a:gd name="csX5" fmla="*/ 13460 w 90714"/>
                  <a:gd name="csY5" fmla="*/ 13495 h 90713"/>
                  <a:gd name="csX6" fmla="*/ 175 w 90714"/>
                  <a:gd name="csY6" fmla="*/ 45567 h 90713"/>
                  <a:gd name="csX7" fmla="*/ 13460 w 90714"/>
                  <a:gd name="csY7" fmla="*/ 77639 h 90713"/>
                  <a:gd name="csX8" fmla="*/ 45533 w 90714"/>
                  <a:gd name="csY8" fmla="*/ 9092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3" y="90924"/>
                    </a:moveTo>
                    <a:cubicBezTo>
                      <a:pt x="57562" y="90924"/>
                      <a:pt x="69099" y="86145"/>
                      <a:pt x="77605" y="77639"/>
                    </a:cubicBezTo>
                    <a:cubicBezTo>
                      <a:pt x="86111" y="69133"/>
                      <a:pt x="90890" y="57596"/>
                      <a:pt x="90890" y="45567"/>
                    </a:cubicBezTo>
                    <a:cubicBezTo>
                      <a:pt x="90890" y="33538"/>
                      <a:pt x="86111" y="22000"/>
                      <a:pt x="77605" y="13495"/>
                    </a:cubicBezTo>
                    <a:cubicBezTo>
                      <a:pt x="69099" y="4989"/>
                      <a:pt x="57562" y="210"/>
                      <a:pt x="45533" y="210"/>
                    </a:cubicBezTo>
                    <a:cubicBezTo>
                      <a:pt x="33504" y="210"/>
                      <a:pt x="21966" y="4989"/>
                      <a:pt x="13460" y="13495"/>
                    </a:cubicBezTo>
                    <a:cubicBezTo>
                      <a:pt x="4955" y="22000"/>
                      <a:pt x="175" y="33538"/>
                      <a:pt x="175" y="45567"/>
                    </a:cubicBezTo>
                    <a:cubicBezTo>
                      <a:pt x="175" y="57596"/>
                      <a:pt x="4955" y="69133"/>
                      <a:pt x="13460" y="77639"/>
                    </a:cubicBezTo>
                    <a:cubicBezTo>
                      <a:pt x="21966" y="86145"/>
                      <a:pt x="33504" y="90924"/>
                      <a:pt x="45533" y="9092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" name="任意多边形: 形状 333"/>
              <p:cNvSpPr/>
              <p:nvPr/>
            </p:nvSpPr>
            <p:spPr>
              <a:xfrm>
                <a:off x="4580040" y="22333474"/>
                <a:ext cx="180000" cy="180000"/>
              </a:xfrm>
              <a:custGeom>
                <a:avLst/>
                <a:gdLst>
                  <a:gd name="csX0" fmla="*/ 45480 w 90714"/>
                  <a:gd name="csY0" fmla="*/ 90850 h 90713"/>
                  <a:gd name="csX1" fmla="*/ 77553 w 90714"/>
                  <a:gd name="csY1" fmla="*/ 77566 h 90713"/>
                  <a:gd name="csX2" fmla="*/ 90838 w 90714"/>
                  <a:gd name="csY2" fmla="*/ 45494 h 90713"/>
                  <a:gd name="csX3" fmla="*/ 77553 w 90714"/>
                  <a:gd name="csY3" fmla="*/ 13422 h 90713"/>
                  <a:gd name="csX4" fmla="*/ 45480 w 90714"/>
                  <a:gd name="csY4" fmla="*/ 137 h 90713"/>
                  <a:gd name="csX5" fmla="*/ 13408 w 90714"/>
                  <a:gd name="csY5" fmla="*/ 13422 h 90713"/>
                  <a:gd name="csX6" fmla="*/ 123 w 90714"/>
                  <a:gd name="csY6" fmla="*/ 45494 h 90713"/>
                  <a:gd name="csX7" fmla="*/ 13408 w 90714"/>
                  <a:gd name="csY7" fmla="*/ 77566 h 90713"/>
                  <a:gd name="csX8" fmla="*/ 45480 w 90714"/>
                  <a:gd name="csY8" fmla="*/ 908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0" y="90850"/>
                    </a:moveTo>
                    <a:cubicBezTo>
                      <a:pt x="57509" y="90850"/>
                      <a:pt x="69047" y="86071"/>
                      <a:pt x="77553" y="77566"/>
                    </a:cubicBezTo>
                    <a:cubicBezTo>
                      <a:pt x="86058" y="69060"/>
                      <a:pt x="90838" y="57523"/>
                      <a:pt x="90838" y="45494"/>
                    </a:cubicBezTo>
                    <a:cubicBezTo>
                      <a:pt x="90838" y="33465"/>
                      <a:pt x="86058" y="21927"/>
                      <a:pt x="77553" y="13422"/>
                    </a:cubicBezTo>
                    <a:cubicBezTo>
                      <a:pt x="69047" y="4916"/>
                      <a:pt x="57509" y="137"/>
                      <a:pt x="45480" y="137"/>
                    </a:cubicBezTo>
                    <a:cubicBezTo>
                      <a:pt x="33451" y="137"/>
                      <a:pt x="21914" y="4916"/>
                      <a:pt x="13408" y="13422"/>
                    </a:cubicBezTo>
                    <a:cubicBezTo>
                      <a:pt x="4902" y="21927"/>
                      <a:pt x="123" y="33465"/>
                      <a:pt x="123" y="45494"/>
                    </a:cubicBezTo>
                    <a:cubicBezTo>
                      <a:pt x="123" y="57523"/>
                      <a:pt x="4902" y="69060"/>
                      <a:pt x="13408" y="77566"/>
                    </a:cubicBezTo>
                    <a:cubicBezTo>
                      <a:pt x="21914" y="86071"/>
                      <a:pt x="33451" y="90850"/>
                      <a:pt x="45480" y="908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" name="任意多边形: 形状 334"/>
              <p:cNvSpPr/>
              <p:nvPr/>
            </p:nvSpPr>
            <p:spPr>
              <a:xfrm>
                <a:off x="8117720" y="25112586"/>
                <a:ext cx="180000" cy="180000"/>
              </a:xfrm>
              <a:custGeom>
                <a:avLst/>
                <a:gdLst>
                  <a:gd name="csX0" fmla="*/ 45591 w 90714"/>
                  <a:gd name="csY0" fmla="*/ 90937 h 90713"/>
                  <a:gd name="csX1" fmla="*/ 77663 w 90714"/>
                  <a:gd name="csY1" fmla="*/ 77652 h 90713"/>
                  <a:gd name="csX2" fmla="*/ 90948 w 90714"/>
                  <a:gd name="csY2" fmla="*/ 45580 h 90713"/>
                  <a:gd name="csX3" fmla="*/ 77663 w 90714"/>
                  <a:gd name="csY3" fmla="*/ 13508 h 90713"/>
                  <a:gd name="csX4" fmla="*/ 45591 w 90714"/>
                  <a:gd name="csY4" fmla="*/ 224 h 90713"/>
                  <a:gd name="csX5" fmla="*/ 13518 w 90714"/>
                  <a:gd name="csY5" fmla="*/ 13508 h 90713"/>
                  <a:gd name="csX6" fmla="*/ 233 w 90714"/>
                  <a:gd name="csY6" fmla="*/ 45580 h 90713"/>
                  <a:gd name="csX7" fmla="*/ 13518 w 90714"/>
                  <a:gd name="csY7" fmla="*/ 77652 h 90713"/>
                  <a:gd name="csX8" fmla="*/ 45591 w 90714"/>
                  <a:gd name="csY8" fmla="*/ 909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1" y="90937"/>
                    </a:moveTo>
                    <a:cubicBezTo>
                      <a:pt x="57620" y="90937"/>
                      <a:pt x="69157" y="86158"/>
                      <a:pt x="77663" y="77652"/>
                    </a:cubicBezTo>
                    <a:cubicBezTo>
                      <a:pt x="86169" y="69147"/>
                      <a:pt x="90948" y="57609"/>
                      <a:pt x="90948" y="45580"/>
                    </a:cubicBezTo>
                    <a:cubicBezTo>
                      <a:pt x="90948" y="33552"/>
                      <a:pt x="86169" y="22014"/>
                      <a:pt x="77663" y="13508"/>
                    </a:cubicBezTo>
                    <a:cubicBezTo>
                      <a:pt x="69157" y="5003"/>
                      <a:pt x="57620" y="224"/>
                      <a:pt x="45591" y="224"/>
                    </a:cubicBezTo>
                    <a:cubicBezTo>
                      <a:pt x="33562" y="224"/>
                      <a:pt x="22024" y="5003"/>
                      <a:pt x="13518" y="13508"/>
                    </a:cubicBezTo>
                    <a:cubicBezTo>
                      <a:pt x="5012" y="22014"/>
                      <a:pt x="233" y="33552"/>
                      <a:pt x="233" y="45580"/>
                    </a:cubicBezTo>
                    <a:cubicBezTo>
                      <a:pt x="233" y="57609"/>
                      <a:pt x="5012" y="69147"/>
                      <a:pt x="13518" y="77652"/>
                    </a:cubicBezTo>
                    <a:cubicBezTo>
                      <a:pt x="22024" y="86158"/>
                      <a:pt x="33562" y="90937"/>
                      <a:pt x="45591" y="909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" name="任意多边形: 形状 335"/>
              <p:cNvSpPr/>
              <p:nvPr/>
            </p:nvSpPr>
            <p:spPr>
              <a:xfrm>
                <a:off x="5745056" y="21467923"/>
                <a:ext cx="180000" cy="180000"/>
              </a:xfrm>
              <a:custGeom>
                <a:avLst/>
                <a:gdLst>
                  <a:gd name="csX0" fmla="*/ 45517 w 90714"/>
                  <a:gd name="csY0" fmla="*/ 90823 h 90713"/>
                  <a:gd name="csX1" fmla="*/ 77589 w 90714"/>
                  <a:gd name="csY1" fmla="*/ 77539 h 90713"/>
                  <a:gd name="csX2" fmla="*/ 90874 w 90714"/>
                  <a:gd name="csY2" fmla="*/ 45467 h 90713"/>
                  <a:gd name="csX3" fmla="*/ 77589 w 90714"/>
                  <a:gd name="csY3" fmla="*/ 13395 h 90713"/>
                  <a:gd name="csX4" fmla="*/ 45517 w 90714"/>
                  <a:gd name="csY4" fmla="*/ 110 h 90713"/>
                  <a:gd name="csX5" fmla="*/ 13444 w 90714"/>
                  <a:gd name="csY5" fmla="*/ 13395 h 90713"/>
                  <a:gd name="csX6" fmla="*/ 159 w 90714"/>
                  <a:gd name="csY6" fmla="*/ 45467 h 90713"/>
                  <a:gd name="csX7" fmla="*/ 13444 w 90714"/>
                  <a:gd name="csY7" fmla="*/ 77539 h 90713"/>
                  <a:gd name="csX8" fmla="*/ 45517 w 90714"/>
                  <a:gd name="csY8" fmla="*/ 908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7" y="90823"/>
                    </a:moveTo>
                    <a:cubicBezTo>
                      <a:pt x="57546" y="90823"/>
                      <a:pt x="69083" y="86044"/>
                      <a:pt x="77589" y="77539"/>
                    </a:cubicBezTo>
                    <a:cubicBezTo>
                      <a:pt x="86095" y="69033"/>
                      <a:pt x="90874" y="57496"/>
                      <a:pt x="90874" y="45467"/>
                    </a:cubicBezTo>
                    <a:cubicBezTo>
                      <a:pt x="90874" y="33438"/>
                      <a:pt x="86095" y="21900"/>
                      <a:pt x="77589" y="13395"/>
                    </a:cubicBezTo>
                    <a:cubicBezTo>
                      <a:pt x="69083" y="4889"/>
                      <a:pt x="57546" y="110"/>
                      <a:pt x="45517" y="110"/>
                    </a:cubicBezTo>
                    <a:cubicBezTo>
                      <a:pt x="33488" y="110"/>
                      <a:pt x="21950" y="4889"/>
                      <a:pt x="13444" y="13395"/>
                    </a:cubicBezTo>
                    <a:cubicBezTo>
                      <a:pt x="4938" y="21900"/>
                      <a:pt x="159" y="33438"/>
                      <a:pt x="159" y="45467"/>
                    </a:cubicBezTo>
                    <a:cubicBezTo>
                      <a:pt x="159" y="57496"/>
                      <a:pt x="4938" y="69033"/>
                      <a:pt x="13444" y="77539"/>
                    </a:cubicBezTo>
                    <a:cubicBezTo>
                      <a:pt x="21950" y="86044"/>
                      <a:pt x="33488" y="90823"/>
                      <a:pt x="45517" y="908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" name="任意多边形: 形状 336"/>
              <p:cNvSpPr/>
              <p:nvPr/>
            </p:nvSpPr>
            <p:spPr>
              <a:xfrm>
                <a:off x="6280854" y="21416663"/>
                <a:ext cx="180000" cy="180000"/>
              </a:xfrm>
              <a:custGeom>
                <a:avLst/>
                <a:gdLst>
                  <a:gd name="csX0" fmla="*/ 45533 w 90714"/>
                  <a:gd name="csY0" fmla="*/ 90822 h 90713"/>
                  <a:gd name="csX1" fmla="*/ 77606 w 90714"/>
                  <a:gd name="csY1" fmla="*/ 77537 h 90713"/>
                  <a:gd name="csX2" fmla="*/ 90891 w 90714"/>
                  <a:gd name="csY2" fmla="*/ 45465 h 90713"/>
                  <a:gd name="csX3" fmla="*/ 77606 w 90714"/>
                  <a:gd name="csY3" fmla="*/ 13393 h 90713"/>
                  <a:gd name="csX4" fmla="*/ 45533 w 90714"/>
                  <a:gd name="csY4" fmla="*/ 108 h 90713"/>
                  <a:gd name="csX5" fmla="*/ 13461 w 90714"/>
                  <a:gd name="csY5" fmla="*/ 13393 h 90713"/>
                  <a:gd name="csX6" fmla="*/ 176 w 90714"/>
                  <a:gd name="csY6" fmla="*/ 45465 h 90713"/>
                  <a:gd name="csX7" fmla="*/ 13461 w 90714"/>
                  <a:gd name="csY7" fmla="*/ 77537 h 90713"/>
                  <a:gd name="csX8" fmla="*/ 45533 w 90714"/>
                  <a:gd name="csY8" fmla="*/ 9082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3" y="90822"/>
                    </a:moveTo>
                    <a:cubicBezTo>
                      <a:pt x="57562" y="90822"/>
                      <a:pt x="69100" y="86043"/>
                      <a:pt x="77606" y="77537"/>
                    </a:cubicBezTo>
                    <a:cubicBezTo>
                      <a:pt x="86111" y="69032"/>
                      <a:pt x="90891" y="57494"/>
                      <a:pt x="90891" y="45465"/>
                    </a:cubicBezTo>
                    <a:cubicBezTo>
                      <a:pt x="90891" y="33436"/>
                      <a:pt x="86111" y="21899"/>
                      <a:pt x="77606" y="13393"/>
                    </a:cubicBezTo>
                    <a:cubicBezTo>
                      <a:pt x="69100" y="4888"/>
                      <a:pt x="57562" y="108"/>
                      <a:pt x="45533" y="108"/>
                    </a:cubicBezTo>
                    <a:cubicBezTo>
                      <a:pt x="33504" y="108"/>
                      <a:pt x="21967" y="4888"/>
                      <a:pt x="13461" y="13393"/>
                    </a:cubicBezTo>
                    <a:cubicBezTo>
                      <a:pt x="4955" y="21899"/>
                      <a:pt x="176" y="33436"/>
                      <a:pt x="176" y="45465"/>
                    </a:cubicBezTo>
                    <a:cubicBezTo>
                      <a:pt x="176" y="57494"/>
                      <a:pt x="4955" y="69032"/>
                      <a:pt x="13461" y="77537"/>
                    </a:cubicBezTo>
                    <a:cubicBezTo>
                      <a:pt x="21967" y="86043"/>
                      <a:pt x="33504" y="90822"/>
                      <a:pt x="45533" y="9082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" name="任意多边形: 形状 337"/>
              <p:cNvSpPr/>
              <p:nvPr/>
            </p:nvSpPr>
            <p:spPr>
              <a:xfrm>
                <a:off x="7052009" y="25259547"/>
                <a:ext cx="180000" cy="180000"/>
              </a:xfrm>
              <a:custGeom>
                <a:avLst/>
                <a:gdLst>
                  <a:gd name="csX0" fmla="*/ 45557 w 90714"/>
                  <a:gd name="csY0" fmla="*/ 90942 h 90713"/>
                  <a:gd name="csX1" fmla="*/ 77630 w 90714"/>
                  <a:gd name="csY1" fmla="*/ 77657 h 90713"/>
                  <a:gd name="csX2" fmla="*/ 90915 w 90714"/>
                  <a:gd name="csY2" fmla="*/ 45585 h 90713"/>
                  <a:gd name="csX3" fmla="*/ 77630 w 90714"/>
                  <a:gd name="csY3" fmla="*/ 13513 h 90713"/>
                  <a:gd name="csX4" fmla="*/ 45557 w 90714"/>
                  <a:gd name="csY4" fmla="*/ 228 h 90713"/>
                  <a:gd name="csX5" fmla="*/ 13485 w 90714"/>
                  <a:gd name="csY5" fmla="*/ 13513 h 90713"/>
                  <a:gd name="csX6" fmla="*/ 200 w 90714"/>
                  <a:gd name="csY6" fmla="*/ 45585 h 90713"/>
                  <a:gd name="csX7" fmla="*/ 13485 w 90714"/>
                  <a:gd name="csY7" fmla="*/ 77657 h 90713"/>
                  <a:gd name="csX8" fmla="*/ 45557 w 90714"/>
                  <a:gd name="csY8" fmla="*/ 909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942"/>
                    </a:moveTo>
                    <a:cubicBezTo>
                      <a:pt x="57586" y="90942"/>
                      <a:pt x="69124" y="86163"/>
                      <a:pt x="77630" y="77657"/>
                    </a:cubicBezTo>
                    <a:cubicBezTo>
                      <a:pt x="86136" y="69151"/>
                      <a:pt x="90915" y="57614"/>
                      <a:pt x="90915" y="45585"/>
                    </a:cubicBezTo>
                    <a:cubicBezTo>
                      <a:pt x="90915" y="33556"/>
                      <a:pt x="86136" y="22019"/>
                      <a:pt x="77630" y="13513"/>
                    </a:cubicBezTo>
                    <a:cubicBezTo>
                      <a:pt x="69124" y="5007"/>
                      <a:pt x="57586" y="228"/>
                      <a:pt x="45557" y="228"/>
                    </a:cubicBezTo>
                    <a:cubicBezTo>
                      <a:pt x="33528" y="228"/>
                      <a:pt x="21991" y="5007"/>
                      <a:pt x="13485" y="13513"/>
                    </a:cubicBezTo>
                    <a:cubicBezTo>
                      <a:pt x="4979" y="22019"/>
                      <a:pt x="200" y="33556"/>
                      <a:pt x="200" y="45585"/>
                    </a:cubicBezTo>
                    <a:cubicBezTo>
                      <a:pt x="200" y="57614"/>
                      <a:pt x="4979" y="69151"/>
                      <a:pt x="13485" y="77657"/>
                    </a:cubicBezTo>
                    <a:cubicBezTo>
                      <a:pt x="21991" y="86163"/>
                      <a:pt x="33528" y="90942"/>
                      <a:pt x="45557" y="909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" name="任意多边形: 形状 338"/>
              <p:cNvSpPr/>
              <p:nvPr/>
            </p:nvSpPr>
            <p:spPr>
              <a:xfrm>
                <a:off x="6874937" y="24380413"/>
                <a:ext cx="180000" cy="180000"/>
              </a:xfrm>
              <a:custGeom>
                <a:avLst/>
                <a:gdLst>
                  <a:gd name="csX0" fmla="*/ 45552 w 90714"/>
                  <a:gd name="csY0" fmla="*/ 90914 h 90713"/>
                  <a:gd name="csX1" fmla="*/ 77624 w 90714"/>
                  <a:gd name="csY1" fmla="*/ 77630 h 90713"/>
                  <a:gd name="csX2" fmla="*/ 90909 w 90714"/>
                  <a:gd name="csY2" fmla="*/ 45558 h 90713"/>
                  <a:gd name="csX3" fmla="*/ 77624 w 90714"/>
                  <a:gd name="csY3" fmla="*/ 13486 h 90713"/>
                  <a:gd name="csX4" fmla="*/ 45552 w 90714"/>
                  <a:gd name="csY4" fmla="*/ 201 h 90713"/>
                  <a:gd name="csX5" fmla="*/ 13479 w 90714"/>
                  <a:gd name="csY5" fmla="*/ 13486 h 90713"/>
                  <a:gd name="csX6" fmla="*/ 195 w 90714"/>
                  <a:gd name="csY6" fmla="*/ 45558 h 90713"/>
                  <a:gd name="csX7" fmla="*/ 13479 w 90714"/>
                  <a:gd name="csY7" fmla="*/ 77630 h 90713"/>
                  <a:gd name="csX8" fmla="*/ 45552 w 90714"/>
                  <a:gd name="csY8" fmla="*/ 909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914"/>
                    </a:moveTo>
                    <a:cubicBezTo>
                      <a:pt x="57581" y="90914"/>
                      <a:pt x="69119" y="86135"/>
                      <a:pt x="77624" y="77630"/>
                    </a:cubicBezTo>
                    <a:cubicBezTo>
                      <a:pt x="86130" y="69124"/>
                      <a:pt x="90909" y="57586"/>
                      <a:pt x="90909" y="45558"/>
                    </a:cubicBezTo>
                    <a:cubicBezTo>
                      <a:pt x="90909" y="33529"/>
                      <a:pt x="86130" y="21991"/>
                      <a:pt x="77624" y="13486"/>
                    </a:cubicBezTo>
                    <a:cubicBezTo>
                      <a:pt x="69119" y="4980"/>
                      <a:pt x="57581" y="201"/>
                      <a:pt x="45552" y="201"/>
                    </a:cubicBezTo>
                    <a:cubicBezTo>
                      <a:pt x="33523" y="201"/>
                      <a:pt x="21985" y="4980"/>
                      <a:pt x="13479" y="13486"/>
                    </a:cubicBezTo>
                    <a:cubicBezTo>
                      <a:pt x="4974" y="21991"/>
                      <a:pt x="195" y="33529"/>
                      <a:pt x="195" y="45558"/>
                    </a:cubicBezTo>
                    <a:cubicBezTo>
                      <a:pt x="195" y="57586"/>
                      <a:pt x="4974" y="69124"/>
                      <a:pt x="13479" y="77630"/>
                    </a:cubicBezTo>
                    <a:cubicBezTo>
                      <a:pt x="21985" y="86135"/>
                      <a:pt x="33523" y="90914"/>
                      <a:pt x="45552" y="909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" name="任意多边形: 形状 339"/>
              <p:cNvSpPr/>
              <p:nvPr/>
            </p:nvSpPr>
            <p:spPr>
              <a:xfrm>
                <a:off x="6450222" y="24902331"/>
                <a:ext cx="180000" cy="180000"/>
              </a:xfrm>
              <a:custGeom>
                <a:avLst/>
                <a:gdLst>
                  <a:gd name="csX0" fmla="*/ 45539 w 90714"/>
                  <a:gd name="csY0" fmla="*/ 90931 h 90713"/>
                  <a:gd name="csX1" fmla="*/ 77611 w 90714"/>
                  <a:gd name="csY1" fmla="*/ 77646 h 90713"/>
                  <a:gd name="csX2" fmla="*/ 90896 w 90714"/>
                  <a:gd name="csY2" fmla="*/ 45574 h 90713"/>
                  <a:gd name="csX3" fmla="*/ 77611 w 90714"/>
                  <a:gd name="csY3" fmla="*/ 13502 h 90713"/>
                  <a:gd name="csX4" fmla="*/ 45539 w 90714"/>
                  <a:gd name="csY4" fmla="*/ 217 h 90713"/>
                  <a:gd name="csX5" fmla="*/ 13466 w 90714"/>
                  <a:gd name="csY5" fmla="*/ 13502 h 90713"/>
                  <a:gd name="csX6" fmla="*/ 181 w 90714"/>
                  <a:gd name="csY6" fmla="*/ 45574 h 90713"/>
                  <a:gd name="csX7" fmla="*/ 13466 w 90714"/>
                  <a:gd name="csY7" fmla="*/ 77646 h 90713"/>
                  <a:gd name="csX8" fmla="*/ 45539 w 90714"/>
                  <a:gd name="csY8" fmla="*/ 9093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9" y="90931"/>
                    </a:moveTo>
                    <a:cubicBezTo>
                      <a:pt x="57568" y="90931"/>
                      <a:pt x="69105" y="86151"/>
                      <a:pt x="77611" y="77646"/>
                    </a:cubicBezTo>
                    <a:cubicBezTo>
                      <a:pt x="86117" y="69140"/>
                      <a:pt x="90896" y="57603"/>
                      <a:pt x="90896" y="45574"/>
                    </a:cubicBezTo>
                    <a:cubicBezTo>
                      <a:pt x="90896" y="33545"/>
                      <a:pt x="86117" y="22007"/>
                      <a:pt x="77611" y="13502"/>
                    </a:cubicBezTo>
                    <a:cubicBezTo>
                      <a:pt x="69105" y="4996"/>
                      <a:pt x="57568" y="217"/>
                      <a:pt x="45539" y="217"/>
                    </a:cubicBezTo>
                    <a:cubicBezTo>
                      <a:pt x="33510" y="217"/>
                      <a:pt x="21972" y="4996"/>
                      <a:pt x="13466" y="13502"/>
                    </a:cubicBezTo>
                    <a:cubicBezTo>
                      <a:pt x="4960" y="22007"/>
                      <a:pt x="181" y="33545"/>
                      <a:pt x="181" y="45574"/>
                    </a:cubicBezTo>
                    <a:cubicBezTo>
                      <a:pt x="181" y="57603"/>
                      <a:pt x="4960" y="69140"/>
                      <a:pt x="13466" y="77646"/>
                    </a:cubicBezTo>
                    <a:cubicBezTo>
                      <a:pt x="21972" y="86151"/>
                      <a:pt x="33510" y="90931"/>
                      <a:pt x="45539" y="9093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" name="任意多边形: 形状 340"/>
              <p:cNvSpPr/>
              <p:nvPr/>
            </p:nvSpPr>
            <p:spPr>
              <a:xfrm>
                <a:off x="8337482" y="22327335"/>
                <a:ext cx="180000" cy="180000"/>
              </a:xfrm>
              <a:custGeom>
                <a:avLst/>
                <a:gdLst>
                  <a:gd name="csX0" fmla="*/ 45597 w 90714"/>
                  <a:gd name="csY0" fmla="*/ 90850 h 90713"/>
                  <a:gd name="csX1" fmla="*/ 77670 w 90714"/>
                  <a:gd name="csY1" fmla="*/ 77566 h 90713"/>
                  <a:gd name="csX2" fmla="*/ 90955 w 90714"/>
                  <a:gd name="csY2" fmla="*/ 45494 h 90713"/>
                  <a:gd name="csX3" fmla="*/ 77670 w 90714"/>
                  <a:gd name="csY3" fmla="*/ 13422 h 90713"/>
                  <a:gd name="csX4" fmla="*/ 45597 w 90714"/>
                  <a:gd name="csY4" fmla="*/ 137 h 90713"/>
                  <a:gd name="csX5" fmla="*/ 13525 w 90714"/>
                  <a:gd name="csY5" fmla="*/ 13422 h 90713"/>
                  <a:gd name="csX6" fmla="*/ 240 w 90714"/>
                  <a:gd name="csY6" fmla="*/ 45494 h 90713"/>
                  <a:gd name="csX7" fmla="*/ 13525 w 90714"/>
                  <a:gd name="csY7" fmla="*/ 77566 h 90713"/>
                  <a:gd name="csX8" fmla="*/ 45597 w 90714"/>
                  <a:gd name="csY8" fmla="*/ 908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7" y="90850"/>
                    </a:moveTo>
                    <a:cubicBezTo>
                      <a:pt x="57626" y="90850"/>
                      <a:pt x="69164" y="86071"/>
                      <a:pt x="77670" y="77566"/>
                    </a:cubicBezTo>
                    <a:cubicBezTo>
                      <a:pt x="86176" y="69060"/>
                      <a:pt x="90955" y="57522"/>
                      <a:pt x="90955" y="45494"/>
                    </a:cubicBezTo>
                    <a:cubicBezTo>
                      <a:pt x="90955" y="33465"/>
                      <a:pt x="86176" y="21927"/>
                      <a:pt x="77670" y="13422"/>
                    </a:cubicBezTo>
                    <a:cubicBezTo>
                      <a:pt x="69164" y="4916"/>
                      <a:pt x="57626" y="137"/>
                      <a:pt x="45597" y="137"/>
                    </a:cubicBezTo>
                    <a:cubicBezTo>
                      <a:pt x="33569" y="137"/>
                      <a:pt x="22031" y="4916"/>
                      <a:pt x="13525" y="13422"/>
                    </a:cubicBezTo>
                    <a:cubicBezTo>
                      <a:pt x="5019" y="21927"/>
                      <a:pt x="240" y="33465"/>
                      <a:pt x="240" y="45494"/>
                    </a:cubicBezTo>
                    <a:cubicBezTo>
                      <a:pt x="240" y="57522"/>
                      <a:pt x="5019" y="69060"/>
                      <a:pt x="13525" y="77566"/>
                    </a:cubicBezTo>
                    <a:cubicBezTo>
                      <a:pt x="22031" y="86071"/>
                      <a:pt x="33569" y="90850"/>
                      <a:pt x="45597" y="908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" name="任意多边形: 形状 341"/>
              <p:cNvSpPr/>
              <p:nvPr/>
            </p:nvSpPr>
            <p:spPr>
              <a:xfrm>
                <a:off x="5758162" y="24152086"/>
                <a:ext cx="180000" cy="180000"/>
              </a:xfrm>
              <a:custGeom>
                <a:avLst/>
                <a:gdLst>
                  <a:gd name="csX0" fmla="*/ 45517 w 90714"/>
                  <a:gd name="csY0" fmla="*/ 90907 h 90713"/>
                  <a:gd name="csX1" fmla="*/ 77589 w 90714"/>
                  <a:gd name="csY1" fmla="*/ 77623 h 90713"/>
                  <a:gd name="csX2" fmla="*/ 90874 w 90714"/>
                  <a:gd name="csY2" fmla="*/ 45550 h 90713"/>
                  <a:gd name="csX3" fmla="*/ 77589 w 90714"/>
                  <a:gd name="csY3" fmla="*/ 13478 h 90713"/>
                  <a:gd name="csX4" fmla="*/ 45517 w 90714"/>
                  <a:gd name="csY4" fmla="*/ 194 h 90713"/>
                  <a:gd name="csX5" fmla="*/ 13445 w 90714"/>
                  <a:gd name="csY5" fmla="*/ 13478 h 90713"/>
                  <a:gd name="csX6" fmla="*/ 160 w 90714"/>
                  <a:gd name="csY6" fmla="*/ 45550 h 90713"/>
                  <a:gd name="csX7" fmla="*/ 13445 w 90714"/>
                  <a:gd name="csY7" fmla="*/ 77623 h 90713"/>
                  <a:gd name="csX8" fmla="*/ 45517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7" y="90907"/>
                    </a:moveTo>
                    <a:cubicBezTo>
                      <a:pt x="57546" y="90907"/>
                      <a:pt x="69084" y="86128"/>
                      <a:pt x="77589" y="77623"/>
                    </a:cubicBezTo>
                    <a:cubicBezTo>
                      <a:pt x="86095" y="69117"/>
                      <a:pt x="90874" y="57579"/>
                      <a:pt x="90874" y="45550"/>
                    </a:cubicBezTo>
                    <a:cubicBezTo>
                      <a:pt x="90874" y="33522"/>
                      <a:pt x="86095" y="21984"/>
                      <a:pt x="77589" y="13478"/>
                    </a:cubicBezTo>
                    <a:cubicBezTo>
                      <a:pt x="69084" y="4973"/>
                      <a:pt x="57546" y="194"/>
                      <a:pt x="45517" y="194"/>
                    </a:cubicBezTo>
                    <a:cubicBezTo>
                      <a:pt x="33488" y="194"/>
                      <a:pt x="21950" y="4973"/>
                      <a:pt x="13445" y="13478"/>
                    </a:cubicBezTo>
                    <a:cubicBezTo>
                      <a:pt x="4939" y="21984"/>
                      <a:pt x="160" y="33522"/>
                      <a:pt x="160" y="45550"/>
                    </a:cubicBezTo>
                    <a:cubicBezTo>
                      <a:pt x="160" y="57579"/>
                      <a:pt x="4939" y="69117"/>
                      <a:pt x="13445" y="77623"/>
                    </a:cubicBezTo>
                    <a:cubicBezTo>
                      <a:pt x="21950" y="86128"/>
                      <a:pt x="33488" y="90907"/>
                      <a:pt x="45517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" name="任意多边形: 形状 342"/>
              <p:cNvSpPr/>
              <p:nvPr/>
            </p:nvSpPr>
            <p:spPr>
              <a:xfrm>
                <a:off x="4566629" y="23233805"/>
                <a:ext cx="180000" cy="180000"/>
              </a:xfrm>
              <a:custGeom>
                <a:avLst/>
                <a:gdLst>
                  <a:gd name="csX0" fmla="*/ 45480 w 90714"/>
                  <a:gd name="csY0" fmla="*/ 90879 h 90713"/>
                  <a:gd name="csX1" fmla="*/ 77552 w 90714"/>
                  <a:gd name="csY1" fmla="*/ 77594 h 90713"/>
                  <a:gd name="csX2" fmla="*/ 90837 w 90714"/>
                  <a:gd name="csY2" fmla="*/ 45522 h 90713"/>
                  <a:gd name="csX3" fmla="*/ 77552 w 90714"/>
                  <a:gd name="csY3" fmla="*/ 13450 h 90713"/>
                  <a:gd name="csX4" fmla="*/ 45480 w 90714"/>
                  <a:gd name="csY4" fmla="*/ 165 h 90713"/>
                  <a:gd name="csX5" fmla="*/ 13407 w 90714"/>
                  <a:gd name="csY5" fmla="*/ 13450 h 90713"/>
                  <a:gd name="csX6" fmla="*/ 123 w 90714"/>
                  <a:gd name="csY6" fmla="*/ 45522 h 90713"/>
                  <a:gd name="csX7" fmla="*/ 13407 w 90714"/>
                  <a:gd name="csY7" fmla="*/ 77594 h 90713"/>
                  <a:gd name="csX8" fmla="*/ 45480 w 90714"/>
                  <a:gd name="csY8" fmla="*/ 9087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0" y="90879"/>
                    </a:moveTo>
                    <a:cubicBezTo>
                      <a:pt x="57509" y="90879"/>
                      <a:pt x="69047" y="86099"/>
                      <a:pt x="77552" y="77594"/>
                    </a:cubicBezTo>
                    <a:cubicBezTo>
                      <a:pt x="86058" y="69088"/>
                      <a:pt x="90837" y="57551"/>
                      <a:pt x="90837" y="45522"/>
                    </a:cubicBezTo>
                    <a:cubicBezTo>
                      <a:pt x="90837" y="33493"/>
                      <a:pt x="86058" y="21955"/>
                      <a:pt x="77552" y="13450"/>
                    </a:cubicBezTo>
                    <a:cubicBezTo>
                      <a:pt x="69047" y="4944"/>
                      <a:pt x="57509" y="165"/>
                      <a:pt x="45480" y="165"/>
                    </a:cubicBezTo>
                    <a:cubicBezTo>
                      <a:pt x="33451" y="165"/>
                      <a:pt x="21913" y="4944"/>
                      <a:pt x="13407" y="13450"/>
                    </a:cubicBezTo>
                    <a:cubicBezTo>
                      <a:pt x="4902" y="21955"/>
                      <a:pt x="123" y="33493"/>
                      <a:pt x="123" y="45522"/>
                    </a:cubicBezTo>
                    <a:cubicBezTo>
                      <a:pt x="123" y="57551"/>
                      <a:pt x="4902" y="69088"/>
                      <a:pt x="13407" y="77594"/>
                    </a:cubicBezTo>
                    <a:cubicBezTo>
                      <a:pt x="21913" y="86099"/>
                      <a:pt x="33451" y="90879"/>
                      <a:pt x="45480" y="9087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" name="任意多边形: 形状 343"/>
              <p:cNvSpPr/>
              <p:nvPr/>
            </p:nvSpPr>
            <p:spPr>
              <a:xfrm>
                <a:off x="8069874" y="21074481"/>
                <a:ext cx="180000" cy="180000"/>
              </a:xfrm>
              <a:custGeom>
                <a:avLst/>
                <a:gdLst>
                  <a:gd name="csX0" fmla="*/ 45589 w 90714"/>
                  <a:gd name="csY0" fmla="*/ 90811 h 90713"/>
                  <a:gd name="csX1" fmla="*/ 77662 w 90714"/>
                  <a:gd name="csY1" fmla="*/ 77527 h 90713"/>
                  <a:gd name="csX2" fmla="*/ 90946 w 90714"/>
                  <a:gd name="csY2" fmla="*/ 45454 h 90713"/>
                  <a:gd name="csX3" fmla="*/ 77662 w 90714"/>
                  <a:gd name="csY3" fmla="*/ 13382 h 90713"/>
                  <a:gd name="csX4" fmla="*/ 45589 w 90714"/>
                  <a:gd name="csY4" fmla="*/ 98 h 90713"/>
                  <a:gd name="csX5" fmla="*/ 13517 w 90714"/>
                  <a:gd name="csY5" fmla="*/ 13382 h 90713"/>
                  <a:gd name="csX6" fmla="*/ 232 w 90714"/>
                  <a:gd name="csY6" fmla="*/ 45454 h 90713"/>
                  <a:gd name="csX7" fmla="*/ 13517 w 90714"/>
                  <a:gd name="csY7" fmla="*/ 77527 h 90713"/>
                  <a:gd name="csX8" fmla="*/ 45589 w 90714"/>
                  <a:gd name="csY8" fmla="*/ 9081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9" y="90811"/>
                    </a:moveTo>
                    <a:cubicBezTo>
                      <a:pt x="57618" y="90811"/>
                      <a:pt x="69156" y="86032"/>
                      <a:pt x="77662" y="77527"/>
                    </a:cubicBezTo>
                    <a:cubicBezTo>
                      <a:pt x="86167" y="69021"/>
                      <a:pt x="90946" y="57483"/>
                      <a:pt x="90946" y="45454"/>
                    </a:cubicBezTo>
                    <a:cubicBezTo>
                      <a:pt x="90946" y="33426"/>
                      <a:pt x="86167" y="21888"/>
                      <a:pt x="77662" y="13382"/>
                    </a:cubicBezTo>
                    <a:cubicBezTo>
                      <a:pt x="69156" y="4877"/>
                      <a:pt x="57618" y="98"/>
                      <a:pt x="45589" y="98"/>
                    </a:cubicBezTo>
                    <a:cubicBezTo>
                      <a:pt x="33560" y="98"/>
                      <a:pt x="22022" y="4877"/>
                      <a:pt x="13517" y="13382"/>
                    </a:cubicBezTo>
                    <a:cubicBezTo>
                      <a:pt x="5011" y="21888"/>
                      <a:pt x="232" y="33426"/>
                      <a:pt x="232" y="45454"/>
                    </a:cubicBezTo>
                    <a:cubicBezTo>
                      <a:pt x="232" y="57483"/>
                      <a:pt x="5011" y="69021"/>
                      <a:pt x="13517" y="77527"/>
                    </a:cubicBezTo>
                    <a:cubicBezTo>
                      <a:pt x="22022" y="86032"/>
                      <a:pt x="33560" y="90811"/>
                      <a:pt x="45589" y="9081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" name="任意多边形: 形状 344"/>
              <p:cNvSpPr/>
              <p:nvPr/>
            </p:nvSpPr>
            <p:spPr>
              <a:xfrm>
                <a:off x="6950889" y="21535388"/>
                <a:ext cx="180000" cy="180000"/>
              </a:xfrm>
              <a:custGeom>
                <a:avLst/>
                <a:gdLst>
                  <a:gd name="csX0" fmla="*/ 45554 w 90714"/>
                  <a:gd name="csY0" fmla="*/ 90826 h 90713"/>
                  <a:gd name="csX1" fmla="*/ 77627 w 90714"/>
                  <a:gd name="csY1" fmla="*/ 77541 h 90713"/>
                  <a:gd name="csX2" fmla="*/ 90912 w 90714"/>
                  <a:gd name="csY2" fmla="*/ 45469 h 90713"/>
                  <a:gd name="csX3" fmla="*/ 77627 w 90714"/>
                  <a:gd name="csY3" fmla="*/ 13397 h 90713"/>
                  <a:gd name="csX4" fmla="*/ 45554 w 90714"/>
                  <a:gd name="csY4" fmla="*/ 112 h 90713"/>
                  <a:gd name="csX5" fmla="*/ 13482 w 90714"/>
                  <a:gd name="csY5" fmla="*/ 13397 h 90713"/>
                  <a:gd name="csX6" fmla="*/ 197 w 90714"/>
                  <a:gd name="csY6" fmla="*/ 45469 h 90713"/>
                  <a:gd name="csX7" fmla="*/ 13482 w 90714"/>
                  <a:gd name="csY7" fmla="*/ 77541 h 90713"/>
                  <a:gd name="csX8" fmla="*/ 45554 w 90714"/>
                  <a:gd name="csY8" fmla="*/ 908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4" y="90826"/>
                    </a:moveTo>
                    <a:cubicBezTo>
                      <a:pt x="57583" y="90826"/>
                      <a:pt x="69121" y="86047"/>
                      <a:pt x="77627" y="77541"/>
                    </a:cubicBezTo>
                    <a:cubicBezTo>
                      <a:pt x="86132" y="69035"/>
                      <a:pt x="90912" y="57498"/>
                      <a:pt x="90912" y="45469"/>
                    </a:cubicBezTo>
                    <a:cubicBezTo>
                      <a:pt x="90912" y="33440"/>
                      <a:pt x="86132" y="21902"/>
                      <a:pt x="77627" y="13397"/>
                    </a:cubicBezTo>
                    <a:cubicBezTo>
                      <a:pt x="69121" y="4891"/>
                      <a:pt x="57583" y="112"/>
                      <a:pt x="45554" y="112"/>
                    </a:cubicBezTo>
                    <a:cubicBezTo>
                      <a:pt x="33525" y="112"/>
                      <a:pt x="21987" y="4891"/>
                      <a:pt x="13482" y="13397"/>
                    </a:cubicBezTo>
                    <a:cubicBezTo>
                      <a:pt x="4976" y="21902"/>
                      <a:pt x="197" y="33440"/>
                      <a:pt x="197" y="45469"/>
                    </a:cubicBezTo>
                    <a:cubicBezTo>
                      <a:pt x="197" y="57498"/>
                      <a:pt x="4976" y="69035"/>
                      <a:pt x="13482" y="77541"/>
                    </a:cubicBezTo>
                    <a:cubicBezTo>
                      <a:pt x="21987" y="86047"/>
                      <a:pt x="33525" y="90826"/>
                      <a:pt x="45554" y="908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" name="任意多边形: 形状 345"/>
              <p:cNvSpPr/>
              <p:nvPr/>
            </p:nvSpPr>
            <p:spPr>
              <a:xfrm>
                <a:off x="7344127" y="22976760"/>
                <a:ext cx="180000" cy="180000"/>
              </a:xfrm>
              <a:custGeom>
                <a:avLst/>
                <a:gdLst>
                  <a:gd name="csX0" fmla="*/ 45566 w 90714"/>
                  <a:gd name="csY0" fmla="*/ 90871 h 90713"/>
                  <a:gd name="csX1" fmla="*/ 77639 w 90714"/>
                  <a:gd name="csY1" fmla="*/ 77586 h 90713"/>
                  <a:gd name="csX2" fmla="*/ 90924 w 90714"/>
                  <a:gd name="csY2" fmla="*/ 45514 h 90713"/>
                  <a:gd name="csX3" fmla="*/ 77639 w 90714"/>
                  <a:gd name="csY3" fmla="*/ 13442 h 90713"/>
                  <a:gd name="csX4" fmla="*/ 45566 w 90714"/>
                  <a:gd name="csY4" fmla="*/ 157 h 90713"/>
                  <a:gd name="csX5" fmla="*/ 13494 w 90714"/>
                  <a:gd name="csY5" fmla="*/ 13442 h 90713"/>
                  <a:gd name="csX6" fmla="*/ 209 w 90714"/>
                  <a:gd name="csY6" fmla="*/ 45514 h 90713"/>
                  <a:gd name="csX7" fmla="*/ 13494 w 90714"/>
                  <a:gd name="csY7" fmla="*/ 77586 h 90713"/>
                  <a:gd name="csX8" fmla="*/ 45566 w 90714"/>
                  <a:gd name="csY8" fmla="*/ 9087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6" y="90871"/>
                    </a:moveTo>
                    <a:cubicBezTo>
                      <a:pt x="57595" y="90871"/>
                      <a:pt x="69133" y="86091"/>
                      <a:pt x="77639" y="77586"/>
                    </a:cubicBezTo>
                    <a:cubicBezTo>
                      <a:pt x="86145" y="69080"/>
                      <a:pt x="90924" y="57543"/>
                      <a:pt x="90924" y="45514"/>
                    </a:cubicBezTo>
                    <a:cubicBezTo>
                      <a:pt x="90924" y="33485"/>
                      <a:pt x="86145" y="21947"/>
                      <a:pt x="77639" y="13442"/>
                    </a:cubicBezTo>
                    <a:cubicBezTo>
                      <a:pt x="69133" y="4936"/>
                      <a:pt x="57595" y="157"/>
                      <a:pt x="45566" y="157"/>
                    </a:cubicBezTo>
                    <a:cubicBezTo>
                      <a:pt x="33538" y="157"/>
                      <a:pt x="22000" y="4936"/>
                      <a:pt x="13494" y="13442"/>
                    </a:cubicBezTo>
                    <a:cubicBezTo>
                      <a:pt x="4988" y="21947"/>
                      <a:pt x="209" y="33485"/>
                      <a:pt x="209" y="45514"/>
                    </a:cubicBezTo>
                    <a:cubicBezTo>
                      <a:pt x="209" y="57543"/>
                      <a:pt x="4988" y="69080"/>
                      <a:pt x="13494" y="77586"/>
                    </a:cubicBezTo>
                    <a:cubicBezTo>
                      <a:pt x="22000" y="86091"/>
                      <a:pt x="33538" y="90871"/>
                      <a:pt x="45566" y="9087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" name="任意多边形: 形状 346"/>
              <p:cNvSpPr/>
              <p:nvPr/>
            </p:nvSpPr>
            <p:spPr>
              <a:xfrm>
                <a:off x="7324329" y="21783880"/>
                <a:ext cx="180000" cy="180000"/>
              </a:xfrm>
              <a:custGeom>
                <a:avLst/>
                <a:gdLst>
                  <a:gd name="csX0" fmla="*/ 45566 w 90714"/>
                  <a:gd name="csY0" fmla="*/ 90833 h 90713"/>
                  <a:gd name="csX1" fmla="*/ 77638 w 90714"/>
                  <a:gd name="csY1" fmla="*/ 77549 h 90713"/>
                  <a:gd name="csX2" fmla="*/ 90923 w 90714"/>
                  <a:gd name="csY2" fmla="*/ 45477 h 90713"/>
                  <a:gd name="csX3" fmla="*/ 77638 w 90714"/>
                  <a:gd name="csY3" fmla="*/ 13405 h 90713"/>
                  <a:gd name="csX4" fmla="*/ 45566 w 90714"/>
                  <a:gd name="csY4" fmla="*/ 120 h 90713"/>
                  <a:gd name="csX5" fmla="*/ 13493 w 90714"/>
                  <a:gd name="csY5" fmla="*/ 13405 h 90713"/>
                  <a:gd name="csX6" fmla="*/ 209 w 90714"/>
                  <a:gd name="csY6" fmla="*/ 45477 h 90713"/>
                  <a:gd name="csX7" fmla="*/ 13493 w 90714"/>
                  <a:gd name="csY7" fmla="*/ 77549 h 90713"/>
                  <a:gd name="csX8" fmla="*/ 45566 w 90714"/>
                  <a:gd name="csY8" fmla="*/ 9083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6" y="90833"/>
                    </a:moveTo>
                    <a:cubicBezTo>
                      <a:pt x="57595" y="90833"/>
                      <a:pt x="69133" y="86054"/>
                      <a:pt x="77638" y="77549"/>
                    </a:cubicBezTo>
                    <a:cubicBezTo>
                      <a:pt x="86144" y="69043"/>
                      <a:pt x="90923" y="57505"/>
                      <a:pt x="90923" y="45477"/>
                    </a:cubicBezTo>
                    <a:cubicBezTo>
                      <a:pt x="90923" y="33448"/>
                      <a:pt x="86144" y="21910"/>
                      <a:pt x="77638" y="13405"/>
                    </a:cubicBezTo>
                    <a:cubicBezTo>
                      <a:pt x="69133" y="4899"/>
                      <a:pt x="57595" y="120"/>
                      <a:pt x="45566" y="120"/>
                    </a:cubicBezTo>
                    <a:cubicBezTo>
                      <a:pt x="33537" y="120"/>
                      <a:pt x="21999" y="4899"/>
                      <a:pt x="13493" y="13405"/>
                    </a:cubicBezTo>
                    <a:cubicBezTo>
                      <a:pt x="4988" y="21910"/>
                      <a:pt x="209" y="33448"/>
                      <a:pt x="209" y="45477"/>
                    </a:cubicBezTo>
                    <a:cubicBezTo>
                      <a:pt x="209" y="57505"/>
                      <a:pt x="4988" y="69043"/>
                      <a:pt x="13493" y="77549"/>
                    </a:cubicBezTo>
                    <a:cubicBezTo>
                      <a:pt x="21999" y="86054"/>
                      <a:pt x="33537" y="90833"/>
                      <a:pt x="45566" y="9083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" name="任意多边形: 形状 347"/>
              <p:cNvSpPr/>
              <p:nvPr/>
            </p:nvSpPr>
            <p:spPr>
              <a:xfrm>
                <a:off x="9042423" y="23318934"/>
                <a:ext cx="180000" cy="180000"/>
              </a:xfrm>
              <a:custGeom>
                <a:avLst/>
                <a:gdLst>
                  <a:gd name="csX0" fmla="*/ 45619 w 90714"/>
                  <a:gd name="csY0" fmla="*/ 90881 h 90713"/>
                  <a:gd name="csX1" fmla="*/ 77692 w 90714"/>
                  <a:gd name="csY1" fmla="*/ 77597 h 90713"/>
                  <a:gd name="csX2" fmla="*/ 90977 w 90714"/>
                  <a:gd name="csY2" fmla="*/ 45524 h 90713"/>
                  <a:gd name="csX3" fmla="*/ 77692 w 90714"/>
                  <a:gd name="csY3" fmla="*/ 13452 h 90713"/>
                  <a:gd name="csX4" fmla="*/ 45619 w 90714"/>
                  <a:gd name="csY4" fmla="*/ 168 h 90713"/>
                  <a:gd name="csX5" fmla="*/ 13547 w 90714"/>
                  <a:gd name="csY5" fmla="*/ 13452 h 90713"/>
                  <a:gd name="csX6" fmla="*/ 262 w 90714"/>
                  <a:gd name="csY6" fmla="*/ 45524 h 90713"/>
                  <a:gd name="csX7" fmla="*/ 13547 w 90714"/>
                  <a:gd name="csY7" fmla="*/ 77597 h 90713"/>
                  <a:gd name="csX8" fmla="*/ 45619 w 90714"/>
                  <a:gd name="csY8" fmla="*/ 9088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9" y="90881"/>
                    </a:moveTo>
                    <a:cubicBezTo>
                      <a:pt x="57648" y="90881"/>
                      <a:pt x="69186" y="86102"/>
                      <a:pt x="77692" y="77597"/>
                    </a:cubicBezTo>
                    <a:cubicBezTo>
                      <a:pt x="86198" y="69091"/>
                      <a:pt x="90977" y="57553"/>
                      <a:pt x="90977" y="45524"/>
                    </a:cubicBezTo>
                    <a:cubicBezTo>
                      <a:pt x="90977" y="33496"/>
                      <a:pt x="86198" y="21958"/>
                      <a:pt x="77692" y="13452"/>
                    </a:cubicBezTo>
                    <a:cubicBezTo>
                      <a:pt x="69186" y="4947"/>
                      <a:pt x="57648" y="168"/>
                      <a:pt x="45619" y="168"/>
                    </a:cubicBezTo>
                    <a:cubicBezTo>
                      <a:pt x="33591" y="168"/>
                      <a:pt x="22053" y="4947"/>
                      <a:pt x="13547" y="13452"/>
                    </a:cubicBezTo>
                    <a:cubicBezTo>
                      <a:pt x="5041" y="21958"/>
                      <a:pt x="262" y="33496"/>
                      <a:pt x="262" y="45524"/>
                    </a:cubicBezTo>
                    <a:cubicBezTo>
                      <a:pt x="262" y="57553"/>
                      <a:pt x="5041" y="69091"/>
                      <a:pt x="13547" y="77597"/>
                    </a:cubicBezTo>
                    <a:cubicBezTo>
                      <a:pt x="22053" y="86102"/>
                      <a:pt x="33591" y="90881"/>
                      <a:pt x="45619" y="9088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" name="任意多边形: 形状 348"/>
              <p:cNvSpPr/>
              <p:nvPr/>
            </p:nvSpPr>
            <p:spPr>
              <a:xfrm>
                <a:off x="6626875" y="22077057"/>
                <a:ext cx="180000" cy="180000"/>
              </a:xfrm>
              <a:custGeom>
                <a:avLst/>
                <a:gdLst>
                  <a:gd name="csX0" fmla="*/ 45544 w 90714"/>
                  <a:gd name="csY0" fmla="*/ 90842 h 90713"/>
                  <a:gd name="csX1" fmla="*/ 77617 w 90714"/>
                  <a:gd name="csY1" fmla="*/ 77558 h 90713"/>
                  <a:gd name="csX2" fmla="*/ 90901 w 90714"/>
                  <a:gd name="csY2" fmla="*/ 45486 h 90713"/>
                  <a:gd name="csX3" fmla="*/ 77617 w 90714"/>
                  <a:gd name="csY3" fmla="*/ 13414 h 90713"/>
                  <a:gd name="csX4" fmla="*/ 45544 w 90714"/>
                  <a:gd name="csY4" fmla="*/ 129 h 90713"/>
                  <a:gd name="csX5" fmla="*/ 13472 w 90714"/>
                  <a:gd name="csY5" fmla="*/ 13414 h 90713"/>
                  <a:gd name="csX6" fmla="*/ 187 w 90714"/>
                  <a:gd name="csY6" fmla="*/ 45486 h 90713"/>
                  <a:gd name="csX7" fmla="*/ 13472 w 90714"/>
                  <a:gd name="csY7" fmla="*/ 77558 h 90713"/>
                  <a:gd name="csX8" fmla="*/ 45544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4" y="90842"/>
                    </a:moveTo>
                    <a:cubicBezTo>
                      <a:pt x="57573" y="90842"/>
                      <a:pt x="69111" y="86063"/>
                      <a:pt x="77617" y="77558"/>
                    </a:cubicBezTo>
                    <a:cubicBezTo>
                      <a:pt x="86122" y="69052"/>
                      <a:pt x="90901" y="57515"/>
                      <a:pt x="90901" y="45486"/>
                    </a:cubicBezTo>
                    <a:cubicBezTo>
                      <a:pt x="90901" y="33457"/>
                      <a:pt x="86122" y="21919"/>
                      <a:pt x="77617" y="13414"/>
                    </a:cubicBezTo>
                    <a:cubicBezTo>
                      <a:pt x="69111" y="4908"/>
                      <a:pt x="57573" y="129"/>
                      <a:pt x="45544" y="129"/>
                    </a:cubicBezTo>
                    <a:cubicBezTo>
                      <a:pt x="33515" y="129"/>
                      <a:pt x="21977" y="4908"/>
                      <a:pt x="13472" y="13414"/>
                    </a:cubicBezTo>
                    <a:cubicBezTo>
                      <a:pt x="4966" y="21919"/>
                      <a:pt x="187" y="33457"/>
                      <a:pt x="187" y="45486"/>
                    </a:cubicBezTo>
                    <a:cubicBezTo>
                      <a:pt x="187" y="57515"/>
                      <a:pt x="4966" y="69052"/>
                      <a:pt x="13472" y="77558"/>
                    </a:cubicBezTo>
                    <a:cubicBezTo>
                      <a:pt x="21977" y="86063"/>
                      <a:pt x="33515" y="90842"/>
                      <a:pt x="45544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" name="任意多边形: 形状 349"/>
              <p:cNvSpPr/>
              <p:nvPr/>
            </p:nvSpPr>
            <p:spPr>
              <a:xfrm>
                <a:off x="8824507" y="23193735"/>
                <a:ext cx="180000" cy="180000"/>
              </a:xfrm>
              <a:custGeom>
                <a:avLst/>
                <a:gdLst>
                  <a:gd name="csX0" fmla="*/ 45613 w 90714"/>
                  <a:gd name="csY0" fmla="*/ 90877 h 90713"/>
                  <a:gd name="csX1" fmla="*/ 77685 w 90714"/>
                  <a:gd name="csY1" fmla="*/ 77593 h 90713"/>
                  <a:gd name="csX2" fmla="*/ 90970 w 90714"/>
                  <a:gd name="csY2" fmla="*/ 45521 h 90713"/>
                  <a:gd name="csX3" fmla="*/ 77685 w 90714"/>
                  <a:gd name="csY3" fmla="*/ 13449 h 90713"/>
                  <a:gd name="csX4" fmla="*/ 45613 w 90714"/>
                  <a:gd name="csY4" fmla="*/ 164 h 90713"/>
                  <a:gd name="csX5" fmla="*/ 13540 w 90714"/>
                  <a:gd name="csY5" fmla="*/ 13449 h 90713"/>
                  <a:gd name="csX6" fmla="*/ 255 w 90714"/>
                  <a:gd name="csY6" fmla="*/ 45521 h 90713"/>
                  <a:gd name="csX7" fmla="*/ 13540 w 90714"/>
                  <a:gd name="csY7" fmla="*/ 77593 h 90713"/>
                  <a:gd name="csX8" fmla="*/ 45613 w 90714"/>
                  <a:gd name="csY8" fmla="*/ 9087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3" y="90877"/>
                    </a:moveTo>
                    <a:cubicBezTo>
                      <a:pt x="57642" y="90877"/>
                      <a:pt x="69179" y="86098"/>
                      <a:pt x="77685" y="77593"/>
                    </a:cubicBezTo>
                    <a:cubicBezTo>
                      <a:pt x="86191" y="69087"/>
                      <a:pt x="90970" y="57549"/>
                      <a:pt x="90970" y="45521"/>
                    </a:cubicBezTo>
                    <a:cubicBezTo>
                      <a:pt x="90970" y="33492"/>
                      <a:pt x="86191" y="21954"/>
                      <a:pt x="77685" y="13449"/>
                    </a:cubicBezTo>
                    <a:cubicBezTo>
                      <a:pt x="69179" y="4943"/>
                      <a:pt x="57642" y="164"/>
                      <a:pt x="45613" y="164"/>
                    </a:cubicBezTo>
                    <a:cubicBezTo>
                      <a:pt x="33584" y="164"/>
                      <a:pt x="22046" y="4943"/>
                      <a:pt x="13540" y="13449"/>
                    </a:cubicBezTo>
                    <a:cubicBezTo>
                      <a:pt x="5034" y="21954"/>
                      <a:pt x="255" y="33492"/>
                      <a:pt x="255" y="45521"/>
                    </a:cubicBezTo>
                    <a:cubicBezTo>
                      <a:pt x="255" y="57549"/>
                      <a:pt x="5034" y="69087"/>
                      <a:pt x="13540" y="77593"/>
                    </a:cubicBezTo>
                    <a:cubicBezTo>
                      <a:pt x="22046" y="86098"/>
                      <a:pt x="33584" y="90877"/>
                      <a:pt x="45613" y="9087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" name="任意多边形: 形状 350"/>
              <p:cNvSpPr/>
              <p:nvPr/>
            </p:nvSpPr>
            <p:spPr>
              <a:xfrm>
                <a:off x="5361665" y="20954948"/>
                <a:ext cx="180000" cy="180000"/>
              </a:xfrm>
              <a:custGeom>
                <a:avLst/>
                <a:gdLst>
                  <a:gd name="csX0" fmla="*/ 45505 w 90714"/>
                  <a:gd name="csY0" fmla="*/ 90808 h 90713"/>
                  <a:gd name="csX1" fmla="*/ 77577 w 90714"/>
                  <a:gd name="csY1" fmla="*/ 77523 h 90713"/>
                  <a:gd name="csX2" fmla="*/ 90862 w 90714"/>
                  <a:gd name="csY2" fmla="*/ 45451 h 90713"/>
                  <a:gd name="csX3" fmla="*/ 77577 w 90714"/>
                  <a:gd name="csY3" fmla="*/ 13379 h 90713"/>
                  <a:gd name="csX4" fmla="*/ 45505 w 90714"/>
                  <a:gd name="csY4" fmla="*/ 94 h 90713"/>
                  <a:gd name="csX5" fmla="*/ 13432 w 90714"/>
                  <a:gd name="csY5" fmla="*/ 13379 h 90713"/>
                  <a:gd name="csX6" fmla="*/ 147 w 90714"/>
                  <a:gd name="csY6" fmla="*/ 45451 h 90713"/>
                  <a:gd name="csX7" fmla="*/ 13432 w 90714"/>
                  <a:gd name="csY7" fmla="*/ 77523 h 90713"/>
                  <a:gd name="csX8" fmla="*/ 45505 w 90714"/>
                  <a:gd name="csY8" fmla="*/ 9080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5" y="90808"/>
                    </a:moveTo>
                    <a:cubicBezTo>
                      <a:pt x="57534" y="90808"/>
                      <a:pt x="69071" y="86028"/>
                      <a:pt x="77577" y="77523"/>
                    </a:cubicBezTo>
                    <a:cubicBezTo>
                      <a:pt x="86083" y="69017"/>
                      <a:pt x="90862" y="57480"/>
                      <a:pt x="90862" y="45451"/>
                    </a:cubicBezTo>
                    <a:cubicBezTo>
                      <a:pt x="90862" y="33422"/>
                      <a:pt x="86083" y="21884"/>
                      <a:pt x="77577" y="13379"/>
                    </a:cubicBezTo>
                    <a:cubicBezTo>
                      <a:pt x="69071" y="4873"/>
                      <a:pt x="57534" y="94"/>
                      <a:pt x="45505" y="94"/>
                    </a:cubicBezTo>
                    <a:cubicBezTo>
                      <a:pt x="33476" y="94"/>
                      <a:pt x="21938" y="4873"/>
                      <a:pt x="13432" y="13379"/>
                    </a:cubicBezTo>
                    <a:cubicBezTo>
                      <a:pt x="4927" y="21884"/>
                      <a:pt x="147" y="33422"/>
                      <a:pt x="147" y="45451"/>
                    </a:cubicBezTo>
                    <a:cubicBezTo>
                      <a:pt x="147" y="57480"/>
                      <a:pt x="4927" y="69017"/>
                      <a:pt x="13432" y="77523"/>
                    </a:cubicBezTo>
                    <a:cubicBezTo>
                      <a:pt x="21938" y="86028"/>
                      <a:pt x="33476" y="90808"/>
                      <a:pt x="45505" y="9080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" name="任意多边形: 形状 351"/>
              <p:cNvSpPr/>
              <p:nvPr/>
            </p:nvSpPr>
            <p:spPr>
              <a:xfrm>
                <a:off x="6616348" y="23250405"/>
                <a:ext cx="180000" cy="180000"/>
              </a:xfrm>
              <a:custGeom>
                <a:avLst/>
                <a:gdLst>
                  <a:gd name="csX0" fmla="*/ 45544 w 90714"/>
                  <a:gd name="csY0" fmla="*/ 90879 h 90713"/>
                  <a:gd name="csX1" fmla="*/ 77616 w 90714"/>
                  <a:gd name="csY1" fmla="*/ 77594 h 90713"/>
                  <a:gd name="csX2" fmla="*/ 90901 w 90714"/>
                  <a:gd name="csY2" fmla="*/ 45522 h 90713"/>
                  <a:gd name="csX3" fmla="*/ 77616 w 90714"/>
                  <a:gd name="csY3" fmla="*/ 13450 h 90713"/>
                  <a:gd name="csX4" fmla="*/ 45544 w 90714"/>
                  <a:gd name="csY4" fmla="*/ 166 h 90713"/>
                  <a:gd name="csX5" fmla="*/ 13471 w 90714"/>
                  <a:gd name="csY5" fmla="*/ 13450 h 90713"/>
                  <a:gd name="csX6" fmla="*/ 187 w 90714"/>
                  <a:gd name="csY6" fmla="*/ 45522 h 90713"/>
                  <a:gd name="csX7" fmla="*/ 13471 w 90714"/>
                  <a:gd name="csY7" fmla="*/ 77594 h 90713"/>
                  <a:gd name="csX8" fmla="*/ 45544 w 90714"/>
                  <a:gd name="csY8" fmla="*/ 9087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4" y="90879"/>
                    </a:moveTo>
                    <a:cubicBezTo>
                      <a:pt x="57573" y="90879"/>
                      <a:pt x="69111" y="86100"/>
                      <a:pt x="77616" y="77594"/>
                    </a:cubicBezTo>
                    <a:cubicBezTo>
                      <a:pt x="86122" y="69089"/>
                      <a:pt x="90901" y="57551"/>
                      <a:pt x="90901" y="45522"/>
                    </a:cubicBezTo>
                    <a:cubicBezTo>
                      <a:pt x="90901" y="33494"/>
                      <a:pt x="86122" y="21956"/>
                      <a:pt x="77616" y="13450"/>
                    </a:cubicBezTo>
                    <a:cubicBezTo>
                      <a:pt x="69111" y="4945"/>
                      <a:pt x="57573" y="166"/>
                      <a:pt x="45544" y="166"/>
                    </a:cubicBezTo>
                    <a:cubicBezTo>
                      <a:pt x="33515" y="166"/>
                      <a:pt x="21977" y="4945"/>
                      <a:pt x="13471" y="13450"/>
                    </a:cubicBezTo>
                    <a:cubicBezTo>
                      <a:pt x="4966" y="21956"/>
                      <a:pt x="187" y="33494"/>
                      <a:pt x="187" y="45522"/>
                    </a:cubicBezTo>
                    <a:cubicBezTo>
                      <a:pt x="187" y="57551"/>
                      <a:pt x="4966" y="69089"/>
                      <a:pt x="13471" y="77594"/>
                    </a:cubicBezTo>
                    <a:cubicBezTo>
                      <a:pt x="21977" y="86100"/>
                      <a:pt x="33515" y="90879"/>
                      <a:pt x="45544" y="9087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" name="任意多边形: 形状 352"/>
              <p:cNvSpPr/>
              <p:nvPr/>
            </p:nvSpPr>
            <p:spPr>
              <a:xfrm>
                <a:off x="5557575" y="23160848"/>
                <a:ext cx="180000" cy="180000"/>
              </a:xfrm>
              <a:custGeom>
                <a:avLst/>
                <a:gdLst>
                  <a:gd name="csX0" fmla="*/ 45511 w 90714"/>
                  <a:gd name="csY0" fmla="*/ 90876 h 90713"/>
                  <a:gd name="csX1" fmla="*/ 77583 w 90714"/>
                  <a:gd name="csY1" fmla="*/ 77592 h 90713"/>
                  <a:gd name="csX2" fmla="*/ 90868 w 90714"/>
                  <a:gd name="csY2" fmla="*/ 45520 h 90713"/>
                  <a:gd name="csX3" fmla="*/ 77583 w 90714"/>
                  <a:gd name="csY3" fmla="*/ 13448 h 90713"/>
                  <a:gd name="csX4" fmla="*/ 45511 w 90714"/>
                  <a:gd name="csY4" fmla="*/ 163 h 90713"/>
                  <a:gd name="csX5" fmla="*/ 13438 w 90714"/>
                  <a:gd name="csY5" fmla="*/ 13448 h 90713"/>
                  <a:gd name="csX6" fmla="*/ 153 w 90714"/>
                  <a:gd name="csY6" fmla="*/ 45520 h 90713"/>
                  <a:gd name="csX7" fmla="*/ 13438 w 90714"/>
                  <a:gd name="csY7" fmla="*/ 77592 h 90713"/>
                  <a:gd name="csX8" fmla="*/ 45511 w 90714"/>
                  <a:gd name="csY8" fmla="*/ 9087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1" y="90876"/>
                    </a:moveTo>
                    <a:cubicBezTo>
                      <a:pt x="57540" y="90876"/>
                      <a:pt x="69078" y="86097"/>
                      <a:pt x="77583" y="77592"/>
                    </a:cubicBezTo>
                    <a:cubicBezTo>
                      <a:pt x="86089" y="69086"/>
                      <a:pt x="90868" y="57548"/>
                      <a:pt x="90868" y="45520"/>
                    </a:cubicBezTo>
                    <a:cubicBezTo>
                      <a:pt x="90868" y="33491"/>
                      <a:pt x="86089" y="21953"/>
                      <a:pt x="77583" y="13448"/>
                    </a:cubicBezTo>
                    <a:cubicBezTo>
                      <a:pt x="69078" y="4942"/>
                      <a:pt x="57540" y="163"/>
                      <a:pt x="45511" y="163"/>
                    </a:cubicBezTo>
                    <a:cubicBezTo>
                      <a:pt x="33482" y="163"/>
                      <a:pt x="21944" y="4942"/>
                      <a:pt x="13438" y="13448"/>
                    </a:cubicBezTo>
                    <a:cubicBezTo>
                      <a:pt x="4933" y="21953"/>
                      <a:pt x="153" y="33491"/>
                      <a:pt x="153" y="45520"/>
                    </a:cubicBezTo>
                    <a:cubicBezTo>
                      <a:pt x="153" y="57548"/>
                      <a:pt x="4933" y="69086"/>
                      <a:pt x="13438" y="77592"/>
                    </a:cubicBezTo>
                    <a:cubicBezTo>
                      <a:pt x="21944" y="86097"/>
                      <a:pt x="33482" y="90876"/>
                      <a:pt x="45511" y="9087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" name="任意多边形: 形状 353"/>
              <p:cNvSpPr/>
              <p:nvPr/>
            </p:nvSpPr>
            <p:spPr>
              <a:xfrm>
                <a:off x="8189927" y="23794775"/>
                <a:ext cx="180000" cy="180000"/>
              </a:xfrm>
              <a:custGeom>
                <a:avLst/>
                <a:gdLst>
                  <a:gd name="csX0" fmla="*/ 45593 w 90714"/>
                  <a:gd name="csY0" fmla="*/ 90896 h 90713"/>
                  <a:gd name="csX1" fmla="*/ 77665 w 90714"/>
                  <a:gd name="csY1" fmla="*/ 77611 h 90713"/>
                  <a:gd name="csX2" fmla="*/ 90950 w 90714"/>
                  <a:gd name="csY2" fmla="*/ 45539 h 90713"/>
                  <a:gd name="csX3" fmla="*/ 77665 w 90714"/>
                  <a:gd name="csY3" fmla="*/ 13467 h 90713"/>
                  <a:gd name="csX4" fmla="*/ 45593 w 90714"/>
                  <a:gd name="csY4" fmla="*/ 183 h 90713"/>
                  <a:gd name="csX5" fmla="*/ 13520 w 90714"/>
                  <a:gd name="csY5" fmla="*/ 13467 h 90713"/>
                  <a:gd name="csX6" fmla="*/ 236 w 90714"/>
                  <a:gd name="csY6" fmla="*/ 45539 h 90713"/>
                  <a:gd name="csX7" fmla="*/ 13520 w 90714"/>
                  <a:gd name="csY7" fmla="*/ 77611 h 90713"/>
                  <a:gd name="csX8" fmla="*/ 45593 w 90714"/>
                  <a:gd name="csY8" fmla="*/ 9089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3" y="90896"/>
                    </a:moveTo>
                    <a:cubicBezTo>
                      <a:pt x="57622" y="90896"/>
                      <a:pt x="69160" y="86117"/>
                      <a:pt x="77665" y="77611"/>
                    </a:cubicBezTo>
                    <a:cubicBezTo>
                      <a:pt x="86171" y="69106"/>
                      <a:pt x="90950" y="57568"/>
                      <a:pt x="90950" y="45539"/>
                    </a:cubicBezTo>
                    <a:cubicBezTo>
                      <a:pt x="90950" y="33511"/>
                      <a:pt x="86171" y="21973"/>
                      <a:pt x="77665" y="13467"/>
                    </a:cubicBezTo>
                    <a:cubicBezTo>
                      <a:pt x="69160" y="4962"/>
                      <a:pt x="57622" y="183"/>
                      <a:pt x="45593" y="183"/>
                    </a:cubicBezTo>
                    <a:cubicBezTo>
                      <a:pt x="33564" y="183"/>
                      <a:pt x="22026" y="4962"/>
                      <a:pt x="13520" y="13467"/>
                    </a:cubicBezTo>
                    <a:cubicBezTo>
                      <a:pt x="5015" y="21973"/>
                      <a:pt x="236" y="33511"/>
                      <a:pt x="236" y="45539"/>
                    </a:cubicBezTo>
                    <a:cubicBezTo>
                      <a:pt x="236" y="57568"/>
                      <a:pt x="5015" y="69106"/>
                      <a:pt x="13520" y="77611"/>
                    </a:cubicBezTo>
                    <a:cubicBezTo>
                      <a:pt x="22026" y="86117"/>
                      <a:pt x="33564" y="90896"/>
                      <a:pt x="45593" y="9089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" name="任意多边形: 形状 354"/>
              <p:cNvSpPr/>
              <p:nvPr/>
            </p:nvSpPr>
            <p:spPr>
              <a:xfrm>
                <a:off x="8067946" y="21834789"/>
                <a:ext cx="180000" cy="180000"/>
              </a:xfrm>
              <a:custGeom>
                <a:avLst/>
                <a:gdLst>
                  <a:gd name="csX0" fmla="*/ 45589 w 90714"/>
                  <a:gd name="csY0" fmla="*/ 90835 h 90713"/>
                  <a:gd name="csX1" fmla="*/ 77661 w 90714"/>
                  <a:gd name="csY1" fmla="*/ 77550 h 90713"/>
                  <a:gd name="csX2" fmla="*/ 90946 w 90714"/>
                  <a:gd name="csY2" fmla="*/ 45478 h 90713"/>
                  <a:gd name="csX3" fmla="*/ 77661 w 90714"/>
                  <a:gd name="csY3" fmla="*/ 13406 h 90713"/>
                  <a:gd name="csX4" fmla="*/ 45589 w 90714"/>
                  <a:gd name="csY4" fmla="*/ 121 h 90713"/>
                  <a:gd name="csX5" fmla="*/ 13517 w 90714"/>
                  <a:gd name="csY5" fmla="*/ 13406 h 90713"/>
                  <a:gd name="csX6" fmla="*/ 232 w 90714"/>
                  <a:gd name="csY6" fmla="*/ 45478 h 90713"/>
                  <a:gd name="csX7" fmla="*/ 13517 w 90714"/>
                  <a:gd name="csY7" fmla="*/ 77550 h 90713"/>
                  <a:gd name="csX8" fmla="*/ 45589 w 90714"/>
                  <a:gd name="csY8" fmla="*/ 9083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9" y="90835"/>
                    </a:moveTo>
                    <a:cubicBezTo>
                      <a:pt x="57618" y="90835"/>
                      <a:pt x="69156" y="86056"/>
                      <a:pt x="77661" y="77550"/>
                    </a:cubicBezTo>
                    <a:cubicBezTo>
                      <a:pt x="86167" y="69045"/>
                      <a:pt x="90946" y="57507"/>
                      <a:pt x="90946" y="45478"/>
                    </a:cubicBezTo>
                    <a:cubicBezTo>
                      <a:pt x="90946" y="33449"/>
                      <a:pt x="86167" y="21912"/>
                      <a:pt x="77661" y="13406"/>
                    </a:cubicBezTo>
                    <a:cubicBezTo>
                      <a:pt x="69156" y="4901"/>
                      <a:pt x="57618" y="121"/>
                      <a:pt x="45589" y="121"/>
                    </a:cubicBezTo>
                    <a:cubicBezTo>
                      <a:pt x="33560" y="121"/>
                      <a:pt x="22022" y="4901"/>
                      <a:pt x="13517" y="13406"/>
                    </a:cubicBezTo>
                    <a:cubicBezTo>
                      <a:pt x="5011" y="21912"/>
                      <a:pt x="232" y="33449"/>
                      <a:pt x="232" y="45478"/>
                    </a:cubicBezTo>
                    <a:cubicBezTo>
                      <a:pt x="232" y="57507"/>
                      <a:pt x="5011" y="69045"/>
                      <a:pt x="13517" y="77550"/>
                    </a:cubicBezTo>
                    <a:cubicBezTo>
                      <a:pt x="22022" y="86056"/>
                      <a:pt x="33560" y="90835"/>
                      <a:pt x="45589" y="9083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" name="任意多边形: 形状 355"/>
              <p:cNvSpPr/>
              <p:nvPr/>
            </p:nvSpPr>
            <p:spPr>
              <a:xfrm>
                <a:off x="7404999" y="22845354"/>
                <a:ext cx="180000" cy="180000"/>
              </a:xfrm>
              <a:custGeom>
                <a:avLst/>
                <a:gdLst>
                  <a:gd name="csX0" fmla="*/ 45568 w 90714"/>
                  <a:gd name="csY0" fmla="*/ 90866 h 90713"/>
                  <a:gd name="csX1" fmla="*/ 77641 w 90714"/>
                  <a:gd name="csY1" fmla="*/ 77582 h 90713"/>
                  <a:gd name="csX2" fmla="*/ 90926 w 90714"/>
                  <a:gd name="csY2" fmla="*/ 45510 h 90713"/>
                  <a:gd name="csX3" fmla="*/ 77641 w 90714"/>
                  <a:gd name="csY3" fmla="*/ 13438 h 90713"/>
                  <a:gd name="csX4" fmla="*/ 45568 w 90714"/>
                  <a:gd name="csY4" fmla="*/ 153 h 90713"/>
                  <a:gd name="csX5" fmla="*/ 13496 w 90714"/>
                  <a:gd name="csY5" fmla="*/ 13438 h 90713"/>
                  <a:gd name="csX6" fmla="*/ 211 w 90714"/>
                  <a:gd name="csY6" fmla="*/ 45510 h 90713"/>
                  <a:gd name="csX7" fmla="*/ 13496 w 90714"/>
                  <a:gd name="csY7" fmla="*/ 77582 h 90713"/>
                  <a:gd name="csX8" fmla="*/ 45568 w 90714"/>
                  <a:gd name="csY8" fmla="*/ 9086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8" y="90866"/>
                    </a:moveTo>
                    <a:cubicBezTo>
                      <a:pt x="57597" y="90866"/>
                      <a:pt x="69135" y="86087"/>
                      <a:pt x="77641" y="77582"/>
                    </a:cubicBezTo>
                    <a:cubicBezTo>
                      <a:pt x="86147" y="69076"/>
                      <a:pt x="90926" y="57538"/>
                      <a:pt x="90926" y="45510"/>
                    </a:cubicBezTo>
                    <a:cubicBezTo>
                      <a:pt x="90926" y="33481"/>
                      <a:pt x="86147" y="21943"/>
                      <a:pt x="77641" y="13438"/>
                    </a:cubicBezTo>
                    <a:cubicBezTo>
                      <a:pt x="69135" y="4932"/>
                      <a:pt x="57597" y="153"/>
                      <a:pt x="45568" y="153"/>
                    </a:cubicBezTo>
                    <a:cubicBezTo>
                      <a:pt x="33539" y="153"/>
                      <a:pt x="22002" y="4932"/>
                      <a:pt x="13496" y="13438"/>
                    </a:cubicBezTo>
                    <a:cubicBezTo>
                      <a:pt x="4990" y="21943"/>
                      <a:pt x="211" y="33481"/>
                      <a:pt x="211" y="45510"/>
                    </a:cubicBezTo>
                    <a:cubicBezTo>
                      <a:pt x="211" y="57538"/>
                      <a:pt x="4990" y="69076"/>
                      <a:pt x="13496" y="77582"/>
                    </a:cubicBezTo>
                    <a:cubicBezTo>
                      <a:pt x="22002" y="86087"/>
                      <a:pt x="33539" y="90866"/>
                      <a:pt x="45568" y="9086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" name="任意多边形: 形状 356"/>
              <p:cNvSpPr/>
              <p:nvPr/>
            </p:nvSpPr>
            <p:spPr>
              <a:xfrm>
                <a:off x="7648285" y="22929471"/>
                <a:ext cx="180000" cy="180000"/>
              </a:xfrm>
              <a:custGeom>
                <a:avLst/>
                <a:gdLst>
                  <a:gd name="csX0" fmla="*/ 45576 w 90714"/>
                  <a:gd name="csY0" fmla="*/ 90869 h 90713"/>
                  <a:gd name="csX1" fmla="*/ 77648 w 90714"/>
                  <a:gd name="csY1" fmla="*/ 77584 h 90713"/>
                  <a:gd name="csX2" fmla="*/ 90933 w 90714"/>
                  <a:gd name="csY2" fmla="*/ 45512 h 90713"/>
                  <a:gd name="csX3" fmla="*/ 77648 w 90714"/>
                  <a:gd name="csY3" fmla="*/ 13440 h 90713"/>
                  <a:gd name="csX4" fmla="*/ 45576 w 90714"/>
                  <a:gd name="csY4" fmla="*/ 156 h 90713"/>
                  <a:gd name="csX5" fmla="*/ 13504 w 90714"/>
                  <a:gd name="csY5" fmla="*/ 13440 h 90713"/>
                  <a:gd name="csX6" fmla="*/ 219 w 90714"/>
                  <a:gd name="csY6" fmla="*/ 45512 h 90713"/>
                  <a:gd name="csX7" fmla="*/ 13504 w 90714"/>
                  <a:gd name="csY7" fmla="*/ 77584 h 90713"/>
                  <a:gd name="csX8" fmla="*/ 45576 w 90714"/>
                  <a:gd name="csY8" fmla="*/ 9086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6" y="90869"/>
                    </a:moveTo>
                    <a:cubicBezTo>
                      <a:pt x="57605" y="90869"/>
                      <a:pt x="69143" y="86090"/>
                      <a:pt x="77648" y="77584"/>
                    </a:cubicBezTo>
                    <a:cubicBezTo>
                      <a:pt x="86154" y="69079"/>
                      <a:pt x="90933" y="57541"/>
                      <a:pt x="90933" y="45512"/>
                    </a:cubicBezTo>
                    <a:cubicBezTo>
                      <a:pt x="90933" y="33484"/>
                      <a:pt x="86154" y="21946"/>
                      <a:pt x="77648" y="13440"/>
                    </a:cubicBezTo>
                    <a:cubicBezTo>
                      <a:pt x="69143" y="4935"/>
                      <a:pt x="57605" y="156"/>
                      <a:pt x="45576" y="156"/>
                    </a:cubicBezTo>
                    <a:cubicBezTo>
                      <a:pt x="33547" y="156"/>
                      <a:pt x="22009" y="4935"/>
                      <a:pt x="13504" y="13440"/>
                    </a:cubicBezTo>
                    <a:cubicBezTo>
                      <a:pt x="4998" y="21946"/>
                      <a:pt x="219" y="33484"/>
                      <a:pt x="219" y="45512"/>
                    </a:cubicBezTo>
                    <a:cubicBezTo>
                      <a:pt x="219" y="57541"/>
                      <a:pt x="4998" y="69079"/>
                      <a:pt x="13504" y="77584"/>
                    </a:cubicBezTo>
                    <a:cubicBezTo>
                      <a:pt x="22009" y="86090"/>
                      <a:pt x="33547" y="90869"/>
                      <a:pt x="45576" y="9086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" name="任意多边形: 形状 357"/>
              <p:cNvSpPr/>
              <p:nvPr/>
            </p:nvSpPr>
            <p:spPr>
              <a:xfrm>
                <a:off x="5681979" y="23314592"/>
                <a:ext cx="180000" cy="180000"/>
              </a:xfrm>
              <a:custGeom>
                <a:avLst/>
                <a:gdLst>
                  <a:gd name="csX0" fmla="*/ 45515 w 90714"/>
                  <a:gd name="csY0" fmla="*/ 90881 h 90713"/>
                  <a:gd name="csX1" fmla="*/ 77587 w 90714"/>
                  <a:gd name="csY1" fmla="*/ 77596 h 90713"/>
                  <a:gd name="csX2" fmla="*/ 90872 w 90714"/>
                  <a:gd name="csY2" fmla="*/ 45524 h 90713"/>
                  <a:gd name="csX3" fmla="*/ 77587 w 90714"/>
                  <a:gd name="csY3" fmla="*/ 13452 h 90713"/>
                  <a:gd name="csX4" fmla="*/ 45515 w 90714"/>
                  <a:gd name="csY4" fmla="*/ 168 h 90713"/>
                  <a:gd name="csX5" fmla="*/ 13442 w 90714"/>
                  <a:gd name="csY5" fmla="*/ 13452 h 90713"/>
                  <a:gd name="csX6" fmla="*/ 157 w 90714"/>
                  <a:gd name="csY6" fmla="*/ 45524 h 90713"/>
                  <a:gd name="csX7" fmla="*/ 13442 w 90714"/>
                  <a:gd name="csY7" fmla="*/ 77596 h 90713"/>
                  <a:gd name="csX8" fmla="*/ 45515 w 90714"/>
                  <a:gd name="csY8" fmla="*/ 9088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5" y="90881"/>
                    </a:moveTo>
                    <a:cubicBezTo>
                      <a:pt x="57544" y="90881"/>
                      <a:pt x="69081" y="86102"/>
                      <a:pt x="77587" y="77596"/>
                    </a:cubicBezTo>
                    <a:cubicBezTo>
                      <a:pt x="86093" y="69091"/>
                      <a:pt x="90872" y="57553"/>
                      <a:pt x="90872" y="45524"/>
                    </a:cubicBezTo>
                    <a:cubicBezTo>
                      <a:pt x="90872" y="33496"/>
                      <a:pt x="86093" y="21958"/>
                      <a:pt x="77587" y="13452"/>
                    </a:cubicBezTo>
                    <a:cubicBezTo>
                      <a:pt x="69081" y="4947"/>
                      <a:pt x="57544" y="168"/>
                      <a:pt x="45515" y="168"/>
                    </a:cubicBezTo>
                    <a:cubicBezTo>
                      <a:pt x="33486" y="168"/>
                      <a:pt x="21948" y="4947"/>
                      <a:pt x="13442" y="13452"/>
                    </a:cubicBezTo>
                    <a:cubicBezTo>
                      <a:pt x="4937" y="21958"/>
                      <a:pt x="157" y="33496"/>
                      <a:pt x="157" y="45524"/>
                    </a:cubicBezTo>
                    <a:cubicBezTo>
                      <a:pt x="157" y="57553"/>
                      <a:pt x="4937" y="69091"/>
                      <a:pt x="13442" y="77596"/>
                    </a:cubicBezTo>
                    <a:cubicBezTo>
                      <a:pt x="21948" y="86102"/>
                      <a:pt x="33486" y="90881"/>
                      <a:pt x="45515" y="9088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" name="任意多边形: 形状 358"/>
              <p:cNvSpPr/>
              <p:nvPr/>
            </p:nvSpPr>
            <p:spPr>
              <a:xfrm>
                <a:off x="6409645" y="25671525"/>
                <a:ext cx="180000" cy="180000"/>
              </a:xfrm>
              <a:custGeom>
                <a:avLst/>
                <a:gdLst>
                  <a:gd name="csX0" fmla="*/ 45537 w 90714"/>
                  <a:gd name="csY0" fmla="*/ 90955 h 90713"/>
                  <a:gd name="csX1" fmla="*/ 77610 w 90714"/>
                  <a:gd name="csY1" fmla="*/ 77670 h 90713"/>
                  <a:gd name="csX2" fmla="*/ 90895 w 90714"/>
                  <a:gd name="csY2" fmla="*/ 45598 h 90713"/>
                  <a:gd name="csX3" fmla="*/ 77610 w 90714"/>
                  <a:gd name="csY3" fmla="*/ 13526 h 90713"/>
                  <a:gd name="csX4" fmla="*/ 45537 w 90714"/>
                  <a:gd name="csY4" fmla="*/ 241 h 90713"/>
                  <a:gd name="csX5" fmla="*/ 13465 w 90714"/>
                  <a:gd name="csY5" fmla="*/ 13526 h 90713"/>
                  <a:gd name="csX6" fmla="*/ 180 w 90714"/>
                  <a:gd name="csY6" fmla="*/ 45598 h 90713"/>
                  <a:gd name="csX7" fmla="*/ 13465 w 90714"/>
                  <a:gd name="csY7" fmla="*/ 77670 h 90713"/>
                  <a:gd name="csX8" fmla="*/ 45537 w 90714"/>
                  <a:gd name="csY8" fmla="*/ 9095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7" y="90955"/>
                    </a:moveTo>
                    <a:cubicBezTo>
                      <a:pt x="57566" y="90955"/>
                      <a:pt x="69104" y="86175"/>
                      <a:pt x="77610" y="77670"/>
                    </a:cubicBezTo>
                    <a:cubicBezTo>
                      <a:pt x="86115" y="69164"/>
                      <a:pt x="90895" y="57627"/>
                      <a:pt x="90895" y="45598"/>
                    </a:cubicBezTo>
                    <a:cubicBezTo>
                      <a:pt x="90895" y="33569"/>
                      <a:pt x="86115" y="22031"/>
                      <a:pt x="77610" y="13526"/>
                    </a:cubicBezTo>
                    <a:cubicBezTo>
                      <a:pt x="69104" y="5020"/>
                      <a:pt x="57566" y="241"/>
                      <a:pt x="45537" y="241"/>
                    </a:cubicBezTo>
                    <a:cubicBezTo>
                      <a:pt x="33508" y="241"/>
                      <a:pt x="21971" y="5020"/>
                      <a:pt x="13465" y="13526"/>
                    </a:cubicBezTo>
                    <a:cubicBezTo>
                      <a:pt x="4959" y="22031"/>
                      <a:pt x="180" y="33569"/>
                      <a:pt x="180" y="45598"/>
                    </a:cubicBezTo>
                    <a:cubicBezTo>
                      <a:pt x="180" y="57627"/>
                      <a:pt x="4959" y="69164"/>
                      <a:pt x="13465" y="77670"/>
                    </a:cubicBezTo>
                    <a:cubicBezTo>
                      <a:pt x="21971" y="86175"/>
                      <a:pt x="33508" y="90955"/>
                      <a:pt x="45537" y="9095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" name="任意多边形: 形状 359"/>
              <p:cNvSpPr/>
              <p:nvPr/>
            </p:nvSpPr>
            <p:spPr>
              <a:xfrm>
                <a:off x="5013439" y="21183797"/>
                <a:ext cx="180000" cy="180000"/>
              </a:xfrm>
              <a:custGeom>
                <a:avLst/>
                <a:gdLst>
                  <a:gd name="csX0" fmla="*/ 45494 w 90714"/>
                  <a:gd name="csY0" fmla="*/ 90815 h 90713"/>
                  <a:gd name="csX1" fmla="*/ 77566 w 90714"/>
                  <a:gd name="csY1" fmla="*/ 77530 h 90713"/>
                  <a:gd name="csX2" fmla="*/ 90851 w 90714"/>
                  <a:gd name="csY2" fmla="*/ 45458 h 90713"/>
                  <a:gd name="csX3" fmla="*/ 77566 w 90714"/>
                  <a:gd name="csY3" fmla="*/ 13386 h 90713"/>
                  <a:gd name="csX4" fmla="*/ 45494 w 90714"/>
                  <a:gd name="csY4" fmla="*/ 101 h 90713"/>
                  <a:gd name="csX5" fmla="*/ 13421 w 90714"/>
                  <a:gd name="csY5" fmla="*/ 13386 h 90713"/>
                  <a:gd name="csX6" fmla="*/ 137 w 90714"/>
                  <a:gd name="csY6" fmla="*/ 45458 h 90713"/>
                  <a:gd name="csX7" fmla="*/ 13421 w 90714"/>
                  <a:gd name="csY7" fmla="*/ 77530 h 90713"/>
                  <a:gd name="csX8" fmla="*/ 45494 w 90714"/>
                  <a:gd name="csY8" fmla="*/ 9081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4" y="90815"/>
                    </a:moveTo>
                    <a:cubicBezTo>
                      <a:pt x="57523" y="90815"/>
                      <a:pt x="69061" y="86036"/>
                      <a:pt x="77566" y="77530"/>
                    </a:cubicBezTo>
                    <a:cubicBezTo>
                      <a:pt x="86072" y="69024"/>
                      <a:pt x="90851" y="57487"/>
                      <a:pt x="90851" y="45458"/>
                    </a:cubicBezTo>
                    <a:cubicBezTo>
                      <a:pt x="90851" y="33429"/>
                      <a:pt x="86072" y="21891"/>
                      <a:pt x="77566" y="13386"/>
                    </a:cubicBezTo>
                    <a:cubicBezTo>
                      <a:pt x="69061" y="4880"/>
                      <a:pt x="57523" y="101"/>
                      <a:pt x="45494" y="101"/>
                    </a:cubicBezTo>
                    <a:cubicBezTo>
                      <a:pt x="33465" y="101"/>
                      <a:pt x="21927" y="4880"/>
                      <a:pt x="13421" y="13386"/>
                    </a:cubicBezTo>
                    <a:cubicBezTo>
                      <a:pt x="4916" y="21891"/>
                      <a:pt x="137" y="33429"/>
                      <a:pt x="137" y="45458"/>
                    </a:cubicBezTo>
                    <a:cubicBezTo>
                      <a:pt x="137" y="57487"/>
                      <a:pt x="4916" y="69024"/>
                      <a:pt x="13421" y="77530"/>
                    </a:cubicBezTo>
                    <a:cubicBezTo>
                      <a:pt x="21927" y="86036"/>
                      <a:pt x="33465" y="90815"/>
                      <a:pt x="45494" y="9081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" name="任意多边形: 形状 360"/>
              <p:cNvSpPr/>
              <p:nvPr/>
            </p:nvSpPr>
            <p:spPr>
              <a:xfrm>
                <a:off x="7363603" y="21223521"/>
                <a:ext cx="180000" cy="180000"/>
              </a:xfrm>
              <a:custGeom>
                <a:avLst/>
                <a:gdLst>
                  <a:gd name="csX0" fmla="*/ 45567 w 90714"/>
                  <a:gd name="csY0" fmla="*/ 90816 h 90713"/>
                  <a:gd name="csX1" fmla="*/ 77640 w 90714"/>
                  <a:gd name="csY1" fmla="*/ 77531 h 90713"/>
                  <a:gd name="csX2" fmla="*/ 90924 w 90714"/>
                  <a:gd name="csY2" fmla="*/ 45459 h 90713"/>
                  <a:gd name="csX3" fmla="*/ 77640 w 90714"/>
                  <a:gd name="csY3" fmla="*/ 13387 h 90713"/>
                  <a:gd name="csX4" fmla="*/ 45567 w 90714"/>
                  <a:gd name="csY4" fmla="*/ 102 h 90713"/>
                  <a:gd name="csX5" fmla="*/ 13495 w 90714"/>
                  <a:gd name="csY5" fmla="*/ 13387 h 90713"/>
                  <a:gd name="csX6" fmla="*/ 210 w 90714"/>
                  <a:gd name="csY6" fmla="*/ 45459 h 90713"/>
                  <a:gd name="csX7" fmla="*/ 13495 w 90714"/>
                  <a:gd name="csY7" fmla="*/ 77531 h 90713"/>
                  <a:gd name="csX8" fmla="*/ 45567 w 90714"/>
                  <a:gd name="csY8" fmla="*/ 9081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7" y="90816"/>
                    </a:moveTo>
                    <a:cubicBezTo>
                      <a:pt x="57596" y="90816"/>
                      <a:pt x="69134" y="86037"/>
                      <a:pt x="77640" y="77531"/>
                    </a:cubicBezTo>
                    <a:cubicBezTo>
                      <a:pt x="86145" y="69026"/>
                      <a:pt x="90924" y="57488"/>
                      <a:pt x="90924" y="45459"/>
                    </a:cubicBezTo>
                    <a:cubicBezTo>
                      <a:pt x="90924" y="33430"/>
                      <a:pt x="86145" y="21893"/>
                      <a:pt x="77640" y="13387"/>
                    </a:cubicBezTo>
                    <a:cubicBezTo>
                      <a:pt x="69134" y="4882"/>
                      <a:pt x="57596" y="102"/>
                      <a:pt x="45567" y="102"/>
                    </a:cubicBezTo>
                    <a:cubicBezTo>
                      <a:pt x="33538" y="102"/>
                      <a:pt x="22000" y="4882"/>
                      <a:pt x="13495" y="13387"/>
                    </a:cubicBezTo>
                    <a:cubicBezTo>
                      <a:pt x="4989" y="21893"/>
                      <a:pt x="210" y="33430"/>
                      <a:pt x="210" y="45459"/>
                    </a:cubicBezTo>
                    <a:cubicBezTo>
                      <a:pt x="210" y="57488"/>
                      <a:pt x="4989" y="69026"/>
                      <a:pt x="13495" y="77531"/>
                    </a:cubicBezTo>
                    <a:cubicBezTo>
                      <a:pt x="22000" y="86037"/>
                      <a:pt x="33538" y="90816"/>
                      <a:pt x="45567" y="9081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" name="任意多边形: 形状 361"/>
              <p:cNvSpPr/>
              <p:nvPr/>
            </p:nvSpPr>
            <p:spPr>
              <a:xfrm>
                <a:off x="4828994" y="21793314"/>
                <a:ext cx="180000" cy="180000"/>
              </a:xfrm>
              <a:custGeom>
                <a:avLst/>
                <a:gdLst>
                  <a:gd name="csX0" fmla="*/ 45488 w 90714"/>
                  <a:gd name="csY0" fmla="*/ 90834 h 90713"/>
                  <a:gd name="csX1" fmla="*/ 77561 w 90714"/>
                  <a:gd name="csY1" fmla="*/ 77549 h 90713"/>
                  <a:gd name="csX2" fmla="*/ 90845 w 90714"/>
                  <a:gd name="csY2" fmla="*/ 45477 h 90713"/>
                  <a:gd name="csX3" fmla="*/ 77561 w 90714"/>
                  <a:gd name="csY3" fmla="*/ 13405 h 90713"/>
                  <a:gd name="csX4" fmla="*/ 45488 w 90714"/>
                  <a:gd name="csY4" fmla="*/ 120 h 90713"/>
                  <a:gd name="csX5" fmla="*/ 13416 w 90714"/>
                  <a:gd name="csY5" fmla="*/ 13405 h 90713"/>
                  <a:gd name="csX6" fmla="*/ 131 w 90714"/>
                  <a:gd name="csY6" fmla="*/ 45477 h 90713"/>
                  <a:gd name="csX7" fmla="*/ 13416 w 90714"/>
                  <a:gd name="csY7" fmla="*/ 77549 h 90713"/>
                  <a:gd name="csX8" fmla="*/ 45488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8" y="90834"/>
                    </a:moveTo>
                    <a:cubicBezTo>
                      <a:pt x="57517" y="90834"/>
                      <a:pt x="69055" y="86055"/>
                      <a:pt x="77561" y="77549"/>
                    </a:cubicBezTo>
                    <a:cubicBezTo>
                      <a:pt x="86066" y="69043"/>
                      <a:pt x="90845" y="57506"/>
                      <a:pt x="90845" y="45477"/>
                    </a:cubicBezTo>
                    <a:cubicBezTo>
                      <a:pt x="90845" y="33448"/>
                      <a:pt x="86066" y="21910"/>
                      <a:pt x="77561" y="13405"/>
                    </a:cubicBezTo>
                    <a:cubicBezTo>
                      <a:pt x="69055" y="4899"/>
                      <a:pt x="57517" y="120"/>
                      <a:pt x="45488" y="120"/>
                    </a:cubicBezTo>
                    <a:cubicBezTo>
                      <a:pt x="33459" y="120"/>
                      <a:pt x="21921" y="4899"/>
                      <a:pt x="13416" y="13405"/>
                    </a:cubicBezTo>
                    <a:cubicBezTo>
                      <a:pt x="4910" y="21910"/>
                      <a:pt x="131" y="33448"/>
                      <a:pt x="131" y="45477"/>
                    </a:cubicBezTo>
                    <a:cubicBezTo>
                      <a:pt x="131" y="57506"/>
                      <a:pt x="4910" y="69043"/>
                      <a:pt x="13416" y="77549"/>
                    </a:cubicBezTo>
                    <a:cubicBezTo>
                      <a:pt x="21921" y="86055"/>
                      <a:pt x="33459" y="90834"/>
                      <a:pt x="45488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" name="任意多边形: 形状 362"/>
              <p:cNvSpPr/>
              <p:nvPr/>
            </p:nvSpPr>
            <p:spPr>
              <a:xfrm>
                <a:off x="6430572" y="21383251"/>
                <a:ext cx="180000" cy="180000"/>
              </a:xfrm>
              <a:custGeom>
                <a:avLst/>
                <a:gdLst>
                  <a:gd name="csX0" fmla="*/ 45538 w 90714"/>
                  <a:gd name="csY0" fmla="*/ 90821 h 90713"/>
                  <a:gd name="csX1" fmla="*/ 77610 w 90714"/>
                  <a:gd name="csY1" fmla="*/ 77536 h 90713"/>
                  <a:gd name="csX2" fmla="*/ 90895 w 90714"/>
                  <a:gd name="csY2" fmla="*/ 45464 h 90713"/>
                  <a:gd name="csX3" fmla="*/ 77610 w 90714"/>
                  <a:gd name="csY3" fmla="*/ 13392 h 90713"/>
                  <a:gd name="csX4" fmla="*/ 45538 w 90714"/>
                  <a:gd name="csY4" fmla="*/ 107 h 90713"/>
                  <a:gd name="csX5" fmla="*/ 13466 w 90714"/>
                  <a:gd name="csY5" fmla="*/ 13392 h 90713"/>
                  <a:gd name="csX6" fmla="*/ 181 w 90714"/>
                  <a:gd name="csY6" fmla="*/ 45464 h 90713"/>
                  <a:gd name="csX7" fmla="*/ 13466 w 90714"/>
                  <a:gd name="csY7" fmla="*/ 77536 h 90713"/>
                  <a:gd name="csX8" fmla="*/ 45538 w 90714"/>
                  <a:gd name="csY8" fmla="*/ 9082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21"/>
                    </a:moveTo>
                    <a:cubicBezTo>
                      <a:pt x="57567" y="90821"/>
                      <a:pt x="69105" y="86042"/>
                      <a:pt x="77610" y="77536"/>
                    </a:cubicBezTo>
                    <a:cubicBezTo>
                      <a:pt x="86116" y="69031"/>
                      <a:pt x="90895" y="57493"/>
                      <a:pt x="90895" y="45464"/>
                    </a:cubicBezTo>
                    <a:cubicBezTo>
                      <a:pt x="90895" y="33435"/>
                      <a:pt x="86116" y="21898"/>
                      <a:pt x="77610" y="13392"/>
                    </a:cubicBezTo>
                    <a:cubicBezTo>
                      <a:pt x="69105" y="4886"/>
                      <a:pt x="57567" y="107"/>
                      <a:pt x="45538" y="107"/>
                    </a:cubicBezTo>
                    <a:cubicBezTo>
                      <a:pt x="33509" y="107"/>
                      <a:pt x="21971" y="4886"/>
                      <a:pt x="13466" y="13392"/>
                    </a:cubicBezTo>
                    <a:cubicBezTo>
                      <a:pt x="4960" y="21898"/>
                      <a:pt x="181" y="33435"/>
                      <a:pt x="181" y="45464"/>
                    </a:cubicBezTo>
                    <a:cubicBezTo>
                      <a:pt x="181" y="57493"/>
                      <a:pt x="4960" y="69031"/>
                      <a:pt x="13466" y="77536"/>
                    </a:cubicBezTo>
                    <a:cubicBezTo>
                      <a:pt x="21971" y="86042"/>
                      <a:pt x="33509" y="90821"/>
                      <a:pt x="45538" y="9082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" name="任意多边形: 形状 363"/>
              <p:cNvSpPr/>
              <p:nvPr/>
            </p:nvSpPr>
            <p:spPr>
              <a:xfrm>
                <a:off x="7105033" y="21966729"/>
                <a:ext cx="180000" cy="180000"/>
              </a:xfrm>
              <a:custGeom>
                <a:avLst/>
                <a:gdLst>
                  <a:gd name="csX0" fmla="*/ 45559 w 90714"/>
                  <a:gd name="csY0" fmla="*/ 90839 h 90713"/>
                  <a:gd name="csX1" fmla="*/ 77631 w 90714"/>
                  <a:gd name="csY1" fmla="*/ 77554 h 90713"/>
                  <a:gd name="csX2" fmla="*/ 90916 w 90714"/>
                  <a:gd name="csY2" fmla="*/ 45482 h 90713"/>
                  <a:gd name="csX3" fmla="*/ 77631 w 90714"/>
                  <a:gd name="csY3" fmla="*/ 13410 h 90713"/>
                  <a:gd name="csX4" fmla="*/ 45559 w 90714"/>
                  <a:gd name="csY4" fmla="*/ 126 h 90713"/>
                  <a:gd name="csX5" fmla="*/ 13487 w 90714"/>
                  <a:gd name="csY5" fmla="*/ 13410 h 90713"/>
                  <a:gd name="csX6" fmla="*/ 202 w 90714"/>
                  <a:gd name="csY6" fmla="*/ 45482 h 90713"/>
                  <a:gd name="csX7" fmla="*/ 13487 w 90714"/>
                  <a:gd name="csY7" fmla="*/ 77554 h 90713"/>
                  <a:gd name="csX8" fmla="*/ 45559 w 90714"/>
                  <a:gd name="csY8" fmla="*/ 9083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9" y="90839"/>
                    </a:moveTo>
                    <a:cubicBezTo>
                      <a:pt x="57588" y="90839"/>
                      <a:pt x="69126" y="86060"/>
                      <a:pt x="77631" y="77554"/>
                    </a:cubicBezTo>
                    <a:cubicBezTo>
                      <a:pt x="86137" y="69049"/>
                      <a:pt x="90916" y="57511"/>
                      <a:pt x="90916" y="45482"/>
                    </a:cubicBezTo>
                    <a:cubicBezTo>
                      <a:pt x="90916" y="33454"/>
                      <a:pt x="86137" y="21916"/>
                      <a:pt x="77631" y="13410"/>
                    </a:cubicBezTo>
                    <a:cubicBezTo>
                      <a:pt x="69126" y="4905"/>
                      <a:pt x="57588" y="126"/>
                      <a:pt x="45559" y="126"/>
                    </a:cubicBezTo>
                    <a:cubicBezTo>
                      <a:pt x="33530" y="126"/>
                      <a:pt x="21992" y="4905"/>
                      <a:pt x="13487" y="13410"/>
                    </a:cubicBezTo>
                    <a:cubicBezTo>
                      <a:pt x="4981" y="21916"/>
                      <a:pt x="202" y="33454"/>
                      <a:pt x="202" y="45482"/>
                    </a:cubicBezTo>
                    <a:cubicBezTo>
                      <a:pt x="202" y="57511"/>
                      <a:pt x="4981" y="69049"/>
                      <a:pt x="13487" y="77554"/>
                    </a:cubicBezTo>
                    <a:cubicBezTo>
                      <a:pt x="21992" y="86060"/>
                      <a:pt x="33530" y="90839"/>
                      <a:pt x="45559" y="9083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" name="任意多边形: 形状 364"/>
              <p:cNvSpPr/>
              <p:nvPr/>
            </p:nvSpPr>
            <p:spPr>
              <a:xfrm>
                <a:off x="3917882" y="21503068"/>
                <a:ext cx="180000" cy="180000"/>
              </a:xfrm>
              <a:custGeom>
                <a:avLst/>
                <a:gdLst>
                  <a:gd name="csX0" fmla="*/ 45460 w 90714"/>
                  <a:gd name="csY0" fmla="*/ 90825 h 90713"/>
                  <a:gd name="csX1" fmla="*/ 77532 w 90714"/>
                  <a:gd name="csY1" fmla="*/ 77540 h 90713"/>
                  <a:gd name="csX2" fmla="*/ 90817 w 90714"/>
                  <a:gd name="csY2" fmla="*/ 45468 h 90713"/>
                  <a:gd name="csX3" fmla="*/ 77532 w 90714"/>
                  <a:gd name="csY3" fmla="*/ 13396 h 90713"/>
                  <a:gd name="csX4" fmla="*/ 45460 w 90714"/>
                  <a:gd name="csY4" fmla="*/ 111 h 90713"/>
                  <a:gd name="csX5" fmla="*/ 13387 w 90714"/>
                  <a:gd name="csY5" fmla="*/ 13396 h 90713"/>
                  <a:gd name="csX6" fmla="*/ 102 w 90714"/>
                  <a:gd name="csY6" fmla="*/ 45468 h 90713"/>
                  <a:gd name="csX7" fmla="*/ 13387 w 90714"/>
                  <a:gd name="csY7" fmla="*/ 77540 h 90713"/>
                  <a:gd name="csX8" fmla="*/ 45460 w 90714"/>
                  <a:gd name="csY8" fmla="*/ 9082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0" y="90825"/>
                    </a:moveTo>
                    <a:cubicBezTo>
                      <a:pt x="57489" y="90825"/>
                      <a:pt x="69026" y="86046"/>
                      <a:pt x="77532" y="77540"/>
                    </a:cubicBezTo>
                    <a:cubicBezTo>
                      <a:pt x="86038" y="69034"/>
                      <a:pt x="90817" y="57497"/>
                      <a:pt x="90817" y="45468"/>
                    </a:cubicBezTo>
                    <a:cubicBezTo>
                      <a:pt x="90817" y="33439"/>
                      <a:pt x="86038" y="21901"/>
                      <a:pt x="77532" y="13396"/>
                    </a:cubicBezTo>
                    <a:cubicBezTo>
                      <a:pt x="69026" y="4890"/>
                      <a:pt x="57489" y="111"/>
                      <a:pt x="45460" y="111"/>
                    </a:cubicBezTo>
                    <a:cubicBezTo>
                      <a:pt x="33431" y="111"/>
                      <a:pt x="21893" y="4890"/>
                      <a:pt x="13387" y="13396"/>
                    </a:cubicBezTo>
                    <a:cubicBezTo>
                      <a:pt x="4882" y="21901"/>
                      <a:pt x="102" y="33439"/>
                      <a:pt x="102" y="45468"/>
                    </a:cubicBezTo>
                    <a:cubicBezTo>
                      <a:pt x="102" y="57497"/>
                      <a:pt x="4882" y="69034"/>
                      <a:pt x="13387" y="77540"/>
                    </a:cubicBezTo>
                    <a:cubicBezTo>
                      <a:pt x="21893" y="86046"/>
                      <a:pt x="33431" y="90825"/>
                      <a:pt x="45460" y="9082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" name="任意多边形: 形状 365"/>
              <p:cNvSpPr/>
              <p:nvPr/>
            </p:nvSpPr>
            <p:spPr>
              <a:xfrm>
                <a:off x="6019616" y="24663516"/>
                <a:ext cx="180000" cy="180000"/>
              </a:xfrm>
              <a:custGeom>
                <a:avLst/>
                <a:gdLst>
                  <a:gd name="csX0" fmla="*/ 45525 w 90714"/>
                  <a:gd name="csY0" fmla="*/ 90923 h 90713"/>
                  <a:gd name="csX1" fmla="*/ 77598 w 90714"/>
                  <a:gd name="csY1" fmla="*/ 77638 h 90713"/>
                  <a:gd name="csX2" fmla="*/ 90882 w 90714"/>
                  <a:gd name="csY2" fmla="*/ 45566 h 90713"/>
                  <a:gd name="csX3" fmla="*/ 77598 w 90714"/>
                  <a:gd name="csY3" fmla="*/ 13494 h 90713"/>
                  <a:gd name="csX4" fmla="*/ 45525 w 90714"/>
                  <a:gd name="csY4" fmla="*/ 210 h 90713"/>
                  <a:gd name="csX5" fmla="*/ 13453 w 90714"/>
                  <a:gd name="csY5" fmla="*/ 13494 h 90713"/>
                  <a:gd name="csX6" fmla="*/ 168 w 90714"/>
                  <a:gd name="csY6" fmla="*/ 45566 h 90713"/>
                  <a:gd name="csX7" fmla="*/ 13453 w 90714"/>
                  <a:gd name="csY7" fmla="*/ 77638 h 90713"/>
                  <a:gd name="csX8" fmla="*/ 45525 w 90714"/>
                  <a:gd name="csY8" fmla="*/ 909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5" y="90923"/>
                    </a:moveTo>
                    <a:cubicBezTo>
                      <a:pt x="57554" y="90923"/>
                      <a:pt x="69092" y="86144"/>
                      <a:pt x="77598" y="77638"/>
                    </a:cubicBezTo>
                    <a:cubicBezTo>
                      <a:pt x="86103" y="69133"/>
                      <a:pt x="90882" y="57595"/>
                      <a:pt x="90882" y="45566"/>
                    </a:cubicBezTo>
                    <a:cubicBezTo>
                      <a:pt x="90882" y="33538"/>
                      <a:pt x="86103" y="22000"/>
                      <a:pt x="77598" y="13494"/>
                    </a:cubicBezTo>
                    <a:cubicBezTo>
                      <a:pt x="69092" y="4989"/>
                      <a:pt x="57554" y="210"/>
                      <a:pt x="45525" y="210"/>
                    </a:cubicBezTo>
                    <a:cubicBezTo>
                      <a:pt x="33496" y="210"/>
                      <a:pt x="21958" y="4989"/>
                      <a:pt x="13453" y="13494"/>
                    </a:cubicBezTo>
                    <a:cubicBezTo>
                      <a:pt x="4947" y="22000"/>
                      <a:pt x="168" y="33538"/>
                      <a:pt x="168" y="45566"/>
                    </a:cubicBezTo>
                    <a:cubicBezTo>
                      <a:pt x="168" y="57595"/>
                      <a:pt x="4947" y="69133"/>
                      <a:pt x="13453" y="77638"/>
                    </a:cubicBezTo>
                    <a:cubicBezTo>
                      <a:pt x="21958" y="86144"/>
                      <a:pt x="33496" y="90923"/>
                      <a:pt x="45525" y="909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" name="任意多边形: 形状 366"/>
              <p:cNvSpPr/>
              <p:nvPr/>
            </p:nvSpPr>
            <p:spPr>
              <a:xfrm>
                <a:off x="4757934" y="21454835"/>
                <a:ext cx="180000" cy="180000"/>
              </a:xfrm>
              <a:custGeom>
                <a:avLst/>
                <a:gdLst>
                  <a:gd name="csX0" fmla="*/ 45486 w 90714"/>
                  <a:gd name="csY0" fmla="*/ 90823 h 90713"/>
                  <a:gd name="csX1" fmla="*/ 77558 w 90714"/>
                  <a:gd name="csY1" fmla="*/ 77538 h 90713"/>
                  <a:gd name="csX2" fmla="*/ 90843 w 90714"/>
                  <a:gd name="csY2" fmla="*/ 45466 h 90713"/>
                  <a:gd name="csX3" fmla="*/ 77558 w 90714"/>
                  <a:gd name="csY3" fmla="*/ 13394 h 90713"/>
                  <a:gd name="csX4" fmla="*/ 45486 w 90714"/>
                  <a:gd name="csY4" fmla="*/ 110 h 90713"/>
                  <a:gd name="csX5" fmla="*/ 13413 w 90714"/>
                  <a:gd name="csY5" fmla="*/ 13394 h 90713"/>
                  <a:gd name="csX6" fmla="*/ 129 w 90714"/>
                  <a:gd name="csY6" fmla="*/ 45466 h 90713"/>
                  <a:gd name="csX7" fmla="*/ 13413 w 90714"/>
                  <a:gd name="csY7" fmla="*/ 77538 h 90713"/>
                  <a:gd name="csX8" fmla="*/ 45486 w 90714"/>
                  <a:gd name="csY8" fmla="*/ 908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6" y="90823"/>
                    </a:moveTo>
                    <a:cubicBezTo>
                      <a:pt x="57515" y="90823"/>
                      <a:pt x="69053" y="86044"/>
                      <a:pt x="77558" y="77538"/>
                    </a:cubicBezTo>
                    <a:cubicBezTo>
                      <a:pt x="86064" y="69033"/>
                      <a:pt x="90843" y="57495"/>
                      <a:pt x="90843" y="45466"/>
                    </a:cubicBezTo>
                    <a:cubicBezTo>
                      <a:pt x="90843" y="33438"/>
                      <a:pt x="86064" y="21900"/>
                      <a:pt x="77558" y="13394"/>
                    </a:cubicBezTo>
                    <a:cubicBezTo>
                      <a:pt x="69053" y="4889"/>
                      <a:pt x="57515" y="110"/>
                      <a:pt x="45486" y="110"/>
                    </a:cubicBezTo>
                    <a:cubicBezTo>
                      <a:pt x="33457" y="110"/>
                      <a:pt x="21919" y="4889"/>
                      <a:pt x="13413" y="13394"/>
                    </a:cubicBezTo>
                    <a:cubicBezTo>
                      <a:pt x="4908" y="21900"/>
                      <a:pt x="129" y="33438"/>
                      <a:pt x="129" y="45466"/>
                    </a:cubicBezTo>
                    <a:cubicBezTo>
                      <a:pt x="129" y="57495"/>
                      <a:pt x="4908" y="69033"/>
                      <a:pt x="13413" y="77538"/>
                    </a:cubicBezTo>
                    <a:cubicBezTo>
                      <a:pt x="21919" y="86044"/>
                      <a:pt x="33457" y="90823"/>
                      <a:pt x="45486" y="908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" name="任意多边形: 形状 367"/>
              <p:cNvSpPr/>
              <p:nvPr/>
            </p:nvSpPr>
            <p:spPr>
              <a:xfrm>
                <a:off x="4542398" y="25733957"/>
                <a:ext cx="180000" cy="180000"/>
              </a:xfrm>
              <a:custGeom>
                <a:avLst/>
                <a:gdLst>
                  <a:gd name="csX0" fmla="*/ 45479 w 90714"/>
                  <a:gd name="csY0" fmla="*/ 90957 h 90713"/>
                  <a:gd name="csX1" fmla="*/ 77552 w 90714"/>
                  <a:gd name="csY1" fmla="*/ 77672 h 90713"/>
                  <a:gd name="csX2" fmla="*/ 90836 w 90714"/>
                  <a:gd name="csY2" fmla="*/ 45600 h 90713"/>
                  <a:gd name="csX3" fmla="*/ 77552 w 90714"/>
                  <a:gd name="csY3" fmla="*/ 13528 h 90713"/>
                  <a:gd name="csX4" fmla="*/ 45479 w 90714"/>
                  <a:gd name="csY4" fmla="*/ 243 h 90713"/>
                  <a:gd name="csX5" fmla="*/ 13407 w 90714"/>
                  <a:gd name="csY5" fmla="*/ 13528 h 90713"/>
                  <a:gd name="csX6" fmla="*/ 122 w 90714"/>
                  <a:gd name="csY6" fmla="*/ 45600 h 90713"/>
                  <a:gd name="csX7" fmla="*/ 13407 w 90714"/>
                  <a:gd name="csY7" fmla="*/ 77672 h 90713"/>
                  <a:gd name="csX8" fmla="*/ 45479 w 90714"/>
                  <a:gd name="csY8" fmla="*/ 909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9" y="90957"/>
                    </a:moveTo>
                    <a:cubicBezTo>
                      <a:pt x="57508" y="90957"/>
                      <a:pt x="69046" y="86177"/>
                      <a:pt x="77552" y="77672"/>
                    </a:cubicBezTo>
                    <a:cubicBezTo>
                      <a:pt x="86057" y="69166"/>
                      <a:pt x="90836" y="57629"/>
                      <a:pt x="90836" y="45600"/>
                    </a:cubicBezTo>
                    <a:cubicBezTo>
                      <a:pt x="90836" y="33571"/>
                      <a:pt x="86057" y="22033"/>
                      <a:pt x="77552" y="13528"/>
                    </a:cubicBezTo>
                    <a:cubicBezTo>
                      <a:pt x="69046" y="5022"/>
                      <a:pt x="57508" y="243"/>
                      <a:pt x="45479" y="243"/>
                    </a:cubicBezTo>
                    <a:cubicBezTo>
                      <a:pt x="33450" y="243"/>
                      <a:pt x="21912" y="5022"/>
                      <a:pt x="13407" y="13528"/>
                    </a:cubicBezTo>
                    <a:cubicBezTo>
                      <a:pt x="4901" y="22033"/>
                      <a:pt x="122" y="33571"/>
                      <a:pt x="122" y="45600"/>
                    </a:cubicBezTo>
                    <a:cubicBezTo>
                      <a:pt x="122" y="57629"/>
                      <a:pt x="4901" y="69166"/>
                      <a:pt x="13407" y="77672"/>
                    </a:cubicBezTo>
                    <a:cubicBezTo>
                      <a:pt x="21912" y="86177"/>
                      <a:pt x="33450" y="90957"/>
                      <a:pt x="45479" y="909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" name="任意多边形: 形状 368"/>
              <p:cNvSpPr/>
              <p:nvPr/>
            </p:nvSpPr>
            <p:spPr>
              <a:xfrm>
                <a:off x="7238669" y="24502499"/>
                <a:ext cx="180000" cy="180000"/>
              </a:xfrm>
              <a:custGeom>
                <a:avLst/>
                <a:gdLst>
                  <a:gd name="csX0" fmla="*/ 45563 w 90714"/>
                  <a:gd name="csY0" fmla="*/ 90918 h 90713"/>
                  <a:gd name="csX1" fmla="*/ 77636 w 90714"/>
                  <a:gd name="csY1" fmla="*/ 77633 h 90713"/>
                  <a:gd name="csX2" fmla="*/ 90920 w 90714"/>
                  <a:gd name="csY2" fmla="*/ 45561 h 90713"/>
                  <a:gd name="csX3" fmla="*/ 77636 w 90714"/>
                  <a:gd name="csY3" fmla="*/ 13489 h 90713"/>
                  <a:gd name="csX4" fmla="*/ 45563 w 90714"/>
                  <a:gd name="csY4" fmla="*/ 205 h 90713"/>
                  <a:gd name="csX5" fmla="*/ 13491 w 90714"/>
                  <a:gd name="csY5" fmla="*/ 13489 h 90713"/>
                  <a:gd name="csX6" fmla="*/ 206 w 90714"/>
                  <a:gd name="csY6" fmla="*/ 45561 h 90713"/>
                  <a:gd name="csX7" fmla="*/ 13491 w 90714"/>
                  <a:gd name="csY7" fmla="*/ 77633 h 90713"/>
                  <a:gd name="csX8" fmla="*/ 45563 w 90714"/>
                  <a:gd name="csY8" fmla="*/ 9091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3" y="90918"/>
                    </a:moveTo>
                    <a:cubicBezTo>
                      <a:pt x="57592" y="90918"/>
                      <a:pt x="69130" y="86139"/>
                      <a:pt x="77636" y="77633"/>
                    </a:cubicBezTo>
                    <a:cubicBezTo>
                      <a:pt x="86141" y="69128"/>
                      <a:pt x="90920" y="57590"/>
                      <a:pt x="90920" y="45561"/>
                    </a:cubicBezTo>
                    <a:cubicBezTo>
                      <a:pt x="90920" y="33533"/>
                      <a:pt x="86141" y="21995"/>
                      <a:pt x="77636" y="13489"/>
                    </a:cubicBezTo>
                    <a:cubicBezTo>
                      <a:pt x="69130" y="4984"/>
                      <a:pt x="57592" y="205"/>
                      <a:pt x="45563" y="205"/>
                    </a:cubicBezTo>
                    <a:cubicBezTo>
                      <a:pt x="33534" y="205"/>
                      <a:pt x="21996" y="4984"/>
                      <a:pt x="13491" y="13489"/>
                    </a:cubicBezTo>
                    <a:cubicBezTo>
                      <a:pt x="4985" y="21995"/>
                      <a:pt x="206" y="33533"/>
                      <a:pt x="206" y="45561"/>
                    </a:cubicBezTo>
                    <a:cubicBezTo>
                      <a:pt x="206" y="57590"/>
                      <a:pt x="4985" y="69128"/>
                      <a:pt x="13491" y="77633"/>
                    </a:cubicBezTo>
                    <a:cubicBezTo>
                      <a:pt x="21996" y="86139"/>
                      <a:pt x="33534" y="90918"/>
                      <a:pt x="45563" y="9091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0" name="任意多边形: 形状 369"/>
              <p:cNvSpPr/>
              <p:nvPr/>
            </p:nvSpPr>
            <p:spPr>
              <a:xfrm>
                <a:off x="4745599" y="26269790"/>
                <a:ext cx="180000" cy="180000"/>
              </a:xfrm>
              <a:custGeom>
                <a:avLst/>
                <a:gdLst>
                  <a:gd name="csX0" fmla="*/ 45485 w 90714"/>
                  <a:gd name="csY0" fmla="*/ 90973 h 90713"/>
                  <a:gd name="csX1" fmla="*/ 77558 w 90714"/>
                  <a:gd name="csY1" fmla="*/ 77689 h 90713"/>
                  <a:gd name="csX2" fmla="*/ 90843 w 90714"/>
                  <a:gd name="csY2" fmla="*/ 45616 h 90713"/>
                  <a:gd name="csX3" fmla="*/ 77558 w 90714"/>
                  <a:gd name="csY3" fmla="*/ 13544 h 90713"/>
                  <a:gd name="csX4" fmla="*/ 45485 w 90714"/>
                  <a:gd name="csY4" fmla="*/ 260 h 90713"/>
                  <a:gd name="csX5" fmla="*/ 13413 w 90714"/>
                  <a:gd name="csY5" fmla="*/ 13544 h 90713"/>
                  <a:gd name="csX6" fmla="*/ 128 w 90714"/>
                  <a:gd name="csY6" fmla="*/ 45616 h 90713"/>
                  <a:gd name="csX7" fmla="*/ 13413 w 90714"/>
                  <a:gd name="csY7" fmla="*/ 77689 h 90713"/>
                  <a:gd name="csX8" fmla="*/ 45485 w 90714"/>
                  <a:gd name="csY8" fmla="*/ 9097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5" y="90973"/>
                    </a:moveTo>
                    <a:cubicBezTo>
                      <a:pt x="57514" y="90973"/>
                      <a:pt x="69052" y="86194"/>
                      <a:pt x="77558" y="77689"/>
                    </a:cubicBezTo>
                    <a:cubicBezTo>
                      <a:pt x="86064" y="69183"/>
                      <a:pt x="90843" y="57645"/>
                      <a:pt x="90843" y="45616"/>
                    </a:cubicBezTo>
                    <a:cubicBezTo>
                      <a:pt x="90843" y="33588"/>
                      <a:pt x="86064" y="22050"/>
                      <a:pt x="77558" y="13544"/>
                    </a:cubicBezTo>
                    <a:cubicBezTo>
                      <a:pt x="69052" y="5039"/>
                      <a:pt x="57514" y="260"/>
                      <a:pt x="45485" y="260"/>
                    </a:cubicBezTo>
                    <a:cubicBezTo>
                      <a:pt x="33457" y="260"/>
                      <a:pt x="21919" y="5039"/>
                      <a:pt x="13413" y="13544"/>
                    </a:cubicBezTo>
                    <a:cubicBezTo>
                      <a:pt x="4907" y="22050"/>
                      <a:pt x="128" y="33588"/>
                      <a:pt x="128" y="45616"/>
                    </a:cubicBezTo>
                    <a:cubicBezTo>
                      <a:pt x="128" y="57645"/>
                      <a:pt x="4907" y="69183"/>
                      <a:pt x="13413" y="77689"/>
                    </a:cubicBezTo>
                    <a:cubicBezTo>
                      <a:pt x="21919" y="86194"/>
                      <a:pt x="33457" y="90973"/>
                      <a:pt x="45485" y="9097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1" name="任意多边形: 形状 370"/>
              <p:cNvSpPr/>
              <p:nvPr/>
            </p:nvSpPr>
            <p:spPr>
              <a:xfrm>
                <a:off x="6764786" y="24620427"/>
                <a:ext cx="180000" cy="180000"/>
              </a:xfrm>
              <a:custGeom>
                <a:avLst/>
                <a:gdLst>
                  <a:gd name="csX0" fmla="*/ 45548 w 90714"/>
                  <a:gd name="csY0" fmla="*/ 90922 h 90713"/>
                  <a:gd name="csX1" fmla="*/ 77621 w 90714"/>
                  <a:gd name="csY1" fmla="*/ 77637 h 90713"/>
                  <a:gd name="csX2" fmla="*/ 90906 w 90714"/>
                  <a:gd name="csY2" fmla="*/ 45565 h 90713"/>
                  <a:gd name="csX3" fmla="*/ 77621 w 90714"/>
                  <a:gd name="csY3" fmla="*/ 13493 h 90713"/>
                  <a:gd name="csX4" fmla="*/ 45548 w 90714"/>
                  <a:gd name="csY4" fmla="*/ 208 h 90713"/>
                  <a:gd name="csX5" fmla="*/ 13476 w 90714"/>
                  <a:gd name="csY5" fmla="*/ 13493 h 90713"/>
                  <a:gd name="csX6" fmla="*/ 191 w 90714"/>
                  <a:gd name="csY6" fmla="*/ 45565 h 90713"/>
                  <a:gd name="csX7" fmla="*/ 13476 w 90714"/>
                  <a:gd name="csY7" fmla="*/ 77637 h 90713"/>
                  <a:gd name="csX8" fmla="*/ 45548 w 90714"/>
                  <a:gd name="csY8" fmla="*/ 9092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8" y="90922"/>
                    </a:moveTo>
                    <a:cubicBezTo>
                      <a:pt x="57577" y="90922"/>
                      <a:pt x="69115" y="86143"/>
                      <a:pt x="77621" y="77637"/>
                    </a:cubicBezTo>
                    <a:cubicBezTo>
                      <a:pt x="86127" y="69132"/>
                      <a:pt x="90906" y="57594"/>
                      <a:pt x="90906" y="45565"/>
                    </a:cubicBezTo>
                    <a:cubicBezTo>
                      <a:pt x="90906" y="33536"/>
                      <a:pt x="86127" y="21999"/>
                      <a:pt x="77621" y="13493"/>
                    </a:cubicBezTo>
                    <a:cubicBezTo>
                      <a:pt x="69115" y="4987"/>
                      <a:pt x="57577" y="208"/>
                      <a:pt x="45548" y="208"/>
                    </a:cubicBezTo>
                    <a:cubicBezTo>
                      <a:pt x="33520" y="208"/>
                      <a:pt x="21982" y="4987"/>
                      <a:pt x="13476" y="13493"/>
                    </a:cubicBezTo>
                    <a:cubicBezTo>
                      <a:pt x="4970" y="21999"/>
                      <a:pt x="191" y="33536"/>
                      <a:pt x="191" y="45565"/>
                    </a:cubicBezTo>
                    <a:cubicBezTo>
                      <a:pt x="191" y="57594"/>
                      <a:pt x="4970" y="69132"/>
                      <a:pt x="13476" y="77637"/>
                    </a:cubicBezTo>
                    <a:cubicBezTo>
                      <a:pt x="21982" y="86143"/>
                      <a:pt x="33520" y="90922"/>
                      <a:pt x="45548" y="9092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2" name="任意多边形: 形状 371"/>
              <p:cNvSpPr/>
              <p:nvPr/>
            </p:nvSpPr>
            <p:spPr>
              <a:xfrm>
                <a:off x="7369983" y="23637854"/>
                <a:ext cx="180000" cy="180000"/>
              </a:xfrm>
              <a:custGeom>
                <a:avLst/>
                <a:gdLst>
                  <a:gd name="csX0" fmla="*/ 45567 w 90714"/>
                  <a:gd name="csY0" fmla="*/ 90891 h 90713"/>
                  <a:gd name="csX1" fmla="*/ 77640 w 90714"/>
                  <a:gd name="csY1" fmla="*/ 77606 h 90713"/>
                  <a:gd name="csX2" fmla="*/ 90925 w 90714"/>
                  <a:gd name="csY2" fmla="*/ 45534 h 90713"/>
                  <a:gd name="csX3" fmla="*/ 77640 w 90714"/>
                  <a:gd name="csY3" fmla="*/ 13462 h 90713"/>
                  <a:gd name="csX4" fmla="*/ 45567 w 90714"/>
                  <a:gd name="csY4" fmla="*/ 178 h 90713"/>
                  <a:gd name="csX5" fmla="*/ 13495 w 90714"/>
                  <a:gd name="csY5" fmla="*/ 13462 h 90713"/>
                  <a:gd name="csX6" fmla="*/ 210 w 90714"/>
                  <a:gd name="csY6" fmla="*/ 45534 h 90713"/>
                  <a:gd name="csX7" fmla="*/ 13495 w 90714"/>
                  <a:gd name="csY7" fmla="*/ 77606 h 90713"/>
                  <a:gd name="csX8" fmla="*/ 45567 w 90714"/>
                  <a:gd name="csY8" fmla="*/ 9089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7" y="90891"/>
                    </a:moveTo>
                    <a:cubicBezTo>
                      <a:pt x="57596" y="90891"/>
                      <a:pt x="69134" y="86112"/>
                      <a:pt x="77640" y="77606"/>
                    </a:cubicBezTo>
                    <a:cubicBezTo>
                      <a:pt x="86145" y="69101"/>
                      <a:pt x="90925" y="57563"/>
                      <a:pt x="90925" y="45534"/>
                    </a:cubicBezTo>
                    <a:cubicBezTo>
                      <a:pt x="90925" y="33506"/>
                      <a:pt x="86145" y="21968"/>
                      <a:pt x="77640" y="13462"/>
                    </a:cubicBezTo>
                    <a:cubicBezTo>
                      <a:pt x="69134" y="4957"/>
                      <a:pt x="57596" y="178"/>
                      <a:pt x="45567" y="178"/>
                    </a:cubicBezTo>
                    <a:cubicBezTo>
                      <a:pt x="33538" y="178"/>
                      <a:pt x="22001" y="4957"/>
                      <a:pt x="13495" y="13462"/>
                    </a:cubicBezTo>
                    <a:cubicBezTo>
                      <a:pt x="4989" y="21968"/>
                      <a:pt x="210" y="33506"/>
                      <a:pt x="210" y="45534"/>
                    </a:cubicBezTo>
                    <a:cubicBezTo>
                      <a:pt x="210" y="57563"/>
                      <a:pt x="4989" y="69101"/>
                      <a:pt x="13495" y="77606"/>
                    </a:cubicBezTo>
                    <a:cubicBezTo>
                      <a:pt x="22001" y="86112"/>
                      <a:pt x="33538" y="90891"/>
                      <a:pt x="45567" y="9089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3" name="任意多边形: 形状 372"/>
              <p:cNvSpPr/>
              <p:nvPr/>
            </p:nvSpPr>
            <p:spPr>
              <a:xfrm>
                <a:off x="6376034" y="26004316"/>
                <a:ext cx="180000" cy="180000"/>
              </a:xfrm>
              <a:custGeom>
                <a:avLst/>
                <a:gdLst>
                  <a:gd name="csX0" fmla="*/ 45536 w 90714"/>
                  <a:gd name="csY0" fmla="*/ 90965 h 90713"/>
                  <a:gd name="csX1" fmla="*/ 77609 w 90714"/>
                  <a:gd name="csY1" fmla="*/ 77680 h 90713"/>
                  <a:gd name="csX2" fmla="*/ 90894 w 90714"/>
                  <a:gd name="csY2" fmla="*/ 45608 h 90713"/>
                  <a:gd name="csX3" fmla="*/ 77609 w 90714"/>
                  <a:gd name="csY3" fmla="*/ 13536 h 90713"/>
                  <a:gd name="csX4" fmla="*/ 45536 w 90714"/>
                  <a:gd name="csY4" fmla="*/ 251 h 90713"/>
                  <a:gd name="csX5" fmla="*/ 13464 w 90714"/>
                  <a:gd name="csY5" fmla="*/ 13536 h 90713"/>
                  <a:gd name="csX6" fmla="*/ 179 w 90714"/>
                  <a:gd name="csY6" fmla="*/ 45608 h 90713"/>
                  <a:gd name="csX7" fmla="*/ 13464 w 90714"/>
                  <a:gd name="csY7" fmla="*/ 77680 h 90713"/>
                  <a:gd name="csX8" fmla="*/ 45536 w 90714"/>
                  <a:gd name="csY8" fmla="*/ 9096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6" y="90965"/>
                    </a:moveTo>
                    <a:cubicBezTo>
                      <a:pt x="57565" y="90965"/>
                      <a:pt x="69103" y="86186"/>
                      <a:pt x="77609" y="77680"/>
                    </a:cubicBezTo>
                    <a:cubicBezTo>
                      <a:pt x="86114" y="69175"/>
                      <a:pt x="90894" y="57637"/>
                      <a:pt x="90894" y="45608"/>
                    </a:cubicBezTo>
                    <a:cubicBezTo>
                      <a:pt x="90894" y="33579"/>
                      <a:pt x="86114" y="22042"/>
                      <a:pt x="77609" y="13536"/>
                    </a:cubicBezTo>
                    <a:cubicBezTo>
                      <a:pt x="69103" y="5031"/>
                      <a:pt x="57565" y="251"/>
                      <a:pt x="45536" y="251"/>
                    </a:cubicBezTo>
                    <a:cubicBezTo>
                      <a:pt x="33507" y="251"/>
                      <a:pt x="21970" y="5031"/>
                      <a:pt x="13464" y="13536"/>
                    </a:cubicBezTo>
                    <a:cubicBezTo>
                      <a:pt x="4958" y="22042"/>
                      <a:pt x="179" y="33579"/>
                      <a:pt x="179" y="45608"/>
                    </a:cubicBezTo>
                    <a:cubicBezTo>
                      <a:pt x="179" y="57637"/>
                      <a:pt x="4958" y="69175"/>
                      <a:pt x="13464" y="77680"/>
                    </a:cubicBezTo>
                    <a:cubicBezTo>
                      <a:pt x="21970" y="86186"/>
                      <a:pt x="33507" y="90965"/>
                      <a:pt x="45536" y="9096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4" name="任意多边形: 形状 373"/>
              <p:cNvSpPr/>
              <p:nvPr/>
            </p:nvSpPr>
            <p:spPr>
              <a:xfrm>
                <a:off x="6078285" y="23938391"/>
                <a:ext cx="180000" cy="180000"/>
              </a:xfrm>
              <a:custGeom>
                <a:avLst/>
                <a:gdLst>
                  <a:gd name="csX0" fmla="*/ 45527 w 90714"/>
                  <a:gd name="csY0" fmla="*/ 90901 h 90713"/>
                  <a:gd name="csX1" fmla="*/ 77599 w 90714"/>
                  <a:gd name="csY1" fmla="*/ 77616 h 90713"/>
                  <a:gd name="csX2" fmla="*/ 90884 w 90714"/>
                  <a:gd name="csY2" fmla="*/ 45544 h 90713"/>
                  <a:gd name="csX3" fmla="*/ 77599 w 90714"/>
                  <a:gd name="csY3" fmla="*/ 13472 h 90713"/>
                  <a:gd name="csX4" fmla="*/ 45527 w 90714"/>
                  <a:gd name="csY4" fmla="*/ 187 h 90713"/>
                  <a:gd name="csX5" fmla="*/ 13455 w 90714"/>
                  <a:gd name="csY5" fmla="*/ 13472 h 90713"/>
                  <a:gd name="csX6" fmla="*/ 170 w 90714"/>
                  <a:gd name="csY6" fmla="*/ 45544 h 90713"/>
                  <a:gd name="csX7" fmla="*/ 13455 w 90714"/>
                  <a:gd name="csY7" fmla="*/ 77616 h 90713"/>
                  <a:gd name="csX8" fmla="*/ 45527 w 90714"/>
                  <a:gd name="csY8" fmla="*/ 9090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901"/>
                    </a:moveTo>
                    <a:cubicBezTo>
                      <a:pt x="57556" y="90901"/>
                      <a:pt x="69094" y="86121"/>
                      <a:pt x="77599" y="77616"/>
                    </a:cubicBezTo>
                    <a:cubicBezTo>
                      <a:pt x="86105" y="69110"/>
                      <a:pt x="90884" y="57573"/>
                      <a:pt x="90884" y="45544"/>
                    </a:cubicBezTo>
                    <a:cubicBezTo>
                      <a:pt x="90884" y="33515"/>
                      <a:pt x="86105" y="21977"/>
                      <a:pt x="77599" y="13472"/>
                    </a:cubicBezTo>
                    <a:cubicBezTo>
                      <a:pt x="69094" y="4966"/>
                      <a:pt x="57556" y="187"/>
                      <a:pt x="45527" y="187"/>
                    </a:cubicBezTo>
                    <a:cubicBezTo>
                      <a:pt x="33498" y="187"/>
                      <a:pt x="21960" y="4966"/>
                      <a:pt x="13455" y="13472"/>
                    </a:cubicBezTo>
                    <a:cubicBezTo>
                      <a:pt x="4949" y="21977"/>
                      <a:pt x="170" y="33515"/>
                      <a:pt x="170" y="45544"/>
                    </a:cubicBezTo>
                    <a:cubicBezTo>
                      <a:pt x="170" y="57573"/>
                      <a:pt x="4949" y="69110"/>
                      <a:pt x="13455" y="77616"/>
                    </a:cubicBezTo>
                    <a:cubicBezTo>
                      <a:pt x="21960" y="86121"/>
                      <a:pt x="33498" y="90901"/>
                      <a:pt x="45527" y="9090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5" name="任意多边形: 形状 374"/>
              <p:cNvSpPr/>
              <p:nvPr/>
            </p:nvSpPr>
            <p:spPr>
              <a:xfrm>
                <a:off x="7901314" y="25469226"/>
                <a:ext cx="180000" cy="180000"/>
              </a:xfrm>
              <a:custGeom>
                <a:avLst/>
                <a:gdLst>
                  <a:gd name="csX0" fmla="*/ 45584 w 90714"/>
                  <a:gd name="csY0" fmla="*/ 90948 h 90713"/>
                  <a:gd name="csX1" fmla="*/ 77656 w 90714"/>
                  <a:gd name="csY1" fmla="*/ 77664 h 90713"/>
                  <a:gd name="csX2" fmla="*/ 90941 w 90714"/>
                  <a:gd name="csY2" fmla="*/ 45592 h 90713"/>
                  <a:gd name="csX3" fmla="*/ 77656 w 90714"/>
                  <a:gd name="csY3" fmla="*/ 13519 h 90713"/>
                  <a:gd name="csX4" fmla="*/ 45584 w 90714"/>
                  <a:gd name="csY4" fmla="*/ 235 h 90713"/>
                  <a:gd name="csX5" fmla="*/ 13511 w 90714"/>
                  <a:gd name="csY5" fmla="*/ 13519 h 90713"/>
                  <a:gd name="csX6" fmla="*/ 227 w 90714"/>
                  <a:gd name="csY6" fmla="*/ 45592 h 90713"/>
                  <a:gd name="csX7" fmla="*/ 13511 w 90714"/>
                  <a:gd name="csY7" fmla="*/ 77664 h 90713"/>
                  <a:gd name="csX8" fmla="*/ 45584 w 90714"/>
                  <a:gd name="csY8" fmla="*/ 909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4" y="90948"/>
                    </a:moveTo>
                    <a:cubicBezTo>
                      <a:pt x="57613" y="90948"/>
                      <a:pt x="69151" y="86169"/>
                      <a:pt x="77656" y="77664"/>
                    </a:cubicBezTo>
                    <a:cubicBezTo>
                      <a:pt x="86162" y="69158"/>
                      <a:pt x="90941" y="57620"/>
                      <a:pt x="90941" y="45592"/>
                    </a:cubicBezTo>
                    <a:cubicBezTo>
                      <a:pt x="90941" y="33563"/>
                      <a:pt x="86162" y="22025"/>
                      <a:pt x="77656" y="13519"/>
                    </a:cubicBezTo>
                    <a:cubicBezTo>
                      <a:pt x="69151" y="5014"/>
                      <a:pt x="57613" y="235"/>
                      <a:pt x="45584" y="235"/>
                    </a:cubicBezTo>
                    <a:cubicBezTo>
                      <a:pt x="33555" y="235"/>
                      <a:pt x="22017" y="5014"/>
                      <a:pt x="13511" y="13519"/>
                    </a:cubicBezTo>
                    <a:cubicBezTo>
                      <a:pt x="5006" y="22025"/>
                      <a:pt x="227" y="33563"/>
                      <a:pt x="227" y="45592"/>
                    </a:cubicBezTo>
                    <a:cubicBezTo>
                      <a:pt x="227" y="57620"/>
                      <a:pt x="5006" y="69158"/>
                      <a:pt x="13511" y="77664"/>
                    </a:cubicBezTo>
                    <a:cubicBezTo>
                      <a:pt x="22017" y="86169"/>
                      <a:pt x="33555" y="90948"/>
                      <a:pt x="45584" y="909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6" name="任意多边形: 形状 375"/>
              <p:cNvSpPr/>
              <p:nvPr/>
            </p:nvSpPr>
            <p:spPr>
              <a:xfrm>
                <a:off x="10768037" y="20576474"/>
                <a:ext cx="180000" cy="180000"/>
              </a:xfrm>
              <a:custGeom>
                <a:avLst/>
                <a:gdLst>
                  <a:gd name="csX0" fmla="*/ 45673 w 90714"/>
                  <a:gd name="csY0" fmla="*/ 90796 h 90713"/>
                  <a:gd name="csX1" fmla="*/ 77746 w 90714"/>
                  <a:gd name="csY1" fmla="*/ 77511 h 90713"/>
                  <a:gd name="csX2" fmla="*/ 91031 w 90714"/>
                  <a:gd name="csY2" fmla="*/ 45439 h 90713"/>
                  <a:gd name="csX3" fmla="*/ 77746 w 90714"/>
                  <a:gd name="csY3" fmla="*/ 13367 h 90713"/>
                  <a:gd name="csX4" fmla="*/ 45673 w 90714"/>
                  <a:gd name="csY4" fmla="*/ 82 h 90713"/>
                  <a:gd name="csX5" fmla="*/ 13601 w 90714"/>
                  <a:gd name="csY5" fmla="*/ 13367 h 90713"/>
                  <a:gd name="csX6" fmla="*/ 316 w 90714"/>
                  <a:gd name="csY6" fmla="*/ 45439 h 90713"/>
                  <a:gd name="csX7" fmla="*/ 13601 w 90714"/>
                  <a:gd name="csY7" fmla="*/ 77511 h 90713"/>
                  <a:gd name="csX8" fmla="*/ 45673 w 90714"/>
                  <a:gd name="csY8" fmla="*/ 9079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73" y="90796"/>
                    </a:moveTo>
                    <a:cubicBezTo>
                      <a:pt x="57702" y="90796"/>
                      <a:pt x="69240" y="86017"/>
                      <a:pt x="77746" y="77511"/>
                    </a:cubicBezTo>
                    <a:cubicBezTo>
                      <a:pt x="86251" y="69005"/>
                      <a:pt x="91031" y="57468"/>
                      <a:pt x="91031" y="45439"/>
                    </a:cubicBezTo>
                    <a:cubicBezTo>
                      <a:pt x="91031" y="33410"/>
                      <a:pt x="86251" y="21873"/>
                      <a:pt x="77746" y="13367"/>
                    </a:cubicBezTo>
                    <a:cubicBezTo>
                      <a:pt x="69240" y="4861"/>
                      <a:pt x="57702" y="82"/>
                      <a:pt x="45673" y="82"/>
                    </a:cubicBezTo>
                    <a:cubicBezTo>
                      <a:pt x="33644" y="82"/>
                      <a:pt x="22107" y="4861"/>
                      <a:pt x="13601" y="13367"/>
                    </a:cubicBezTo>
                    <a:cubicBezTo>
                      <a:pt x="5095" y="21873"/>
                      <a:pt x="316" y="33410"/>
                      <a:pt x="316" y="45439"/>
                    </a:cubicBezTo>
                    <a:cubicBezTo>
                      <a:pt x="316" y="57468"/>
                      <a:pt x="5095" y="69005"/>
                      <a:pt x="13601" y="77511"/>
                    </a:cubicBezTo>
                    <a:cubicBezTo>
                      <a:pt x="22107" y="86017"/>
                      <a:pt x="33644" y="90796"/>
                      <a:pt x="45673" y="9079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7" name="任意多边形: 形状 376"/>
              <p:cNvSpPr/>
              <p:nvPr/>
            </p:nvSpPr>
            <p:spPr>
              <a:xfrm>
                <a:off x="6412238" y="23340503"/>
                <a:ext cx="180000" cy="180000"/>
              </a:xfrm>
              <a:custGeom>
                <a:avLst/>
                <a:gdLst>
                  <a:gd name="csX0" fmla="*/ 45537 w 90714"/>
                  <a:gd name="csY0" fmla="*/ 90882 h 90713"/>
                  <a:gd name="csX1" fmla="*/ 77610 w 90714"/>
                  <a:gd name="csY1" fmla="*/ 77597 h 90713"/>
                  <a:gd name="csX2" fmla="*/ 90895 w 90714"/>
                  <a:gd name="csY2" fmla="*/ 45525 h 90713"/>
                  <a:gd name="csX3" fmla="*/ 77610 w 90714"/>
                  <a:gd name="csY3" fmla="*/ 13453 h 90713"/>
                  <a:gd name="csX4" fmla="*/ 45537 w 90714"/>
                  <a:gd name="csY4" fmla="*/ 168 h 90713"/>
                  <a:gd name="csX5" fmla="*/ 13465 w 90714"/>
                  <a:gd name="csY5" fmla="*/ 13453 h 90713"/>
                  <a:gd name="csX6" fmla="*/ 180 w 90714"/>
                  <a:gd name="csY6" fmla="*/ 45525 h 90713"/>
                  <a:gd name="csX7" fmla="*/ 13465 w 90714"/>
                  <a:gd name="csY7" fmla="*/ 77597 h 90713"/>
                  <a:gd name="csX8" fmla="*/ 45537 w 90714"/>
                  <a:gd name="csY8" fmla="*/ 9088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7" y="90882"/>
                    </a:moveTo>
                    <a:cubicBezTo>
                      <a:pt x="57566" y="90882"/>
                      <a:pt x="69104" y="86103"/>
                      <a:pt x="77610" y="77597"/>
                    </a:cubicBezTo>
                    <a:cubicBezTo>
                      <a:pt x="86116" y="69092"/>
                      <a:pt x="90895" y="57554"/>
                      <a:pt x="90895" y="45525"/>
                    </a:cubicBezTo>
                    <a:cubicBezTo>
                      <a:pt x="90895" y="33496"/>
                      <a:pt x="86116" y="21959"/>
                      <a:pt x="77610" y="13453"/>
                    </a:cubicBezTo>
                    <a:cubicBezTo>
                      <a:pt x="69104" y="4948"/>
                      <a:pt x="57566" y="168"/>
                      <a:pt x="45537" y="168"/>
                    </a:cubicBezTo>
                    <a:cubicBezTo>
                      <a:pt x="33509" y="168"/>
                      <a:pt x="21971" y="4948"/>
                      <a:pt x="13465" y="13453"/>
                    </a:cubicBezTo>
                    <a:cubicBezTo>
                      <a:pt x="4959" y="21959"/>
                      <a:pt x="180" y="33496"/>
                      <a:pt x="180" y="45525"/>
                    </a:cubicBezTo>
                    <a:cubicBezTo>
                      <a:pt x="180" y="57554"/>
                      <a:pt x="4959" y="69092"/>
                      <a:pt x="13465" y="77597"/>
                    </a:cubicBezTo>
                    <a:cubicBezTo>
                      <a:pt x="21971" y="86103"/>
                      <a:pt x="33509" y="90882"/>
                      <a:pt x="45537" y="9088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8" name="任意多边形: 形状 377"/>
              <p:cNvSpPr/>
              <p:nvPr/>
            </p:nvSpPr>
            <p:spPr>
              <a:xfrm>
                <a:off x="5394410" y="23365590"/>
                <a:ext cx="180000" cy="180000"/>
              </a:xfrm>
              <a:custGeom>
                <a:avLst/>
                <a:gdLst>
                  <a:gd name="csX0" fmla="*/ 45506 w 90714"/>
                  <a:gd name="csY0" fmla="*/ 90883 h 90713"/>
                  <a:gd name="csX1" fmla="*/ 77578 w 90714"/>
                  <a:gd name="csY1" fmla="*/ 77598 h 90713"/>
                  <a:gd name="csX2" fmla="*/ 90863 w 90714"/>
                  <a:gd name="csY2" fmla="*/ 45526 h 90713"/>
                  <a:gd name="csX3" fmla="*/ 77578 w 90714"/>
                  <a:gd name="csY3" fmla="*/ 13454 h 90713"/>
                  <a:gd name="csX4" fmla="*/ 45506 w 90714"/>
                  <a:gd name="csY4" fmla="*/ 169 h 90713"/>
                  <a:gd name="csX5" fmla="*/ 13433 w 90714"/>
                  <a:gd name="csY5" fmla="*/ 13454 h 90713"/>
                  <a:gd name="csX6" fmla="*/ 148 w 90714"/>
                  <a:gd name="csY6" fmla="*/ 45526 h 90713"/>
                  <a:gd name="csX7" fmla="*/ 13433 w 90714"/>
                  <a:gd name="csY7" fmla="*/ 77598 h 90713"/>
                  <a:gd name="csX8" fmla="*/ 45506 w 90714"/>
                  <a:gd name="csY8" fmla="*/ 9088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6" y="90883"/>
                    </a:moveTo>
                    <a:cubicBezTo>
                      <a:pt x="57535" y="90883"/>
                      <a:pt x="69072" y="86104"/>
                      <a:pt x="77578" y="77598"/>
                    </a:cubicBezTo>
                    <a:cubicBezTo>
                      <a:pt x="86084" y="69092"/>
                      <a:pt x="90863" y="57555"/>
                      <a:pt x="90863" y="45526"/>
                    </a:cubicBezTo>
                    <a:cubicBezTo>
                      <a:pt x="90863" y="33497"/>
                      <a:pt x="86084" y="21959"/>
                      <a:pt x="77578" y="13454"/>
                    </a:cubicBezTo>
                    <a:cubicBezTo>
                      <a:pt x="69072" y="4948"/>
                      <a:pt x="57535" y="169"/>
                      <a:pt x="45506" y="169"/>
                    </a:cubicBezTo>
                    <a:cubicBezTo>
                      <a:pt x="33477" y="169"/>
                      <a:pt x="21939" y="4948"/>
                      <a:pt x="13433" y="13454"/>
                    </a:cubicBezTo>
                    <a:cubicBezTo>
                      <a:pt x="4928" y="21959"/>
                      <a:pt x="148" y="33497"/>
                      <a:pt x="148" y="45526"/>
                    </a:cubicBezTo>
                    <a:cubicBezTo>
                      <a:pt x="148" y="57555"/>
                      <a:pt x="4928" y="69092"/>
                      <a:pt x="13433" y="77598"/>
                    </a:cubicBezTo>
                    <a:cubicBezTo>
                      <a:pt x="21939" y="86104"/>
                      <a:pt x="33477" y="90883"/>
                      <a:pt x="45506" y="9088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79" name="任意多边形: 形状 378"/>
              <p:cNvSpPr/>
              <p:nvPr/>
            </p:nvSpPr>
            <p:spPr>
              <a:xfrm>
                <a:off x="6419439" y="22869425"/>
                <a:ext cx="180000" cy="180000"/>
              </a:xfrm>
              <a:custGeom>
                <a:avLst/>
                <a:gdLst>
                  <a:gd name="csX0" fmla="*/ 45538 w 90714"/>
                  <a:gd name="csY0" fmla="*/ 90867 h 90713"/>
                  <a:gd name="csX1" fmla="*/ 77610 w 90714"/>
                  <a:gd name="csY1" fmla="*/ 77583 h 90713"/>
                  <a:gd name="csX2" fmla="*/ 90895 w 90714"/>
                  <a:gd name="csY2" fmla="*/ 45510 h 90713"/>
                  <a:gd name="csX3" fmla="*/ 77610 w 90714"/>
                  <a:gd name="csY3" fmla="*/ 13438 h 90713"/>
                  <a:gd name="csX4" fmla="*/ 45538 w 90714"/>
                  <a:gd name="csY4" fmla="*/ 154 h 90713"/>
                  <a:gd name="csX5" fmla="*/ 13465 w 90714"/>
                  <a:gd name="csY5" fmla="*/ 13438 h 90713"/>
                  <a:gd name="csX6" fmla="*/ 180 w 90714"/>
                  <a:gd name="csY6" fmla="*/ 45510 h 90713"/>
                  <a:gd name="csX7" fmla="*/ 13465 w 90714"/>
                  <a:gd name="csY7" fmla="*/ 77583 h 90713"/>
                  <a:gd name="csX8" fmla="*/ 45538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67"/>
                    </a:moveTo>
                    <a:cubicBezTo>
                      <a:pt x="57567" y="90867"/>
                      <a:pt x="69104" y="86088"/>
                      <a:pt x="77610" y="77583"/>
                    </a:cubicBezTo>
                    <a:cubicBezTo>
                      <a:pt x="86116" y="69077"/>
                      <a:pt x="90895" y="57539"/>
                      <a:pt x="90895" y="45510"/>
                    </a:cubicBezTo>
                    <a:cubicBezTo>
                      <a:pt x="90895" y="33482"/>
                      <a:pt x="86116" y="21944"/>
                      <a:pt x="77610" y="13438"/>
                    </a:cubicBezTo>
                    <a:cubicBezTo>
                      <a:pt x="69104" y="4933"/>
                      <a:pt x="57567" y="154"/>
                      <a:pt x="45538" y="154"/>
                    </a:cubicBezTo>
                    <a:cubicBezTo>
                      <a:pt x="33509" y="154"/>
                      <a:pt x="21971" y="4933"/>
                      <a:pt x="13465" y="13438"/>
                    </a:cubicBezTo>
                    <a:cubicBezTo>
                      <a:pt x="4960" y="21944"/>
                      <a:pt x="180" y="33482"/>
                      <a:pt x="180" y="45510"/>
                    </a:cubicBezTo>
                    <a:cubicBezTo>
                      <a:pt x="180" y="57539"/>
                      <a:pt x="4960" y="69077"/>
                      <a:pt x="13465" y="77583"/>
                    </a:cubicBezTo>
                    <a:cubicBezTo>
                      <a:pt x="21971" y="86088"/>
                      <a:pt x="33509" y="90867"/>
                      <a:pt x="45538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80" name="任意多边形: 形状 379"/>
              <p:cNvSpPr/>
              <p:nvPr/>
            </p:nvSpPr>
            <p:spPr>
              <a:xfrm>
                <a:off x="5972701" y="24321519"/>
                <a:ext cx="180000" cy="180000"/>
              </a:xfrm>
              <a:custGeom>
                <a:avLst/>
                <a:gdLst>
                  <a:gd name="csX0" fmla="*/ 45524 w 90714"/>
                  <a:gd name="csY0" fmla="*/ 90912 h 90713"/>
                  <a:gd name="csX1" fmla="*/ 77596 w 90714"/>
                  <a:gd name="csY1" fmla="*/ 77628 h 90713"/>
                  <a:gd name="csX2" fmla="*/ 90881 w 90714"/>
                  <a:gd name="csY2" fmla="*/ 45556 h 90713"/>
                  <a:gd name="csX3" fmla="*/ 77596 w 90714"/>
                  <a:gd name="csY3" fmla="*/ 13484 h 90713"/>
                  <a:gd name="csX4" fmla="*/ 45524 w 90714"/>
                  <a:gd name="csY4" fmla="*/ 199 h 90713"/>
                  <a:gd name="csX5" fmla="*/ 13451 w 90714"/>
                  <a:gd name="csY5" fmla="*/ 13484 h 90713"/>
                  <a:gd name="csX6" fmla="*/ 166 w 90714"/>
                  <a:gd name="csY6" fmla="*/ 45556 h 90713"/>
                  <a:gd name="csX7" fmla="*/ 13451 w 90714"/>
                  <a:gd name="csY7" fmla="*/ 77628 h 90713"/>
                  <a:gd name="csX8" fmla="*/ 45524 w 90714"/>
                  <a:gd name="csY8" fmla="*/ 909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912"/>
                    </a:moveTo>
                    <a:cubicBezTo>
                      <a:pt x="57553" y="90912"/>
                      <a:pt x="69090" y="86133"/>
                      <a:pt x="77596" y="77628"/>
                    </a:cubicBezTo>
                    <a:cubicBezTo>
                      <a:pt x="86102" y="69122"/>
                      <a:pt x="90881" y="57584"/>
                      <a:pt x="90881" y="45556"/>
                    </a:cubicBezTo>
                    <a:cubicBezTo>
                      <a:pt x="90881" y="33527"/>
                      <a:pt x="86102" y="21989"/>
                      <a:pt x="77596" y="13484"/>
                    </a:cubicBezTo>
                    <a:cubicBezTo>
                      <a:pt x="69090" y="4978"/>
                      <a:pt x="57553" y="199"/>
                      <a:pt x="45524" y="199"/>
                    </a:cubicBezTo>
                    <a:cubicBezTo>
                      <a:pt x="33495" y="199"/>
                      <a:pt x="21957" y="4978"/>
                      <a:pt x="13451" y="13484"/>
                    </a:cubicBezTo>
                    <a:cubicBezTo>
                      <a:pt x="4946" y="21989"/>
                      <a:pt x="166" y="33527"/>
                      <a:pt x="166" y="45556"/>
                    </a:cubicBezTo>
                    <a:cubicBezTo>
                      <a:pt x="166" y="57584"/>
                      <a:pt x="4946" y="69122"/>
                      <a:pt x="13451" y="77628"/>
                    </a:cubicBezTo>
                    <a:cubicBezTo>
                      <a:pt x="21957" y="86133"/>
                      <a:pt x="33495" y="90912"/>
                      <a:pt x="45524" y="909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81" name="任意多边形: 形状 380"/>
              <p:cNvSpPr/>
              <p:nvPr/>
            </p:nvSpPr>
            <p:spPr>
              <a:xfrm>
                <a:off x="4033101" y="22742223"/>
                <a:ext cx="180000" cy="180000"/>
              </a:xfrm>
              <a:custGeom>
                <a:avLst/>
                <a:gdLst>
                  <a:gd name="csX0" fmla="*/ 45463 w 90714"/>
                  <a:gd name="csY0" fmla="*/ 90863 h 90713"/>
                  <a:gd name="csX1" fmla="*/ 77536 w 90714"/>
                  <a:gd name="csY1" fmla="*/ 77579 h 90713"/>
                  <a:gd name="csX2" fmla="*/ 90821 w 90714"/>
                  <a:gd name="csY2" fmla="*/ 45506 h 90713"/>
                  <a:gd name="csX3" fmla="*/ 77536 w 90714"/>
                  <a:gd name="csY3" fmla="*/ 13434 h 90713"/>
                  <a:gd name="csX4" fmla="*/ 45463 w 90714"/>
                  <a:gd name="csY4" fmla="*/ 150 h 90713"/>
                  <a:gd name="csX5" fmla="*/ 13391 w 90714"/>
                  <a:gd name="csY5" fmla="*/ 13434 h 90713"/>
                  <a:gd name="csX6" fmla="*/ 106 w 90714"/>
                  <a:gd name="csY6" fmla="*/ 45506 h 90713"/>
                  <a:gd name="csX7" fmla="*/ 13391 w 90714"/>
                  <a:gd name="csY7" fmla="*/ 77579 h 90713"/>
                  <a:gd name="csX8" fmla="*/ 45463 w 90714"/>
                  <a:gd name="csY8" fmla="*/ 9086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3" y="90863"/>
                    </a:moveTo>
                    <a:cubicBezTo>
                      <a:pt x="57492" y="90863"/>
                      <a:pt x="69030" y="86084"/>
                      <a:pt x="77536" y="77579"/>
                    </a:cubicBezTo>
                    <a:cubicBezTo>
                      <a:pt x="86041" y="69073"/>
                      <a:pt x="90821" y="57535"/>
                      <a:pt x="90821" y="45506"/>
                    </a:cubicBezTo>
                    <a:cubicBezTo>
                      <a:pt x="90821" y="33478"/>
                      <a:pt x="86041" y="21940"/>
                      <a:pt x="77536" y="13434"/>
                    </a:cubicBezTo>
                    <a:cubicBezTo>
                      <a:pt x="69030" y="4929"/>
                      <a:pt x="57492" y="150"/>
                      <a:pt x="45463" y="150"/>
                    </a:cubicBezTo>
                    <a:cubicBezTo>
                      <a:pt x="33434" y="150"/>
                      <a:pt x="21897" y="4929"/>
                      <a:pt x="13391" y="13434"/>
                    </a:cubicBezTo>
                    <a:cubicBezTo>
                      <a:pt x="4885" y="21940"/>
                      <a:pt x="106" y="33478"/>
                      <a:pt x="106" y="45506"/>
                    </a:cubicBezTo>
                    <a:cubicBezTo>
                      <a:pt x="106" y="57535"/>
                      <a:pt x="4885" y="69073"/>
                      <a:pt x="13391" y="77579"/>
                    </a:cubicBezTo>
                    <a:cubicBezTo>
                      <a:pt x="21897" y="86084"/>
                      <a:pt x="33434" y="90863"/>
                      <a:pt x="45463" y="9086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82" name="任意多边形: 形状 381"/>
              <p:cNvSpPr/>
              <p:nvPr/>
            </p:nvSpPr>
            <p:spPr>
              <a:xfrm>
                <a:off x="5623092" y="22284110"/>
                <a:ext cx="180000" cy="180000"/>
              </a:xfrm>
              <a:custGeom>
                <a:avLst/>
                <a:gdLst>
                  <a:gd name="csX0" fmla="*/ 45513 w 90714"/>
                  <a:gd name="csY0" fmla="*/ 90849 h 90713"/>
                  <a:gd name="csX1" fmla="*/ 77585 w 90714"/>
                  <a:gd name="csY1" fmla="*/ 77564 h 90713"/>
                  <a:gd name="csX2" fmla="*/ 90870 w 90714"/>
                  <a:gd name="csY2" fmla="*/ 45492 h 90713"/>
                  <a:gd name="csX3" fmla="*/ 77585 w 90714"/>
                  <a:gd name="csY3" fmla="*/ 13420 h 90713"/>
                  <a:gd name="csX4" fmla="*/ 45513 w 90714"/>
                  <a:gd name="csY4" fmla="*/ 135 h 90713"/>
                  <a:gd name="csX5" fmla="*/ 13440 w 90714"/>
                  <a:gd name="csY5" fmla="*/ 13420 h 90713"/>
                  <a:gd name="csX6" fmla="*/ 156 w 90714"/>
                  <a:gd name="csY6" fmla="*/ 45492 h 90713"/>
                  <a:gd name="csX7" fmla="*/ 13440 w 90714"/>
                  <a:gd name="csY7" fmla="*/ 77564 h 90713"/>
                  <a:gd name="csX8" fmla="*/ 45513 w 90714"/>
                  <a:gd name="csY8" fmla="*/ 908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3" y="90849"/>
                    </a:moveTo>
                    <a:cubicBezTo>
                      <a:pt x="57542" y="90849"/>
                      <a:pt x="69080" y="86070"/>
                      <a:pt x="77585" y="77564"/>
                    </a:cubicBezTo>
                    <a:cubicBezTo>
                      <a:pt x="86091" y="69059"/>
                      <a:pt x="90870" y="57521"/>
                      <a:pt x="90870" y="45492"/>
                    </a:cubicBezTo>
                    <a:cubicBezTo>
                      <a:pt x="90870" y="33463"/>
                      <a:pt x="86091" y="21926"/>
                      <a:pt x="77585" y="13420"/>
                    </a:cubicBezTo>
                    <a:cubicBezTo>
                      <a:pt x="69080" y="4915"/>
                      <a:pt x="57542" y="135"/>
                      <a:pt x="45513" y="135"/>
                    </a:cubicBezTo>
                    <a:cubicBezTo>
                      <a:pt x="33484" y="135"/>
                      <a:pt x="21946" y="4915"/>
                      <a:pt x="13440" y="13420"/>
                    </a:cubicBezTo>
                    <a:cubicBezTo>
                      <a:pt x="4935" y="21926"/>
                      <a:pt x="156" y="33463"/>
                      <a:pt x="156" y="45492"/>
                    </a:cubicBezTo>
                    <a:cubicBezTo>
                      <a:pt x="156" y="57521"/>
                      <a:pt x="4935" y="69059"/>
                      <a:pt x="13440" y="77564"/>
                    </a:cubicBezTo>
                    <a:cubicBezTo>
                      <a:pt x="21946" y="86070"/>
                      <a:pt x="33484" y="90849"/>
                      <a:pt x="45513" y="908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83" name="任意多边形: 形状 382"/>
              <p:cNvSpPr/>
              <p:nvPr/>
            </p:nvSpPr>
            <p:spPr>
              <a:xfrm>
                <a:off x="9665845" y="23527443"/>
                <a:ext cx="180000" cy="180000"/>
              </a:xfrm>
              <a:custGeom>
                <a:avLst/>
                <a:gdLst>
                  <a:gd name="csX0" fmla="*/ 45639 w 90714"/>
                  <a:gd name="csY0" fmla="*/ 90888 h 90713"/>
                  <a:gd name="csX1" fmla="*/ 77711 w 90714"/>
                  <a:gd name="csY1" fmla="*/ 77603 h 90713"/>
                  <a:gd name="csX2" fmla="*/ 90996 w 90714"/>
                  <a:gd name="csY2" fmla="*/ 45531 h 90713"/>
                  <a:gd name="csX3" fmla="*/ 77711 w 90714"/>
                  <a:gd name="csY3" fmla="*/ 13459 h 90713"/>
                  <a:gd name="csX4" fmla="*/ 45639 w 90714"/>
                  <a:gd name="csY4" fmla="*/ 174 h 90713"/>
                  <a:gd name="csX5" fmla="*/ 13566 w 90714"/>
                  <a:gd name="csY5" fmla="*/ 13459 h 90713"/>
                  <a:gd name="csX6" fmla="*/ 282 w 90714"/>
                  <a:gd name="csY6" fmla="*/ 45531 h 90713"/>
                  <a:gd name="csX7" fmla="*/ 13566 w 90714"/>
                  <a:gd name="csY7" fmla="*/ 77603 h 90713"/>
                  <a:gd name="csX8" fmla="*/ 45639 w 90714"/>
                  <a:gd name="csY8" fmla="*/ 9088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9" y="90888"/>
                    </a:moveTo>
                    <a:cubicBezTo>
                      <a:pt x="57668" y="90888"/>
                      <a:pt x="69206" y="86109"/>
                      <a:pt x="77711" y="77603"/>
                    </a:cubicBezTo>
                    <a:cubicBezTo>
                      <a:pt x="86217" y="69097"/>
                      <a:pt x="90996" y="57560"/>
                      <a:pt x="90996" y="45531"/>
                    </a:cubicBezTo>
                    <a:cubicBezTo>
                      <a:pt x="90996" y="33502"/>
                      <a:pt x="86217" y="21965"/>
                      <a:pt x="77711" y="13459"/>
                    </a:cubicBezTo>
                    <a:cubicBezTo>
                      <a:pt x="69206" y="4953"/>
                      <a:pt x="57668" y="174"/>
                      <a:pt x="45639" y="174"/>
                    </a:cubicBezTo>
                    <a:cubicBezTo>
                      <a:pt x="33610" y="174"/>
                      <a:pt x="22072" y="4953"/>
                      <a:pt x="13566" y="13459"/>
                    </a:cubicBezTo>
                    <a:cubicBezTo>
                      <a:pt x="5061" y="21965"/>
                      <a:pt x="282" y="33502"/>
                      <a:pt x="282" y="45531"/>
                    </a:cubicBezTo>
                    <a:cubicBezTo>
                      <a:pt x="282" y="57560"/>
                      <a:pt x="5061" y="69097"/>
                      <a:pt x="13566" y="77603"/>
                    </a:cubicBezTo>
                    <a:cubicBezTo>
                      <a:pt x="22072" y="86109"/>
                      <a:pt x="33610" y="90888"/>
                      <a:pt x="45639" y="9088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0" name="任意多边形: 形状 2529"/>
              <p:cNvSpPr/>
              <p:nvPr/>
            </p:nvSpPr>
            <p:spPr>
              <a:xfrm>
                <a:off x="5555254" y="25246323"/>
                <a:ext cx="180000" cy="180000"/>
              </a:xfrm>
              <a:custGeom>
                <a:avLst/>
                <a:gdLst>
                  <a:gd name="csX0" fmla="*/ 45511 w 90714"/>
                  <a:gd name="csY0" fmla="*/ 90941 h 90713"/>
                  <a:gd name="csX1" fmla="*/ 77583 w 90714"/>
                  <a:gd name="csY1" fmla="*/ 77657 h 90713"/>
                  <a:gd name="csX2" fmla="*/ 90868 w 90714"/>
                  <a:gd name="csY2" fmla="*/ 45585 h 90713"/>
                  <a:gd name="csX3" fmla="*/ 77583 w 90714"/>
                  <a:gd name="csY3" fmla="*/ 13513 h 90713"/>
                  <a:gd name="csX4" fmla="*/ 45511 w 90714"/>
                  <a:gd name="csY4" fmla="*/ 228 h 90713"/>
                  <a:gd name="csX5" fmla="*/ 13438 w 90714"/>
                  <a:gd name="csY5" fmla="*/ 13513 h 90713"/>
                  <a:gd name="csX6" fmla="*/ 153 w 90714"/>
                  <a:gd name="csY6" fmla="*/ 45585 h 90713"/>
                  <a:gd name="csX7" fmla="*/ 13438 w 90714"/>
                  <a:gd name="csY7" fmla="*/ 77657 h 90713"/>
                  <a:gd name="csX8" fmla="*/ 45511 w 90714"/>
                  <a:gd name="csY8" fmla="*/ 909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1" y="90941"/>
                    </a:moveTo>
                    <a:cubicBezTo>
                      <a:pt x="57540" y="90941"/>
                      <a:pt x="69077" y="86162"/>
                      <a:pt x="77583" y="77657"/>
                    </a:cubicBezTo>
                    <a:cubicBezTo>
                      <a:pt x="86089" y="69151"/>
                      <a:pt x="90868" y="57613"/>
                      <a:pt x="90868" y="45585"/>
                    </a:cubicBezTo>
                    <a:cubicBezTo>
                      <a:pt x="90868" y="33556"/>
                      <a:pt x="86089" y="22018"/>
                      <a:pt x="77583" y="13513"/>
                    </a:cubicBezTo>
                    <a:cubicBezTo>
                      <a:pt x="69077" y="5007"/>
                      <a:pt x="57540" y="228"/>
                      <a:pt x="45511" y="228"/>
                    </a:cubicBezTo>
                    <a:cubicBezTo>
                      <a:pt x="33482" y="228"/>
                      <a:pt x="21944" y="5007"/>
                      <a:pt x="13438" y="13513"/>
                    </a:cubicBezTo>
                    <a:cubicBezTo>
                      <a:pt x="4933" y="22018"/>
                      <a:pt x="153" y="33556"/>
                      <a:pt x="153" y="45585"/>
                    </a:cubicBezTo>
                    <a:cubicBezTo>
                      <a:pt x="153" y="57613"/>
                      <a:pt x="4933" y="69151"/>
                      <a:pt x="13438" y="77657"/>
                    </a:cubicBezTo>
                    <a:cubicBezTo>
                      <a:pt x="21944" y="86162"/>
                      <a:pt x="33482" y="90941"/>
                      <a:pt x="45511" y="909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1" name="任意多边形: 形状 2530"/>
              <p:cNvSpPr/>
              <p:nvPr/>
            </p:nvSpPr>
            <p:spPr>
              <a:xfrm>
                <a:off x="6864640" y="22238127"/>
                <a:ext cx="180000" cy="180000"/>
              </a:xfrm>
              <a:custGeom>
                <a:avLst/>
                <a:gdLst>
                  <a:gd name="csX0" fmla="*/ 45552 w 90714"/>
                  <a:gd name="csY0" fmla="*/ 90848 h 90713"/>
                  <a:gd name="csX1" fmla="*/ 77624 w 90714"/>
                  <a:gd name="csY1" fmla="*/ 77563 h 90713"/>
                  <a:gd name="csX2" fmla="*/ 90909 w 90714"/>
                  <a:gd name="csY2" fmla="*/ 45491 h 90713"/>
                  <a:gd name="csX3" fmla="*/ 77624 w 90714"/>
                  <a:gd name="csY3" fmla="*/ 13419 h 90713"/>
                  <a:gd name="csX4" fmla="*/ 45552 w 90714"/>
                  <a:gd name="csY4" fmla="*/ 134 h 90713"/>
                  <a:gd name="csX5" fmla="*/ 13479 w 90714"/>
                  <a:gd name="csY5" fmla="*/ 13419 h 90713"/>
                  <a:gd name="csX6" fmla="*/ 194 w 90714"/>
                  <a:gd name="csY6" fmla="*/ 45491 h 90713"/>
                  <a:gd name="csX7" fmla="*/ 13479 w 90714"/>
                  <a:gd name="csY7" fmla="*/ 77563 h 90713"/>
                  <a:gd name="csX8" fmla="*/ 45552 w 90714"/>
                  <a:gd name="csY8" fmla="*/ 908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48"/>
                    </a:moveTo>
                    <a:cubicBezTo>
                      <a:pt x="57580" y="90848"/>
                      <a:pt x="69118" y="86068"/>
                      <a:pt x="77624" y="77563"/>
                    </a:cubicBezTo>
                    <a:cubicBezTo>
                      <a:pt x="86130" y="69057"/>
                      <a:pt x="90909" y="57520"/>
                      <a:pt x="90909" y="45491"/>
                    </a:cubicBezTo>
                    <a:cubicBezTo>
                      <a:pt x="90909" y="33462"/>
                      <a:pt x="86130" y="21924"/>
                      <a:pt x="77624" y="13419"/>
                    </a:cubicBezTo>
                    <a:cubicBezTo>
                      <a:pt x="69118" y="4913"/>
                      <a:pt x="57580" y="134"/>
                      <a:pt x="45552" y="134"/>
                    </a:cubicBezTo>
                    <a:cubicBezTo>
                      <a:pt x="33523" y="134"/>
                      <a:pt x="21985" y="4913"/>
                      <a:pt x="13479" y="13419"/>
                    </a:cubicBezTo>
                    <a:cubicBezTo>
                      <a:pt x="4973" y="21924"/>
                      <a:pt x="194" y="33462"/>
                      <a:pt x="194" y="45491"/>
                    </a:cubicBezTo>
                    <a:cubicBezTo>
                      <a:pt x="194" y="57520"/>
                      <a:pt x="4973" y="69057"/>
                      <a:pt x="13479" y="77563"/>
                    </a:cubicBezTo>
                    <a:cubicBezTo>
                      <a:pt x="21985" y="86068"/>
                      <a:pt x="33523" y="90848"/>
                      <a:pt x="45552" y="908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2" name="任意多边形: 形状 2531"/>
              <p:cNvSpPr/>
              <p:nvPr/>
            </p:nvSpPr>
            <p:spPr>
              <a:xfrm>
                <a:off x="8561215" y="20085449"/>
                <a:ext cx="180000" cy="180000"/>
              </a:xfrm>
              <a:custGeom>
                <a:avLst/>
                <a:gdLst>
                  <a:gd name="csX0" fmla="*/ 45604 w 90714"/>
                  <a:gd name="csY0" fmla="*/ 90780 h 90713"/>
                  <a:gd name="csX1" fmla="*/ 77677 w 90714"/>
                  <a:gd name="csY1" fmla="*/ 77496 h 90713"/>
                  <a:gd name="csX2" fmla="*/ 90962 w 90714"/>
                  <a:gd name="csY2" fmla="*/ 45424 h 90713"/>
                  <a:gd name="csX3" fmla="*/ 77677 w 90714"/>
                  <a:gd name="csY3" fmla="*/ 13352 h 90713"/>
                  <a:gd name="csX4" fmla="*/ 45604 w 90714"/>
                  <a:gd name="csY4" fmla="*/ 67 h 90713"/>
                  <a:gd name="csX5" fmla="*/ 13532 w 90714"/>
                  <a:gd name="csY5" fmla="*/ 13352 h 90713"/>
                  <a:gd name="csX6" fmla="*/ 247 w 90714"/>
                  <a:gd name="csY6" fmla="*/ 45424 h 90713"/>
                  <a:gd name="csX7" fmla="*/ 13532 w 90714"/>
                  <a:gd name="csY7" fmla="*/ 77496 h 90713"/>
                  <a:gd name="csX8" fmla="*/ 45604 w 90714"/>
                  <a:gd name="csY8" fmla="*/ 907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4" y="90780"/>
                    </a:moveTo>
                    <a:cubicBezTo>
                      <a:pt x="57633" y="90780"/>
                      <a:pt x="69171" y="86001"/>
                      <a:pt x="77677" y="77496"/>
                    </a:cubicBezTo>
                    <a:cubicBezTo>
                      <a:pt x="86183" y="68990"/>
                      <a:pt x="90962" y="57452"/>
                      <a:pt x="90962" y="45424"/>
                    </a:cubicBezTo>
                    <a:cubicBezTo>
                      <a:pt x="90962" y="33395"/>
                      <a:pt x="86183" y="21857"/>
                      <a:pt x="77677" y="13352"/>
                    </a:cubicBezTo>
                    <a:cubicBezTo>
                      <a:pt x="69171" y="4846"/>
                      <a:pt x="57633" y="67"/>
                      <a:pt x="45604" y="67"/>
                    </a:cubicBezTo>
                    <a:cubicBezTo>
                      <a:pt x="33576" y="67"/>
                      <a:pt x="22038" y="4846"/>
                      <a:pt x="13532" y="13352"/>
                    </a:cubicBezTo>
                    <a:cubicBezTo>
                      <a:pt x="5026" y="21857"/>
                      <a:pt x="247" y="33395"/>
                      <a:pt x="247" y="45424"/>
                    </a:cubicBezTo>
                    <a:cubicBezTo>
                      <a:pt x="247" y="57452"/>
                      <a:pt x="5026" y="68990"/>
                      <a:pt x="13532" y="77496"/>
                    </a:cubicBezTo>
                    <a:cubicBezTo>
                      <a:pt x="22038" y="86001"/>
                      <a:pt x="33576" y="90780"/>
                      <a:pt x="45604" y="907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3" name="任意多边形: 形状 2532"/>
              <p:cNvSpPr/>
              <p:nvPr/>
            </p:nvSpPr>
            <p:spPr>
              <a:xfrm>
                <a:off x="10113136" y="22569314"/>
                <a:ext cx="180000" cy="180000"/>
              </a:xfrm>
              <a:custGeom>
                <a:avLst/>
                <a:gdLst>
                  <a:gd name="csX0" fmla="*/ 45653 w 90714"/>
                  <a:gd name="csY0" fmla="*/ 90858 h 90713"/>
                  <a:gd name="csX1" fmla="*/ 77725 w 90714"/>
                  <a:gd name="csY1" fmla="*/ 77573 h 90713"/>
                  <a:gd name="csX2" fmla="*/ 91010 w 90714"/>
                  <a:gd name="csY2" fmla="*/ 45501 h 90713"/>
                  <a:gd name="csX3" fmla="*/ 77725 w 90714"/>
                  <a:gd name="csY3" fmla="*/ 13429 h 90713"/>
                  <a:gd name="csX4" fmla="*/ 45653 w 90714"/>
                  <a:gd name="csY4" fmla="*/ 144 h 90713"/>
                  <a:gd name="csX5" fmla="*/ 13580 w 90714"/>
                  <a:gd name="csY5" fmla="*/ 13429 h 90713"/>
                  <a:gd name="csX6" fmla="*/ 296 w 90714"/>
                  <a:gd name="csY6" fmla="*/ 45501 h 90713"/>
                  <a:gd name="csX7" fmla="*/ 13580 w 90714"/>
                  <a:gd name="csY7" fmla="*/ 77573 h 90713"/>
                  <a:gd name="csX8" fmla="*/ 45653 w 90714"/>
                  <a:gd name="csY8" fmla="*/ 9085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53" y="90858"/>
                    </a:moveTo>
                    <a:cubicBezTo>
                      <a:pt x="57682" y="90858"/>
                      <a:pt x="69220" y="86079"/>
                      <a:pt x="77725" y="77573"/>
                    </a:cubicBezTo>
                    <a:cubicBezTo>
                      <a:pt x="86231" y="69068"/>
                      <a:pt x="91010" y="57530"/>
                      <a:pt x="91010" y="45501"/>
                    </a:cubicBezTo>
                    <a:cubicBezTo>
                      <a:pt x="91010" y="33472"/>
                      <a:pt x="86231" y="21935"/>
                      <a:pt x="77725" y="13429"/>
                    </a:cubicBezTo>
                    <a:cubicBezTo>
                      <a:pt x="69220" y="4923"/>
                      <a:pt x="57682" y="144"/>
                      <a:pt x="45653" y="144"/>
                    </a:cubicBezTo>
                    <a:cubicBezTo>
                      <a:pt x="33624" y="144"/>
                      <a:pt x="22086" y="4923"/>
                      <a:pt x="13580" y="13429"/>
                    </a:cubicBezTo>
                    <a:cubicBezTo>
                      <a:pt x="5075" y="21935"/>
                      <a:pt x="296" y="33472"/>
                      <a:pt x="296" y="45501"/>
                    </a:cubicBezTo>
                    <a:cubicBezTo>
                      <a:pt x="296" y="57530"/>
                      <a:pt x="5075" y="69068"/>
                      <a:pt x="13580" y="77573"/>
                    </a:cubicBezTo>
                    <a:cubicBezTo>
                      <a:pt x="22086" y="86079"/>
                      <a:pt x="33624" y="90858"/>
                      <a:pt x="45653" y="9085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4" name="任意多边形: 形状 2533"/>
              <p:cNvSpPr/>
              <p:nvPr/>
            </p:nvSpPr>
            <p:spPr>
              <a:xfrm>
                <a:off x="7379150" y="21984341"/>
                <a:ext cx="180000" cy="180000"/>
              </a:xfrm>
              <a:custGeom>
                <a:avLst/>
                <a:gdLst>
                  <a:gd name="csX0" fmla="*/ 45568 w 90714"/>
                  <a:gd name="csY0" fmla="*/ 90840 h 90713"/>
                  <a:gd name="csX1" fmla="*/ 77640 w 90714"/>
                  <a:gd name="csY1" fmla="*/ 77555 h 90713"/>
                  <a:gd name="csX2" fmla="*/ 90925 w 90714"/>
                  <a:gd name="csY2" fmla="*/ 45483 h 90713"/>
                  <a:gd name="csX3" fmla="*/ 77640 w 90714"/>
                  <a:gd name="csY3" fmla="*/ 13411 h 90713"/>
                  <a:gd name="csX4" fmla="*/ 45568 w 90714"/>
                  <a:gd name="csY4" fmla="*/ 126 h 90713"/>
                  <a:gd name="csX5" fmla="*/ 13495 w 90714"/>
                  <a:gd name="csY5" fmla="*/ 13411 h 90713"/>
                  <a:gd name="csX6" fmla="*/ 210 w 90714"/>
                  <a:gd name="csY6" fmla="*/ 45483 h 90713"/>
                  <a:gd name="csX7" fmla="*/ 13495 w 90714"/>
                  <a:gd name="csY7" fmla="*/ 77555 h 90713"/>
                  <a:gd name="csX8" fmla="*/ 45568 w 90714"/>
                  <a:gd name="csY8" fmla="*/ 9084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8" y="90840"/>
                    </a:moveTo>
                    <a:cubicBezTo>
                      <a:pt x="57596" y="90840"/>
                      <a:pt x="69134" y="86061"/>
                      <a:pt x="77640" y="77555"/>
                    </a:cubicBezTo>
                    <a:cubicBezTo>
                      <a:pt x="86146" y="69049"/>
                      <a:pt x="90925" y="57512"/>
                      <a:pt x="90925" y="45483"/>
                    </a:cubicBezTo>
                    <a:cubicBezTo>
                      <a:pt x="90925" y="33454"/>
                      <a:pt x="86146" y="21916"/>
                      <a:pt x="77640" y="13411"/>
                    </a:cubicBezTo>
                    <a:cubicBezTo>
                      <a:pt x="69134" y="4905"/>
                      <a:pt x="57596" y="126"/>
                      <a:pt x="45568" y="126"/>
                    </a:cubicBezTo>
                    <a:cubicBezTo>
                      <a:pt x="33539" y="126"/>
                      <a:pt x="22001" y="4905"/>
                      <a:pt x="13495" y="13411"/>
                    </a:cubicBezTo>
                    <a:cubicBezTo>
                      <a:pt x="4989" y="21916"/>
                      <a:pt x="210" y="33454"/>
                      <a:pt x="210" y="45483"/>
                    </a:cubicBezTo>
                    <a:cubicBezTo>
                      <a:pt x="210" y="57512"/>
                      <a:pt x="4989" y="69049"/>
                      <a:pt x="13495" y="77555"/>
                    </a:cubicBezTo>
                    <a:cubicBezTo>
                      <a:pt x="22001" y="86061"/>
                      <a:pt x="33539" y="90840"/>
                      <a:pt x="45568" y="9084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5" name="任意多边形: 形状 2534"/>
              <p:cNvSpPr/>
              <p:nvPr/>
            </p:nvSpPr>
            <p:spPr>
              <a:xfrm>
                <a:off x="6872902" y="24472065"/>
                <a:ext cx="180000" cy="180000"/>
              </a:xfrm>
              <a:custGeom>
                <a:avLst/>
                <a:gdLst>
                  <a:gd name="csX0" fmla="*/ 45552 w 90714"/>
                  <a:gd name="csY0" fmla="*/ 90917 h 90713"/>
                  <a:gd name="csX1" fmla="*/ 77624 w 90714"/>
                  <a:gd name="csY1" fmla="*/ 77632 h 90713"/>
                  <a:gd name="csX2" fmla="*/ 90909 w 90714"/>
                  <a:gd name="csY2" fmla="*/ 45560 h 90713"/>
                  <a:gd name="csX3" fmla="*/ 77624 w 90714"/>
                  <a:gd name="csY3" fmla="*/ 13488 h 90713"/>
                  <a:gd name="csX4" fmla="*/ 45552 w 90714"/>
                  <a:gd name="csY4" fmla="*/ 204 h 90713"/>
                  <a:gd name="csX5" fmla="*/ 13479 w 90714"/>
                  <a:gd name="csY5" fmla="*/ 13488 h 90713"/>
                  <a:gd name="csX6" fmla="*/ 194 w 90714"/>
                  <a:gd name="csY6" fmla="*/ 45560 h 90713"/>
                  <a:gd name="csX7" fmla="*/ 13479 w 90714"/>
                  <a:gd name="csY7" fmla="*/ 77632 h 90713"/>
                  <a:gd name="csX8" fmla="*/ 45552 w 90714"/>
                  <a:gd name="csY8" fmla="*/ 9091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917"/>
                    </a:moveTo>
                    <a:cubicBezTo>
                      <a:pt x="57581" y="90917"/>
                      <a:pt x="69119" y="86138"/>
                      <a:pt x="77624" y="77632"/>
                    </a:cubicBezTo>
                    <a:cubicBezTo>
                      <a:pt x="86130" y="69127"/>
                      <a:pt x="90909" y="57589"/>
                      <a:pt x="90909" y="45560"/>
                    </a:cubicBezTo>
                    <a:cubicBezTo>
                      <a:pt x="90909" y="33532"/>
                      <a:pt x="86130" y="21994"/>
                      <a:pt x="77624" y="13488"/>
                    </a:cubicBezTo>
                    <a:cubicBezTo>
                      <a:pt x="69119" y="4983"/>
                      <a:pt x="57581" y="204"/>
                      <a:pt x="45552" y="204"/>
                    </a:cubicBezTo>
                    <a:cubicBezTo>
                      <a:pt x="33523" y="204"/>
                      <a:pt x="21985" y="4983"/>
                      <a:pt x="13479" y="13488"/>
                    </a:cubicBezTo>
                    <a:cubicBezTo>
                      <a:pt x="4974" y="21994"/>
                      <a:pt x="194" y="33532"/>
                      <a:pt x="194" y="45560"/>
                    </a:cubicBezTo>
                    <a:cubicBezTo>
                      <a:pt x="194" y="57589"/>
                      <a:pt x="4974" y="69127"/>
                      <a:pt x="13479" y="77632"/>
                    </a:cubicBezTo>
                    <a:cubicBezTo>
                      <a:pt x="21985" y="86138"/>
                      <a:pt x="33523" y="90917"/>
                      <a:pt x="45552" y="9091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6" name="任意多边形: 形状 2535"/>
              <p:cNvSpPr/>
              <p:nvPr/>
            </p:nvSpPr>
            <p:spPr>
              <a:xfrm>
                <a:off x="7054548" y="21156589"/>
                <a:ext cx="180000" cy="180000"/>
              </a:xfrm>
              <a:custGeom>
                <a:avLst/>
                <a:gdLst>
                  <a:gd name="csX0" fmla="*/ 45557 w 90714"/>
                  <a:gd name="csY0" fmla="*/ 90814 h 90713"/>
                  <a:gd name="csX1" fmla="*/ 77630 w 90714"/>
                  <a:gd name="csY1" fmla="*/ 77529 h 90713"/>
                  <a:gd name="csX2" fmla="*/ 90915 w 90714"/>
                  <a:gd name="csY2" fmla="*/ 45457 h 90713"/>
                  <a:gd name="csX3" fmla="*/ 77630 w 90714"/>
                  <a:gd name="csY3" fmla="*/ 13385 h 90713"/>
                  <a:gd name="csX4" fmla="*/ 45557 w 90714"/>
                  <a:gd name="csY4" fmla="*/ 100 h 90713"/>
                  <a:gd name="csX5" fmla="*/ 13485 w 90714"/>
                  <a:gd name="csY5" fmla="*/ 13385 h 90713"/>
                  <a:gd name="csX6" fmla="*/ 200 w 90714"/>
                  <a:gd name="csY6" fmla="*/ 45457 h 90713"/>
                  <a:gd name="csX7" fmla="*/ 13485 w 90714"/>
                  <a:gd name="csY7" fmla="*/ 77529 h 90713"/>
                  <a:gd name="csX8" fmla="*/ 45557 w 90714"/>
                  <a:gd name="csY8" fmla="*/ 908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814"/>
                    </a:moveTo>
                    <a:cubicBezTo>
                      <a:pt x="57586" y="90814"/>
                      <a:pt x="69124" y="86035"/>
                      <a:pt x="77630" y="77529"/>
                    </a:cubicBezTo>
                    <a:cubicBezTo>
                      <a:pt x="86136" y="69023"/>
                      <a:pt x="90915" y="57486"/>
                      <a:pt x="90915" y="45457"/>
                    </a:cubicBezTo>
                    <a:cubicBezTo>
                      <a:pt x="90915" y="33428"/>
                      <a:pt x="86136" y="21891"/>
                      <a:pt x="77630" y="13385"/>
                    </a:cubicBezTo>
                    <a:cubicBezTo>
                      <a:pt x="69124" y="4879"/>
                      <a:pt x="57586" y="100"/>
                      <a:pt x="45557" y="100"/>
                    </a:cubicBezTo>
                    <a:cubicBezTo>
                      <a:pt x="33529" y="100"/>
                      <a:pt x="21991" y="4879"/>
                      <a:pt x="13485" y="13385"/>
                    </a:cubicBezTo>
                    <a:cubicBezTo>
                      <a:pt x="4979" y="21891"/>
                      <a:pt x="200" y="33428"/>
                      <a:pt x="200" y="45457"/>
                    </a:cubicBezTo>
                    <a:cubicBezTo>
                      <a:pt x="200" y="57486"/>
                      <a:pt x="4979" y="69023"/>
                      <a:pt x="13485" y="77529"/>
                    </a:cubicBezTo>
                    <a:cubicBezTo>
                      <a:pt x="21991" y="86035"/>
                      <a:pt x="33529" y="90814"/>
                      <a:pt x="45557" y="908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7" name="任意多边形: 形状 2536"/>
              <p:cNvSpPr/>
              <p:nvPr/>
            </p:nvSpPr>
            <p:spPr>
              <a:xfrm>
                <a:off x="7134015" y="23744634"/>
                <a:ext cx="180000" cy="180000"/>
              </a:xfrm>
              <a:custGeom>
                <a:avLst/>
                <a:gdLst>
                  <a:gd name="csX0" fmla="*/ 45560 w 90714"/>
                  <a:gd name="csY0" fmla="*/ 90894 h 90713"/>
                  <a:gd name="csX1" fmla="*/ 77632 w 90714"/>
                  <a:gd name="csY1" fmla="*/ 77610 h 90713"/>
                  <a:gd name="csX2" fmla="*/ 90917 w 90714"/>
                  <a:gd name="csY2" fmla="*/ 45538 h 90713"/>
                  <a:gd name="csX3" fmla="*/ 77632 w 90714"/>
                  <a:gd name="csY3" fmla="*/ 13466 h 90713"/>
                  <a:gd name="csX4" fmla="*/ 45560 w 90714"/>
                  <a:gd name="csY4" fmla="*/ 181 h 90713"/>
                  <a:gd name="csX5" fmla="*/ 13487 w 90714"/>
                  <a:gd name="csY5" fmla="*/ 13466 h 90713"/>
                  <a:gd name="csX6" fmla="*/ 203 w 90714"/>
                  <a:gd name="csY6" fmla="*/ 45538 h 90713"/>
                  <a:gd name="csX7" fmla="*/ 13487 w 90714"/>
                  <a:gd name="csY7" fmla="*/ 77610 h 90713"/>
                  <a:gd name="csX8" fmla="*/ 45560 w 90714"/>
                  <a:gd name="csY8" fmla="*/ 9089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0" y="90894"/>
                    </a:moveTo>
                    <a:cubicBezTo>
                      <a:pt x="57589" y="90894"/>
                      <a:pt x="69127" y="86115"/>
                      <a:pt x="77632" y="77610"/>
                    </a:cubicBezTo>
                    <a:cubicBezTo>
                      <a:pt x="86138" y="69104"/>
                      <a:pt x="90917" y="57567"/>
                      <a:pt x="90917" y="45538"/>
                    </a:cubicBezTo>
                    <a:cubicBezTo>
                      <a:pt x="90917" y="33509"/>
                      <a:pt x="86138" y="21971"/>
                      <a:pt x="77632" y="13466"/>
                    </a:cubicBezTo>
                    <a:cubicBezTo>
                      <a:pt x="69127" y="4960"/>
                      <a:pt x="57589" y="181"/>
                      <a:pt x="45560" y="181"/>
                    </a:cubicBezTo>
                    <a:cubicBezTo>
                      <a:pt x="33531" y="181"/>
                      <a:pt x="21993" y="4960"/>
                      <a:pt x="13487" y="13466"/>
                    </a:cubicBezTo>
                    <a:cubicBezTo>
                      <a:pt x="4982" y="21971"/>
                      <a:pt x="203" y="33509"/>
                      <a:pt x="203" y="45538"/>
                    </a:cubicBezTo>
                    <a:cubicBezTo>
                      <a:pt x="203" y="57567"/>
                      <a:pt x="4982" y="69104"/>
                      <a:pt x="13487" y="77610"/>
                    </a:cubicBezTo>
                    <a:cubicBezTo>
                      <a:pt x="21993" y="86115"/>
                      <a:pt x="33531" y="90894"/>
                      <a:pt x="45560" y="9089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8" name="任意多边形: 形状 2537"/>
              <p:cNvSpPr/>
              <p:nvPr/>
            </p:nvSpPr>
            <p:spPr>
              <a:xfrm>
                <a:off x="6718831" y="22436442"/>
                <a:ext cx="180000" cy="180000"/>
              </a:xfrm>
              <a:custGeom>
                <a:avLst/>
                <a:gdLst>
                  <a:gd name="csX0" fmla="*/ 45547 w 90714"/>
                  <a:gd name="csY0" fmla="*/ 90854 h 90713"/>
                  <a:gd name="csX1" fmla="*/ 77619 w 90714"/>
                  <a:gd name="csY1" fmla="*/ 77569 h 90713"/>
                  <a:gd name="csX2" fmla="*/ 90904 w 90714"/>
                  <a:gd name="csY2" fmla="*/ 45497 h 90713"/>
                  <a:gd name="csX3" fmla="*/ 77619 w 90714"/>
                  <a:gd name="csY3" fmla="*/ 13425 h 90713"/>
                  <a:gd name="csX4" fmla="*/ 45547 w 90714"/>
                  <a:gd name="csY4" fmla="*/ 140 h 90713"/>
                  <a:gd name="csX5" fmla="*/ 13475 w 90714"/>
                  <a:gd name="csY5" fmla="*/ 13425 h 90713"/>
                  <a:gd name="csX6" fmla="*/ 190 w 90714"/>
                  <a:gd name="csY6" fmla="*/ 45497 h 90713"/>
                  <a:gd name="csX7" fmla="*/ 13475 w 90714"/>
                  <a:gd name="csY7" fmla="*/ 77569 h 90713"/>
                  <a:gd name="csX8" fmla="*/ 45547 w 90714"/>
                  <a:gd name="csY8" fmla="*/ 9085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7" y="90854"/>
                    </a:moveTo>
                    <a:cubicBezTo>
                      <a:pt x="57576" y="90854"/>
                      <a:pt x="69114" y="86075"/>
                      <a:pt x="77619" y="77569"/>
                    </a:cubicBezTo>
                    <a:cubicBezTo>
                      <a:pt x="86125" y="69063"/>
                      <a:pt x="90904" y="57526"/>
                      <a:pt x="90904" y="45497"/>
                    </a:cubicBezTo>
                    <a:cubicBezTo>
                      <a:pt x="90904" y="33468"/>
                      <a:pt x="86125" y="21931"/>
                      <a:pt x="77619" y="13425"/>
                    </a:cubicBezTo>
                    <a:cubicBezTo>
                      <a:pt x="69114" y="4919"/>
                      <a:pt x="57576" y="140"/>
                      <a:pt x="45547" y="140"/>
                    </a:cubicBezTo>
                    <a:cubicBezTo>
                      <a:pt x="33518" y="140"/>
                      <a:pt x="21980" y="4919"/>
                      <a:pt x="13475" y="13425"/>
                    </a:cubicBezTo>
                    <a:cubicBezTo>
                      <a:pt x="4969" y="21931"/>
                      <a:pt x="190" y="33468"/>
                      <a:pt x="190" y="45497"/>
                    </a:cubicBezTo>
                    <a:cubicBezTo>
                      <a:pt x="190" y="57526"/>
                      <a:pt x="4969" y="69063"/>
                      <a:pt x="13475" y="77569"/>
                    </a:cubicBezTo>
                    <a:cubicBezTo>
                      <a:pt x="21980" y="86075"/>
                      <a:pt x="33518" y="90854"/>
                      <a:pt x="45547" y="9085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39" name="任意多边形: 形状 2538"/>
              <p:cNvSpPr/>
              <p:nvPr/>
            </p:nvSpPr>
            <p:spPr>
              <a:xfrm>
                <a:off x="6123817" y="21361445"/>
                <a:ext cx="180000" cy="180000"/>
              </a:xfrm>
              <a:custGeom>
                <a:avLst/>
                <a:gdLst>
                  <a:gd name="csX0" fmla="*/ 45528 w 90714"/>
                  <a:gd name="csY0" fmla="*/ 90820 h 90713"/>
                  <a:gd name="csX1" fmla="*/ 77601 w 90714"/>
                  <a:gd name="csY1" fmla="*/ 77535 h 90713"/>
                  <a:gd name="csX2" fmla="*/ 90886 w 90714"/>
                  <a:gd name="csY2" fmla="*/ 45463 h 90713"/>
                  <a:gd name="csX3" fmla="*/ 77601 w 90714"/>
                  <a:gd name="csY3" fmla="*/ 13391 h 90713"/>
                  <a:gd name="csX4" fmla="*/ 45528 w 90714"/>
                  <a:gd name="csY4" fmla="*/ 107 h 90713"/>
                  <a:gd name="csX5" fmla="*/ 13456 w 90714"/>
                  <a:gd name="csY5" fmla="*/ 13391 h 90713"/>
                  <a:gd name="csX6" fmla="*/ 171 w 90714"/>
                  <a:gd name="csY6" fmla="*/ 45463 h 90713"/>
                  <a:gd name="csX7" fmla="*/ 13456 w 90714"/>
                  <a:gd name="csY7" fmla="*/ 77535 h 90713"/>
                  <a:gd name="csX8" fmla="*/ 45528 w 90714"/>
                  <a:gd name="csY8" fmla="*/ 908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8" y="90820"/>
                    </a:moveTo>
                    <a:cubicBezTo>
                      <a:pt x="57557" y="90820"/>
                      <a:pt x="69095" y="86041"/>
                      <a:pt x="77601" y="77535"/>
                    </a:cubicBezTo>
                    <a:cubicBezTo>
                      <a:pt x="86107" y="69030"/>
                      <a:pt x="90886" y="57492"/>
                      <a:pt x="90886" y="45463"/>
                    </a:cubicBezTo>
                    <a:cubicBezTo>
                      <a:pt x="90886" y="33435"/>
                      <a:pt x="86107" y="21897"/>
                      <a:pt x="77601" y="13391"/>
                    </a:cubicBezTo>
                    <a:cubicBezTo>
                      <a:pt x="69095" y="4886"/>
                      <a:pt x="57557" y="107"/>
                      <a:pt x="45528" y="107"/>
                    </a:cubicBezTo>
                    <a:cubicBezTo>
                      <a:pt x="33500" y="107"/>
                      <a:pt x="21962" y="4886"/>
                      <a:pt x="13456" y="13391"/>
                    </a:cubicBezTo>
                    <a:cubicBezTo>
                      <a:pt x="4950" y="21897"/>
                      <a:pt x="171" y="33435"/>
                      <a:pt x="171" y="45463"/>
                    </a:cubicBezTo>
                    <a:cubicBezTo>
                      <a:pt x="171" y="57492"/>
                      <a:pt x="4950" y="69030"/>
                      <a:pt x="13456" y="77535"/>
                    </a:cubicBezTo>
                    <a:cubicBezTo>
                      <a:pt x="21962" y="86041"/>
                      <a:pt x="33500" y="90820"/>
                      <a:pt x="45528" y="908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0" name="任意多边形: 形状 2539"/>
              <p:cNvSpPr/>
              <p:nvPr/>
            </p:nvSpPr>
            <p:spPr>
              <a:xfrm>
                <a:off x="8342398" y="21905546"/>
                <a:ext cx="180000" cy="180000"/>
              </a:xfrm>
              <a:custGeom>
                <a:avLst/>
                <a:gdLst>
                  <a:gd name="csX0" fmla="*/ 45598 w 90714"/>
                  <a:gd name="csY0" fmla="*/ 90837 h 90713"/>
                  <a:gd name="csX1" fmla="*/ 77670 w 90714"/>
                  <a:gd name="csY1" fmla="*/ 77552 h 90713"/>
                  <a:gd name="csX2" fmla="*/ 90955 w 90714"/>
                  <a:gd name="csY2" fmla="*/ 45480 h 90713"/>
                  <a:gd name="csX3" fmla="*/ 77670 w 90714"/>
                  <a:gd name="csY3" fmla="*/ 13408 h 90713"/>
                  <a:gd name="csX4" fmla="*/ 45598 w 90714"/>
                  <a:gd name="csY4" fmla="*/ 124 h 90713"/>
                  <a:gd name="csX5" fmla="*/ 13525 w 90714"/>
                  <a:gd name="csY5" fmla="*/ 13408 h 90713"/>
                  <a:gd name="csX6" fmla="*/ 240 w 90714"/>
                  <a:gd name="csY6" fmla="*/ 45480 h 90713"/>
                  <a:gd name="csX7" fmla="*/ 13525 w 90714"/>
                  <a:gd name="csY7" fmla="*/ 77552 h 90713"/>
                  <a:gd name="csX8" fmla="*/ 45598 w 90714"/>
                  <a:gd name="csY8" fmla="*/ 908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8" y="90837"/>
                    </a:moveTo>
                    <a:cubicBezTo>
                      <a:pt x="57627" y="90837"/>
                      <a:pt x="69164" y="86058"/>
                      <a:pt x="77670" y="77552"/>
                    </a:cubicBezTo>
                    <a:cubicBezTo>
                      <a:pt x="86176" y="69047"/>
                      <a:pt x="90955" y="57509"/>
                      <a:pt x="90955" y="45480"/>
                    </a:cubicBezTo>
                    <a:cubicBezTo>
                      <a:pt x="90955" y="33452"/>
                      <a:pt x="86176" y="21914"/>
                      <a:pt x="77670" y="13408"/>
                    </a:cubicBezTo>
                    <a:cubicBezTo>
                      <a:pt x="69164" y="4903"/>
                      <a:pt x="57627" y="124"/>
                      <a:pt x="45598" y="124"/>
                    </a:cubicBezTo>
                    <a:cubicBezTo>
                      <a:pt x="33569" y="124"/>
                      <a:pt x="22031" y="4903"/>
                      <a:pt x="13525" y="13408"/>
                    </a:cubicBezTo>
                    <a:cubicBezTo>
                      <a:pt x="5019" y="21914"/>
                      <a:pt x="240" y="33452"/>
                      <a:pt x="240" y="45480"/>
                    </a:cubicBezTo>
                    <a:cubicBezTo>
                      <a:pt x="240" y="57509"/>
                      <a:pt x="5019" y="69047"/>
                      <a:pt x="13525" y="77552"/>
                    </a:cubicBezTo>
                    <a:cubicBezTo>
                      <a:pt x="22031" y="86058"/>
                      <a:pt x="33569" y="90837"/>
                      <a:pt x="45598" y="908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1" name="任意多边形: 形状 2540"/>
              <p:cNvSpPr/>
              <p:nvPr/>
            </p:nvSpPr>
            <p:spPr>
              <a:xfrm>
                <a:off x="8216704" y="23861509"/>
                <a:ext cx="180000" cy="180000"/>
              </a:xfrm>
              <a:custGeom>
                <a:avLst/>
                <a:gdLst>
                  <a:gd name="csX0" fmla="*/ 45594 w 90714"/>
                  <a:gd name="csY0" fmla="*/ 90898 h 90713"/>
                  <a:gd name="csX1" fmla="*/ 77666 w 90714"/>
                  <a:gd name="csY1" fmla="*/ 77613 h 90713"/>
                  <a:gd name="csX2" fmla="*/ 90951 w 90714"/>
                  <a:gd name="csY2" fmla="*/ 45541 h 90713"/>
                  <a:gd name="csX3" fmla="*/ 77666 w 90714"/>
                  <a:gd name="csY3" fmla="*/ 13469 h 90713"/>
                  <a:gd name="csX4" fmla="*/ 45594 w 90714"/>
                  <a:gd name="csY4" fmla="*/ 185 h 90713"/>
                  <a:gd name="csX5" fmla="*/ 13521 w 90714"/>
                  <a:gd name="csY5" fmla="*/ 13469 h 90713"/>
                  <a:gd name="csX6" fmla="*/ 236 w 90714"/>
                  <a:gd name="csY6" fmla="*/ 45541 h 90713"/>
                  <a:gd name="csX7" fmla="*/ 13521 w 90714"/>
                  <a:gd name="csY7" fmla="*/ 77613 h 90713"/>
                  <a:gd name="csX8" fmla="*/ 45594 w 90714"/>
                  <a:gd name="csY8" fmla="*/ 9089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4" y="90898"/>
                    </a:moveTo>
                    <a:cubicBezTo>
                      <a:pt x="57623" y="90898"/>
                      <a:pt x="69160" y="86119"/>
                      <a:pt x="77666" y="77613"/>
                    </a:cubicBezTo>
                    <a:cubicBezTo>
                      <a:pt x="86172" y="69108"/>
                      <a:pt x="90951" y="57570"/>
                      <a:pt x="90951" y="45541"/>
                    </a:cubicBezTo>
                    <a:cubicBezTo>
                      <a:pt x="90951" y="33513"/>
                      <a:pt x="86172" y="21975"/>
                      <a:pt x="77666" y="13469"/>
                    </a:cubicBezTo>
                    <a:cubicBezTo>
                      <a:pt x="69160" y="4964"/>
                      <a:pt x="57623" y="185"/>
                      <a:pt x="45594" y="185"/>
                    </a:cubicBezTo>
                    <a:cubicBezTo>
                      <a:pt x="33565" y="185"/>
                      <a:pt x="22027" y="4964"/>
                      <a:pt x="13521" y="13469"/>
                    </a:cubicBezTo>
                    <a:cubicBezTo>
                      <a:pt x="5016" y="21975"/>
                      <a:pt x="236" y="33513"/>
                      <a:pt x="236" y="45541"/>
                    </a:cubicBezTo>
                    <a:cubicBezTo>
                      <a:pt x="236" y="57570"/>
                      <a:pt x="5016" y="69108"/>
                      <a:pt x="13521" y="77613"/>
                    </a:cubicBezTo>
                    <a:cubicBezTo>
                      <a:pt x="22027" y="86119"/>
                      <a:pt x="33565" y="90898"/>
                      <a:pt x="45594" y="9089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2" name="任意多边形: 形状 2541"/>
              <p:cNvSpPr/>
              <p:nvPr/>
            </p:nvSpPr>
            <p:spPr>
              <a:xfrm>
                <a:off x="7039825" y="23818906"/>
                <a:ext cx="180000" cy="180000"/>
              </a:xfrm>
              <a:custGeom>
                <a:avLst/>
                <a:gdLst>
                  <a:gd name="csX0" fmla="*/ 45557 w 90714"/>
                  <a:gd name="csY0" fmla="*/ 90897 h 90713"/>
                  <a:gd name="csX1" fmla="*/ 77629 w 90714"/>
                  <a:gd name="csY1" fmla="*/ 77612 h 90713"/>
                  <a:gd name="csX2" fmla="*/ 90914 w 90714"/>
                  <a:gd name="csY2" fmla="*/ 45540 h 90713"/>
                  <a:gd name="csX3" fmla="*/ 77629 w 90714"/>
                  <a:gd name="csY3" fmla="*/ 13468 h 90713"/>
                  <a:gd name="csX4" fmla="*/ 45557 w 90714"/>
                  <a:gd name="csY4" fmla="*/ 183 h 90713"/>
                  <a:gd name="csX5" fmla="*/ 13485 w 90714"/>
                  <a:gd name="csY5" fmla="*/ 13468 h 90713"/>
                  <a:gd name="csX6" fmla="*/ 200 w 90714"/>
                  <a:gd name="csY6" fmla="*/ 45540 h 90713"/>
                  <a:gd name="csX7" fmla="*/ 13485 w 90714"/>
                  <a:gd name="csY7" fmla="*/ 77612 h 90713"/>
                  <a:gd name="csX8" fmla="*/ 45557 w 90714"/>
                  <a:gd name="csY8" fmla="*/ 9089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897"/>
                    </a:moveTo>
                    <a:cubicBezTo>
                      <a:pt x="57586" y="90897"/>
                      <a:pt x="69124" y="86118"/>
                      <a:pt x="77629" y="77612"/>
                    </a:cubicBezTo>
                    <a:cubicBezTo>
                      <a:pt x="86135" y="69107"/>
                      <a:pt x="90914" y="57569"/>
                      <a:pt x="90914" y="45540"/>
                    </a:cubicBezTo>
                    <a:cubicBezTo>
                      <a:pt x="90914" y="33511"/>
                      <a:pt x="86135" y="21974"/>
                      <a:pt x="77629" y="13468"/>
                    </a:cubicBezTo>
                    <a:cubicBezTo>
                      <a:pt x="69124" y="4962"/>
                      <a:pt x="57586" y="183"/>
                      <a:pt x="45557" y="183"/>
                    </a:cubicBezTo>
                    <a:cubicBezTo>
                      <a:pt x="33528" y="183"/>
                      <a:pt x="21990" y="4962"/>
                      <a:pt x="13485" y="13468"/>
                    </a:cubicBezTo>
                    <a:cubicBezTo>
                      <a:pt x="4979" y="21974"/>
                      <a:pt x="200" y="33511"/>
                      <a:pt x="200" y="45540"/>
                    </a:cubicBezTo>
                    <a:cubicBezTo>
                      <a:pt x="200" y="57569"/>
                      <a:pt x="4979" y="69107"/>
                      <a:pt x="13485" y="77612"/>
                    </a:cubicBezTo>
                    <a:cubicBezTo>
                      <a:pt x="21990" y="86118"/>
                      <a:pt x="33528" y="90897"/>
                      <a:pt x="45557" y="9089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3" name="任意多边形: 形状 2542"/>
              <p:cNvSpPr/>
              <p:nvPr/>
            </p:nvSpPr>
            <p:spPr>
              <a:xfrm>
                <a:off x="5758094" y="25524599"/>
                <a:ext cx="180000" cy="180000"/>
              </a:xfrm>
              <a:custGeom>
                <a:avLst/>
                <a:gdLst>
                  <a:gd name="csX0" fmla="*/ 45517 w 90714"/>
                  <a:gd name="csY0" fmla="*/ 90950 h 90713"/>
                  <a:gd name="csX1" fmla="*/ 77589 w 90714"/>
                  <a:gd name="csY1" fmla="*/ 77665 h 90713"/>
                  <a:gd name="csX2" fmla="*/ 90874 w 90714"/>
                  <a:gd name="csY2" fmla="*/ 45593 h 90713"/>
                  <a:gd name="csX3" fmla="*/ 77589 w 90714"/>
                  <a:gd name="csY3" fmla="*/ 13521 h 90713"/>
                  <a:gd name="csX4" fmla="*/ 45517 w 90714"/>
                  <a:gd name="csY4" fmla="*/ 237 h 90713"/>
                  <a:gd name="csX5" fmla="*/ 13445 w 90714"/>
                  <a:gd name="csY5" fmla="*/ 13521 h 90713"/>
                  <a:gd name="csX6" fmla="*/ 160 w 90714"/>
                  <a:gd name="csY6" fmla="*/ 45593 h 90713"/>
                  <a:gd name="csX7" fmla="*/ 13445 w 90714"/>
                  <a:gd name="csY7" fmla="*/ 77665 h 90713"/>
                  <a:gd name="csX8" fmla="*/ 45517 w 90714"/>
                  <a:gd name="csY8" fmla="*/ 909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7" y="90950"/>
                    </a:moveTo>
                    <a:cubicBezTo>
                      <a:pt x="57546" y="90950"/>
                      <a:pt x="69084" y="86171"/>
                      <a:pt x="77589" y="77665"/>
                    </a:cubicBezTo>
                    <a:cubicBezTo>
                      <a:pt x="86095" y="69160"/>
                      <a:pt x="90874" y="57622"/>
                      <a:pt x="90874" y="45593"/>
                    </a:cubicBezTo>
                    <a:cubicBezTo>
                      <a:pt x="90874" y="33565"/>
                      <a:pt x="86095" y="22027"/>
                      <a:pt x="77589" y="13521"/>
                    </a:cubicBezTo>
                    <a:cubicBezTo>
                      <a:pt x="69084" y="5016"/>
                      <a:pt x="57546" y="237"/>
                      <a:pt x="45517" y="237"/>
                    </a:cubicBezTo>
                    <a:cubicBezTo>
                      <a:pt x="33488" y="237"/>
                      <a:pt x="21950" y="5016"/>
                      <a:pt x="13445" y="13521"/>
                    </a:cubicBezTo>
                    <a:cubicBezTo>
                      <a:pt x="4939" y="22027"/>
                      <a:pt x="160" y="33565"/>
                      <a:pt x="160" y="45593"/>
                    </a:cubicBezTo>
                    <a:cubicBezTo>
                      <a:pt x="160" y="57622"/>
                      <a:pt x="4939" y="69160"/>
                      <a:pt x="13445" y="77665"/>
                    </a:cubicBezTo>
                    <a:cubicBezTo>
                      <a:pt x="21950" y="86171"/>
                      <a:pt x="33488" y="90950"/>
                      <a:pt x="45517" y="909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4" name="任意多边形: 形状 2543"/>
              <p:cNvSpPr/>
              <p:nvPr/>
            </p:nvSpPr>
            <p:spPr>
              <a:xfrm>
                <a:off x="6805314" y="24042778"/>
                <a:ext cx="180000" cy="180000"/>
              </a:xfrm>
              <a:custGeom>
                <a:avLst/>
                <a:gdLst>
                  <a:gd name="csX0" fmla="*/ 45550 w 90714"/>
                  <a:gd name="csY0" fmla="*/ 90904 h 90713"/>
                  <a:gd name="csX1" fmla="*/ 77622 w 90714"/>
                  <a:gd name="csY1" fmla="*/ 77619 h 90713"/>
                  <a:gd name="csX2" fmla="*/ 90907 w 90714"/>
                  <a:gd name="csY2" fmla="*/ 45547 h 90713"/>
                  <a:gd name="csX3" fmla="*/ 77622 w 90714"/>
                  <a:gd name="csY3" fmla="*/ 13475 h 90713"/>
                  <a:gd name="csX4" fmla="*/ 45550 w 90714"/>
                  <a:gd name="csY4" fmla="*/ 190 h 90713"/>
                  <a:gd name="csX5" fmla="*/ 13477 w 90714"/>
                  <a:gd name="csY5" fmla="*/ 13475 h 90713"/>
                  <a:gd name="csX6" fmla="*/ 192 w 90714"/>
                  <a:gd name="csY6" fmla="*/ 45547 h 90713"/>
                  <a:gd name="csX7" fmla="*/ 13477 w 90714"/>
                  <a:gd name="csY7" fmla="*/ 77619 h 90713"/>
                  <a:gd name="csX8" fmla="*/ 45550 w 90714"/>
                  <a:gd name="csY8" fmla="*/ 9090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0" y="90904"/>
                    </a:moveTo>
                    <a:cubicBezTo>
                      <a:pt x="57579" y="90904"/>
                      <a:pt x="69116" y="86125"/>
                      <a:pt x="77622" y="77619"/>
                    </a:cubicBezTo>
                    <a:cubicBezTo>
                      <a:pt x="86128" y="69113"/>
                      <a:pt x="90907" y="57576"/>
                      <a:pt x="90907" y="45547"/>
                    </a:cubicBezTo>
                    <a:cubicBezTo>
                      <a:pt x="90907" y="33518"/>
                      <a:pt x="86128" y="21981"/>
                      <a:pt x="77622" y="13475"/>
                    </a:cubicBezTo>
                    <a:cubicBezTo>
                      <a:pt x="69116" y="4969"/>
                      <a:pt x="57579" y="190"/>
                      <a:pt x="45550" y="190"/>
                    </a:cubicBezTo>
                    <a:cubicBezTo>
                      <a:pt x="33521" y="190"/>
                      <a:pt x="21983" y="4969"/>
                      <a:pt x="13477" y="13475"/>
                    </a:cubicBezTo>
                    <a:cubicBezTo>
                      <a:pt x="4972" y="21981"/>
                      <a:pt x="192" y="33518"/>
                      <a:pt x="192" y="45547"/>
                    </a:cubicBezTo>
                    <a:cubicBezTo>
                      <a:pt x="192" y="57576"/>
                      <a:pt x="4972" y="69113"/>
                      <a:pt x="13477" y="77619"/>
                    </a:cubicBezTo>
                    <a:cubicBezTo>
                      <a:pt x="21983" y="86125"/>
                      <a:pt x="33521" y="90904"/>
                      <a:pt x="45550" y="9090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5" name="任意多边形: 形状 2544"/>
              <p:cNvSpPr/>
              <p:nvPr/>
            </p:nvSpPr>
            <p:spPr>
              <a:xfrm>
                <a:off x="7352300" y="22547083"/>
                <a:ext cx="180000" cy="180000"/>
              </a:xfrm>
              <a:custGeom>
                <a:avLst/>
                <a:gdLst>
                  <a:gd name="csX0" fmla="*/ 45567 w 90714"/>
                  <a:gd name="csY0" fmla="*/ 90857 h 90713"/>
                  <a:gd name="csX1" fmla="*/ 77639 w 90714"/>
                  <a:gd name="csY1" fmla="*/ 77572 h 90713"/>
                  <a:gd name="csX2" fmla="*/ 90924 w 90714"/>
                  <a:gd name="csY2" fmla="*/ 45500 h 90713"/>
                  <a:gd name="csX3" fmla="*/ 77639 w 90714"/>
                  <a:gd name="csY3" fmla="*/ 13428 h 90713"/>
                  <a:gd name="csX4" fmla="*/ 45567 w 90714"/>
                  <a:gd name="csY4" fmla="*/ 144 h 90713"/>
                  <a:gd name="csX5" fmla="*/ 13494 w 90714"/>
                  <a:gd name="csY5" fmla="*/ 13428 h 90713"/>
                  <a:gd name="csX6" fmla="*/ 209 w 90714"/>
                  <a:gd name="csY6" fmla="*/ 45500 h 90713"/>
                  <a:gd name="csX7" fmla="*/ 13494 w 90714"/>
                  <a:gd name="csY7" fmla="*/ 77572 h 90713"/>
                  <a:gd name="csX8" fmla="*/ 45567 w 90714"/>
                  <a:gd name="csY8" fmla="*/ 908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7" y="90857"/>
                    </a:moveTo>
                    <a:cubicBezTo>
                      <a:pt x="57596" y="90857"/>
                      <a:pt x="69133" y="86078"/>
                      <a:pt x="77639" y="77572"/>
                    </a:cubicBezTo>
                    <a:cubicBezTo>
                      <a:pt x="86145" y="69067"/>
                      <a:pt x="90924" y="57529"/>
                      <a:pt x="90924" y="45500"/>
                    </a:cubicBezTo>
                    <a:cubicBezTo>
                      <a:pt x="90924" y="33472"/>
                      <a:pt x="86145" y="21934"/>
                      <a:pt x="77639" y="13428"/>
                    </a:cubicBezTo>
                    <a:cubicBezTo>
                      <a:pt x="69133" y="4923"/>
                      <a:pt x="57596" y="144"/>
                      <a:pt x="45567" y="144"/>
                    </a:cubicBezTo>
                    <a:cubicBezTo>
                      <a:pt x="33538" y="144"/>
                      <a:pt x="22000" y="4923"/>
                      <a:pt x="13494" y="13428"/>
                    </a:cubicBezTo>
                    <a:cubicBezTo>
                      <a:pt x="4989" y="21934"/>
                      <a:pt x="209" y="33472"/>
                      <a:pt x="209" y="45500"/>
                    </a:cubicBezTo>
                    <a:cubicBezTo>
                      <a:pt x="209" y="57529"/>
                      <a:pt x="4989" y="69067"/>
                      <a:pt x="13494" y="77572"/>
                    </a:cubicBezTo>
                    <a:cubicBezTo>
                      <a:pt x="22000" y="86078"/>
                      <a:pt x="33538" y="90857"/>
                      <a:pt x="45567" y="908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6" name="任意多边形: 形状 2545"/>
              <p:cNvSpPr/>
              <p:nvPr/>
            </p:nvSpPr>
            <p:spPr>
              <a:xfrm>
                <a:off x="7490888" y="24130329"/>
                <a:ext cx="180000" cy="180000"/>
              </a:xfrm>
              <a:custGeom>
                <a:avLst/>
                <a:gdLst>
                  <a:gd name="csX0" fmla="*/ 45571 w 90714"/>
                  <a:gd name="csY0" fmla="*/ 90907 h 90713"/>
                  <a:gd name="csX1" fmla="*/ 77644 w 90714"/>
                  <a:gd name="csY1" fmla="*/ 77622 h 90713"/>
                  <a:gd name="csX2" fmla="*/ 90928 w 90714"/>
                  <a:gd name="csY2" fmla="*/ 45550 h 90713"/>
                  <a:gd name="csX3" fmla="*/ 77644 w 90714"/>
                  <a:gd name="csY3" fmla="*/ 13478 h 90713"/>
                  <a:gd name="csX4" fmla="*/ 45571 w 90714"/>
                  <a:gd name="csY4" fmla="*/ 193 h 90713"/>
                  <a:gd name="csX5" fmla="*/ 13499 w 90714"/>
                  <a:gd name="csY5" fmla="*/ 13478 h 90713"/>
                  <a:gd name="csX6" fmla="*/ 214 w 90714"/>
                  <a:gd name="csY6" fmla="*/ 45550 h 90713"/>
                  <a:gd name="csX7" fmla="*/ 13499 w 90714"/>
                  <a:gd name="csY7" fmla="*/ 77622 h 90713"/>
                  <a:gd name="csX8" fmla="*/ 45571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907"/>
                    </a:moveTo>
                    <a:cubicBezTo>
                      <a:pt x="57600" y="90907"/>
                      <a:pt x="69138" y="86127"/>
                      <a:pt x="77644" y="77622"/>
                    </a:cubicBezTo>
                    <a:cubicBezTo>
                      <a:pt x="86149" y="69116"/>
                      <a:pt x="90928" y="57579"/>
                      <a:pt x="90928" y="45550"/>
                    </a:cubicBezTo>
                    <a:cubicBezTo>
                      <a:pt x="90928" y="33521"/>
                      <a:pt x="86149" y="21983"/>
                      <a:pt x="77644" y="13478"/>
                    </a:cubicBezTo>
                    <a:cubicBezTo>
                      <a:pt x="69138" y="4972"/>
                      <a:pt x="57600" y="193"/>
                      <a:pt x="45571" y="193"/>
                    </a:cubicBezTo>
                    <a:cubicBezTo>
                      <a:pt x="33542" y="193"/>
                      <a:pt x="22004" y="4972"/>
                      <a:pt x="13499" y="13478"/>
                    </a:cubicBezTo>
                    <a:cubicBezTo>
                      <a:pt x="4993" y="21983"/>
                      <a:pt x="214" y="33521"/>
                      <a:pt x="214" y="45550"/>
                    </a:cubicBezTo>
                    <a:cubicBezTo>
                      <a:pt x="214" y="57579"/>
                      <a:pt x="4993" y="69116"/>
                      <a:pt x="13499" y="77622"/>
                    </a:cubicBezTo>
                    <a:cubicBezTo>
                      <a:pt x="22004" y="86127"/>
                      <a:pt x="33542" y="90907"/>
                      <a:pt x="45571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7" name="任意多边形: 形状 2546"/>
              <p:cNvSpPr/>
              <p:nvPr/>
            </p:nvSpPr>
            <p:spPr>
              <a:xfrm>
                <a:off x="9264111" y="22139309"/>
                <a:ext cx="180000" cy="180000"/>
              </a:xfrm>
              <a:custGeom>
                <a:avLst/>
                <a:gdLst>
                  <a:gd name="csX0" fmla="*/ 45626 w 90714"/>
                  <a:gd name="csY0" fmla="*/ 90844 h 90713"/>
                  <a:gd name="csX1" fmla="*/ 77699 w 90714"/>
                  <a:gd name="csY1" fmla="*/ 77560 h 90713"/>
                  <a:gd name="csX2" fmla="*/ 90984 w 90714"/>
                  <a:gd name="csY2" fmla="*/ 45488 h 90713"/>
                  <a:gd name="csX3" fmla="*/ 77699 w 90714"/>
                  <a:gd name="csY3" fmla="*/ 13416 h 90713"/>
                  <a:gd name="csX4" fmla="*/ 45626 w 90714"/>
                  <a:gd name="csY4" fmla="*/ 131 h 90713"/>
                  <a:gd name="csX5" fmla="*/ 13554 w 90714"/>
                  <a:gd name="csY5" fmla="*/ 13416 h 90713"/>
                  <a:gd name="csX6" fmla="*/ 269 w 90714"/>
                  <a:gd name="csY6" fmla="*/ 45488 h 90713"/>
                  <a:gd name="csX7" fmla="*/ 13554 w 90714"/>
                  <a:gd name="csY7" fmla="*/ 77560 h 90713"/>
                  <a:gd name="csX8" fmla="*/ 45626 w 90714"/>
                  <a:gd name="csY8" fmla="*/ 9084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6" y="90844"/>
                    </a:moveTo>
                    <a:cubicBezTo>
                      <a:pt x="57655" y="90844"/>
                      <a:pt x="69193" y="86065"/>
                      <a:pt x="77699" y="77560"/>
                    </a:cubicBezTo>
                    <a:cubicBezTo>
                      <a:pt x="86204" y="69054"/>
                      <a:pt x="90984" y="57516"/>
                      <a:pt x="90984" y="45488"/>
                    </a:cubicBezTo>
                    <a:cubicBezTo>
                      <a:pt x="90984" y="33459"/>
                      <a:pt x="86204" y="21921"/>
                      <a:pt x="77699" y="13416"/>
                    </a:cubicBezTo>
                    <a:cubicBezTo>
                      <a:pt x="69193" y="4910"/>
                      <a:pt x="57655" y="131"/>
                      <a:pt x="45626" y="131"/>
                    </a:cubicBezTo>
                    <a:cubicBezTo>
                      <a:pt x="33597" y="131"/>
                      <a:pt x="22060" y="4910"/>
                      <a:pt x="13554" y="13416"/>
                    </a:cubicBezTo>
                    <a:cubicBezTo>
                      <a:pt x="5048" y="21921"/>
                      <a:pt x="269" y="33459"/>
                      <a:pt x="269" y="45488"/>
                    </a:cubicBezTo>
                    <a:cubicBezTo>
                      <a:pt x="269" y="57516"/>
                      <a:pt x="5048" y="69054"/>
                      <a:pt x="13554" y="77560"/>
                    </a:cubicBezTo>
                    <a:cubicBezTo>
                      <a:pt x="22060" y="86065"/>
                      <a:pt x="33597" y="90844"/>
                      <a:pt x="45626" y="9084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8" name="任意多边形: 形状 2547"/>
              <p:cNvSpPr/>
              <p:nvPr/>
            </p:nvSpPr>
            <p:spPr>
              <a:xfrm>
                <a:off x="8393222" y="24698218"/>
                <a:ext cx="180000" cy="180000"/>
              </a:xfrm>
              <a:custGeom>
                <a:avLst/>
                <a:gdLst>
                  <a:gd name="csX0" fmla="*/ 45599 w 90714"/>
                  <a:gd name="csY0" fmla="*/ 90924 h 90713"/>
                  <a:gd name="csX1" fmla="*/ 77672 w 90714"/>
                  <a:gd name="csY1" fmla="*/ 77640 h 90713"/>
                  <a:gd name="csX2" fmla="*/ 90956 w 90714"/>
                  <a:gd name="csY2" fmla="*/ 45567 h 90713"/>
                  <a:gd name="csX3" fmla="*/ 77672 w 90714"/>
                  <a:gd name="csY3" fmla="*/ 13495 h 90713"/>
                  <a:gd name="csX4" fmla="*/ 45599 w 90714"/>
                  <a:gd name="csY4" fmla="*/ 211 h 90713"/>
                  <a:gd name="csX5" fmla="*/ 13527 w 90714"/>
                  <a:gd name="csY5" fmla="*/ 13495 h 90713"/>
                  <a:gd name="csX6" fmla="*/ 242 w 90714"/>
                  <a:gd name="csY6" fmla="*/ 45567 h 90713"/>
                  <a:gd name="csX7" fmla="*/ 13527 w 90714"/>
                  <a:gd name="csY7" fmla="*/ 77640 h 90713"/>
                  <a:gd name="csX8" fmla="*/ 45599 w 90714"/>
                  <a:gd name="csY8" fmla="*/ 9092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9" y="90924"/>
                    </a:moveTo>
                    <a:cubicBezTo>
                      <a:pt x="57628" y="90924"/>
                      <a:pt x="69166" y="86145"/>
                      <a:pt x="77672" y="77640"/>
                    </a:cubicBezTo>
                    <a:cubicBezTo>
                      <a:pt x="86177" y="69134"/>
                      <a:pt x="90956" y="57596"/>
                      <a:pt x="90956" y="45567"/>
                    </a:cubicBezTo>
                    <a:cubicBezTo>
                      <a:pt x="90956" y="33539"/>
                      <a:pt x="86177" y="22001"/>
                      <a:pt x="77672" y="13495"/>
                    </a:cubicBezTo>
                    <a:cubicBezTo>
                      <a:pt x="69166" y="4990"/>
                      <a:pt x="57628" y="211"/>
                      <a:pt x="45599" y="211"/>
                    </a:cubicBezTo>
                    <a:cubicBezTo>
                      <a:pt x="33570" y="211"/>
                      <a:pt x="22032" y="4990"/>
                      <a:pt x="13527" y="13495"/>
                    </a:cubicBezTo>
                    <a:cubicBezTo>
                      <a:pt x="5021" y="22001"/>
                      <a:pt x="242" y="33539"/>
                      <a:pt x="242" y="45567"/>
                    </a:cubicBezTo>
                    <a:cubicBezTo>
                      <a:pt x="242" y="57596"/>
                      <a:pt x="5021" y="69134"/>
                      <a:pt x="13527" y="77640"/>
                    </a:cubicBezTo>
                    <a:cubicBezTo>
                      <a:pt x="22032" y="86145"/>
                      <a:pt x="33570" y="90924"/>
                      <a:pt x="45599" y="9092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49" name="任意多边形: 形状 2548"/>
              <p:cNvSpPr/>
              <p:nvPr/>
            </p:nvSpPr>
            <p:spPr>
              <a:xfrm>
                <a:off x="5664593" y="22591091"/>
                <a:ext cx="180000" cy="180000"/>
              </a:xfrm>
              <a:custGeom>
                <a:avLst/>
                <a:gdLst>
                  <a:gd name="csX0" fmla="*/ 45514 w 90714"/>
                  <a:gd name="csY0" fmla="*/ 90859 h 90713"/>
                  <a:gd name="csX1" fmla="*/ 77587 w 90714"/>
                  <a:gd name="csY1" fmla="*/ 77574 h 90713"/>
                  <a:gd name="csX2" fmla="*/ 90871 w 90714"/>
                  <a:gd name="csY2" fmla="*/ 45502 h 90713"/>
                  <a:gd name="csX3" fmla="*/ 77587 w 90714"/>
                  <a:gd name="csY3" fmla="*/ 13430 h 90713"/>
                  <a:gd name="csX4" fmla="*/ 45514 w 90714"/>
                  <a:gd name="csY4" fmla="*/ 145 h 90713"/>
                  <a:gd name="csX5" fmla="*/ 13442 w 90714"/>
                  <a:gd name="csY5" fmla="*/ 13430 h 90713"/>
                  <a:gd name="csX6" fmla="*/ 157 w 90714"/>
                  <a:gd name="csY6" fmla="*/ 45502 h 90713"/>
                  <a:gd name="csX7" fmla="*/ 13442 w 90714"/>
                  <a:gd name="csY7" fmla="*/ 77574 h 90713"/>
                  <a:gd name="csX8" fmla="*/ 45514 w 90714"/>
                  <a:gd name="csY8" fmla="*/ 9085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4" y="90859"/>
                    </a:moveTo>
                    <a:cubicBezTo>
                      <a:pt x="57543" y="90859"/>
                      <a:pt x="69081" y="86079"/>
                      <a:pt x="77587" y="77574"/>
                    </a:cubicBezTo>
                    <a:cubicBezTo>
                      <a:pt x="86092" y="69068"/>
                      <a:pt x="90871" y="57531"/>
                      <a:pt x="90871" y="45502"/>
                    </a:cubicBezTo>
                    <a:cubicBezTo>
                      <a:pt x="90871" y="33473"/>
                      <a:pt x="86092" y="21935"/>
                      <a:pt x="77587" y="13430"/>
                    </a:cubicBezTo>
                    <a:cubicBezTo>
                      <a:pt x="69081" y="4924"/>
                      <a:pt x="57543" y="145"/>
                      <a:pt x="45514" y="145"/>
                    </a:cubicBezTo>
                    <a:cubicBezTo>
                      <a:pt x="33485" y="145"/>
                      <a:pt x="21947" y="4924"/>
                      <a:pt x="13442" y="13430"/>
                    </a:cubicBezTo>
                    <a:cubicBezTo>
                      <a:pt x="4936" y="21935"/>
                      <a:pt x="157" y="33473"/>
                      <a:pt x="157" y="45502"/>
                    </a:cubicBezTo>
                    <a:cubicBezTo>
                      <a:pt x="157" y="57531"/>
                      <a:pt x="4936" y="69068"/>
                      <a:pt x="13442" y="77574"/>
                    </a:cubicBezTo>
                    <a:cubicBezTo>
                      <a:pt x="21947" y="86079"/>
                      <a:pt x="33485" y="90859"/>
                      <a:pt x="45514" y="9085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0" name="任意多边形: 形状 2549"/>
              <p:cNvSpPr/>
              <p:nvPr/>
            </p:nvSpPr>
            <p:spPr>
              <a:xfrm>
                <a:off x="5192314" y="22354311"/>
                <a:ext cx="180000" cy="180000"/>
              </a:xfrm>
              <a:custGeom>
                <a:avLst/>
                <a:gdLst>
                  <a:gd name="csX0" fmla="*/ 45499 w 90714"/>
                  <a:gd name="csY0" fmla="*/ 90851 h 90713"/>
                  <a:gd name="csX1" fmla="*/ 77572 w 90714"/>
                  <a:gd name="csY1" fmla="*/ 77566 h 90713"/>
                  <a:gd name="csX2" fmla="*/ 90857 w 90714"/>
                  <a:gd name="csY2" fmla="*/ 45494 h 90713"/>
                  <a:gd name="csX3" fmla="*/ 77572 w 90714"/>
                  <a:gd name="csY3" fmla="*/ 13422 h 90713"/>
                  <a:gd name="csX4" fmla="*/ 45499 w 90714"/>
                  <a:gd name="csY4" fmla="*/ 138 h 90713"/>
                  <a:gd name="csX5" fmla="*/ 13427 w 90714"/>
                  <a:gd name="csY5" fmla="*/ 13422 h 90713"/>
                  <a:gd name="csX6" fmla="*/ 142 w 90714"/>
                  <a:gd name="csY6" fmla="*/ 45494 h 90713"/>
                  <a:gd name="csX7" fmla="*/ 13427 w 90714"/>
                  <a:gd name="csY7" fmla="*/ 77566 h 90713"/>
                  <a:gd name="csX8" fmla="*/ 45499 w 90714"/>
                  <a:gd name="csY8" fmla="*/ 9085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9" y="90851"/>
                    </a:moveTo>
                    <a:cubicBezTo>
                      <a:pt x="57528" y="90851"/>
                      <a:pt x="69066" y="86072"/>
                      <a:pt x="77572" y="77566"/>
                    </a:cubicBezTo>
                    <a:cubicBezTo>
                      <a:pt x="86078" y="69061"/>
                      <a:pt x="90857" y="57523"/>
                      <a:pt x="90857" y="45494"/>
                    </a:cubicBezTo>
                    <a:cubicBezTo>
                      <a:pt x="90857" y="33466"/>
                      <a:pt x="86078" y="21928"/>
                      <a:pt x="77572" y="13422"/>
                    </a:cubicBezTo>
                    <a:cubicBezTo>
                      <a:pt x="69066" y="4917"/>
                      <a:pt x="57528" y="138"/>
                      <a:pt x="45499" y="138"/>
                    </a:cubicBezTo>
                    <a:cubicBezTo>
                      <a:pt x="33470" y="138"/>
                      <a:pt x="21933" y="4917"/>
                      <a:pt x="13427" y="13422"/>
                    </a:cubicBezTo>
                    <a:cubicBezTo>
                      <a:pt x="4921" y="21928"/>
                      <a:pt x="142" y="33466"/>
                      <a:pt x="142" y="45494"/>
                    </a:cubicBezTo>
                    <a:cubicBezTo>
                      <a:pt x="142" y="57523"/>
                      <a:pt x="4921" y="69061"/>
                      <a:pt x="13427" y="77566"/>
                    </a:cubicBezTo>
                    <a:cubicBezTo>
                      <a:pt x="21933" y="86072"/>
                      <a:pt x="33470" y="90851"/>
                      <a:pt x="45499" y="9085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1" name="任意多边形: 形状 2550"/>
              <p:cNvSpPr/>
              <p:nvPr/>
            </p:nvSpPr>
            <p:spPr>
              <a:xfrm>
                <a:off x="8288956" y="21864162"/>
                <a:ext cx="180000" cy="180000"/>
              </a:xfrm>
              <a:custGeom>
                <a:avLst/>
                <a:gdLst>
                  <a:gd name="csX0" fmla="*/ 45596 w 90714"/>
                  <a:gd name="csY0" fmla="*/ 90836 h 90713"/>
                  <a:gd name="csX1" fmla="*/ 77668 w 90714"/>
                  <a:gd name="csY1" fmla="*/ 77551 h 90713"/>
                  <a:gd name="csX2" fmla="*/ 90953 w 90714"/>
                  <a:gd name="csY2" fmla="*/ 45479 h 90713"/>
                  <a:gd name="csX3" fmla="*/ 77668 w 90714"/>
                  <a:gd name="csY3" fmla="*/ 13407 h 90713"/>
                  <a:gd name="csX4" fmla="*/ 45596 w 90714"/>
                  <a:gd name="csY4" fmla="*/ 122 h 90713"/>
                  <a:gd name="csX5" fmla="*/ 13524 w 90714"/>
                  <a:gd name="csY5" fmla="*/ 13407 h 90713"/>
                  <a:gd name="csX6" fmla="*/ 239 w 90714"/>
                  <a:gd name="csY6" fmla="*/ 45479 h 90713"/>
                  <a:gd name="csX7" fmla="*/ 13524 w 90714"/>
                  <a:gd name="csY7" fmla="*/ 77551 h 90713"/>
                  <a:gd name="csX8" fmla="*/ 45596 w 90714"/>
                  <a:gd name="csY8" fmla="*/ 908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6" y="90836"/>
                    </a:moveTo>
                    <a:cubicBezTo>
                      <a:pt x="57625" y="90836"/>
                      <a:pt x="69163" y="86057"/>
                      <a:pt x="77668" y="77551"/>
                    </a:cubicBezTo>
                    <a:cubicBezTo>
                      <a:pt x="86174" y="69046"/>
                      <a:pt x="90953" y="57508"/>
                      <a:pt x="90953" y="45479"/>
                    </a:cubicBezTo>
                    <a:cubicBezTo>
                      <a:pt x="90953" y="33450"/>
                      <a:pt x="86174" y="21913"/>
                      <a:pt x="77668" y="13407"/>
                    </a:cubicBezTo>
                    <a:cubicBezTo>
                      <a:pt x="69163" y="4901"/>
                      <a:pt x="57625" y="122"/>
                      <a:pt x="45596" y="122"/>
                    </a:cubicBezTo>
                    <a:cubicBezTo>
                      <a:pt x="33567" y="122"/>
                      <a:pt x="22029" y="4901"/>
                      <a:pt x="13524" y="13407"/>
                    </a:cubicBezTo>
                    <a:cubicBezTo>
                      <a:pt x="5018" y="21913"/>
                      <a:pt x="239" y="33450"/>
                      <a:pt x="239" y="45479"/>
                    </a:cubicBezTo>
                    <a:cubicBezTo>
                      <a:pt x="239" y="57508"/>
                      <a:pt x="5018" y="69046"/>
                      <a:pt x="13524" y="77551"/>
                    </a:cubicBezTo>
                    <a:cubicBezTo>
                      <a:pt x="22029" y="86057"/>
                      <a:pt x="33567" y="90836"/>
                      <a:pt x="45596" y="908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2" name="任意多边形: 形状 2551"/>
              <p:cNvSpPr/>
              <p:nvPr/>
            </p:nvSpPr>
            <p:spPr>
              <a:xfrm>
                <a:off x="7147115" y="22737375"/>
                <a:ext cx="180000" cy="180000"/>
              </a:xfrm>
              <a:custGeom>
                <a:avLst/>
                <a:gdLst>
                  <a:gd name="csX0" fmla="*/ 45560 w 90714"/>
                  <a:gd name="csY0" fmla="*/ 90863 h 90713"/>
                  <a:gd name="csX1" fmla="*/ 77633 w 90714"/>
                  <a:gd name="csY1" fmla="*/ 77578 h 90713"/>
                  <a:gd name="csX2" fmla="*/ 90918 w 90714"/>
                  <a:gd name="csY2" fmla="*/ 45506 h 90713"/>
                  <a:gd name="csX3" fmla="*/ 77633 w 90714"/>
                  <a:gd name="csY3" fmla="*/ 13434 h 90713"/>
                  <a:gd name="csX4" fmla="*/ 45560 w 90714"/>
                  <a:gd name="csY4" fmla="*/ 150 h 90713"/>
                  <a:gd name="csX5" fmla="*/ 13488 w 90714"/>
                  <a:gd name="csY5" fmla="*/ 13434 h 90713"/>
                  <a:gd name="csX6" fmla="*/ 203 w 90714"/>
                  <a:gd name="csY6" fmla="*/ 45506 h 90713"/>
                  <a:gd name="csX7" fmla="*/ 13488 w 90714"/>
                  <a:gd name="csY7" fmla="*/ 77578 h 90713"/>
                  <a:gd name="csX8" fmla="*/ 45560 w 90714"/>
                  <a:gd name="csY8" fmla="*/ 9086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0" y="90863"/>
                    </a:moveTo>
                    <a:cubicBezTo>
                      <a:pt x="57589" y="90863"/>
                      <a:pt x="69127" y="86084"/>
                      <a:pt x="77633" y="77578"/>
                    </a:cubicBezTo>
                    <a:cubicBezTo>
                      <a:pt x="86138" y="69073"/>
                      <a:pt x="90918" y="57535"/>
                      <a:pt x="90918" y="45506"/>
                    </a:cubicBezTo>
                    <a:cubicBezTo>
                      <a:pt x="90918" y="33478"/>
                      <a:pt x="86138" y="21940"/>
                      <a:pt x="77633" y="13434"/>
                    </a:cubicBezTo>
                    <a:cubicBezTo>
                      <a:pt x="69127" y="4929"/>
                      <a:pt x="57589" y="150"/>
                      <a:pt x="45560" y="150"/>
                    </a:cubicBezTo>
                    <a:cubicBezTo>
                      <a:pt x="33531" y="150"/>
                      <a:pt x="21994" y="4929"/>
                      <a:pt x="13488" y="13434"/>
                    </a:cubicBezTo>
                    <a:cubicBezTo>
                      <a:pt x="4982" y="21940"/>
                      <a:pt x="203" y="33478"/>
                      <a:pt x="203" y="45506"/>
                    </a:cubicBezTo>
                    <a:cubicBezTo>
                      <a:pt x="203" y="57535"/>
                      <a:pt x="4982" y="69073"/>
                      <a:pt x="13488" y="77578"/>
                    </a:cubicBezTo>
                    <a:cubicBezTo>
                      <a:pt x="21994" y="86084"/>
                      <a:pt x="33531" y="90863"/>
                      <a:pt x="45560" y="9086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3" name="任意多边形: 形状 2552"/>
              <p:cNvSpPr/>
              <p:nvPr/>
            </p:nvSpPr>
            <p:spPr>
              <a:xfrm>
                <a:off x="6599218" y="20955641"/>
                <a:ext cx="180000" cy="180000"/>
              </a:xfrm>
              <a:custGeom>
                <a:avLst/>
                <a:gdLst>
                  <a:gd name="csX0" fmla="*/ 45543 w 90714"/>
                  <a:gd name="csY0" fmla="*/ 90808 h 90713"/>
                  <a:gd name="csX1" fmla="*/ 77616 w 90714"/>
                  <a:gd name="csY1" fmla="*/ 77523 h 90713"/>
                  <a:gd name="csX2" fmla="*/ 90901 w 90714"/>
                  <a:gd name="csY2" fmla="*/ 45451 h 90713"/>
                  <a:gd name="csX3" fmla="*/ 77616 w 90714"/>
                  <a:gd name="csY3" fmla="*/ 13379 h 90713"/>
                  <a:gd name="csX4" fmla="*/ 45543 w 90714"/>
                  <a:gd name="csY4" fmla="*/ 94 h 90713"/>
                  <a:gd name="csX5" fmla="*/ 13471 w 90714"/>
                  <a:gd name="csY5" fmla="*/ 13379 h 90713"/>
                  <a:gd name="csX6" fmla="*/ 186 w 90714"/>
                  <a:gd name="csY6" fmla="*/ 45451 h 90713"/>
                  <a:gd name="csX7" fmla="*/ 13471 w 90714"/>
                  <a:gd name="csY7" fmla="*/ 77523 h 90713"/>
                  <a:gd name="csX8" fmla="*/ 45543 w 90714"/>
                  <a:gd name="csY8" fmla="*/ 9080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3" y="90808"/>
                    </a:moveTo>
                    <a:cubicBezTo>
                      <a:pt x="57572" y="90808"/>
                      <a:pt x="69110" y="86028"/>
                      <a:pt x="77616" y="77523"/>
                    </a:cubicBezTo>
                    <a:cubicBezTo>
                      <a:pt x="86121" y="69017"/>
                      <a:pt x="90901" y="57480"/>
                      <a:pt x="90901" y="45451"/>
                    </a:cubicBezTo>
                    <a:cubicBezTo>
                      <a:pt x="90901" y="33422"/>
                      <a:pt x="86121" y="21884"/>
                      <a:pt x="77616" y="13379"/>
                    </a:cubicBezTo>
                    <a:cubicBezTo>
                      <a:pt x="69110" y="4873"/>
                      <a:pt x="57572" y="94"/>
                      <a:pt x="45543" y="94"/>
                    </a:cubicBezTo>
                    <a:cubicBezTo>
                      <a:pt x="33514" y="94"/>
                      <a:pt x="21977" y="4873"/>
                      <a:pt x="13471" y="13379"/>
                    </a:cubicBezTo>
                    <a:cubicBezTo>
                      <a:pt x="4965" y="21884"/>
                      <a:pt x="186" y="33422"/>
                      <a:pt x="186" y="45451"/>
                    </a:cubicBezTo>
                    <a:cubicBezTo>
                      <a:pt x="186" y="57480"/>
                      <a:pt x="4965" y="69017"/>
                      <a:pt x="13471" y="77523"/>
                    </a:cubicBezTo>
                    <a:cubicBezTo>
                      <a:pt x="21977" y="86028"/>
                      <a:pt x="33514" y="90808"/>
                      <a:pt x="45543" y="9080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4" name="任意多边形: 形状 2553"/>
              <p:cNvSpPr/>
              <p:nvPr/>
            </p:nvSpPr>
            <p:spPr>
              <a:xfrm>
                <a:off x="7189785" y="23865180"/>
                <a:ext cx="180000" cy="180000"/>
              </a:xfrm>
              <a:custGeom>
                <a:avLst/>
                <a:gdLst>
                  <a:gd name="csX0" fmla="*/ 45562 w 90714"/>
                  <a:gd name="csY0" fmla="*/ 90898 h 90713"/>
                  <a:gd name="csX1" fmla="*/ 77634 w 90714"/>
                  <a:gd name="csY1" fmla="*/ 77614 h 90713"/>
                  <a:gd name="csX2" fmla="*/ 90919 w 90714"/>
                  <a:gd name="csY2" fmla="*/ 45542 h 90713"/>
                  <a:gd name="csX3" fmla="*/ 77634 w 90714"/>
                  <a:gd name="csY3" fmla="*/ 13469 h 90713"/>
                  <a:gd name="csX4" fmla="*/ 45562 w 90714"/>
                  <a:gd name="csY4" fmla="*/ 185 h 90713"/>
                  <a:gd name="csX5" fmla="*/ 13489 w 90714"/>
                  <a:gd name="csY5" fmla="*/ 13469 h 90713"/>
                  <a:gd name="csX6" fmla="*/ 204 w 90714"/>
                  <a:gd name="csY6" fmla="*/ 45542 h 90713"/>
                  <a:gd name="csX7" fmla="*/ 13489 w 90714"/>
                  <a:gd name="csY7" fmla="*/ 77614 h 90713"/>
                  <a:gd name="csX8" fmla="*/ 45562 w 90714"/>
                  <a:gd name="csY8" fmla="*/ 9089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2" y="90898"/>
                    </a:moveTo>
                    <a:cubicBezTo>
                      <a:pt x="57591" y="90898"/>
                      <a:pt x="69128" y="86119"/>
                      <a:pt x="77634" y="77614"/>
                    </a:cubicBezTo>
                    <a:cubicBezTo>
                      <a:pt x="86140" y="69108"/>
                      <a:pt x="90919" y="57570"/>
                      <a:pt x="90919" y="45542"/>
                    </a:cubicBezTo>
                    <a:cubicBezTo>
                      <a:pt x="90919" y="33513"/>
                      <a:pt x="86140" y="21975"/>
                      <a:pt x="77634" y="13469"/>
                    </a:cubicBezTo>
                    <a:cubicBezTo>
                      <a:pt x="69128" y="4964"/>
                      <a:pt x="57591" y="185"/>
                      <a:pt x="45562" y="185"/>
                    </a:cubicBezTo>
                    <a:cubicBezTo>
                      <a:pt x="33533" y="185"/>
                      <a:pt x="21995" y="4964"/>
                      <a:pt x="13489" y="13469"/>
                    </a:cubicBezTo>
                    <a:cubicBezTo>
                      <a:pt x="4984" y="21975"/>
                      <a:pt x="204" y="33513"/>
                      <a:pt x="204" y="45542"/>
                    </a:cubicBezTo>
                    <a:cubicBezTo>
                      <a:pt x="204" y="57570"/>
                      <a:pt x="4984" y="69108"/>
                      <a:pt x="13489" y="77614"/>
                    </a:cubicBezTo>
                    <a:cubicBezTo>
                      <a:pt x="21995" y="86119"/>
                      <a:pt x="33533" y="90898"/>
                      <a:pt x="45562" y="9089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5" name="任意多边形: 形状 2554"/>
              <p:cNvSpPr/>
              <p:nvPr/>
            </p:nvSpPr>
            <p:spPr>
              <a:xfrm>
                <a:off x="9009081" y="22549808"/>
                <a:ext cx="180000" cy="180000"/>
              </a:xfrm>
              <a:custGeom>
                <a:avLst/>
                <a:gdLst>
                  <a:gd name="csX0" fmla="*/ 45618 w 90714"/>
                  <a:gd name="csY0" fmla="*/ 90857 h 90713"/>
                  <a:gd name="csX1" fmla="*/ 77691 w 90714"/>
                  <a:gd name="csY1" fmla="*/ 77573 h 90713"/>
                  <a:gd name="csX2" fmla="*/ 90976 w 90714"/>
                  <a:gd name="csY2" fmla="*/ 45500 h 90713"/>
                  <a:gd name="csX3" fmla="*/ 77691 w 90714"/>
                  <a:gd name="csY3" fmla="*/ 13428 h 90713"/>
                  <a:gd name="csX4" fmla="*/ 45618 w 90714"/>
                  <a:gd name="csY4" fmla="*/ 144 h 90713"/>
                  <a:gd name="csX5" fmla="*/ 13546 w 90714"/>
                  <a:gd name="csY5" fmla="*/ 13428 h 90713"/>
                  <a:gd name="csX6" fmla="*/ 261 w 90714"/>
                  <a:gd name="csY6" fmla="*/ 45500 h 90713"/>
                  <a:gd name="csX7" fmla="*/ 13546 w 90714"/>
                  <a:gd name="csY7" fmla="*/ 77573 h 90713"/>
                  <a:gd name="csX8" fmla="*/ 45618 w 90714"/>
                  <a:gd name="csY8" fmla="*/ 908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8" y="90857"/>
                    </a:moveTo>
                    <a:cubicBezTo>
                      <a:pt x="57647" y="90857"/>
                      <a:pt x="69185" y="86078"/>
                      <a:pt x="77691" y="77573"/>
                    </a:cubicBezTo>
                    <a:cubicBezTo>
                      <a:pt x="86197" y="69067"/>
                      <a:pt x="90976" y="57529"/>
                      <a:pt x="90976" y="45500"/>
                    </a:cubicBezTo>
                    <a:cubicBezTo>
                      <a:pt x="90976" y="33472"/>
                      <a:pt x="86197" y="21934"/>
                      <a:pt x="77691" y="13428"/>
                    </a:cubicBezTo>
                    <a:cubicBezTo>
                      <a:pt x="69185" y="4923"/>
                      <a:pt x="57647" y="144"/>
                      <a:pt x="45618" y="144"/>
                    </a:cubicBezTo>
                    <a:cubicBezTo>
                      <a:pt x="33590" y="144"/>
                      <a:pt x="22052" y="4923"/>
                      <a:pt x="13546" y="13428"/>
                    </a:cubicBezTo>
                    <a:cubicBezTo>
                      <a:pt x="5040" y="21934"/>
                      <a:pt x="261" y="33472"/>
                      <a:pt x="261" y="45500"/>
                    </a:cubicBezTo>
                    <a:cubicBezTo>
                      <a:pt x="261" y="57529"/>
                      <a:pt x="5040" y="69067"/>
                      <a:pt x="13546" y="77573"/>
                    </a:cubicBezTo>
                    <a:cubicBezTo>
                      <a:pt x="22052" y="86078"/>
                      <a:pt x="33590" y="90857"/>
                      <a:pt x="45618" y="908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6" name="任意多边形: 形状 2555"/>
              <p:cNvSpPr/>
              <p:nvPr/>
            </p:nvSpPr>
            <p:spPr>
              <a:xfrm>
                <a:off x="9089376" y="23481204"/>
                <a:ext cx="180000" cy="180000"/>
              </a:xfrm>
              <a:custGeom>
                <a:avLst/>
                <a:gdLst>
                  <a:gd name="csX0" fmla="*/ 45621 w 90714"/>
                  <a:gd name="csY0" fmla="*/ 90886 h 90713"/>
                  <a:gd name="csX1" fmla="*/ 77693 w 90714"/>
                  <a:gd name="csY1" fmla="*/ 77602 h 90713"/>
                  <a:gd name="csX2" fmla="*/ 90978 w 90714"/>
                  <a:gd name="csY2" fmla="*/ 45530 h 90713"/>
                  <a:gd name="csX3" fmla="*/ 77693 w 90714"/>
                  <a:gd name="csY3" fmla="*/ 13457 h 90713"/>
                  <a:gd name="csX4" fmla="*/ 45621 w 90714"/>
                  <a:gd name="csY4" fmla="*/ 173 h 90713"/>
                  <a:gd name="csX5" fmla="*/ 13548 w 90714"/>
                  <a:gd name="csY5" fmla="*/ 13457 h 90713"/>
                  <a:gd name="csX6" fmla="*/ 264 w 90714"/>
                  <a:gd name="csY6" fmla="*/ 45530 h 90713"/>
                  <a:gd name="csX7" fmla="*/ 13548 w 90714"/>
                  <a:gd name="csY7" fmla="*/ 77602 h 90713"/>
                  <a:gd name="csX8" fmla="*/ 45621 w 90714"/>
                  <a:gd name="csY8" fmla="*/ 9088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1" y="90886"/>
                    </a:moveTo>
                    <a:cubicBezTo>
                      <a:pt x="57650" y="90886"/>
                      <a:pt x="69188" y="86107"/>
                      <a:pt x="77693" y="77602"/>
                    </a:cubicBezTo>
                    <a:cubicBezTo>
                      <a:pt x="86199" y="69096"/>
                      <a:pt x="90978" y="57558"/>
                      <a:pt x="90978" y="45530"/>
                    </a:cubicBezTo>
                    <a:cubicBezTo>
                      <a:pt x="90978" y="33501"/>
                      <a:pt x="86199" y="21963"/>
                      <a:pt x="77693" y="13457"/>
                    </a:cubicBezTo>
                    <a:cubicBezTo>
                      <a:pt x="69188" y="4952"/>
                      <a:pt x="57650" y="173"/>
                      <a:pt x="45621" y="173"/>
                    </a:cubicBezTo>
                    <a:cubicBezTo>
                      <a:pt x="33592" y="173"/>
                      <a:pt x="22054" y="4952"/>
                      <a:pt x="13548" y="13457"/>
                    </a:cubicBezTo>
                    <a:cubicBezTo>
                      <a:pt x="5043" y="21963"/>
                      <a:pt x="264" y="33501"/>
                      <a:pt x="264" y="45530"/>
                    </a:cubicBezTo>
                    <a:cubicBezTo>
                      <a:pt x="264" y="57558"/>
                      <a:pt x="5043" y="69096"/>
                      <a:pt x="13548" y="77602"/>
                    </a:cubicBezTo>
                    <a:cubicBezTo>
                      <a:pt x="22054" y="86107"/>
                      <a:pt x="33592" y="90886"/>
                      <a:pt x="45621" y="9088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7" name="任意多边形: 形状 2556"/>
              <p:cNvSpPr/>
              <p:nvPr/>
            </p:nvSpPr>
            <p:spPr>
              <a:xfrm>
                <a:off x="9767986" y="23727304"/>
                <a:ext cx="180000" cy="180000"/>
              </a:xfrm>
              <a:custGeom>
                <a:avLst/>
                <a:gdLst>
                  <a:gd name="csX0" fmla="*/ 45642 w 90714"/>
                  <a:gd name="csY0" fmla="*/ 90894 h 90713"/>
                  <a:gd name="csX1" fmla="*/ 77714 w 90714"/>
                  <a:gd name="csY1" fmla="*/ 77609 h 90713"/>
                  <a:gd name="csX2" fmla="*/ 90999 w 90714"/>
                  <a:gd name="csY2" fmla="*/ 45537 h 90713"/>
                  <a:gd name="csX3" fmla="*/ 77714 w 90714"/>
                  <a:gd name="csY3" fmla="*/ 13465 h 90713"/>
                  <a:gd name="csX4" fmla="*/ 45642 w 90714"/>
                  <a:gd name="csY4" fmla="*/ 180 h 90713"/>
                  <a:gd name="csX5" fmla="*/ 13570 w 90714"/>
                  <a:gd name="csY5" fmla="*/ 13465 h 90713"/>
                  <a:gd name="csX6" fmla="*/ 285 w 90714"/>
                  <a:gd name="csY6" fmla="*/ 45537 h 90713"/>
                  <a:gd name="csX7" fmla="*/ 13570 w 90714"/>
                  <a:gd name="csY7" fmla="*/ 77609 h 90713"/>
                  <a:gd name="csX8" fmla="*/ 45642 w 90714"/>
                  <a:gd name="csY8" fmla="*/ 9089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42" y="90894"/>
                    </a:moveTo>
                    <a:cubicBezTo>
                      <a:pt x="57671" y="90894"/>
                      <a:pt x="69209" y="86115"/>
                      <a:pt x="77714" y="77609"/>
                    </a:cubicBezTo>
                    <a:cubicBezTo>
                      <a:pt x="86220" y="69104"/>
                      <a:pt x="90999" y="57566"/>
                      <a:pt x="90999" y="45537"/>
                    </a:cubicBezTo>
                    <a:cubicBezTo>
                      <a:pt x="90999" y="33508"/>
                      <a:pt x="86220" y="21971"/>
                      <a:pt x="77714" y="13465"/>
                    </a:cubicBezTo>
                    <a:cubicBezTo>
                      <a:pt x="69209" y="4960"/>
                      <a:pt x="57671" y="180"/>
                      <a:pt x="45642" y="180"/>
                    </a:cubicBezTo>
                    <a:cubicBezTo>
                      <a:pt x="33613" y="180"/>
                      <a:pt x="22075" y="4960"/>
                      <a:pt x="13570" y="13465"/>
                    </a:cubicBezTo>
                    <a:cubicBezTo>
                      <a:pt x="5064" y="21971"/>
                      <a:pt x="285" y="33508"/>
                      <a:pt x="285" y="45537"/>
                    </a:cubicBezTo>
                    <a:cubicBezTo>
                      <a:pt x="285" y="57566"/>
                      <a:pt x="5064" y="69104"/>
                      <a:pt x="13570" y="77609"/>
                    </a:cubicBezTo>
                    <a:cubicBezTo>
                      <a:pt x="22075" y="86115"/>
                      <a:pt x="33613" y="90894"/>
                      <a:pt x="45642" y="9089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8" name="任意多边形: 形状 2557"/>
              <p:cNvSpPr/>
              <p:nvPr/>
            </p:nvSpPr>
            <p:spPr>
              <a:xfrm>
                <a:off x="6971234" y="24342588"/>
                <a:ext cx="180000" cy="180000"/>
              </a:xfrm>
              <a:custGeom>
                <a:avLst/>
                <a:gdLst>
                  <a:gd name="csX0" fmla="*/ 45555 w 90714"/>
                  <a:gd name="csY0" fmla="*/ 90913 h 90713"/>
                  <a:gd name="csX1" fmla="*/ 77627 w 90714"/>
                  <a:gd name="csY1" fmla="*/ 77628 h 90713"/>
                  <a:gd name="csX2" fmla="*/ 90912 w 90714"/>
                  <a:gd name="csY2" fmla="*/ 45556 h 90713"/>
                  <a:gd name="csX3" fmla="*/ 77627 w 90714"/>
                  <a:gd name="csY3" fmla="*/ 13484 h 90713"/>
                  <a:gd name="csX4" fmla="*/ 45555 w 90714"/>
                  <a:gd name="csY4" fmla="*/ 200 h 90713"/>
                  <a:gd name="csX5" fmla="*/ 13482 w 90714"/>
                  <a:gd name="csY5" fmla="*/ 13484 h 90713"/>
                  <a:gd name="csX6" fmla="*/ 198 w 90714"/>
                  <a:gd name="csY6" fmla="*/ 45556 h 90713"/>
                  <a:gd name="csX7" fmla="*/ 13482 w 90714"/>
                  <a:gd name="csY7" fmla="*/ 77628 h 90713"/>
                  <a:gd name="csX8" fmla="*/ 45555 w 90714"/>
                  <a:gd name="csY8" fmla="*/ 9091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5" y="90913"/>
                    </a:moveTo>
                    <a:cubicBezTo>
                      <a:pt x="57584" y="90913"/>
                      <a:pt x="69122" y="86134"/>
                      <a:pt x="77627" y="77628"/>
                    </a:cubicBezTo>
                    <a:cubicBezTo>
                      <a:pt x="86133" y="69123"/>
                      <a:pt x="90912" y="57585"/>
                      <a:pt x="90912" y="45556"/>
                    </a:cubicBezTo>
                    <a:cubicBezTo>
                      <a:pt x="90912" y="33528"/>
                      <a:pt x="86133" y="21990"/>
                      <a:pt x="77627" y="13484"/>
                    </a:cubicBezTo>
                    <a:cubicBezTo>
                      <a:pt x="69122" y="4979"/>
                      <a:pt x="57584" y="200"/>
                      <a:pt x="45555" y="200"/>
                    </a:cubicBezTo>
                    <a:cubicBezTo>
                      <a:pt x="33526" y="200"/>
                      <a:pt x="21988" y="4979"/>
                      <a:pt x="13482" y="13484"/>
                    </a:cubicBezTo>
                    <a:cubicBezTo>
                      <a:pt x="4977" y="21990"/>
                      <a:pt x="198" y="33528"/>
                      <a:pt x="198" y="45556"/>
                    </a:cubicBezTo>
                    <a:cubicBezTo>
                      <a:pt x="198" y="57585"/>
                      <a:pt x="4977" y="69123"/>
                      <a:pt x="13482" y="77628"/>
                    </a:cubicBezTo>
                    <a:cubicBezTo>
                      <a:pt x="21988" y="86134"/>
                      <a:pt x="33526" y="90913"/>
                      <a:pt x="45555" y="9091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59" name="任意多边形: 形状 2558"/>
              <p:cNvSpPr/>
              <p:nvPr/>
            </p:nvSpPr>
            <p:spPr>
              <a:xfrm>
                <a:off x="8842588" y="21804037"/>
                <a:ext cx="180000" cy="180000"/>
              </a:xfrm>
              <a:custGeom>
                <a:avLst/>
                <a:gdLst>
                  <a:gd name="csX0" fmla="*/ 45613 w 90714"/>
                  <a:gd name="csY0" fmla="*/ 90834 h 90713"/>
                  <a:gd name="csX1" fmla="*/ 77686 w 90714"/>
                  <a:gd name="csY1" fmla="*/ 77549 h 90713"/>
                  <a:gd name="csX2" fmla="*/ 90970 w 90714"/>
                  <a:gd name="csY2" fmla="*/ 45477 h 90713"/>
                  <a:gd name="csX3" fmla="*/ 77686 w 90714"/>
                  <a:gd name="csY3" fmla="*/ 13405 h 90713"/>
                  <a:gd name="csX4" fmla="*/ 45613 w 90714"/>
                  <a:gd name="csY4" fmla="*/ 121 h 90713"/>
                  <a:gd name="csX5" fmla="*/ 13541 w 90714"/>
                  <a:gd name="csY5" fmla="*/ 13405 h 90713"/>
                  <a:gd name="csX6" fmla="*/ 256 w 90714"/>
                  <a:gd name="csY6" fmla="*/ 45477 h 90713"/>
                  <a:gd name="csX7" fmla="*/ 13541 w 90714"/>
                  <a:gd name="csY7" fmla="*/ 77549 h 90713"/>
                  <a:gd name="csX8" fmla="*/ 45613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3" y="90834"/>
                    </a:moveTo>
                    <a:cubicBezTo>
                      <a:pt x="57642" y="90834"/>
                      <a:pt x="69180" y="86055"/>
                      <a:pt x="77686" y="77549"/>
                    </a:cubicBezTo>
                    <a:cubicBezTo>
                      <a:pt x="86191" y="69044"/>
                      <a:pt x="90970" y="57506"/>
                      <a:pt x="90970" y="45477"/>
                    </a:cubicBezTo>
                    <a:cubicBezTo>
                      <a:pt x="90970" y="33448"/>
                      <a:pt x="86191" y="21911"/>
                      <a:pt x="77686" y="13405"/>
                    </a:cubicBezTo>
                    <a:cubicBezTo>
                      <a:pt x="69180" y="4900"/>
                      <a:pt x="57642" y="121"/>
                      <a:pt x="45613" y="121"/>
                    </a:cubicBezTo>
                    <a:cubicBezTo>
                      <a:pt x="33584" y="121"/>
                      <a:pt x="22046" y="4900"/>
                      <a:pt x="13541" y="13405"/>
                    </a:cubicBezTo>
                    <a:cubicBezTo>
                      <a:pt x="5035" y="21911"/>
                      <a:pt x="256" y="33448"/>
                      <a:pt x="256" y="45477"/>
                    </a:cubicBezTo>
                    <a:cubicBezTo>
                      <a:pt x="256" y="57506"/>
                      <a:pt x="5035" y="69044"/>
                      <a:pt x="13541" y="77549"/>
                    </a:cubicBezTo>
                    <a:cubicBezTo>
                      <a:pt x="22046" y="86055"/>
                      <a:pt x="33584" y="90834"/>
                      <a:pt x="45613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68" name="任意多边形: 形状 767"/>
              <p:cNvSpPr/>
              <p:nvPr/>
            </p:nvSpPr>
            <p:spPr>
              <a:xfrm>
                <a:off x="8405956" y="22285382"/>
                <a:ext cx="180000" cy="180000"/>
              </a:xfrm>
              <a:custGeom>
                <a:avLst/>
                <a:gdLst>
                  <a:gd name="csX0" fmla="*/ 45600 w 90714"/>
                  <a:gd name="csY0" fmla="*/ 90849 h 90713"/>
                  <a:gd name="csX1" fmla="*/ 77672 w 90714"/>
                  <a:gd name="csY1" fmla="*/ 77564 h 90713"/>
                  <a:gd name="csX2" fmla="*/ 90957 w 90714"/>
                  <a:gd name="csY2" fmla="*/ 45492 h 90713"/>
                  <a:gd name="csX3" fmla="*/ 77672 w 90714"/>
                  <a:gd name="csY3" fmla="*/ 13420 h 90713"/>
                  <a:gd name="csX4" fmla="*/ 45600 w 90714"/>
                  <a:gd name="csY4" fmla="*/ 136 h 90713"/>
                  <a:gd name="csX5" fmla="*/ 13527 w 90714"/>
                  <a:gd name="csY5" fmla="*/ 13420 h 90713"/>
                  <a:gd name="csX6" fmla="*/ 242 w 90714"/>
                  <a:gd name="csY6" fmla="*/ 45492 h 90713"/>
                  <a:gd name="csX7" fmla="*/ 13527 w 90714"/>
                  <a:gd name="csY7" fmla="*/ 77564 h 90713"/>
                  <a:gd name="csX8" fmla="*/ 45600 w 90714"/>
                  <a:gd name="csY8" fmla="*/ 908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0" y="90849"/>
                    </a:moveTo>
                    <a:cubicBezTo>
                      <a:pt x="57628" y="90849"/>
                      <a:pt x="69166" y="86070"/>
                      <a:pt x="77672" y="77564"/>
                    </a:cubicBezTo>
                    <a:cubicBezTo>
                      <a:pt x="86178" y="69059"/>
                      <a:pt x="90957" y="57521"/>
                      <a:pt x="90957" y="45492"/>
                    </a:cubicBezTo>
                    <a:cubicBezTo>
                      <a:pt x="90957" y="33464"/>
                      <a:pt x="86178" y="21926"/>
                      <a:pt x="77672" y="13420"/>
                    </a:cubicBezTo>
                    <a:cubicBezTo>
                      <a:pt x="69166" y="4915"/>
                      <a:pt x="57628" y="136"/>
                      <a:pt x="45600" y="136"/>
                    </a:cubicBezTo>
                    <a:cubicBezTo>
                      <a:pt x="33571" y="136"/>
                      <a:pt x="22033" y="4915"/>
                      <a:pt x="13527" y="13420"/>
                    </a:cubicBezTo>
                    <a:cubicBezTo>
                      <a:pt x="5021" y="21926"/>
                      <a:pt x="242" y="33464"/>
                      <a:pt x="242" y="45492"/>
                    </a:cubicBezTo>
                    <a:cubicBezTo>
                      <a:pt x="242" y="57521"/>
                      <a:pt x="5021" y="69059"/>
                      <a:pt x="13527" y="77564"/>
                    </a:cubicBezTo>
                    <a:cubicBezTo>
                      <a:pt x="22033" y="86070"/>
                      <a:pt x="33571" y="90849"/>
                      <a:pt x="45600" y="908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69" name="任意多边形: 形状 768"/>
              <p:cNvSpPr/>
              <p:nvPr/>
            </p:nvSpPr>
            <p:spPr>
              <a:xfrm>
                <a:off x="5992840" y="20953902"/>
                <a:ext cx="180000" cy="180000"/>
              </a:xfrm>
              <a:custGeom>
                <a:avLst/>
                <a:gdLst>
                  <a:gd name="csX0" fmla="*/ 45524 w 90714"/>
                  <a:gd name="csY0" fmla="*/ 90807 h 90713"/>
                  <a:gd name="csX1" fmla="*/ 77597 w 90714"/>
                  <a:gd name="csY1" fmla="*/ 77523 h 90713"/>
                  <a:gd name="csX2" fmla="*/ 90882 w 90714"/>
                  <a:gd name="csY2" fmla="*/ 45451 h 90713"/>
                  <a:gd name="csX3" fmla="*/ 77597 w 90714"/>
                  <a:gd name="csY3" fmla="*/ 13379 h 90713"/>
                  <a:gd name="csX4" fmla="*/ 45524 w 90714"/>
                  <a:gd name="csY4" fmla="*/ 94 h 90713"/>
                  <a:gd name="csX5" fmla="*/ 13452 w 90714"/>
                  <a:gd name="csY5" fmla="*/ 13379 h 90713"/>
                  <a:gd name="csX6" fmla="*/ 167 w 90714"/>
                  <a:gd name="csY6" fmla="*/ 45451 h 90713"/>
                  <a:gd name="csX7" fmla="*/ 13452 w 90714"/>
                  <a:gd name="csY7" fmla="*/ 77523 h 90713"/>
                  <a:gd name="csX8" fmla="*/ 45524 w 90714"/>
                  <a:gd name="csY8" fmla="*/ 908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807"/>
                    </a:moveTo>
                    <a:cubicBezTo>
                      <a:pt x="57553" y="90807"/>
                      <a:pt x="69091" y="86028"/>
                      <a:pt x="77597" y="77523"/>
                    </a:cubicBezTo>
                    <a:cubicBezTo>
                      <a:pt x="86102" y="69017"/>
                      <a:pt x="90882" y="57479"/>
                      <a:pt x="90882" y="45451"/>
                    </a:cubicBezTo>
                    <a:cubicBezTo>
                      <a:pt x="90882" y="33422"/>
                      <a:pt x="86102" y="21884"/>
                      <a:pt x="77597" y="13379"/>
                    </a:cubicBezTo>
                    <a:cubicBezTo>
                      <a:pt x="69091" y="4873"/>
                      <a:pt x="57553" y="94"/>
                      <a:pt x="45524" y="94"/>
                    </a:cubicBezTo>
                    <a:cubicBezTo>
                      <a:pt x="33495" y="94"/>
                      <a:pt x="21958" y="4873"/>
                      <a:pt x="13452" y="13379"/>
                    </a:cubicBezTo>
                    <a:cubicBezTo>
                      <a:pt x="4946" y="21884"/>
                      <a:pt x="167" y="33422"/>
                      <a:pt x="167" y="45451"/>
                    </a:cubicBezTo>
                    <a:cubicBezTo>
                      <a:pt x="167" y="57479"/>
                      <a:pt x="4946" y="69017"/>
                      <a:pt x="13452" y="77523"/>
                    </a:cubicBezTo>
                    <a:cubicBezTo>
                      <a:pt x="21958" y="86028"/>
                      <a:pt x="33495" y="90807"/>
                      <a:pt x="45524" y="908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0" name="任意多边形: 形状 769"/>
              <p:cNvSpPr/>
              <p:nvPr/>
            </p:nvSpPr>
            <p:spPr>
              <a:xfrm>
                <a:off x="5627106" y="23962139"/>
                <a:ext cx="180000" cy="180000"/>
              </a:xfrm>
              <a:custGeom>
                <a:avLst/>
                <a:gdLst>
                  <a:gd name="csX0" fmla="*/ 45513 w 90714"/>
                  <a:gd name="csY0" fmla="*/ 90901 h 90713"/>
                  <a:gd name="csX1" fmla="*/ 77585 w 90714"/>
                  <a:gd name="csY1" fmla="*/ 77617 h 90713"/>
                  <a:gd name="csX2" fmla="*/ 90870 w 90714"/>
                  <a:gd name="csY2" fmla="*/ 45545 h 90713"/>
                  <a:gd name="csX3" fmla="*/ 77585 w 90714"/>
                  <a:gd name="csY3" fmla="*/ 13472 h 90713"/>
                  <a:gd name="csX4" fmla="*/ 45513 w 90714"/>
                  <a:gd name="csY4" fmla="*/ 188 h 90713"/>
                  <a:gd name="csX5" fmla="*/ 13441 w 90714"/>
                  <a:gd name="csY5" fmla="*/ 13472 h 90713"/>
                  <a:gd name="csX6" fmla="*/ 156 w 90714"/>
                  <a:gd name="csY6" fmla="*/ 45545 h 90713"/>
                  <a:gd name="csX7" fmla="*/ 13441 w 90714"/>
                  <a:gd name="csY7" fmla="*/ 77617 h 90713"/>
                  <a:gd name="csX8" fmla="*/ 45513 w 90714"/>
                  <a:gd name="csY8" fmla="*/ 9090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3" y="90901"/>
                    </a:moveTo>
                    <a:cubicBezTo>
                      <a:pt x="57542" y="90901"/>
                      <a:pt x="69080" y="86122"/>
                      <a:pt x="77585" y="77617"/>
                    </a:cubicBezTo>
                    <a:cubicBezTo>
                      <a:pt x="86091" y="69111"/>
                      <a:pt x="90870" y="57573"/>
                      <a:pt x="90870" y="45545"/>
                    </a:cubicBezTo>
                    <a:cubicBezTo>
                      <a:pt x="90870" y="33516"/>
                      <a:pt x="86091" y="21978"/>
                      <a:pt x="77585" y="13472"/>
                    </a:cubicBezTo>
                    <a:cubicBezTo>
                      <a:pt x="69080" y="4967"/>
                      <a:pt x="57542" y="188"/>
                      <a:pt x="45513" y="188"/>
                    </a:cubicBezTo>
                    <a:cubicBezTo>
                      <a:pt x="33484" y="188"/>
                      <a:pt x="21946" y="4967"/>
                      <a:pt x="13441" y="13472"/>
                    </a:cubicBezTo>
                    <a:cubicBezTo>
                      <a:pt x="4935" y="21978"/>
                      <a:pt x="156" y="33516"/>
                      <a:pt x="156" y="45545"/>
                    </a:cubicBezTo>
                    <a:cubicBezTo>
                      <a:pt x="156" y="57573"/>
                      <a:pt x="4935" y="69111"/>
                      <a:pt x="13441" y="77617"/>
                    </a:cubicBezTo>
                    <a:cubicBezTo>
                      <a:pt x="21946" y="86122"/>
                      <a:pt x="33484" y="90901"/>
                      <a:pt x="45513" y="9090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1" name="任意多边形: 形状 770"/>
              <p:cNvSpPr/>
              <p:nvPr/>
            </p:nvSpPr>
            <p:spPr>
              <a:xfrm>
                <a:off x="6694958" y="23857357"/>
                <a:ext cx="180000" cy="180000"/>
              </a:xfrm>
              <a:custGeom>
                <a:avLst/>
                <a:gdLst>
                  <a:gd name="csX0" fmla="*/ 45546 w 90714"/>
                  <a:gd name="csY0" fmla="*/ 90898 h 90713"/>
                  <a:gd name="csX1" fmla="*/ 77619 w 90714"/>
                  <a:gd name="csY1" fmla="*/ 77613 h 90713"/>
                  <a:gd name="csX2" fmla="*/ 90904 w 90714"/>
                  <a:gd name="csY2" fmla="*/ 45541 h 90713"/>
                  <a:gd name="csX3" fmla="*/ 77619 w 90714"/>
                  <a:gd name="csY3" fmla="*/ 13469 h 90713"/>
                  <a:gd name="csX4" fmla="*/ 45546 w 90714"/>
                  <a:gd name="csY4" fmla="*/ 185 h 90713"/>
                  <a:gd name="csX5" fmla="*/ 13474 w 90714"/>
                  <a:gd name="csY5" fmla="*/ 13469 h 90713"/>
                  <a:gd name="csX6" fmla="*/ 189 w 90714"/>
                  <a:gd name="csY6" fmla="*/ 45541 h 90713"/>
                  <a:gd name="csX7" fmla="*/ 13474 w 90714"/>
                  <a:gd name="csY7" fmla="*/ 77613 h 90713"/>
                  <a:gd name="csX8" fmla="*/ 45546 w 90714"/>
                  <a:gd name="csY8" fmla="*/ 9089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6" y="90898"/>
                    </a:moveTo>
                    <a:cubicBezTo>
                      <a:pt x="57575" y="90898"/>
                      <a:pt x="69113" y="86119"/>
                      <a:pt x="77619" y="77613"/>
                    </a:cubicBezTo>
                    <a:cubicBezTo>
                      <a:pt x="86124" y="69108"/>
                      <a:pt x="90904" y="57570"/>
                      <a:pt x="90904" y="45541"/>
                    </a:cubicBezTo>
                    <a:cubicBezTo>
                      <a:pt x="90904" y="33513"/>
                      <a:pt x="86124" y="21975"/>
                      <a:pt x="77619" y="13469"/>
                    </a:cubicBezTo>
                    <a:cubicBezTo>
                      <a:pt x="69113" y="4964"/>
                      <a:pt x="57575" y="185"/>
                      <a:pt x="45546" y="185"/>
                    </a:cubicBezTo>
                    <a:cubicBezTo>
                      <a:pt x="33517" y="185"/>
                      <a:pt x="21980" y="4964"/>
                      <a:pt x="13474" y="13469"/>
                    </a:cubicBezTo>
                    <a:cubicBezTo>
                      <a:pt x="4968" y="21975"/>
                      <a:pt x="189" y="33513"/>
                      <a:pt x="189" y="45541"/>
                    </a:cubicBezTo>
                    <a:cubicBezTo>
                      <a:pt x="189" y="57570"/>
                      <a:pt x="4968" y="69108"/>
                      <a:pt x="13474" y="77613"/>
                    </a:cubicBezTo>
                    <a:cubicBezTo>
                      <a:pt x="21980" y="86119"/>
                      <a:pt x="33517" y="90898"/>
                      <a:pt x="45546" y="9089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2" name="任意多边形: 形状 771"/>
              <p:cNvSpPr/>
              <p:nvPr/>
            </p:nvSpPr>
            <p:spPr>
              <a:xfrm>
                <a:off x="5528261" y="21397148"/>
                <a:ext cx="180000" cy="180000"/>
              </a:xfrm>
              <a:custGeom>
                <a:avLst/>
                <a:gdLst>
                  <a:gd name="csX0" fmla="*/ 45510 w 90714"/>
                  <a:gd name="csY0" fmla="*/ 90821 h 90713"/>
                  <a:gd name="csX1" fmla="*/ 77582 w 90714"/>
                  <a:gd name="csY1" fmla="*/ 77537 h 90713"/>
                  <a:gd name="csX2" fmla="*/ 90867 w 90714"/>
                  <a:gd name="csY2" fmla="*/ 45465 h 90713"/>
                  <a:gd name="csX3" fmla="*/ 77582 w 90714"/>
                  <a:gd name="csY3" fmla="*/ 13393 h 90713"/>
                  <a:gd name="csX4" fmla="*/ 45510 w 90714"/>
                  <a:gd name="csY4" fmla="*/ 108 h 90713"/>
                  <a:gd name="csX5" fmla="*/ 13437 w 90714"/>
                  <a:gd name="csY5" fmla="*/ 13393 h 90713"/>
                  <a:gd name="csX6" fmla="*/ 153 w 90714"/>
                  <a:gd name="csY6" fmla="*/ 45465 h 90713"/>
                  <a:gd name="csX7" fmla="*/ 13437 w 90714"/>
                  <a:gd name="csY7" fmla="*/ 77537 h 90713"/>
                  <a:gd name="csX8" fmla="*/ 45510 w 90714"/>
                  <a:gd name="csY8" fmla="*/ 9082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0" y="90821"/>
                    </a:moveTo>
                    <a:cubicBezTo>
                      <a:pt x="57539" y="90821"/>
                      <a:pt x="69077" y="86042"/>
                      <a:pt x="77582" y="77537"/>
                    </a:cubicBezTo>
                    <a:cubicBezTo>
                      <a:pt x="86088" y="69031"/>
                      <a:pt x="90867" y="57493"/>
                      <a:pt x="90867" y="45465"/>
                    </a:cubicBezTo>
                    <a:cubicBezTo>
                      <a:pt x="90867" y="33436"/>
                      <a:pt x="86088" y="21898"/>
                      <a:pt x="77582" y="13393"/>
                    </a:cubicBezTo>
                    <a:cubicBezTo>
                      <a:pt x="69077" y="4887"/>
                      <a:pt x="57539" y="108"/>
                      <a:pt x="45510" y="108"/>
                    </a:cubicBezTo>
                    <a:cubicBezTo>
                      <a:pt x="33481" y="108"/>
                      <a:pt x="21943" y="4887"/>
                      <a:pt x="13437" y="13393"/>
                    </a:cubicBezTo>
                    <a:cubicBezTo>
                      <a:pt x="4932" y="21898"/>
                      <a:pt x="153" y="33436"/>
                      <a:pt x="153" y="45465"/>
                    </a:cubicBezTo>
                    <a:cubicBezTo>
                      <a:pt x="153" y="57493"/>
                      <a:pt x="4932" y="69031"/>
                      <a:pt x="13437" y="77537"/>
                    </a:cubicBezTo>
                    <a:cubicBezTo>
                      <a:pt x="21943" y="86042"/>
                      <a:pt x="33481" y="90821"/>
                      <a:pt x="45510" y="9082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3" name="任意多边形: 形状 772"/>
              <p:cNvSpPr/>
              <p:nvPr/>
            </p:nvSpPr>
            <p:spPr>
              <a:xfrm>
                <a:off x="6061662" y="23630071"/>
                <a:ext cx="180000" cy="180000"/>
              </a:xfrm>
              <a:custGeom>
                <a:avLst/>
                <a:gdLst>
                  <a:gd name="csX0" fmla="*/ 45526 w 90714"/>
                  <a:gd name="csY0" fmla="*/ 90891 h 90713"/>
                  <a:gd name="csX1" fmla="*/ 77599 w 90714"/>
                  <a:gd name="csY1" fmla="*/ 77606 h 90713"/>
                  <a:gd name="csX2" fmla="*/ 90884 w 90714"/>
                  <a:gd name="csY2" fmla="*/ 45534 h 90713"/>
                  <a:gd name="csX3" fmla="*/ 77599 w 90714"/>
                  <a:gd name="csY3" fmla="*/ 13462 h 90713"/>
                  <a:gd name="csX4" fmla="*/ 45526 w 90714"/>
                  <a:gd name="csY4" fmla="*/ 177 h 90713"/>
                  <a:gd name="csX5" fmla="*/ 13454 w 90714"/>
                  <a:gd name="csY5" fmla="*/ 13462 h 90713"/>
                  <a:gd name="csX6" fmla="*/ 169 w 90714"/>
                  <a:gd name="csY6" fmla="*/ 45534 h 90713"/>
                  <a:gd name="csX7" fmla="*/ 13454 w 90714"/>
                  <a:gd name="csY7" fmla="*/ 77606 h 90713"/>
                  <a:gd name="csX8" fmla="*/ 45526 w 90714"/>
                  <a:gd name="csY8" fmla="*/ 9089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6" y="90891"/>
                    </a:moveTo>
                    <a:cubicBezTo>
                      <a:pt x="57555" y="90891"/>
                      <a:pt x="69093" y="86112"/>
                      <a:pt x="77599" y="77606"/>
                    </a:cubicBezTo>
                    <a:cubicBezTo>
                      <a:pt x="86105" y="69101"/>
                      <a:pt x="90884" y="57563"/>
                      <a:pt x="90884" y="45534"/>
                    </a:cubicBezTo>
                    <a:cubicBezTo>
                      <a:pt x="90884" y="33505"/>
                      <a:pt x="86105" y="21968"/>
                      <a:pt x="77599" y="13462"/>
                    </a:cubicBezTo>
                    <a:cubicBezTo>
                      <a:pt x="69093" y="4957"/>
                      <a:pt x="57555" y="177"/>
                      <a:pt x="45526" y="177"/>
                    </a:cubicBezTo>
                    <a:cubicBezTo>
                      <a:pt x="33498" y="177"/>
                      <a:pt x="21960" y="4957"/>
                      <a:pt x="13454" y="13462"/>
                    </a:cubicBezTo>
                    <a:cubicBezTo>
                      <a:pt x="4948" y="21968"/>
                      <a:pt x="169" y="33505"/>
                      <a:pt x="169" y="45534"/>
                    </a:cubicBezTo>
                    <a:cubicBezTo>
                      <a:pt x="169" y="57563"/>
                      <a:pt x="4948" y="69101"/>
                      <a:pt x="13454" y="77606"/>
                    </a:cubicBezTo>
                    <a:cubicBezTo>
                      <a:pt x="21960" y="86112"/>
                      <a:pt x="33498" y="90891"/>
                      <a:pt x="45526" y="9089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4" name="任意多边形: 形状 773"/>
              <p:cNvSpPr/>
              <p:nvPr/>
            </p:nvSpPr>
            <p:spPr>
              <a:xfrm>
                <a:off x="8184000" y="24154330"/>
                <a:ext cx="180000" cy="180000"/>
              </a:xfrm>
              <a:custGeom>
                <a:avLst/>
                <a:gdLst>
                  <a:gd name="csX0" fmla="*/ 45593 w 90714"/>
                  <a:gd name="csY0" fmla="*/ 90907 h 90713"/>
                  <a:gd name="csX1" fmla="*/ 77665 w 90714"/>
                  <a:gd name="csY1" fmla="*/ 77623 h 90713"/>
                  <a:gd name="csX2" fmla="*/ 90950 w 90714"/>
                  <a:gd name="csY2" fmla="*/ 45551 h 90713"/>
                  <a:gd name="csX3" fmla="*/ 77665 w 90714"/>
                  <a:gd name="csY3" fmla="*/ 13478 h 90713"/>
                  <a:gd name="csX4" fmla="*/ 45593 w 90714"/>
                  <a:gd name="csY4" fmla="*/ 194 h 90713"/>
                  <a:gd name="csX5" fmla="*/ 13520 w 90714"/>
                  <a:gd name="csY5" fmla="*/ 13478 h 90713"/>
                  <a:gd name="csX6" fmla="*/ 235 w 90714"/>
                  <a:gd name="csY6" fmla="*/ 45551 h 90713"/>
                  <a:gd name="csX7" fmla="*/ 13520 w 90714"/>
                  <a:gd name="csY7" fmla="*/ 77623 h 90713"/>
                  <a:gd name="csX8" fmla="*/ 45593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3" y="90907"/>
                    </a:moveTo>
                    <a:cubicBezTo>
                      <a:pt x="57622" y="90907"/>
                      <a:pt x="69159" y="86128"/>
                      <a:pt x="77665" y="77623"/>
                    </a:cubicBezTo>
                    <a:cubicBezTo>
                      <a:pt x="86171" y="69117"/>
                      <a:pt x="90950" y="57579"/>
                      <a:pt x="90950" y="45551"/>
                    </a:cubicBezTo>
                    <a:cubicBezTo>
                      <a:pt x="90950" y="33522"/>
                      <a:pt x="86171" y="21984"/>
                      <a:pt x="77665" y="13478"/>
                    </a:cubicBezTo>
                    <a:cubicBezTo>
                      <a:pt x="69159" y="4973"/>
                      <a:pt x="57622" y="194"/>
                      <a:pt x="45593" y="194"/>
                    </a:cubicBezTo>
                    <a:cubicBezTo>
                      <a:pt x="33564" y="194"/>
                      <a:pt x="22026" y="4973"/>
                      <a:pt x="13520" y="13478"/>
                    </a:cubicBezTo>
                    <a:cubicBezTo>
                      <a:pt x="5015" y="21984"/>
                      <a:pt x="235" y="33522"/>
                      <a:pt x="235" y="45551"/>
                    </a:cubicBezTo>
                    <a:cubicBezTo>
                      <a:pt x="235" y="57579"/>
                      <a:pt x="5015" y="69117"/>
                      <a:pt x="13520" y="77623"/>
                    </a:cubicBezTo>
                    <a:cubicBezTo>
                      <a:pt x="22026" y="86128"/>
                      <a:pt x="33564" y="90907"/>
                      <a:pt x="45593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5" name="任意多边形: 形状 774"/>
              <p:cNvSpPr/>
              <p:nvPr/>
            </p:nvSpPr>
            <p:spPr>
              <a:xfrm>
                <a:off x="6092840" y="23070305"/>
                <a:ext cx="180000" cy="180000"/>
              </a:xfrm>
              <a:custGeom>
                <a:avLst/>
                <a:gdLst>
                  <a:gd name="csX0" fmla="*/ 45527 w 90714"/>
                  <a:gd name="csY0" fmla="*/ 90873 h 90713"/>
                  <a:gd name="csX1" fmla="*/ 77600 w 90714"/>
                  <a:gd name="csY1" fmla="*/ 77589 h 90713"/>
                  <a:gd name="csX2" fmla="*/ 90885 w 90714"/>
                  <a:gd name="csY2" fmla="*/ 45517 h 90713"/>
                  <a:gd name="csX3" fmla="*/ 77600 w 90714"/>
                  <a:gd name="csY3" fmla="*/ 13445 h 90713"/>
                  <a:gd name="csX4" fmla="*/ 45527 w 90714"/>
                  <a:gd name="csY4" fmla="*/ 160 h 90713"/>
                  <a:gd name="csX5" fmla="*/ 13455 w 90714"/>
                  <a:gd name="csY5" fmla="*/ 13445 h 90713"/>
                  <a:gd name="csX6" fmla="*/ 170 w 90714"/>
                  <a:gd name="csY6" fmla="*/ 45517 h 90713"/>
                  <a:gd name="csX7" fmla="*/ 13455 w 90714"/>
                  <a:gd name="csY7" fmla="*/ 77589 h 90713"/>
                  <a:gd name="csX8" fmla="*/ 45527 w 90714"/>
                  <a:gd name="csY8" fmla="*/ 9087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873"/>
                    </a:moveTo>
                    <a:cubicBezTo>
                      <a:pt x="57556" y="90873"/>
                      <a:pt x="69094" y="86094"/>
                      <a:pt x="77600" y="77589"/>
                    </a:cubicBezTo>
                    <a:cubicBezTo>
                      <a:pt x="86106" y="69083"/>
                      <a:pt x="90885" y="57545"/>
                      <a:pt x="90885" y="45517"/>
                    </a:cubicBezTo>
                    <a:cubicBezTo>
                      <a:pt x="90885" y="33488"/>
                      <a:pt x="86106" y="21950"/>
                      <a:pt x="77600" y="13445"/>
                    </a:cubicBezTo>
                    <a:cubicBezTo>
                      <a:pt x="69094" y="4939"/>
                      <a:pt x="57556" y="160"/>
                      <a:pt x="45527" y="160"/>
                    </a:cubicBezTo>
                    <a:cubicBezTo>
                      <a:pt x="33499" y="160"/>
                      <a:pt x="21961" y="4939"/>
                      <a:pt x="13455" y="13445"/>
                    </a:cubicBezTo>
                    <a:cubicBezTo>
                      <a:pt x="4949" y="21950"/>
                      <a:pt x="170" y="33488"/>
                      <a:pt x="170" y="45517"/>
                    </a:cubicBezTo>
                    <a:cubicBezTo>
                      <a:pt x="170" y="57545"/>
                      <a:pt x="4949" y="69083"/>
                      <a:pt x="13455" y="77589"/>
                    </a:cubicBezTo>
                    <a:cubicBezTo>
                      <a:pt x="21961" y="86094"/>
                      <a:pt x="33499" y="90873"/>
                      <a:pt x="45527" y="9087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6" name="任意多边形: 形状 775"/>
              <p:cNvSpPr/>
              <p:nvPr/>
            </p:nvSpPr>
            <p:spPr>
              <a:xfrm>
                <a:off x="7415448" y="23094386"/>
                <a:ext cx="180000" cy="180000"/>
              </a:xfrm>
              <a:custGeom>
                <a:avLst/>
                <a:gdLst>
                  <a:gd name="csX0" fmla="*/ 45569 w 90714"/>
                  <a:gd name="csY0" fmla="*/ 90874 h 90713"/>
                  <a:gd name="csX1" fmla="*/ 77641 w 90714"/>
                  <a:gd name="csY1" fmla="*/ 77590 h 90713"/>
                  <a:gd name="csX2" fmla="*/ 90926 w 90714"/>
                  <a:gd name="csY2" fmla="*/ 45517 h 90713"/>
                  <a:gd name="csX3" fmla="*/ 77641 w 90714"/>
                  <a:gd name="csY3" fmla="*/ 13445 h 90713"/>
                  <a:gd name="csX4" fmla="*/ 45569 w 90714"/>
                  <a:gd name="csY4" fmla="*/ 161 h 90713"/>
                  <a:gd name="csX5" fmla="*/ 13496 w 90714"/>
                  <a:gd name="csY5" fmla="*/ 13445 h 90713"/>
                  <a:gd name="csX6" fmla="*/ 211 w 90714"/>
                  <a:gd name="csY6" fmla="*/ 45517 h 90713"/>
                  <a:gd name="csX7" fmla="*/ 13496 w 90714"/>
                  <a:gd name="csY7" fmla="*/ 77590 h 90713"/>
                  <a:gd name="csX8" fmla="*/ 45569 w 90714"/>
                  <a:gd name="csY8" fmla="*/ 9087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74"/>
                    </a:moveTo>
                    <a:cubicBezTo>
                      <a:pt x="57598" y="90874"/>
                      <a:pt x="69135" y="86095"/>
                      <a:pt x="77641" y="77590"/>
                    </a:cubicBezTo>
                    <a:cubicBezTo>
                      <a:pt x="86147" y="69084"/>
                      <a:pt x="90926" y="57546"/>
                      <a:pt x="90926" y="45517"/>
                    </a:cubicBezTo>
                    <a:cubicBezTo>
                      <a:pt x="90926" y="33489"/>
                      <a:pt x="86147" y="21951"/>
                      <a:pt x="77641" y="13445"/>
                    </a:cubicBezTo>
                    <a:cubicBezTo>
                      <a:pt x="69135" y="4940"/>
                      <a:pt x="57598" y="161"/>
                      <a:pt x="45569" y="161"/>
                    </a:cubicBezTo>
                    <a:cubicBezTo>
                      <a:pt x="33540" y="161"/>
                      <a:pt x="22002" y="4940"/>
                      <a:pt x="13496" y="13445"/>
                    </a:cubicBezTo>
                    <a:cubicBezTo>
                      <a:pt x="4991" y="21951"/>
                      <a:pt x="211" y="33489"/>
                      <a:pt x="211" y="45517"/>
                    </a:cubicBezTo>
                    <a:cubicBezTo>
                      <a:pt x="211" y="57546"/>
                      <a:pt x="4991" y="69084"/>
                      <a:pt x="13496" y="77590"/>
                    </a:cubicBezTo>
                    <a:cubicBezTo>
                      <a:pt x="22002" y="86095"/>
                      <a:pt x="33540" y="90874"/>
                      <a:pt x="45569" y="9087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7" name="任意多边形: 形状 776"/>
              <p:cNvSpPr/>
              <p:nvPr/>
            </p:nvSpPr>
            <p:spPr>
              <a:xfrm>
                <a:off x="5799700" y="22946618"/>
                <a:ext cx="180000" cy="180000"/>
              </a:xfrm>
              <a:custGeom>
                <a:avLst/>
                <a:gdLst>
                  <a:gd name="csX0" fmla="*/ 45518 w 90714"/>
                  <a:gd name="csY0" fmla="*/ 90870 h 90713"/>
                  <a:gd name="csX1" fmla="*/ 77591 w 90714"/>
                  <a:gd name="csY1" fmla="*/ 77585 h 90713"/>
                  <a:gd name="csX2" fmla="*/ 90876 w 90714"/>
                  <a:gd name="csY2" fmla="*/ 45513 h 90713"/>
                  <a:gd name="csX3" fmla="*/ 77591 w 90714"/>
                  <a:gd name="csY3" fmla="*/ 13441 h 90713"/>
                  <a:gd name="csX4" fmla="*/ 45518 w 90714"/>
                  <a:gd name="csY4" fmla="*/ 156 h 90713"/>
                  <a:gd name="csX5" fmla="*/ 13446 w 90714"/>
                  <a:gd name="csY5" fmla="*/ 13441 h 90713"/>
                  <a:gd name="csX6" fmla="*/ 161 w 90714"/>
                  <a:gd name="csY6" fmla="*/ 45513 h 90713"/>
                  <a:gd name="csX7" fmla="*/ 13446 w 90714"/>
                  <a:gd name="csY7" fmla="*/ 77585 h 90713"/>
                  <a:gd name="csX8" fmla="*/ 45518 w 90714"/>
                  <a:gd name="csY8" fmla="*/ 9087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8" y="90870"/>
                    </a:moveTo>
                    <a:cubicBezTo>
                      <a:pt x="57547" y="90870"/>
                      <a:pt x="69085" y="86091"/>
                      <a:pt x="77591" y="77585"/>
                    </a:cubicBezTo>
                    <a:cubicBezTo>
                      <a:pt x="86096" y="69079"/>
                      <a:pt x="90876" y="57542"/>
                      <a:pt x="90876" y="45513"/>
                    </a:cubicBezTo>
                    <a:cubicBezTo>
                      <a:pt x="90876" y="33484"/>
                      <a:pt x="86096" y="21946"/>
                      <a:pt x="77591" y="13441"/>
                    </a:cubicBezTo>
                    <a:cubicBezTo>
                      <a:pt x="69085" y="4935"/>
                      <a:pt x="57547" y="156"/>
                      <a:pt x="45518" y="156"/>
                    </a:cubicBezTo>
                    <a:cubicBezTo>
                      <a:pt x="33489" y="156"/>
                      <a:pt x="21952" y="4935"/>
                      <a:pt x="13446" y="13441"/>
                    </a:cubicBezTo>
                    <a:cubicBezTo>
                      <a:pt x="4940" y="21946"/>
                      <a:pt x="161" y="33484"/>
                      <a:pt x="161" y="45513"/>
                    </a:cubicBezTo>
                    <a:cubicBezTo>
                      <a:pt x="161" y="57542"/>
                      <a:pt x="4940" y="69079"/>
                      <a:pt x="13446" y="77585"/>
                    </a:cubicBezTo>
                    <a:cubicBezTo>
                      <a:pt x="21952" y="86091"/>
                      <a:pt x="33489" y="90870"/>
                      <a:pt x="45518" y="9087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8" name="任意多边形: 形状 777"/>
              <p:cNvSpPr/>
              <p:nvPr/>
            </p:nvSpPr>
            <p:spPr>
              <a:xfrm>
                <a:off x="8575870" y="21339750"/>
                <a:ext cx="180000" cy="180000"/>
              </a:xfrm>
              <a:custGeom>
                <a:avLst/>
                <a:gdLst>
                  <a:gd name="csX0" fmla="*/ 45605 w 90714"/>
                  <a:gd name="csY0" fmla="*/ 90820 h 90713"/>
                  <a:gd name="csX1" fmla="*/ 77677 w 90714"/>
                  <a:gd name="csY1" fmla="*/ 77535 h 90713"/>
                  <a:gd name="csX2" fmla="*/ 90962 w 90714"/>
                  <a:gd name="csY2" fmla="*/ 45463 h 90713"/>
                  <a:gd name="csX3" fmla="*/ 77677 w 90714"/>
                  <a:gd name="csY3" fmla="*/ 13391 h 90713"/>
                  <a:gd name="csX4" fmla="*/ 45605 w 90714"/>
                  <a:gd name="csY4" fmla="*/ 106 h 90713"/>
                  <a:gd name="csX5" fmla="*/ 13532 w 90714"/>
                  <a:gd name="csY5" fmla="*/ 13391 h 90713"/>
                  <a:gd name="csX6" fmla="*/ 248 w 90714"/>
                  <a:gd name="csY6" fmla="*/ 45463 h 90713"/>
                  <a:gd name="csX7" fmla="*/ 13532 w 90714"/>
                  <a:gd name="csY7" fmla="*/ 77535 h 90713"/>
                  <a:gd name="csX8" fmla="*/ 45605 w 90714"/>
                  <a:gd name="csY8" fmla="*/ 908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5" y="90820"/>
                    </a:moveTo>
                    <a:cubicBezTo>
                      <a:pt x="57634" y="90820"/>
                      <a:pt x="69172" y="86040"/>
                      <a:pt x="77677" y="77535"/>
                    </a:cubicBezTo>
                    <a:cubicBezTo>
                      <a:pt x="86183" y="69029"/>
                      <a:pt x="90962" y="57492"/>
                      <a:pt x="90962" y="45463"/>
                    </a:cubicBezTo>
                    <a:cubicBezTo>
                      <a:pt x="90962" y="33434"/>
                      <a:pt x="86183" y="21896"/>
                      <a:pt x="77677" y="13391"/>
                    </a:cubicBezTo>
                    <a:cubicBezTo>
                      <a:pt x="69172" y="4885"/>
                      <a:pt x="57634" y="106"/>
                      <a:pt x="45605" y="106"/>
                    </a:cubicBezTo>
                    <a:cubicBezTo>
                      <a:pt x="33576" y="106"/>
                      <a:pt x="22038" y="4885"/>
                      <a:pt x="13532" y="13391"/>
                    </a:cubicBezTo>
                    <a:cubicBezTo>
                      <a:pt x="5027" y="21896"/>
                      <a:pt x="248" y="33434"/>
                      <a:pt x="248" y="45463"/>
                    </a:cubicBezTo>
                    <a:cubicBezTo>
                      <a:pt x="248" y="57492"/>
                      <a:pt x="5027" y="69029"/>
                      <a:pt x="13532" y="77535"/>
                    </a:cubicBezTo>
                    <a:cubicBezTo>
                      <a:pt x="22038" y="86040"/>
                      <a:pt x="33576" y="90820"/>
                      <a:pt x="45605" y="908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79" name="任意多边形: 形状 778"/>
              <p:cNvSpPr/>
              <p:nvPr/>
            </p:nvSpPr>
            <p:spPr>
              <a:xfrm>
                <a:off x="7679326" y="21819064"/>
                <a:ext cx="180000" cy="180000"/>
              </a:xfrm>
              <a:custGeom>
                <a:avLst/>
                <a:gdLst>
                  <a:gd name="csX0" fmla="*/ 45577 w 90714"/>
                  <a:gd name="csY0" fmla="*/ 90834 h 90713"/>
                  <a:gd name="csX1" fmla="*/ 77649 w 90714"/>
                  <a:gd name="csY1" fmla="*/ 77550 h 90713"/>
                  <a:gd name="csX2" fmla="*/ 90934 w 90714"/>
                  <a:gd name="csY2" fmla="*/ 45478 h 90713"/>
                  <a:gd name="csX3" fmla="*/ 77649 w 90714"/>
                  <a:gd name="csY3" fmla="*/ 13406 h 90713"/>
                  <a:gd name="csX4" fmla="*/ 45577 w 90714"/>
                  <a:gd name="csY4" fmla="*/ 121 h 90713"/>
                  <a:gd name="csX5" fmla="*/ 13504 w 90714"/>
                  <a:gd name="csY5" fmla="*/ 13406 h 90713"/>
                  <a:gd name="csX6" fmla="*/ 220 w 90714"/>
                  <a:gd name="csY6" fmla="*/ 45478 h 90713"/>
                  <a:gd name="csX7" fmla="*/ 13504 w 90714"/>
                  <a:gd name="csY7" fmla="*/ 77550 h 90713"/>
                  <a:gd name="csX8" fmla="*/ 45577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7" y="90834"/>
                    </a:moveTo>
                    <a:cubicBezTo>
                      <a:pt x="57606" y="90834"/>
                      <a:pt x="69144" y="86055"/>
                      <a:pt x="77649" y="77550"/>
                    </a:cubicBezTo>
                    <a:cubicBezTo>
                      <a:pt x="86155" y="69044"/>
                      <a:pt x="90934" y="57506"/>
                      <a:pt x="90934" y="45478"/>
                    </a:cubicBezTo>
                    <a:cubicBezTo>
                      <a:pt x="90934" y="33449"/>
                      <a:pt x="86155" y="21911"/>
                      <a:pt x="77649" y="13406"/>
                    </a:cubicBezTo>
                    <a:cubicBezTo>
                      <a:pt x="69144" y="4900"/>
                      <a:pt x="57606" y="121"/>
                      <a:pt x="45577" y="121"/>
                    </a:cubicBezTo>
                    <a:cubicBezTo>
                      <a:pt x="33548" y="121"/>
                      <a:pt x="22010" y="4900"/>
                      <a:pt x="13504" y="13406"/>
                    </a:cubicBezTo>
                    <a:cubicBezTo>
                      <a:pt x="4999" y="21911"/>
                      <a:pt x="220" y="33449"/>
                      <a:pt x="220" y="45478"/>
                    </a:cubicBezTo>
                    <a:cubicBezTo>
                      <a:pt x="220" y="57506"/>
                      <a:pt x="4999" y="69044"/>
                      <a:pt x="13504" y="77550"/>
                    </a:cubicBezTo>
                    <a:cubicBezTo>
                      <a:pt x="22010" y="86055"/>
                      <a:pt x="33548" y="90834"/>
                      <a:pt x="45577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0" name="任意多边形: 形状 779"/>
              <p:cNvSpPr/>
              <p:nvPr/>
            </p:nvSpPr>
            <p:spPr>
              <a:xfrm>
                <a:off x="5910129" y="22649243"/>
                <a:ext cx="180000" cy="180000"/>
              </a:xfrm>
              <a:custGeom>
                <a:avLst/>
                <a:gdLst>
                  <a:gd name="csX0" fmla="*/ 45522 w 90714"/>
                  <a:gd name="csY0" fmla="*/ 90860 h 90713"/>
                  <a:gd name="csX1" fmla="*/ 77594 w 90714"/>
                  <a:gd name="csY1" fmla="*/ 77576 h 90713"/>
                  <a:gd name="csX2" fmla="*/ 90879 w 90714"/>
                  <a:gd name="csY2" fmla="*/ 45504 h 90713"/>
                  <a:gd name="csX3" fmla="*/ 77594 w 90714"/>
                  <a:gd name="csY3" fmla="*/ 13432 h 90713"/>
                  <a:gd name="csX4" fmla="*/ 45522 w 90714"/>
                  <a:gd name="csY4" fmla="*/ 147 h 90713"/>
                  <a:gd name="csX5" fmla="*/ 13449 w 90714"/>
                  <a:gd name="csY5" fmla="*/ 13432 h 90713"/>
                  <a:gd name="csX6" fmla="*/ 164 w 90714"/>
                  <a:gd name="csY6" fmla="*/ 45504 h 90713"/>
                  <a:gd name="csX7" fmla="*/ 13449 w 90714"/>
                  <a:gd name="csY7" fmla="*/ 77576 h 90713"/>
                  <a:gd name="csX8" fmla="*/ 45522 w 90714"/>
                  <a:gd name="csY8" fmla="*/ 9086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860"/>
                    </a:moveTo>
                    <a:cubicBezTo>
                      <a:pt x="57551" y="90860"/>
                      <a:pt x="69089" y="86081"/>
                      <a:pt x="77594" y="77576"/>
                    </a:cubicBezTo>
                    <a:cubicBezTo>
                      <a:pt x="86100" y="69070"/>
                      <a:pt x="90879" y="57532"/>
                      <a:pt x="90879" y="45504"/>
                    </a:cubicBezTo>
                    <a:cubicBezTo>
                      <a:pt x="90879" y="33475"/>
                      <a:pt x="86100" y="21937"/>
                      <a:pt x="77594" y="13432"/>
                    </a:cubicBezTo>
                    <a:cubicBezTo>
                      <a:pt x="69089" y="4926"/>
                      <a:pt x="57551" y="147"/>
                      <a:pt x="45522" y="147"/>
                    </a:cubicBezTo>
                    <a:cubicBezTo>
                      <a:pt x="33493" y="147"/>
                      <a:pt x="21955" y="4926"/>
                      <a:pt x="13449" y="13432"/>
                    </a:cubicBezTo>
                    <a:cubicBezTo>
                      <a:pt x="4944" y="21937"/>
                      <a:pt x="164" y="33475"/>
                      <a:pt x="164" y="45504"/>
                    </a:cubicBezTo>
                    <a:cubicBezTo>
                      <a:pt x="164" y="57532"/>
                      <a:pt x="4944" y="69070"/>
                      <a:pt x="13449" y="77576"/>
                    </a:cubicBezTo>
                    <a:cubicBezTo>
                      <a:pt x="21955" y="86081"/>
                      <a:pt x="33493" y="90860"/>
                      <a:pt x="45522" y="9086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1" name="任意多边形: 形状 780"/>
              <p:cNvSpPr/>
              <p:nvPr/>
            </p:nvSpPr>
            <p:spPr>
              <a:xfrm>
                <a:off x="9429716" y="22659737"/>
                <a:ext cx="180000" cy="180000"/>
              </a:xfrm>
              <a:custGeom>
                <a:avLst/>
                <a:gdLst>
                  <a:gd name="csX0" fmla="*/ 45632 w 90714"/>
                  <a:gd name="csY0" fmla="*/ 90861 h 90713"/>
                  <a:gd name="csX1" fmla="*/ 77704 w 90714"/>
                  <a:gd name="csY1" fmla="*/ 77576 h 90713"/>
                  <a:gd name="csX2" fmla="*/ 90989 w 90714"/>
                  <a:gd name="csY2" fmla="*/ 45504 h 90713"/>
                  <a:gd name="csX3" fmla="*/ 77704 w 90714"/>
                  <a:gd name="csY3" fmla="*/ 13432 h 90713"/>
                  <a:gd name="csX4" fmla="*/ 45632 w 90714"/>
                  <a:gd name="csY4" fmla="*/ 147 h 90713"/>
                  <a:gd name="csX5" fmla="*/ 13559 w 90714"/>
                  <a:gd name="csY5" fmla="*/ 13432 h 90713"/>
                  <a:gd name="csX6" fmla="*/ 274 w 90714"/>
                  <a:gd name="csY6" fmla="*/ 45504 h 90713"/>
                  <a:gd name="csX7" fmla="*/ 13559 w 90714"/>
                  <a:gd name="csY7" fmla="*/ 77576 h 90713"/>
                  <a:gd name="csX8" fmla="*/ 45632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2" y="90861"/>
                    </a:moveTo>
                    <a:cubicBezTo>
                      <a:pt x="57660" y="90861"/>
                      <a:pt x="69198" y="86082"/>
                      <a:pt x="77704" y="77576"/>
                    </a:cubicBezTo>
                    <a:cubicBezTo>
                      <a:pt x="86210" y="69070"/>
                      <a:pt x="90989" y="57533"/>
                      <a:pt x="90989" y="45504"/>
                    </a:cubicBezTo>
                    <a:cubicBezTo>
                      <a:pt x="90989" y="33475"/>
                      <a:pt x="86210" y="21937"/>
                      <a:pt x="77704" y="13432"/>
                    </a:cubicBezTo>
                    <a:cubicBezTo>
                      <a:pt x="69198" y="4926"/>
                      <a:pt x="57660" y="147"/>
                      <a:pt x="45632" y="147"/>
                    </a:cubicBezTo>
                    <a:cubicBezTo>
                      <a:pt x="33603" y="147"/>
                      <a:pt x="22065" y="4926"/>
                      <a:pt x="13559" y="13432"/>
                    </a:cubicBezTo>
                    <a:cubicBezTo>
                      <a:pt x="5053" y="21937"/>
                      <a:pt x="274" y="33475"/>
                      <a:pt x="274" y="45504"/>
                    </a:cubicBezTo>
                    <a:cubicBezTo>
                      <a:pt x="274" y="57533"/>
                      <a:pt x="5053" y="69070"/>
                      <a:pt x="13559" y="77576"/>
                    </a:cubicBezTo>
                    <a:cubicBezTo>
                      <a:pt x="22065" y="86082"/>
                      <a:pt x="33603" y="90861"/>
                      <a:pt x="45632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2" name="任意多边形: 形状 781"/>
              <p:cNvSpPr/>
              <p:nvPr/>
            </p:nvSpPr>
            <p:spPr>
              <a:xfrm>
                <a:off x="4666377" y="20760777"/>
                <a:ext cx="180000" cy="180000"/>
              </a:xfrm>
              <a:custGeom>
                <a:avLst/>
                <a:gdLst>
                  <a:gd name="csX0" fmla="*/ 45483 w 90714"/>
                  <a:gd name="csY0" fmla="*/ 90801 h 90713"/>
                  <a:gd name="csX1" fmla="*/ 77555 w 90714"/>
                  <a:gd name="csY1" fmla="*/ 77517 h 90713"/>
                  <a:gd name="csX2" fmla="*/ 90840 w 90714"/>
                  <a:gd name="csY2" fmla="*/ 45445 h 90713"/>
                  <a:gd name="csX3" fmla="*/ 77555 w 90714"/>
                  <a:gd name="csY3" fmla="*/ 13373 h 90713"/>
                  <a:gd name="csX4" fmla="*/ 45483 w 90714"/>
                  <a:gd name="csY4" fmla="*/ 88 h 90713"/>
                  <a:gd name="csX5" fmla="*/ 13411 w 90714"/>
                  <a:gd name="csY5" fmla="*/ 13373 h 90713"/>
                  <a:gd name="csX6" fmla="*/ 126 w 90714"/>
                  <a:gd name="csY6" fmla="*/ 45445 h 90713"/>
                  <a:gd name="csX7" fmla="*/ 13411 w 90714"/>
                  <a:gd name="csY7" fmla="*/ 77517 h 90713"/>
                  <a:gd name="csX8" fmla="*/ 45483 w 90714"/>
                  <a:gd name="csY8" fmla="*/ 9080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3" y="90801"/>
                    </a:moveTo>
                    <a:cubicBezTo>
                      <a:pt x="57512" y="90801"/>
                      <a:pt x="69050" y="86022"/>
                      <a:pt x="77555" y="77517"/>
                    </a:cubicBezTo>
                    <a:cubicBezTo>
                      <a:pt x="86061" y="69011"/>
                      <a:pt x="90840" y="57473"/>
                      <a:pt x="90840" y="45445"/>
                    </a:cubicBezTo>
                    <a:cubicBezTo>
                      <a:pt x="90840" y="33416"/>
                      <a:pt x="86061" y="21878"/>
                      <a:pt x="77555" y="13373"/>
                    </a:cubicBezTo>
                    <a:cubicBezTo>
                      <a:pt x="69050" y="4867"/>
                      <a:pt x="57512" y="88"/>
                      <a:pt x="45483" y="88"/>
                    </a:cubicBezTo>
                    <a:cubicBezTo>
                      <a:pt x="33454" y="88"/>
                      <a:pt x="21916" y="4867"/>
                      <a:pt x="13411" y="13373"/>
                    </a:cubicBezTo>
                    <a:cubicBezTo>
                      <a:pt x="4905" y="21878"/>
                      <a:pt x="126" y="33416"/>
                      <a:pt x="126" y="45445"/>
                    </a:cubicBezTo>
                    <a:cubicBezTo>
                      <a:pt x="126" y="57473"/>
                      <a:pt x="4905" y="69011"/>
                      <a:pt x="13411" y="77517"/>
                    </a:cubicBezTo>
                    <a:cubicBezTo>
                      <a:pt x="21916" y="86022"/>
                      <a:pt x="33454" y="90801"/>
                      <a:pt x="45483" y="9080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3" name="任意多边形: 形状 782"/>
              <p:cNvSpPr/>
              <p:nvPr/>
            </p:nvSpPr>
            <p:spPr>
              <a:xfrm>
                <a:off x="8072761" y="23254492"/>
                <a:ext cx="180000" cy="180000"/>
              </a:xfrm>
              <a:custGeom>
                <a:avLst/>
                <a:gdLst>
                  <a:gd name="csX0" fmla="*/ 45589 w 90714"/>
                  <a:gd name="csY0" fmla="*/ 90879 h 90713"/>
                  <a:gd name="csX1" fmla="*/ 77662 w 90714"/>
                  <a:gd name="csY1" fmla="*/ 77595 h 90713"/>
                  <a:gd name="csX2" fmla="*/ 90946 w 90714"/>
                  <a:gd name="csY2" fmla="*/ 45522 h 90713"/>
                  <a:gd name="csX3" fmla="*/ 77662 w 90714"/>
                  <a:gd name="csY3" fmla="*/ 13450 h 90713"/>
                  <a:gd name="csX4" fmla="*/ 45589 w 90714"/>
                  <a:gd name="csY4" fmla="*/ 166 h 90713"/>
                  <a:gd name="csX5" fmla="*/ 13517 w 90714"/>
                  <a:gd name="csY5" fmla="*/ 13450 h 90713"/>
                  <a:gd name="csX6" fmla="*/ 232 w 90714"/>
                  <a:gd name="csY6" fmla="*/ 45522 h 90713"/>
                  <a:gd name="csX7" fmla="*/ 13517 w 90714"/>
                  <a:gd name="csY7" fmla="*/ 77595 h 90713"/>
                  <a:gd name="csX8" fmla="*/ 45589 w 90714"/>
                  <a:gd name="csY8" fmla="*/ 9087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9" y="90879"/>
                    </a:moveTo>
                    <a:cubicBezTo>
                      <a:pt x="57618" y="90879"/>
                      <a:pt x="69156" y="86100"/>
                      <a:pt x="77662" y="77595"/>
                    </a:cubicBezTo>
                    <a:cubicBezTo>
                      <a:pt x="86167" y="69089"/>
                      <a:pt x="90946" y="57551"/>
                      <a:pt x="90946" y="45522"/>
                    </a:cubicBezTo>
                    <a:cubicBezTo>
                      <a:pt x="90946" y="33494"/>
                      <a:pt x="86167" y="21956"/>
                      <a:pt x="77662" y="13450"/>
                    </a:cubicBezTo>
                    <a:cubicBezTo>
                      <a:pt x="69156" y="4945"/>
                      <a:pt x="57618" y="166"/>
                      <a:pt x="45589" y="166"/>
                    </a:cubicBezTo>
                    <a:cubicBezTo>
                      <a:pt x="33560" y="166"/>
                      <a:pt x="22022" y="4945"/>
                      <a:pt x="13517" y="13450"/>
                    </a:cubicBezTo>
                    <a:cubicBezTo>
                      <a:pt x="5011" y="21956"/>
                      <a:pt x="232" y="33494"/>
                      <a:pt x="232" y="45522"/>
                    </a:cubicBezTo>
                    <a:cubicBezTo>
                      <a:pt x="232" y="57551"/>
                      <a:pt x="5011" y="69089"/>
                      <a:pt x="13517" y="77595"/>
                    </a:cubicBezTo>
                    <a:cubicBezTo>
                      <a:pt x="22022" y="86100"/>
                      <a:pt x="33560" y="90879"/>
                      <a:pt x="45589" y="9087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4" name="任意多边形: 形状 783"/>
              <p:cNvSpPr/>
              <p:nvPr/>
            </p:nvSpPr>
            <p:spPr>
              <a:xfrm>
                <a:off x="5388763" y="25657393"/>
                <a:ext cx="180000" cy="180000"/>
              </a:xfrm>
              <a:custGeom>
                <a:avLst/>
                <a:gdLst>
                  <a:gd name="csX0" fmla="*/ 45506 w 90714"/>
                  <a:gd name="csY0" fmla="*/ 90954 h 90713"/>
                  <a:gd name="csX1" fmla="*/ 77578 w 90714"/>
                  <a:gd name="csY1" fmla="*/ 77669 h 90713"/>
                  <a:gd name="csX2" fmla="*/ 90863 w 90714"/>
                  <a:gd name="csY2" fmla="*/ 45597 h 90713"/>
                  <a:gd name="csX3" fmla="*/ 77578 w 90714"/>
                  <a:gd name="csY3" fmla="*/ 13525 h 90713"/>
                  <a:gd name="csX4" fmla="*/ 45506 w 90714"/>
                  <a:gd name="csY4" fmla="*/ 241 h 90713"/>
                  <a:gd name="csX5" fmla="*/ 13433 w 90714"/>
                  <a:gd name="csY5" fmla="*/ 13525 h 90713"/>
                  <a:gd name="csX6" fmla="*/ 148 w 90714"/>
                  <a:gd name="csY6" fmla="*/ 45597 h 90713"/>
                  <a:gd name="csX7" fmla="*/ 13433 w 90714"/>
                  <a:gd name="csY7" fmla="*/ 77669 h 90713"/>
                  <a:gd name="csX8" fmla="*/ 45506 w 90714"/>
                  <a:gd name="csY8" fmla="*/ 9095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6" y="90954"/>
                    </a:moveTo>
                    <a:cubicBezTo>
                      <a:pt x="57534" y="90954"/>
                      <a:pt x="69072" y="86175"/>
                      <a:pt x="77578" y="77669"/>
                    </a:cubicBezTo>
                    <a:cubicBezTo>
                      <a:pt x="86084" y="69164"/>
                      <a:pt x="90863" y="57626"/>
                      <a:pt x="90863" y="45597"/>
                    </a:cubicBezTo>
                    <a:cubicBezTo>
                      <a:pt x="90863" y="33569"/>
                      <a:pt x="86084" y="22031"/>
                      <a:pt x="77578" y="13525"/>
                    </a:cubicBezTo>
                    <a:cubicBezTo>
                      <a:pt x="69072" y="5020"/>
                      <a:pt x="57534" y="241"/>
                      <a:pt x="45506" y="241"/>
                    </a:cubicBezTo>
                    <a:cubicBezTo>
                      <a:pt x="33477" y="241"/>
                      <a:pt x="21939" y="5020"/>
                      <a:pt x="13433" y="13525"/>
                    </a:cubicBezTo>
                    <a:cubicBezTo>
                      <a:pt x="4927" y="22031"/>
                      <a:pt x="148" y="33569"/>
                      <a:pt x="148" y="45597"/>
                    </a:cubicBezTo>
                    <a:cubicBezTo>
                      <a:pt x="148" y="57626"/>
                      <a:pt x="4927" y="69164"/>
                      <a:pt x="13433" y="77669"/>
                    </a:cubicBezTo>
                    <a:cubicBezTo>
                      <a:pt x="21939" y="86175"/>
                      <a:pt x="33477" y="90954"/>
                      <a:pt x="45506" y="9095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5" name="任意多边形: 形状 784"/>
              <p:cNvSpPr/>
              <p:nvPr/>
            </p:nvSpPr>
            <p:spPr>
              <a:xfrm>
                <a:off x="8505699" y="22575554"/>
                <a:ext cx="180000" cy="180000"/>
              </a:xfrm>
              <a:custGeom>
                <a:avLst/>
                <a:gdLst>
                  <a:gd name="csX0" fmla="*/ 45603 w 90714"/>
                  <a:gd name="csY0" fmla="*/ 90858 h 90713"/>
                  <a:gd name="csX1" fmla="*/ 77675 w 90714"/>
                  <a:gd name="csY1" fmla="*/ 77573 h 90713"/>
                  <a:gd name="csX2" fmla="*/ 90960 w 90714"/>
                  <a:gd name="csY2" fmla="*/ 45501 h 90713"/>
                  <a:gd name="csX3" fmla="*/ 77675 w 90714"/>
                  <a:gd name="csY3" fmla="*/ 13429 h 90713"/>
                  <a:gd name="csX4" fmla="*/ 45603 w 90714"/>
                  <a:gd name="csY4" fmla="*/ 145 h 90713"/>
                  <a:gd name="csX5" fmla="*/ 13530 w 90714"/>
                  <a:gd name="csY5" fmla="*/ 13429 h 90713"/>
                  <a:gd name="csX6" fmla="*/ 245 w 90714"/>
                  <a:gd name="csY6" fmla="*/ 45501 h 90713"/>
                  <a:gd name="csX7" fmla="*/ 13530 w 90714"/>
                  <a:gd name="csY7" fmla="*/ 77573 h 90713"/>
                  <a:gd name="csX8" fmla="*/ 45603 w 90714"/>
                  <a:gd name="csY8" fmla="*/ 9085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3" y="90858"/>
                    </a:moveTo>
                    <a:cubicBezTo>
                      <a:pt x="57632" y="90858"/>
                      <a:pt x="69169" y="86079"/>
                      <a:pt x="77675" y="77573"/>
                    </a:cubicBezTo>
                    <a:cubicBezTo>
                      <a:pt x="86181" y="69068"/>
                      <a:pt x="90960" y="57530"/>
                      <a:pt x="90960" y="45501"/>
                    </a:cubicBezTo>
                    <a:cubicBezTo>
                      <a:pt x="90960" y="33473"/>
                      <a:pt x="86181" y="21935"/>
                      <a:pt x="77675" y="13429"/>
                    </a:cubicBezTo>
                    <a:cubicBezTo>
                      <a:pt x="69169" y="4924"/>
                      <a:pt x="57632" y="145"/>
                      <a:pt x="45603" y="145"/>
                    </a:cubicBezTo>
                    <a:cubicBezTo>
                      <a:pt x="33574" y="145"/>
                      <a:pt x="22036" y="4924"/>
                      <a:pt x="13530" y="13429"/>
                    </a:cubicBezTo>
                    <a:cubicBezTo>
                      <a:pt x="5025" y="21935"/>
                      <a:pt x="245" y="33473"/>
                      <a:pt x="245" y="45501"/>
                    </a:cubicBezTo>
                    <a:cubicBezTo>
                      <a:pt x="245" y="57530"/>
                      <a:pt x="5025" y="69068"/>
                      <a:pt x="13530" y="77573"/>
                    </a:cubicBezTo>
                    <a:cubicBezTo>
                      <a:pt x="22036" y="86079"/>
                      <a:pt x="33574" y="90858"/>
                      <a:pt x="45603" y="9085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6" name="任意多边形: 形状 785"/>
              <p:cNvSpPr/>
              <p:nvPr/>
            </p:nvSpPr>
            <p:spPr>
              <a:xfrm>
                <a:off x="6973279" y="23520337"/>
                <a:ext cx="180000" cy="180000"/>
              </a:xfrm>
              <a:custGeom>
                <a:avLst/>
                <a:gdLst>
                  <a:gd name="csX0" fmla="*/ 45555 w 90714"/>
                  <a:gd name="csY0" fmla="*/ 90887 h 90713"/>
                  <a:gd name="csX1" fmla="*/ 77627 w 90714"/>
                  <a:gd name="csY1" fmla="*/ 77603 h 90713"/>
                  <a:gd name="csX2" fmla="*/ 90912 w 90714"/>
                  <a:gd name="csY2" fmla="*/ 45531 h 90713"/>
                  <a:gd name="csX3" fmla="*/ 77627 w 90714"/>
                  <a:gd name="csY3" fmla="*/ 13459 h 90713"/>
                  <a:gd name="csX4" fmla="*/ 45555 w 90714"/>
                  <a:gd name="csY4" fmla="*/ 174 h 90713"/>
                  <a:gd name="csX5" fmla="*/ 13482 w 90714"/>
                  <a:gd name="csY5" fmla="*/ 13459 h 90713"/>
                  <a:gd name="csX6" fmla="*/ 198 w 90714"/>
                  <a:gd name="csY6" fmla="*/ 45531 h 90713"/>
                  <a:gd name="csX7" fmla="*/ 13482 w 90714"/>
                  <a:gd name="csY7" fmla="*/ 77603 h 90713"/>
                  <a:gd name="csX8" fmla="*/ 45555 w 90714"/>
                  <a:gd name="csY8" fmla="*/ 9088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5" y="90887"/>
                    </a:moveTo>
                    <a:cubicBezTo>
                      <a:pt x="57584" y="90887"/>
                      <a:pt x="69122" y="86108"/>
                      <a:pt x="77627" y="77603"/>
                    </a:cubicBezTo>
                    <a:cubicBezTo>
                      <a:pt x="86133" y="69097"/>
                      <a:pt x="90912" y="57560"/>
                      <a:pt x="90912" y="45531"/>
                    </a:cubicBezTo>
                    <a:cubicBezTo>
                      <a:pt x="90912" y="33502"/>
                      <a:pt x="86133" y="21964"/>
                      <a:pt x="77627" y="13459"/>
                    </a:cubicBezTo>
                    <a:cubicBezTo>
                      <a:pt x="69122" y="4953"/>
                      <a:pt x="57584" y="174"/>
                      <a:pt x="45555" y="174"/>
                    </a:cubicBezTo>
                    <a:cubicBezTo>
                      <a:pt x="33526" y="174"/>
                      <a:pt x="21988" y="4953"/>
                      <a:pt x="13482" y="13459"/>
                    </a:cubicBezTo>
                    <a:cubicBezTo>
                      <a:pt x="4977" y="21964"/>
                      <a:pt x="198" y="33502"/>
                      <a:pt x="198" y="45531"/>
                    </a:cubicBezTo>
                    <a:cubicBezTo>
                      <a:pt x="198" y="57560"/>
                      <a:pt x="4977" y="69097"/>
                      <a:pt x="13482" y="77603"/>
                    </a:cubicBezTo>
                    <a:cubicBezTo>
                      <a:pt x="21988" y="86108"/>
                      <a:pt x="33526" y="90887"/>
                      <a:pt x="45555" y="9088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7" name="任意多边形: 形状 786"/>
              <p:cNvSpPr/>
              <p:nvPr/>
            </p:nvSpPr>
            <p:spPr>
              <a:xfrm>
                <a:off x="6540363" y="23057007"/>
                <a:ext cx="180000" cy="180000"/>
              </a:xfrm>
              <a:custGeom>
                <a:avLst/>
                <a:gdLst>
                  <a:gd name="csX0" fmla="*/ 45541 w 90714"/>
                  <a:gd name="csY0" fmla="*/ 90873 h 90713"/>
                  <a:gd name="csX1" fmla="*/ 77614 w 90714"/>
                  <a:gd name="csY1" fmla="*/ 77588 h 90713"/>
                  <a:gd name="csX2" fmla="*/ 90899 w 90714"/>
                  <a:gd name="csY2" fmla="*/ 45516 h 90713"/>
                  <a:gd name="csX3" fmla="*/ 77614 w 90714"/>
                  <a:gd name="csY3" fmla="*/ 13444 h 90713"/>
                  <a:gd name="csX4" fmla="*/ 45541 w 90714"/>
                  <a:gd name="csY4" fmla="*/ 160 h 90713"/>
                  <a:gd name="csX5" fmla="*/ 13469 w 90714"/>
                  <a:gd name="csY5" fmla="*/ 13444 h 90713"/>
                  <a:gd name="csX6" fmla="*/ 184 w 90714"/>
                  <a:gd name="csY6" fmla="*/ 45516 h 90713"/>
                  <a:gd name="csX7" fmla="*/ 13469 w 90714"/>
                  <a:gd name="csY7" fmla="*/ 77588 h 90713"/>
                  <a:gd name="csX8" fmla="*/ 45541 w 90714"/>
                  <a:gd name="csY8" fmla="*/ 9087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1" y="90873"/>
                    </a:moveTo>
                    <a:cubicBezTo>
                      <a:pt x="57570" y="90873"/>
                      <a:pt x="69108" y="86094"/>
                      <a:pt x="77614" y="77588"/>
                    </a:cubicBezTo>
                    <a:cubicBezTo>
                      <a:pt x="86120" y="69083"/>
                      <a:pt x="90899" y="57545"/>
                      <a:pt x="90899" y="45516"/>
                    </a:cubicBezTo>
                    <a:cubicBezTo>
                      <a:pt x="90899" y="33488"/>
                      <a:pt x="86120" y="21950"/>
                      <a:pt x="77614" y="13444"/>
                    </a:cubicBezTo>
                    <a:cubicBezTo>
                      <a:pt x="69108" y="4939"/>
                      <a:pt x="57570" y="160"/>
                      <a:pt x="45541" y="160"/>
                    </a:cubicBezTo>
                    <a:cubicBezTo>
                      <a:pt x="33513" y="160"/>
                      <a:pt x="21975" y="4939"/>
                      <a:pt x="13469" y="13444"/>
                    </a:cubicBezTo>
                    <a:cubicBezTo>
                      <a:pt x="4963" y="21950"/>
                      <a:pt x="184" y="33488"/>
                      <a:pt x="184" y="45516"/>
                    </a:cubicBezTo>
                    <a:cubicBezTo>
                      <a:pt x="184" y="57545"/>
                      <a:pt x="4963" y="69083"/>
                      <a:pt x="13469" y="77588"/>
                    </a:cubicBezTo>
                    <a:cubicBezTo>
                      <a:pt x="21975" y="86094"/>
                      <a:pt x="33513" y="90873"/>
                      <a:pt x="45541" y="9087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8" name="任意多边形: 形状 787"/>
              <p:cNvSpPr/>
              <p:nvPr/>
            </p:nvSpPr>
            <p:spPr>
              <a:xfrm>
                <a:off x="7722931" y="23776364"/>
                <a:ext cx="180000" cy="180000"/>
              </a:xfrm>
              <a:custGeom>
                <a:avLst/>
                <a:gdLst>
                  <a:gd name="csX0" fmla="*/ 45578 w 90714"/>
                  <a:gd name="csY0" fmla="*/ 90895 h 90713"/>
                  <a:gd name="csX1" fmla="*/ 77651 w 90714"/>
                  <a:gd name="csY1" fmla="*/ 77611 h 90713"/>
                  <a:gd name="csX2" fmla="*/ 90936 w 90714"/>
                  <a:gd name="csY2" fmla="*/ 45539 h 90713"/>
                  <a:gd name="csX3" fmla="*/ 77651 w 90714"/>
                  <a:gd name="csY3" fmla="*/ 13467 h 90713"/>
                  <a:gd name="csX4" fmla="*/ 45578 w 90714"/>
                  <a:gd name="csY4" fmla="*/ 182 h 90713"/>
                  <a:gd name="csX5" fmla="*/ 13506 w 90714"/>
                  <a:gd name="csY5" fmla="*/ 13467 h 90713"/>
                  <a:gd name="csX6" fmla="*/ 221 w 90714"/>
                  <a:gd name="csY6" fmla="*/ 45539 h 90713"/>
                  <a:gd name="csX7" fmla="*/ 13506 w 90714"/>
                  <a:gd name="csY7" fmla="*/ 77611 h 90713"/>
                  <a:gd name="csX8" fmla="*/ 45578 w 90714"/>
                  <a:gd name="csY8" fmla="*/ 9089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8" y="90895"/>
                    </a:moveTo>
                    <a:cubicBezTo>
                      <a:pt x="57607" y="90895"/>
                      <a:pt x="69145" y="86116"/>
                      <a:pt x="77651" y="77611"/>
                    </a:cubicBezTo>
                    <a:cubicBezTo>
                      <a:pt x="86156" y="69105"/>
                      <a:pt x="90936" y="57567"/>
                      <a:pt x="90936" y="45539"/>
                    </a:cubicBezTo>
                    <a:cubicBezTo>
                      <a:pt x="90936" y="33510"/>
                      <a:pt x="86156" y="21972"/>
                      <a:pt x="77651" y="13467"/>
                    </a:cubicBezTo>
                    <a:cubicBezTo>
                      <a:pt x="69145" y="4961"/>
                      <a:pt x="57607" y="182"/>
                      <a:pt x="45578" y="182"/>
                    </a:cubicBezTo>
                    <a:cubicBezTo>
                      <a:pt x="33549" y="182"/>
                      <a:pt x="22012" y="4961"/>
                      <a:pt x="13506" y="13467"/>
                    </a:cubicBezTo>
                    <a:cubicBezTo>
                      <a:pt x="5000" y="21972"/>
                      <a:pt x="221" y="33510"/>
                      <a:pt x="221" y="45539"/>
                    </a:cubicBezTo>
                    <a:cubicBezTo>
                      <a:pt x="221" y="57567"/>
                      <a:pt x="5000" y="69105"/>
                      <a:pt x="13506" y="77611"/>
                    </a:cubicBezTo>
                    <a:cubicBezTo>
                      <a:pt x="22012" y="86116"/>
                      <a:pt x="33549" y="90895"/>
                      <a:pt x="45578" y="9089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89" name="任意多边形: 形状 788"/>
              <p:cNvSpPr/>
              <p:nvPr/>
            </p:nvSpPr>
            <p:spPr>
              <a:xfrm>
                <a:off x="6444416" y="22984014"/>
                <a:ext cx="180000" cy="180000"/>
              </a:xfrm>
              <a:custGeom>
                <a:avLst/>
                <a:gdLst>
                  <a:gd name="csX0" fmla="*/ 45538 w 90714"/>
                  <a:gd name="csY0" fmla="*/ 90871 h 90713"/>
                  <a:gd name="csX1" fmla="*/ 77611 w 90714"/>
                  <a:gd name="csY1" fmla="*/ 77586 h 90713"/>
                  <a:gd name="csX2" fmla="*/ 90896 w 90714"/>
                  <a:gd name="csY2" fmla="*/ 45514 h 90713"/>
                  <a:gd name="csX3" fmla="*/ 77611 w 90714"/>
                  <a:gd name="csY3" fmla="*/ 13442 h 90713"/>
                  <a:gd name="csX4" fmla="*/ 45538 w 90714"/>
                  <a:gd name="csY4" fmla="*/ 157 h 90713"/>
                  <a:gd name="csX5" fmla="*/ 13466 w 90714"/>
                  <a:gd name="csY5" fmla="*/ 13442 h 90713"/>
                  <a:gd name="csX6" fmla="*/ 181 w 90714"/>
                  <a:gd name="csY6" fmla="*/ 45514 h 90713"/>
                  <a:gd name="csX7" fmla="*/ 13466 w 90714"/>
                  <a:gd name="csY7" fmla="*/ 77586 h 90713"/>
                  <a:gd name="csX8" fmla="*/ 45538 w 90714"/>
                  <a:gd name="csY8" fmla="*/ 9087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71"/>
                    </a:moveTo>
                    <a:cubicBezTo>
                      <a:pt x="57567" y="90871"/>
                      <a:pt x="69105" y="86092"/>
                      <a:pt x="77611" y="77586"/>
                    </a:cubicBezTo>
                    <a:cubicBezTo>
                      <a:pt x="86117" y="69080"/>
                      <a:pt x="90896" y="57543"/>
                      <a:pt x="90896" y="45514"/>
                    </a:cubicBezTo>
                    <a:cubicBezTo>
                      <a:pt x="90896" y="33485"/>
                      <a:pt x="86117" y="21948"/>
                      <a:pt x="77611" y="13442"/>
                    </a:cubicBezTo>
                    <a:cubicBezTo>
                      <a:pt x="69105" y="4936"/>
                      <a:pt x="57567" y="157"/>
                      <a:pt x="45538" y="157"/>
                    </a:cubicBezTo>
                    <a:cubicBezTo>
                      <a:pt x="33510" y="157"/>
                      <a:pt x="21972" y="4936"/>
                      <a:pt x="13466" y="13442"/>
                    </a:cubicBezTo>
                    <a:cubicBezTo>
                      <a:pt x="4960" y="21948"/>
                      <a:pt x="181" y="33485"/>
                      <a:pt x="181" y="45514"/>
                    </a:cubicBezTo>
                    <a:cubicBezTo>
                      <a:pt x="181" y="57543"/>
                      <a:pt x="4960" y="69080"/>
                      <a:pt x="13466" y="77586"/>
                    </a:cubicBezTo>
                    <a:cubicBezTo>
                      <a:pt x="21972" y="86092"/>
                      <a:pt x="33510" y="90871"/>
                      <a:pt x="45538" y="9087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0" name="任意多边形: 形状 789"/>
              <p:cNvSpPr/>
              <p:nvPr/>
            </p:nvSpPr>
            <p:spPr>
              <a:xfrm>
                <a:off x="6895195" y="21286222"/>
                <a:ext cx="180000" cy="180000"/>
              </a:xfrm>
              <a:custGeom>
                <a:avLst/>
                <a:gdLst>
                  <a:gd name="csX0" fmla="*/ 45552 w 90714"/>
                  <a:gd name="csY0" fmla="*/ 90818 h 90713"/>
                  <a:gd name="csX1" fmla="*/ 77625 w 90714"/>
                  <a:gd name="csY1" fmla="*/ 77533 h 90713"/>
                  <a:gd name="csX2" fmla="*/ 90910 w 90714"/>
                  <a:gd name="csY2" fmla="*/ 45461 h 90713"/>
                  <a:gd name="csX3" fmla="*/ 77625 w 90714"/>
                  <a:gd name="csY3" fmla="*/ 13389 h 90713"/>
                  <a:gd name="csX4" fmla="*/ 45552 w 90714"/>
                  <a:gd name="csY4" fmla="*/ 104 h 90713"/>
                  <a:gd name="csX5" fmla="*/ 13480 w 90714"/>
                  <a:gd name="csY5" fmla="*/ 13389 h 90713"/>
                  <a:gd name="csX6" fmla="*/ 195 w 90714"/>
                  <a:gd name="csY6" fmla="*/ 45461 h 90713"/>
                  <a:gd name="csX7" fmla="*/ 13480 w 90714"/>
                  <a:gd name="csY7" fmla="*/ 77533 h 90713"/>
                  <a:gd name="csX8" fmla="*/ 45552 w 90714"/>
                  <a:gd name="csY8" fmla="*/ 9081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18"/>
                    </a:moveTo>
                    <a:cubicBezTo>
                      <a:pt x="57581" y="90818"/>
                      <a:pt x="69119" y="86039"/>
                      <a:pt x="77625" y="77533"/>
                    </a:cubicBezTo>
                    <a:cubicBezTo>
                      <a:pt x="86131" y="69028"/>
                      <a:pt x="90910" y="57490"/>
                      <a:pt x="90910" y="45461"/>
                    </a:cubicBezTo>
                    <a:cubicBezTo>
                      <a:pt x="90910" y="33432"/>
                      <a:pt x="86131" y="21895"/>
                      <a:pt x="77625" y="13389"/>
                    </a:cubicBezTo>
                    <a:cubicBezTo>
                      <a:pt x="69119" y="4883"/>
                      <a:pt x="57581" y="104"/>
                      <a:pt x="45552" y="104"/>
                    </a:cubicBezTo>
                    <a:cubicBezTo>
                      <a:pt x="33524" y="104"/>
                      <a:pt x="21986" y="4883"/>
                      <a:pt x="13480" y="13389"/>
                    </a:cubicBezTo>
                    <a:cubicBezTo>
                      <a:pt x="4974" y="21895"/>
                      <a:pt x="195" y="33432"/>
                      <a:pt x="195" y="45461"/>
                    </a:cubicBezTo>
                    <a:cubicBezTo>
                      <a:pt x="195" y="57490"/>
                      <a:pt x="4974" y="69028"/>
                      <a:pt x="13480" y="77533"/>
                    </a:cubicBezTo>
                    <a:cubicBezTo>
                      <a:pt x="21986" y="86039"/>
                      <a:pt x="33524" y="90818"/>
                      <a:pt x="45552" y="9081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1" name="任意多边形: 形状 790"/>
              <p:cNvSpPr/>
              <p:nvPr/>
            </p:nvSpPr>
            <p:spPr>
              <a:xfrm>
                <a:off x="3567732" y="18961591"/>
                <a:ext cx="180000" cy="180000"/>
              </a:xfrm>
              <a:custGeom>
                <a:avLst/>
                <a:gdLst>
                  <a:gd name="csX0" fmla="*/ 45449 w 90714"/>
                  <a:gd name="csY0" fmla="*/ 90745 h 90713"/>
                  <a:gd name="csX1" fmla="*/ 77521 w 90714"/>
                  <a:gd name="csY1" fmla="*/ 77461 h 90713"/>
                  <a:gd name="csX2" fmla="*/ 90806 w 90714"/>
                  <a:gd name="csY2" fmla="*/ 45389 h 90713"/>
                  <a:gd name="csX3" fmla="*/ 77521 w 90714"/>
                  <a:gd name="csY3" fmla="*/ 13317 h 90713"/>
                  <a:gd name="csX4" fmla="*/ 45449 w 90714"/>
                  <a:gd name="csY4" fmla="*/ 32 h 90713"/>
                  <a:gd name="csX5" fmla="*/ 13376 w 90714"/>
                  <a:gd name="csY5" fmla="*/ 13317 h 90713"/>
                  <a:gd name="csX6" fmla="*/ 91 w 90714"/>
                  <a:gd name="csY6" fmla="*/ 45389 h 90713"/>
                  <a:gd name="csX7" fmla="*/ 13376 w 90714"/>
                  <a:gd name="csY7" fmla="*/ 77461 h 90713"/>
                  <a:gd name="csX8" fmla="*/ 45449 w 90714"/>
                  <a:gd name="csY8" fmla="*/ 907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49" y="90745"/>
                    </a:moveTo>
                    <a:cubicBezTo>
                      <a:pt x="57478" y="90745"/>
                      <a:pt x="69015" y="85966"/>
                      <a:pt x="77521" y="77461"/>
                    </a:cubicBezTo>
                    <a:cubicBezTo>
                      <a:pt x="86027" y="68955"/>
                      <a:pt x="90806" y="57417"/>
                      <a:pt x="90806" y="45389"/>
                    </a:cubicBezTo>
                    <a:cubicBezTo>
                      <a:pt x="90806" y="33360"/>
                      <a:pt x="86027" y="21822"/>
                      <a:pt x="77521" y="13317"/>
                    </a:cubicBezTo>
                    <a:cubicBezTo>
                      <a:pt x="69015" y="4811"/>
                      <a:pt x="57478" y="32"/>
                      <a:pt x="45449" y="32"/>
                    </a:cubicBezTo>
                    <a:cubicBezTo>
                      <a:pt x="33420" y="32"/>
                      <a:pt x="21882" y="4811"/>
                      <a:pt x="13376" y="13317"/>
                    </a:cubicBezTo>
                    <a:cubicBezTo>
                      <a:pt x="4871" y="21822"/>
                      <a:pt x="91" y="33360"/>
                      <a:pt x="91" y="45389"/>
                    </a:cubicBezTo>
                    <a:cubicBezTo>
                      <a:pt x="91" y="57417"/>
                      <a:pt x="4871" y="68955"/>
                      <a:pt x="13376" y="77461"/>
                    </a:cubicBezTo>
                    <a:cubicBezTo>
                      <a:pt x="21882" y="85966"/>
                      <a:pt x="33420" y="90745"/>
                      <a:pt x="45449" y="907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2" name="任意多边形: 形状 791"/>
              <p:cNvSpPr/>
              <p:nvPr/>
            </p:nvSpPr>
            <p:spPr>
              <a:xfrm>
                <a:off x="6750531" y="21576601"/>
                <a:ext cx="180000" cy="180000"/>
              </a:xfrm>
              <a:custGeom>
                <a:avLst/>
                <a:gdLst>
                  <a:gd name="csX0" fmla="*/ 45548 w 90714"/>
                  <a:gd name="csY0" fmla="*/ 90827 h 90713"/>
                  <a:gd name="csX1" fmla="*/ 77620 w 90714"/>
                  <a:gd name="csY1" fmla="*/ 77542 h 90713"/>
                  <a:gd name="csX2" fmla="*/ 90905 w 90714"/>
                  <a:gd name="csY2" fmla="*/ 45470 h 90713"/>
                  <a:gd name="csX3" fmla="*/ 77620 w 90714"/>
                  <a:gd name="csY3" fmla="*/ 13398 h 90713"/>
                  <a:gd name="csX4" fmla="*/ 45548 w 90714"/>
                  <a:gd name="csY4" fmla="*/ 113 h 90713"/>
                  <a:gd name="csX5" fmla="*/ 13476 w 90714"/>
                  <a:gd name="csY5" fmla="*/ 13398 h 90713"/>
                  <a:gd name="csX6" fmla="*/ 191 w 90714"/>
                  <a:gd name="csY6" fmla="*/ 45470 h 90713"/>
                  <a:gd name="csX7" fmla="*/ 13476 w 90714"/>
                  <a:gd name="csY7" fmla="*/ 77542 h 90713"/>
                  <a:gd name="csX8" fmla="*/ 45548 w 90714"/>
                  <a:gd name="csY8" fmla="*/ 9082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8" y="90827"/>
                    </a:moveTo>
                    <a:cubicBezTo>
                      <a:pt x="57577" y="90827"/>
                      <a:pt x="69115" y="86048"/>
                      <a:pt x="77620" y="77542"/>
                    </a:cubicBezTo>
                    <a:cubicBezTo>
                      <a:pt x="86126" y="69037"/>
                      <a:pt x="90905" y="57499"/>
                      <a:pt x="90905" y="45470"/>
                    </a:cubicBezTo>
                    <a:cubicBezTo>
                      <a:pt x="90905" y="33441"/>
                      <a:pt x="86126" y="21904"/>
                      <a:pt x="77620" y="13398"/>
                    </a:cubicBezTo>
                    <a:cubicBezTo>
                      <a:pt x="69115" y="4893"/>
                      <a:pt x="57577" y="113"/>
                      <a:pt x="45548" y="113"/>
                    </a:cubicBezTo>
                    <a:cubicBezTo>
                      <a:pt x="33519" y="113"/>
                      <a:pt x="21981" y="4893"/>
                      <a:pt x="13476" y="13398"/>
                    </a:cubicBezTo>
                    <a:cubicBezTo>
                      <a:pt x="4970" y="21904"/>
                      <a:pt x="191" y="33441"/>
                      <a:pt x="191" y="45470"/>
                    </a:cubicBezTo>
                    <a:cubicBezTo>
                      <a:pt x="191" y="57499"/>
                      <a:pt x="4970" y="69037"/>
                      <a:pt x="13476" y="77542"/>
                    </a:cubicBezTo>
                    <a:cubicBezTo>
                      <a:pt x="21981" y="86048"/>
                      <a:pt x="33519" y="90827"/>
                      <a:pt x="45548" y="9082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3" name="任意多边形: 形状 792"/>
              <p:cNvSpPr/>
              <p:nvPr/>
            </p:nvSpPr>
            <p:spPr>
              <a:xfrm>
                <a:off x="6283314" y="20344913"/>
                <a:ext cx="180000" cy="180000"/>
              </a:xfrm>
              <a:custGeom>
                <a:avLst/>
                <a:gdLst>
                  <a:gd name="csX0" fmla="*/ 45533 w 90714"/>
                  <a:gd name="csY0" fmla="*/ 90788 h 90713"/>
                  <a:gd name="csX1" fmla="*/ 77606 w 90714"/>
                  <a:gd name="csY1" fmla="*/ 77504 h 90713"/>
                  <a:gd name="csX2" fmla="*/ 90891 w 90714"/>
                  <a:gd name="csY2" fmla="*/ 45432 h 90713"/>
                  <a:gd name="csX3" fmla="*/ 77606 w 90714"/>
                  <a:gd name="csY3" fmla="*/ 13360 h 90713"/>
                  <a:gd name="csX4" fmla="*/ 45533 w 90714"/>
                  <a:gd name="csY4" fmla="*/ 75 h 90713"/>
                  <a:gd name="csX5" fmla="*/ 13461 w 90714"/>
                  <a:gd name="csY5" fmla="*/ 13360 h 90713"/>
                  <a:gd name="csX6" fmla="*/ 176 w 90714"/>
                  <a:gd name="csY6" fmla="*/ 45432 h 90713"/>
                  <a:gd name="csX7" fmla="*/ 13461 w 90714"/>
                  <a:gd name="csY7" fmla="*/ 77504 h 90713"/>
                  <a:gd name="csX8" fmla="*/ 45533 w 90714"/>
                  <a:gd name="csY8" fmla="*/ 9078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3" y="90788"/>
                    </a:moveTo>
                    <a:cubicBezTo>
                      <a:pt x="57562" y="90788"/>
                      <a:pt x="69100" y="86009"/>
                      <a:pt x="77606" y="77504"/>
                    </a:cubicBezTo>
                    <a:cubicBezTo>
                      <a:pt x="86112" y="68998"/>
                      <a:pt x="90891" y="57460"/>
                      <a:pt x="90891" y="45432"/>
                    </a:cubicBezTo>
                    <a:cubicBezTo>
                      <a:pt x="90891" y="33403"/>
                      <a:pt x="86112" y="21865"/>
                      <a:pt x="77606" y="13360"/>
                    </a:cubicBezTo>
                    <a:cubicBezTo>
                      <a:pt x="69100" y="4854"/>
                      <a:pt x="57562" y="75"/>
                      <a:pt x="45533" y="75"/>
                    </a:cubicBezTo>
                    <a:cubicBezTo>
                      <a:pt x="33505" y="75"/>
                      <a:pt x="21967" y="4854"/>
                      <a:pt x="13461" y="13360"/>
                    </a:cubicBezTo>
                    <a:cubicBezTo>
                      <a:pt x="4955" y="21865"/>
                      <a:pt x="176" y="33403"/>
                      <a:pt x="176" y="45432"/>
                    </a:cubicBezTo>
                    <a:cubicBezTo>
                      <a:pt x="176" y="57460"/>
                      <a:pt x="4955" y="68998"/>
                      <a:pt x="13461" y="77504"/>
                    </a:cubicBezTo>
                    <a:cubicBezTo>
                      <a:pt x="21967" y="86009"/>
                      <a:pt x="33505" y="90788"/>
                      <a:pt x="45533" y="9078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4" name="任意多边形: 形状 793"/>
              <p:cNvSpPr/>
              <p:nvPr/>
            </p:nvSpPr>
            <p:spPr>
              <a:xfrm>
                <a:off x="6306118" y="23851846"/>
                <a:ext cx="180000" cy="180000"/>
              </a:xfrm>
              <a:custGeom>
                <a:avLst/>
                <a:gdLst>
                  <a:gd name="csX0" fmla="*/ 45534 w 90714"/>
                  <a:gd name="csY0" fmla="*/ 90898 h 90713"/>
                  <a:gd name="csX1" fmla="*/ 77607 w 90714"/>
                  <a:gd name="csY1" fmla="*/ 77613 h 90713"/>
                  <a:gd name="csX2" fmla="*/ 90891 w 90714"/>
                  <a:gd name="csY2" fmla="*/ 45541 h 90713"/>
                  <a:gd name="csX3" fmla="*/ 77607 w 90714"/>
                  <a:gd name="csY3" fmla="*/ 13469 h 90713"/>
                  <a:gd name="csX4" fmla="*/ 45534 w 90714"/>
                  <a:gd name="csY4" fmla="*/ 184 h 90713"/>
                  <a:gd name="csX5" fmla="*/ 13462 w 90714"/>
                  <a:gd name="csY5" fmla="*/ 13469 h 90713"/>
                  <a:gd name="csX6" fmla="*/ 177 w 90714"/>
                  <a:gd name="csY6" fmla="*/ 45541 h 90713"/>
                  <a:gd name="csX7" fmla="*/ 13462 w 90714"/>
                  <a:gd name="csY7" fmla="*/ 77613 h 90713"/>
                  <a:gd name="csX8" fmla="*/ 45534 w 90714"/>
                  <a:gd name="csY8" fmla="*/ 9089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4" y="90898"/>
                    </a:moveTo>
                    <a:cubicBezTo>
                      <a:pt x="57563" y="90898"/>
                      <a:pt x="69101" y="86119"/>
                      <a:pt x="77607" y="77613"/>
                    </a:cubicBezTo>
                    <a:cubicBezTo>
                      <a:pt x="86112" y="69108"/>
                      <a:pt x="90891" y="57570"/>
                      <a:pt x="90891" y="45541"/>
                    </a:cubicBezTo>
                    <a:cubicBezTo>
                      <a:pt x="90891" y="33512"/>
                      <a:pt x="86112" y="21975"/>
                      <a:pt x="77607" y="13469"/>
                    </a:cubicBezTo>
                    <a:cubicBezTo>
                      <a:pt x="69101" y="4963"/>
                      <a:pt x="57563" y="184"/>
                      <a:pt x="45534" y="184"/>
                    </a:cubicBezTo>
                    <a:cubicBezTo>
                      <a:pt x="33505" y="184"/>
                      <a:pt x="21967" y="4963"/>
                      <a:pt x="13462" y="13469"/>
                    </a:cubicBezTo>
                    <a:cubicBezTo>
                      <a:pt x="4956" y="21975"/>
                      <a:pt x="177" y="33512"/>
                      <a:pt x="177" y="45541"/>
                    </a:cubicBezTo>
                    <a:cubicBezTo>
                      <a:pt x="177" y="57570"/>
                      <a:pt x="4956" y="69108"/>
                      <a:pt x="13462" y="77613"/>
                    </a:cubicBezTo>
                    <a:cubicBezTo>
                      <a:pt x="21967" y="86119"/>
                      <a:pt x="33505" y="90898"/>
                      <a:pt x="45534" y="9089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5" name="任意多边形: 形状 794"/>
              <p:cNvSpPr/>
              <p:nvPr/>
            </p:nvSpPr>
            <p:spPr>
              <a:xfrm>
                <a:off x="8551277" y="22292265"/>
                <a:ext cx="180000" cy="180000"/>
              </a:xfrm>
              <a:custGeom>
                <a:avLst/>
                <a:gdLst>
                  <a:gd name="csX0" fmla="*/ 45604 w 90714"/>
                  <a:gd name="csY0" fmla="*/ 90849 h 90713"/>
                  <a:gd name="csX1" fmla="*/ 77677 w 90714"/>
                  <a:gd name="csY1" fmla="*/ 77565 h 90713"/>
                  <a:gd name="csX2" fmla="*/ 90961 w 90714"/>
                  <a:gd name="csY2" fmla="*/ 45492 h 90713"/>
                  <a:gd name="csX3" fmla="*/ 77677 w 90714"/>
                  <a:gd name="csY3" fmla="*/ 13420 h 90713"/>
                  <a:gd name="csX4" fmla="*/ 45604 w 90714"/>
                  <a:gd name="csY4" fmla="*/ 136 h 90713"/>
                  <a:gd name="csX5" fmla="*/ 13532 w 90714"/>
                  <a:gd name="csY5" fmla="*/ 13420 h 90713"/>
                  <a:gd name="csX6" fmla="*/ 247 w 90714"/>
                  <a:gd name="csY6" fmla="*/ 45492 h 90713"/>
                  <a:gd name="csX7" fmla="*/ 13532 w 90714"/>
                  <a:gd name="csY7" fmla="*/ 77565 h 90713"/>
                  <a:gd name="csX8" fmla="*/ 45604 w 90714"/>
                  <a:gd name="csY8" fmla="*/ 908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4" y="90849"/>
                    </a:moveTo>
                    <a:cubicBezTo>
                      <a:pt x="57633" y="90849"/>
                      <a:pt x="69171" y="86070"/>
                      <a:pt x="77677" y="77565"/>
                    </a:cubicBezTo>
                    <a:cubicBezTo>
                      <a:pt x="86182" y="69059"/>
                      <a:pt x="90961" y="57521"/>
                      <a:pt x="90961" y="45492"/>
                    </a:cubicBezTo>
                    <a:cubicBezTo>
                      <a:pt x="90961" y="33464"/>
                      <a:pt x="86182" y="21926"/>
                      <a:pt x="77677" y="13420"/>
                    </a:cubicBezTo>
                    <a:cubicBezTo>
                      <a:pt x="69171" y="4915"/>
                      <a:pt x="57633" y="136"/>
                      <a:pt x="45604" y="136"/>
                    </a:cubicBezTo>
                    <a:cubicBezTo>
                      <a:pt x="33575" y="136"/>
                      <a:pt x="22037" y="4915"/>
                      <a:pt x="13532" y="13420"/>
                    </a:cubicBezTo>
                    <a:cubicBezTo>
                      <a:pt x="5026" y="21926"/>
                      <a:pt x="247" y="33464"/>
                      <a:pt x="247" y="45492"/>
                    </a:cubicBezTo>
                    <a:cubicBezTo>
                      <a:pt x="247" y="57521"/>
                      <a:pt x="5026" y="69059"/>
                      <a:pt x="13532" y="77565"/>
                    </a:cubicBezTo>
                    <a:cubicBezTo>
                      <a:pt x="22037" y="86070"/>
                      <a:pt x="33575" y="90849"/>
                      <a:pt x="45604" y="908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6" name="任意多边形: 形状 795"/>
              <p:cNvSpPr/>
              <p:nvPr/>
            </p:nvSpPr>
            <p:spPr>
              <a:xfrm>
                <a:off x="4708447" y="23802412"/>
                <a:ext cx="180000" cy="180000"/>
              </a:xfrm>
              <a:custGeom>
                <a:avLst/>
                <a:gdLst>
                  <a:gd name="csX0" fmla="*/ 45484 w 90714"/>
                  <a:gd name="csY0" fmla="*/ 90896 h 90713"/>
                  <a:gd name="csX1" fmla="*/ 77557 w 90714"/>
                  <a:gd name="csY1" fmla="*/ 77612 h 90713"/>
                  <a:gd name="csX2" fmla="*/ 90842 w 90714"/>
                  <a:gd name="csY2" fmla="*/ 45540 h 90713"/>
                  <a:gd name="csX3" fmla="*/ 77557 w 90714"/>
                  <a:gd name="csY3" fmla="*/ 13468 h 90713"/>
                  <a:gd name="csX4" fmla="*/ 45484 w 90714"/>
                  <a:gd name="csY4" fmla="*/ 183 h 90713"/>
                  <a:gd name="csX5" fmla="*/ 13412 w 90714"/>
                  <a:gd name="csY5" fmla="*/ 13468 h 90713"/>
                  <a:gd name="csX6" fmla="*/ 127 w 90714"/>
                  <a:gd name="csY6" fmla="*/ 45540 h 90713"/>
                  <a:gd name="csX7" fmla="*/ 13412 w 90714"/>
                  <a:gd name="csY7" fmla="*/ 77612 h 90713"/>
                  <a:gd name="csX8" fmla="*/ 45484 w 90714"/>
                  <a:gd name="csY8" fmla="*/ 9089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4" y="90896"/>
                    </a:moveTo>
                    <a:cubicBezTo>
                      <a:pt x="57513" y="90896"/>
                      <a:pt x="69051" y="86117"/>
                      <a:pt x="77557" y="77612"/>
                    </a:cubicBezTo>
                    <a:cubicBezTo>
                      <a:pt x="86062" y="69106"/>
                      <a:pt x="90842" y="57568"/>
                      <a:pt x="90842" y="45540"/>
                    </a:cubicBezTo>
                    <a:cubicBezTo>
                      <a:pt x="90842" y="33511"/>
                      <a:pt x="86062" y="21973"/>
                      <a:pt x="77557" y="13468"/>
                    </a:cubicBezTo>
                    <a:cubicBezTo>
                      <a:pt x="69051" y="4962"/>
                      <a:pt x="57513" y="183"/>
                      <a:pt x="45484" y="183"/>
                    </a:cubicBezTo>
                    <a:cubicBezTo>
                      <a:pt x="33455" y="183"/>
                      <a:pt x="21918" y="4962"/>
                      <a:pt x="13412" y="13468"/>
                    </a:cubicBezTo>
                    <a:cubicBezTo>
                      <a:pt x="4906" y="21973"/>
                      <a:pt x="127" y="33511"/>
                      <a:pt x="127" y="45540"/>
                    </a:cubicBezTo>
                    <a:cubicBezTo>
                      <a:pt x="127" y="57568"/>
                      <a:pt x="4906" y="69106"/>
                      <a:pt x="13412" y="77612"/>
                    </a:cubicBezTo>
                    <a:cubicBezTo>
                      <a:pt x="21918" y="86117"/>
                      <a:pt x="33455" y="90896"/>
                      <a:pt x="45484" y="9089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7" name="任意多边形: 形状 796"/>
              <p:cNvSpPr/>
              <p:nvPr/>
            </p:nvSpPr>
            <p:spPr>
              <a:xfrm>
                <a:off x="6396732" y="23390062"/>
                <a:ext cx="180000" cy="180000"/>
              </a:xfrm>
              <a:custGeom>
                <a:avLst/>
                <a:gdLst>
                  <a:gd name="csX0" fmla="*/ 45537 w 90714"/>
                  <a:gd name="csY0" fmla="*/ 90883 h 90713"/>
                  <a:gd name="csX1" fmla="*/ 77609 w 90714"/>
                  <a:gd name="csY1" fmla="*/ 77599 h 90713"/>
                  <a:gd name="csX2" fmla="*/ 90894 w 90714"/>
                  <a:gd name="csY2" fmla="*/ 45527 h 90713"/>
                  <a:gd name="csX3" fmla="*/ 77609 w 90714"/>
                  <a:gd name="csY3" fmla="*/ 13455 h 90713"/>
                  <a:gd name="csX4" fmla="*/ 45537 w 90714"/>
                  <a:gd name="csY4" fmla="*/ 170 h 90713"/>
                  <a:gd name="csX5" fmla="*/ 13465 w 90714"/>
                  <a:gd name="csY5" fmla="*/ 13455 h 90713"/>
                  <a:gd name="csX6" fmla="*/ 180 w 90714"/>
                  <a:gd name="csY6" fmla="*/ 45527 h 90713"/>
                  <a:gd name="csX7" fmla="*/ 13465 w 90714"/>
                  <a:gd name="csY7" fmla="*/ 77599 h 90713"/>
                  <a:gd name="csX8" fmla="*/ 45537 w 90714"/>
                  <a:gd name="csY8" fmla="*/ 9088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7" y="90883"/>
                    </a:moveTo>
                    <a:cubicBezTo>
                      <a:pt x="57566" y="90883"/>
                      <a:pt x="69104" y="86104"/>
                      <a:pt x="77609" y="77599"/>
                    </a:cubicBezTo>
                    <a:cubicBezTo>
                      <a:pt x="86115" y="69093"/>
                      <a:pt x="90894" y="57555"/>
                      <a:pt x="90894" y="45527"/>
                    </a:cubicBezTo>
                    <a:cubicBezTo>
                      <a:pt x="90894" y="33498"/>
                      <a:pt x="86115" y="21960"/>
                      <a:pt x="77609" y="13455"/>
                    </a:cubicBezTo>
                    <a:cubicBezTo>
                      <a:pt x="69104" y="4949"/>
                      <a:pt x="57566" y="170"/>
                      <a:pt x="45537" y="170"/>
                    </a:cubicBezTo>
                    <a:cubicBezTo>
                      <a:pt x="33508" y="170"/>
                      <a:pt x="21970" y="4949"/>
                      <a:pt x="13465" y="13455"/>
                    </a:cubicBezTo>
                    <a:cubicBezTo>
                      <a:pt x="4959" y="21960"/>
                      <a:pt x="180" y="33498"/>
                      <a:pt x="180" y="45527"/>
                    </a:cubicBezTo>
                    <a:cubicBezTo>
                      <a:pt x="180" y="57555"/>
                      <a:pt x="4959" y="69093"/>
                      <a:pt x="13465" y="77599"/>
                    </a:cubicBezTo>
                    <a:cubicBezTo>
                      <a:pt x="21970" y="86104"/>
                      <a:pt x="33508" y="90883"/>
                      <a:pt x="45537" y="9088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8" name="任意多边形: 形状 797"/>
              <p:cNvSpPr/>
              <p:nvPr/>
            </p:nvSpPr>
            <p:spPr>
              <a:xfrm>
                <a:off x="6477347" y="22868876"/>
                <a:ext cx="180000" cy="180000"/>
              </a:xfrm>
              <a:custGeom>
                <a:avLst/>
                <a:gdLst>
                  <a:gd name="csX0" fmla="*/ 45539 w 90714"/>
                  <a:gd name="csY0" fmla="*/ 90867 h 90713"/>
                  <a:gd name="csX1" fmla="*/ 77612 w 90714"/>
                  <a:gd name="csY1" fmla="*/ 77582 h 90713"/>
                  <a:gd name="csX2" fmla="*/ 90897 w 90714"/>
                  <a:gd name="csY2" fmla="*/ 45510 h 90713"/>
                  <a:gd name="csX3" fmla="*/ 77612 w 90714"/>
                  <a:gd name="csY3" fmla="*/ 13438 h 90713"/>
                  <a:gd name="csX4" fmla="*/ 45539 w 90714"/>
                  <a:gd name="csY4" fmla="*/ 154 h 90713"/>
                  <a:gd name="csX5" fmla="*/ 13467 w 90714"/>
                  <a:gd name="csY5" fmla="*/ 13438 h 90713"/>
                  <a:gd name="csX6" fmla="*/ 182 w 90714"/>
                  <a:gd name="csY6" fmla="*/ 45510 h 90713"/>
                  <a:gd name="csX7" fmla="*/ 13467 w 90714"/>
                  <a:gd name="csY7" fmla="*/ 77582 h 90713"/>
                  <a:gd name="csX8" fmla="*/ 45539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9" y="90867"/>
                    </a:moveTo>
                    <a:cubicBezTo>
                      <a:pt x="57568" y="90867"/>
                      <a:pt x="69106" y="86088"/>
                      <a:pt x="77612" y="77582"/>
                    </a:cubicBezTo>
                    <a:cubicBezTo>
                      <a:pt x="86118" y="69077"/>
                      <a:pt x="90897" y="57539"/>
                      <a:pt x="90897" y="45510"/>
                    </a:cubicBezTo>
                    <a:cubicBezTo>
                      <a:pt x="90897" y="33482"/>
                      <a:pt x="86118" y="21944"/>
                      <a:pt x="77612" y="13438"/>
                    </a:cubicBezTo>
                    <a:cubicBezTo>
                      <a:pt x="69106" y="4933"/>
                      <a:pt x="57568" y="154"/>
                      <a:pt x="45539" y="154"/>
                    </a:cubicBezTo>
                    <a:cubicBezTo>
                      <a:pt x="33511" y="154"/>
                      <a:pt x="21973" y="4933"/>
                      <a:pt x="13467" y="13438"/>
                    </a:cubicBezTo>
                    <a:cubicBezTo>
                      <a:pt x="4961" y="21944"/>
                      <a:pt x="182" y="33482"/>
                      <a:pt x="182" y="45510"/>
                    </a:cubicBezTo>
                    <a:cubicBezTo>
                      <a:pt x="182" y="57539"/>
                      <a:pt x="4961" y="69077"/>
                      <a:pt x="13467" y="77582"/>
                    </a:cubicBezTo>
                    <a:cubicBezTo>
                      <a:pt x="21973" y="86088"/>
                      <a:pt x="33511" y="90867"/>
                      <a:pt x="45539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799" name="任意多边形: 形状 798"/>
              <p:cNvSpPr/>
              <p:nvPr/>
            </p:nvSpPr>
            <p:spPr>
              <a:xfrm>
                <a:off x="9461741" y="25138884"/>
                <a:ext cx="180000" cy="180000"/>
              </a:xfrm>
              <a:custGeom>
                <a:avLst/>
                <a:gdLst>
                  <a:gd name="csX0" fmla="*/ 45633 w 90714"/>
                  <a:gd name="csY0" fmla="*/ 90938 h 90713"/>
                  <a:gd name="csX1" fmla="*/ 77705 w 90714"/>
                  <a:gd name="csY1" fmla="*/ 77653 h 90713"/>
                  <a:gd name="csX2" fmla="*/ 90990 w 90714"/>
                  <a:gd name="csY2" fmla="*/ 45581 h 90713"/>
                  <a:gd name="csX3" fmla="*/ 77705 w 90714"/>
                  <a:gd name="csY3" fmla="*/ 13509 h 90713"/>
                  <a:gd name="csX4" fmla="*/ 45633 w 90714"/>
                  <a:gd name="csY4" fmla="*/ 224 h 90713"/>
                  <a:gd name="csX5" fmla="*/ 13560 w 90714"/>
                  <a:gd name="csY5" fmla="*/ 13509 h 90713"/>
                  <a:gd name="csX6" fmla="*/ 275 w 90714"/>
                  <a:gd name="csY6" fmla="*/ 45581 h 90713"/>
                  <a:gd name="csX7" fmla="*/ 13560 w 90714"/>
                  <a:gd name="csY7" fmla="*/ 77653 h 90713"/>
                  <a:gd name="csX8" fmla="*/ 45633 w 90714"/>
                  <a:gd name="csY8" fmla="*/ 9093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3" y="90938"/>
                    </a:moveTo>
                    <a:cubicBezTo>
                      <a:pt x="57661" y="90938"/>
                      <a:pt x="69199" y="86159"/>
                      <a:pt x="77705" y="77653"/>
                    </a:cubicBezTo>
                    <a:cubicBezTo>
                      <a:pt x="86211" y="69148"/>
                      <a:pt x="90990" y="57610"/>
                      <a:pt x="90990" y="45581"/>
                    </a:cubicBezTo>
                    <a:cubicBezTo>
                      <a:pt x="90990" y="33552"/>
                      <a:pt x="86211" y="22015"/>
                      <a:pt x="77705" y="13509"/>
                    </a:cubicBezTo>
                    <a:cubicBezTo>
                      <a:pt x="69199" y="5004"/>
                      <a:pt x="57661" y="224"/>
                      <a:pt x="45633" y="224"/>
                    </a:cubicBezTo>
                    <a:cubicBezTo>
                      <a:pt x="33604" y="224"/>
                      <a:pt x="22066" y="5004"/>
                      <a:pt x="13560" y="13509"/>
                    </a:cubicBezTo>
                    <a:cubicBezTo>
                      <a:pt x="5054" y="22015"/>
                      <a:pt x="275" y="33552"/>
                      <a:pt x="275" y="45581"/>
                    </a:cubicBezTo>
                    <a:cubicBezTo>
                      <a:pt x="275" y="57610"/>
                      <a:pt x="5054" y="69148"/>
                      <a:pt x="13560" y="77653"/>
                    </a:cubicBezTo>
                    <a:cubicBezTo>
                      <a:pt x="22066" y="86159"/>
                      <a:pt x="33604" y="90938"/>
                      <a:pt x="45633" y="9093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1" name="任意多边形: 形状 800"/>
              <p:cNvSpPr/>
              <p:nvPr/>
            </p:nvSpPr>
            <p:spPr>
              <a:xfrm>
                <a:off x="6438598" y="23290713"/>
                <a:ext cx="180000" cy="180000"/>
              </a:xfrm>
              <a:custGeom>
                <a:avLst/>
                <a:gdLst>
                  <a:gd name="csX0" fmla="*/ 45538 w 90714"/>
                  <a:gd name="csY0" fmla="*/ 90880 h 90713"/>
                  <a:gd name="csX1" fmla="*/ 77611 w 90714"/>
                  <a:gd name="csY1" fmla="*/ 77596 h 90713"/>
                  <a:gd name="csX2" fmla="*/ 90896 w 90714"/>
                  <a:gd name="csY2" fmla="*/ 45524 h 90713"/>
                  <a:gd name="csX3" fmla="*/ 77611 w 90714"/>
                  <a:gd name="csY3" fmla="*/ 13452 h 90713"/>
                  <a:gd name="csX4" fmla="*/ 45538 w 90714"/>
                  <a:gd name="csY4" fmla="*/ 167 h 90713"/>
                  <a:gd name="csX5" fmla="*/ 13466 w 90714"/>
                  <a:gd name="csY5" fmla="*/ 13452 h 90713"/>
                  <a:gd name="csX6" fmla="*/ 181 w 90714"/>
                  <a:gd name="csY6" fmla="*/ 45524 h 90713"/>
                  <a:gd name="csX7" fmla="*/ 13466 w 90714"/>
                  <a:gd name="csY7" fmla="*/ 77596 h 90713"/>
                  <a:gd name="csX8" fmla="*/ 45538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80"/>
                    </a:moveTo>
                    <a:cubicBezTo>
                      <a:pt x="57567" y="90880"/>
                      <a:pt x="69105" y="86101"/>
                      <a:pt x="77611" y="77596"/>
                    </a:cubicBezTo>
                    <a:cubicBezTo>
                      <a:pt x="86116" y="69090"/>
                      <a:pt x="90896" y="57552"/>
                      <a:pt x="90896" y="45524"/>
                    </a:cubicBezTo>
                    <a:cubicBezTo>
                      <a:pt x="90896" y="33495"/>
                      <a:pt x="86116" y="21957"/>
                      <a:pt x="77611" y="13452"/>
                    </a:cubicBezTo>
                    <a:cubicBezTo>
                      <a:pt x="69105" y="4946"/>
                      <a:pt x="57567" y="167"/>
                      <a:pt x="45538" y="167"/>
                    </a:cubicBezTo>
                    <a:cubicBezTo>
                      <a:pt x="33509" y="167"/>
                      <a:pt x="21972" y="4946"/>
                      <a:pt x="13466" y="13452"/>
                    </a:cubicBezTo>
                    <a:cubicBezTo>
                      <a:pt x="4960" y="21957"/>
                      <a:pt x="181" y="33495"/>
                      <a:pt x="181" y="45524"/>
                    </a:cubicBezTo>
                    <a:cubicBezTo>
                      <a:pt x="181" y="57552"/>
                      <a:pt x="4960" y="69090"/>
                      <a:pt x="13466" y="77596"/>
                    </a:cubicBezTo>
                    <a:cubicBezTo>
                      <a:pt x="21972" y="86101"/>
                      <a:pt x="33509" y="90880"/>
                      <a:pt x="45538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2" name="任意多边形: 形状 801"/>
              <p:cNvSpPr/>
              <p:nvPr/>
            </p:nvSpPr>
            <p:spPr>
              <a:xfrm>
                <a:off x="7732512" y="22598166"/>
                <a:ext cx="180000" cy="180000"/>
              </a:xfrm>
              <a:custGeom>
                <a:avLst/>
                <a:gdLst>
                  <a:gd name="csX0" fmla="*/ 45579 w 90714"/>
                  <a:gd name="csY0" fmla="*/ 90859 h 90713"/>
                  <a:gd name="csX1" fmla="*/ 77651 w 90714"/>
                  <a:gd name="csY1" fmla="*/ 77574 h 90713"/>
                  <a:gd name="csX2" fmla="*/ 90936 w 90714"/>
                  <a:gd name="csY2" fmla="*/ 45502 h 90713"/>
                  <a:gd name="csX3" fmla="*/ 77651 w 90714"/>
                  <a:gd name="csY3" fmla="*/ 13430 h 90713"/>
                  <a:gd name="csX4" fmla="*/ 45579 w 90714"/>
                  <a:gd name="csY4" fmla="*/ 145 h 90713"/>
                  <a:gd name="csX5" fmla="*/ 13506 w 90714"/>
                  <a:gd name="csY5" fmla="*/ 13430 h 90713"/>
                  <a:gd name="csX6" fmla="*/ 221 w 90714"/>
                  <a:gd name="csY6" fmla="*/ 45502 h 90713"/>
                  <a:gd name="csX7" fmla="*/ 13506 w 90714"/>
                  <a:gd name="csY7" fmla="*/ 77574 h 90713"/>
                  <a:gd name="csX8" fmla="*/ 45579 w 90714"/>
                  <a:gd name="csY8" fmla="*/ 9085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9" y="90859"/>
                    </a:moveTo>
                    <a:cubicBezTo>
                      <a:pt x="57607" y="90859"/>
                      <a:pt x="69145" y="86080"/>
                      <a:pt x="77651" y="77574"/>
                    </a:cubicBezTo>
                    <a:cubicBezTo>
                      <a:pt x="86157" y="69068"/>
                      <a:pt x="90936" y="57531"/>
                      <a:pt x="90936" y="45502"/>
                    </a:cubicBezTo>
                    <a:cubicBezTo>
                      <a:pt x="90936" y="33473"/>
                      <a:pt x="86157" y="21936"/>
                      <a:pt x="77651" y="13430"/>
                    </a:cubicBezTo>
                    <a:cubicBezTo>
                      <a:pt x="69145" y="4924"/>
                      <a:pt x="57607" y="145"/>
                      <a:pt x="45579" y="145"/>
                    </a:cubicBezTo>
                    <a:cubicBezTo>
                      <a:pt x="33550" y="145"/>
                      <a:pt x="22012" y="4924"/>
                      <a:pt x="13506" y="13430"/>
                    </a:cubicBezTo>
                    <a:cubicBezTo>
                      <a:pt x="5000" y="21936"/>
                      <a:pt x="221" y="33473"/>
                      <a:pt x="221" y="45502"/>
                    </a:cubicBezTo>
                    <a:cubicBezTo>
                      <a:pt x="221" y="57531"/>
                      <a:pt x="5000" y="69068"/>
                      <a:pt x="13506" y="77574"/>
                    </a:cubicBezTo>
                    <a:cubicBezTo>
                      <a:pt x="22012" y="86080"/>
                      <a:pt x="33550" y="90859"/>
                      <a:pt x="45579" y="9085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3" name="任意多边形: 形状 802"/>
              <p:cNvSpPr/>
              <p:nvPr/>
            </p:nvSpPr>
            <p:spPr>
              <a:xfrm>
                <a:off x="5920791" y="22388378"/>
                <a:ext cx="180000" cy="180000"/>
              </a:xfrm>
              <a:custGeom>
                <a:avLst/>
                <a:gdLst>
                  <a:gd name="csX0" fmla="*/ 45522 w 90714"/>
                  <a:gd name="csY0" fmla="*/ 90852 h 90713"/>
                  <a:gd name="csX1" fmla="*/ 77595 w 90714"/>
                  <a:gd name="csY1" fmla="*/ 77568 h 90713"/>
                  <a:gd name="csX2" fmla="*/ 90879 w 90714"/>
                  <a:gd name="csY2" fmla="*/ 45495 h 90713"/>
                  <a:gd name="csX3" fmla="*/ 77595 w 90714"/>
                  <a:gd name="csY3" fmla="*/ 13423 h 90713"/>
                  <a:gd name="csX4" fmla="*/ 45522 w 90714"/>
                  <a:gd name="csY4" fmla="*/ 139 h 90713"/>
                  <a:gd name="csX5" fmla="*/ 13450 w 90714"/>
                  <a:gd name="csY5" fmla="*/ 13423 h 90713"/>
                  <a:gd name="csX6" fmla="*/ 165 w 90714"/>
                  <a:gd name="csY6" fmla="*/ 45495 h 90713"/>
                  <a:gd name="csX7" fmla="*/ 13450 w 90714"/>
                  <a:gd name="csY7" fmla="*/ 77568 h 90713"/>
                  <a:gd name="csX8" fmla="*/ 45522 w 90714"/>
                  <a:gd name="csY8" fmla="*/ 9085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852"/>
                    </a:moveTo>
                    <a:cubicBezTo>
                      <a:pt x="57551" y="90852"/>
                      <a:pt x="69089" y="86073"/>
                      <a:pt x="77595" y="77568"/>
                    </a:cubicBezTo>
                    <a:cubicBezTo>
                      <a:pt x="86100" y="69062"/>
                      <a:pt x="90879" y="57524"/>
                      <a:pt x="90879" y="45495"/>
                    </a:cubicBezTo>
                    <a:cubicBezTo>
                      <a:pt x="90879" y="33467"/>
                      <a:pt x="86100" y="21929"/>
                      <a:pt x="77595" y="13423"/>
                    </a:cubicBezTo>
                    <a:cubicBezTo>
                      <a:pt x="69089" y="4918"/>
                      <a:pt x="57551" y="139"/>
                      <a:pt x="45522" y="139"/>
                    </a:cubicBezTo>
                    <a:cubicBezTo>
                      <a:pt x="33493" y="139"/>
                      <a:pt x="21955" y="4918"/>
                      <a:pt x="13450" y="13423"/>
                    </a:cubicBezTo>
                    <a:cubicBezTo>
                      <a:pt x="4944" y="21929"/>
                      <a:pt x="165" y="33467"/>
                      <a:pt x="165" y="45495"/>
                    </a:cubicBezTo>
                    <a:cubicBezTo>
                      <a:pt x="165" y="57524"/>
                      <a:pt x="4944" y="69062"/>
                      <a:pt x="13450" y="77568"/>
                    </a:cubicBezTo>
                    <a:cubicBezTo>
                      <a:pt x="21955" y="86073"/>
                      <a:pt x="33493" y="90852"/>
                      <a:pt x="45522" y="9085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4" name="任意多边形: 形状 803"/>
              <p:cNvSpPr/>
              <p:nvPr/>
            </p:nvSpPr>
            <p:spPr>
              <a:xfrm>
                <a:off x="7595830" y="24373484"/>
                <a:ext cx="180000" cy="180000"/>
              </a:xfrm>
              <a:custGeom>
                <a:avLst/>
                <a:gdLst>
                  <a:gd name="csX0" fmla="*/ 45574 w 90714"/>
                  <a:gd name="csY0" fmla="*/ 90914 h 90713"/>
                  <a:gd name="csX1" fmla="*/ 77647 w 90714"/>
                  <a:gd name="csY1" fmla="*/ 77629 h 90713"/>
                  <a:gd name="csX2" fmla="*/ 90932 w 90714"/>
                  <a:gd name="csY2" fmla="*/ 45557 h 90713"/>
                  <a:gd name="csX3" fmla="*/ 77647 w 90714"/>
                  <a:gd name="csY3" fmla="*/ 13485 h 90713"/>
                  <a:gd name="csX4" fmla="*/ 45574 w 90714"/>
                  <a:gd name="csY4" fmla="*/ 201 h 90713"/>
                  <a:gd name="csX5" fmla="*/ 13502 w 90714"/>
                  <a:gd name="csY5" fmla="*/ 13485 h 90713"/>
                  <a:gd name="csX6" fmla="*/ 217 w 90714"/>
                  <a:gd name="csY6" fmla="*/ 45557 h 90713"/>
                  <a:gd name="csX7" fmla="*/ 13502 w 90714"/>
                  <a:gd name="csY7" fmla="*/ 77629 h 90713"/>
                  <a:gd name="csX8" fmla="*/ 45574 w 90714"/>
                  <a:gd name="csY8" fmla="*/ 909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4" y="90914"/>
                    </a:moveTo>
                    <a:cubicBezTo>
                      <a:pt x="57603" y="90914"/>
                      <a:pt x="69141" y="86135"/>
                      <a:pt x="77647" y="77629"/>
                    </a:cubicBezTo>
                    <a:cubicBezTo>
                      <a:pt x="86152" y="69124"/>
                      <a:pt x="90932" y="57586"/>
                      <a:pt x="90932" y="45557"/>
                    </a:cubicBezTo>
                    <a:cubicBezTo>
                      <a:pt x="90932" y="33529"/>
                      <a:pt x="86152" y="21991"/>
                      <a:pt x="77647" y="13485"/>
                    </a:cubicBezTo>
                    <a:cubicBezTo>
                      <a:pt x="69141" y="4980"/>
                      <a:pt x="57603" y="201"/>
                      <a:pt x="45574" y="201"/>
                    </a:cubicBezTo>
                    <a:cubicBezTo>
                      <a:pt x="33545" y="201"/>
                      <a:pt x="22008" y="4980"/>
                      <a:pt x="13502" y="13485"/>
                    </a:cubicBezTo>
                    <a:cubicBezTo>
                      <a:pt x="4996" y="21991"/>
                      <a:pt x="217" y="33529"/>
                      <a:pt x="217" y="45557"/>
                    </a:cubicBezTo>
                    <a:cubicBezTo>
                      <a:pt x="217" y="57586"/>
                      <a:pt x="4996" y="69124"/>
                      <a:pt x="13502" y="77629"/>
                    </a:cubicBezTo>
                    <a:cubicBezTo>
                      <a:pt x="22008" y="86135"/>
                      <a:pt x="33545" y="90914"/>
                      <a:pt x="45574" y="909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5" name="任意多边形: 形状 804"/>
              <p:cNvSpPr/>
              <p:nvPr/>
            </p:nvSpPr>
            <p:spPr>
              <a:xfrm>
                <a:off x="10959243" y="22090030"/>
                <a:ext cx="180000" cy="180000"/>
              </a:xfrm>
              <a:custGeom>
                <a:avLst/>
                <a:gdLst>
                  <a:gd name="csX0" fmla="*/ 45679 w 90714"/>
                  <a:gd name="csY0" fmla="*/ 90843 h 90713"/>
                  <a:gd name="csX1" fmla="*/ 77752 w 90714"/>
                  <a:gd name="csY1" fmla="*/ 77558 h 90713"/>
                  <a:gd name="csX2" fmla="*/ 91036 w 90714"/>
                  <a:gd name="csY2" fmla="*/ 45486 h 90713"/>
                  <a:gd name="csX3" fmla="*/ 77752 w 90714"/>
                  <a:gd name="csY3" fmla="*/ 13414 h 90713"/>
                  <a:gd name="csX4" fmla="*/ 45679 w 90714"/>
                  <a:gd name="csY4" fmla="*/ 129 h 90713"/>
                  <a:gd name="csX5" fmla="*/ 13607 w 90714"/>
                  <a:gd name="csY5" fmla="*/ 13414 h 90713"/>
                  <a:gd name="csX6" fmla="*/ 322 w 90714"/>
                  <a:gd name="csY6" fmla="*/ 45486 h 90713"/>
                  <a:gd name="csX7" fmla="*/ 13607 w 90714"/>
                  <a:gd name="csY7" fmla="*/ 77558 h 90713"/>
                  <a:gd name="csX8" fmla="*/ 45679 w 90714"/>
                  <a:gd name="csY8" fmla="*/ 908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79" y="90843"/>
                    </a:moveTo>
                    <a:cubicBezTo>
                      <a:pt x="57708" y="90843"/>
                      <a:pt x="69246" y="86064"/>
                      <a:pt x="77752" y="77558"/>
                    </a:cubicBezTo>
                    <a:cubicBezTo>
                      <a:pt x="86257" y="69053"/>
                      <a:pt x="91036" y="57515"/>
                      <a:pt x="91036" y="45486"/>
                    </a:cubicBezTo>
                    <a:cubicBezTo>
                      <a:pt x="91036" y="33457"/>
                      <a:pt x="86257" y="21920"/>
                      <a:pt x="77752" y="13414"/>
                    </a:cubicBezTo>
                    <a:cubicBezTo>
                      <a:pt x="69246" y="4909"/>
                      <a:pt x="57708" y="129"/>
                      <a:pt x="45679" y="129"/>
                    </a:cubicBezTo>
                    <a:cubicBezTo>
                      <a:pt x="33650" y="129"/>
                      <a:pt x="22112" y="4909"/>
                      <a:pt x="13607" y="13414"/>
                    </a:cubicBezTo>
                    <a:cubicBezTo>
                      <a:pt x="5101" y="21920"/>
                      <a:pt x="322" y="33457"/>
                      <a:pt x="322" y="45486"/>
                    </a:cubicBezTo>
                    <a:cubicBezTo>
                      <a:pt x="322" y="57515"/>
                      <a:pt x="5101" y="69053"/>
                      <a:pt x="13607" y="77558"/>
                    </a:cubicBezTo>
                    <a:cubicBezTo>
                      <a:pt x="22112" y="86064"/>
                      <a:pt x="33650" y="90843"/>
                      <a:pt x="45679" y="908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6" name="任意多边形: 形状 805"/>
              <p:cNvSpPr/>
              <p:nvPr/>
            </p:nvSpPr>
            <p:spPr>
              <a:xfrm>
                <a:off x="6402385" y="22674112"/>
                <a:ext cx="180000" cy="180000"/>
              </a:xfrm>
              <a:custGeom>
                <a:avLst/>
                <a:gdLst>
                  <a:gd name="csX0" fmla="*/ 45537 w 90714"/>
                  <a:gd name="csY0" fmla="*/ 90861 h 90713"/>
                  <a:gd name="csX1" fmla="*/ 77610 w 90714"/>
                  <a:gd name="csY1" fmla="*/ 77576 h 90713"/>
                  <a:gd name="csX2" fmla="*/ 90894 w 90714"/>
                  <a:gd name="csY2" fmla="*/ 45504 h 90713"/>
                  <a:gd name="csX3" fmla="*/ 77610 w 90714"/>
                  <a:gd name="csY3" fmla="*/ 13432 h 90713"/>
                  <a:gd name="csX4" fmla="*/ 45537 w 90714"/>
                  <a:gd name="csY4" fmla="*/ 148 h 90713"/>
                  <a:gd name="csX5" fmla="*/ 13465 w 90714"/>
                  <a:gd name="csY5" fmla="*/ 13432 h 90713"/>
                  <a:gd name="csX6" fmla="*/ 180 w 90714"/>
                  <a:gd name="csY6" fmla="*/ 45504 h 90713"/>
                  <a:gd name="csX7" fmla="*/ 13465 w 90714"/>
                  <a:gd name="csY7" fmla="*/ 77576 h 90713"/>
                  <a:gd name="csX8" fmla="*/ 45537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7" y="90861"/>
                    </a:moveTo>
                    <a:cubicBezTo>
                      <a:pt x="57566" y="90861"/>
                      <a:pt x="69104" y="86082"/>
                      <a:pt x="77610" y="77576"/>
                    </a:cubicBezTo>
                    <a:cubicBezTo>
                      <a:pt x="86115" y="69071"/>
                      <a:pt x="90894" y="57533"/>
                      <a:pt x="90894" y="45504"/>
                    </a:cubicBezTo>
                    <a:cubicBezTo>
                      <a:pt x="90894" y="33476"/>
                      <a:pt x="86115" y="21938"/>
                      <a:pt x="77610" y="13432"/>
                    </a:cubicBezTo>
                    <a:cubicBezTo>
                      <a:pt x="69104" y="4927"/>
                      <a:pt x="57566" y="148"/>
                      <a:pt x="45537" y="148"/>
                    </a:cubicBezTo>
                    <a:cubicBezTo>
                      <a:pt x="33508" y="148"/>
                      <a:pt x="21970" y="4927"/>
                      <a:pt x="13465" y="13432"/>
                    </a:cubicBezTo>
                    <a:cubicBezTo>
                      <a:pt x="4959" y="21938"/>
                      <a:pt x="180" y="33476"/>
                      <a:pt x="180" y="45504"/>
                    </a:cubicBezTo>
                    <a:cubicBezTo>
                      <a:pt x="180" y="57533"/>
                      <a:pt x="4959" y="69071"/>
                      <a:pt x="13465" y="77576"/>
                    </a:cubicBezTo>
                    <a:cubicBezTo>
                      <a:pt x="21970" y="86082"/>
                      <a:pt x="33508" y="90861"/>
                      <a:pt x="45537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7" name="任意多边形: 形状 806"/>
              <p:cNvSpPr/>
              <p:nvPr/>
            </p:nvSpPr>
            <p:spPr>
              <a:xfrm>
                <a:off x="7037036" y="22116436"/>
                <a:ext cx="180000" cy="180000"/>
              </a:xfrm>
              <a:custGeom>
                <a:avLst/>
                <a:gdLst>
                  <a:gd name="csX0" fmla="*/ 45557 w 90714"/>
                  <a:gd name="csY0" fmla="*/ 90844 h 90713"/>
                  <a:gd name="csX1" fmla="*/ 77629 w 90714"/>
                  <a:gd name="csY1" fmla="*/ 77559 h 90713"/>
                  <a:gd name="csX2" fmla="*/ 90914 w 90714"/>
                  <a:gd name="csY2" fmla="*/ 45487 h 90713"/>
                  <a:gd name="csX3" fmla="*/ 77629 w 90714"/>
                  <a:gd name="csY3" fmla="*/ 13415 h 90713"/>
                  <a:gd name="csX4" fmla="*/ 45557 w 90714"/>
                  <a:gd name="csY4" fmla="*/ 130 h 90713"/>
                  <a:gd name="csX5" fmla="*/ 13484 w 90714"/>
                  <a:gd name="csY5" fmla="*/ 13415 h 90713"/>
                  <a:gd name="csX6" fmla="*/ 200 w 90714"/>
                  <a:gd name="csY6" fmla="*/ 45487 h 90713"/>
                  <a:gd name="csX7" fmla="*/ 13484 w 90714"/>
                  <a:gd name="csY7" fmla="*/ 77559 h 90713"/>
                  <a:gd name="csX8" fmla="*/ 45557 w 90714"/>
                  <a:gd name="csY8" fmla="*/ 9084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844"/>
                    </a:moveTo>
                    <a:cubicBezTo>
                      <a:pt x="57586" y="90844"/>
                      <a:pt x="69124" y="86065"/>
                      <a:pt x="77629" y="77559"/>
                    </a:cubicBezTo>
                    <a:cubicBezTo>
                      <a:pt x="86135" y="69053"/>
                      <a:pt x="90914" y="57516"/>
                      <a:pt x="90914" y="45487"/>
                    </a:cubicBezTo>
                    <a:cubicBezTo>
                      <a:pt x="90914" y="33458"/>
                      <a:pt x="86135" y="21921"/>
                      <a:pt x="77629" y="13415"/>
                    </a:cubicBezTo>
                    <a:cubicBezTo>
                      <a:pt x="69124" y="4909"/>
                      <a:pt x="57586" y="130"/>
                      <a:pt x="45557" y="130"/>
                    </a:cubicBezTo>
                    <a:cubicBezTo>
                      <a:pt x="33528" y="130"/>
                      <a:pt x="21990" y="4909"/>
                      <a:pt x="13484" y="13415"/>
                    </a:cubicBezTo>
                    <a:cubicBezTo>
                      <a:pt x="4979" y="21921"/>
                      <a:pt x="200" y="33458"/>
                      <a:pt x="200" y="45487"/>
                    </a:cubicBezTo>
                    <a:cubicBezTo>
                      <a:pt x="200" y="57516"/>
                      <a:pt x="4979" y="69053"/>
                      <a:pt x="13484" y="77559"/>
                    </a:cubicBezTo>
                    <a:cubicBezTo>
                      <a:pt x="21990" y="86065"/>
                      <a:pt x="33528" y="90844"/>
                      <a:pt x="45557" y="9084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8" name="任意多边形: 形状 807"/>
              <p:cNvSpPr/>
              <p:nvPr/>
            </p:nvSpPr>
            <p:spPr>
              <a:xfrm>
                <a:off x="6818767" y="24200837"/>
                <a:ext cx="180000" cy="180000"/>
              </a:xfrm>
              <a:custGeom>
                <a:avLst/>
                <a:gdLst>
                  <a:gd name="csX0" fmla="*/ 45550 w 90714"/>
                  <a:gd name="csY0" fmla="*/ 90909 h 90713"/>
                  <a:gd name="csX1" fmla="*/ 77623 w 90714"/>
                  <a:gd name="csY1" fmla="*/ 77624 h 90713"/>
                  <a:gd name="csX2" fmla="*/ 90907 w 90714"/>
                  <a:gd name="csY2" fmla="*/ 45552 h 90713"/>
                  <a:gd name="csX3" fmla="*/ 77623 w 90714"/>
                  <a:gd name="csY3" fmla="*/ 13480 h 90713"/>
                  <a:gd name="csX4" fmla="*/ 45550 w 90714"/>
                  <a:gd name="csY4" fmla="*/ 195 h 90713"/>
                  <a:gd name="csX5" fmla="*/ 13478 w 90714"/>
                  <a:gd name="csY5" fmla="*/ 13480 h 90713"/>
                  <a:gd name="csX6" fmla="*/ 193 w 90714"/>
                  <a:gd name="csY6" fmla="*/ 45552 h 90713"/>
                  <a:gd name="csX7" fmla="*/ 13478 w 90714"/>
                  <a:gd name="csY7" fmla="*/ 77624 h 90713"/>
                  <a:gd name="csX8" fmla="*/ 45550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0" y="90909"/>
                    </a:moveTo>
                    <a:cubicBezTo>
                      <a:pt x="57579" y="90909"/>
                      <a:pt x="69117" y="86130"/>
                      <a:pt x="77623" y="77624"/>
                    </a:cubicBezTo>
                    <a:cubicBezTo>
                      <a:pt x="86128" y="69118"/>
                      <a:pt x="90907" y="57581"/>
                      <a:pt x="90907" y="45552"/>
                    </a:cubicBezTo>
                    <a:cubicBezTo>
                      <a:pt x="90907" y="33523"/>
                      <a:pt x="86128" y="21986"/>
                      <a:pt x="77623" y="13480"/>
                    </a:cubicBezTo>
                    <a:cubicBezTo>
                      <a:pt x="69117" y="4974"/>
                      <a:pt x="57579" y="195"/>
                      <a:pt x="45550" y="195"/>
                    </a:cubicBezTo>
                    <a:cubicBezTo>
                      <a:pt x="33521" y="195"/>
                      <a:pt x="21983" y="4974"/>
                      <a:pt x="13478" y="13480"/>
                    </a:cubicBezTo>
                    <a:cubicBezTo>
                      <a:pt x="4972" y="21986"/>
                      <a:pt x="193" y="33523"/>
                      <a:pt x="193" y="45552"/>
                    </a:cubicBezTo>
                    <a:cubicBezTo>
                      <a:pt x="193" y="57581"/>
                      <a:pt x="4972" y="69118"/>
                      <a:pt x="13478" y="77624"/>
                    </a:cubicBezTo>
                    <a:cubicBezTo>
                      <a:pt x="21983" y="86130"/>
                      <a:pt x="33521" y="90909"/>
                      <a:pt x="45550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09" name="任意多边形: 形状 808"/>
              <p:cNvSpPr/>
              <p:nvPr/>
            </p:nvSpPr>
            <p:spPr>
              <a:xfrm>
                <a:off x="5720527" y="21462200"/>
                <a:ext cx="180000" cy="180000"/>
              </a:xfrm>
              <a:custGeom>
                <a:avLst/>
                <a:gdLst>
                  <a:gd name="csX0" fmla="*/ 45516 w 90714"/>
                  <a:gd name="csY0" fmla="*/ 90823 h 90713"/>
                  <a:gd name="csX1" fmla="*/ 77588 w 90714"/>
                  <a:gd name="csY1" fmla="*/ 77539 h 90713"/>
                  <a:gd name="csX2" fmla="*/ 90873 w 90714"/>
                  <a:gd name="csY2" fmla="*/ 45467 h 90713"/>
                  <a:gd name="csX3" fmla="*/ 77588 w 90714"/>
                  <a:gd name="csY3" fmla="*/ 13395 h 90713"/>
                  <a:gd name="csX4" fmla="*/ 45516 w 90714"/>
                  <a:gd name="csY4" fmla="*/ 110 h 90713"/>
                  <a:gd name="csX5" fmla="*/ 13443 w 90714"/>
                  <a:gd name="csY5" fmla="*/ 13395 h 90713"/>
                  <a:gd name="csX6" fmla="*/ 159 w 90714"/>
                  <a:gd name="csY6" fmla="*/ 45467 h 90713"/>
                  <a:gd name="csX7" fmla="*/ 13443 w 90714"/>
                  <a:gd name="csY7" fmla="*/ 77539 h 90713"/>
                  <a:gd name="csX8" fmla="*/ 45516 w 90714"/>
                  <a:gd name="csY8" fmla="*/ 908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6" y="90823"/>
                    </a:moveTo>
                    <a:cubicBezTo>
                      <a:pt x="57545" y="90823"/>
                      <a:pt x="69083" y="86044"/>
                      <a:pt x="77588" y="77539"/>
                    </a:cubicBezTo>
                    <a:cubicBezTo>
                      <a:pt x="86094" y="69033"/>
                      <a:pt x="90873" y="57495"/>
                      <a:pt x="90873" y="45467"/>
                    </a:cubicBezTo>
                    <a:cubicBezTo>
                      <a:pt x="90873" y="33438"/>
                      <a:pt x="86094" y="21900"/>
                      <a:pt x="77588" y="13395"/>
                    </a:cubicBezTo>
                    <a:cubicBezTo>
                      <a:pt x="69083" y="4889"/>
                      <a:pt x="57545" y="110"/>
                      <a:pt x="45516" y="110"/>
                    </a:cubicBezTo>
                    <a:cubicBezTo>
                      <a:pt x="33487" y="110"/>
                      <a:pt x="21949" y="4889"/>
                      <a:pt x="13443" y="13395"/>
                    </a:cubicBezTo>
                    <a:cubicBezTo>
                      <a:pt x="4938" y="21900"/>
                      <a:pt x="159" y="33438"/>
                      <a:pt x="159" y="45467"/>
                    </a:cubicBezTo>
                    <a:cubicBezTo>
                      <a:pt x="159" y="57495"/>
                      <a:pt x="4938" y="69033"/>
                      <a:pt x="13443" y="77539"/>
                    </a:cubicBezTo>
                    <a:cubicBezTo>
                      <a:pt x="21949" y="86044"/>
                      <a:pt x="33487" y="90823"/>
                      <a:pt x="45516" y="908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0" name="任意多边形: 形状 809"/>
              <p:cNvSpPr/>
              <p:nvPr/>
            </p:nvSpPr>
            <p:spPr>
              <a:xfrm>
                <a:off x="7302178" y="22631765"/>
                <a:ext cx="180000" cy="180000"/>
              </a:xfrm>
              <a:custGeom>
                <a:avLst/>
                <a:gdLst>
                  <a:gd name="csX0" fmla="*/ 45565 w 90714"/>
                  <a:gd name="csY0" fmla="*/ 90860 h 90713"/>
                  <a:gd name="csX1" fmla="*/ 77638 w 90714"/>
                  <a:gd name="csY1" fmla="*/ 77575 h 90713"/>
                  <a:gd name="csX2" fmla="*/ 90922 w 90714"/>
                  <a:gd name="csY2" fmla="*/ 45503 h 90713"/>
                  <a:gd name="csX3" fmla="*/ 77638 w 90714"/>
                  <a:gd name="csY3" fmla="*/ 13431 h 90713"/>
                  <a:gd name="csX4" fmla="*/ 45565 w 90714"/>
                  <a:gd name="csY4" fmla="*/ 146 h 90713"/>
                  <a:gd name="csX5" fmla="*/ 13493 w 90714"/>
                  <a:gd name="csY5" fmla="*/ 13431 h 90713"/>
                  <a:gd name="csX6" fmla="*/ 208 w 90714"/>
                  <a:gd name="csY6" fmla="*/ 45503 h 90713"/>
                  <a:gd name="csX7" fmla="*/ 13493 w 90714"/>
                  <a:gd name="csY7" fmla="*/ 77575 h 90713"/>
                  <a:gd name="csX8" fmla="*/ 45565 w 90714"/>
                  <a:gd name="csY8" fmla="*/ 9086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860"/>
                    </a:moveTo>
                    <a:cubicBezTo>
                      <a:pt x="57594" y="90860"/>
                      <a:pt x="69132" y="86081"/>
                      <a:pt x="77638" y="77575"/>
                    </a:cubicBezTo>
                    <a:cubicBezTo>
                      <a:pt x="86143" y="69069"/>
                      <a:pt x="90922" y="57532"/>
                      <a:pt x="90922" y="45503"/>
                    </a:cubicBezTo>
                    <a:cubicBezTo>
                      <a:pt x="90922" y="33474"/>
                      <a:pt x="86143" y="21937"/>
                      <a:pt x="77638" y="13431"/>
                    </a:cubicBezTo>
                    <a:cubicBezTo>
                      <a:pt x="69132" y="4925"/>
                      <a:pt x="57594" y="146"/>
                      <a:pt x="45565" y="146"/>
                    </a:cubicBezTo>
                    <a:cubicBezTo>
                      <a:pt x="33536" y="146"/>
                      <a:pt x="21998" y="4925"/>
                      <a:pt x="13493" y="13431"/>
                    </a:cubicBezTo>
                    <a:cubicBezTo>
                      <a:pt x="4987" y="21937"/>
                      <a:pt x="208" y="33474"/>
                      <a:pt x="208" y="45503"/>
                    </a:cubicBezTo>
                    <a:cubicBezTo>
                      <a:pt x="208" y="57532"/>
                      <a:pt x="4987" y="69069"/>
                      <a:pt x="13493" y="77575"/>
                    </a:cubicBezTo>
                    <a:cubicBezTo>
                      <a:pt x="21998" y="86081"/>
                      <a:pt x="33536" y="90860"/>
                      <a:pt x="45565" y="9086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1" name="任意多边形: 形状 810"/>
              <p:cNvSpPr/>
              <p:nvPr/>
            </p:nvSpPr>
            <p:spPr>
              <a:xfrm>
                <a:off x="8133016" y="22148912"/>
                <a:ext cx="180000" cy="180000"/>
              </a:xfrm>
              <a:custGeom>
                <a:avLst/>
                <a:gdLst>
                  <a:gd name="csX0" fmla="*/ 45591 w 90714"/>
                  <a:gd name="csY0" fmla="*/ 90845 h 90713"/>
                  <a:gd name="csX1" fmla="*/ 77664 w 90714"/>
                  <a:gd name="csY1" fmla="*/ 77560 h 90713"/>
                  <a:gd name="csX2" fmla="*/ 90948 w 90714"/>
                  <a:gd name="csY2" fmla="*/ 45488 h 90713"/>
                  <a:gd name="csX3" fmla="*/ 77664 w 90714"/>
                  <a:gd name="csY3" fmla="*/ 13416 h 90713"/>
                  <a:gd name="csX4" fmla="*/ 45591 w 90714"/>
                  <a:gd name="csY4" fmla="*/ 131 h 90713"/>
                  <a:gd name="csX5" fmla="*/ 13519 w 90714"/>
                  <a:gd name="csY5" fmla="*/ 13416 h 90713"/>
                  <a:gd name="csX6" fmla="*/ 234 w 90714"/>
                  <a:gd name="csY6" fmla="*/ 45488 h 90713"/>
                  <a:gd name="csX7" fmla="*/ 13519 w 90714"/>
                  <a:gd name="csY7" fmla="*/ 77560 h 90713"/>
                  <a:gd name="csX8" fmla="*/ 45591 w 90714"/>
                  <a:gd name="csY8" fmla="*/ 908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1" y="90845"/>
                    </a:moveTo>
                    <a:cubicBezTo>
                      <a:pt x="57620" y="90845"/>
                      <a:pt x="69158" y="86066"/>
                      <a:pt x="77664" y="77560"/>
                    </a:cubicBezTo>
                    <a:cubicBezTo>
                      <a:pt x="86169" y="69054"/>
                      <a:pt x="90948" y="57517"/>
                      <a:pt x="90948" y="45488"/>
                    </a:cubicBezTo>
                    <a:cubicBezTo>
                      <a:pt x="90948" y="33459"/>
                      <a:pt x="86169" y="21922"/>
                      <a:pt x="77664" y="13416"/>
                    </a:cubicBezTo>
                    <a:cubicBezTo>
                      <a:pt x="69158" y="4910"/>
                      <a:pt x="57620" y="131"/>
                      <a:pt x="45591" y="131"/>
                    </a:cubicBezTo>
                    <a:cubicBezTo>
                      <a:pt x="33562" y="131"/>
                      <a:pt x="22024" y="4910"/>
                      <a:pt x="13519" y="13416"/>
                    </a:cubicBezTo>
                    <a:cubicBezTo>
                      <a:pt x="5013" y="21922"/>
                      <a:pt x="234" y="33459"/>
                      <a:pt x="234" y="45488"/>
                    </a:cubicBezTo>
                    <a:cubicBezTo>
                      <a:pt x="234" y="57517"/>
                      <a:pt x="5013" y="69054"/>
                      <a:pt x="13519" y="77560"/>
                    </a:cubicBezTo>
                    <a:cubicBezTo>
                      <a:pt x="22024" y="86066"/>
                      <a:pt x="33562" y="90845"/>
                      <a:pt x="45591" y="908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2" name="任意多边形: 形状 811"/>
              <p:cNvSpPr/>
              <p:nvPr/>
            </p:nvSpPr>
            <p:spPr>
              <a:xfrm>
                <a:off x="7031167" y="22677273"/>
                <a:ext cx="180000" cy="180000"/>
              </a:xfrm>
              <a:custGeom>
                <a:avLst/>
                <a:gdLst>
                  <a:gd name="csX0" fmla="*/ 45557 w 90714"/>
                  <a:gd name="csY0" fmla="*/ 90861 h 90713"/>
                  <a:gd name="csX1" fmla="*/ 77629 w 90714"/>
                  <a:gd name="csY1" fmla="*/ 77577 h 90713"/>
                  <a:gd name="csX2" fmla="*/ 90914 w 90714"/>
                  <a:gd name="csY2" fmla="*/ 45504 h 90713"/>
                  <a:gd name="csX3" fmla="*/ 77629 w 90714"/>
                  <a:gd name="csY3" fmla="*/ 13432 h 90713"/>
                  <a:gd name="csX4" fmla="*/ 45557 w 90714"/>
                  <a:gd name="csY4" fmla="*/ 148 h 90713"/>
                  <a:gd name="csX5" fmla="*/ 13484 w 90714"/>
                  <a:gd name="csY5" fmla="*/ 13432 h 90713"/>
                  <a:gd name="csX6" fmla="*/ 199 w 90714"/>
                  <a:gd name="csY6" fmla="*/ 45504 h 90713"/>
                  <a:gd name="csX7" fmla="*/ 13484 w 90714"/>
                  <a:gd name="csY7" fmla="*/ 77577 h 90713"/>
                  <a:gd name="csX8" fmla="*/ 45557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861"/>
                    </a:moveTo>
                    <a:cubicBezTo>
                      <a:pt x="57586" y="90861"/>
                      <a:pt x="69123" y="86082"/>
                      <a:pt x="77629" y="77577"/>
                    </a:cubicBezTo>
                    <a:cubicBezTo>
                      <a:pt x="86135" y="69071"/>
                      <a:pt x="90914" y="57533"/>
                      <a:pt x="90914" y="45504"/>
                    </a:cubicBezTo>
                    <a:cubicBezTo>
                      <a:pt x="90914" y="33476"/>
                      <a:pt x="86135" y="21938"/>
                      <a:pt x="77629" y="13432"/>
                    </a:cubicBezTo>
                    <a:cubicBezTo>
                      <a:pt x="69123" y="4927"/>
                      <a:pt x="57586" y="148"/>
                      <a:pt x="45557" y="148"/>
                    </a:cubicBezTo>
                    <a:cubicBezTo>
                      <a:pt x="33528" y="148"/>
                      <a:pt x="21990" y="4927"/>
                      <a:pt x="13484" y="13432"/>
                    </a:cubicBezTo>
                    <a:cubicBezTo>
                      <a:pt x="4979" y="21938"/>
                      <a:pt x="199" y="33476"/>
                      <a:pt x="199" y="45504"/>
                    </a:cubicBezTo>
                    <a:cubicBezTo>
                      <a:pt x="199" y="57533"/>
                      <a:pt x="4979" y="69071"/>
                      <a:pt x="13484" y="77577"/>
                    </a:cubicBezTo>
                    <a:cubicBezTo>
                      <a:pt x="21990" y="86082"/>
                      <a:pt x="33528" y="90861"/>
                      <a:pt x="45557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3" name="任意多边形: 形状 812"/>
              <p:cNvSpPr/>
              <p:nvPr/>
            </p:nvSpPr>
            <p:spPr>
              <a:xfrm>
                <a:off x="6620035" y="19079766"/>
                <a:ext cx="180000" cy="180000"/>
              </a:xfrm>
              <a:custGeom>
                <a:avLst/>
                <a:gdLst>
                  <a:gd name="csX0" fmla="*/ 45544 w 90714"/>
                  <a:gd name="csY0" fmla="*/ 90749 h 90713"/>
                  <a:gd name="csX1" fmla="*/ 77616 w 90714"/>
                  <a:gd name="csY1" fmla="*/ 77464 h 90713"/>
                  <a:gd name="csX2" fmla="*/ 90901 w 90714"/>
                  <a:gd name="csY2" fmla="*/ 45392 h 90713"/>
                  <a:gd name="csX3" fmla="*/ 77616 w 90714"/>
                  <a:gd name="csY3" fmla="*/ 13320 h 90713"/>
                  <a:gd name="csX4" fmla="*/ 45544 w 90714"/>
                  <a:gd name="csY4" fmla="*/ 36 h 90713"/>
                  <a:gd name="csX5" fmla="*/ 13471 w 90714"/>
                  <a:gd name="csY5" fmla="*/ 13320 h 90713"/>
                  <a:gd name="csX6" fmla="*/ 187 w 90714"/>
                  <a:gd name="csY6" fmla="*/ 45392 h 90713"/>
                  <a:gd name="csX7" fmla="*/ 13471 w 90714"/>
                  <a:gd name="csY7" fmla="*/ 77464 h 90713"/>
                  <a:gd name="csX8" fmla="*/ 45544 w 90714"/>
                  <a:gd name="csY8" fmla="*/ 907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4" y="90749"/>
                    </a:moveTo>
                    <a:cubicBezTo>
                      <a:pt x="57573" y="90749"/>
                      <a:pt x="69111" y="85970"/>
                      <a:pt x="77616" y="77464"/>
                    </a:cubicBezTo>
                    <a:cubicBezTo>
                      <a:pt x="86122" y="68959"/>
                      <a:pt x="90901" y="57421"/>
                      <a:pt x="90901" y="45392"/>
                    </a:cubicBezTo>
                    <a:cubicBezTo>
                      <a:pt x="90901" y="33364"/>
                      <a:pt x="86122" y="21826"/>
                      <a:pt x="77616" y="13320"/>
                    </a:cubicBezTo>
                    <a:cubicBezTo>
                      <a:pt x="69111" y="4815"/>
                      <a:pt x="57573" y="36"/>
                      <a:pt x="45544" y="36"/>
                    </a:cubicBezTo>
                    <a:cubicBezTo>
                      <a:pt x="33515" y="36"/>
                      <a:pt x="21977" y="4815"/>
                      <a:pt x="13471" y="13320"/>
                    </a:cubicBezTo>
                    <a:cubicBezTo>
                      <a:pt x="4966" y="21826"/>
                      <a:pt x="187" y="33364"/>
                      <a:pt x="187" y="45392"/>
                    </a:cubicBezTo>
                    <a:cubicBezTo>
                      <a:pt x="187" y="57421"/>
                      <a:pt x="4966" y="68959"/>
                      <a:pt x="13471" y="77464"/>
                    </a:cubicBezTo>
                    <a:cubicBezTo>
                      <a:pt x="21977" y="85970"/>
                      <a:pt x="33515" y="90749"/>
                      <a:pt x="45544" y="907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4" name="任意多边形: 形状 813"/>
              <p:cNvSpPr/>
              <p:nvPr/>
            </p:nvSpPr>
            <p:spPr>
              <a:xfrm>
                <a:off x="8061484" y="24113674"/>
                <a:ext cx="180000" cy="180000"/>
              </a:xfrm>
              <a:custGeom>
                <a:avLst/>
                <a:gdLst>
                  <a:gd name="csX0" fmla="*/ 45589 w 90714"/>
                  <a:gd name="csY0" fmla="*/ 90906 h 90713"/>
                  <a:gd name="csX1" fmla="*/ 77661 w 90714"/>
                  <a:gd name="csY1" fmla="*/ 77621 h 90713"/>
                  <a:gd name="csX2" fmla="*/ 90946 w 90714"/>
                  <a:gd name="csY2" fmla="*/ 45549 h 90713"/>
                  <a:gd name="csX3" fmla="*/ 77661 w 90714"/>
                  <a:gd name="csY3" fmla="*/ 13477 h 90713"/>
                  <a:gd name="csX4" fmla="*/ 45589 w 90714"/>
                  <a:gd name="csY4" fmla="*/ 193 h 90713"/>
                  <a:gd name="csX5" fmla="*/ 13516 w 90714"/>
                  <a:gd name="csY5" fmla="*/ 13477 h 90713"/>
                  <a:gd name="csX6" fmla="*/ 232 w 90714"/>
                  <a:gd name="csY6" fmla="*/ 45549 h 90713"/>
                  <a:gd name="csX7" fmla="*/ 13516 w 90714"/>
                  <a:gd name="csY7" fmla="*/ 77621 h 90713"/>
                  <a:gd name="csX8" fmla="*/ 45589 w 90714"/>
                  <a:gd name="csY8" fmla="*/ 9090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9" y="90906"/>
                    </a:moveTo>
                    <a:cubicBezTo>
                      <a:pt x="57618" y="90906"/>
                      <a:pt x="69156" y="86127"/>
                      <a:pt x="77661" y="77621"/>
                    </a:cubicBezTo>
                    <a:cubicBezTo>
                      <a:pt x="86167" y="69116"/>
                      <a:pt x="90946" y="57578"/>
                      <a:pt x="90946" y="45549"/>
                    </a:cubicBezTo>
                    <a:cubicBezTo>
                      <a:pt x="90946" y="33521"/>
                      <a:pt x="86167" y="21983"/>
                      <a:pt x="77661" y="13477"/>
                    </a:cubicBezTo>
                    <a:cubicBezTo>
                      <a:pt x="69156" y="4972"/>
                      <a:pt x="57618" y="193"/>
                      <a:pt x="45589" y="193"/>
                    </a:cubicBezTo>
                    <a:cubicBezTo>
                      <a:pt x="33560" y="193"/>
                      <a:pt x="22022" y="4972"/>
                      <a:pt x="13516" y="13477"/>
                    </a:cubicBezTo>
                    <a:cubicBezTo>
                      <a:pt x="5011" y="21983"/>
                      <a:pt x="232" y="33521"/>
                      <a:pt x="232" y="45549"/>
                    </a:cubicBezTo>
                    <a:cubicBezTo>
                      <a:pt x="232" y="57578"/>
                      <a:pt x="5011" y="69116"/>
                      <a:pt x="13516" y="77621"/>
                    </a:cubicBezTo>
                    <a:cubicBezTo>
                      <a:pt x="22022" y="86127"/>
                      <a:pt x="33560" y="90906"/>
                      <a:pt x="45589" y="9090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5" name="任意多边形: 形状 814"/>
              <p:cNvSpPr/>
              <p:nvPr/>
            </p:nvSpPr>
            <p:spPr>
              <a:xfrm>
                <a:off x="5487002" y="22020821"/>
                <a:ext cx="180000" cy="180000"/>
              </a:xfrm>
              <a:custGeom>
                <a:avLst/>
                <a:gdLst>
                  <a:gd name="csX0" fmla="*/ 45509 w 90714"/>
                  <a:gd name="csY0" fmla="*/ 90841 h 90713"/>
                  <a:gd name="csX1" fmla="*/ 77581 w 90714"/>
                  <a:gd name="csY1" fmla="*/ 77556 h 90713"/>
                  <a:gd name="csX2" fmla="*/ 90866 w 90714"/>
                  <a:gd name="csY2" fmla="*/ 45484 h 90713"/>
                  <a:gd name="csX3" fmla="*/ 77581 w 90714"/>
                  <a:gd name="csY3" fmla="*/ 13412 h 90713"/>
                  <a:gd name="csX4" fmla="*/ 45509 w 90714"/>
                  <a:gd name="csY4" fmla="*/ 127 h 90713"/>
                  <a:gd name="csX5" fmla="*/ 13436 w 90714"/>
                  <a:gd name="csY5" fmla="*/ 13412 h 90713"/>
                  <a:gd name="csX6" fmla="*/ 151 w 90714"/>
                  <a:gd name="csY6" fmla="*/ 45484 h 90713"/>
                  <a:gd name="csX7" fmla="*/ 13436 w 90714"/>
                  <a:gd name="csY7" fmla="*/ 77556 h 90713"/>
                  <a:gd name="csX8" fmla="*/ 45509 w 90714"/>
                  <a:gd name="csY8" fmla="*/ 908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9" y="90841"/>
                    </a:moveTo>
                    <a:cubicBezTo>
                      <a:pt x="57537" y="90841"/>
                      <a:pt x="69075" y="86062"/>
                      <a:pt x="77581" y="77556"/>
                    </a:cubicBezTo>
                    <a:cubicBezTo>
                      <a:pt x="86087" y="69050"/>
                      <a:pt x="90866" y="57513"/>
                      <a:pt x="90866" y="45484"/>
                    </a:cubicBezTo>
                    <a:cubicBezTo>
                      <a:pt x="90866" y="33455"/>
                      <a:pt x="86087" y="21918"/>
                      <a:pt x="77581" y="13412"/>
                    </a:cubicBezTo>
                    <a:cubicBezTo>
                      <a:pt x="69075" y="4906"/>
                      <a:pt x="57537" y="127"/>
                      <a:pt x="45509" y="127"/>
                    </a:cubicBezTo>
                    <a:cubicBezTo>
                      <a:pt x="33480" y="127"/>
                      <a:pt x="21942" y="4906"/>
                      <a:pt x="13436" y="13412"/>
                    </a:cubicBezTo>
                    <a:cubicBezTo>
                      <a:pt x="4930" y="21918"/>
                      <a:pt x="151" y="33455"/>
                      <a:pt x="151" y="45484"/>
                    </a:cubicBezTo>
                    <a:cubicBezTo>
                      <a:pt x="151" y="57513"/>
                      <a:pt x="4930" y="69050"/>
                      <a:pt x="13436" y="77556"/>
                    </a:cubicBezTo>
                    <a:cubicBezTo>
                      <a:pt x="21942" y="86062"/>
                      <a:pt x="33480" y="90841"/>
                      <a:pt x="45509" y="908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6" name="任意多边形: 形状 815"/>
              <p:cNvSpPr/>
              <p:nvPr/>
            </p:nvSpPr>
            <p:spPr>
              <a:xfrm>
                <a:off x="7950721" y="23845707"/>
                <a:ext cx="180000" cy="180000"/>
              </a:xfrm>
              <a:custGeom>
                <a:avLst/>
                <a:gdLst>
                  <a:gd name="csX0" fmla="*/ 45585 w 90714"/>
                  <a:gd name="csY0" fmla="*/ 90898 h 90713"/>
                  <a:gd name="csX1" fmla="*/ 77658 w 90714"/>
                  <a:gd name="csY1" fmla="*/ 77613 h 90713"/>
                  <a:gd name="csX2" fmla="*/ 90943 w 90714"/>
                  <a:gd name="csY2" fmla="*/ 45541 h 90713"/>
                  <a:gd name="csX3" fmla="*/ 77658 w 90714"/>
                  <a:gd name="csY3" fmla="*/ 13469 h 90713"/>
                  <a:gd name="csX4" fmla="*/ 45585 w 90714"/>
                  <a:gd name="csY4" fmla="*/ 184 h 90713"/>
                  <a:gd name="csX5" fmla="*/ 13513 w 90714"/>
                  <a:gd name="csY5" fmla="*/ 13469 h 90713"/>
                  <a:gd name="csX6" fmla="*/ 228 w 90714"/>
                  <a:gd name="csY6" fmla="*/ 45541 h 90713"/>
                  <a:gd name="csX7" fmla="*/ 13513 w 90714"/>
                  <a:gd name="csY7" fmla="*/ 77613 h 90713"/>
                  <a:gd name="csX8" fmla="*/ 45585 w 90714"/>
                  <a:gd name="csY8" fmla="*/ 9089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5" y="90898"/>
                    </a:moveTo>
                    <a:cubicBezTo>
                      <a:pt x="57614" y="90898"/>
                      <a:pt x="69152" y="86119"/>
                      <a:pt x="77658" y="77613"/>
                    </a:cubicBezTo>
                    <a:cubicBezTo>
                      <a:pt x="86164" y="69107"/>
                      <a:pt x="90943" y="57570"/>
                      <a:pt x="90943" y="45541"/>
                    </a:cubicBezTo>
                    <a:cubicBezTo>
                      <a:pt x="90943" y="33512"/>
                      <a:pt x="86164" y="21974"/>
                      <a:pt x="77658" y="13469"/>
                    </a:cubicBezTo>
                    <a:cubicBezTo>
                      <a:pt x="69152" y="4963"/>
                      <a:pt x="57614" y="184"/>
                      <a:pt x="45585" y="184"/>
                    </a:cubicBezTo>
                    <a:cubicBezTo>
                      <a:pt x="33557" y="184"/>
                      <a:pt x="22019" y="4963"/>
                      <a:pt x="13513" y="13469"/>
                    </a:cubicBezTo>
                    <a:cubicBezTo>
                      <a:pt x="5007" y="21974"/>
                      <a:pt x="228" y="33512"/>
                      <a:pt x="228" y="45541"/>
                    </a:cubicBezTo>
                    <a:cubicBezTo>
                      <a:pt x="228" y="57570"/>
                      <a:pt x="5007" y="69107"/>
                      <a:pt x="13513" y="77613"/>
                    </a:cubicBezTo>
                    <a:cubicBezTo>
                      <a:pt x="22019" y="86119"/>
                      <a:pt x="33557" y="90898"/>
                      <a:pt x="45585" y="9089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7" name="任意多边形: 形状 816"/>
              <p:cNvSpPr/>
              <p:nvPr/>
            </p:nvSpPr>
            <p:spPr>
              <a:xfrm>
                <a:off x="6624861" y="21328228"/>
                <a:ext cx="180000" cy="180000"/>
              </a:xfrm>
              <a:custGeom>
                <a:avLst/>
                <a:gdLst>
                  <a:gd name="csX0" fmla="*/ 45544 w 90714"/>
                  <a:gd name="csY0" fmla="*/ 90819 h 90713"/>
                  <a:gd name="csX1" fmla="*/ 77616 w 90714"/>
                  <a:gd name="csY1" fmla="*/ 77534 h 90713"/>
                  <a:gd name="csX2" fmla="*/ 90901 w 90714"/>
                  <a:gd name="csY2" fmla="*/ 45462 h 90713"/>
                  <a:gd name="csX3" fmla="*/ 77616 w 90714"/>
                  <a:gd name="csY3" fmla="*/ 13390 h 90713"/>
                  <a:gd name="csX4" fmla="*/ 45544 w 90714"/>
                  <a:gd name="csY4" fmla="*/ 106 h 90713"/>
                  <a:gd name="csX5" fmla="*/ 13472 w 90714"/>
                  <a:gd name="csY5" fmla="*/ 13390 h 90713"/>
                  <a:gd name="csX6" fmla="*/ 187 w 90714"/>
                  <a:gd name="csY6" fmla="*/ 45462 h 90713"/>
                  <a:gd name="csX7" fmla="*/ 13472 w 90714"/>
                  <a:gd name="csY7" fmla="*/ 77534 h 90713"/>
                  <a:gd name="csX8" fmla="*/ 45544 w 90714"/>
                  <a:gd name="csY8" fmla="*/ 9081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4" y="90819"/>
                    </a:moveTo>
                    <a:cubicBezTo>
                      <a:pt x="57573" y="90819"/>
                      <a:pt x="69111" y="86040"/>
                      <a:pt x="77616" y="77534"/>
                    </a:cubicBezTo>
                    <a:cubicBezTo>
                      <a:pt x="86122" y="69029"/>
                      <a:pt x="90901" y="57491"/>
                      <a:pt x="90901" y="45462"/>
                    </a:cubicBezTo>
                    <a:cubicBezTo>
                      <a:pt x="90901" y="33434"/>
                      <a:pt x="86122" y="21896"/>
                      <a:pt x="77616" y="13390"/>
                    </a:cubicBezTo>
                    <a:cubicBezTo>
                      <a:pt x="69111" y="4885"/>
                      <a:pt x="57573" y="106"/>
                      <a:pt x="45544" y="106"/>
                    </a:cubicBezTo>
                    <a:cubicBezTo>
                      <a:pt x="33515" y="106"/>
                      <a:pt x="21977" y="4885"/>
                      <a:pt x="13472" y="13390"/>
                    </a:cubicBezTo>
                    <a:cubicBezTo>
                      <a:pt x="4966" y="21896"/>
                      <a:pt x="187" y="33434"/>
                      <a:pt x="187" y="45462"/>
                    </a:cubicBezTo>
                    <a:cubicBezTo>
                      <a:pt x="187" y="57491"/>
                      <a:pt x="4966" y="69029"/>
                      <a:pt x="13472" y="77534"/>
                    </a:cubicBezTo>
                    <a:cubicBezTo>
                      <a:pt x="21977" y="86040"/>
                      <a:pt x="33515" y="90819"/>
                      <a:pt x="45544" y="9081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8" name="任意多边形: 形状 817"/>
              <p:cNvSpPr/>
              <p:nvPr/>
            </p:nvSpPr>
            <p:spPr>
              <a:xfrm>
                <a:off x="7781407" y="19565871"/>
                <a:ext cx="180000" cy="180000"/>
              </a:xfrm>
              <a:custGeom>
                <a:avLst/>
                <a:gdLst>
                  <a:gd name="csX0" fmla="*/ 45580 w 90714"/>
                  <a:gd name="csY0" fmla="*/ 90764 h 90713"/>
                  <a:gd name="csX1" fmla="*/ 77653 w 90714"/>
                  <a:gd name="csY1" fmla="*/ 77480 h 90713"/>
                  <a:gd name="csX2" fmla="*/ 90937 w 90714"/>
                  <a:gd name="csY2" fmla="*/ 45407 h 90713"/>
                  <a:gd name="csX3" fmla="*/ 77653 w 90714"/>
                  <a:gd name="csY3" fmla="*/ 13335 h 90713"/>
                  <a:gd name="csX4" fmla="*/ 45580 w 90714"/>
                  <a:gd name="csY4" fmla="*/ 51 h 90713"/>
                  <a:gd name="csX5" fmla="*/ 13508 w 90714"/>
                  <a:gd name="csY5" fmla="*/ 13335 h 90713"/>
                  <a:gd name="csX6" fmla="*/ 223 w 90714"/>
                  <a:gd name="csY6" fmla="*/ 45407 h 90713"/>
                  <a:gd name="csX7" fmla="*/ 13508 w 90714"/>
                  <a:gd name="csY7" fmla="*/ 77480 h 90713"/>
                  <a:gd name="csX8" fmla="*/ 45580 w 90714"/>
                  <a:gd name="csY8" fmla="*/ 9076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0" y="90764"/>
                    </a:moveTo>
                    <a:cubicBezTo>
                      <a:pt x="57609" y="90764"/>
                      <a:pt x="69147" y="85985"/>
                      <a:pt x="77653" y="77480"/>
                    </a:cubicBezTo>
                    <a:cubicBezTo>
                      <a:pt x="86158" y="68974"/>
                      <a:pt x="90937" y="57436"/>
                      <a:pt x="90937" y="45407"/>
                    </a:cubicBezTo>
                    <a:cubicBezTo>
                      <a:pt x="90937" y="33379"/>
                      <a:pt x="86158" y="21841"/>
                      <a:pt x="77653" y="13335"/>
                    </a:cubicBezTo>
                    <a:cubicBezTo>
                      <a:pt x="69147" y="4830"/>
                      <a:pt x="57609" y="51"/>
                      <a:pt x="45580" y="51"/>
                    </a:cubicBezTo>
                    <a:cubicBezTo>
                      <a:pt x="33551" y="51"/>
                      <a:pt x="22013" y="4830"/>
                      <a:pt x="13508" y="13335"/>
                    </a:cubicBezTo>
                    <a:cubicBezTo>
                      <a:pt x="5002" y="21841"/>
                      <a:pt x="223" y="33379"/>
                      <a:pt x="223" y="45407"/>
                    </a:cubicBezTo>
                    <a:cubicBezTo>
                      <a:pt x="223" y="57436"/>
                      <a:pt x="5002" y="68974"/>
                      <a:pt x="13508" y="77480"/>
                    </a:cubicBezTo>
                    <a:cubicBezTo>
                      <a:pt x="22013" y="85985"/>
                      <a:pt x="33551" y="90764"/>
                      <a:pt x="45580" y="9076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19" name="任意多边形: 形状 818"/>
              <p:cNvSpPr/>
              <p:nvPr/>
            </p:nvSpPr>
            <p:spPr>
              <a:xfrm>
                <a:off x="6992421" y="22728205"/>
                <a:ext cx="180000" cy="180000"/>
              </a:xfrm>
              <a:custGeom>
                <a:avLst/>
                <a:gdLst>
                  <a:gd name="csX0" fmla="*/ 45556 w 90714"/>
                  <a:gd name="csY0" fmla="*/ 90863 h 90713"/>
                  <a:gd name="csX1" fmla="*/ 77628 w 90714"/>
                  <a:gd name="csY1" fmla="*/ 77578 h 90713"/>
                  <a:gd name="csX2" fmla="*/ 90913 w 90714"/>
                  <a:gd name="csY2" fmla="*/ 45506 h 90713"/>
                  <a:gd name="csX3" fmla="*/ 77628 w 90714"/>
                  <a:gd name="csY3" fmla="*/ 13434 h 90713"/>
                  <a:gd name="csX4" fmla="*/ 45556 w 90714"/>
                  <a:gd name="csY4" fmla="*/ 149 h 90713"/>
                  <a:gd name="csX5" fmla="*/ 13483 w 90714"/>
                  <a:gd name="csY5" fmla="*/ 13434 h 90713"/>
                  <a:gd name="csX6" fmla="*/ 198 w 90714"/>
                  <a:gd name="csY6" fmla="*/ 45506 h 90713"/>
                  <a:gd name="csX7" fmla="*/ 13483 w 90714"/>
                  <a:gd name="csY7" fmla="*/ 77578 h 90713"/>
                  <a:gd name="csX8" fmla="*/ 45556 w 90714"/>
                  <a:gd name="csY8" fmla="*/ 9086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63"/>
                    </a:moveTo>
                    <a:cubicBezTo>
                      <a:pt x="57584" y="90863"/>
                      <a:pt x="69122" y="86084"/>
                      <a:pt x="77628" y="77578"/>
                    </a:cubicBezTo>
                    <a:cubicBezTo>
                      <a:pt x="86134" y="69073"/>
                      <a:pt x="90913" y="57535"/>
                      <a:pt x="90913" y="45506"/>
                    </a:cubicBezTo>
                    <a:cubicBezTo>
                      <a:pt x="90913" y="33477"/>
                      <a:pt x="86134" y="21940"/>
                      <a:pt x="77628" y="13434"/>
                    </a:cubicBezTo>
                    <a:cubicBezTo>
                      <a:pt x="69122" y="4928"/>
                      <a:pt x="57584" y="149"/>
                      <a:pt x="45556" y="149"/>
                    </a:cubicBezTo>
                    <a:cubicBezTo>
                      <a:pt x="33527" y="149"/>
                      <a:pt x="21989" y="4928"/>
                      <a:pt x="13483" y="13434"/>
                    </a:cubicBezTo>
                    <a:cubicBezTo>
                      <a:pt x="4977" y="21940"/>
                      <a:pt x="198" y="33477"/>
                      <a:pt x="198" y="45506"/>
                    </a:cubicBezTo>
                    <a:cubicBezTo>
                      <a:pt x="198" y="57535"/>
                      <a:pt x="4977" y="69073"/>
                      <a:pt x="13483" y="77578"/>
                    </a:cubicBezTo>
                    <a:cubicBezTo>
                      <a:pt x="21989" y="86084"/>
                      <a:pt x="33527" y="90863"/>
                      <a:pt x="45556" y="9086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0" name="任意多边形: 形状 819"/>
              <p:cNvSpPr/>
              <p:nvPr/>
            </p:nvSpPr>
            <p:spPr>
              <a:xfrm>
                <a:off x="7498505" y="24385740"/>
                <a:ext cx="180000" cy="180000"/>
              </a:xfrm>
              <a:custGeom>
                <a:avLst/>
                <a:gdLst>
                  <a:gd name="csX0" fmla="*/ 45571 w 90714"/>
                  <a:gd name="csY0" fmla="*/ 90914 h 90713"/>
                  <a:gd name="csX1" fmla="*/ 77644 w 90714"/>
                  <a:gd name="csY1" fmla="*/ 77630 h 90713"/>
                  <a:gd name="csX2" fmla="*/ 90929 w 90714"/>
                  <a:gd name="csY2" fmla="*/ 45558 h 90713"/>
                  <a:gd name="csX3" fmla="*/ 77644 w 90714"/>
                  <a:gd name="csY3" fmla="*/ 13486 h 90713"/>
                  <a:gd name="csX4" fmla="*/ 45571 w 90714"/>
                  <a:gd name="csY4" fmla="*/ 201 h 90713"/>
                  <a:gd name="csX5" fmla="*/ 13499 w 90714"/>
                  <a:gd name="csY5" fmla="*/ 13486 h 90713"/>
                  <a:gd name="csX6" fmla="*/ 214 w 90714"/>
                  <a:gd name="csY6" fmla="*/ 45558 h 90713"/>
                  <a:gd name="csX7" fmla="*/ 13499 w 90714"/>
                  <a:gd name="csY7" fmla="*/ 77630 h 90713"/>
                  <a:gd name="csX8" fmla="*/ 45571 w 90714"/>
                  <a:gd name="csY8" fmla="*/ 909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914"/>
                    </a:moveTo>
                    <a:cubicBezTo>
                      <a:pt x="57600" y="90914"/>
                      <a:pt x="69138" y="86135"/>
                      <a:pt x="77644" y="77630"/>
                    </a:cubicBezTo>
                    <a:cubicBezTo>
                      <a:pt x="86149" y="69124"/>
                      <a:pt x="90929" y="57586"/>
                      <a:pt x="90929" y="45558"/>
                    </a:cubicBezTo>
                    <a:cubicBezTo>
                      <a:pt x="90929" y="33529"/>
                      <a:pt x="86149" y="21991"/>
                      <a:pt x="77644" y="13486"/>
                    </a:cubicBezTo>
                    <a:cubicBezTo>
                      <a:pt x="69138" y="4980"/>
                      <a:pt x="57600" y="201"/>
                      <a:pt x="45571" y="201"/>
                    </a:cubicBezTo>
                    <a:cubicBezTo>
                      <a:pt x="33542" y="201"/>
                      <a:pt x="22005" y="4980"/>
                      <a:pt x="13499" y="13486"/>
                    </a:cubicBezTo>
                    <a:cubicBezTo>
                      <a:pt x="4993" y="21991"/>
                      <a:pt x="214" y="33529"/>
                      <a:pt x="214" y="45558"/>
                    </a:cubicBezTo>
                    <a:cubicBezTo>
                      <a:pt x="214" y="57586"/>
                      <a:pt x="4993" y="69124"/>
                      <a:pt x="13499" y="77630"/>
                    </a:cubicBezTo>
                    <a:cubicBezTo>
                      <a:pt x="22005" y="86135"/>
                      <a:pt x="33542" y="90914"/>
                      <a:pt x="45571" y="909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1" name="任意多边形: 形状 820"/>
              <p:cNvSpPr/>
              <p:nvPr/>
            </p:nvSpPr>
            <p:spPr>
              <a:xfrm>
                <a:off x="8291838" y="24194265"/>
                <a:ext cx="180000" cy="180000"/>
              </a:xfrm>
              <a:custGeom>
                <a:avLst/>
                <a:gdLst>
                  <a:gd name="csX0" fmla="*/ 45596 w 90714"/>
                  <a:gd name="csY0" fmla="*/ 90909 h 90713"/>
                  <a:gd name="csX1" fmla="*/ 77668 w 90714"/>
                  <a:gd name="csY1" fmla="*/ 77624 h 90713"/>
                  <a:gd name="csX2" fmla="*/ 90953 w 90714"/>
                  <a:gd name="csY2" fmla="*/ 45552 h 90713"/>
                  <a:gd name="csX3" fmla="*/ 77668 w 90714"/>
                  <a:gd name="csY3" fmla="*/ 13480 h 90713"/>
                  <a:gd name="csX4" fmla="*/ 45596 w 90714"/>
                  <a:gd name="csY4" fmla="*/ 195 h 90713"/>
                  <a:gd name="csX5" fmla="*/ 13524 w 90714"/>
                  <a:gd name="csY5" fmla="*/ 13480 h 90713"/>
                  <a:gd name="csX6" fmla="*/ 239 w 90714"/>
                  <a:gd name="csY6" fmla="*/ 45552 h 90713"/>
                  <a:gd name="csX7" fmla="*/ 13524 w 90714"/>
                  <a:gd name="csY7" fmla="*/ 77624 h 90713"/>
                  <a:gd name="csX8" fmla="*/ 45596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6" y="90909"/>
                    </a:moveTo>
                    <a:cubicBezTo>
                      <a:pt x="57625" y="90909"/>
                      <a:pt x="69163" y="86129"/>
                      <a:pt x="77668" y="77624"/>
                    </a:cubicBezTo>
                    <a:cubicBezTo>
                      <a:pt x="86174" y="69118"/>
                      <a:pt x="90953" y="57581"/>
                      <a:pt x="90953" y="45552"/>
                    </a:cubicBezTo>
                    <a:cubicBezTo>
                      <a:pt x="90953" y="33523"/>
                      <a:pt x="86174" y="21985"/>
                      <a:pt x="77668" y="13480"/>
                    </a:cubicBezTo>
                    <a:cubicBezTo>
                      <a:pt x="69163" y="4974"/>
                      <a:pt x="57625" y="195"/>
                      <a:pt x="45596" y="195"/>
                    </a:cubicBezTo>
                    <a:cubicBezTo>
                      <a:pt x="33567" y="195"/>
                      <a:pt x="22029" y="4974"/>
                      <a:pt x="13524" y="13480"/>
                    </a:cubicBezTo>
                    <a:cubicBezTo>
                      <a:pt x="5018" y="21985"/>
                      <a:pt x="239" y="33523"/>
                      <a:pt x="239" y="45552"/>
                    </a:cubicBezTo>
                    <a:cubicBezTo>
                      <a:pt x="239" y="57581"/>
                      <a:pt x="5018" y="69118"/>
                      <a:pt x="13524" y="77624"/>
                    </a:cubicBezTo>
                    <a:cubicBezTo>
                      <a:pt x="22029" y="86129"/>
                      <a:pt x="33567" y="90909"/>
                      <a:pt x="45596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2" name="任意多边形: 形状 821"/>
              <p:cNvSpPr/>
              <p:nvPr/>
            </p:nvSpPr>
            <p:spPr>
              <a:xfrm>
                <a:off x="4174354" y="23154859"/>
                <a:ext cx="180000" cy="180000"/>
              </a:xfrm>
              <a:custGeom>
                <a:avLst/>
                <a:gdLst>
                  <a:gd name="csX0" fmla="*/ 45468 w 90714"/>
                  <a:gd name="csY0" fmla="*/ 90876 h 90713"/>
                  <a:gd name="csX1" fmla="*/ 77540 w 90714"/>
                  <a:gd name="csY1" fmla="*/ 77591 h 90713"/>
                  <a:gd name="csX2" fmla="*/ 90825 w 90714"/>
                  <a:gd name="csY2" fmla="*/ 45519 h 90713"/>
                  <a:gd name="csX3" fmla="*/ 77540 w 90714"/>
                  <a:gd name="csY3" fmla="*/ 13447 h 90713"/>
                  <a:gd name="csX4" fmla="*/ 45468 w 90714"/>
                  <a:gd name="csY4" fmla="*/ 163 h 90713"/>
                  <a:gd name="csX5" fmla="*/ 13395 w 90714"/>
                  <a:gd name="csY5" fmla="*/ 13447 h 90713"/>
                  <a:gd name="csX6" fmla="*/ 110 w 90714"/>
                  <a:gd name="csY6" fmla="*/ 45519 h 90713"/>
                  <a:gd name="csX7" fmla="*/ 13395 w 90714"/>
                  <a:gd name="csY7" fmla="*/ 77591 h 90713"/>
                  <a:gd name="csX8" fmla="*/ 45468 w 90714"/>
                  <a:gd name="csY8" fmla="*/ 9087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8" y="90876"/>
                    </a:moveTo>
                    <a:cubicBezTo>
                      <a:pt x="57497" y="90876"/>
                      <a:pt x="69034" y="86097"/>
                      <a:pt x="77540" y="77591"/>
                    </a:cubicBezTo>
                    <a:cubicBezTo>
                      <a:pt x="86046" y="69086"/>
                      <a:pt x="90825" y="57548"/>
                      <a:pt x="90825" y="45519"/>
                    </a:cubicBezTo>
                    <a:cubicBezTo>
                      <a:pt x="90825" y="33491"/>
                      <a:pt x="86046" y="21953"/>
                      <a:pt x="77540" y="13447"/>
                    </a:cubicBezTo>
                    <a:cubicBezTo>
                      <a:pt x="69034" y="4942"/>
                      <a:pt x="57497" y="163"/>
                      <a:pt x="45468" y="163"/>
                    </a:cubicBezTo>
                    <a:cubicBezTo>
                      <a:pt x="33439" y="163"/>
                      <a:pt x="21901" y="4942"/>
                      <a:pt x="13395" y="13447"/>
                    </a:cubicBezTo>
                    <a:cubicBezTo>
                      <a:pt x="4890" y="21953"/>
                      <a:pt x="110" y="33491"/>
                      <a:pt x="110" y="45519"/>
                    </a:cubicBezTo>
                    <a:cubicBezTo>
                      <a:pt x="110" y="57548"/>
                      <a:pt x="4890" y="69086"/>
                      <a:pt x="13395" y="77591"/>
                    </a:cubicBezTo>
                    <a:cubicBezTo>
                      <a:pt x="21901" y="86097"/>
                      <a:pt x="33439" y="90876"/>
                      <a:pt x="45468" y="9087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3" name="任意多边形: 形状 822"/>
              <p:cNvSpPr/>
              <p:nvPr/>
            </p:nvSpPr>
            <p:spPr>
              <a:xfrm>
                <a:off x="8741745" y="24196923"/>
                <a:ext cx="180000" cy="180000"/>
              </a:xfrm>
              <a:custGeom>
                <a:avLst/>
                <a:gdLst>
                  <a:gd name="csX0" fmla="*/ 45610 w 90714"/>
                  <a:gd name="csY0" fmla="*/ 90909 h 90713"/>
                  <a:gd name="csX1" fmla="*/ 77683 w 90714"/>
                  <a:gd name="csY1" fmla="*/ 77624 h 90713"/>
                  <a:gd name="csX2" fmla="*/ 90967 w 90714"/>
                  <a:gd name="csY2" fmla="*/ 45552 h 90713"/>
                  <a:gd name="csX3" fmla="*/ 77683 w 90714"/>
                  <a:gd name="csY3" fmla="*/ 13480 h 90713"/>
                  <a:gd name="csX4" fmla="*/ 45610 w 90714"/>
                  <a:gd name="csY4" fmla="*/ 195 h 90713"/>
                  <a:gd name="csX5" fmla="*/ 13538 w 90714"/>
                  <a:gd name="csY5" fmla="*/ 13480 h 90713"/>
                  <a:gd name="csX6" fmla="*/ 253 w 90714"/>
                  <a:gd name="csY6" fmla="*/ 45552 h 90713"/>
                  <a:gd name="csX7" fmla="*/ 13538 w 90714"/>
                  <a:gd name="csY7" fmla="*/ 77624 h 90713"/>
                  <a:gd name="csX8" fmla="*/ 45610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0" y="90909"/>
                    </a:moveTo>
                    <a:cubicBezTo>
                      <a:pt x="57639" y="90909"/>
                      <a:pt x="69177" y="86129"/>
                      <a:pt x="77683" y="77624"/>
                    </a:cubicBezTo>
                    <a:cubicBezTo>
                      <a:pt x="86188" y="69118"/>
                      <a:pt x="90967" y="57581"/>
                      <a:pt x="90967" y="45552"/>
                    </a:cubicBezTo>
                    <a:cubicBezTo>
                      <a:pt x="90967" y="33523"/>
                      <a:pt x="86188" y="21985"/>
                      <a:pt x="77683" y="13480"/>
                    </a:cubicBezTo>
                    <a:cubicBezTo>
                      <a:pt x="69177" y="4974"/>
                      <a:pt x="57639" y="195"/>
                      <a:pt x="45610" y="195"/>
                    </a:cubicBezTo>
                    <a:cubicBezTo>
                      <a:pt x="33581" y="195"/>
                      <a:pt x="22043" y="4974"/>
                      <a:pt x="13538" y="13480"/>
                    </a:cubicBezTo>
                    <a:cubicBezTo>
                      <a:pt x="5032" y="21985"/>
                      <a:pt x="253" y="33523"/>
                      <a:pt x="253" y="45552"/>
                    </a:cubicBezTo>
                    <a:cubicBezTo>
                      <a:pt x="253" y="57581"/>
                      <a:pt x="5032" y="69118"/>
                      <a:pt x="13538" y="77624"/>
                    </a:cubicBezTo>
                    <a:cubicBezTo>
                      <a:pt x="22043" y="86129"/>
                      <a:pt x="33581" y="90909"/>
                      <a:pt x="45610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4" name="任意多边形: 形状 823"/>
              <p:cNvSpPr/>
              <p:nvPr/>
            </p:nvSpPr>
            <p:spPr>
              <a:xfrm>
                <a:off x="6004865" y="22421374"/>
                <a:ext cx="180000" cy="180000"/>
              </a:xfrm>
              <a:custGeom>
                <a:avLst/>
                <a:gdLst>
                  <a:gd name="csX0" fmla="*/ 45525 w 90714"/>
                  <a:gd name="csY0" fmla="*/ 90853 h 90713"/>
                  <a:gd name="csX1" fmla="*/ 77597 w 90714"/>
                  <a:gd name="csY1" fmla="*/ 77569 h 90713"/>
                  <a:gd name="csX2" fmla="*/ 90882 w 90714"/>
                  <a:gd name="csY2" fmla="*/ 45496 h 90713"/>
                  <a:gd name="csX3" fmla="*/ 77597 w 90714"/>
                  <a:gd name="csY3" fmla="*/ 13424 h 90713"/>
                  <a:gd name="csX4" fmla="*/ 45525 w 90714"/>
                  <a:gd name="csY4" fmla="*/ 140 h 90713"/>
                  <a:gd name="csX5" fmla="*/ 13452 w 90714"/>
                  <a:gd name="csY5" fmla="*/ 13424 h 90713"/>
                  <a:gd name="csX6" fmla="*/ 167 w 90714"/>
                  <a:gd name="csY6" fmla="*/ 45496 h 90713"/>
                  <a:gd name="csX7" fmla="*/ 13452 w 90714"/>
                  <a:gd name="csY7" fmla="*/ 77569 h 90713"/>
                  <a:gd name="csX8" fmla="*/ 45525 w 90714"/>
                  <a:gd name="csY8" fmla="*/ 9085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5" y="90853"/>
                    </a:moveTo>
                    <a:cubicBezTo>
                      <a:pt x="57554" y="90853"/>
                      <a:pt x="69091" y="86074"/>
                      <a:pt x="77597" y="77569"/>
                    </a:cubicBezTo>
                    <a:cubicBezTo>
                      <a:pt x="86103" y="69063"/>
                      <a:pt x="90882" y="57525"/>
                      <a:pt x="90882" y="45496"/>
                    </a:cubicBezTo>
                    <a:cubicBezTo>
                      <a:pt x="90882" y="33468"/>
                      <a:pt x="86103" y="21930"/>
                      <a:pt x="77597" y="13424"/>
                    </a:cubicBezTo>
                    <a:cubicBezTo>
                      <a:pt x="69091" y="4919"/>
                      <a:pt x="57554" y="140"/>
                      <a:pt x="45525" y="140"/>
                    </a:cubicBezTo>
                    <a:cubicBezTo>
                      <a:pt x="33496" y="140"/>
                      <a:pt x="21958" y="4919"/>
                      <a:pt x="13452" y="13424"/>
                    </a:cubicBezTo>
                    <a:cubicBezTo>
                      <a:pt x="4947" y="21930"/>
                      <a:pt x="167" y="33468"/>
                      <a:pt x="167" y="45496"/>
                    </a:cubicBezTo>
                    <a:cubicBezTo>
                      <a:pt x="167" y="57525"/>
                      <a:pt x="4947" y="69063"/>
                      <a:pt x="13452" y="77569"/>
                    </a:cubicBezTo>
                    <a:cubicBezTo>
                      <a:pt x="21958" y="86074"/>
                      <a:pt x="33496" y="90853"/>
                      <a:pt x="45525" y="9085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5" name="任意多边形: 形状 824"/>
              <p:cNvSpPr/>
              <p:nvPr/>
            </p:nvSpPr>
            <p:spPr>
              <a:xfrm>
                <a:off x="7568462" y="23681307"/>
                <a:ext cx="180000" cy="180000"/>
              </a:xfrm>
              <a:custGeom>
                <a:avLst/>
                <a:gdLst>
                  <a:gd name="csX0" fmla="*/ 45573 w 90714"/>
                  <a:gd name="csY0" fmla="*/ 90893 h 90713"/>
                  <a:gd name="csX1" fmla="*/ 77646 w 90714"/>
                  <a:gd name="csY1" fmla="*/ 77608 h 90713"/>
                  <a:gd name="csX2" fmla="*/ 90931 w 90714"/>
                  <a:gd name="csY2" fmla="*/ 45536 h 90713"/>
                  <a:gd name="csX3" fmla="*/ 77646 w 90714"/>
                  <a:gd name="csY3" fmla="*/ 13464 h 90713"/>
                  <a:gd name="csX4" fmla="*/ 45573 w 90714"/>
                  <a:gd name="csY4" fmla="*/ 179 h 90713"/>
                  <a:gd name="csX5" fmla="*/ 13501 w 90714"/>
                  <a:gd name="csY5" fmla="*/ 13464 h 90713"/>
                  <a:gd name="csX6" fmla="*/ 216 w 90714"/>
                  <a:gd name="csY6" fmla="*/ 45536 h 90713"/>
                  <a:gd name="csX7" fmla="*/ 13501 w 90714"/>
                  <a:gd name="csY7" fmla="*/ 77608 h 90713"/>
                  <a:gd name="csX8" fmla="*/ 45573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3" y="90893"/>
                    </a:moveTo>
                    <a:cubicBezTo>
                      <a:pt x="57602" y="90893"/>
                      <a:pt x="69140" y="86113"/>
                      <a:pt x="77646" y="77608"/>
                    </a:cubicBezTo>
                    <a:cubicBezTo>
                      <a:pt x="86152" y="69102"/>
                      <a:pt x="90931" y="57565"/>
                      <a:pt x="90931" y="45536"/>
                    </a:cubicBezTo>
                    <a:cubicBezTo>
                      <a:pt x="90931" y="33507"/>
                      <a:pt x="86152" y="21969"/>
                      <a:pt x="77646" y="13464"/>
                    </a:cubicBezTo>
                    <a:cubicBezTo>
                      <a:pt x="69140" y="4958"/>
                      <a:pt x="57602" y="179"/>
                      <a:pt x="45573" y="179"/>
                    </a:cubicBezTo>
                    <a:cubicBezTo>
                      <a:pt x="33545" y="179"/>
                      <a:pt x="22007" y="4958"/>
                      <a:pt x="13501" y="13464"/>
                    </a:cubicBezTo>
                    <a:cubicBezTo>
                      <a:pt x="4995" y="21969"/>
                      <a:pt x="216" y="33507"/>
                      <a:pt x="216" y="45536"/>
                    </a:cubicBezTo>
                    <a:cubicBezTo>
                      <a:pt x="216" y="57565"/>
                      <a:pt x="4995" y="69102"/>
                      <a:pt x="13501" y="77608"/>
                    </a:cubicBezTo>
                    <a:cubicBezTo>
                      <a:pt x="22007" y="86113"/>
                      <a:pt x="33545" y="90893"/>
                      <a:pt x="45573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6" name="任意多边形: 形状 825"/>
              <p:cNvSpPr/>
              <p:nvPr/>
            </p:nvSpPr>
            <p:spPr>
              <a:xfrm>
                <a:off x="4789665" y="23203763"/>
                <a:ext cx="180000" cy="180000"/>
              </a:xfrm>
              <a:custGeom>
                <a:avLst/>
                <a:gdLst>
                  <a:gd name="csX0" fmla="*/ 45487 w 90714"/>
                  <a:gd name="csY0" fmla="*/ 90878 h 90713"/>
                  <a:gd name="csX1" fmla="*/ 77559 w 90714"/>
                  <a:gd name="csY1" fmla="*/ 77593 h 90713"/>
                  <a:gd name="csX2" fmla="*/ 90844 w 90714"/>
                  <a:gd name="csY2" fmla="*/ 45521 h 90713"/>
                  <a:gd name="csX3" fmla="*/ 77559 w 90714"/>
                  <a:gd name="csY3" fmla="*/ 13449 h 90713"/>
                  <a:gd name="csX4" fmla="*/ 45487 w 90714"/>
                  <a:gd name="csY4" fmla="*/ 164 h 90713"/>
                  <a:gd name="csX5" fmla="*/ 13414 w 90714"/>
                  <a:gd name="csY5" fmla="*/ 13449 h 90713"/>
                  <a:gd name="csX6" fmla="*/ 130 w 90714"/>
                  <a:gd name="csY6" fmla="*/ 45521 h 90713"/>
                  <a:gd name="csX7" fmla="*/ 13414 w 90714"/>
                  <a:gd name="csY7" fmla="*/ 77593 h 90713"/>
                  <a:gd name="csX8" fmla="*/ 45487 w 90714"/>
                  <a:gd name="csY8" fmla="*/ 9087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7" y="90878"/>
                    </a:moveTo>
                    <a:cubicBezTo>
                      <a:pt x="57516" y="90878"/>
                      <a:pt x="69054" y="86099"/>
                      <a:pt x="77559" y="77593"/>
                    </a:cubicBezTo>
                    <a:cubicBezTo>
                      <a:pt x="86065" y="69087"/>
                      <a:pt x="90844" y="57550"/>
                      <a:pt x="90844" y="45521"/>
                    </a:cubicBezTo>
                    <a:cubicBezTo>
                      <a:pt x="90844" y="33492"/>
                      <a:pt x="86065" y="21954"/>
                      <a:pt x="77559" y="13449"/>
                    </a:cubicBezTo>
                    <a:cubicBezTo>
                      <a:pt x="69054" y="4943"/>
                      <a:pt x="57516" y="164"/>
                      <a:pt x="45487" y="164"/>
                    </a:cubicBezTo>
                    <a:cubicBezTo>
                      <a:pt x="33458" y="164"/>
                      <a:pt x="21920" y="4943"/>
                      <a:pt x="13414" y="13449"/>
                    </a:cubicBezTo>
                    <a:cubicBezTo>
                      <a:pt x="4909" y="21954"/>
                      <a:pt x="130" y="33492"/>
                      <a:pt x="130" y="45521"/>
                    </a:cubicBezTo>
                    <a:cubicBezTo>
                      <a:pt x="130" y="57550"/>
                      <a:pt x="4909" y="69087"/>
                      <a:pt x="13414" y="77593"/>
                    </a:cubicBezTo>
                    <a:cubicBezTo>
                      <a:pt x="21920" y="86099"/>
                      <a:pt x="33458" y="90878"/>
                      <a:pt x="45487" y="9087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7" name="任意多边形: 形状 826"/>
              <p:cNvSpPr/>
              <p:nvPr/>
            </p:nvSpPr>
            <p:spPr>
              <a:xfrm>
                <a:off x="7306960" y="22860589"/>
                <a:ext cx="180000" cy="180000"/>
              </a:xfrm>
              <a:custGeom>
                <a:avLst/>
                <a:gdLst>
                  <a:gd name="csX0" fmla="*/ 45565 w 90714"/>
                  <a:gd name="csY0" fmla="*/ 90867 h 90713"/>
                  <a:gd name="csX1" fmla="*/ 77638 w 90714"/>
                  <a:gd name="csY1" fmla="*/ 77582 h 90713"/>
                  <a:gd name="csX2" fmla="*/ 90923 w 90714"/>
                  <a:gd name="csY2" fmla="*/ 45510 h 90713"/>
                  <a:gd name="csX3" fmla="*/ 77638 w 90714"/>
                  <a:gd name="csY3" fmla="*/ 13438 h 90713"/>
                  <a:gd name="csX4" fmla="*/ 45565 w 90714"/>
                  <a:gd name="csY4" fmla="*/ 153 h 90713"/>
                  <a:gd name="csX5" fmla="*/ 13493 w 90714"/>
                  <a:gd name="csY5" fmla="*/ 13438 h 90713"/>
                  <a:gd name="csX6" fmla="*/ 208 w 90714"/>
                  <a:gd name="csY6" fmla="*/ 45510 h 90713"/>
                  <a:gd name="csX7" fmla="*/ 13493 w 90714"/>
                  <a:gd name="csY7" fmla="*/ 77582 h 90713"/>
                  <a:gd name="csX8" fmla="*/ 45565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867"/>
                    </a:moveTo>
                    <a:cubicBezTo>
                      <a:pt x="57594" y="90867"/>
                      <a:pt x="69132" y="86088"/>
                      <a:pt x="77638" y="77582"/>
                    </a:cubicBezTo>
                    <a:cubicBezTo>
                      <a:pt x="86143" y="69077"/>
                      <a:pt x="90923" y="57539"/>
                      <a:pt x="90923" y="45510"/>
                    </a:cubicBezTo>
                    <a:cubicBezTo>
                      <a:pt x="90923" y="33481"/>
                      <a:pt x="86143" y="21944"/>
                      <a:pt x="77638" y="13438"/>
                    </a:cubicBezTo>
                    <a:cubicBezTo>
                      <a:pt x="69132" y="4933"/>
                      <a:pt x="57594" y="153"/>
                      <a:pt x="45565" y="153"/>
                    </a:cubicBezTo>
                    <a:cubicBezTo>
                      <a:pt x="33536" y="153"/>
                      <a:pt x="21999" y="4933"/>
                      <a:pt x="13493" y="13438"/>
                    </a:cubicBezTo>
                    <a:cubicBezTo>
                      <a:pt x="4987" y="21944"/>
                      <a:pt x="208" y="33481"/>
                      <a:pt x="208" y="45510"/>
                    </a:cubicBezTo>
                    <a:cubicBezTo>
                      <a:pt x="208" y="57539"/>
                      <a:pt x="4987" y="69077"/>
                      <a:pt x="13493" y="77582"/>
                    </a:cubicBezTo>
                    <a:cubicBezTo>
                      <a:pt x="21999" y="86088"/>
                      <a:pt x="33536" y="90867"/>
                      <a:pt x="45565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8" name="任意多边形: 形状 827"/>
              <p:cNvSpPr/>
              <p:nvPr/>
            </p:nvSpPr>
            <p:spPr>
              <a:xfrm>
                <a:off x="8716297" y="22973627"/>
                <a:ext cx="180000" cy="180000"/>
              </a:xfrm>
              <a:custGeom>
                <a:avLst/>
                <a:gdLst>
                  <a:gd name="csX0" fmla="*/ 45609 w 90714"/>
                  <a:gd name="csY0" fmla="*/ 90870 h 90713"/>
                  <a:gd name="csX1" fmla="*/ 77682 w 90714"/>
                  <a:gd name="csY1" fmla="*/ 77586 h 90713"/>
                  <a:gd name="csX2" fmla="*/ 90967 w 90714"/>
                  <a:gd name="csY2" fmla="*/ 45514 h 90713"/>
                  <a:gd name="csX3" fmla="*/ 77682 w 90714"/>
                  <a:gd name="csY3" fmla="*/ 13442 h 90713"/>
                  <a:gd name="csX4" fmla="*/ 45609 w 90714"/>
                  <a:gd name="csY4" fmla="*/ 157 h 90713"/>
                  <a:gd name="csX5" fmla="*/ 13537 w 90714"/>
                  <a:gd name="csY5" fmla="*/ 13442 h 90713"/>
                  <a:gd name="csX6" fmla="*/ 252 w 90714"/>
                  <a:gd name="csY6" fmla="*/ 45514 h 90713"/>
                  <a:gd name="csX7" fmla="*/ 13537 w 90714"/>
                  <a:gd name="csY7" fmla="*/ 77586 h 90713"/>
                  <a:gd name="csX8" fmla="*/ 45609 w 90714"/>
                  <a:gd name="csY8" fmla="*/ 9087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9" y="90870"/>
                    </a:moveTo>
                    <a:cubicBezTo>
                      <a:pt x="57638" y="90870"/>
                      <a:pt x="69176" y="86091"/>
                      <a:pt x="77682" y="77586"/>
                    </a:cubicBezTo>
                    <a:cubicBezTo>
                      <a:pt x="86187" y="69080"/>
                      <a:pt x="90967" y="57542"/>
                      <a:pt x="90967" y="45514"/>
                    </a:cubicBezTo>
                    <a:cubicBezTo>
                      <a:pt x="90967" y="33485"/>
                      <a:pt x="86187" y="21947"/>
                      <a:pt x="77682" y="13442"/>
                    </a:cubicBezTo>
                    <a:cubicBezTo>
                      <a:pt x="69176" y="4936"/>
                      <a:pt x="57638" y="157"/>
                      <a:pt x="45609" y="157"/>
                    </a:cubicBezTo>
                    <a:cubicBezTo>
                      <a:pt x="33580" y="157"/>
                      <a:pt x="22043" y="4936"/>
                      <a:pt x="13537" y="13442"/>
                    </a:cubicBezTo>
                    <a:cubicBezTo>
                      <a:pt x="5031" y="21947"/>
                      <a:pt x="252" y="33485"/>
                      <a:pt x="252" y="45514"/>
                    </a:cubicBezTo>
                    <a:cubicBezTo>
                      <a:pt x="252" y="57542"/>
                      <a:pt x="5031" y="69080"/>
                      <a:pt x="13537" y="77586"/>
                    </a:cubicBezTo>
                    <a:cubicBezTo>
                      <a:pt x="22043" y="86091"/>
                      <a:pt x="33580" y="90870"/>
                      <a:pt x="45609" y="9087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29" name="任意多边形: 形状 828"/>
              <p:cNvSpPr/>
              <p:nvPr/>
            </p:nvSpPr>
            <p:spPr>
              <a:xfrm>
                <a:off x="4554078" y="24403068"/>
                <a:ext cx="180000" cy="180000"/>
              </a:xfrm>
              <a:custGeom>
                <a:avLst/>
                <a:gdLst>
                  <a:gd name="csX0" fmla="*/ 45479 w 90714"/>
                  <a:gd name="csY0" fmla="*/ 90915 h 90713"/>
                  <a:gd name="csX1" fmla="*/ 77552 w 90714"/>
                  <a:gd name="csY1" fmla="*/ 77630 h 90713"/>
                  <a:gd name="csX2" fmla="*/ 90837 w 90714"/>
                  <a:gd name="csY2" fmla="*/ 45558 h 90713"/>
                  <a:gd name="csX3" fmla="*/ 77552 w 90714"/>
                  <a:gd name="csY3" fmla="*/ 13486 h 90713"/>
                  <a:gd name="csX4" fmla="*/ 45479 w 90714"/>
                  <a:gd name="csY4" fmla="*/ 202 h 90713"/>
                  <a:gd name="csX5" fmla="*/ 13407 w 90714"/>
                  <a:gd name="csY5" fmla="*/ 13486 h 90713"/>
                  <a:gd name="csX6" fmla="*/ 122 w 90714"/>
                  <a:gd name="csY6" fmla="*/ 45558 h 90713"/>
                  <a:gd name="csX7" fmla="*/ 13407 w 90714"/>
                  <a:gd name="csY7" fmla="*/ 77630 h 90713"/>
                  <a:gd name="csX8" fmla="*/ 45479 w 90714"/>
                  <a:gd name="csY8" fmla="*/ 9091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9" y="90915"/>
                    </a:moveTo>
                    <a:cubicBezTo>
                      <a:pt x="57508" y="90915"/>
                      <a:pt x="69046" y="86136"/>
                      <a:pt x="77552" y="77630"/>
                    </a:cubicBezTo>
                    <a:cubicBezTo>
                      <a:pt x="86058" y="69125"/>
                      <a:pt x="90837" y="57587"/>
                      <a:pt x="90837" y="45558"/>
                    </a:cubicBezTo>
                    <a:cubicBezTo>
                      <a:pt x="90837" y="33530"/>
                      <a:pt x="86058" y="21992"/>
                      <a:pt x="77552" y="13486"/>
                    </a:cubicBezTo>
                    <a:cubicBezTo>
                      <a:pt x="69046" y="4981"/>
                      <a:pt x="57508" y="202"/>
                      <a:pt x="45479" y="202"/>
                    </a:cubicBezTo>
                    <a:cubicBezTo>
                      <a:pt x="33451" y="202"/>
                      <a:pt x="21913" y="4981"/>
                      <a:pt x="13407" y="13486"/>
                    </a:cubicBezTo>
                    <a:cubicBezTo>
                      <a:pt x="4901" y="21992"/>
                      <a:pt x="122" y="33530"/>
                      <a:pt x="122" y="45558"/>
                    </a:cubicBezTo>
                    <a:cubicBezTo>
                      <a:pt x="122" y="57587"/>
                      <a:pt x="4901" y="69125"/>
                      <a:pt x="13407" y="77630"/>
                    </a:cubicBezTo>
                    <a:cubicBezTo>
                      <a:pt x="21913" y="86136"/>
                      <a:pt x="33451" y="90915"/>
                      <a:pt x="45479" y="9091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30" name="任意多边形: 形状 829"/>
              <p:cNvSpPr/>
              <p:nvPr/>
            </p:nvSpPr>
            <p:spPr>
              <a:xfrm>
                <a:off x="4781527" y="22232388"/>
                <a:ext cx="180000" cy="180000"/>
              </a:xfrm>
              <a:custGeom>
                <a:avLst/>
                <a:gdLst>
                  <a:gd name="csX0" fmla="*/ 45487 w 90714"/>
                  <a:gd name="csY0" fmla="*/ 90847 h 90713"/>
                  <a:gd name="csX1" fmla="*/ 77559 w 90714"/>
                  <a:gd name="csY1" fmla="*/ 77563 h 90713"/>
                  <a:gd name="csX2" fmla="*/ 90844 w 90714"/>
                  <a:gd name="csY2" fmla="*/ 45491 h 90713"/>
                  <a:gd name="csX3" fmla="*/ 77559 w 90714"/>
                  <a:gd name="csY3" fmla="*/ 13419 h 90713"/>
                  <a:gd name="csX4" fmla="*/ 45487 w 90714"/>
                  <a:gd name="csY4" fmla="*/ 134 h 90713"/>
                  <a:gd name="csX5" fmla="*/ 13414 w 90714"/>
                  <a:gd name="csY5" fmla="*/ 13419 h 90713"/>
                  <a:gd name="csX6" fmla="*/ 129 w 90714"/>
                  <a:gd name="csY6" fmla="*/ 45491 h 90713"/>
                  <a:gd name="csX7" fmla="*/ 13414 w 90714"/>
                  <a:gd name="csY7" fmla="*/ 77563 h 90713"/>
                  <a:gd name="csX8" fmla="*/ 45487 w 90714"/>
                  <a:gd name="csY8" fmla="*/ 9084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7" y="90847"/>
                    </a:moveTo>
                    <a:cubicBezTo>
                      <a:pt x="57515" y="90847"/>
                      <a:pt x="69053" y="86068"/>
                      <a:pt x="77559" y="77563"/>
                    </a:cubicBezTo>
                    <a:cubicBezTo>
                      <a:pt x="86065" y="69057"/>
                      <a:pt x="90844" y="57519"/>
                      <a:pt x="90844" y="45491"/>
                    </a:cubicBezTo>
                    <a:cubicBezTo>
                      <a:pt x="90844" y="33462"/>
                      <a:pt x="86065" y="21924"/>
                      <a:pt x="77559" y="13419"/>
                    </a:cubicBezTo>
                    <a:cubicBezTo>
                      <a:pt x="69053" y="4913"/>
                      <a:pt x="57515" y="134"/>
                      <a:pt x="45487" y="134"/>
                    </a:cubicBezTo>
                    <a:cubicBezTo>
                      <a:pt x="33458" y="134"/>
                      <a:pt x="21920" y="4913"/>
                      <a:pt x="13414" y="13419"/>
                    </a:cubicBezTo>
                    <a:cubicBezTo>
                      <a:pt x="4908" y="21924"/>
                      <a:pt x="129" y="33462"/>
                      <a:pt x="129" y="45491"/>
                    </a:cubicBezTo>
                    <a:cubicBezTo>
                      <a:pt x="129" y="57519"/>
                      <a:pt x="4908" y="69057"/>
                      <a:pt x="13414" y="77563"/>
                    </a:cubicBezTo>
                    <a:cubicBezTo>
                      <a:pt x="21920" y="86068"/>
                      <a:pt x="33458" y="90847"/>
                      <a:pt x="45487" y="9084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831" name="任意多边形: 形状 830"/>
              <p:cNvSpPr/>
              <p:nvPr/>
            </p:nvSpPr>
            <p:spPr>
              <a:xfrm>
                <a:off x="6513905" y="24214856"/>
                <a:ext cx="180000" cy="180000"/>
              </a:xfrm>
              <a:custGeom>
                <a:avLst/>
                <a:gdLst>
                  <a:gd name="csX0" fmla="*/ 45541 w 90714"/>
                  <a:gd name="csY0" fmla="*/ 90909 h 90713"/>
                  <a:gd name="csX1" fmla="*/ 77613 w 90714"/>
                  <a:gd name="csY1" fmla="*/ 77624 h 90713"/>
                  <a:gd name="csX2" fmla="*/ 90898 w 90714"/>
                  <a:gd name="csY2" fmla="*/ 45552 h 90713"/>
                  <a:gd name="csX3" fmla="*/ 77613 w 90714"/>
                  <a:gd name="csY3" fmla="*/ 13480 h 90713"/>
                  <a:gd name="csX4" fmla="*/ 45541 w 90714"/>
                  <a:gd name="csY4" fmla="*/ 196 h 90713"/>
                  <a:gd name="csX5" fmla="*/ 13468 w 90714"/>
                  <a:gd name="csY5" fmla="*/ 13480 h 90713"/>
                  <a:gd name="csX6" fmla="*/ 183 w 90714"/>
                  <a:gd name="csY6" fmla="*/ 45552 h 90713"/>
                  <a:gd name="csX7" fmla="*/ 13468 w 90714"/>
                  <a:gd name="csY7" fmla="*/ 77624 h 90713"/>
                  <a:gd name="csX8" fmla="*/ 45541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1" y="90909"/>
                    </a:moveTo>
                    <a:cubicBezTo>
                      <a:pt x="57569" y="90909"/>
                      <a:pt x="69107" y="86130"/>
                      <a:pt x="77613" y="77624"/>
                    </a:cubicBezTo>
                    <a:cubicBezTo>
                      <a:pt x="86119" y="69119"/>
                      <a:pt x="90898" y="57581"/>
                      <a:pt x="90898" y="45552"/>
                    </a:cubicBezTo>
                    <a:cubicBezTo>
                      <a:pt x="90898" y="33524"/>
                      <a:pt x="86119" y="21986"/>
                      <a:pt x="77613" y="13480"/>
                    </a:cubicBezTo>
                    <a:cubicBezTo>
                      <a:pt x="69107" y="4975"/>
                      <a:pt x="57569" y="196"/>
                      <a:pt x="45541" y="196"/>
                    </a:cubicBezTo>
                    <a:cubicBezTo>
                      <a:pt x="33512" y="196"/>
                      <a:pt x="21974" y="4975"/>
                      <a:pt x="13468" y="13480"/>
                    </a:cubicBezTo>
                    <a:cubicBezTo>
                      <a:pt x="4962" y="21986"/>
                      <a:pt x="183" y="33524"/>
                      <a:pt x="183" y="45552"/>
                    </a:cubicBezTo>
                    <a:cubicBezTo>
                      <a:pt x="183" y="57581"/>
                      <a:pt x="4962" y="69119"/>
                      <a:pt x="13468" y="77624"/>
                    </a:cubicBezTo>
                    <a:cubicBezTo>
                      <a:pt x="21974" y="86130"/>
                      <a:pt x="33512" y="90909"/>
                      <a:pt x="45541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16" name="任意多边形: 形状 1215"/>
              <p:cNvSpPr/>
              <p:nvPr/>
            </p:nvSpPr>
            <p:spPr>
              <a:xfrm>
                <a:off x="6997469" y="24006275"/>
                <a:ext cx="180000" cy="180000"/>
              </a:xfrm>
              <a:custGeom>
                <a:avLst/>
                <a:gdLst>
                  <a:gd name="csX0" fmla="*/ 45556 w 90714"/>
                  <a:gd name="csY0" fmla="*/ 90903 h 90713"/>
                  <a:gd name="csX1" fmla="*/ 77628 w 90714"/>
                  <a:gd name="csY1" fmla="*/ 77618 h 90713"/>
                  <a:gd name="csX2" fmla="*/ 90913 w 90714"/>
                  <a:gd name="csY2" fmla="*/ 45546 h 90713"/>
                  <a:gd name="csX3" fmla="*/ 77628 w 90714"/>
                  <a:gd name="csY3" fmla="*/ 13474 h 90713"/>
                  <a:gd name="csX4" fmla="*/ 45556 w 90714"/>
                  <a:gd name="csY4" fmla="*/ 189 h 90713"/>
                  <a:gd name="csX5" fmla="*/ 13483 w 90714"/>
                  <a:gd name="csY5" fmla="*/ 13474 h 90713"/>
                  <a:gd name="csX6" fmla="*/ 198 w 90714"/>
                  <a:gd name="csY6" fmla="*/ 45546 h 90713"/>
                  <a:gd name="csX7" fmla="*/ 13483 w 90714"/>
                  <a:gd name="csY7" fmla="*/ 77618 h 90713"/>
                  <a:gd name="csX8" fmla="*/ 45556 w 90714"/>
                  <a:gd name="csY8" fmla="*/ 9090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903"/>
                    </a:moveTo>
                    <a:cubicBezTo>
                      <a:pt x="57585" y="90903"/>
                      <a:pt x="69122" y="86124"/>
                      <a:pt x="77628" y="77618"/>
                    </a:cubicBezTo>
                    <a:cubicBezTo>
                      <a:pt x="86134" y="69112"/>
                      <a:pt x="90913" y="57575"/>
                      <a:pt x="90913" y="45546"/>
                    </a:cubicBezTo>
                    <a:cubicBezTo>
                      <a:pt x="90913" y="33517"/>
                      <a:pt x="86134" y="21979"/>
                      <a:pt x="77628" y="13474"/>
                    </a:cubicBezTo>
                    <a:cubicBezTo>
                      <a:pt x="69122" y="4968"/>
                      <a:pt x="57585" y="189"/>
                      <a:pt x="45556" y="189"/>
                    </a:cubicBezTo>
                    <a:cubicBezTo>
                      <a:pt x="33527" y="189"/>
                      <a:pt x="21989" y="4968"/>
                      <a:pt x="13483" y="13474"/>
                    </a:cubicBezTo>
                    <a:cubicBezTo>
                      <a:pt x="4978" y="21979"/>
                      <a:pt x="198" y="33517"/>
                      <a:pt x="198" y="45546"/>
                    </a:cubicBezTo>
                    <a:cubicBezTo>
                      <a:pt x="198" y="57575"/>
                      <a:pt x="4978" y="69112"/>
                      <a:pt x="13483" y="77618"/>
                    </a:cubicBezTo>
                    <a:cubicBezTo>
                      <a:pt x="21989" y="86124"/>
                      <a:pt x="33527" y="90903"/>
                      <a:pt x="45556" y="9090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17" name="任意多边形: 形状 1216"/>
              <p:cNvSpPr/>
              <p:nvPr/>
            </p:nvSpPr>
            <p:spPr>
              <a:xfrm>
                <a:off x="8129645" y="24568562"/>
                <a:ext cx="180000" cy="180000"/>
              </a:xfrm>
              <a:custGeom>
                <a:avLst/>
                <a:gdLst>
                  <a:gd name="csX0" fmla="*/ 45591 w 90714"/>
                  <a:gd name="csY0" fmla="*/ 90920 h 90713"/>
                  <a:gd name="csX1" fmla="*/ 77663 w 90714"/>
                  <a:gd name="csY1" fmla="*/ 77635 h 90713"/>
                  <a:gd name="csX2" fmla="*/ 90948 w 90714"/>
                  <a:gd name="csY2" fmla="*/ 45563 h 90713"/>
                  <a:gd name="csX3" fmla="*/ 77663 w 90714"/>
                  <a:gd name="csY3" fmla="*/ 13491 h 90713"/>
                  <a:gd name="csX4" fmla="*/ 45591 w 90714"/>
                  <a:gd name="csY4" fmla="*/ 207 h 90713"/>
                  <a:gd name="csX5" fmla="*/ 13519 w 90714"/>
                  <a:gd name="csY5" fmla="*/ 13491 h 90713"/>
                  <a:gd name="csX6" fmla="*/ 234 w 90714"/>
                  <a:gd name="csY6" fmla="*/ 45563 h 90713"/>
                  <a:gd name="csX7" fmla="*/ 13519 w 90714"/>
                  <a:gd name="csY7" fmla="*/ 77635 h 90713"/>
                  <a:gd name="csX8" fmla="*/ 45591 w 90714"/>
                  <a:gd name="csY8" fmla="*/ 909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1" y="90920"/>
                    </a:moveTo>
                    <a:cubicBezTo>
                      <a:pt x="57620" y="90920"/>
                      <a:pt x="69158" y="86141"/>
                      <a:pt x="77663" y="77635"/>
                    </a:cubicBezTo>
                    <a:cubicBezTo>
                      <a:pt x="86169" y="69130"/>
                      <a:pt x="90948" y="57592"/>
                      <a:pt x="90948" y="45563"/>
                    </a:cubicBezTo>
                    <a:cubicBezTo>
                      <a:pt x="90948" y="33535"/>
                      <a:pt x="86169" y="21997"/>
                      <a:pt x="77663" y="13491"/>
                    </a:cubicBezTo>
                    <a:cubicBezTo>
                      <a:pt x="69158" y="4986"/>
                      <a:pt x="57620" y="207"/>
                      <a:pt x="45591" y="207"/>
                    </a:cubicBezTo>
                    <a:cubicBezTo>
                      <a:pt x="33562" y="207"/>
                      <a:pt x="22024" y="4986"/>
                      <a:pt x="13519" y="13491"/>
                    </a:cubicBezTo>
                    <a:cubicBezTo>
                      <a:pt x="5013" y="21997"/>
                      <a:pt x="234" y="33535"/>
                      <a:pt x="234" y="45563"/>
                    </a:cubicBezTo>
                    <a:cubicBezTo>
                      <a:pt x="234" y="57592"/>
                      <a:pt x="5013" y="69130"/>
                      <a:pt x="13519" y="77635"/>
                    </a:cubicBezTo>
                    <a:cubicBezTo>
                      <a:pt x="22024" y="86141"/>
                      <a:pt x="33562" y="90920"/>
                      <a:pt x="45591" y="909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18" name="任意多边形: 形状 1217"/>
              <p:cNvSpPr/>
              <p:nvPr/>
            </p:nvSpPr>
            <p:spPr>
              <a:xfrm>
                <a:off x="8469400" y="21416935"/>
                <a:ext cx="180000" cy="180000"/>
              </a:xfrm>
              <a:custGeom>
                <a:avLst/>
                <a:gdLst>
                  <a:gd name="csX0" fmla="*/ 45602 w 90714"/>
                  <a:gd name="csY0" fmla="*/ 90822 h 90713"/>
                  <a:gd name="csX1" fmla="*/ 77674 w 90714"/>
                  <a:gd name="csY1" fmla="*/ 77537 h 90713"/>
                  <a:gd name="csX2" fmla="*/ 90959 w 90714"/>
                  <a:gd name="csY2" fmla="*/ 45465 h 90713"/>
                  <a:gd name="csX3" fmla="*/ 77674 w 90714"/>
                  <a:gd name="csY3" fmla="*/ 13393 h 90713"/>
                  <a:gd name="csX4" fmla="*/ 45602 w 90714"/>
                  <a:gd name="csY4" fmla="*/ 108 h 90713"/>
                  <a:gd name="csX5" fmla="*/ 13529 w 90714"/>
                  <a:gd name="csY5" fmla="*/ 13393 h 90713"/>
                  <a:gd name="csX6" fmla="*/ 244 w 90714"/>
                  <a:gd name="csY6" fmla="*/ 45465 h 90713"/>
                  <a:gd name="csX7" fmla="*/ 13529 w 90714"/>
                  <a:gd name="csY7" fmla="*/ 77537 h 90713"/>
                  <a:gd name="csX8" fmla="*/ 45602 w 90714"/>
                  <a:gd name="csY8" fmla="*/ 9082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2" y="90822"/>
                    </a:moveTo>
                    <a:cubicBezTo>
                      <a:pt x="57630" y="90822"/>
                      <a:pt x="69168" y="86043"/>
                      <a:pt x="77674" y="77537"/>
                    </a:cubicBezTo>
                    <a:cubicBezTo>
                      <a:pt x="86180" y="69032"/>
                      <a:pt x="90959" y="57494"/>
                      <a:pt x="90959" y="45465"/>
                    </a:cubicBezTo>
                    <a:cubicBezTo>
                      <a:pt x="90959" y="33436"/>
                      <a:pt x="86180" y="21899"/>
                      <a:pt x="77674" y="13393"/>
                    </a:cubicBezTo>
                    <a:cubicBezTo>
                      <a:pt x="69168" y="4888"/>
                      <a:pt x="57630" y="108"/>
                      <a:pt x="45602" y="108"/>
                    </a:cubicBezTo>
                    <a:cubicBezTo>
                      <a:pt x="33573" y="108"/>
                      <a:pt x="22035" y="4888"/>
                      <a:pt x="13529" y="13393"/>
                    </a:cubicBezTo>
                    <a:cubicBezTo>
                      <a:pt x="5023" y="21899"/>
                      <a:pt x="244" y="33436"/>
                      <a:pt x="244" y="45465"/>
                    </a:cubicBezTo>
                    <a:cubicBezTo>
                      <a:pt x="244" y="57494"/>
                      <a:pt x="5023" y="69032"/>
                      <a:pt x="13529" y="77537"/>
                    </a:cubicBezTo>
                    <a:cubicBezTo>
                      <a:pt x="22035" y="86043"/>
                      <a:pt x="33573" y="90822"/>
                      <a:pt x="45602" y="9082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19" name="任意多边形: 形状 1218"/>
              <p:cNvSpPr/>
              <p:nvPr/>
            </p:nvSpPr>
            <p:spPr>
              <a:xfrm>
                <a:off x="7898718" y="23115290"/>
                <a:ext cx="180000" cy="180000"/>
              </a:xfrm>
              <a:custGeom>
                <a:avLst/>
                <a:gdLst>
                  <a:gd name="csX0" fmla="*/ 45584 w 90714"/>
                  <a:gd name="csY0" fmla="*/ 90875 h 90713"/>
                  <a:gd name="csX1" fmla="*/ 77656 w 90714"/>
                  <a:gd name="csY1" fmla="*/ 77590 h 90713"/>
                  <a:gd name="csX2" fmla="*/ 90941 w 90714"/>
                  <a:gd name="csY2" fmla="*/ 45518 h 90713"/>
                  <a:gd name="csX3" fmla="*/ 77656 w 90714"/>
                  <a:gd name="csY3" fmla="*/ 13446 h 90713"/>
                  <a:gd name="csX4" fmla="*/ 45584 w 90714"/>
                  <a:gd name="csY4" fmla="*/ 161 h 90713"/>
                  <a:gd name="csX5" fmla="*/ 13511 w 90714"/>
                  <a:gd name="csY5" fmla="*/ 13446 h 90713"/>
                  <a:gd name="csX6" fmla="*/ 226 w 90714"/>
                  <a:gd name="csY6" fmla="*/ 45518 h 90713"/>
                  <a:gd name="csX7" fmla="*/ 13511 w 90714"/>
                  <a:gd name="csY7" fmla="*/ 77590 h 90713"/>
                  <a:gd name="csX8" fmla="*/ 45584 w 90714"/>
                  <a:gd name="csY8" fmla="*/ 9087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4" y="90875"/>
                    </a:moveTo>
                    <a:cubicBezTo>
                      <a:pt x="57613" y="90875"/>
                      <a:pt x="69151" y="86096"/>
                      <a:pt x="77656" y="77590"/>
                    </a:cubicBezTo>
                    <a:cubicBezTo>
                      <a:pt x="86162" y="69085"/>
                      <a:pt x="90941" y="57547"/>
                      <a:pt x="90941" y="45518"/>
                    </a:cubicBezTo>
                    <a:cubicBezTo>
                      <a:pt x="90941" y="33489"/>
                      <a:pt x="86162" y="21952"/>
                      <a:pt x="77656" y="13446"/>
                    </a:cubicBezTo>
                    <a:cubicBezTo>
                      <a:pt x="69151" y="4940"/>
                      <a:pt x="57613" y="161"/>
                      <a:pt x="45584" y="161"/>
                    </a:cubicBezTo>
                    <a:cubicBezTo>
                      <a:pt x="33555" y="161"/>
                      <a:pt x="22017" y="4940"/>
                      <a:pt x="13511" y="13446"/>
                    </a:cubicBezTo>
                    <a:cubicBezTo>
                      <a:pt x="5006" y="21952"/>
                      <a:pt x="226" y="33489"/>
                      <a:pt x="226" y="45518"/>
                    </a:cubicBezTo>
                    <a:cubicBezTo>
                      <a:pt x="226" y="57547"/>
                      <a:pt x="5006" y="69085"/>
                      <a:pt x="13511" y="77590"/>
                    </a:cubicBezTo>
                    <a:cubicBezTo>
                      <a:pt x="22017" y="86096"/>
                      <a:pt x="33555" y="90875"/>
                      <a:pt x="45584" y="9087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0" name="任意多边形: 形状 1219"/>
              <p:cNvSpPr/>
              <p:nvPr/>
            </p:nvSpPr>
            <p:spPr>
              <a:xfrm>
                <a:off x="7707859" y="22707123"/>
                <a:ext cx="180000" cy="180000"/>
              </a:xfrm>
              <a:custGeom>
                <a:avLst/>
                <a:gdLst>
                  <a:gd name="csX0" fmla="*/ 45578 w 90714"/>
                  <a:gd name="csY0" fmla="*/ 90862 h 90713"/>
                  <a:gd name="csX1" fmla="*/ 77650 w 90714"/>
                  <a:gd name="csY1" fmla="*/ 77577 h 90713"/>
                  <a:gd name="csX2" fmla="*/ 90935 w 90714"/>
                  <a:gd name="csY2" fmla="*/ 45505 h 90713"/>
                  <a:gd name="csX3" fmla="*/ 77650 w 90714"/>
                  <a:gd name="csY3" fmla="*/ 13433 h 90713"/>
                  <a:gd name="csX4" fmla="*/ 45578 w 90714"/>
                  <a:gd name="csY4" fmla="*/ 149 h 90713"/>
                  <a:gd name="csX5" fmla="*/ 13505 w 90714"/>
                  <a:gd name="csY5" fmla="*/ 13433 h 90713"/>
                  <a:gd name="csX6" fmla="*/ 221 w 90714"/>
                  <a:gd name="csY6" fmla="*/ 45505 h 90713"/>
                  <a:gd name="csX7" fmla="*/ 13505 w 90714"/>
                  <a:gd name="csY7" fmla="*/ 77577 h 90713"/>
                  <a:gd name="csX8" fmla="*/ 45578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8" y="90862"/>
                    </a:moveTo>
                    <a:cubicBezTo>
                      <a:pt x="57607" y="90862"/>
                      <a:pt x="69145" y="86083"/>
                      <a:pt x="77650" y="77577"/>
                    </a:cubicBezTo>
                    <a:cubicBezTo>
                      <a:pt x="86156" y="69072"/>
                      <a:pt x="90935" y="57534"/>
                      <a:pt x="90935" y="45505"/>
                    </a:cubicBezTo>
                    <a:cubicBezTo>
                      <a:pt x="90935" y="33477"/>
                      <a:pt x="86156" y="21939"/>
                      <a:pt x="77650" y="13433"/>
                    </a:cubicBezTo>
                    <a:cubicBezTo>
                      <a:pt x="69145" y="4928"/>
                      <a:pt x="57607" y="149"/>
                      <a:pt x="45578" y="149"/>
                    </a:cubicBezTo>
                    <a:cubicBezTo>
                      <a:pt x="33549" y="149"/>
                      <a:pt x="22011" y="4928"/>
                      <a:pt x="13505" y="13433"/>
                    </a:cubicBezTo>
                    <a:cubicBezTo>
                      <a:pt x="5000" y="21939"/>
                      <a:pt x="221" y="33477"/>
                      <a:pt x="221" y="45505"/>
                    </a:cubicBezTo>
                    <a:cubicBezTo>
                      <a:pt x="221" y="57534"/>
                      <a:pt x="5000" y="69072"/>
                      <a:pt x="13505" y="77577"/>
                    </a:cubicBezTo>
                    <a:cubicBezTo>
                      <a:pt x="22011" y="86083"/>
                      <a:pt x="33549" y="90862"/>
                      <a:pt x="45578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1" name="任意多边形: 形状 1220"/>
              <p:cNvSpPr/>
              <p:nvPr/>
            </p:nvSpPr>
            <p:spPr>
              <a:xfrm>
                <a:off x="8211184" y="23333979"/>
                <a:ext cx="180000" cy="180000"/>
              </a:xfrm>
              <a:custGeom>
                <a:avLst/>
                <a:gdLst>
                  <a:gd name="csX0" fmla="*/ 45594 w 90714"/>
                  <a:gd name="csY0" fmla="*/ 90882 h 90713"/>
                  <a:gd name="csX1" fmla="*/ 77666 w 90714"/>
                  <a:gd name="csY1" fmla="*/ 77597 h 90713"/>
                  <a:gd name="csX2" fmla="*/ 90951 w 90714"/>
                  <a:gd name="csY2" fmla="*/ 45525 h 90713"/>
                  <a:gd name="csX3" fmla="*/ 77666 w 90714"/>
                  <a:gd name="csY3" fmla="*/ 13453 h 90713"/>
                  <a:gd name="csX4" fmla="*/ 45594 w 90714"/>
                  <a:gd name="csY4" fmla="*/ 168 h 90713"/>
                  <a:gd name="csX5" fmla="*/ 13521 w 90714"/>
                  <a:gd name="csY5" fmla="*/ 13453 h 90713"/>
                  <a:gd name="csX6" fmla="*/ 236 w 90714"/>
                  <a:gd name="csY6" fmla="*/ 45525 h 90713"/>
                  <a:gd name="csX7" fmla="*/ 13521 w 90714"/>
                  <a:gd name="csY7" fmla="*/ 77597 h 90713"/>
                  <a:gd name="csX8" fmla="*/ 45594 w 90714"/>
                  <a:gd name="csY8" fmla="*/ 9088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4" y="90882"/>
                    </a:moveTo>
                    <a:cubicBezTo>
                      <a:pt x="57622" y="90882"/>
                      <a:pt x="69160" y="86103"/>
                      <a:pt x="77666" y="77597"/>
                    </a:cubicBezTo>
                    <a:cubicBezTo>
                      <a:pt x="86172" y="69091"/>
                      <a:pt x="90951" y="57554"/>
                      <a:pt x="90951" y="45525"/>
                    </a:cubicBezTo>
                    <a:cubicBezTo>
                      <a:pt x="90951" y="33496"/>
                      <a:pt x="86172" y="21959"/>
                      <a:pt x="77666" y="13453"/>
                    </a:cubicBezTo>
                    <a:cubicBezTo>
                      <a:pt x="69160" y="4947"/>
                      <a:pt x="57622" y="168"/>
                      <a:pt x="45594" y="168"/>
                    </a:cubicBezTo>
                    <a:cubicBezTo>
                      <a:pt x="33565" y="168"/>
                      <a:pt x="22027" y="4947"/>
                      <a:pt x="13521" y="13453"/>
                    </a:cubicBezTo>
                    <a:cubicBezTo>
                      <a:pt x="5015" y="21959"/>
                      <a:pt x="236" y="33496"/>
                      <a:pt x="236" y="45525"/>
                    </a:cubicBezTo>
                    <a:cubicBezTo>
                      <a:pt x="236" y="57554"/>
                      <a:pt x="5015" y="69091"/>
                      <a:pt x="13521" y="77597"/>
                    </a:cubicBezTo>
                    <a:cubicBezTo>
                      <a:pt x="22027" y="86103"/>
                      <a:pt x="33565" y="90882"/>
                      <a:pt x="45594" y="9088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2" name="任意多边形: 形状 1221"/>
              <p:cNvSpPr/>
              <p:nvPr/>
            </p:nvSpPr>
            <p:spPr>
              <a:xfrm>
                <a:off x="7010474" y="23056648"/>
                <a:ext cx="180000" cy="180000"/>
              </a:xfrm>
              <a:custGeom>
                <a:avLst/>
                <a:gdLst>
                  <a:gd name="csX0" fmla="*/ 45556 w 90714"/>
                  <a:gd name="csY0" fmla="*/ 90873 h 90713"/>
                  <a:gd name="csX1" fmla="*/ 77629 w 90714"/>
                  <a:gd name="csY1" fmla="*/ 77588 h 90713"/>
                  <a:gd name="csX2" fmla="*/ 90913 w 90714"/>
                  <a:gd name="csY2" fmla="*/ 45516 h 90713"/>
                  <a:gd name="csX3" fmla="*/ 77629 w 90714"/>
                  <a:gd name="csY3" fmla="*/ 13444 h 90713"/>
                  <a:gd name="csX4" fmla="*/ 45556 w 90714"/>
                  <a:gd name="csY4" fmla="*/ 160 h 90713"/>
                  <a:gd name="csX5" fmla="*/ 13484 w 90714"/>
                  <a:gd name="csY5" fmla="*/ 13444 h 90713"/>
                  <a:gd name="csX6" fmla="*/ 199 w 90714"/>
                  <a:gd name="csY6" fmla="*/ 45516 h 90713"/>
                  <a:gd name="csX7" fmla="*/ 13484 w 90714"/>
                  <a:gd name="csY7" fmla="*/ 77588 h 90713"/>
                  <a:gd name="csX8" fmla="*/ 45556 w 90714"/>
                  <a:gd name="csY8" fmla="*/ 9087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73"/>
                    </a:moveTo>
                    <a:cubicBezTo>
                      <a:pt x="57585" y="90873"/>
                      <a:pt x="69123" y="86094"/>
                      <a:pt x="77629" y="77588"/>
                    </a:cubicBezTo>
                    <a:cubicBezTo>
                      <a:pt x="86134" y="69083"/>
                      <a:pt x="90913" y="57545"/>
                      <a:pt x="90913" y="45516"/>
                    </a:cubicBezTo>
                    <a:cubicBezTo>
                      <a:pt x="90913" y="33488"/>
                      <a:pt x="86134" y="21950"/>
                      <a:pt x="77629" y="13444"/>
                    </a:cubicBezTo>
                    <a:cubicBezTo>
                      <a:pt x="69123" y="4939"/>
                      <a:pt x="57585" y="160"/>
                      <a:pt x="45556" y="160"/>
                    </a:cubicBezTo>
                    <a:cubicBezTo>
                      <a:pt x="33527" y="160"/>
                      <a:pt x="21989" y="4939"/>
                      <a:pt x="13484" y="13444"/>
                    </a:cubicBezTo>
                    <a:cubicBezTo>
                      <a:pt x="4978" y="21950"/>
                      <a:pt x="199" y="33488"/>
                      <a:pt x="199" y="45516"/>
                    </a:cubicBezTo>
                    <a:cubicBezTo>
                      <a:pt x="199" y="57545"/>
                      <a:pt x="4978" y="69083"/>
                      <a:pt x="13484" y="77588"/>
                    </a:cubicBezTo>
                    <a:cubicBezTo>
                      <a:pt x="21989" y="86094"/>
                      <a:pt x="33527" y="90873"/>
                      <a:pt x="45556" y="9087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3" name="任意多边形: 形状 1222"/>
              <p:cNvSpPr/>
              <p:nvPr/>
            </p:nvSpPr>
            <p:spPr>
              <a:xfrm>
                <a:off x="6662646" y="21792263"/>
                <a:ext cx="180000" cy="180000"/>
              </a:xfrm>
              <a:custGeom>
                <a:avLst/>
                <a:gdLst>
                  <a:gd name="csX0" fmla="*/ 45545 w 90714"/>
                  <a:gd name="csY0" fmla="*/ 90834 h 90713"/>
                  <a:gd name="csX1" fmla="*/ 77618 w 90714"/>
                  <a:gd name="csY1" fmla="*/ 77549 h 90713"/>
                  <a:gd name="csX2" fmla="*/ 90903 w 90714"/>
                  <a:gd name="csY2" fmla="*/ 45477 h 90713"/>
                  <a:gd name="csX3" fmla="*/ 77618 w 90714"/>
                  <a:gd name="csY3" fmla="*/ 13405 h 90713"/>
                  <a:gd name="csX4" fmla="*/ 45545 w 90714"/>
                  <a:gd name="csY4" fmla="*/ 120 h 90713"/>
                  <a:gd name="csX5" fmla="*/ 13473 w 90714"/>
                  <a:gd name="csY5" fmla="*/ 13405 h 90713"/>
                  <a:gd name="csX6" fmla="*/ 188 w 90714"/>
                  <a:gd name="csY6" fmla="*/ 45477 h 90713"/>
                  <a:gd name="csX7" fmla="*/ 13473 w 90714"/>
                  <a:gd name="csY7" fmla="*/ 77549 h 90713"/>
                  <a:gd name="csX8" fmla="*/ 45545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5" y="90834"/>
                    </a:moveTo>
                    <a:cubicBezTo>
                      <a:pt x="57574" y="90834"/>
                      <a:pt x="69112" y="86055"/>
                      <a:pt x="77618" y="77549"/>
                    </a:cubicBezTo>
                    <a:cubicBezTo>
                      <a:pt x="86123" y="69043"/>
                      <a:pt x="90903" y="57506"/>
                      <a:pt x="90903" y="45477"/>
                    </a:cubicBezTo>
                    <a:cubicBezTo>
                      <a:pt x="90903" y="33448"/>
                      <a:pt x="86123" y="21910"/>
                      <a:pt x="77618" y="13405"/>
                    </a:cubicBezTo>
                    <a:cubicBezTo>
                      <a:pt x="69112" y="4899"/>
                      <a:pt x="57574" y="120"/>
                      <a:pt x="45545" y="120"/>
                    </a:cubicBezTo>
                    <a:cubicBezTo>
                      <a:pt x="33516" y="120"/>
                      <a:pt x="21979" y="4899"/>
                      <a:pt x="13473" y="13405"/>
                    </a:cubicBezTo>
                    <a:cubicBezTo>
                      <a:pt x="4967" y="21910"/>
                      <a:pt x="188" y="33448"/>
                      <a:pt x="188" y="45477"/>
                    </a:cubicBezTo>
                    <a:cubicBezTo>
                      <a:pt x="188" y="57506"/>
                      <a:pt x="4967" y="69043"/>
                      <a:pt x="13473" y="77549"/>
                    </a:cubicBezTo>
                    <a:cubicBezTo>
                      <a:pt x="21979" y="86055"/>
                      <a:pt x="33516" y="90834"/>
                      <a:pt x="45545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4" name="任意多边形: 形状 1223"/>
              <p:cNvSpPr/>
              <p:nvPr/>
            </p:nvSpPr>
            <p:spPr>
              <a:xfrm>
                <a:off x="7145220" y="23290040"/>
                <a:ext cx="180000" cy="180000"/>
              </a:xfrm>
              <a:custGeom>
                <a:avLst/>
                <a:gdLst>
                  <a:gd name="csX0" fmla="*/ 45560 w 90714"/>
                  <a:gd name="csY0" fmla="*/ 90880 h 90713"/>
                  <a:gd name="csX1" fmla="*/ 77633 w 90714"/>
                  <a:gd name="csY1" fmla="*/ 77596 h 90713"/>
                  <a:gd name="csX2" fmla="*/ 90918 w 90714"/>
                  <a:gd name="csY2" fmla="*/ 45524 h 90713"/>
                  <a:gd name="csX3" fmla="*/ 77633 w 90714"/>
                  <a:gd name="csY3" fmla="*/ 13452 h 90713"/>
                  <a:gd name="csX4" fmla="*/ 45560 w 90714"/>
                  <a:gd name="csY4" fmla="*/ 167 h 90713"/>
                  <a:gd name="csX5" fmla="*/ 13488 w 90714"/>
                  <a:gd name="csY5" fmla="*/ 13452 h 90713"/>
                  <a:gd name="csX6" fmla="*/ 203 w 90714"/>
                  <a:gd name="csY6" fmla="*/ 45524 h 90713"/>
                  <a:gd name="csX7" fmla="*/ 13488 w 90714"/>
                  <a:gd name="csY7" fmla="*/ 77596 h 90713"/>
                  <a:gd name="csX8" fmla="*/ 45560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0" y="90880"/>
                    </a:moveTo>
                    <a:cubicBezTo>
                      <a:pt x="57589" y="90880"/>
                      <a:pt x="69127" y="86101"/>
                      <a:pt x="77633" y="77596"/>
                    </a:cubicBezTo>
                    <a:cubicBezTo>
                      <a:pt x="86138" y="69090"/>
                      <a:pt x="90918" y="57552"/>
                      <a:pt x="90918" y="45524"/>
                    </a:cubicBezTo>
                    <a:cubicBezTo>
                      <a:pt x="90918" y="33495"/>
                      <a:pt x="86138" y="21957"/>
                      <a:pt x="77633" y="13452"/>
                    </a:cubicBezTo>
                    <a:cubicBezTo>
                      <a:pt x="69127" y="4946"/>
                      <a:pt x="57589" y="167"/>
                      <a:pt x="45560" y="167"/>
                    </a:cubicBezTo>
                    <a:cubicBezTo>
                      <a:pt x="33531" y="167"/>
                      <a:pt x="21994" y="4946"/>
                      <a:pt x="13488" y="13452"/>
                    </a:cubicBezTo>
                    <a:cubicBezTo>
                      <a:pt x="4982" y="21957"/>
                      <a:pt x="203" y="33495"/>
                      <a:pt x="203" y="45524"/>
                    </a:cubicBezTo>
                    <a:cubicBezTo>
                      <a:pt x="203" y="57552"/>
                      <a:pt x="4982" y="69090"/>
                      <a:pt x="13488" y="77596"/>
                    </a:cubicBezTo>
                    <a:cubicBezTo>
                      <a:pt x="21994" y="86101"/>
                      <a:pt x="33531" y="90880"/>
                      <a:pt x="45560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5" name="任意多边形: 形状 1224"/>
              <p:cNvSpPr/>
              <p:nvPr/>
            </p:nvSpPr>
            <p:spPr>
              <a:xfrm>
                <a:off x="5420498" y="22209618"/>
                <a:ext cx="180000" cy="180000"/>
              </a:xfrm>
              <a:custGeom>
                <a:avLst/>
                <a:gdLst>
                  <a:gd name="csX0" fmla="*/ 45507 w 90714"/>
                  <a:gd name="csY0" fmla="*/ 90847 h 90713"/>
                  <a:gd name="csX1" fmla="*/ 77579 w 90714"/>
                  <a:gd name="csY1" fmla="*/ 77562 h 90713"/>
                  <a:gd name="csX2" fmla="*/ 90864 w 90714"/>
                  <a:gd name="csY2" fmla="*/ 45490 h 90713"/>
                  <a:gd name="csX3" fmla="*/ 77579 w 90714"/>
                  <a:gd name="csY3" fmla="*/ 13418 h 90713"/>
                  <a:gd name="csX4" fmla="*/ 45507 w 90714"/>
                  <a:gd name="csY4" fmla="*/ 133 h 90713"/>
                  <a:gd name="csX5" fmla="*/ 13434 w 90714"/>
                  <a:gd name="csY5" fmla="*/ 13418 h 90713"/>
                  <a:gd name="csX6" fmla="*/ 149 w 90714"/>
                  <a:gd name="csY6" fmla="*/ 45490 h 90713"/>
                  <a:gd name="csX7" fmla="*/ 13434 w 90714"/>
                  <a:gd name="csY7" fmla="*/ 77562 h 90713"/>
                  <a:gd name="csX8" fmla="*/ 45507 w 90714"/>
                  <a:gd name="csY8" fmla="*/ 9084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7" y="90847"/>
                    </a:moveTo>
                    <a:cubicBezTo>
                      <a:pt x="57535" y="90847"/>
                      <a:pt x="69073" y="86068"/>
                      <a:pt x="77579" y="77562"/>
                    </a:cubicBezTo>
                    <a:cubicBezTo>
                      <a:pt x="86085" y="69056"/>
                      <a:pt x="90864" y="57519"/>
                      <a:pt x="90864" y="45490"/>
                    </a:cubicBezTo>
                    <a:cubicBezTo>
                      <a:pt x="90864" y="33461"/>
                      <a:pt x="86085" y="21923"/>
                      <a:pt x="77579" y="13418"/>
                    </a:cubicBezTo>
                    <a:cubicBezTo>
                      <a:pt x="69073" y="4912"/>
                      <a:pt x="57535" y="133"/>
                      <a:pt x="45507" y="133"/>
                    </a:cubicBezTo>
                    <a:cubicBezTo>
                      <a:pt x="33478" y="133"/>
                      <a:pt x="21940" y="4912"/>
                      <a:pt x="13434" y="13418"/>
                    </a:cubicBezTo>
                    <a:cubicBezTo>
                      <a:pt x="4928" y="21923"/>
                      <a:pt x="149" y="33461"/>
                      <a:pt x="149" y="45490"/>
                    </a:cubicBezTo>
                    <a:cubicBezTo>
                      <a:pt x="149" y="57519"/>
                      <a:pt x="4928" y="69056"/>
                      <a:pt x="13434" y="77562"/>
                    </a:cubicBezTo>
                    <a:cubicBezTo>
                      <a:pt x="21940" y="86068"/>
                      <a:pt x="33478" y="90847"/>
                      <a:pt x="45507" y="9084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6" name="任意多边形: 形状 1225"/>
              <p:cNvSpPr/>
              <p:nvPr/>
            </p:nvSpPr>
            <p:spPr>
              <a:xfrm>
                <a:off x="7837535" y="23412009"/>
                <a:ext cx="180000" cy="180000"/>
              </a:xfrm>
              <a:custGeom>
                <a:avLst/>
                <a:gdLst>
                  <a:gd name="csX0" fmla="*/ 45582 w 90714"/>
                  <a:gd name="csY0" fmla="*/ 90884 h 90713"/>
                  <a:gd name="csX1" fmla="*/ 77654 w 90714"/>
                  <a:gd name="csY1" fmla="*/ 77599 h 90713"/>
                  <a:gd name="csX2" fmla="*/ 90939 w 90714"/>
                  <a:gd name="csY2" fmla="*/ 45527 h 90713"/>
                  <a:gd name="csX3" fmla="*/ 77654 w 90714"/>
                  <a:gd name="csY3" fmla="*/ 13455 h 90713"/>
                  <a:gd name="csX4" fmla="*/ 45582 w 90714"/>
                  <a:gd name="csY4" fmla="*/ 171 h 90713"/>
                  <a:gd name="csX5" fmla="*/ 13509 w 90714"/>
                  <a:gd name="csY5" fmla="*/ 13455 h 90713"/>
                  <a:gd name="csX6" fmla="*/ 225 w 90714"/>
                  <a:gd name="csY6" fmla="*/ 45527 h 90713"/>
                  <a:gd name="csX7" fmla="*/ 13509 w 90714"/>
                  <a:gd name="csY7" fmla="*/ 77599 h 90713"/>
                  <a:gd name="csX8" fmla="*/ 45582 w 90714"/>
                  <a:gd name="csY8" fmla="*/ 9088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2" y="90884"/>
                    </a:moveTo>
                    <a:cubicBezTo>
                      <a:pt x="57611" y="90884"/>
                      <a:pt x="69149" y="86105"/>
                      <a:pt x="77654" y="77599"/>
                    </a:cubicBezTo>
                    <a:cubicBezTo>
                      <a:pt x="86160" y="69094"/>
                      <a:pt x="90939" y="57556"/>
                      <a:pt x="90939" y="45527"/>
                    </a:cubicBezTo>
                    <a:cubicBezTo>
                      <a:pt x="90939" y="33499"/>
                      <a:pt x="86160" y="21961"/>
                      <a:pt x="77654" y="13455"/>
                    </a:cubicBezTo>
                    <a:cubicBezTo>
                      <a:pt x="69149" y="4950"/>
                      <a:pt x="57611" y="171"/>
                      <a:pt x="45582" y="171"/>
                    </a:cubicBezTo>
                    <a:cubicBezTo>
                      <a:pt x="33553" y="171"/>
                      <a:pt x="22015" y="4950"/>
                      <a:pt x="13509" y="13455"/>
                    </a:cubicBezTo>
                    <a:cubicBezTo>
                      <a:pt x="5004" y="21961"/>
                      <a:pt x="225" y="33499"/>
                      <a:pt x="225" y="45527"/>
                    </a:cubicBezTo>
                    <a:cubicBezTo>
                      <a:pt x="225" y="57556"/>
                      <a:pt x="5004" y="69094"/>
                      <a:pt x="13509" y="77599"/>
                    </a:cubicBezTo>
                    <a:cubicBezTo>
                      <a:pt x="22015" y="86105"/>
                      <a:pt x="33553" y="90884"/>
                      <a:pt x="45582" y="9088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7" name="任意多边形: 形状 1226"/>
              <p:cNvSpPr/>
              <p:nvPr/>
            </p:nvSpPr>
            <p:spPr>
              <a:xfrm>
                <a:off x="6620494" y="22399841"/>
                <a:ext cx="180000" cy="180000"/>
              </a:xfrm>
              <a:custGeom>
                <a:avLst/>
                <a:gdLst>
                  <a:gd name="csX0" fmla="*/ 45544 w 90714"/>
                  <a:gd name="csY0" fmla="*/ 90853 h 90713"/>
                  <a:gd name="csX1" fmla="*/ 77616 w 90714"/>
                  <a:gd name="csY1" fmla="*/ 77568 h 90713"/>
                  <a:gd name="csX2" fmla="*/ 90901 w 90714"/>
                  <a:gd name="csY2" fmla="*/ 45496 h 90713"/>
                  <a:gd name="csX3" fmla="*/ 77616 w 90714"/>
                  <a:gd name="csY3" fmla="*/ 13424 h 90713"/>
                  <a:gd name="csX4" fmla="*/ 45544 w 90714"/>
                  <a:gd name="csY4" fmla="*/ 139 h 90713"/>
                  <a:gd name="csX5" fmla="*/ 13471 w 90714"/>
                  <a:gd name="csY5" fmla="*/ 13424 h 90713"/>
                  <a:gd name="csX6" fmla="*/ 187 w 90714"/>
                  <a:gd name="csY6" fmla="*/ 45496 h 90713"/>
                  <a:gd name="csX7" fmla="*/ 13471 w 90714"/>
                  <a:gd name="csY7" fmla="*/ 77568 h 90713"/>
                  <a:gd name="csX8" fmla="*/ 45544 w 90714"/>
                  <a:gd name="csY8" fmla="*/ 9085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4" y="90853"/>
                    </a:moveTo>
                    <a:cubicBezTo>
                      <a:pt x="57573" y="90853"/>
                      <a:pt x="69111" y="86073"/>
                      <a:pt x="77616" y="77568"/>
                    </a:cubicBezTo>
                    <a:cubicBezTo>
                      <a:pt x="86122" y="69062"/>
                      <a:pt x="90901" y="57525"/>
                      <a:pt x="90901" y="45496"/>
                    </a:cubicBezTo>
                    <a:cubicBezTo>
                      <a:pt x="90901" y="33467"/>
                      <a:pt x="86122" y="21929"/>
                      <a:pt x="77616" y="13424"/>
                    </a:cubicBezTo>
                    <a:cubicBezTo>
                      <a:pt x="69111" y="4918"/>
                      <a:pt x="57573" y="139"/>
                      <a:pt x="45544" y="139"/>
                    </a:cubicBezTo>
                    <a:cubicBezTo>
                      <a:pt x="33515" y="139"/>
                      <a:pt x="21977" y="4918"/>
                      <a:pt x="13471" y="13424"/>
                    </a:cubicBezTo>
                    <a:cubicBezTo>
                      <a:pt x="4966" y="21929"/>
                      <a:pt x="187" y="33467"/>
                      <a:pt x="187" y="45496"/>
                    </a:cubicBezTo>
                    <a:cubicBezTo>
                      <a:pt x="187" y="57525"/>
                      <a:pt x="4966" y="69062"/>
                      <a:pt x="13471" y="77568"/>
                    </a:cubicBezTo>
                    <a:cubicBezTo>
                      <a:pt x="21977" y="86073"/>
                      <a:pt x="33515" y="90853"/>
                      <a:pt x="45544" y="9085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8" name="任意多边形: 形状 1227"/>
              <p:cNvSpPr/>
              <p:nvPr/>
            </p:nvSpPr>
            <p:spPr>
              <a:xfrm>
                <a:off x="6452550" y="24319519"/>
                <a:ext cx="180000" cy="180000"/>
              </a:xfrm>
              <a:custGeom>
                <a:avLst/>
                <a:gdLst>
                  <a:gd name="csX0" fmla="*/ 45539 w 90714"/>
                  <a:gd name="csY0" fmla="*/ 90912 h 90713"/>
                  <a:gd name="csX1" fmla="*/ 77611 w 90714"/>
                  <a:gd name="csY1" fmla="*/ 77628 h 90713"/>
                  <a:gd name="csX2" fmla="*/ 90896 w 90714"/>
                  <a:gd name="csY2" fmla="*/ 45556 h 90713"/>
                  <a:gd name="csX3" fmla="*/ 77611 w 90714"/>
                  <a:gd name="csY3" fmla="*/ 13484 h 90713"/>
                  <a:gd name="csX4" fmla="*/ 45539 w 90714"/>
                  <a:gd name="csY4" fmla="*/ 199 h 90713"/>
                  <a:gd name="csX5" fmla="*/ 13466 w 90714"/>
                  <a:gd name="csY5" fmla="*/ 13484 h 90713"/>
                  <a:gd name="csX6" fmla="*/ 181 w 90714"/>
                  <a:gd name="csY6" fmla="*/ 45556 h 90713"/>
                  <a:gd name="csX7" fmla="*/ 13466 w 90714"/>
                  <a:gd name="csY7" fmla="*/ 77628 h 90713"/>
                  <a:gd name="csX8" fmla="*/ 45539 w 90714"/>
                  <a:gd name="csY8" fmla="*/ 909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9" y="90912"/>
                    </a:moveTo>
                    <a:cubicBezTo>
                      <a:pt x="57568" y="90912"/>
                      <a:pt x="69105" y="86133"/>
                      <a:pt x="77611" y="77628"/>
                    </a:cubicBezTo>
                    <a:cubicBezTo>
                      <a:pt x="86117" y="69122"/>
                      <a:pt x="90896" y="57584"/>
                      <a:pt x="90896" y="45556"/>
                    </a:cubicBezTo>
                    <a:cubicBezTo>
                      <a:pt x="90896" y="33527"/>
                      <a:pt x="86117" y="21989"/>
                      <a:pt x="77611" y="13484"/>
                    </a:cubicBezTo>
                    <a:cubicBezTo>
                      <a:pt x="69105" y="4978"/>
                      <a:pt x="57568" y="199"/>
                      <a:pt x="45539" y="199"/>
                    </a:cubicBezTo>
                    <a:cubicBezTo>
                      <a:pt x="33510" y="199"/>
                      <a:pt x="21972" y="4978"/>
                      <a:pt x="13466" y="13484"/>
                    </a:cubicBezTo>
                    <a:cubicBezTo>
                      <a:pt x="4961" y="21989"/>
                      <a:pt x="181" y="33527"/>
                      <a:pt x="181" y="45556"/>
                    </a:cubicBezTo>
                    <a:cubicBezTo>
                      <a:pt x="181" y="57584"/>
                      <a:pt x="4961" y="69122"/>
                      <a:pt x="13466" y="77628"/>
                    </a:cubicBezTo>
                    <a:cubicBezTo>
                      <a:pt x="21972" y="86133"/>
                      <a:pt x="33510" y="90912"/>
                      <a:pt x="45539" y="909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29" name="任意多边形: 形状 1228"/>
              <p:cNvSpPr/>
              <p:nvPr/>
            </p:nvSpPr>
            <p:spPr>
              <a:xfrm>
                <a:off x="6279974" y="22013801"/>
                <a:ext cx="180000" cy="180000"/>
              </a:xfrm>
              <a:custGeom>
                <a:avLst/>
                <a:gdLst>
                  <a:gd name="csX0" fmla="*/ 45533 w 90714"/>
                  <a:gd name="csY0" fmla="*/ 90841 h 90713"/>
                  <a:gd name="csX1" fmla="*/ 77606 w 90714"/>
                  <a:gd name="csY1" fmla="*/ 77556 h 90713"/>
                  <a:gd name="csX2" fmla="*/ 90891 w 90714"/>
                  <a:gd name="csY2" fmla="*/ 45484 h 90713"/>
                  <a:gd name="csX3" fmla="*/ 77606 w 90714"/>
                  <a:gd name="csY3" fmla="*/ 13412 h 90713"/>
                  <a:gd name="csX4" fmla="*/ 45533 w 90714"/>
                  <a:gd name="csY4" fmla="*/ 127 h 90713"/>
                  <a:gd name="csX5" fmla="*/ 13461 w 90714"/>
                  <a:gd name="csY5" fmla="*/ 13412 h 90713"/>
                  <a:gd name="csX6" fmla="*/ 176 w 90714"/>
                  <a:gd name="csY6" fmla="*/ 45484 h 90713"/>
                  <a:gd name="csX7" fmla="*/ 13461 w 90714"/>
                  <a:gd name="csY7" fmla="*/ 77556 h 90713"/>
                  <a:gd name="csX8" fmla="*/ 45533 w 90714"/>
                  <a:gd name="csY8" fmla="*/ 908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3" y="90841"/>
                    </a:moveTo>
                    <a:cubicBezTo>
                      <a:pt x="57562" y="90841"/>
                      <a:pt x="69100" y="86061"/>
                      <a:pt x="77606" y="77556"/>
                    </a:cubicBezTo>
                    <a:cubicBezTo>
                      <a:pt x="86111" y="69050"/>
                      <a:pt x="90891" y="57513"/>
                      <a:pt x="90891" y="45484"/>
                    </a:cubicBezTo>
                    <a:cubicBezTo>
                      <a:pt x="90891" y="33455"/>
                      <a:pt x="86111" y="21917"/>
                      <a:pt x="77606" y="13412"/>
                    </a:cubicBezTo>
                    <a:cubicBezTo>
                      <a:pt x="69100" y="4906"/>
                      <a:pt x="57562" y="127"/>
                      <a:pt x="45533" y="127"/>
                    </a:cubicBezTo>
                    <a:cubicBezTo>
                      <a:pt x="33504" y="127"/>
                      <a:pt x="21967" y="4906"/>
                      <a:pt x="13461" y="13412"/>
                    </a:cubicBezTo>
                    <a:cubicBezTo>
                      <a:pt x="4955" y="21917"/>
                      <a:pt x="176" y="33455"/>
                      <a:pt x="176" y="45484"/>
                    </a:cubicBezTo>
                    <a:cubicBezTo>
                      <a:pt x="176" y="57513"/>
                      <a:pt x="4955" y="69050"/>
                      <a:pt x="13461" y="77556"/>
                    </a:cubicBezTo>
                    <a:cubicBezTo>
                      <a:pt x="21967" y="86061"/>
                      <a:pt x="33504" y="90841"/>
                      <a:pt x="45533" y="908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0" name="任意多边形: 形状 1229"/>
              <p:cNvSpPr/>
              <p:nvPr/>
            </p:nvSpPr>
            <p:spPr>
              <a:xfrm>
                <a:off x="7586135" y="21525644"/>
                <a:ext cx="180000" cy="180000"/>
              </a:xfrm>
              <a:custGeom>
                <a:avLst/>
                <a:gdLst>
                  <a:gd name="csX0" fmla="*/ 45574 w 90714"/>
                  <a:gd name="csY0" fmla="*/ 90825 h 90713"/>
                  <a:gd name="csX1" fmla="*/ 77646 w 90714"/>
                  <a:gd name="csY1" fmla="*/ 77541 h 90713"/>
                  <a:gd name="csX2" fmla="*/ 90931 w 90714"/>
                  <a:gd name="csY2" fmla="*/ 45469 h 90713"/>
                  <a:gd name="csX3" fmla="*/ 77646 w 90714"/>
                  <a:gd name="csY3" fmla="*/ 13397 h 90713"/>
                  <a:gd name="csX4" fmla="*/ 45574 w 90714"/>
                  <a:gd name="csY4" fmla="*/ 112 h 90713"/>
                  <a:gd name="csX5" fmla="*/ 13502 w 90714"/>
                  <a:gd name="csY5" fmla="*/ 13397 h 90713"/>
                  <a:gd name="csX6" fmla="*/ 217 w 90714"/>
                  <a:gd name="csY6" fmla="*/ 45469 h 90713"/>
                  <a:gd name="csX7" fmla="*/ 13502 w 90714"/>
                  <a:gd name="csY7" fmla="*/ 77541 h 90713"/>
                  <a:gd name="csX8" fmla="*/ 45574 w 90714"/>
                  <a:gd name="csY8" fmla="*/ 9082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4" y="90825"/>
                    </a:moveTo>
                    <a:cubicBezTo>
                      <a:pt x="57603" y="90825"/>
                      <a:pt x="69141" y="86046"/>
                      <a:pt x="77646" y="77541"/>
                    </a:cubicBezTo>
                    <a:cubicBezTo>
                      <a:pt x="86152" y="69035"/>
                      <a:pt x="90931" y="57497"/>
                      <a:pt x="90931" y="45469"/>
                    </a:cubicBezTo>
                    <a:cubicBezTo>
                      <a:pt x="90931" y="33440"/>
                      <a:pt x="86152" y="21902"/>
                      <a:pt x="77646" y="13397"/>
                    </a:cubicBezTo>
                    <a:cubicBezTo>
                      <a:pt x="69141" y="4891"/>
                      <a:pt x="57603" y="112"/>
                      <a:pt x="45574" y="112"/>
                    </a:cubicBezTo>
                    <a:cubicBezTo>
                      <a:pt x="33545" y="112"/>
                      <a:pt x="22007" y="4891"/>
                      <a:pt x="13502" y="13397"/>
                    </a:cubicBezTo>
                    <a:cubicBezTo>
                      <a:pt x="4996" y="21902"/>
                      <a:pt x="217" y="33440"/>
                      <a:pt x="217" y="45469"/>
                    </a:cubicBezTo>
                    <a:cubicBezTo>
                      <a:pt x="217" y="57497"/>
                      <a:pt x="4996" y="69035"/>
                      <a:pt x="13502" y="77541"/>
                    </a:cubicBezTo>
                    <a:cubicBezTo>
                      <a:pt x="22007" y="86046"/>
                      <a:pt x="33545" y="90825"/>
                      <a:pt x="45574" y="9082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1" name="任意多边形: 形状 1230"/>
              <p:cNvSpPr/>
              <p:nvPr/>
            </p:nvSpPr>
            <p:spPr>
              <a:xfrm>
                <a:off x="7003469" y="24919768"/>
                <a:ext cx="180000" cy="180000"/>
              </a:xfrm>
              <a:custGeom>
                <a:avLst/>
                <a:gdLst>
                  <a:gd name="csX0" fmla="*/ 45556 w 90714"/>
                  <a:gd name="csY0" fmla="*/ 90931 h 90713"/>
                  <a:gd name="csX1" fmla="*/ 77628 w 90714"/>
                  <a:gd name="csY1" fmla="*/ 77646 h 90713"/>
                  <a:gd name="csX2" fmla="*/ 90913 w 90714"/>
                  <a:gd name="csY2" fmla="*/ 45574 h 90713"/>
                  <a:gd name="csX3" fmla="*/ 77628 w 90714"/>
                  <a:gd name="csY3" fmla="*/ 13502 h 90713"/>
                  <a:gd name="csX4" fmla="*/ 45556 w 90714"/>
                  <a:gd name="csY4" fmla="*/ 218 h 90713"/>
                  <a:gd name="csX5" fmla="*/ 13483 w 90714"/>
                  <a:gd name="csY5" fmla="*/ 13502 h 90713"/>
                  <a:gd name="csX6" fmla="*/ 199 w 90714"/>
                  <a:gd name="csY6" fmla="*/ 45574 h 90713"/>
                  <a:gd name="csX7" fmla="*/ 13483 w 90714"/>
                  <a:gd name="csY7" fmla="*/ 77646 h 90713"/>
                  <a:gd name="csX8" fmla="*/ 45556 w 90714"/>
                  <a:gd name="csY8" fmla="*/ 9093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931"/>
                    </a:moveTo>
                    <a:cubicBezTo>
                      <a:pt x="57585" y="90931"/>
                      <a:pt x="69123" y="86152"/>
                      <a:pt x="77628" y="77646"/>
                    </a:cubicBezTo>
                    <a:cubicBezTo>
                      <a:pt x="86134" y="69141"/>
                      <a:pt x="90913" y="57603"/>
                      <a:pt x="90913" y="45574"/>
                    </a:cubicBezTo>
                    <a:cubicBezTo>
                      <a:pt x="90913" y="33546"/>
                      <a:pt x="86134" y="22008"/>
                      <a:pt x="77628" y="13502"/>
                    </a:cubicBezTo>
                    <a:cubicBezTo>
                      <a:pt x="69123" y="4997"/>
                      <a:pt x="57585" y="218"/>
                      <a:pt x="45556" y="218"/>
                    </a:cubicBezTo>
                    <a:cubicBezTo>
                      <a:pt x="33527" y="218"/>
                      <a:pt x="21989" y="4997"/>
                      <a:pt x="13483" y="13502"/>
                    </a:cubicBezTo>
                    <a:cubicBezTo>
                      <a:pt x="4978" y="22008"/>
                      <a:pt x="199" y="33546"/>
                      <a:pt x="199" y="45574"/>
                    </a:cubicBezTo>
                    <a:cubicBezTo>
                      <a:pt x="199" y="57603"/>
                      <a:pt x="4978" y="69141"/>
                      <a:pt x="13483" y="77646"/>
                    </a:cubicBezTo>
                    <a:cubicBezTo>
                      <a:pt x="21989" y="86152"/>
                      <a:pt x="33527" y="90931"/>
                      <a:pt x="45556" y="9093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2" name="任意多边形: 形状 1231"/>
              <p:cNvSpPr/>
              <p:nvPr/>
            </p:nvSpPr>
            <p:spPr>
              <a:xfrm>
                <a:off x="6889461" y="25453555"/>
                <a:ext cx="180000" cy="180000"/>
              </a:xfrm>
              <a:custGeom>
                <a:avLst/>
                <a:gdLst>
                  <a:gd name="csX0" fmla="*/ 45552 w 90714"/>
                  <a:gd name="csY0" fmla="*/ 90948 h 90713"/>
                  <a:gd name="csX1" fmla="*/ 77625 w 90714"/>
                  <a:gd name="csY1" fmla="*/ 77663 h 90713"/>
                  <a:gd name="csX2" fmla="*/ 90910 w 90714"/>
                  <a:gd name="csY2" fmla="*/ 45591 h 90713"/>
                  <a:gd name="csX3" fmla="*/ 77625 w 90714"/>
                  <a:gd name="csY3" fmla="*/ 13519 h 90713"/>
                  <a:gd name="csX4" fmla="*/ 45552 w 90714"/>
                  <a:gd name="csY4" fmla="*/ 234 h 90713"/>
                  <a:gd name="csX5" fmla="*/ 13480 w 90714"/>
                  <a:gd name="csY5" fmla="*/ 13519 h 90713"/>
                  <a:gd name="csX6" fmla="*/ 195 w 90714"/>
                  <a:gd name="csY6" fmla="*/ 45591 h 90713"/>
                  <a:gd name="csX7" fmla="*/ 13480 w 90714"/>
                  <a:gd name="csY7" fmla="*/ 77663 h 90713"/>
                  <a:gd name="csX8" fmla="*/ 45552 w 90714"/>
                  <a:gd name="csY8" fmla="*/ 909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948"/>
                    </a:moveTo>
                    <a:cubicBezTo>
                      <a:pt x="57581" y="90948"/>
                      <a:pt x="69119" y="86169"/>
                      <a:pt x="77625" y="77663"/>
                    </a:cubicBezTo>
                    <a:cubicBezTo>
                      <a:pt x="86130" y="69157"/>
                      <a:pt x="90910" y="57620"/>
                      <a:pt x="90910" y="45591"/>
                    </a:cubicBezTo>
                    <a:cubicBezTo>
                      <a:pt x="90910" y="33562"/>
                      <a:pt x="86130" y="22025"/>
                      <a:pt x="77625" y="13519"/>
                    </a:cubicBezTo>
                    <a:cubicBezTo>
                      <a:pt x="69119" y="5013"/>
                      <a:pt x="57581" y="234"/>
                      <a:pt x="45552" y="234"/>
                    </a:cubicBezTo>
                    <a:cubicBezTo>
                      <a:pt x="33523" y="234"/>
                      <a:pt x="21986" y="5013"/>
                      <a:pt x="13480" y="13519"/>
                    </a:cubicBezTo>
                    <a:cubicBezTo>
                      <a:pt x="4974" y="22025"/>
                      <a:pt x="195" y="33562"/>
                      <a:pt x="195" y="45591"/>
                    </a:cubicBezTo>
                    <a:cubicBezTo>
                      <a:pt x="195" y="57620"/>
                      <a:pt x="4974" y="69157"/>
                      <a:pt x="13480" y="77663"/>
                    </a:cubicBezTo>
                    <a:cubicBezTo>
                      <a:pt x="21986" y="86169"/>
                      <a:pt x="33523" y="90948"/>
                      <a:pt x="45552" y="909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4" name="任意多边形: 形状 1233"/>
              <p:cNvSpPr/>
              <p:nvPr/>
            </p:nvSpPr>
            <p:spPr>
              <a:xfrm>
                <a:off x="5770597" y="22676096"/>
                <a:ext cx="180000" cy="180000"/>
              </a:xfrm>
              <a:custGeom>
                <a:avLst/>
                <a:gdLst>
                  <a:gd name="csX0" fmla="*/ 45517 w 90714"/>
                  <a:gd name="csY0" fmla="*/ 90861 h 90713"/>
                  <a:gd name="csX1" fmla="*/ 77590 w 90714"/>
                  <a:gd name="csY1" fmla="*/ 77576 h 90713"/>
                  <a:gd name="csX2" fmla="*/ 90875 w 90714"/>
                  <a:gd name="csY2" fmla="*/ 45504 h 90713"/>
                  <a:gd name="csX3" fmla="*/ 77590 w 90714"/>
                  <a:gd name="csY3" fmla="*/ 13432 h 90713"/>
                  <a:gd name="csX4" fmla="*/ 45517 w 90714"/>
                  <a:gd name="csY4" fmla="*/ 148 h 90713"/>
                  <a:gd name="csX5" fmla="*/ 13445 w 90714"/>
                  <a:gd name="csY5" fmla="*/ 13432 h 90713"/>
                  <a:gd name="csX6" fmla="*/ 160 w 90714"/>
                  <a:gd name="csY6" fmla="*/ 45504 h 90713"/>
                  <a:gd name="csX7" fmla="*/ 13445 w 90714"/>
                  <a:gd name="csY7" fmla="*/ 77576 h 90713"/>
                  <a:gd name="csX8" fmla="*/ 45517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7" y="90861"/>
                    </a:moveTo>
                    <a:cubicBezTo>
                      <a:pt x="57546" y="90861"/>
                      <a:pt x="69084" y="86082"/>
                      <a:pt x="77590" y="77576"/>
                    </a:cubicBezTo>
                    <a:cubicBezTo>
                      <a:pt x="86096" y="69071"/>
                      <a:pt x="90875" y="57533"/>
                      <a:pt x="90875" y="45504"/>
                    </a:cubicBezTo>
                    <a:cubicBezTo>
                      <a:pt x="90875" y="33476"/>
                      <a:pt x="86096" y="21938"/>
                      <a:pt x="77590" y="13432"/>
                    </a:cubicBezTo>
                    <a:cubicBezTo>
                      <a:pt x="69084" y="4927"/>
                      <a:pt x="57546" y="148"/>
                      <a:pt x="45517" y="148"/>
                    </a:cubicBezTo>
                    <a:cubicBezTo>
                      <a:pt x="33489" y="148"/>
                      <a:pt x="21951" y="4927"/>
                      <a:pt x="13445" y="13432"/>
                    </a:cubicBezTo>
                    <a:cubicBezTo>
                      <a:pt x="4939" y="21938"/>
                      <a:pt x="160" y="33476"/>
                      <a:pt x="160" y="45504"/>
                    </a:cubicBezTo>
                    <a:cubicBezTo>
                      <a:pt x="160" y="57533"/>
                      <a:pt x="4939" y="69071"/>
                      <a:pt x="13445" y="77576"/>
                    </a:cubicBezTo>
                    <a:cubicBezTo>
                      <a:pt x="21951" y="86082"/>
                      <a:pt x="33489" y="90861"/>
                      <a:pt x="45517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5" name="任意多边形: 形状 1234"/>
              <p:cNvSpPr/>
              <p:nvPr/>
            </p:nvSpPr>
            <p:spPr>
              <a:xfrm>
                <a:off x="6253190" y="21613057"/>
                <a:ext cx="180000" cy="180000"/>
              </a:xfrm>
              <a:custGeom>
                <a:avLst/>
                <a:gdLst>
                  <a:gd name="csX0" fmla="*/ 45532 w 90714"/>
                  <a:gd name="csY0" fmla="*/ 90828 h 90713"/>
                  <a:gd name="csX1" fmla="*/ 77605 w 90714"/>
                  <a:gd name="csY1" fmla="*/ 77543 h 90713"/>
                  <a:gd name="csX2" fmla="*/ 90890 w 90714"/>
                  <a:gd name="csY2" fmla="*/ 45471 h 90713"/>
                  <a:gd name="csX3" fmla="*/ 77605 w 90714"/>
                  <a:gd name="csY3" fmla="*/ 13399 h 90713"/>
                  <a:gd name="csX4" fmla="*/ 45532 w 90714"/>
                  <a:gd name="csY4" fmla="*/ 115 h 90713"/>
                  <a:gd name="csX5" fmla="*/ 13460 w 90714"/>
                  <a:gd name="csY5" fmla="*/ 13399 h 90713"/>
                  <a:gd name="csX6" fmla="*/ 175 w 90714"/>
                  <a:gd name="csY6" fmla="*/ 45471 h 90713"/>
                  <a:gd name="csX7" fmla="*/ 13460 w 90714"/>
                  <a:gd name="csY7" fmla="*/ 77543 h 90713"/>
                  <a:gd name="csX8" fmla="*/ 45532 w 90714"/>
                  <a:gd name="csY8" fmla="*/ 9082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2" y="90828"/>
                    </a:moveTo>
                    <a:cubicBezTo>
                      <a:pt x="57561" y="90828"/>
                      <a:pt x="69099" y="86049"/>
                      <a:pt x="77605" y="77543"/>
                    </a:cubicBezTo>
                    <a:cubicBezTo>
                      <a:pt x="86111" y="69038"/>
                      <a:pt x="90890" y="57500"/>
                      <a:pt x="90890" y="45471"/>
                    </a:cubicBezTo>
                    <a:cubicBezTo>
                      <a:pt x="90890" y="33443"/>
                      <a:pt x="86111" y="21905"/>
                      <a:pt x="77605" y="13399"/>
                    </a:cubicBezTo>
                    <a:cubicBezTo>
                      <a:pt x="69099" y="4894"/>
                      <a:pt x="57561" y="115"/>
                      <a:pt x="45532" y="115"/>
                    </a:cubicBezTo>
                    <a:cubicBezTo>
                      <a:pt x="33504" y="115"/>
                      <a:pt x="21966" y="4894"/>
                      <a:pt x="13460" y="13399"/>
                    </a:cubicBezTo>
                    <a:cubicBezTo>
                      <a:pt x="4954" y="21905"/>
                      <a:pt x="175" y="33443"/>
                      <a:pt x="175" y="45471"/>
                    </a:cubicBezTo>
                    <a:cubicBezTo>
                      <a:pt x="175" y="57500"/>
                      <a:pt x="4954" y="69038"/>
                      <a:pt x="13460" y="77543"/>
                    </a:cubicBezTo>
                    <a:cubicBezTo>
                      <a:pt x="21966" y="86049"/>
                      <a:pt x="33504" y="90828"/>
                      <a:pt x="45532" y="9082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6" name="任意多边形: 形状 1235"/>
              <p:cNvSpPr/>
              <p:nvPr/>
            </p:nvSpPr>
            <p:spPr>
              <a:xfrm>
                <a:off x="8847982" y="20864784"/>
                <a:ext cx="180000" cy="180000"/>
              </a:xfrm>
              <a:custGeom>
                <a:avLst/>
                <a:gdLst>
                  <a:gd name="csX0" fmla="*/ 45613 w 90714"/>
                  <a:gd name="csY0" fmla="*/ 90805 h 90713"/>
                  <a:gd name="csX1" fmla="*/ 77686 w 90714"/>
                  <a:gd name="csY1" fmla="*/ 77520 h 90713"/>
                  <a:gd name="csX2" fmla="*/ 90971 w 90714"/>
                  <a:gd name="csY2" fmla="*/ 45448 h 90713"/>
                  <a:gd name="csX3" fmla="*/ 77686 w 90714"/>
                  <a:gd name="csY3" fmla="*/ 13376 h 90713"/>
                  <a:gd name="csX4" fmla="*/ 45613 w 90714"/>
                  <a:gd name="csY4" fmla="*/ 91 h 90713"/>
                  <a:gd name="csX5" fmla="*/ 13541 w 90714"/>
                  <a:gd name="csY5" fmla="*/ 13376 h 90713"/>
                  <a:gd name="csX6" fmla="*/ 256 w 90714"/>
                  <a:gd name="csY6" fmla="*/ 45448 h 90713"/>
                  <a:gd name="csX7" fmla="*/ 13541 w 90714"/>
                  <a:gd name="csY7" fmla="*/ 77520 h 90713"/>
                  <a:gd name="csX8" fmla="*/ 45613 w 90714"/>
                  <a:gd name="csY8" fmla="*/ 9080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3" y="90805"/>
                    </a:moveTo>
                    <a:cubicBezTo>
                      <a:pt x="57642" y="90805"/>
                      <a:pt x="69180" y="86026"/>
                      <a:pt x="77686" y="77520"/>
                    </a:cubicBezTo>
                    <a:cubicBezTo>
                      <a:pt x="86192" y="69014"/>
                      <a:pt x="90971" y="57477"/>
                      <a:pt x="90971" y="45448"/>
                    </a:cubicBezTo>
                    <a:cubicBezTo>
                      <a:pt x="90971" y="33419"/>
                      <a:pt x="86192" y="21882"/>
                      <a:pt x="77686" y="13376"/>
                    </a:cubicBezTo>
                    <a:cubicBezTo>
                      <a:pt x="69180" y="4870"/>
                      <a:pt x="57642" y="91"/>
                      <a:pt x="45613" y="91"/>
                    </a:cubicBezTo>
                    <a:cubicBezTo>
                      <a:pt x="33584" y="91"/>
                      <a:pt x="22047" y="4870"/>
                      <a:pt x="13541" y="13376"/>
                    </a:cubicBezTo>
                    <a:cubicBezTo>
                      <a:pt x="5035" y="21882"/>
                      <a:pt x="256" y="33419"/>
                      <a:pt x="256" y="45448"/>
                    </a:cubicBezTo>
                    <a:cubicBezTo>
                      <a:pt x="256" y="57477"/>
                      <a:pt x="5035" y="69014"/>
                      <a:pt x="13541" y="77520"/>
                    </a:cubicBezTo>
                    <a:cubicBezTo>
                      <a:pt x="22047" y="86026"/>
                      <a:pt x="33584" y="90805"/>
                      <a:pt x="45613" y="9080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7" name="任意多边形: 形状 1236"/>
              <p:cNvSpPr/>
              <p:nvPr/>
            </p:nvSpPr>
            <p:spPr>
              <a:xfrm>
                <a:off x="5788417" y="25161813"/>
                <a:ext cx="180000" cy="180000"/>
              </a:xfrm>
              <a:custGeom>
                <a:avLst/>
                <a:gdLst>
                  <a:gd name="csX0" fmla="*/ 45518 w 90714"/>
                  <a:gd name="csY0" fmla="*/ 90939 h 90713"/>
                  <a:gd name="csX1" fmla="*/ 77590 w 90714"/>
                  <a:gd name="csY1" fmla="*/ 77654 h 90713"/>
                  <a:gd name="csX2" fmla="*/ 90875 w 90714"/>
                  <a:gd name="csY2" fmla="*/ 45582 h 90713"/>
                  <a:gd name="csX3" fmla="*/ 77590 w 90714"/>
                  <a:gd name="csY3" fmla="*/ 13510 h 90713"/>
                  <a:gd name="csX4" fmla="*/ 45518 w 90714"/>
                  <a:gd name="csY4" fmla="*/ 225 h 90713"/>
                  <a:gd name="csX5" fmla="*/ 13446 w 90714"/>
                  <a:gd name="csY5" fmla="*/ 13510 h 90713"/>
                  <a:gd name="csX6" fmla="*/ 161 w 90714"/>
                  <a:gd name="csY6" fmla="*/ 45582 h 90713"/>
                  <a:gd name="csX7" fmla="*/ 13446 w 90714"/>
                  <a:gd name="csY7" fmla="*/ 77654 h 90713"/>
                  <a:gd name="csX8" fmla="*/ 45518 w 90714"/>
                  <a:gd name="csY8" fmla="*/ 9093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8" y="90939"/>
                    </a:moveTo>
                    <a:cubicBezTo>
                      <a:pt x="57547" y="90939"/>
                      <a:pt x="69085" y="86160"/>
                      <a:pt x="77590" y="77654"/>
                    </a:cubicBezTo>
                    <a:cubicBezTo>
                      <a:pt x="86096" y="69148"/>
                      <a:pt x="90875" y="57611"/>
                      <a:pt x="90875" y="45582"/>
                    </a:cubicBezTo>
                    <a:cubicBezTo>
                      <a:pt x="90875" y="33553"/>
                      <a:pt x="86096" y="22016"/>
                      <a:pt x="77590" y="13510"/>
                    </a:cubicBezTo>
                    <a:cubicBezTo>
                      <a:pt x="69085" y="5004"/>
                      <a:pt x="57547" y="225"/>
                      <a:pt x="45518" y="225"/>
                    </a:cubicBezTo>
                    <a:cubicBezTo>
                      <a:pt x="33489" y="225"/>
                      <a:pt x="21951" y="5004"/>
                      <a:pt x="13446" y="13510"/>
                    </a:cubicBezTo>
                    <a:cubicBezTo>
                      <a:pt x="4940" y="22016"/>
                      <a:pt x="161" y="33553"/>
                      <a:pt x="161" y="45582"/>
                    </a:cubicBezTo>
                    <a:cubicBezTo>
                      <a:pt x="161" y="57611"/>
                      <a:pt x="4940" y="69148"/>
                      <a:pt x="13446" y="77654"/>
                    </a:cubicBezTo>
                    <a:cubicBezTo>
                      <a:pt x="21951" y="86160"/>
                      <a:pt x="33489" y="90939"/>
                      <a:pt x="45518" y="9093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8" name="任意多边形: 形状 1237"/>
              <p:cNvSpPr/>
              <p:nvPr/>
            </p:nvSpPr>
            <p:spPr>
              <a:xfrm>
                <a:off x="6981893" y="23299789"/>
                <a:ext cx="180000" cy="180000"/>
              </a:xfrm>
              <a:custGeom>
                <a:avLst/>
                <a:gdLst>
                  <a:gd name="csX0" fmla="*/ 45555 w 90714"/>
                  <a:gd name="csY0" fmla="*/ 90881 h 90713"/>
                  <a:gd name="csX1" fmla="*/ 77628 w 90714"/>
                  <a:gd name="csY1" fmla="*/ 77596 h 90713"/>
                  <a:gd name="csX2" fmla="*/ 90912 w 90714"/>
                  <a:gd name="csY2" fmla="*/ 45524 h 90713"/>
                  <a:gd name="csX3" fmla="*/ 77628 w 90714"/>
                  <a:gd name="csY3" fmla="*/ 13452 h 90713"/>
                  <a:gd name="csX4" fmla="*/ 45555 w 90714"/>
                  <a:gd name="csY4" fmla="*/ 167 h 90713"/>
                  <a:gd name="csX5" fmla="*/ 13483 w 90714"/>
                  <a:gd name="csY5" fmla="*/ 13452 h 90713"/>
                  <a:gd name="csX6" fmla="*/ 198 w 90714"/>
                  <a:gd name="csY6" fmla="*/ 45524 h 90713"/>
                  <a:gd name="csX7" fmla="*/ 13483 w 90714"/>
                  <a:gd name="csY7" fmla="*/ 77596 h 90713"/>
                  <a:gd name="csX8" fmla="*/ 45555 w 90714"/>
                  <a:gd name="csY8" fmla="*/ 9088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5" y="90881"/>
                    </a:moveTo>
                    <a:cubicBezTo>
                      <a:pt x="57584" y="90881"/>
                      <a:pt x="69122" y="86102"/>
                      <a:pt x="77628" y="77596"/>
                    </a:cubicBezTo>
                    <a:cubicBezTo>
                      <a:pt x="86133" y="69090"/>
                      <a:pt x="90912" y="57553"/>
                      <a:pt x="90912" y="45524"/>
                    </a:cubicBezTo>
                    <a:cubicBezTo>
                      <a:pt x="90912" y="33495"/>
                      <a:pt x="86133" y="21957"/>
                      <a:pt x="77628" y="13452"/>
                    </a:cubicBezTo>
                    <a:cubicBezTo>
                      <a:pt x="69122" y="4946"/>
                      <a:pt x="57584" y="167"/>
                      <a:pt x="45555" y="167"/>
                    </a:cubicBezTo>
                    <a:cubicBezTo>
                      <a:pt x="33526" y="167"/>
                      <a:pt x="21988" y="4946"/>
                      <a:pt x="13483" y="13452"/>
                    </a:cubicBezTo>
                    <a:cubicBezTo>
                      <a:pt x="4977" y="21957"/>
                      <a:pt x="198" y="33495"/>
                      <a:pt x="198" y="45524"/>
                    </a:cubicBezTo>
                    <a:cubicBezTo>
                      <a:pt x="198" y="57553"/>
                      <a:pt x="4977" y="69090"/>
                      <a:pt x="13483" y="77596"/>
                    </a:cubicBezTo>
                    <a:cubicBezTo>
                      <a:pt x="21988" y="86102"/>
                      <a:pt x="33526" y="90881"/>
                      <a:pt x="45555" y="9088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39" name="任意多边形: 形状 1238"/>
              <p:cNvSpPr/>
              <p:nvPr/>
            </p:nvSpPr>
            <p:spPr>
              <a:xfrm>
                <a:off x="3932505" y="22851754"/>
                <a:ext cx="180000" cy="180000"/>
              </a:xfrm>
              <a:custGeom>
                <a:avLst/>
                <a:gdLst>
                  <a:gd name="csX0" fmla="*/ 45460 w 90714"/>
                  <a:gd name="csY0" fmla="*/ 90867 h 90713"/>
                  <a:gd name="csX1" fmla="*/ 77533 w 90714"/>
                  <a:gd name="csY1" fmla="*/ 77582 h 90713"/>
                  <a:gd name="csX2" fmla="*/ 90817 w 90714"/>
                  <a:gd name="csY2" fmla="*/ 45510 h 90713"/>
                  <a:gd name="csX3" fmla="*/ 77533 w 90714"/>
                  <a:gd name="csY3" fmla="*/ 13438 h 90713"/>
                  <a:gd name="csX4" fmla="*/ 45460 w 90714"/>
                  <a:gd name="csY4" fmla="*/ 153 h 90713"/>
                  <a:gd name="csX5" fmla="*/ 13388 w 90714"/>
                  <a:gd name="csY5" fmla="*/ 13438 h 90713"/>
                  <a:gd name="csX6" fmla="*/ 103 w 90714"/>
                  <a:gd name="csY6" fmla="*/ 45510 h 90713"/>
                  <a:gd name="csX7" fmla="*/ 13388 w 90714"/>
                  <a:gd name="csY7" fmla="*/ 77582 h 90713"/>
                  <a:gd name="csX8" fmla="*/ 45460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0" y="90867"/>
                    </a:moveTo>
                    <a:cubicBezTo>
                      <a:pt x="57489" y="90867"/>
                      <a:pt x="69027" y="86088"/>
                      <a:pt x="77533" y="77582"/>
                    </a:cubicBezTo>
                    <a:cubicBezTo>
                      <a:pt x="86038" y="69076"/>
                      <a:pt x="90817" y="57539"/>
                      <a:pt x="90817" y="45510"/>
                    </a:cubicBezTo>
                    <a:cubicBezTo>
                      <a:pt x="90817" y="33481"/>
                      <a:pt x="86038" y="21943"/>
                      <a:pt x="77533" y="13438"/>
                    </a:cubicBezTo>
                    <a:cubicBezTo>
                      <a:pt x="69027" y="4932"/>
                      <a:pt x="57489" y="153"/>
                      <a:pt x="45460" y="153"/>
                    </a:cubicBezTo>
                    <a:cubicBezTo>
                      <a:pt x="33431" y="153"/>
                      <a:pt x="21893" y="4932"/>
                      <a:pt x="13388" y="13438"/>
                    </a:cubicBezTo>
                    <a:cubicBezTo>
                      <a:pt x="4882" y="21943"/>
                      <a:pt x="103" y="33481"/>
                      <a:pt x="103" y="45510"/>
                    </a:cubicBezTo>
                    <a:cubicBezTo>
                      <a:pt x="103" y="57539"/>
                      <a:pt x="4882" y="69076"/>
                      <a:pt x="13388" y="77582"/>
                    </a:cubicBezTo>
                    <a:cubicBezTo>
                      <a:pt x="21893" y="86088"/>
                      <a:pt x="33431" y="90867"/>
                      <a:pt x="45460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0" name="任意多边形: 形状 1239"/>
              <p:cNvSpPr/>
              <p:nvPr/>
            </p:nvSpPr>
            <p:spPr>
              <a:xfrm>
                <a:off x="4866242" y="21806124"/>
                <a:ext cx="180000" cy="180000"/>
              </a:xfrm>
              <a:custGeom>
                <a:avLst/>
                <a:gdLst>
                  <a:gd name="csX0" fmla="*/ 45489 w 90714"/>
                  <a:gd name="csY0" fmla="*/ 90834 h 90713"/>
                  <a:gd name="csX1" fmla="*/ 77562 w 90714"/>
                  <a:gd name="csY1" fmla="*/ 77549 h 90713"/>
                  <a:gd name="csX2" fmla="*/ 90847 w 90714"/>
                  <a:gd name="csY2" fmla="*/ 45477 h 90713"/>
                  <a:gd name="csX3" fmla="*/ 77562 w 90714"/>
                  <a:gd name="csY3" fmla="*/ 13405 h 90713"/>
                  <a:gd name="csX4" fmla="*/ 45489 w 90714"/>
                  <a:gd name="csY4" fmla="*/ 121 h 90713"/>
                  <a:gd name="csX5" fmla="*/ 13417 w 90714"/>
                  <a:gd name="csY5" fmla="*/ 13405 h 90713"/>
                  <a:gd name="csX6" fmla="*/ 132 w 90714"/>
                  <a:gd name="csY6" fmla="*/ 45477 h 90713"/>
                  <a:gd name="csX7" fmla="*/ 13417 w 90714"/>
                  <a:gd name="csY7" fmla="*/ 77549 h 90713"/>
                  <a:gd name="csX8" fmla="*/ 45489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9" y="90834"/>
                    </a:moveTo>
                    <a:cubicBezTo>
                      <a:pt x="57518" y="90834"/>
                      <a:pt x="69056" y="86055"/>
                      <a:pt x="77562" y="77549"/>
                    </a:cubicBezTo>
                    <a:cubicBezTo>
                      <a:pt x="86067" y="69044"/>
                      <a:pt x="90847" y="57506"/>
                      <a:pt x="90847" y="45477"/>
                    </a:cubicBezTo>
                    <a:cubicBezTo>
                      <a:pt x="90847" y="33449"/>
                      <a:pt x="86067" y="21911"/>
                      <a:pt x="77562" y="13405"/>
                    </a:cubicBezTo>
                    <a:cubicBezTo>
                      <a:pt x="69056" y="4900"/>
                      <a:pt x="57518" y="121"/>
                      <a:pt x="45489" y="121"/>
                    </a:cubicBezTo>
                    <a:cubicBezTo>
                      <a:pt x="33460" y="121"/>
                      <a:pt x="21922" y="4900"/>
                      <a:pt x="13417" y="13405"/>
                    </a:cubicBezTo>
                    <a:cubicBezTo>
                      <a:pt x="4911" y="21911"/>
                      <a:pt x="132" y="33449"/>
                      <a:pt x="132" y="45477"/>
                    </a:cubicBezTo>
                    <a:cubicBezTo>
                      <a:pt x="132" y="57506"/>
                      <a:pt x="4911" y="69044"/>
                      <a:pt x="13417" y="77549"/>
                    </a:cubicBezTo>
                    <a:cubicBezTo>
                      <a:pt x="21922" y="86055"/>
                      <a:pt x="33460" y="90834"/>
                      <a:pt x="45489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1" name="任意多边形: 形状 1240"/>
              <p:cNvSpPr/>
              <p:nvPr/>
            </p:nvSpPr>
            <p:spPr>
              <a:xfrm>
                <a:off x="8579222" y="20844077"/>
                <a:ext cx="180000" cy="180000"/>
              </a:xfrm>
              <a:custGeom>
                <a:avLst/>
                <a:gdLst>
                  <a:gd name="csX0" fmla="*/ 45605 w 90714"/>
                  <a:gd name="csY0" fmla="*/ 90804 h 90713"/>
                  <a:gd name="csX1" fmla="*/ 77677 w 90714"/>
                  <a:gd name="csY1" fmla="*/ 77519 h 90713"/>
                  <a:gd name="csX2" fmla="*/ 90962 w 90714"/>
                  <a:gd name="csY2" fmla="*/ 45447 h 90713"/>
                  <a:gd name="csX3" fmla="*/ 77677 w 90714"/>
                  <a:gd name="csY3" fmla="*/ 13375 h 90713"/>
                  <a:gd name="csX4" fmla="*/ 45605 w 90714"/>
                  <a:gd name="csY4" fmla="*/ 91 h 90713"/>
                  <a:gd name="csX5" fmla="*/ 13533 w 90714"/>
                  <a:gd name="csY5" fmla="*/ 13375 h 90713"/>
                  <a:gd name="csX6" fmla="*/ 248 w 90714"/>
                  <a:gd name="csY6" fmla="*/ 45447 h 90713"/>
                  <a:gd name="csX7" fmla="*/ 13533 w 90714"/>
                  <a:gd name="csY7" fmla="*/ 77519 h 90713"/>
                  <a:gd name="csX8" fmla="*/ 45605 w 90714"/>
                  <a:gd name="csY8" fmla="*/ 9080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5" y="90804"/>
                    </a:moveTo>
                    <a:cubicBezTo>
                      <a:pt x="57634" y="90804"/>
                      <a:pt x="69172" y="86025"/>
                      <a:pt x="77677" y="77519"/>
                    </a:cubicBezTo>
                    <a:cubicBezTo>
                      <a:pt x="86183" y="69014"/>
                      <a:pt x="90962" y="57476"/>
                      <a:pt x="90962" y="45447"/>
                    </a:cubicBezTo>
                    <a:cubicBezTo>
                      <a:pt x="90962" y="33419"/>
                      <a:pt x="86183" y="21881"/>
                      <a:pt x="77677" y="13375"/>
                    </a:cubicBezTo>
                    <a:cubicBezTo>
                      <a:pt x="69172" y="4870"/>
                      <a:pt x="57634" y="91"/>
                      <a:pt x="45605" y="91"/>
                    </a:cubicBezTo>
                    <a:cubicBezTo>
                      <a:pt x="33576" y="91"/>
                      <a:pt x="22038" y="4870"/>
                      <a:pt x="13533" y="13375"/>
                    </a:cubicBezTo>
                    <a:cubicBezTo>
                      <a:pt x="5027" y="21881"/>
                      <a:pt x="248" y="33419"/>
                      <a:pt x="248" y="45447"/>
                    </a:cubicBezTo>
                    <a:cubicBezTo>
                      <a:pt x="248" y="57476"/>
                      <a:pt x="5027" y="69014"/>
                      <a:pt x="13533" y="77519"/>
                    </a:cubicBezTo>
                    <a:cubicBezTo>
                      <a:pt x="22038" y="86025"/>
                      <a:pt x="33576" y="90804"/>
                      <a:pt x="45605" y="9080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2" name="任意多边形: 形状 1241"/>
              <p:cNvSpPr/>
              <p:nvPr/>
            </p:nvSpPr>
            <p:spPr>
              <a:xfrm>
                <a:off x="6736893" y="22216360"/>
                <a:ext cx="180000" cy="180000"/>
              </a:xfrm>
              <a:custGeom>
                <a:avLst/>
                <a:gdLst>
                  <a:gd name="csX0" fmla="*/ 45548 w 90714"/>
                  <a:gd name="csY0" fmla="*/ 90847 h 90713"/>
                  <a:gd name="csX1" fmla="*/ 77620 w 90714"/>
                  <a:gd name="csY1" fmla="*/ 77562 h 90713"/>
                  <a:gd name="csX2" fmla="*/ 90905 w 90714"/>
                  <a:gd name="csY2" fmla="*/ 45490 h 90713"/>
                  <a:gd name="csX3" fmla="*/ 77620 w 90714"/>
                  <a:gd name="csY3" fmla="*/ 13418 h 90713"/>
                  <a:gd name="csX4" fmla="*/ 45548 w 90714"/>
                  <a:gd name="csY4" fmla="*/ 133 h 90713"/>
                  <a:gd name="csX5" fmla="*/ 13475 w 90714"/>
                  <a:gd name="csY5" fmla="*/ 13418 h 90713"/>
                  <a:gd name="csX6" fmla="*/ 190 w 90714"/>
                  <a:gd name="csY6" fmla="*/ 45490 h 90713"/>
                  <a:gd name="csX7" fmla="*/ 13475 w 90714"/>
                  <a:gd name="csY7" fmla="*/ 77562 h 90713"/>
                  <a:gd name="csX8" fmla="*/ 45548 w 90714"/>
                  <a:gd name="csY8" fmla="*/ 9084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8" y="90847"/>
                    </a:moveTo>
                    <a:cubicBezTo>
                      <a:pt x="57576" y="90847"/>
                      <a:pt x="69114" y="86068"/>
                      <a:pt x="77620" y="77562"/>
                    </a:cubicBezTo>
                    <a:cubicBezTo>
                      <a:pt x="86126" y="69057"/>
                      <a:pt x="90905" y="57519"/>
                      <a:pt x="90905" y="45490"/>
                    </a:cubicBezTo>
                    <a:cubicBezTo>
                      <a:pt x="90905" y="33461"/>
                      <a:pt x="86126" y="21924"/>
                      <a:pt x="77620" y="13418"/>
                    </a:cubicBezTo>
                    <a:cubicBezTo>
                      <a:pt x="69114" y="4912"/>
                      <a:pt x="57576" y="133"/>
                      <a:pt x="45548" y="133"/>
                    </a:cubicBezTo>
                    <a:cubicBezTo>
                      <a:pt x="33519" y="133"/>
                      <a:pt x="21981" y="4912"/>
                      <a:pt x="13475" y="13418"/>
                    </a:cubicBezTo>
                    <a:cubicBezTo>
                      <a:pt x="4969" y="21924"/>
                      <a:pt x="190" y="33461"/>
                      <a:pt x="190" y="45490"/>
                    </a:cubicBezTo>
                    <a:cubicBezTo>
                      <a:pt x="190" y="57519"/>
                      <a:pt x="4969" y="69057"/>
                      <a:pt x="13475" y="77562"/>
                    </a:cubicBezTo>
                    <a:cubicBezTo>
                      <a:pt x="21981" y="86068"/>
                      <a:pt x="33519" y="90847"/>
                      <a:pt x="45548" y="9084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3" name="任意多边形: 形状 1242"/>
              <p:cNvSpPr/>
              <p:nvPr/>
            </p:nvSpPr>
            <p:spPr>
              <a:xfrm>
                <a:off x="5018756" y="21813386"/>
                <a:ext cx="180000" cy="180000"/>
              </a:xfrm>
              <a:custGeom>
                <a:avLst/>
                <a:gdLst>
                  <a:gd name="csX0" fmla="*/ 45494 w 90714"/>
                  <a:gd name="csY0" fmla="*/ 90834 h 90713"/>
                  <a:gd name="csX1" fmla="*/ 77566 w 90714"/>
                  <a:gd name="csY1" fmla="*/ 77550 h 90713"/>
                  <a:gd name="csX2" fmla="*/ 90851 w 90714"/>
                  <a:gd name="csY2" fmla="*/ 45478 h 90713"/>
                  <a:gd name="csX3" fmla="*/ 77566 w 90714"/>
                  <a:gd name="csY3" fmla="*/ 13405 h 90713"/>
                  <a:gd name="csX4" fmla="*/ 45494 w 90714"/>
                  <a:gd name="csY4" fmla="*/ 121 h 90713"/>
                  <a:gd name="csX5" fmla="*/ 13422 w 90714"/>
                  <a:gd name="csY5" fmla="*/ 13405 h 90713"/>
                  <a:gd name="csX6" fmla="*/ 137 w 90714"/>
                  <a:gd name="csY6" fmla="*/ 45478 h 90713"/>
                  <a:gd name="csX7" fmla="*/ 13422 w 90714"/>
                  <a:gd name="csY7" fmla="*/ 77550 h 90713"/>
                  <a:gd name="csX8" fmla="*/ 45494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4" y="90834"/>
                    </a:moveTo>
                    <a:cubicBezTo>
                      <a:pt x="57523" y="90834"/>
                      <a:pt x="69061" y="86055"/>
                      <a:pt x="77566" y="77550"/>
                    </a:cubicBezTo>
                    <a:cubicBezTo>
                      <a:pt x="86072" y="69044"/>
                      <a:pt x="90851" y="57506"/>
                      <a:pt x="90851" y="45478"/>
                    </a:cubicBezTo>
                    <a:cubicBezTo>
                      <a:pt x="90851" y="33449"/>
                      <a:pt x="86072" y="21911"/>
                      <a:pt x="77566" y="13405"/>
                    </a:cubicBezTo>
                    <a:cubicBezTo>
                      <a:pt x="69061" y="4900"/>
                      <a:pt x="57523" y="121"/>
                      <a:pt x="45494" y="121"/>
                    </a:cubicBezTo>
                    <a:cubicBezTo>
                      <a:pt x="33465" y="121"/>
                      <a:pt x="21927" y="4900"/>
                      <a:pt x="13422" y="13405"/>
                    </a:cubicBezTo>
                    <a:cubicBezTo>
                      <a:pt x="4916" y="21911"/>
                      <a:pt x="137" y="33449"/>
                      <a:pt x="137" y="45478"/>
                    </a:cubicBezTo>
                    <a:cubicBezTo>
                      <a:pt x="137" y="57506"/>
                      <a:pt x="4916" y="69044"/>
                      <a:pt x="13422" y="77550"/>
                    </a:cubicBezTo>
                    <a:cubicBezTo>
                      <a:pt x="21927" y="86055"/>
                      <a:pt x="33465" y="90834"/>
                      <a:pt x="45494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4" name="任意多边形: 形状 1243"/>
              <p:cNvSpPr/>
              <p:nvPr/>
            </p:nvSpPr>
            <p:spPr>
              <a:xfrm>
                <a:off x="9322271" y="25425410"/>
                <a:ext cx="180000" cy="180000"/>
              </a:xfrm>
              <a:custGeom>
                <a:avLst/>
                <a:gdLst>
                  <a:gd name="csX0" fmla="*/ 45628 w 90714"/>
                  <a:gd name="csY0" fmla="*/ 90947 h 90713"/>
                  <a:gd name="csX1" fmla="*/ 77701 w 90714"/>
                  <a:gd name="csY1" fmla="*/ 77662 h 90713"/>
                  <a:gd name="csX2" fmla="*/ 90985 w 90714"/>
                  <a:gd name="csY2" fmla="*/ 45590 h 90713"/>
                  <a:gd name="csX3" fmla="*/ 77701 w 90714"/>
                  <a:gd name="csY3" fmla="*/ 13518 h 90713"/>
                  <a:gd name="csX4" fmla="*/ 45628 w 90714"/>
                  <a:gd name="csY4" fmla="*/ 233 h 90713"/>
                  <a:gd name="csX5" fmla="*/ 13556 w 90714"/>
                  <a:gd name="csY5" fmla="*/ 13518 h 90713"/>
                  <a:gd name="csX6" fmla="*/ 271 w 90714"/>
                  <a:gd name="csY6" fmla="*/ 45590 h 90713"/>
                  <a:gd name="csX7" fmla="*/ 13556 w 90714"/>
                  <a:gd name="csY7" fmla="*/ 77662 h 90713"/>
                  <a:gd name="csX8" fmla="*/ 45628 w 90714"/>
                  <a:gd name="csY8" fmla="*/ 9094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8" y="90947"/>
                    </a:moveTo>
                    <a:cubicBezTo>
                      <a:pt x="57657" y="90947"/>
                      <a:pt x="69195" y="86168"/>
                      <a:pt x="77701" y="77662"/>
                    </a:cubicBezTo>
                    <a:cubicBezTo>
                      <a:pt x="86206" y="69157"/>
                      <a:pt x="90985" y="57619"/>
                      <a:pt x="90985" y="45590"/>
                    </a:cubicBezTo>
                    <a:cubicBezTo>
                      <a:pt x="90985" y="33561"/>
                      <a:pt x="86206" y="22024"/>
                      <a:pt x="77701" y="13518"/>
                    </a:cubicBezTo>
                    <a:cubicBezTo>
                      <a:pt x="69195" y="5013"/>
                      <a:pt x="57657" y="233"/>
                      <a:pt x="45628" y="233"/>
                    </a:cubicBezTo>
                    <a:cubicBezTo>
                      <a:pt x="33599" y="233"/>
                      <a:pt x="22061" y="5013"/>
                      <a:pt x="13556" y="13518"/>
                    </a:cubicBezTo>
                    <a:cubicBezTo>
                      <a:pt x="5050" y="22024"/>
                      <a:pt x="271" y="33561"/>
                      <a:pt x="271" y="45590"/>
                    </a:cubicBezTo>
                    <a:cubicBezTo>
                      <a:pt x="271" y="57619"/>
                      <a:pt x="5050" y="69157"/>
                      <a:pt x="13556" y="77662"/>
                    </a:cubicBezTo>
                    <a:cubicBezTo>
                      <a:pt x="22061" y="86168"/>
                      <a:pt x="33599" y="90947"/>
                      <a:pt x="45628" y="9094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5" name="任意多边形: 形状 1244"/>
              <p:cNvSpPr/>
              <p:nvPr/>
            </p:nvSpPr>
            <p:spPr>
              <a:xfrm>
                <a:off x="5370426" y="22165043"/>
                <a:ext cx="180000" cy="180000"/>
              </a:xfrm>
              <a:custGeom>
                <a:avLst/>
                <a:gdLst>
                  <a:gd name="csX0" fmla="*/ 45505 w 90714"/>
                  <a:gd name="csY0" fmla="*/ 90845 h 90713"/>
                  <a:gd name="csX1" fmla="*/ 77577 w 90714"/>
                  <a:gd name="csY1" fmla="*/ 77561 h 90713"/>
                  <a:gd name="csX2" fmla="*/ 90862 w 90714"/>
                  <a:gd name="csY2" fmla="*/ 45489 h 90713"/>
                  <a:gd name="csX3" fmla="*/ 77577 w 90714"/>
                  <a:gd name="csY3" fmla="*/ 13416 h 90713"/>
                  <a:gd name="csX4" fmla="*/ 45505 w 90714"/>
                  <a:gd name="csY4" fmla="*/ 132 h 90713"/>
                  <a:gd name="csX5" fmla="*/ 13433 w 90714"/>
                  <a:gd name="csY5" fmla="*/ 13416 h 90713"/>
                  <a:gd name="csX6" fmla="*/ 148 w 90714"/>
                  <a:gd name="csY6" fmla="*/ 45489 h 90713"/>
                  <a:gd name="csX7" fmla="*/ 13433 w 90714"/>
                  <a:gd name="csY7" fmla="*/ 77561 h 90713"/>
                  <a:gd name="csX8" fmla="*/ 45505 w 90714"/>
                  <a:gd name="csY8" fmla="*/ 908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5" y="90845"/>
                    </a:moveTo>
                    <a:cubicBezTo>
                      <a:pt x="57534" y="90845"/>
                      <a:pt x="69072" y="86066"/>
                      <a:pt x="77577" y="77561"/>
                    </a:cubicBezTo>
                    <a:cubicBezTo>
                      <a:pt x="86083" y="69055"/>
                      <a:pt x="90862" y="57517"/>
                      <a:pt x="90862" y="45489"/>
                    </a:cubicBezTo>
                    <a:cubicBezTo>
                      <a:pt x="90862" y="33460"/>
                      <a:pt x="86083" y="21922"/>
                      <a:pt x="77577" y="13416"/>
                    </a:cubicBezTo>
                    <a:cubicBezTo>
                      <a:pt x="69072" y="4911"/>
                      <a:pt x="57534" y="132"/>
                      <a:pt x="45505" y="132"/>
                    </a:cubicBezTo>
                    <a:cubicBezTo>
                      <a:pt x="33476" y="132"/>
                      <a:pt x="21938" y="4911"/>
                      <a:pt x="13433" y="13416"/>
                    </a:cubicBezTo>
                    <a:cubicBezTo>
                      <a:pt x="4927" y="21922"/>
                      <a:pt x="148" y="33460"/>
                      <a:pt x="148" y="45489"/>
                    </a:cubicBezTo>
                    <a:cubicBezTo>
                      <a:pt x="148" y="57517"/>
                      <a:pt x="4927" y="69055"/>
                      <a:pt x="13433" y="77561"/>
                    </a:cubicBezTo>
                    <a:cubicBezTo>
                      <a:pt x="21938" y="86066"/>
                      <a:pt x="33476" y="90845"/>
                      <a:pt x="45505" y="908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6" name="任意多边形: 形状 1245"/>
              <p:cNvSpPr/>
              <p:nvPr/>
            </p:nvSpPr>
            <p:spPr>
              <a:xfrm>
                <a:off x="6470886" y="23570424"/>
                <a:ext cx="180000" cy="180000"/>
              </a:xfrm>
              <a:custGeom>
                <a:avLst/>
                <a:gdLst>
                  <a:gd name="csX0" fmla="*/ 45539 w 90714"/>
                  <a:gd name="csY0" fmla="*/ 90889 h 90713"/>
                  <a:gd name="csX1" fmla="*/ 77612 w 90714"/>
                  <a:gd name="csY1" fmla="*/ 77604 h 90713"/>
                  <a:gd name="csX2" fmla="*/ 90897 w 90714"/>
                  <a:gd name="csY2" fmla="*/ 45532 h 90713"/>
                  <a:gd name="csX3" fmla="*/ 77612 w 90714"/>
                  <a:gd name="csY3" fmla="*/ 13460 h 90713"/>
                  <a:gd name="csX4" fmla="*/ 45539 w 90714"/>
                  <a:gd name="csY4" fmla="*/ 176 h 90713"/>
                  <a:gd name="csX5" fmla="*/ 13467 w 90714"/>
                  <a:gd name="csY5" fmla="*/ 13460 h 90713"/>
                  <a:gd name="csX6" fmla="*/ 182 w 90714"/>
                  <a:gd name="csY6" fmla="*/ 45532 h 90713"/>
                  <a:gd name="csX7" fmla="*/ 13467 w 90714"/>
                  <a:gd name="csY7" fmla="*/ 77604 h 90713"/>
                  <a:gd name="csX8" fmla="*/ 45539 w 90714"/>
                  <a:gd name="csY8" fmla="*/ 9088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9" y="90889"/>
                    </a:moveTo>
                    <a:cubicBezTo>
                      <a:pt x="57568" y="90889"/>
                      <a:pt x="69106" y="86110"/>
                      <a:pt x="77612" y="77604"/>
                    </a:cubicBezTo>
                    <a:cubicBezTo>
                      <a:pt x="86117" y="69099"/>
                      <a:pt x="90897" y="57561"/>
                      <a:pt x="90897" y="45532"/>
                    </a:cubicBezTo>
                    <a:cubicBezTo>
                      <a:pt x="90897" y="33504"/>
                      <a:pt x="86117" y="21966"/>
                      <a:pt x="77612" y="13460"/>
                    </a:cubicBezTo>
                    <a:cubicBezTo>
                      <a:pt x="69106" y="4955"/>
                      <a:pt x="57568" y="176"/>
                      <a:pt x="45539" y="176"/>
                    </a:cubicBezTo>
                    <a:cubicBezTo>
                      <a:pt x="33510" y="176"/>
                      <a:pt x="21973" y="4955"/>
                      <a:pt x="13467" y="13460"/>
                    </a:cubicBezTo>
                    <a:cubicBezTo>
                      <a:pt x="4961" y="21966"/>
                      <a:pt x="182" y="33504"/>
                      <a:pt x="182" y="45532"/>
                    </a:cubicBezTo>
                    <a:cubicBezTo>
                      <a:pt x="182" y="57561"/>
                      <a:pt x="4961" y="69099"/>
                      <a:pt x="13467" y="77604"/>
                    </a:cubicBezTo>
                    <a:cubicBezTo>
                      <a:pt x="21973" y="86110"/>
                      <a:pt x="33510" y="90889"/>
                      <a:pt x="45539" y="9088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7" name="任意多边形: 形状 1246"/>
              <p:cNvSpPr/>
              <p:nvPr/>
            </p:nvSpPr>
            <p:spPr>
              <a:xfrm>
                <a:off x="7280511" y="23972547"/>
                <a:ext cx="180000" cy="180000"/>
              </a:xfrm>
              <a:custGeom>
                <a:avLst/>
                <a:gdLst>
                  <a:gd name="csX0" fmla="*/ 45565 w 90714"/>
                  <a:gd name="csY0" fmla="*/ 90902 h 90713"/>
                  <a:gd name="csX1" fmla="*/ 77637 w 90714"/>
                  <a:gd name="csY1" fmla="*/ 77617 h 90713"/>
                  <a:gd name="csX2" fmla="*/ 90922 w 90714"/>
                  <a:gd name="csY2" fmla="*/ 45545 h 90713"/>
                  <a:gd name="csX3" fmla="*/ 77637 w 90714"/>
                  <a:gd name="csY3" fmla="*/ 13473 h 90713"/>
                  <a:gd name="csX4" fmla="*/ 45565 w 90714"/>
                  <a:gd name="csY4" fmla="*/ 188 h 90713"/>
                  <a:gd name="csX5" fmla="*/ 13492 w 90714"/>
                  <a:gd name="csY5" fmla="*/ 13473 h 90713"/>
                  <a:gd name="csX6" fmla="*/ 207 w 90714"/>
                  <a:gd name="csY6" fmla="*/ 45545 h 90713"/>
                  <a:gd name="csX7" fmla="*/ 13492 w 90714"/>
                  <a:gd name="csY7" fmla="*/ 77617 h 90713"/>
                  <a:gd name="csX8" fmla="*/ 45565 w 90714"/>
                  <a:gd name="csY8" fmla="*/ 9090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902"/>
                    </a:moveTo>
                    <a:cubicBezTo>
                      <a:pt x="57593" y="90902"/>
                      <a:pt x="69131" y="86123"/>
                      <a:pt x="77637" y="77617"/>
                    </a:cubicBezTo>
                    <a:cubicBezTo>
                      <a:pt x="86143" y="69111"/>
                      <a:pt x="90922" y="57574"/>
                      <a:pt x="90922" y="45545"/>
                    </a:cubicBezTo>
                    <a:cubicBezTo>
                      <a:pt x="90922" y="33516"/>
                      <a:pt x="86143" y="21978"/>
                      <a:pt x="77637" y="13473"/>
                    </a:cubicBezTo>
                    <a:cubicBezTo>
                      <a:pt x="69131" y="4967"/>
                      <a:pt x="57593" y="188"/>
                      <a:pt x="45565" y="188"/>
                    </a:cubicBezTo>
                    <a:cubicBezTo>
                      <a:pt x="33536" y="188"/>
                      <a:pt x="21998" y="4967"/>
                      <a:pt x="13492" y="13473"/>
                    </a:cubicBezTo>
                    <a:cubicBezTo>
                      <a:pt x="4986" y="21978"/>
                      <a:pt x="207" y="33516"/>
                      <a:pt x="207" y="45545"/>
                    </a:cubicBezTo>
                    <a:cubicBezTo>
                      <a:pt x="207" y="57574"/>
                      <a:pt x="4986" y="69111"/>
                      <a:pt x="13492" y="77617"/>
                    </a:cubicBezTo>
                    <a:cubicBezTo>
                      <a:pt x="21998" y="86123"/>
                      <a:pt x="33536" y="90902"/>
                      <a:pt x="45565" y="9090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8" name="任意多边形: 形状 1247"/>
              <p:cNvSpPr/>
              <p:nvPr/>
            </p:nvSpPr>
            <p:spPr>
              <a:xfrm>
                <a:off x="5495568" y="21925738"/>
                <a:ext cx="180000" cy="180000"/>
              </a:xfrm>
              <a:custGeom>
                <a:avLst/>
                <a:gdLst>
                  <a:gd name="csX0" fmla="*/ 45509 w 90714"/>
                  <a:gd name="csY0" fmla="*/ 90838 h 90713"/>
                  <a:gd name="csX1" fmla="*/ 77581 w 90714"/>
                  <a:gd name="csY1" fmla="*/ 77553 h 90713"/>
                  <a:gd name="csX2" fmla="*/ 90866 w 90714"/>
                  <a:gd name="csY2" fmla="*/ 45481 h 90713"/>
                  <a:gd name="csX3" fmla="*/ 77581 w 90714"/>
                  <a:gd name="csY3" fmla="*/ 13409 h 90713"/>
                  <a:gd name="csX4" fmla="*/ 45509 w 90714"/>
                  <a:gd name="csY4" fmla="*/ 124 h 90713"/>
                  <a:gd name="csX5" fmla="*/ 13436 w 90714"/>
                  <a:gd name="csY5" fmla="*/ 13409 h 90713"/>
                  <a:gd name="csX6" fmla="*/ 152 w 90714"/>
                  <a:gd name="csY6" fmla="*/ 45481 h 90713"/>
                  <a:gd name="csX7" fmla="*/ 13436 w 90714"/>
                  <a:gd name="csY7" fmla="*/ 77553 h 90713"/>
                  <a:gd name="csX8" fmla="*/ 45509 w 90714"/>
                  <a:gd name="csY8" fmla="*/ 9083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9" y="90838"/>
                    </a:moveTo>
                    <a:cubicBezTo>
                      <a:pt x="57538" y="90838"/>
                      <a:pt x="69076" y="86059"/>
                      <a:pt x="77581" y="77553"/>
                    </a:cubicBezTo>
                    <a:cubicBezTo>
                      <a:pt x="86087" y="69047"/>
                      <a:pt x="90866" y="57510"/>
                      <a:pt x="90866" y="45481"/>
                    </a:cubicBezTo>
                    <a:cubicBezTo>
                      <a:pt x="90866" y="33452"/>
                      <a:pt x="86087" y="21915"/>
                      <a:pt x="77581" y="13409"/>
                    </a:cubicBezTo>
                    <a:cubicBezTo>
                      <a:pt x="69076" y="4903"/>
                      <a:pt x="57538" y="124"/>
                      <a:pt x="45509" y="124"/>
                    </a:cubicBezTo>
                    <a:cubicBezTo>
                      <a:pt x="33480" y="124"/>
                      <a:pt x="21942" y="4903"/>
                      <a:pt x="13436" y="13409"/>
                    </a:cubicBezTo>
                    <a:cubicBezTo>
                      <a:pt x="4931" y="21915"/>
                      <a:pt x="152" y="33452"/>
                      <a:pt x="152" y="45481"/>
                    </a:cubicBezTo>
                    <a:cubicBezTo>
                      <a:pt x="152" y="57510"/>
                      <a:pt x="4931" y="69047"/>
                      <a:pt x="13436" y="77553"/>
                    </a:cubicBezTo>
                    <a:cubicBezTo>
                      <a:pt x="21942" y="86059"/>
                      <a:pt x="33480" y="90838"/>
                      <a:pt x="45509" y="9083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49" name="任意多边形: 形状 1248"/>
              <p:cNvSpPr/>
              <p:nvPr/>
            </p:nvSpPr>
            <p:spPr>
              <a:xfrm>
                <a:off x="7887911" y="24368193"/>
                <a:ext cx="180000" cy="180000"/>
              </a:xfrm>
              <a:custGeom>
                <a:avLst/>
                <a:gdLst>
                  <a:gd name="csX0" fmla="*/ 45583 w 90714"/>
                  <a:gd name="csY0" fmla="*/ 90914 h 90713"/>
                  <a:gd name="csX1" fmla="*/ 77656 w 90714"/>
                  <a:gd name="csY1" fmla="*/ 77629 h 90713"/>
                  <a:gd name="csX2" fmla="*/ 90941 w 90714"/>
                  <a:gd name="csY2" fmla="*/ 45557 h 90713"/>
                  <a:gd name="csX3" fmla="*/ 77656 w 90714"/>
                  <a:gd name="csY3" fmla="*/ 13485 h 90713"/>
                  <a:gd name="csX4" fmla="*/ 45583 w 90714"/>
                  <a:gd name="csY4" fmla="*/ 200 h 90713"/>
                  <a:gd name="csX5" fmla="*/ 13511 w 90714"/>
                  <a:gd name="csY5" fmla="*/ 13485 h 90713"/>
                  <a:gd name="csX6" fmla="*/ 226 w 90714"/>
                  <a:gd name="csY6" fmla="*/ 45557 h 90713"/>
                  <a:gd name="csX7" fmla="*/ 13511 w 90714"/>
                  <a:gd name="csY7" fmla="*/ 77629 h 90713"/>
                  <a:gd name="csX8" fmla="*/ 45583 w 90714"/>
                  <a:gd name="csY8" fmla="*/ 909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3" y="90914"/>
                    </a:moveTo>
                    <a:cubicBezTo>
                      <a:pt x="57612" y="90914"/>
                      <a:pt x="69150" y="86135"/>
                      <a:pt x="77656" y="77629"/>
                    </a:cubicBezTo>
                    <a:cubicBezTo>
                      <a:pt x="86162" y="69124"/>
                      <a:pt x="90941" y="57586"/>
                      <a:pt x="90941" y="45557"/>
                    </a:cubicBezTo>
                    <a:cubicBezTo>
                      <a:pt x="90941" y="33528"/>
                      <a:pt x="86162" y="21991"/>
                      <a:pt x="77656" y="13485"/>
                    </a:cubicBezTo>
                    <a:cubicBezTo>
                      <a:pt x="69150" y="4980"/>
                      <a:pt x="57612" y="200"/>
                      <a:pt x="45583" y="200"/>
                    </a:cubicBezTo>
                    <a:cubicBezTo>
                      <a:pt x="33555" y="200"/>
                      <a:pt x="22017" y="4980"/>
                      <a:pt x="13511" y="13485"/>
                    </a:cubicBezTo>
                    <a:cubicBezTo>
                      <a:pt x="5005" y="21991"/>
                      <a:pt x="226" y="33528"/>
                      <a:pt x="226" y="45557"/>
                    </a:cubicBezTo>
                    <a:cubicBezTo>
                      <a:pt x="226" y="57586"/>
                      <a:pt x="5005" y="69124"/>
                      <a:pt x="13511" y="77629"/>
                    </a:cubicBezTo>
                    <a:cubicBezTo>
                      <a:pt x="22017" y="86135"/>
                      <a:pt x="33555" y="90914"/>
                      <a:pt x="45583" y="909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0" name="任意多边形: 形状 1249"/>
              <p:cNvSpPr/>
              <p:nvPr/>
            </p:nvSpPr>
            <p:spPr>
              <a:xfrm>
                <a:off x="7909663" y="23104927"/>
                <a:ext cx="180000" cy="180000"/>
              </a:xfrm>
              <a:custGeom>
                <a:avLst/>
                <a:gdLst>
                  <a:gd name="csX0" fmla="*/ 45584 w 90714"/>
                  <a:gd name="csY0" fmla="*/ 90875 h 90713"/>
                  <a:gd name="csX1" fmla="*/ 77657 w 90714"/>
                  <a:gd name="csY1" fmla="*/ 77590 h 90713"/>
                  <a:gd name="csX2" fmla="*/ 90941 w 90714"/>
                  <a:gd name="csY2" fmla="*/ 45518 h 90713"/>
                  <a:gd name="csX3" fmla="*/ 77657 w 90714"/>
                  <a:gd name="csY3" fmla="*/ 13446 h 90713"/>
                  <a:gd name="csX4" fmla="*/ 45584 w 90714"/>
                  <a:gd name="csY4" fmla="*/ 161 h 90713"/>
                  <a:gd name="csX5" fmla="*/ 13512 w 90714"/>
                  <a:gd name="csY5" fmla="*/ 13446 h 90713"/>
                  <a:gd name="csX6" fmla="*/ 227 w 90714"/>
                  <a:gd name="csY6" fmla="*/ 45518 h 90713"/>
                  <a:gd name="csX7" fmla="*/ 13512 w 90714"/>
                  <a:gd name="csY7" fmla="*/ 77590 h 90713"/>
                  <a:gd name="csX8" fmla="*/ 45584 w 90714"/>
                  <a:gd name="csY8" fmla="*/ 9087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4" y="90875"/>
                    </a:moveTo>
                    <a:cubicBezTo>
                      <a:pt x="57613" y="90875"/>
                      <a:pt x="69151" y="86095"/>
                      <a:pt x="77657" y="77590"/>
                    </a:cubicBezTo>
                    <a:cubicBezTo>
                      <a:pt x="86162" y="69084"/>
                      <a:pt x="90941" y="57547"/>
                      <a:pt x="90941" y="45518"/>
                    </a:cubicBezTo>
                    <a:cubicBezTo>
                      <a:pt x="90941" y="33489"/>
                      <a:pt x="86162" y="21951"/>
                      <a:pt x="77657" y="13446"/>
                    </a:cubicBezTo>
                    <a:cubicBezTo>
                      <a:pt x="69151" y="4940"/>
                      <a:pt x="57613" y="161"/>
                      <a:pt x="45584" y="161"/>
                    </a:cubicBezTo>
                    <a:cubicBezTo>
                      <a:pt x="33555" y="161"/>
                      <a:pt x="22017" y="4940"/>
                      <a:pt x="13512" y="13446"/>
                    </a:cubicBezTo>
                    <a:cubicBezTo>
                      <a:pt x="5006" y="21951"/>
                      <a:pt x="227" y="33489"/>
                      <a:pt x="227" y="45518"/>
                    </a:cubicBezTo>
                    <a:cubicBezTo>
                      <a:pt x="227" y="57547"/>
                      <a:pt x="5006" y="69084"/>
                      <a:pt x="13512" y="77590"/>
                    </a:cubicBezTo>
                    <a:cubicBezTo>
                      <a:pt x="22017" y="86095"/>
                      <a:pt x="33555" y="90875"/>
                      <a:pt x="45584" y="9087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1" name="任意多边形: 形状 1250"/>
              <p:cNvSpPr/>
              <p:nvPr/>
            </p:nvSpPr>
            <p:spPr>
              <a:xfrm>
                <a:off x="6819550" y="24540060"/>
                <a:ext cx="180000" cy="180000"/>
              </a:xfrm>
              <a:custGeom>
                <a:avLst/>
                <a:gdLst>
                  <a:gd name="csX0" fmla="*/ 45550 w 90714"/>
                  <a:gd name="csY0" fmla="*/ 90919 h 90713"/>
                  <a:gd name="csX1" fmla="*/ 77623 w 90714"/>
                  <a:gd name="csY1" fmla="*/ 77635 h 90713"/>
                  <a:gd name="csX2" fmla="*/ 90907 w 90714"/>
                  <a:gd name="csY2" fmla="*/ 45563 h 90713"/>
                  <a:gd name="csX3" fmla="*/ 77623 w 90714"/>
                  <a:gd name="csY3" fmla="*/ 13491 h 90713"/>
                  <a:gd name="csX4" fmla="*/ 45550 w 90714"/>
                  <a:gd name="csY4" fmla="*/ 206 h 90713"/>
                  <a:gd name="csX5" fmla="*/ 13478 w 90714"/>
                  <a:gd name="csY5" fmla="*/ 13491 h 90713"/>
                  <a:gd name="csX6" fmla="*/ 193 w 90714"/>
                  <a:gd name="csY6" fmla="*/ 45563 h 90713"/>
                  <a:gd name="csX7" fmla="*/ 13478 w 90714"/>
                  <a:gd name="csY7" fmla="*/ 77635 h 90713"/>
                  <a:gd name="csX8" fmla="*/ 45550 w 90714"/>
                  <a:gd name="csY8" fmla="*/ 9091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0" y="90919"/>
                    </a:moveTo>
                    <a:cubicBezTo>
                      <a:pt x="57579" y="90919"/>
                      <a:pt x="69117" y="86140"/>
                      <a:pt x="77623" y="77635"/>
                    </a:cubicBezTo>
                    <a:cubicBezTo>
                      <a:pt x="86128" y="69129"/>
                      <a:pt x="90907" y="57591"/>
                      <a:pt x="90907" y="45563"/>
                    </a:cubicBezTo>
                    <a:cubicBezTo>
                      <a:pt x="90907" y="33534"/>
                      <a:pt x="86128" y="21996"/>
                      <a:pt x="77623" y="13491"/>
                    </a:cubicBezTo>
                    <a:cubicBezTo>
                      <a:pt x="69117" y="4985"/>
                      <a:pt x="57579" y="206"/>
                      <a:pt x="45550" y="206"/>
                    </a:cubicBezTo>
                    <a:cubicBezTo>
                      <a:pt x="33521" y="206"/>
                      <a:pt x="21983" y="4985"/>
                      <a:pt x="13478" y="13491"/>
                    </a:cubicBezTo>
                    <a:cubicBezTo>
                      <a:pt x="4972" y="21996"/>
                      <a:pt x="193" y="33534"/>
                      <a:pt x="193" y="45563"/>
                    </a:cubicBezTo>
                    <a:cubicBezTo>
                      <a:pt x="193" y="57591"/>
                      <a:pt x="4972" y="69129"/>
                      <a:pt x="13478" y="77635"/>
                    </a:cubicBezTo>
                    <a:cubicBezTo>
                      <a:pt x="21983" y="86140"/>
                      <a:pt x="33521" y="90919"/>
                      <a:pt x="45550" y="9091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2" name="任意多边形: 形状 1251"/>
              <p:cNvSpPr/>
              <p:nvPr/>
            </p:nvSpPr>
            <p:spPr>
              <a:xfrm>
                <a:off x="7059459" y="22843277"/>
                <a:ext cx="180000" cy="180000"/>
              </a:xfrm>
              <a:custGeom>
                <a:avLst/>
                <a:gdLst>
                  <a:gd name="csX0" fmla="*/ 45558 w 90714"/>
                  <a:gd name="csY0" fmla="*/ 90866 h 90713"/>
                  <a:gd name="csX1" fmla="*/ 77630 w 90714"/>
                  <a:gd name="csY1" fmla="*/ 77582 h 90713"/>
                  <a:gd name="csX2" fmla="*/ 90915 w 90714"/>
                  <a:gd name="csY2" fmla="*/ 45510 h 90713"/>
                  <a:gd name="csX3" fmla="*/ 77630 w 90714"/>
                  <a:gd name="csY3" fmla="*/ 13438 h 90713"/>
                  <a:gd name="csX4" fmla="*/ 45558 w 90714"/>
                  <a:gd name="csY4" fmla="*/ 153 h 90713"/>
                  <a:gd name="csX5" fmla="*/ 13485 w 90714"/>
                  <a:gd name="csY5" fmla="*/ 13438 h 90713"/>
                  <a:gd name="csX6" fmla="*/ 200 w 90714"/>
                  <a:gd name="csY6" fmla="*/ 45510 h 90713"/>
                  <a:gd name="csX7" fmla="*/ 13485 w 90714"/>
                  <a:gd name="csY7" fmla="*/ 77582 h 90713"/>
                  <a:gd name="csX8" fmla="*/ 45558 w 90714"/>
                  <a:gd name="csY8" fmla="*/ 9086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8" y="90866"/>
                    </a:moveTo>
                    <a:cubicBezTo>
                      <a:pt x="57587" y="90866"/>
                      <a:pt x="69124" y="86087"/>
                      <a:pt x="77630" y="77582"/>
                    </a:cubicBezTo>
                    <a:cubicBezTo>
                      <a:pt x="86136" y="69076"/>
                      <a:pt x="90915" y="57538"/>
                      <a:pt x="90915" y="45510"/>
                    </a:cubicBezTo>
                    <a:cubicBezTo>
                      <a:pt x="90915" y="33481"/>
                      <a:pt x="86136" y="21943"/>
                      <a:pt x="77630" y="13438"/>
                    </a:cubicBezTo>
                    <a:cubicBezTo>
                      <a:pt x="69124" y="4932"/>
                      <a:pt x="57587" y="153"/>
                      <a:pt x="45558" y="153"/>
                    </a:cubicBezTo>
                    <a:cubicBezTo>
                      <a:pt x="33529" y="153"/>
                      <a:pt x="21991" y="4932"/>
                      <a:pt x="13485" y="13438"/>
                    </a:cubicBezTo>
                    <a:cubicBezTo>
                      <a:pt x="4979" y="21943"/>
                      <a:pt x="200" y="33481"/>
                      <a:pt x="200" y="45510"/>
                    </a:cubicBezTo>
                    <a:cubicBezTo>
                      <a:pt x="200" y="57538"/>
                      <a:pt x="4979" y="69076"/>
                      <a:pt x="13485" y="77582"/>
                    </a:cubicBezTo>
                    <a:cubicBezTo>
                      <a:pt x="21991" y="86087"/>
                      <a:pt x="33529" y="90866"/>
                      <a:pt x="45558" y="9086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3" name="任意多边形: 形状 1252"/>
              <p:cNvSpPr/>
              <p:nvPr/>
            </p:nvSpPr>
            <p:spPr>
              <a:xfrm>
                <a:off x="5391230" y="21990584"/>
                <a:ext cx="180000" cy="180000"/>
              </a:xfrm>
              <a:custGeom>
                <a:avLst/>
                <a:gdLst>
                  <a:gd name="csX0" fmla="*/ 45506 w 90714"/>
                  <a:gd name="csY0" fmla="*/ 90840 h 90713"/>
                  <a:gd name="csX1" fmla="*/ 77578 w 90714"/>
                  <a:gd name="csY1" fmla="*/ 77555 h 90713"/>
                  <a:gd name="csX2" fmla="*/ 90863 w 90714"/>
                  <a:gd name="csY2" fmla="*/ 45483 h 90713"/>
                  <a:gd name="csX3" fmla="*/ 77578 w 90714"/>
                  <a:gd name="csY3" fmla="*/ 13411 h 90713"/>
                  <a:gd name="csX4" fmla="*/ 45506 w 90714"/>
                  <a:gd name="csY4" fmla="*/ 126 h 90713"/>
                  <a:gd name="csX5" fmla="*/ 13433 w 90714"/>
                  <a:gd name="csY5" fmla="*/ 13411 h 90713"/>
                  <a:gd name="csX6" fmla="*/ 148 w 90714"/>
                  <a:gd name="csY6" fmla="*/ 45483 h 90713"/>
                  <a:gd name="csX7" fmla="*/ 13433 w 90714"/>
                  <a:gd name="csY7" fmla="*/ 77555 h 90713"/>
                  <a:gd name="csX8" fmla="*/ 45506 w 90714"/>
                  <a:gd name="csY8" fmla="*/ 9084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6" y="90840"/>
                    </a:moveTo>
                    <a:cubicBezTo>
                      <a:pt x="57534" y="90840"/>
                      <a:pt x="69072" y="86061"/>
                      <a:pt x="77578" y="77555"/>
                    </a:cubicBezTo>
                    <a:cubicBezTo>
                      <a:pt x="86084" y="69050"/>
                      <a:pt x="90863" y="57512"/>
                      <a:pt x="90863" y="45483"/>
                    </a:cubicBezTo>
                    <a:cubicBezTo>
                      <a:pt x="90863" y="33454"/>
                      <a:pt x="86084" y="21917"/>
                      <a:pt x="77578" y="13411"/>
                    </a:cubicBezTo>
                    <a:cubicBezTo>
                      <a:pt x="69072" y="4905"/>
                      <a:pt x="57534" y="126"/>
                      <a:pt x="45506" y="126"/>
                    </a:cubicBezTo>
                    <a:cubicBezTo>
                      <a:pt x="33477" y="126"/>
                      <a:pt x="21939" y="4905"/>
                      <a:pt x="13433" y="13411"/>
                    </a:cubicBezTo>
                    <a:cubicBezTo>
                      <a:pt x="4927" y="21917"/>
                      <a:pt x="148" y="33454"/>
                      <a:pt x="148" y="45483"/>
                    </a:cubicBezTo>
                    <a:cubicBezTo>
                      <a:pt x="148" y="57512"/>
                      <a:pt x="4927" y="69050"/>
                      <a:pt x="13433" y="77555"/>
                    </a:cubicBezTo>
                    <a:cubicBezTo>
                      <a:pt x="21939" y="86061"/>
                      <a:pt x="33477" y="90840"/>
                      <a:pt x="45506" y="9084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4" name="任意多边形: 形状 1253"/>
              <p:cNvSpPr/>
              <p:nvPr/>
            </p:nvSpPr>
            <p:spPr>
              <a:xfrm>
                <a:off x="7482180" y="25065732"/>
                <a:ext cx="180000" cy="180000"/>
              </a:xfrm>
              <a:custGeom>
                <a:avLst/>
                <a:gdLst>
                  <a:gd name="csX0" fmla="*/ 45571 w 90714"/>
                  <a:gd name="csY0" fmla="*/ 90936 h 90713"/>
                  <a:gd name="csX1" fmla="*/ 77643 w 90714"/>
                  <a:gd name="csY1" fmla="*/ 77651 h 90713"/>
                  <a:gd name="csX2" fmla="*/ 90928 w 90714"/>
                  <a:gd name="csY2" fmla="*/ 45579 h 90713"/>
                  <a:gd name="csX3" fmla="*/ 77643 w 90714"/>
                  <a:gd name="csY3" fmla="*/ 13507 h 90713"/>
                  <a:gd name="csX4" fmla="*/ 45571 w 90714"/>
                  <a:gd name="csY4" fmla="*/ 222 h 90713"/>
                  <a:gd name="csX5" fmla="*/ 13498 w 90714"/>
                  <a:gd name="csY5" fmla="*/ 13507 h 90713"/>
                  <a:gd name="csX6" fmla="*/ 213 w 90714"/>
                  <a:gd name="csY6" fmla="*/ 45579 h 90713"/>
                  <a:gd name="csX7" fmla="*/ 13498 w 90714"/>
                  <a:gd name="csY7" fmla="*/ 77651 h 90713"/>
                  <a:gd name="csX8" fmla="*/ 45571 w 90714"/>
                  <a:gd name="csY8" fmla="*/ 909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936"/>
                    </a:moveTo>
                    <a:cubicBezTo>
                      <a:pt x="57600" y="90936"/>
                      <a:pt x="69138" y="86157"/>
                      <a:pt x="77643" y="77651"/>
                    </a:cubicBezTo>
                    <a:cubicBezTo>
                      <a:pt x="86149" y="69145"/>
                      <a:pt x="90928" y="57608"/>
                      <a:pt x="90928" y="45579"/>
                    </a:cubicBezTo>
                    <a:cubicBezTo>
                      <a:pt x="90928" y="33550"/>
                      <a:pt x="86149" y="22013"/>
                      <a:pt x="77643" y="13507"/>
                    </a:cubicBezTo>
                    <a:cubicBezTo>
                      <a:pt x="69138" y="5001"/>
                      <a:pt x="57600" y="222"/>
                      <a:pt x="45571" y="222"/>
                    </a:cubicBezTo>
                    <a:cubicBezTo>
                      <a:pt x="33542" y="222"/>
                      <a:pt x="22004" y="5001"/>
                      <a:pt x="13498" y="13507"/>
                    </a:cubicBezTo>
                    <a:cubicBezTo>
                      <a:pt x="4993" y="22013"/>
                      <a:pt x="213" y="33550"/>
                      <a:pt x="213" y="45579"/>
                    </a:cubicBezTo>
                    <a:cubicBezTo>
                      <a:pt x="213" y="57608"/>
                      <a:pt x="4993" y="69145"/>
                      <a:pt x="13498" y="77651"/>
                    </a:cubicBezTo>
                    <a:cubicBezTo>
                      <a:pt x="22004" y="86157"/>
                      <a:pt x="33542" y="90936"/>
                      <a:pt x="45571" y="909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5" name="任意多边形: 形状 1254"/>
              <p:cNvSpPr/>
              <p:nvPr/>
            </p:nvSpPr>
            <p:spPr>
              <a:xfrm>
                <a:off x="7382011" y="21113012"/>
                <a:ext cx="180000" cy="180000"/>
              </a:xfrm>
              <a:custGeom>
                <a:avLst/>
                <a:gdLst>
                  <a:gd name="csX0" fmla="*/ 45568 w 90714"/>
                  <a:gd name="csY0" fmla="*/ 90812 h 90713"/>
                  <a:gd name="csX1" fmla="*/ 77640 w 90714"/>
                  <a:gd name="csY1" fmla="*/ 77528 h 90713"/>
                  <a:gd name="csX2" fmla="*/ 90925 w 90714"/>
                  <a:gd name="csY2" fmla="*/ 45456 h 90713"/>
                  <a:gd name="csX3" fmla="*/ 77640 w 90714"/>
                  <a:gd name="csY3" fmla="*/ 13384 h 90713"/>
                  <a:gd name="csX4" fmla="*/ 45568 w 90714"/>
                  <a:gd name="csY4" fmla="*/ 99 h 90713"/>
                  <a:gd name="csX5" fmla="*/ 13495 w 90714"/>
                  <a:gd name="csY5" fmla="*/ 13384 h 90713"/>
                  <a:gd name="csX6" fmla="*/ 210 w 90714"/>
                  <a:gd name="csY6" fmla="*/ 45456 h 90713"/>
                  <a:gd name="csX7" fmla="*/ 13495 w 90714"/>
                  <a:gd name="csY7" fmla="*/ 77528 h 90713"/>
                  <a:gd name="csX8" fmla="*/ 45568 w 90714"/>
                  <a:gd name="csY8" fmla="*/ 908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8" y="90812"/>
                    </a:moveTo>
                    <a:cubicBezTo>
                      <a:pt x="57597" y="90812"/>
                      <a:pt x="69134" y="86033"/>
                      <a:pt x="77640" y="77528"/>
                    </a:cubicBezTo>
                    <a:cubicBezTo>
                      <a:pt x="86146" y="69022"/>
                      <a:pt x="90925" y="57484"/>
                      <a:pt x="90925" y="45456"/>
                    </a:cubicBezTo>
                    <a:cubicBezTo>
                      <a:pt x="90925" y="33427"/>
                      <a:pt x="86146" y="21889"/>
                      <a:pt x="77640" y="13384"/>
                    </a:cubicBezTo>
                    <a:cubicBezTo>
                      <a:pt x="69134" y="4878"/>
                      <a:pt x="57597" y="99"/>
                      <a:pt x="45568" y="99"/>
                    </a:cubicBezTo>
                    <a:cubicBezTo>
                      <a:pt x="33539" y="99"/>
                      <a:pt x="22001" y="4878"/>
                      <a:pt x="13495" y="13384"/>
                    </a:cubicBezTo>
                    <a:cubicBezTo>
                      <a:pt x="4990" y="21889"/>
                      <a:pt x="210" y="33427"/>
                      <a:pt x="210" y="45456"/>
                    </a:cubicBezTo>
                    <a:cubicBezTo>
                      <a:pt x="210" y="57484"/>
                      <a:pt x="4990" y="69022"/>
                      <a:pt x="13495" y="77528"/>
                    </a:cubicBezTo>
                    <a:cubicBezTo>
                      <a:pt x="22001" y="86033"/>
                      <a:pt x="33539" y="90812"/>
                      <a:pt x="45568" y="908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6" name="任意多边形: 形状 1255"/>
              <p:cNvSpPr/>
              <p:nvPr/>
            </p:nvSpPr>
            <p:spPr>
              <a:xfrm>
                <a:off x="7618691" y="25569621"/>
                <a:ext cx="180000" cy="180000"/>
              </a:xfrm>
              <a:custGeom>
                <a:avLst/>
                <a:gdLst>
                  <a:gd name="csX0" fmla="*/ 45575 w 90714"/>
                  <a:gd name="csY0" fmla="*/ 90951 h 90713"/>
                  <a:gd name="csX1" fmla="*/ 77647 w 90714"/>
                  <a:gd name="csY1" fmla="*/ 77667 h 90713"/>
                  <a:gd name="csX2" fmla="*/ 90932 w 90714"/>
                  <a:gd name="csY2" fmla="*/ 45595 h 90713"/>
                  <a:gd name="csX3" fmla="*/ 77647 w 90714"/>
                  <a:gd name="csY3" fmla="*/ 13523 h 90713"/>
                  <a:gd name="csX4" fmla="*/ 45575 w 90714"/>
                  <a:gd name="csY4" fmla="*/ 238 h 90713"/>
                  <a:gd name="csX5" fmla="*/ 13503 w 90714"/>
                  <a:gd name="csY5" fmla="*/ 13523 h 90713"/>
                  <a:gd name="csX6" fmla="*/ 218 w 90714"/>
                  <a:gd name="csY6" fmla="*/ 45595 h 90713"/>
                  <a:gd name="csX7" fmla="*/ 13503 w 90714"/>
                  <a:gd name="csY7" fmla="*/ 77667 h 90713"/>
                  <a:gd name="csX8" fmla="*/ 45575 w 90714"/>
                  <a:gd name="csY8" fmla="*/ 9095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5" y="90951"/>
                    </a:moveTo>
                    <a:cubicBezTo>
                      <a:pt x="57604" y="90951"/>
                      <a:pt x="69142" y="86172"/>
                      <a:pt x="77647" y="77667"/>
                    </a:cubicBezTo>
                    <a:cubicBezTo>
                      <a:pt x="86153" y="69161"/>
                      <a:pt x="90932" y="57623"/>
                      <a:pt x="90932" y="45595"/>
                    </a:cubicBezTo>
                    <a:cubicBezTo>
                      <a:pt x="90932" y="33566"/>
                      <a:pt x="86153" y="22028"/>
                      <a:pt x="77647" y="13523"/>
                    </a:cubicBezTo>
                    <a:cubicBezTo>
                      <a:pt x="69142" y="5017"/>
                      <a:pt x="57604" y="238"/>
                      <a:pt x="45575" y="238"/>
                    </a:cubicBezTo>
                    <a:cubicBezTo>
                      <a:pt x="33546" y="238"/>
                      <a:pt x="22008" y="5017"/>
                      <a:pt x="13503" y="13523"/>
                    </a:cubicBezTo>
                    <a:cubicBezTo>
                      <a:pt x="4997" y="22028"/>
                      <a:pt x="218" y="33566"/>
                      <a:pt x="218" y="45595"/>
                    </a:cubicBezTo>
                    <a:cubicBezTo>
                      <a:pt x="218" y="57623"/>
                      <a:pt x="4997" y="69161"/>
                      <a:pt x="13503" y="77667"/>
                    </a:cubicBezTo>
                    <a:cubicBezTo>
                      <a:pt x="22008" y="86172"/>
                      <a:pt x="33546" y="90951"/>
                      <a:pt x="45575" y="9095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7" name="任意多边形: 形状 1256"/>
              <p:cNvSpPr/>
              <p:nvPr/>
            </p:nvSpPr>
            <p:spPr>
              <a:xfrm>
                <a:off x="7296699" y="23678592"/>
                <a:ext cx="180000" cy="180000"/>
              </a:xfrm>
              <a:custGeom>
                <a:avLst/>
                <a:gdLst>
                  <a:gd name="csX0" fmla="*/ 45565 w 90714"/>
                  <a:gd name="csY0" fmla="*/ 90892 h 90713"/>
                  <a:gd name="csX1" fmla="*/ 77637 w 90714"/>
                  <a:gd name="csY1" fmla="*/ 77608 h 90713"/>
                  <a:gd name="csX2" fmla="*/ 90922 w 90714"/>
                  <a:gd name="csY2" fmla="*/ 45536 h 90713"/>
                  <a:gd name="csX3" fmla="*/ 77637 w 90714"/>
                  <a:gd name="csY3" fmla="*/ 13464 h 90713"/>
                  <a:gd name="csX4" fmla="*/ 45565 w 90714"/>
                  <a:gd name="csY4" fmla="*/ 179 h 90713"/>
                  <a:gd name="csX5" fmla="*/ 13493 w 90714"/>
                  <a:gd name="csY5" fmla="*/ 13464 h 90713"/>
                  <a:gd name="csX6" fmla="*/ 208 w 90714"/>
                  <a:gd name="csY6" fmla="*/ 45536 h 90713"/>
                  <a:gd name="csX7" fmla="*/ 13493 w 90714"/>
                  <a:gd name="csY7" fmla="*/ 77608 h 90713"/>
                  <a:gd name="csX8" fmla="*/ 45565 w 90714"/>
                  <a:gd name="csY8" fmla="*/ 9089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892"/>
                    </a:moveTo>
                    <a:cubicBezTo>
                      <a:pt x="57594" y="90892"/>
                      <a:pt x="69132" y="86113"/>
                      <a:pt x="77637" y="77608"/>
                    </a:cubicBezTo>
                    <a:cubicBezTo>
                      <a:pt x="86143" y="69102"/>
                      <a:pt x="90922" y="57564"/>
                      <a:pt x="90922" y="45536"/>
                    </a:cubicBezTo>
                    <a:cubicBezTo>
                      <a:pt x="90922" y="33507"/>
                      <a:pt x="86143" y="21969"/>
                      <a:pt x="77637" y="13464"/>
                    </a:cubicBezTo>
                    <a:cubicBezTo>
                      <a:pt x="69132" y="4958"/>
                      <a:pt x="57594" y="179"/>
                      <a:pt x="45565" y="179"/>
                    </a:cubicBezTo>
                    <a:cubicBezTo>
                      <a:pt x="33536" y="179"/>
                      <a:pt x="21998" y="4958"/>
                      <a:pt x="13493" y="13464"/>
                    </a:cubicBezTo>
                    <a:cubicBezTo>
                      <a:pt x="4987" y="21969"/>
                      <a:pt x="208" y="33507"/>
                      <a:pt x="208" y="45536"/>
                    </a:cubicBezTo>
                    <a:cubicBezTo>
                      <a:pt x="208" y="57564"/>
                      <a:pt x="4987" y="69102"/>
                      <a:pt x="13493" y="77608"/>
                    </a:cubicBezTo>
                    <a:cubicBezTo>
                      <a:pt x="21998" y="86113"/>
                      <a:pt x="33536" y="90892"/>
                      <a:pt x="45565" y="9089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8" name="任意多边形: 形状 1257"/>
              <p:cNvSpPr/>
              <p:nvPr/>
            </p:nvSpPr>
            <p:spPr>
              <a:xfrm>
                <a:off x="6421360" y="23240784"/>
                <a:ext cx="180000" cy="180000"/>
              </a:xfrm>
              <a:custGeom>
                <a:avLst/>
                <a:gdLst>
                  <a:gd name="csX0" fmla="*/ 45538 w 90714"/>
                  <a:gd name="csY0" fmla="*/ 90879 h 90713"/>
                  <a:gd name="csX1" fmla="*/ 77610 w 90714"/>
                  <a:gd name="csY1" fmla="*/ 77594 h 90713"/>
                  <a:gd name="csX2" fmla="*/ 90895 w 90714"/>
                  <a:gd name="csY2" fmla="*/ 45522 h 90713"/>
                  <a:gd name="csX3" fmla="*/ 77610 w 90714"/>
                  <a:gd name="csY3" fmla="*/ 13450 h 90713"/>
                  <a:gd name="csX4" fmla="*/ 45538 w 90714"/>
                  <a:gd name="csY4" fmla="*/ 165 h 90713"/>
                  <a:gd name="csX5" fmla="*/ 13465 w 90714"/>
                  <a:gd name="csY5" fmla="*/ 13450 h 90713"/>
                  <a:gd name="csX6" fmla="*/ 180 w 90714"/>
                  <a:gd name="csY6" fmla="*/ 45522 h 90713"/>
                  <a:gd name="csX7" fmla="*/ 13465 w 90714"/>
                  <a:gd name="csY7" fmla="*/ 77594 h 90713"/>
                  <a:gd name="csX8" fmla="*/ 45538 w 90714"/>
                  <a:gd name="csY8" fmla="*/ 9087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79"/>
                    </a:moveTo>
                    <a:cubicBezTo>
                      <a:pt x="57567" y="90879"/>
                      <a:pt x="69104" y="86100"/>
                      <a:pt x="77610" y="77594"/>
                    </a:cubicBezTo>
                    <a:cubicBezTo>
                      <a:pt x="86116" y="69088"/>
                      <a:pt x="90895" y="57551"/>
                      <a:pt x="90895" y="45522"/>
                    </a:cubicBezTo>
                    <a:cubicBezTo>
                      <a:pt x="90895" y="33493"/>
                      <a:pt x="86116" y="21956"/>
                      <a:pt x="77610" y="13450"/>
                    </a:cubicBezTo>
                    <a:cubicBezTo>
                      <a:pt x="69104" y="4944"/>
                      <a:pt x="57567" y="165"/>
                      <a:pt x="45538" y="165"/>
                    </a:cubicBezTo>
                    <a:cubicBezTo>
                      <a:pt x="33509" y="165"/>
                      <a:pt x="21971" y="4944"/>
                      <a:pt x="13465" y="13450"/>
                    </a:cubicBezTo>
                    <a:cubicBezTo>
                      <a:pt x="4960" y="21956"/>
                      <a:pt x="180" y="33493"/>
                      <a:pt x="180" y="45522"/>
                    </a:cubicBezTo>
                    <a:cubicBezTo>
                      <a:pt x="180" y="57551"/>
                      <a:pt x="4960" y="69088"/>
                      <a:pt x="13465" y="77594"/>
                    </a:cubicBezTo>
                    <a:cubicBezTo>
                      <a:pt x="21971" y="86100"/>
                      <a:pt x="33509" y="90879"/>
                      <a:pt x="45538" y="9087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59" name="任意多边形: 形状 1258"/>
              <p:cNvSpPr/>
              <p:nvPr/>
            </p:nvSpPr>
            <p:spPr>
              <a:xfrm>
                <a:off x="6933332" y="21099924"/>
                <a:ext cx="180000" cy="180000"/>
              </a:xfrm>
              <a:custGeom>
                <a:avLst/>
                <a:gdLst>
                  <a:gd name="csX0" fmla="*/ 45554 w 90714"/>
                  <a:gd name="csY0" fmla="*/ 90812 h 90713"/>
                  <a:gd name="csX1" fmla="*/ 77626 w 90714"/>
                  <a:gd name="csY1" fmla="*/ 77527 h 90713"/>
                  <a:gd name="csX2" fmla="*/ 90911 w 90714"/>
                  <a:gd name="csY2" fmla="*/ 45455 h 90713"/>
                  <a:gd name="csX3" fmla="*/ 77626 w 90714"/>
                  <a:gd name="csY3" fmla="*/ 13383 h 90713"/>
                  <a:gd name="csX4" fmla="*/ 45554 w 90714"/>
                  <a:gd name="csY4" fmla="*/ 99 h 90713"/>
                  <a:gd name="csX5" fmla="*/ 13481 w 90714"/>
                  <a:gd name="csY5" fmla="*/ 13383 h 90713"/>
                  <a:gd name="csX6" fmla="*/ 196 w 90714"/>
                  <a:gd name="csY6" fmla="*/ 45455 h 90713"/>
                  <a:gd name="csX7" fmla="*/ 13481 w 90714"/>
                  <a:gd name="csY7" fmla="*/ 77527 h 90713"/>
                  <a:gd name="csX8" fmla="*/ 45554 w 90714"/>
                  <a:gd name="csY8" fmla="*/ 908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4" y="90812"/>
                    </a:moveTo>
                    <a:cubicBezTo>
                      <a:pt x="57583" y="90812"/>
                      <a:pt x="69120" y="86033"/>
                      <a:pt x="77626" y="77527"/>
                    </a:cubicBezTo>
                    <a:cubicBezTo>
                      <a:pt x="86132" y="69022"/>
                      <a:pt x="90911" y="57484"/>
                      <a:pt x="90911" y="45455"/>
                    </a:cubicBezTo>
                    <a:cubicBezTo>
                      <a:pt x="90911" y="33427"/>
                      <a:pt x="86132" y="21889"/>
                      <a:pt x="77626" y="13383"/>
                    </a:cubicBezTo>
                    <a:cubicBezTo>
                      <a:pt x="69120" y="4878"/>
                      <a:pt x="57583" y="99"/>
                      <a:pt x="45554" y="99"/>
                    </a:cubicBezTo>
                    <a:cubicBezTo>
                      <a:pt x="33525" y="99"/>
                      <a:pt x="21987" y="4878"/>
                      <a:pt x="13481" y="13383"/>
                    </a:cubicBezTo>
                    <a:cubicBezTo>
                      <a:pt x="4976" y="21889"/>
                      <a:pt x="196" y="33427"/>
                      <a:pt x="196" y="45455"/>
                    </a:cubicBezTo>
                    <a:cubicBezTo>
                      <a:pt x="196" y="57484"/>
                      <a:pt x="4976" y="69022"/>
                      <a:pt x="13481" y="77527"/>
                    </a:cubicBezTo>
                    <a:cubicBezTo>
                      <a:pt x="21987" y="86033"/>
                      <a:pt x="33525" y="90812"/>
                      <a:pt x="45554" y="908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0" name="任意多边形: 形状 1259"/>
              <p:cNvSpPr/>
              <p:nvPr/>
            </p:nvSpPr>
            <p:spPr>
              <a:xfrm>
                <a:off x="4127527" y="23331808"/>
                <a:ext cx="180000" cy="180000"/>
              </a:xfrm>
              <a:custGeom>
                <a:avLst/>
                <a:gdLst>
                  <a:gd name="csX0" fmla="*/ 45466 w 90714"/>
                  <a:gd name="csY0" fmla="*/ 90882 h 90713"/>
                  <a:gd name="csX1" fmla="*/ 77539 w 90714"/>
                  <a:gd name="csY1" fmla="*/ 77597 h 90713"/>
                  <a:gd name="csX2" fmla="*/ 90823 w 90714"/>
                  <a:gd name="csY2" fmla="*/ 45525 h 90713"/>
                  <a:gd name="csX3" fmla="*/ 77539 w 90714"/>
                  <a:gd name="csY3" fmla="*/ 13453 h 90713"/>
                  <a:gd name="csX4" fmla="*/ 45466 w 90714"/>
                  <a:gd name="csY4" fmla="*/ 168 h 90713"/>
                  <a:gd name="csX5" fmla="*/ 13394 w 90714"/>
                  <a:gd name="csY5" fmla="*/ 13453 h 90713"/>
                  <a:gd name="csX6" fmla="*/ 109 w 90714"/>
                  <a:gd name="csY6" fmla="*/ 45525 h 90713"/>
                  <a:gd name="csX7" fmla="*/ 13394 w 90714"/>
                  <a:gd name="csY7" fmla="*/ 77597 h 90713"/>
                  <a:gd name="csX8" fmla="*/ 45466 w 90714"/>
                  <a:gd name="csY8" fmla="*/ 9088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6" y="90882"/>
                    </a:moveTo>
                    <a:cubicBezTo>
                      <a:pt x="57495" y="90882"/>
                      <a:pt x="69033" y="86103"/>
                      <a:pt x="77539" y="77597"/>
                    </a:cubicBezTo>
                    <a:cubicBezTo>
                      <a:pt x="86044" y="69091"/>
                      <a:pt x="90823" y="57554"/>
                      <a:pt x="90823" y="45525"/>
                    </a:cubicBezTo>
                    <a:cubicBezTo>
                      <a:pt x="90823" y="33496"/>
                      <a:pt x="86044" y="21958"/>
                      <a:pt x="77539" y="13453"/>
                    </a:cubicBezTo>
                    <a:cubicBezTo>
                      <a:pt x="69033" y="4947"/>
                      <a:pt x="57495" y="168"/>
                      <a:pt x="45466" y="168"/>
                    </a:cubicBezTo>
                    <a:cubicBezTo>
                      <a:pt x="33437" y="168"/>
                      <a:pt x="21899" y="4947"/>
                      <a:pt x="13394" y="13453"/>
                    </a:cubicBezTo>
                    <a:cubicBezTo>
                      <a:pt x="4888" y="21958"/>
                      <a:pt x="109" y="33496"/>
                      <a:pt x="109" y="45525"/>
                    </a:cubicBezTo>
                    <a:cubicBezTo>
                      <a:pt x="109" y="57554"/>
                      <a:pt x="4888" y="69091"/>
                      <a:pt x="13394" y="77597"/>
                    </a:cubicBezTo>
                    <a:cubicBezTo>
                      <a:pt x="21899" y="86103"/>
                      <a:pt x="33437" y="90882"/>
                      <a:pt x="45466" y="9088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1" name="任意多边形: 形状 1260"/>
              <p:cNvSpPr/>
              <p:nvPr/>
            </p:nvSpPr>
            <p:spPr>
              <a:xfrm>
                <a:off x="6884206" y="23223494"/>
                <a:ext cx="180000" cy="180000"/>
              </a:xfrm>
              <a:custGeom>
                <a:avLst/>
                <a:gdLst>
                  <a:gd name="csX0" fmla="*/ 45552 w 90714"/>
                  <a:gd name="csY0" fmla="*/ 90878 h 90713"/>
                  <a:gd name="csX1" fmla="*/ 77625 w 90714"/>
                  <a:gd name="csY1" fmla="*/ 77594 h 90713"/>
                  <a:gd name="csX2" fmla="*/ 90909 w 90714"/>
                  <a:gd name="csY2" fmla="*/ 45522 h 90713"/>
                  <a:gd name="csX3" fmla="*/ 77625 w 90714"/>
                  <a:gd name="csY3" fmla="*/ 13449 h 90713"/>
                  <a:gd name="csX4" fmla="*/ 45552 w 90714"/>
                  <a:gd name="csY4" fmla="*/ 165 h 90713"/>
                  <a:gd name="csX5" fmla="*/ 13480 w 90714"/>
                  <a:gd name="csY5" fmla="*/ 13449 h 90713"/>
                  <a:gd name="csX6" fmla="*/ 195 w 90714"/>
                  <a:gd name="csY6" fmla="*/ 45522 h 90713"/>
                  <a:gd name="csX7" fmla="*/ 13480 w 90714"/>
                  <a:gd name="csY7" fmla="*/ 77594 h 90713"/>
                  <a:gd name="csX8" fmla="*/ 45552 w 90714"/>
                  <a:gd name="csY8" fmla="*/ 9087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78"/>
                    </a:moveTo>
                    <a:cubicBezTo>
                      <a:pt x="57581" y="90878"/>
                      <a:pt x="69119" y="86099"/>
                      <a:pt x="77625" y="77594"/>
                    </a:cubicBezTo>
                    <a:cubicBezTo>
                      <a:pt x="86130" y="69088"/>
                      <a:pt x="90909" y="57550"/>
                      <a:pt x="90909" y="45522"/>
                    </a:cubicBezTo>
                    <a:cubicBezTo>
                      <a:pt x="90909" y="33493"/>
                      <a:pt x="86130" y="21955"/>
                      <a:pt x="77625" y="13449"/>
                    </a:cubicBezTo>
                    <a:cubicBezTo>
                      <a:pt x="69119" y="4944"/>
                      <a:pt x="57581" y="165"/>
                      <a:pt x="45552" y="165"/>
                    </a:cubicBezTo>
                    <a:cubicBezTo>
                      <a:pt x="33523" y="165"/>
                      <a:pt x="21985" y="4944"/>
                      <a:pt x="13480" y="13449"/>
                    </a:cubicBezTo>
                    <a:cubicBezTo>
                      <a:pt x="4974" y="21955"/>
                      <a:pt x="195" y="33493"/>
                      <a:pt x="195" y="45522"/>
                    </a:cubicBezTo>
                    <a:cubicBezTo>
                      <a:pt x="195" y="57550"/>
                      <a:pt x="4974" y="69088"/>
                      <a:pt x="13480" y="77594"/>
                    </a:cubicBezTo>
                    <a:cubicBezTo>
                      <a:pt x="21985" y="86099"/>
                      <a:pt x="33523" y="90878"/>
                      <a:pt x="45552" y="9087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2" name="任意多边形: 形状 1261"/>
              <p:cNvSpPr/>
              <p:nvPr/>
            </p:nvSpPr>
            <p:spPr>
              <a:xfrm>
                <a:off x="6371230" y="22389423"/>
                <a:ext cx="180000" cy="180000"/>
              </a:xfrm>
              <a:custGeom>
                <a:avLst/>
                <a:gdLst>
                  <a:gd name="csX0" fmla="*/ 45536 w 90714"/>
                  <a:gd name="csY0" fmla="*/ 90852 h 90713"/>
                  <a:gd name="csX1" fmla="*/ 77609 w 90714"/>
                  <a:gd name="csY1" fmla="*/ 77568 h 90713"/>
                  <a:gd name="csX2" fmla="*/ 90893 w 90714"/>
                  <a:gd name="csY2" fmla="*/ 45495 h 90713"/>
                  <a:gd name="csX3" fmla="*/ 77609 w 90714"/>
                  <a:gd name="csY3" fmla="*/ 13423 h 90713"/>
                  <a:gd name="csX4" fmla="*/ 45536 w 90714"/>
                  <a:gd name="csY4" fmla="*/ 139 h 90713"/>
                  <a:gd name="csX5" fmla="*/ 13464 w 90714"/>
                  <a:gd name="csY5" fmla="*/ 13423 h 90713"/>
                  <a:gd name="csX6" fmla="*/ 179 w 90714"/>
                  <a:gd name="csY6" fmla="*/ 45495 h 90713"/>
                  <a:gd name="csX7" fmla="*/ 13464 w 90714"/>
                  <a:gd name="csY7" fmla="*/ 77568 h 90713"/>
                  <a:gd name="csX8" fmla="*/ 45536 w 90714"/>
                  <a:gd name="csY8" fmla="*/ 9085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6" y="90852"/>
                    </a:moveTo>
                    <a:cubicBezTo>
                      <a:pt x="57565" y="90852"/>
                      <a:pt x="69103" y="86073"/>
                      <a:pt x="77609" y="77568"/>
                    </a:cubicBezTo>
                    <a:cubicBezTo>
                      <a:pt x="86114" y="69062"/>
                      <a:pt x="90893" y="57524"/>
                      <a:pt x="90893" y="45495"/>
                    </a:cubicBezTo>
                    <a:cubicBezTo>
                      <a:pt x="90893" y="33467"/>
                      <a:pt x="86114" y="21929"/>
                      <a:pt x="77609" y="13423"/>
                    </a:cubicBezTo>
                    <a:cubicBezTo>
                      <a:pt x="69103" y="4918"/>
                      <a:pt x="57565" y="139"/>
                      <a:pt x="45536" y="139"/>
                    </a:cubicBezTo>
                    <a:cubicBezTo>
                      <a:pt x="33507" y="139"/>
                      <a:pt x="21969" y="4918"/>
                      <a:pt x="13464" y="13423"/>
                    </a:cubicBezTo>
                    <a:cubicBezTo>
                      <a:pt x="4958" y="21929"/>
                      <a:pt x="179" y="33467"/>
                      <a:pt x="179" y="45495"/>
                    </a:cubicBezTo>
                    <a:cubicBezTo>
                      <a:pt x="179" y="57524"/>
                      <a:pt x="4958" y="69062"/>
                      <a:pt x="13464" y="77568"/>
                    </a:cubicBezTo>
                    <a:cubicBezTo>
                      <a:pt x="21969" y="86073"/>
                      <a:pt x="33507" y="90852"/>
                      <a:pt x="45536" y="9085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3" name="任意多边形: 形状 1262"/>
              <p:cNvSpPr/>
              <p:nvPr/>
            </p:nvSpPr>
            <p:spPr>
              <a:xfrm>
                <a:off x="8272315" y="23280217"/>
                <a:ext cx="180000" cy="180000"/>
              </a:xfrm>
              <a:custGeom>
                <a:avLst/>
                <a:gdLst>
                  <a:gd name="csX0" fmla="*/ 45595 w 90714"/>
                  <a:gd name="csY0" fmla="*/ 90880 h 90713"/>
                  <a:gd name="csX1" fmla="*/ 77668 w 90714"/>
                  <a:gd name="csY1" fmla="*/ 77595 h 90713"/>
                  <a:gd name="csX2" fmla="*/ 90953 w 90714"/>
                  <a:gd name="csY2" fmla="*/ 45523 h 90713"/>
                  <a:gd name="csX3" fmla="*/ 77668 w 90714"/>
                  <a:gd name="csY3" fmla="*/ 13451 h 90713"/>
                  <a:gd name="csX4" fmla="*/ 45595 w 90714"/>
                  <a:gd name="csY4" fmla="*/ 167 h 90713"/>
                  <a:gd name="csX5" fmla="*/ 13523 w 90714"/>
                  <a:gd name="csY5" fmla="*/ 13451 h 90713"/>
                  <a:gd name="csX6" fmla="*/ 238 w 90714"/>
                  <a:gd name="csY6" fmla="*/ 45523 h 90713"/>
                  <a:gd name="csX7" fmla="*/ 13523 w 90714"/>
                  <a:gd name="csY7" fmla="*/ 77595 h 90713"/>
                  <a:gd name="csX8" fmla="*/ 45595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5" y="90880"/>
                    </a:moveTo>
                    <a:cubicBezTo>
                      <a:pt x="57624" y="90880"/>
                      <a:pt x="69162" y="86101"/>
                      <a:pt x="77668" y="77595"/>
                    </a:cubicBezTo>
                    <a:cubicBezTo>
                      <a:pt x="86174" y="69090"/>
                      <a:pt x="90953" y="57552"/>
                      <a:pt x="90953" y="45523"/>
                    </a:cubicBezTo>
                    <a:cubicBezTo>
                      <a:pt x="90953" y="33495"/>
                      <a:pt x="86174" y="21957"/>
                      <a:pt x="77668" y="13451"/>
                    </a:cubicBezTo>
                    <a:cubicBezTo>
                      <a:pt x="69162" y="4946"/>
                      <a:pt x="57624" y="167"/>
                      <a:pt x="45595" y="167"/>
                    </a:cubicBezTo>
                    <a:cubicBezTo>
                      <a:pt x="33567" y="167"/>
                      <a:pt x="22029" y="4946"/>
                      <a:pt x="13523" y="13451"/>
                    </a:cubicBezTo>
                    <a:cubicBezTo>
                      <a:pt x="5017" y="21957"/>
                      <a:pt x="238" y="33495"/>
                      <a:pt x="238" y="45523"/>
                    </a:cubicBezTo>
                    <a:cubicBezTo>
                      <a:pt x="238" y="57552"/>
                      <a:pt x="5017" y="69090"/>
                      <a:pt x="13523" y="77595"/>
                    </a:cubicBezTo>
                    <a:cubicBezTo>
                      <a:pt x="22029" y="86101"/>
                      <a:pt x="33567" y="90880"/>
                      <a:pt x="45595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4" name="任意多边形: 形状 1263"/>
              <p:cNvSpPr/>
              <p:nvPr/>
            </p:nvSpPr>
            <p:spPr>
              <a:xfrm>
                <a:off x="5496855" y="22052223"/>
                <a:ext cx="180000" cy="180000"/>
              </a:xfrm>
              <a:custGeom>
                <a:avLst/>
                <a:gdLst>
                  <a:gd name="csX0" fmla="*/ 45509 w 90714"/>
                  <a:gd name="csY0" fmla="*/ 90842 h 90713"/>
                  <a:gd name="csX1" fmla="*/ 77581 w 90714"/>
                  <a:gd name="csY1" fmla="*/ 77557 h 90713"/>
                  <a:gd name="csX2" fmla="*/ 90866 w 90714"/>
                  <a:gd name="csY2" fmla="*/ 45485 h 90713"/>
                  <a:gd name="csX3" fmla="*/ 77581 w 90714"/>
                  <a:gd name="csY3" fmla="*/ 13413 h 90713"/>
                  <a:gd name="csX4" fmla="*/ 45509 w 90714"/>
                  <a:gd name="csY4" fmla="*/ 128 h 90713"/>
                  <a:gd name="csX5" fmla="*/ 13436 w 90714"/>
                  <a:gd name="csY5" fmla="*/ 13413 h 90713"/>
                  <a:gd name="csX6" fmla="*/ 152 w 90714"/>
                  <a:gd name="csY6" fmla="*/ 45485 h 90713"/>
                  <a:gd name="csX7" fmla="*/ 13436 w 90714"/>
                  <a:gd name="csY7" fmla="*/ 77557 h 90713"/>
                  <a:gd name="csX8" fmla="*/ 45509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9" y="90842"/>
                    </a:moveTo>
                    <a:cubicBezTo>
                      <a:pt x="57538" y="90842"/>
                      <a:pt x="69076" y="86063"/>
                      <a:pt x="77581" y="77557"/>
                    </a:cubicBezTo>
                    <a:cubicBezTo>
                      <a:pt x="86087" y="69051"/>
                      <a:pt x="90866" y="57514"/>
                      <a:pt x="90866" y="45485"/>
                    </a:cubicBezTo>
                    <a:cubicBezTo>
                      <a:pt x="90866" y="33456"/>
                      <a:pt x="86087" y="21919"/>
                      <a:pt x="77581" y="13413"/>
                    </a:cubicBezTo>
                    <a:cubicBezTo>
                      <a:pt x="69076" y="4907"/>
                      <a:pt x="57538" y="128"/>
                      <a:pt x="45509" y="128"/>
                    </a:cubicBezTo>
                    <a:cubicBezTo>
                      <a:pt x="33480" y="128"/>
                      <a:pt x="21942" y="4907"/>
                      <a:pt x="13436" y="13413"/>
                    </a:cubicBezTo>
                    <a:cubicBezTo>
                      <a:pt x="4931" y="21919"/>
                      <a:pt x="152" y="33456"/>
                      <a:pt x="152" y="45485"/>
                    </a:cubicBezTo>
                    <a:cubicBezTo>
                      <a:pt x="152" y="57514"/>
                      <a:pt x="4931" y="69051"/>
                      <a:pt x="13436" y="77557"/>
                    </a:cubicBezTo>
                    <a:cubicBezTo>
                      <a:pt x="21942" y="86063"/>
                      <a:pt x="33480" y="90842"/>
                      <a:pt x="45509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5" name="任意多边形: 形状 1264"/>
              <p:cNvSpPr/>
              <p:nvPr/>
            </p:nvSpPr>
            <p:spPr>
              <a:xfrm>
                <a:off x="5861267" y="22037724"/>
                <a:ext cx="180000" cy="180000"/>
              </a:xfrm>
              <a:custGeom>
                <a:avLst/>
                <a:gdLst>
                  <a:gd name="csX0" fmla="*/ 45520 w 90714"/>
                  <a:gd name="csY0" fmla="*/ 90841 h 90713"/>
                  <a:gd name="csX1" fmla="*/ 77593 w 90714"/>
                  <a:gd name="csY1" fmla="*/ 77557 h 90713"/>
                  <a:gd name="csX2" fmla="*/ 90878 w 90714"/>
                  <a:gd name="csY2" fmla="*/ 45485 h 90713"/>
                  <a:gd name="csX3" fmla="*/ 77593 w 90714"/>
                  <a:gd name="csY3" fmla="*/ 13412 h 90713"/>
                  <a:gd name="csX4" fmla="*/ 45520 w 90714"/>
                  <a:gd name="csY4" fmla="*/ 128 h 90713"/>
                  <a:gd name="csX5" fmla="*/ 13448 w 90714"/>
                  <a:gd name="csY5" fmla="*/ 13412 h 90713"/>
                  <a:gd name="csX6" fmla="*/ 163 w 90714"/>
                  <a:gd name="csY6" fmla="*/ 45485 h 90713"/>
                  <a:gd name="csX7" fmla="*/ 13448 w 90714"/>
                  <a:gd name="csY7" fmla="*/ 77557 h 90713"/>
                  <a:gd name="csX8" fmla="*/ 45520 w 90714"/>
                  <a:gd name="csY8" fmla="*/ 908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0" y="90841"/>
                    </a:moveTo>
                    <a:cubicBezTo>
                      <a:pt x="57549" y="90841"/>
                      <a:pt x="69087" y="86062"/>
                      <a:pt x="77593" y="77557"/>
                    </a:cubicBezTo>
                    <a:cubicBezTo>
                      <a:pt x="86098" y="69051"/>
                      <a:pt x="90878" y="57513"/>
                      <a:pt x="90878" y="45485"/>
                    </a:cubicBezTo>
                    <a:cubicBezTo>
                      <a:pt x="90878" y="33456"/>
                      <a:pt x="86098" y="21918"/>
                      <a:pt x="77593" y="13412"/>
                    </a:cubicBezTo>
                    <a:cubicBezTo>
                      <a:pt x="69087" y="4907"/>
                      <a:pt x="57549" y="128"/>
                      <a:pt x="45520" y="128"/>
                    </a:cubicBezTo>
                    <a:cubicBezTo>
                      <a:pt x="33491" y="128"/>
                      <a:pt x="21954" y="4907"/>
                      <a:pt x="13448" y="13412"/>
                    </a:cubicBezTo>
                    <a:cubicBezTo>
                      <a:pt x="4942" y="21918"/>
                      <a:pt x="163" y="33456"/>
                      <a:pt x="163" y="45485"/>
                    </a:cubicBezTo>
                    <a:cubicBezTo>
                      <a:pt x="163" y="57513"/>
                      <a:pt x="4942" y="69051"/>
                      <a:pt x="13448" y="77557"/>
                    </a:cubicBezTo>
                    <a:cubicBezTo>
                      <a:pt x="21954" y="86062"/>
                      <a:pt x="33491" y="90841"/>
                      <a:pt x="45520" y="908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6" name="任意多边形: 形状 1265"/>
              <p:cNvSpPr/>
              <p:nvPr/>
            </p:nvSpPr>
            <p:spPr>
              <a:xfrm>
                <a:off x="7157693" y="21270422"/>
                <a:ext cx="180000" cy="180000"/>
              </a:xfrm>
              <a:custGeom>
                <a:avLst/>
                <a:gdLst>
                  <a:gd name="csX0" fmla="*/ 45561 w 90714"/>
                  <a:gd name="csY0" fmla="*/ 90817 h 90713"/>
                  <a:gd name="csX1" fmla="*/ 77633 w 90714"/>
                  <a:gd name="csY1" fmla="*/ 77533 h 90713"/>
                  <a:gd name="csX2" fmla="*/ 90918 w 90714"/>
                  <a:gd name="csY2" fmla="*/ 45461 h 90713"/>
                  <a:gd name="csX3" fmla="*/ 77633 w 90714"/>
                  <a:gd name="csY3" fmla="*/ 13389 h 90713"/>
                  <a:gd name="csX4" fmla="*/ 45561 w 90714"/>
                  <a:gd name="csY4" fmla="*/ 104 h 90713"/>
                  <a:gd name="csX5" fmla="*/ 13488 w 90714"/>
                  <a:gd name="csY5" fmla="*/ 13389 h 90713"/>
                  <a:gd name="csX6" fmla="*/ 203 w 90714"/>
                  <a:gd name="csY6" fmla="*/ 45461 h 90713"/>
                  <a:gd name="csX7" fmla="*/ 13488 w 90714"/>
                  <a:gd name="csY7" fmla="*/ 77533 h 90713"/>
                  <a:gd name="csX8" fmla="*/ 45561 w 90714"/>
                  <a:gd name="csY8" fmla="*/ 9081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1" y="90817"/>
                    </a:moveTo>
                    <a:cubicBezTo>
                      <a:pt x="57590" y="90817"/>
                      <a:pt x="69127" y="86038"/>
                      <a:pt x="77633" y="77533"/>
                    </a:cubicBezTo>
                    <a:cubicBezTo>
                      <a:pt x="86139" y="69027"/>
                      <a:pt x="90918" y="57489"/>
                      <a:pt x="90918" y="45461"/>
                    </a:cubicBezTo>
                    <a:cubicBezTo>
                      <a:pt x="90918" y="33432"/>
                      <a:pt x="86139" y="21894"/>
                      <a:pt x="77633" y="13389"/>
                    </a:cubicBezTo>
                    <a:cubicBezTo>
                      <a:pt x="69127" y="4883"/>
                      <a:pt x="57590" y="104"/>
                      <a:pt x="45561" y="104"/>
                    </a:cubicBezTo>
                    <a:cubicBezTo>
                      <a:pt x="33532" y="104"/>
                      <a:pt x="21994" y="4883"/>
                      <a:pt x="13488" y="13389"/>
                    </a:cubicBezTo>
                    <a:cubicBezTo>
                      <a:pt x="4983" y="21894"/>
                      <a:pt x="203" y="33432"/>
                      <a:pt x="203" y="45461"/>
                    </a:cubicBezTo>
                    <a:cubicBezTo>
                      <a:pt x="203" y="57489"/>
                      <a:pt x="4983" y="69027"/>
                      <a:pt x="13488" y="77533"/>
                    </a:cubicBezTo>
                    <a:cubicBezTo>
                      <a:pt x="21994" y="86038"/>
                      <a:pt x="33532" y="90817"/>
                      <a:pt x="45561" y="9081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7" name="任意多边形: 形状 1266"/>
              <p:cNvSpPr/>
              <p:nvPr/>
            </p:nvSpPr>
            <p:spPr>
              <a:xfrm>
                <a:off x="8406458" y="22097335"/>
                <a:ext cx="180000" cy="180000"/>
              </a:xfrm>
              <a:custGeom>
                <a:avLst/>
                <a:gdLst>
                  <a:gd name="csX0" fmla="*/ 45600 w 90714"/>
                  <a:gd name="csY0" fmla="*/ 90843 h 90713"/>
                  <a:gd name="csX1" fmla="*/ 77672 w 90714"/>
                  <a:gd name="csY1" fmla="*/ 77558 h 90713"/>
                  <a:gd name="csX2" fmla="*/ 90957 w 90714"/>
                  <a:gd name="csY2" fmla="*/ 45486 h 90713"/>
                  <a:gd name="csX3" fmla="*/ 77672 w 90714"/>
                  <a:gd name="csY3" fmla="*/ 13414 h 90713"/>
                  <a:gd name="csX4" fmla="*/ 45600 w 90714"/>
                  <a:gd name="csY4" fmla="*/ 130 h 90713"/>
                  <a:gd name="csX5" fmla="*/ 13527 w 90714"/>
                  <a:gd name="csY5" fmla="*/ 13414 h 90713"/>
                  <a:gd name="csX6" fmla="*/ 242 w 90714"/>
                  <a:gd name="csY6" fmla="*/ 45486 h 90713"/>
                  <a:gd name="csX7" fmla="*/ 13527 w 90714"/>
                  <a:gd name="csY7" fmla="*/ 77558 h 90713"/>
                  <a:gd name="csX8" fmla="*/ 45600 w 90714"/>
                  <a:gd name="csY8" fmla="*/ 908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0" y="90843"/>
                    </a:moveTo>
                    <a:cubicBezTo>
                      <a:pt x="57629" y="90843"/>
                      <a:pt x="69166" y="86064"/>
                      <a:pt x="77672" y="77558"/>
                    </a:cubicBezTo>
                    <a:cubicBezTo>
                      <a:pt x="86178" y="69053"/>
                      <a:pt x="90957" y="57515"/>
                      <a:pt x="90957" y="45486"/>
                    </a:cubicBezTo>
                    <a:cubicBezTo>
                      <a:pt x="90957" y="33458"/>
                      <a:pt x="86178" y="21920"/>
                      <a:pt x="77672" y="13414"/>
                    </a:cubicBezTo>
                    <a:cubicBezTo>
                      <a:pt x="69166" y="4909"/>
                      <a:pt x="57629" y="130"/>
                      <a:pt x="45600" y="130"/>
                    </a:cubicBezTo>
                    <a:cubicBezTo>
                      <a:pt x="33571" y="130"/>
                      <a:pt x="22033" y="4909"/>
                      <a:pt x="13527" y="13414"/>
                    </a:cubicBezTo>
                    <a:cubicBezTo>
                      <a:pt x="5021" y="21920"/>
                      <a:pt x="242" y="33458"/>
                      <a:pt x="242" y="45486"/>
                    </a:cubicBezTo>
                    <a:cubicBezTo>
                      <a:pt x="242" y="57515"/>
                      <a:pt x="5021" y="69053"/>
                      <a:pt x="13527" y="77558"/>
                    </a:cubicBezTo>
                    <a:cubicBezTo>
                      <a:pt x="22033" y="86064"/>
                      <a:pt x="33571" y="90843"/>
                      <a:pt x="45600" y="908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8" name="任意多边形: 形状 1267"/>
              <p:cNvSpPr/>
              <p:nvPr/>
            </p:nvSpPr>
            <p:spPr>
              <a:xfrm>
                <a:off x="6872189" y="22650098"/>
                <a:ext cx="180000" cy="180000"/>
              </a:xfrm>
              <a:custGeom>
                <a:avLst/>
                <a:gdLst>
                  <a:gd name="csX0" fmla="*/ 45552 w 90714"/>
                  <a:gd name="csY0" fmla="*/ 90860 h 90713"/>
                  <a:gd name="csX1" fmla="*/ 77624 w 90714"/>
                  <a:gd name="csY1" fmla="*/ 77576 h 90713"/>
                  <a:gd name="csX2" fmla="*/ 90909 w 90714"/>
                  <a:gd name="csY2" fmla="*/ 45504 h 90713"/>
                  <a:gd name="csX3" fmla="*/ 77624 w 90714"/>
                  <a:gd name="csY3" fmla="*/ 13432 h 90713"/>
                  <a:gd name="csX4" fmla="*/ 45552 w 90714"/>
                  <a:gd name="csY4" fmla="*/ 147 h 90713"/>
                  <a:gd name="csX5" fmla="*/ 13479 w 90714"/>
                  <a:gd name="csY5" fmla="*/ 13432 h 90713"/>
                  <a:gd name="csX6" fmla="*/ 194 w 90714"/>
                  <a:gd name="csY6" fmla="*/ 45504 h 90713"/>
                  <a:gd name="csX7" fmla="*/ 13479 w 90714"/>
                  <a:gd name="csY7" fmla="*/ 77576 h 90713"/>
                  <a:gd name="csX8" fmla="*/ 45552 w 90714"/>
                  <a:gd name="csY8" fmla="*/ 9086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60"/>
                    </a:moveTo>
                    <a:cubicBezTo>
                      <a:pt x="57581" y="90860"/>
                      <a:pt x="69119" y="86081"/>
                      <a:pt x="77624" y="77576"/>
                    </a:cubicBezTo>
                    <a:cubicBezTo>
                      <a:pt x="86130" y="69070"/>
                      <a:pt x="90909" y="57532"/>
                      <a:pt x="90909" y="45504"/>
                    </a:cubicBezTo>
                    <a:cubicBezTo>
                      <a:pt x="90909" y="33475"/>
                      <a:pt x="86130" y="21937"/>
                      <a:pt x="77624" y="13432"/>
                    </a:cubicBezTo>
                    <a:cubicBezTo>
                      <a:pt x="69119" y="4926"/>
                      <a:pt x="57581" y="147"/>
                      <a:pt x="45552" y="147"/>
                    </a:cubicBezTo>
                    <a:cubicBezTo>
                      <a:pt x="33523" y="147"/>
                      <a:pt x="21985" y="4926"/>
                      <a:pt x="13479" y="13432"/>
                    </a:cubicBezTo>
                    <a:cubicBezTo>
                      <a:pt x="4974" y="21937"/>
                      <a:pt x="194" y="33475"/>
                      <a:pt x="194" y="45504"/>
                    </a:cubicBezTo>
                    <a:cubicBezTo>
                      <a:pt x="194" y="57532"/>
                      <a:pt x="4974" y="69070"/>
                      <a:pt x="13479" y="77576"/>
                    </a:cubicBezTo>
                    <a:cubicBezTo>
                      <a:pt x="21985" y="86081"/>
                      <a:pt x="33523" y="90860"/>
                      <a:pt x="45552" y="9086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69" name="任意多边形: 形状 1268"/>
              <p:cNvSpPr/>
              <p:nvPr/>
            </p:nvSpPr>
            <p:spPr>
              <a:xfrm>
                <a:off x="7126876" y="23262648"/>
                <a:ext cx="180000" cy="180000"/>
              </a:xfrm>
              <a:custGeom>
                <a:avLst/>
                <a:gdLst>
                  <a:gd name="csX0" fmla="*/ 45560 w 90714"/>
                  <a:gd name="csY0" fmla="*/ 90879 h 90713"/>
                  <a:gd name="csX1" fmla="*/ 77632 w 90714"/>
                  <a:gd name="csY1" fmla="*/ 77595 h 90713"/>
                  <a:gd name="csX2" fmla="*/ 90917 w 90714"/>
                  <a:gd name="csY2" fmla="*/ 45523 h 90713"/>
                  <a:gd name="csX3" fmla="*/ 77632 w 90714"/>
                  <a:gd name="csY3" fmla="*/ 13451 h 90713"/>
                  <a:gd name="csX4" fmla="*/ 45560 w 90714"/>
                  <a:gd name="csY4" fmla="*/ 166 h 90713"/>
                  <a:gd name="csX5" fmla="*/ 13487 w 90714"/>
                  <a:gd name="csY5" fmla="*/ 13451 h 90713"/>
                  <a:gd name="csX6" fmla="*/ 202 w 90714"/>
                  <a:gd name="csY6" fmla="*/ 45523 h 90713"/>
                  <a:gd name="csX7" fmla="*/ 13487 w 90714"/>
                  <a:gd name="csY7" fmla="*/ 77595 h 90713"/>
                  <a:gd name="csX8" fmla="*/ 45560 w 90714"/>
                  <a:gd name="csY8" fmla="*/ 9087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0" y="90879"/>
                    </a:moveTo>
                    <a:cubicBezTo>
                      <a:pt x="57589" y="90879"/>
                      <a:pt x="69126" y="86100"/>
                      <a:pt x="77632" y="77595"/>
                    </a:cubicBezTo>
                    <a:cubicBezTo>
                      <a:pt x="86138" y="69089"/>
                      <a:pt x="90917" y="57551"/>
                      <a:pt x="90917" y="45523"/>
                    </a:cubicBezTo>
                    <a:cubicBezTo>
                      <a:pt x="90917" y="33494"/>
                      <a:pt x="86138" y="21956"/>
                      <a:pt x="77632" y="13451"/>
                    </a:cubicBezTo>
                    <a:cubicBezTo>
                      <a:pt x="69126" y="4945"/>
                      <a:pt x="57589" y="166"/>
                      <a:pt x="45560" y="166"/>
                    </a:cubicBezTo>
                    <a:cubicBezTo>
                      <a:pt x="33531" y="166"/>
                      <a:pt x="21993" y="4945"/>
                      <a:pt x="13487" y="13451"/>
                    </a:cubicBezTo>
                    <a:cubicBezTo>
                      <a:pt x="4982" y="21956"/>
                      <a:pt x="202" y="33494"/>
                      <a:pt x="202" y="45523"/>
                    </a:cubicBezTo>
                    <a:cubicBezTo>
                      <a:pt x="202" y="57551"/>
                      <a:pt x="4982" y="69089"/>
                      <a:pt x="13487" y="77595"/>
                    </a:cubicBezTo>
                    <a:cubicBezTo>
                      <a:pt x="21993" y="86100"/>
                      <a:pt x="33531" y="90879"/>
                      <a:pt x="45560" y="9087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70" name="任意多边形: 形状 1269"/>
              <p:cNvSpPr/>
              <p:nvPr/>
            </p:nvSpPr>
            <p:spPr>
              <a:xfrm>
                <a:off x="7970993" y="22322367"/>
                <a:ext cx="180000" cy="180000"/>
              </a:xfrm>
              <a:custGeom>
                <a:avLst/>
                <a:gdLst>
                  <a:gd name="csX0" fmla="*/ 45586 w 90714"/>
                  <a:gd name="csY0" fmla="*/ 90850 h 90713"/>
                  <a:gd name="csX1" fmla="*/ 77658 w 90714"/>
                  <a:gd name="csY1" fmla="*/ 77565 h 90713"/>
                  <a:gd name="csX2" fmla="*/ 90943 w 90714"/>
                  <a:gd name="csY2" fmla="*/ 45493 h 90713"/>
                  <a:gd name="csX3" fmla="*/ 77658 w 90714"/>
                  <a:gd name="csY3" fmla="*/ 13421 h 90713"/>
                  <a:gd name="csX4" fmla="*/ 45586 w 90714"/>
                  <a:gd name="csY4" fmla="*/ 137 h 90713"/>
                  <a:gd name="csX5" fmla="*/ 13514 w 90714"/>
                  <a:gd name="csY5" fmla="*/ 13421 h 90713"/>
                  <a:gd name="csX6" fmla="*/ 229 w 90714"/>
                  <a:gd name="csY6" fmla="*/ 45493 h 90713"/>
                  <a:gd name="csX7" fmla="*/ 13514 w 90714"/>
                  <a:gd name="csY7" fmla="*/ 77565 h 90713"/>
                  <a:gd name="csX8" fmla="*/ 45586 w 90714"/>
                  <a:gd name="csY8" fmla="*/ 908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6" y="90850"/>
                    </a:moveTo>
                    <a:cubicBezTo>
                      <a:pt x="57615" y="90850"/>
                      <a:pt x="69153" y="86071"/>
                      <a:pt x="77658" y="77565"/>
                    </a:cubicBezTo>
                    <a:cubicBezTo>
                      <a:pt x="86164" y="69060"/>
                      <a:pt x="90943" y="57522"/>
                      <a:pt x="90943" y="45493"/>
                    </a:cubicBezTo>
                    <a:cubicBezTo>
                      <a:pt x="90943" y="33465"/>
                      <a:pt x="86164" y="21927"/>
                      <a:pt x="77658" y="13421"/>
                    </a:cubicBezTo>
                    <a:cubicBezTo>
                      <a:pt x="69153" y="4916"/>
                      <a:pt x="57615" y="137"/>
                      <a:pt x="45586" y="137"/>
                    </a:cubicBezTo>
                    <a:cubicBezTo>
                      <a:pt x="33557" y="137"/>
                      <a:pt x="22019" y="4916"/>
                      <a:pt x="13514" y="13421"/>
                    </a:cubicBezTo>
                    <a:cubicBezTo>
                      <a:pt x="5008" y="21927"/>
                      <a:pt x="229" y="33465"/>
                      <a:pt x="229" y="45493"/>
                    </a:cubicBezTo>
                    <a:cubicBezTo>
                      <a:pt x="229" y="57522"/>
                      <a:pt x="5008" y="69060"/>
                      <a:pt x="13514" y="77565"/>
                    </a:cubicBezTo>
                    <a:cubicBezTo>
                      <a:pt x="22019" y="86071"/>
                      <a:pt x="33557" y="90850"/>
                      <a:pt x="45586" y="908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71" name="任意多边形: 形状 1270"/>
              <p:cNvSpPr/>
              <p:nvPr/>
            </p:nvSpPr>
            <p:spPr>
              <a:xfrm>
                <a:off x="7502127" y="22890648"/>
                <a:ext cx="180000" cy="180000"/>
              </a:xfrm>
              <a:custGeom>
                <a:avLst/>
                <a:gdLst>
                  <a:gd name="csX0" fmla="*/ 45571 w 90714"/>
                  <a:gd name="csY0" fmla="*/ 90868 h 90713"/>
                  <a:gd name="csX1" fmla="*/ 77644 w 90714"/>
                  <a:gd name="csY1" fmla="*/ 77583 h 90713"/>
                  <a:gd name="csX2" fmla="*/ 90929 w 90714"/>
                  <a:gd name="csY2" fmla="*/ 45511 h 90713"/>
                  <a:gd name="csX3" fmla="*/ 77644 w 90714"/>
                  <a:gd name="csY3" fmla="*/ 13439 h 90713"/>
                  <a:gd name="csX4" fmla="*/ 45571 w 90714"/>
                  <a:gd name="csY4" fmla="*/ 154 h 90713"/>
                  <a:gd name="csX5" fmla="*/ 13499 w 90714"/>
                  <a:gd name="csY5" fmla="*/ 13439 h 90713"/>
                  <a:gd name="csX6" fmla="*/ 214 w 90714"/>
                  <a:gd name="csY6" fmla="*/ 45511 h 90713"/>
                  <a:gd name="csX7" fmla="*/ 13499 w 90714"/>
                  <a:gd name="csY7" fmla="*/ 77583 h 90713"/>
                  <a:gd name="csX8" fmla="*/ 45571 w 90714"/>
                  <a:gd name="csY8" fmla="*/ 9086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868"/>
                    </a:moveTo>
                    <a:cubicBezTo>
                      <a:pt x="57600" y="90868"/>
                      <a:pt x="69138" y="86089"/>
                      <a:pt x="77644" y="77583"/>
                    </a:cubicBezTo>
                    <a:cubicBezTo>
                      <a:pt x="86150" y="69078"/>
                      <a:pt x="90929" y="57540"/>
                      <a:pt x="90929" y="45511"/>
                    </a:cubicBezTo>
                    <a:cubicBezTo>
                      <a:pt x="90929" y="33482"/>
                      <a:pt x="86150" y="21945"/>
                      <a:pt x="77644" y="13439"/>
                    </a:cubicBezTo>
                    <a:cubicBezTo>
                      <a:pt x="69138" y="4933"/>
                      <a:pt x="57600" y="154"/>
                      <a:pt x="45571" y="154"/>
                    </a:cubicBezTo>
                    <a:cubicBezTo>
                      <a:pt x="33543" y="154"/>
                      <a:pt x="22005" y="4933"/>
                      <a:pt x="13499" y="13439"/>
                    </a:cubicBezTo>
                    <a:cubicBezTo>
                      <a:pt x="4993" y="21945"/>
                      <a:pt x="214" y="33482"/>
                      <a:pt x="214" y="45511"/>
                    </a:cubicBezTo>
                    <a:cubicBezTo>
                      <a:pt x="214" y="57540"/>
                      <a:pt x="4993" y="69078"/>
                      <a:pt x="13499" y="77583"/>
                    </a:cubicBezTo>
                    <a:cubicBezTo>
                      <a:pt x="22005" y="86089"/>
                      <a:pt x="33543" y="90868"/>
                      <a:pt x="45571" y="9086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73" name="任意多边形: 形状 1272"/>
              <p:cNvSpPr/>
              <p:nvPr/>
            </p:nvSpPr>
            <p:spPr>
              <a:xfrm>
                <a:off x="9078796" y="24013650"/>
                <a:ext cx="180000" cy="180000"/>
              </a:xfrm>
              <a:custGeom>
                <a:avLst/>
                <a:gdLst>
                  <a:gd name="csX0" fmla="*/ 45621 w 90714"/>
                  <a:gd name="csY0" fmla="*/ 90903 h 90713"/>
                  <a:gd name="csX1" fmla="*/ 77693 w 90714"/>
                  <a:gd name="csY1" fmla="*/ 77618 h 90713"/>
                  <a:gd name="csX2" fmla="*/ 90978 w 90714"/>
                  <a:gd name="csY2" fmla="*/ 45546 h 90713"/>
                  <a:gd name="csX3" fmla="*/ 77693 w 90714"/>
                  <a:gd name="csY3" fmla="*/ 13474 h 90713"/>
                  <a:gd name="csX4" fmla="*/ 45621 w 90714"/>
                  <a:gd name="csY4" fmla="*/ 189 h 90713"/>
                  <a:gd name="csX5" fmla="*/ 13548 w 90714"/>
                  <a:gd name="csY5" fmla="*/ 13474 h 90713"/>
                  <a:gd name="csX6" fmla="*/ 263 w 90714"/>
                  <a:gd name="csY6" fmla="*/ 45546 h 90713"/>
                  <a:gd name="csX7" fmla="*/ 13548 w 90714"/>
                  <a:gd name="csY7" fmla="*/ 77618 h 90713"/>
                  <a:gd name="csX8" fmla="*/ 45621 w 90714"/>
                  <a:gd name="csY8" fmla="*/ 9090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1" y="90903"/>
                    </a:moveTo>
                    <a:cubicBezTo>
                      <a:pt x="57649" y="90903"/>
                      <a:pt x="69187" y="86124"/>
                      <a:pt x="77693" y="77618"/>
                    </a:cubicBezTo>
                    <a:cubicBezTo>
                      <a:pt x="86199" y="69113"/>
                      <a:pt x="90978" y="57575"/>
                      <a:pt x="90978" y="45546"/>
                    </a:cubicBezTo>
                    <a:cubicBezTo>
                      <a:pt x="90978" y="33517"/>
                      <a:pt x="86199" y="21980"/>
                      <a:pt x="77693" y="13474"/>
                    </a:cubicBezTo>
                    <a:cubicBezTo>
                      <a:pt x="69187" y="4968"/>
                      <a:pt x="57649" y="189"/>
                      <a:pt x="45621" y="189"/>
                    </a:cubicBezTo>
                    <a:cubicBezTo>
                      <a:pt x="33592" y="189"/>
                      <a:pt x="22054" y="4968"/>
                      <a:pt x="13548" y="13474"/>
                    </a:cubicBezTo>
                    <a:cubicBezTo>
                      <a:pt x="5042" y="21980"/>
                      <a:pt x="263" y="33517"/>
                      <a:pt x="263" y="45546"/>
                    </a:cubicBezTo>
                    <a:cubicBezTo>
                      <a:pt x="263" y="57575"/>
                      <a:pt x="5042" y="69113"/>
                      <a:pt x="13548" y="77618"/>
                    </a:cubicBezTo>
                    <a:cubicBezTo>
                      <a:pt x="22054" y="86124"/>
                      <a:pt x="33592" y="90903"/>
                      <a:pt x="45621" y="9090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75" name="任意多边形: 形状 1274"/>
              <p:cNvSpPr/>
              <p:nvPr/>
            </p:nvSpPr>
            <p:spPr>
              <a:xfrm>
                <a:off x="8255301" y="22811071"/>
                <a:ext cx="180000" cy="180000"/>
              </a:xfrm>
              <a:custGeom>
                <a:avLst/>
                <a:gdLst>
                  <a:gd name="csX0" fmla="*/ 45595 w 90714"/>
                  <a:gd name="csY0" fmla="*/ 90865 h 90713"/>
                  <a:gd name="csX1" fmla="*/ 77667 w 90714"/>
                  <a:gd name="csY1" fmla="*/ 77581 h 90713"/>
                  <a:gd name="csX2" fmla="*/ 90952 w 90714"/>
                  <a:gd name="csY2" fmla="*/ 45509 h 90713"/>
                  <a:gd name="csX3" fmla="*/ 77667 w 90714"/>
                  <a:gd name="csY3" fmla="*/ 13437 h 90713"/>
                  <a:gd name="csX4" fmla="*/ 45595 w 90714"/>
                  <a:gd name="csY4" fmla="*/ 152 h 90713"/>
                  <a:gd name="csX5" fmla="*/ 13522 w 90714"/>
                  <a:gd name="csY5" fmla="*/ 13437 h 90713"/>
                  <a:gd name="csX6" fmla="*/ 238 w 90714"/>
                  <a:gd name="csY6" fmla="*/ 45509 h 90713"/>
                  <a:gd name="csX7" fmla="*/ 13522 w 90714"/>
                  <a:gd name="csY7" fmla="*/ 77581 h 90713"/>
                  <a:gd name="csX8" fmla="*/ 45595 w 90714"/>
                  <a:gd name="csY8" fmla="*/ 9086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5" y="90865"/>
                    </a:moveTo>
                    <a:cubicBezTo>
                      <a:pt x="57624" y="90865"/>
                      <a:pt x="69162" y="86086"/>
                      <a:pt x="77667" y="77581"/>
                    </a:cubicBezTo>
                    <a:cubicBezTo>
                      <a:pt x="86173" y="69075"/>
                      <a:pt x="90952" y="57537"/>
                      <a:pt x="90952" y="45509"/>
                    </a:cubicBezTo>
                    <a:cubicBezTo>
                      <a:pt x="90952" y="33480"/>
                      <a:pt x="86173" y="21942"/>
                      <a:pt x="77667" y="13437"/>
                    </a:cubicBezTo>
                    <a:cubicBezTo>
                      <a:pt x="69162" y="4931"/>
                      <a:pt x="57624" y="152"/>
                      <a:pt x="45595" y="152"/>
                    </a:cubicBezTo>
                    <a:cubicBezTo>
                      <a:pt x="33566" y="152"/>
                      <a:pt x="22028" y="4931"/>
                      <a:pt x="13522" y="13437"/>
                    </a:cubicBezTo>
                    <a:cubicBezTo>
                      <a:pt x="5017" y="21942"/>
                      <a:pt x="238" y="33480"/>
                      <a:pt x="238" y="45509"/>
                    </a:cubicBezTo>
                    <a:cubicBezTo>
                      <a:pt x="238" y="57537"/>
                      <a:pt x="5017" y="69075"/>
                      <a:pt x="13522" y="77581"/>
                    </a:cubicBezTo>
                    <a:cubicBezTo>
                      <a:pt x="22028" y="86086"/>
                      <a:pt x="33566" y="90865"/>
                      <a:pt x="45595" y="9086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77" name="任意多边形: 形状 1276"/>
              <p:cNvSpPr/>
              <p:nvPr/>
            </p:nvSpPr>
            <p:spPr>
              <a:xfrm>
                <a:off x="8102800" y="20704627"/>
                <a:ext cx="180000" cy="180000"/>
              </a:xfrm>
              <a:custGeom>
                <a:avLst/>
                <a:gdLst>
                  <a:gd name="csX0" fmla="*/ 45590 w 90714"/>
                  <a:gd name="csY0" fmla="*/ 90800 h 90713"/>
                  <a:gd name="csX1" fmla="*/ 77663 w 90714"/>
                  <a:gd name="csY1" fmla="*/ 77515 h 90713"/>
                  <a:gd name="csX2" fmla="*/ 90947 w 90714"/>
                  <a:gd name="csY2" fmla="*/ 45443 h 90713"/>
                  <a:gd name="csX3" fmla="*/ 77663 w 90714"/>
                  <a:gd name="csY3" fmla="*/ 13371 h 90713"/>
                  <a:gd name="csX4" fmla="*/ 45590 w 90714"/>
                  <a:gd name="csY4" fmla="*/ 86 h 90713"/>
                  <a:gd name="csX5" fmla="*/ 13518 w 90714"/>
                  <a:gd name="csY5" fmla="*/ 13371 h 90713"/>
                  <a:gd name="csX6" fmla="*/ 233 w 90714"/>
                  <a:gd name="csY6" fmla="*/ 45443 h 90713"/>
                  <a:gd name="csX7" fmla="*/ 13518 w 90714"/>
                  <a:gd name="csY7" fmla="*/ 77515 h 90713"/>
                  <a:gd name="csX8" fmla="*/ 45590 w 90714"/>
                  <a:gd name="csY8" fmla="*/ 9080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0" y="90800"/>
                    </a:moveTo>
                    <a:cubicBezTo>
                      <a:pt x="57619" y="90800"/>
                      <a:pt x="69157" y="86021"/>
                      <a:pt x="77663" y="77515"/>
                    </a:cubicBezTo>
                    <a:cubicBezTo>
                      <a:pt x="86168" y="69009"/>
                      <a:pt x="90947" y="57472"/>
                      <a:pt x="90947" y="45443"/>
                    </a:cubicBezTo>
                    <a:cubicBezTo>
                      <a:pt x="90947" y="33414"/>
                      <a:pt x="86168" y="21877"/>
                      <a:pt x="77663" y="13371"/>
                    </a:cubicBezTo>
                    <a:cubicBezTo>
                      <a:pt x="69157" y="4865"/>
                      <a:pt x="57619" y="86"/>
                      <a:pt x="45590" y="86"/>
                    </a:cubicBezTo>
                    <a:cubicBezTo>
                      <a:pt x="33561" y="86"/>
                      <a:pt x="22023" y="4865"/>
                      <a:pt x="13518" y="13371"/>
                    </a:cubicBezTo>
                    <a:cubicBezTo>
                      <a:pt x="5012" y="21877"/>
                      <a:pt x="233" y="33414"/>
                      <a:pt x="233" y="45443"/>
                    </a:cubicBezTo>
                    <a:cubicBezTo>
                      <a:pt x="233" y="57472"/>
                      <a:pt x="5012" y="69009"/>
                      <a:pt x="13518" y="77515"/>
                    </a:cubicBezTo>
                    <a:cubicBezTo>
                      <a:pt x="22023" y="86021"/>
                      <a:pt x="33561" y="90800"/>
                      <a:pt x="45590" y="9080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79" name="任意多边形: 形状 1278"/>
              <p:cNvSpPr/>
              <p:nvPr/>
            </p:nvSpPr>
            <p:spPr>
              <a:xfrm>
                <a:off x="7621068" y="24657730"/>
                <a:ext cx="180000" cy="180000"/>
              </a:xfrm>
              <a:custGeom>
                <a:avLst/>
                <a:gdLst>
                  <a:gd name="csX0" fmla="*/ 45575 w 90714"/>
                  <a:gd name="csY0" fmla="*/ 90923 h 90713"/>
                  <a:gd name="csX1" fmla="*/ 77648 w 90714"/>
                  <a:gd name="csY1" fmla="*/ 77638 h 90713"/>
                  <a:gd name="csX2" fmla="*/ 90932 w 90714"/>
                  <a:gd name="csY2" fmla="*/ 45566 h 90713"/>
                  <a:gd name="csX3" fmla="*/ 77648 w 90714"/>
                  <a:gd name="csY3" fmla="*/ 13494 h 90713"/>
                  <a:gd name="csX4" fmla="*/ 45575 w 90714"/>
                  <a:gd name="csY4" fmla="*/ 209 h 90713"/>
                  <a:gd name="csX5" fmla="*/ 13503 w 90714"/>
                  <a:gd name="csY5" fmla="*/ 13494 h 90713"/>
                  <a:gd name="csX6" fmla="*/ 218 w 90714"/>
                  <a:gd name="csY6" fmla="*/ 45566 h 90713"/>
                  <a:gd name="csX7" fmla="*/ 13503 w 90714"/>
                  <a:gd name="csY7" fmla="*/ 77638 h 90713"/>
                  <a:gd name="csX8" fmla="*/ 45575 w 90714"/>
                  <a:gd name="csY8" fmla="*/ 909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5" y="90923"/>
                    </a:moveTo>
                    <a:cubicBezTo>
                      <a:pt x="57604" y="90923"/>
                      <a:pt x="69142" y="86144"/>
                      <a:pt x="77648" y="77638"/>
                    </a:cubicBezTo>
                    <a:cubicBezTo>
                      <a:pt x="86153" y="69133"/>
                      <a:pt x="90932" y="57595"/>
                      <a:pt x="90932" y="45566"/>
                    </a:cubicBezTo>
                    <a:cubicBezTo>
                      <a:pt x="90932" y="33537"/>
                      <a:pt x="86153" y="22000"/>
                      <a:pt x="77648" y="13494"/>
                    </a:cubicBezTo>
                    <a:cubicBezTo>
                      <a:pt x="69142" y="4989"/>
                      <a:pt x="57604" y="209"/>
                      <a:pt x="45575" y="209"/>
                    </a:cubicBezTo>
                    <a:cubicBezTo>
                      <a:pt x="33546" y="209"/>
                      <a:pt x="22008" y="4989"/>
                      <a:pt x="13503" y="13494"/>
                    </a:cubicBezTo>
                    <a:cubicBezTo>
                      <a:pt x="4997" y="22000"/>
                      <a:pt x="218" y="33537"/>
                      <a:pt x="218" y="45566"/>
                    </a:cubicBezTo>
                    <a:cubicBezTo>
                      <a:pt x="218" y="57595"/>
                      <a:pt x="4997" y="69133"/>
                      <a:pt x="13503" y="77638"/>
                    </a:cubicBezTo>
                    <a:cubicBezTo>
                      <a:pt x="22008" y="86144"/>
                      <a:pt x="33546" y="90923"/>
                      <a:pt x="45575" y="909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0" name="任意多边形: 形状 1279"/>
              <p:cNvSpPr/>
              <p:nvPr/>
            </p:nvSpPr>
            <p:spPr>
              <a:xfrm>
                <a:off x="6173893" y="24890644"/>
                <a:ext cx="180000" cy="180000"/>
              </a:xfrm>
              <a:custGeom>
                <a:avLst/>
                <a:gdLst>
                  <a:gd name="csX0" fmla="*/ 45530 w 90714"/>
                  <a:gd name="csY0" fmla="*/ 90930 h 90713"/>
                  <a:gd name="csX1" fmla="*/ 77602 w 90714"/>
                  <a:gd name="csY1" fmla="*/ 77646 h 90713"/>
                  <a:gd name="csX2" fmla="*/ 90887 w 90714"/>
                  <a:gd name="csY2" fmla="*/ 45573 h 90713"/>
                  <a:gd name="csX3" fmla="*/ 77602 w 90714"/>
                  <a:gd name="csY3" fmla="*/ 13501 h 90713"/>
                  <a:gd name="csX4" fmla="*/ 45530 w 90714"/>
                  <a:gd name="csY4" fmla="*/ 217 h 90713"/>
                  <a:gd name="csX5" fmla="*/ 13458 w 90714"/>
                  <a:gd name="csY5" fmla="*/ 13501 h 90713"/>
                  <a:gd name="csX6" fmla="*/ 173 w 90714"/>
                  <a:gd name="csY6" fmla="*/ 45573 h 90713"/>
                  <a:gd name="csX7" fmla="*/ 13458 w 90714"/>
                  <a:gd name="csY7" fmla="*/ 77646 h 90713"/>
                  <a:gd name="csX8" fmla="*/ 45530 w 90714"/>
                  <a:gd name="csY8" fmla="*/ 9093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0" y="90930"/>
                    </a:moveTo>
                    <a:cubicBezTo>
                      <a:pt x="57559" y="90930"/>
                      <a:pt x="69097" y="86151"/>
                      <a:pt x="77602" y="77646"/>
                    </a:cubicBezTo>
                    <a:cubicBezTo>
                      <a:pt x="86108" y="69140"/>
                      <a:pt x="90887" y="57602"/>
                      <a:pt x="90887" y="45573"/>
                    </a:cubicBezTo>
                    <a:cubicBezTo>
                      <a:pt x="90887" y="33545"/>
                      <a:pt x="86108" y="22007"/>
                      <a:pt x="77602" y="13501"/>
                    </a:cubicBezTo>
                    <a:cubicBezTo>
                      <a:pt x="69097" y="4996"/>
                      <a:pt x="57559" y="217"/>
                      <a:pt x="45530" y="217"/>
                    </a:cubicBezTo>
                    <a:cubicBezTo>
                      <a:pt x="33501" y="217"/>
                      <a:pt x="21963" y="4996"/>
                      <a:pt x="13458" y="13501"/>
                    </a:cubicBezTo>
                    <a:cubicBezTo>
                      <a:pt x="4952" y="22007"/>
                      <a:pt x="173" y="33545"/>
                      <a:pt x="173" y="45573"/>
                    </a:cubicBezTo>
                    <a:cubicBezTo>
                      <a:pt x="173" y="57602"/>
                      <a:pt x="4952" y="69140"/>
                      <a:pt x="13458" y="77646"/>
                    </a:cubicBezTo>
                    <a:cubicBezTo>
                      <a:pt x="21963" y="86151"/>
                      <a:pt x="33501" y="90930"/>
                      <a:pt x="45530" y="9093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1" name="任意多边形: 形状 1280"/>
              <p:cNvSpPr/>
              <p:nvPr/>
            </p:nvSpPr>
            <p:spPr>
              <a:xfrm>
                <a:off x="6895461" y="21564106"/>
                <a:ext cx="180000" cy="180000"/>
              </a:xfrm>
              <a:custGeom>
                <a:avLst/>
                <a:gdLst>
                  <a:gd name="csX0" fmla="*/ 45552 w 90714"/>
                  <a:gd name="csY0" fmla="*/ 90826 h 90713"/>
                  <a:gd name="csX1" fmla="*/ 77625 w 90714"/>
                  <a:gd name="csY1" fmla="*/ 77542 h 90713"/>
                  <a:gd name="csX2" fmla="*/ 90910 w 90714"/>
                  <a:gd name="csY2" fmla="*/ 45470 h 90713"/>
                  <a:gd name="csX3" fmla="*/ 77625 w 90714"/>
                  <a:gd name="csY3" fmla="*/ 13398 h 90713"/>
                  <a:gd name="csX4" fmla="*/ 45552 w 90714"/>
                  <a:gd name="csY4" fmla="*/ 113 h 90713"/>
                  <a:gd name="csX5" fmla="*/ 13480 w 90714"/>
                  <a:gd name="csY5" fmla="*/ 13398 h 90713"/>
                  <a:gd name="csX6" fmla="*/ 195 w 90714"/>
                  <a:gd name="csY6" fmla="*/ 45470 h 90713"/>
                  <a:gd name="csX7" fmla="*/ 13480 w 90714"/>
                  <a:gd name="csY7" fmla="*/ 77542 h 90713"/>
                  <a:gd name="csX8" fmla="*/ 45552 w 90714"/>
                  <a:gd name="csY8" fmla="*/ 908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26"/>
                    </a:moveTo>
                    <a:cubicBezTo>
                      <a:pt x="57581" y="90826"/>
                      <a:pt x="69119" y="86047"/>
                      <a:pt x="77625" y="77542"/>
                    </a:cubicBezTo>
                    <a:cubicBezTo>
                      <a:pt x="86131" y="69036"/>
                      <a:pt x="90910" y="57499"/>
                      <a:pt x="90910" y="45470"/>
                    </a:cubicBezTo>
                    <a:cubicBezTo>
                      <a:pt x="90910" y="33441"/>
                      <a:pt x="86131" y="21903"/>
                      <a:pt x="77625" y="13398"/>
                    </a:cubicBezTo>
                    <a:cubicBezTo>
                      <a:pt x="69119" y="4892"/>
                      <a:pt x="57581" y="113"/>
                      <a:pt x="45552" y="113"/>
                    </a:cubicBezTo>
                    <a:cubicBezTo>
                      <a:pt x="33524" y="113"/>
                      <a:pt x="21986" y="4892"/>
                      <a:pt x="13480" y="13398"/>
                    </a:cubicBezTo>
                    <a:cubicBezTo>
                      <a:pt x="4974" y="21903"/>
                      <a:pt x="195" y="33441"/>
                      <a:pt x="195" y="45470"/>
                    </a:cubicBezTo>
                    <a:cubicBezTo>
                      <a:pt x="195" y="57499"/>
                      <a:pt x="4974" y="69036"/>
                      <a:pt x="13480" y="77542"/>
                    </a:cubicBezTo>
                    <a:cubicBezTo>
                      <a:pt x="21986" y="86047"/>
                      <a:pt x="33524" y="90826"/>
                      <a:pt x="45552" y="908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3" name="任意多边形: 形状 1282"/>
              <p:cNvSpPr/>
              <p:nvPr/>
            </p:nvSpPr>
            <p:spPr>
              <a:xfrm>
                <a:off x="7978238" y="21665629"/>
                <a:ext cx="180000" cy="180000"/>
              </a:xfrm>
              <a:custGeom>
                <a:avLst/>
                <a:gdLst>
                  <a:gd name="csX0" fmla="*/ 45586 w 90714"/>
                  <a:gd name="csY0" fmla="*/ 90830 h 90713"/>
                  <a:gd name="csX1" fmla="*/ 77659 w 90714"/>
                  <a:gd name="csY1" fmla="*/ 77545 h 90713"/>
                  <a:gd name="csX2" fmla="*/ 90944 w 90714"/>
                  <a:gd name="csY2" fmla="*/ 45473 h 90713"/>
                  <a:gd name="csX3" fmla="*/ 77659 w 90714"/>
                  <a:gd name="csY3" fmla="*/ 13401 h 90713"/>
                  <a:gd name="csX4" fmla="*/ 45586 w 90714"/>
                  <a:gd name="csY4" fmla="*/ 116 h 90713"/>
                  <a:gd name="csX5" fmla="*/ 13514 w 90714"/>
                  <a:gd name="csY5" fmla="*/ 13401 h 90713"/>
                  <a:gd name="csX6" fmla="*/ 229 w 90714"/>
                  <a:gd name="csY6" fmla="*/ 45473 h 90713"/>
                  <a:gd name="csX7" fmla="*/ 13514 w 90714"/>
                  <a:gd name="csY7" fmla="*/ 77545 h 90713"/>
                  <a:gd name="csX8" fmla="*/ 45586 w 90714"/>
                  <a:gd name="csY8" fmla="*/ 9083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6" y="90830"/>
                    </a:moveTo>
                    <a:cubicBezTo>
                      <a:pt x="57615" y="90830"/>
                      <a:pt x="69153" y="86051"/>
                      <a:pt x="77659" y="77545"/>
                    </a:cubicBezTo>
                    <a:cubicBezTo>
                      <a:pt x="86164" y="69039"/>
                      <a:pt x="90944" y="57502"/>
                      <a:pt x="90944" y="45473"/>
                    </a:cubicBezTo>
                    <a:cubicBezTo>
                      <a:pt x="90944" y="33444"/>
                      <a:pt x="86164" y="21906"/>
                      <a:pt x="77659" y="13401"/>
                    </a:cubicBezTo>
                    <a:cubicBezTo>
                      <a:pt x="69153" y="4895"/>
                      <a:pt x="57615" y="116"/>
                      <a:pt x="45586" y="116"/>
                    </a:cubicBezTo>
                    <a:cubicBezTo>
                      <a:pt x="33557" y="116"/>
                      <a:pt x="22020" y="4895"/>
                      <a:pt x="13514" y="13401"/>
                    </a:cubicBezTo>
                    <a:cubicBezTo>
                      <a:pt x="5008" y="21906"/>
                      <a:pt x="229" y="33444"/>
                      <a:pt x="229" y="45473"/>
                    </a:cubicBezTo>
                    <a:cubicBezTo>
                      <a:pt x="229" y="57502"/>
                      <a:pt x="5008" y="69039"/>
                      <a:pt x="13514" y="77545"/>
                    </a:cubicBezTo>
                    <a:cubicBezTo>
                      <a:pt x="22020" y="86051"/>
                      <a:pt x="33557" y="90830"/>
                      <a:pt x="45586" y="9083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4" name="任意多边形: 形状 1283"/>
              <p:cNvSpPr/>
              <p:nvPr/>
            </p:nvSpPr>
            <p:spPr>
              <a:xfrm>
                <a:off x="5235693" y="21853205"/>
                <a:ext cx="180000" cy="180000"/>
              </a:xfrm>
              <a:custGeom>
                <a:avLst/>
                <a:gdLst>
                  <a:gd name="csX0" fmla="*/ 45501 w 90714"/>
                  <a:gd name="csY0" fmla="*/ 90836 h 90713"/>
                  <a:gd name="csX1" fmla="*/ 77573 w 90714"/>
                  <a:gd name="csY1" fmla="*/ 77551 h 90713"/>
                  <a:gd name="csX2" fmla="*/ 90858 w 90714"/>
                  <a:gd name="csY2" fmla="*/ 45479 h 90713"/>
                  <a:gd name="csX3" fmla="*/ 77573 w 90714"/>
                  <a:gd name="csY3" fmla="*/ 13407 h 90713"/>
                  <a:gd name="csX4" fmla="*/ 45501 w 90714"/>
                  <a:gd name="csY4" fmla="*/ 122 h 90713"/>
                  <a:gd name="csX5" fmla="*/ 13428 w 90714"/>
                  <a:gd name="csY5" fmla="*/ 13407 h 90713"/>
                  <a:gd name="csX6" fmla="*/ 143 w 90714"/>
                  <a:gd name="csY6" fmla="*/ 45479 h 90713"/>
                  <a:gd name="csX7" fmla="*/ 13428 w 90714"/>
                  <a:gd name="csY7" fmla="*/ 77551 h 90713"/>
                  <a:gd name="csX8" fmla="*/ 45501 w 90714"/>
                  <a:gd name="csY8" fmla="*/ 908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1" y="90836"/>
                    </a:moveTo>
                    <a:cubicBezTo>
                      <a:pt x="57530" y="90836"/>
                      <a:pt x="69067" y="86056"/>
                      <a:pt x="77573" y="77551"/>
                    </a:cubicBezTo>
                    <a:cubicBezTo>
                      <a:pt x="86079" y="69045"/>
                      <a:pt x="90858" y="57508"/>
                      <a:pt x="90858" y="45479"/>
                    </a:cubicBezTo>
                    <a:cubicBezTo>
                      <a:pt x="90858" y="33450"/>
                      <a:pt x="86079" y="21912"/>
                      <a:pt x="77573" y="13407"/>
                    </a:cubicBezTo>
                    <a:cubicBezTo>
                      <a:pt x="69067" y="4901"/>
                      <a:pt x="57530" y="122"/>
                      <a:pt x="45501" y="122"/>
                    </a:cubicBezTo>
                    <a:cubicBezTo>
                      <a:pt x="33472" y="122"/>
                      <a:pt x="21934" y="4901"/>
                      <a:pt x="13428" y="13407"/>
                    </a:cubicBezTo>
                    <a:cubicBezTo>
                      <a:pt x="4923" y="21912"/>
                      <a:pt x="143" y="33450"/>
                      <a:pt x="143" y="45479"/>
                    </a:cubicBezTo>
                    <a:cubicBezTo>
                      <a:pt x="143" y="57508"/>
                      <a:pt x="4923" y="69045"/>
                      <a:pt x="13428" y="77551"/>
                    </a:cubicBezTo>
                    <a:cubicBezTo>
                      <a:pt x="21934" y="86056"/>
                      <a:pt x="33472" y="90836"/>
                      <a:pt x="45501" y="908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5" name="任意多边形: 形状 1284"/>
              <p:cNvSpPr/>
              <p:nvPr/>
            </p:nvSpPr>
            <p:spPr>
              <a:xfrm>
                <a:off x="4409501" y="21876298"/>
                <a:ext cx="180000" cy="180000"/>
              </a:xfrm>
              <a:custGeom>
                <a:avLst/>
                <a:gdLst>
                  <a:gd name="csX0" fmla="*/ 45475 w 90714"/>
                  <a:gd name="csY0" fmla="*/ 90836 h 90713"/>
                  <a:gd name="csX1" fmla="*/ 77547 w 90714"/>
                  <a:gd name="csY1" fmla="*/ 77552 h 90713"/>
                  <a:gd name="csX2" fmla="*/ 90832 w 90714"/>
                  <a:gd name="csY2" fmla="*/ 45479 h 90713"/>
                  <a:gd name="csX3" fmla="*/ 77547 w 90714"/>
                  <a:gd name="csY3" fmla="*/ 13407 h 90713"/>
                  <a:gd name="csX4" fmla="*/ 45475 w 90714"/>
                  <a:gd name="csY4" fmla="*/ 123 h 90713"/>
                  <a:gd name="csX5" fmla="*/ 13403 w 90714"/>
                  <a:gd name="csY5" fmla="*/ 13407 h 90713"/>
                  <a:gd name="csX6" fmla="*/ 118 w 90714"/>
                  <a:gd name="csY6" fmla="*/ 45479 h 90713"/>
                  <a:gd name="csX7" fmla="*/ 13403 w 90714"/>
                  <a:gd name="csY7" fmla="*/ 77552 h 90713"/>
                  <a:gd name="csX8" fmla="*/ 45475 w 90714"/>
                  <a:gd name="csY8" fmla="*/ 908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5" y="90836"/>
                    </a:moveTo>
                    <a:cubicBezTo>
                      <a:pt x="57504" y="90836"/>
                      <a:pt x="69042" y="86057"/>
                      <a:pt x="77547" y="77552"/>
                    </a:cubicBezTo>
                    <a:cubicBezTo>
                      <a:pt x="86053" y="69046"/>
                      <a:pt x="90832" y="57508"/>
                      <a:pt x="90832" y="45479"/>
                    </a:cubicBezTo>
                    <a:cubicBezTo>
                      <a:pt x="90832" y="33451"/>
                      <a:pt x="86053" y="21913"/>
                      <a:pt x="77547" y="13407"/>
                    </a:cubicBezTo>
                    <a:cubicBezTo>
                      <a:pt x="69042" y="4902"/>
                      <a:pt x="57504" y="123"/>
                      <a:pt x="45475" y="123"/>
                    </a:cubicBezTo>
                    <a:cubicBezTo>
                      <a:pt x="33446" y="123"/>
                      <a:pt x="21908" y="4902"/>
                      <a:pt x="13403" y="13407"/>
                    </a:cubicBezTo>
                    <a:cubicBezTo>
                      <a:pt x="4897" y="21913"/>
                      <a:pt x="118" y="33451"/>
                      <a:pt x="118" y="45479"/>
                    </a:cubicBezTo>
                    <a:cubicBezTo>
                      <a:pt x="118" y="57508"/>
                      <a:pt x="4897" y="69046"/>
                      <a:pt x="13403" y="77552"/>
                    </a:cubicBezTo>
                    <a:cubicBezTo>
                      <a:pt x="21908" y="86057"/>
                      <a:pt x="33446" y="90836"/>
                      <a:pt x="45475" y="908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6" name="任意多边形: 形状 1285"/>
              <p:cNvSpPr/>
              <p:nvPr/>
            </p:nvSpPr>
            <p:spPr>
              <a:xfrm>
                <a:off x="7535048" y="24137124"/>
                <a:ext cx="180000" cy="180000"/>
              </a:xfrm>
              <a:custGeom>
                <a:avLst/>
                <a:gdLst>
                  <a:gd name="csX0" fmla="*/ 45572 w 90714"/>
                  <a:gd name="csY0" fmla="*/ 90907 h 90713"/>
                  <a:gd name="csX1" fmla="*/ 77645 w 90714"/>
                  <a:gd name="csY1" fmla="*/ 77622 h 90713"/>
                  <a:gd name="csX2" fmla="*/ 90930 w 90714"/>
                  <a:gd name="csY2" fmla="*/ 45550 h 90713"/>
                  <a:gd name="csX3" fmla="*/ 77645 w 90714"/>
                  <a:gd name="csY3" fmla="*/ 13478 h 90713"/>
                  <a:gd name="csX4" fmla="*/ 45572 w 90714"/>
                  <a:gd name="csY4" fmla="*/ 193 h 90713"/>
                  <a:gd name="csX5" fmla="*/ 13500 w 90714"/>
                  <a:gd name="csY5" fmla="*/ 13478 h 90713"/>
                  <a:gd name="csX6" fmla="*/ 215 w 90714"/>
                  <a:gd name="csY6" fmla="*/ 45550 h 90713"/>
                  <a:gd name="csX7" fmla="*/ 13500 w 90714"/>
                  <a:gd name="csY7" fmla="*/ 77622 h 90713"/>
                  <a:gd name="csX8" fmla="*/ 45572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2" y="90907"/>
                    </a:moveTo>
                    <a:cubicBezTo>
                      <a:pt x="57601" y="90907"/>
                      <a:pt x="69139" y="86128"/>
                      <a:pt x="77645" y="77622"/>
                    </a:cubicBezTo>
                    <a:cubicBezTo>
                      <a:pt x="86151" y="69116"/>
                      <a:pt x="90930" y="57579"/>
                      <a:pt x="90930" y="45550"/>
                    </a:cubicBezTo>
                    <a:cubicBezTo>
                      <a:pt x="90930" y="33521"/>
                      <a:pt x="86151" y="21984"/>
                      <a:pt x="77645" y="13478"/>
                    </a:cubicBezTo>
                    <a:cubicBezTo>
                      <a:pt x="69139" y="4972"/>
                      <a:pt x="57601" y="193"/>
                      <a:pt x="45572" y="193"/>
                    </a:cubicBezTo>
                    <a:cubicBezTo>
                      <a:pt x="33544" y="193"/>
                      <a:pt x="22006" y="4972"/>
                      <a:pt x="13500" y="13478"/>
                    </a:cubicBezTo>
                    <a:cubicBezTo>
                      <a:pt x="4994" y="21984"/>
                      <a:pt x="215" y="33521"/>
                      <a:pt x="215" y="45550"/>
                    </a:cubicBezTo>
                    <a:cubicBezTo>
                      <a:pt x="215" y="57579"/>
                      <a:pt x="4994" y="69116"/>
                      <a:pt x="13500" y="77622"/>
                    </a:cubicBezTo>
                    <a:cubicBezTo>
                      <a:pt x="22006" y="86128"/>
                      <a:pt x="33544" y="90907"/>
                      <a:pt x="45572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7" name="任意多边形: 形状 1286"/>
              <p:cNvSpPr/>
              <p:nvPr/>
            </p:nvSpPr>
            <p:spPr>
              <a:xfrm>
                <a:off x="5841445" y="22313646"/>
                <a:ext cx="180000" cy="180000"/>
              </a:xfrm>
              <a:custGeom>
                <a:avLst/>
                <a:gdLst>
                  <a:gd name="csX0" fmla="*/ 45520 w 90714"/>
                  <a:gd name="csY0" fmla="*/ 90850 h 90713"/>
                  <a:gd name="csX1" fmla="*/ 77592 w 90714"/>
                  <a:gd name="csY1" fmla="*/ 77565 h 90713"/>
                  <a:gd name="csX2" fmla="*/ 90877 w 90714"/>
                  <a:gd name="csY2" fmla="*/ 45493 h 90713"/>
                  <a:gd name="csX3" fmla="*/ 77592 w 90714"/>
                  <a:gd name="csY3" fmla="*/ 13421 h 90713"/>
                  <a:gd name="csX4" fmla="*/ 45520 w 90714"/>
                  <a:gd name="csY4" fmla="*/ 136 h 90713"/>
                  <a:gd name="csX5" fmla="*/ 13447 w 90714"/>
                  <a:gd name="csY5" fmla="*/ 13421 h 90713"/>
                  <a:gd name="csX6" fmla="*/ 162 w 90714"/>
                  <a:gd name="csY6" fmla="*/ 45493 h 90713"/>
                  <a:gd name="csX7" fmla="*/ 13447 w 90714"/>
                  <a:gd name="csY7" fmla="*/ 77565 h 90713"/>
                  <a:gd name="csX8" fmla="*/ 45520 w 90714"/>
                  <a:gd name="csY8" fmla="*/ 908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0" y="90850"/>
                    </a:moveTo>
                    <a:cubicBezTo>
                      <a:pt x="57549" y="90850"/>
                      <a:pt x="69086" y="86071"/>
                      <a:pt x="77592" y="77565"/>
                    </a:cubicBezTo>
                    <a:cubicBezTo>
                      <a:pt x="86098" y="69060"/>
                      <a:pt x="90877" y="57522"/>
                      <a:pt x="90877" y="45493"/>
                    </a:cubicBezTo>
                    <a:cubicBezTo>
                      <a:pt x="90877" y="33464"/>
                      <a:pt x="86098" y="21927"/>
                      <a:pt x="77592" y="13421"/>
                    </a:cubicBezTo>
                    <a:cubicBezTo>
                      <a:pt x="69086" y="4915"/>
                      <a:pt x="57549" y="136"/>
                      <a:pt x="45520" y="136"/>
                    </a:cubicBezTo>
                    <a:cubicBezTo>
                      <a:pt x="33491" y="136"/>
                      <a:pt x="21953" y="4915"/>
                      <a:pt x="13447" y="13421"/>
                    </a:cubicBezTo>
                    <a:cubicBezTo>
                      <a:pt x="4941" y="21927"/>
                      <a:pt x="162" y="33464"/>
                      <a:pt x="162" y="45493"/>
                    </a:cubicBezTo>
                    <a:cubicBezTo>
                      <a:pt x="162" y="57522"/>
                      <a:pt x="4941" y="69060"/>
                      <a:pt x="13447" y="77565"/>
                    </a:cubicBezTo>
                    <a:cubicBezTo>
                      <a:pt x="21953" y="86071"/>
                      <a:pt x="33491" y="90850"/>
                      <a:pt x="45520" y="908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89" name="任意多边形: 形状 1288"/>
              <p:cNvSpPr/>
              <p:nvPr/>
            </p:nvSpPr>
            <p:spPr>
              <a:xfrm>
                <a:off x="8089585" y="25322090"/>
                <a:ext cx="180000" cy="180000"/>
              </a:xfrm>
              <a:custGeom>
                <a:avLst/>
                <a:gdLst>
                  <a:gd name="csX0" fmla="*/ 45590 w 90714"/>
                  <a:gd name="csY0" fmla="*/ 90944 h 90713"/>
                  <a:gd name="csX1" fmla="*/ 77662 w 90714"/>
                  <a:gd name="csY1" fmla="*/ 77659 h 90713"/>
                  <a:gd name="csX2" fmla="*/ 90947 w 90714"/>
                  <a:gd name="csY2" fmla="*/ 45587 h 90713"/>
                  <a:gd name="csX3" fmla="*/ 77662 w 90714"/>
                  <a:gd name="csY3" fmla="*/ 13515 h 90713"/>
                  <a:gd name="csX4" fmla="*/ 45590 w 90714"/>
                  <a:gd name="csY4" fmla="*/ 230 h 90713"/>
                  <a:gd name="csX5" fmla="*/ 13517 w 90714"/>
                  <a:gd name="csY5" fmla="*/ 13515 h 90713"/>
                  <a:gd name="csX6" fmla="*/ 232 w 90714"/>
                  <a:gd name="csY6" fmla="*/ 45587 h 90713"/>
                  <a:gd name="csX7" fmla="*/ 13517 w 90714"/>
                  <a:gd name="csY7" fmla="*/ 77659 h 90713"/>
                  <a:gd name="csX8" fmla="*/ 45590 w 90714"/>
                  <a:gd name="csY8" fmla="*/ 9094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0" y="90944"/>
                    </a:moveTo>
                    <a:cubicBezTo>
                      <a:pt x="57619" y="90944"/>
                      <a:pt x="69156" y="86165"/>
                      <a:pt x="77662" y="77659"/>
                    </a:cubicBezTo>
                    <a:cubicBezTo>
                      <a:pt x="86168" y="69153"/>
                      <a:pt x="90947" y="57616"/>
                      <a:pt x="90947" y="45587"/>
                    </a:cubicBezTo>
                    <a:cubicBezTo>
                      <a:pt x="90947" y="33558"/>
                      <a:pt x="86168" y="22020"/>
                      <a:pt x="77662" y="13515"/>
                    </a:cubicBezTo>
                    <a:cubicBezTo>
                      <a:pt x="69156" y="5009"/>
                      <a:pt x="57619" y="230"/>
                      <a:pt x="45590" y="230"/>
                    </a:cubicBezTo>
                    <a:cubicBezTo>
                      <a:pt x="33561" y="230"/>
                      <a:pt x="22023" y="5009"/>
                      <a:pt x="13517" y="13515"/>
                    </a:cubicBezTo>
                    <a:cubicBezTo>
                      <a:pt x="5012" y="22020"/>
                      <a:pt x="232" y="33558"/>
                      <a:pt x="232" y="45587"/>
                    </a:cubicBezTo>
                    <a:cubicBezTo>
                      <a:pt x="232" y="57616"/>
                      <a:pt x="5012" y="69153"/>
                      <a:pt x="13517" y="77659"/>
                    </a:cubicBezTo>
                    <a:cubicBezTo>
                      <a:pt x="22023" y="86165"/>
                      <a:pt x="33561" y="90944"/>
                      <a:pt x="45590" y="9094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90" name="任意多边形: 形状 1289"/>
              <p:cNvSpPr/>
              <p:nvPr/>
            </p:nvSpPr>
            <p:spPr>
              <a:xfrm>
                <a:off x="7075255" y="24668321"/>
                <a:ext cx="180000" cy="180000"/>
              </a:xfrm>
              <a:custGeom>
                <a:avLst/>
                <a:gdLst>
                  <a:gd name="csX0" fmla="*/ 45558 w 90714"/>
                  <a:gd name="csY0" fmla="*/ 90923 h 90713"/>
                  <a:gd name="csX1" fmla="*/ 77631 w 90714"/>
                  <a:gd name="csY1" fmla="*/ 77639 h 90713"/>
                  <a:gd name="csX2" fmla="*/ 90915 w 90714"/>
                  <a:gd name="csY2" fmla="*/ 45567 h 90713"/>
                  <a:gd name="csX3" fmla="*/ 77631 w 90714"/>
                  <a:gd name="csY3" fmla="*/ 13495 h 90713"/>
                  <a:gd name="csX4" fmla="*/ 45558 w 90714"/>
                  <a:gd name="csY4" fmla="*/ 210 h 90713"/>
                  <a:gd name="csX5" fmla="*/ 13486 w 90714"/>
                  <a:gd name="csY5" fmla="*/ 13495 h 90713"/>
                  <a:gd name="csX6" fmla="*/ 201 w 90714"/>
                  <a:gd name="csY6" fmla="*/ 45567 h 90713"/>
                  <a:gd name="csX7" fmla="*/ 13486 w 90714"/>
                  <a:gd name="csY7" fmla="*/ 77639 h 90713"/>
                  <a:gd name="csX8" fmla="*/ 45558 w 90714"/>
                  <a:gd name="csY8" fmla="*/ 909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8" y="90923"/>
                    </a:moveTo>
                    <a:cubicBezTo>
                      <a:pt x="57587" y="90923"/>
                      <a:pt x="69125" y="86144"/>
                      <a:pt x="77631" y="77639"/>
                    </a:cubicBezTo>
                    <a:cubicBezTo>
                      <a:pt x="86136" y="69133"/>
                      <a:pt x="90915" y="57595"/>
                      <a:pt x="90915" y="45567"/>
                    </a:cubicBezTo>
                    <a:cubicBezTo>
                      <a:pt x="90915" y="33538"/>
                      <a:pt x="86136" y="22000"/>
                      <a:pt x="77631" y="13495"/>
                    </a:cubicBezTo>
                    <a:cubicBezTo>
                      <a:pt x="69125" y="4989"/>
                      <a:pt x="57587" y="210"/>
                      <a:pt x="45558" y="210"/>
                    </a:cubicBezTo>
                    <a:cubicBezTo>
                      <a:pt x="33529" y="210"/>
                      <a:pt x="21991" y="4989"/>
                      <a:pt x="13486" y="13495"/>
                    </a:cubicBezTo>
                    <a:cubicBezTo>
                      <a:pt x="4980" y="22000"/>
                      <a:pt x="201" y="33538"/>
                      <a:pt x="201" y="45567"/>
                    </a:cubicBezTo>
                    <a:cubicBezTo>
                      <a:pt x="201" y="57595"/>
                      <a:pt x="4980" y="69133"/>
                      <a:pt x="13486" y="77639"/>
                    </a:cubicBezTo>
                    <a:cubicBezTo>
                      <a:pt x="21991" y="86144"/>
                      <a:pt x="33529" y="90923"/>
                      <a:pt x="45558" y="909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91" name="任意多边形: 形状 1290"/>
              <p:cNvSpPr/>
              <p:nvPr/>
            </p:nvSpPr>
            <p:spPr>
              <a:xfrm>
                <a:off x="7780667" y="24717323"/>
                <a:ext cx="180000" cy="180000"/>
              </a:xfrm>
              <a:custGeom>
                <a:avLst/>
                <a:gdLst>
                  <a:gd name="csX0" fmla="*/ 45580 w 90714"/>
                  <a:gd name="csY0" fmla="*/ 90925 h 90713"/>
                  <a:gd name="csX1" fmla="*/ 77653 w 90714"/>
                  <a:gd name="csY1" fmla="*/ 77640 h 90713"/>
                  <a:gd name="csX2" fmla="*/ 90937 w 90714"/>
                  <a:gd name="csY2" fmla="*/ 45568 h 90713"/>
                  <a:gd name="csX3" fmla="*/ 77653 w 90714"/>
                  <a:gd name="csY3" fmla="*/ 13496 h 90713"/>
                  <a:gd name="csX4" fmla="*/ 45580 w 90714"/>
                  <a:gd name="csY4" fmla="*/ 211 h 90713"/>
                  <a:gd name="csX5" fmla="*/ 13508 w 90714"/>
                  <a:gd name="csY5" fmla="*/ 13496 h 90713"/>
                  <a:gd name="csX6" fmla="*/ 223 w 90714"/>
                  <a:gd name="csY6" fmla="*/ 45568 h 90713"/>
                  <a:gd name="csX7" fmla="*/ 13508 w 90714"/>
                  <a:gd name="csY7" fmla="*/ 77640 h 90713"/>
                  <a:gd name="csX8" fmla="*/ 45580 w 90714"/>
                  <a:gd name="csY8" fmla="*/ 9092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0" y="90925"/>
                    </a:moveTo>
                    <a:cubicBezTo>
                      <a:pt x="57609" y="90925"/>
                      <a:pt x="69147" y="86146"/>
                      <a:pt x="77653" y="77640"/>
                    </a:cubicBezTo>
                    <a:cubicBezTo>
                      <a:pt x="86158" y="69135"/>
                      <a:pt x="90937" y="57597"/>
                      <a:pt x="90937" y="45568"/>
                    </a:cubicBezTo>
                    <a:cubicBezTo>
                      <a:pt x="90937" y="33539"/>
                      <a:pt x="86158" y="22002"/>
                      <a:pt x="77653" y="13496"/>
                    </a:cubicBezTo>
                    <a:cubicBezTo>
                      <a:pt x="69147" y="4990"/>
                      <a:pt x="57609" y="211"/>
                      <a:pt x="45580" y="211"/>
                    </a:cubicBezTo>
                    <a:cubicBezTo>
                      <a:pt x="33551" y="211"/>
                      <a:pt x="22013" y="4990"/>
                      <a:pt x="13508" y="13496"/>
                    </a:cubicBezTo>
                    <a:cubicBezTo>
                      <a:pt x="5002" y="22002"/>
                      <a:pt x="223" y="33539"/>
                      <a:pt x="223" y="45568"/>
                    </a:cubicBezTo>
                    <a:cubicBezTo>
                      <a:pt x="223" y="57597"/>
                      <a:pt x="5002" y="69135"/>
                      <a:pt x="13508" y="77640"/>
                    </a:cubicBezTo>
                    <a:cubicBezTo>
                      <a:pt x="22013" y="86146"/>
                      <a:pt x="33551" y="90925"/>
                      <a:pt x="45580" y="9092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92" name="任意多边形: 形状 1291"/>
              <p:cNvSpPr/>
              <p:nvPr/>
            </p:nvSpPr>
            <p:spPr>
              <a:xfrm>
                <a:off x="7651417" y="23674336"/>
                <a:ext cx="180000" cy="180000"/>
              </a:xfrm>
              <a:custGeom>
                <a:avLst/>
                <a:gdLst>
                  <a:gd name="csX0" fmla="*/ 45576 w 90714"/>
                  <a:gd name="csY0" fmla="*/ 90892 h 90713"/>
                  <a:gd name="csX1" fmla="*/ 77649 w 90714"/>
                  <a:gd name="csY1" fmla="*/ 77608 h 90713"/>
                  <a:gd name="csX2" fmla="*/ 90933 w 90714"/>
                  <a:gd name="csY2" fmla="*/ 45536 h 90713"/>
                  <a:gd name="csX3" fmla="*/ 77649 w 90714"/>
                  <a:gd name="csY3" fmla="*/ 13464 h 90713"/>
                  <a:gd name="csX4" fmla="*/ 45576 w 90714"/>
                  <a:gd name="csY4" fmla="*/ 179 h 90713"/>
                  <a:gd name="csX5" fmla="*/ 13504 w 90714"/>
                  <a:gd name="csY5" fmla="*/ 13464 h 90713"/>
                  <a:gd name="csX6" fmla="*/ 219 w 90714"/>
                  <a:gd name="csY6" fmla="*/ 45536 h 90713"/>
                  <a:gd name="csX7" fmla="*/ 13504 w 90714"/>
                  <a:gd name="csY7" fmla="*/ 77608 h 90713"/>
                  <a:gd name="csX8" fmla="*/ 45576 w 90714"/>
                  <a:gd name="csY8" fmla="*/ 9089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6" y="90892"/>
                    </a:moveTo>
                    <a:cubicBezTo>
                      <a:pt x="57605" y="90892"/>
                      <a:pt x="69143" y="86113"/>
                      <a:pt x="77649" y="77608"/>
                    </a:cubicBezTo>
                    <a:cubicBezTo>
                      <a:pt x="86154" y="69102"/>
                      <a:pt x="90933" y="57564"/>
                      <a:pt x="90933" y="45536"/>
                    </a:cubicBezTo>
                    <a:cubicBezTo>
                      <a:pt x="90933" y="33507"/>
                      <a:pt x="86154" y="21969"/>
                      <a:pt x="77649" y="13464"/>
                    </a:cubicBezTo>
                    <a:cubicBezTo>
                      <a:pt x="69143" y="4958"/>
                      <a:pt x="57605" y="179"/>
                      <a:pt x="45576" y="179"/>
                    </a:cubicBezTo>
                    <a:cubicBezTo>
                      <a:pt x="33547" y="179"/>
                      <a:pt x="22009" y="4958"/>
                      <a:pt x="13504" y="13464"/>
                    </a:cubicBezTo>
                    <a:cubicBezTo>
                      <a:pt x="4998" y="21969"/>
                      <a:pt x="219" y="33507"/>
                      <a:pt x="219" y="45536"/>
                    </a:cubicBezTo>
                    <a:cubicBezTo>
                      <a:pt x="219" y="57564"/>
                      <a:pt x="4998" y="69102"/>
                      <a:pt x="13504" y="77608"/>
                    </a:cubicBezTo>
                    <a:cubicBezTo>
                      <a:pt x="22009" y="86113"/>
                      <a:pt x="33547" y="90892"/>
                      <a:pt x="45576" y="9089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293" name="任意多边形: 形状 1292"/>
              <p:cNvSpPr/>
              <p:nvPr/>
            </p:nvSpPr>
            <p:spPr>
              <a:xfrm>
                <a:off x="8111111" y="21041440"/>
                <a:ext cx="180000" cy="180000"/>
              </a:xfrm>
              <a:custGeom>
                <a:avLst/>
                <a:gdLst>
                  <a:gd name="csX0" fmla="*/ 45590 w 90714"/>
                  <a:gd name="csY0" fmla="*/ 90810 h 90713"/>
                  <a:gd name="csX1" fmla="*/ 77663 w 90714"/>
                  <a:gd name="csY1" fmla="*/ 77526 h 90713"/>
                  <a:gd name="csX2" fmla="*/ 90948 w 90714"/>
                  <a:gd name="csY2" fmla="*/ 45453 h 90713"/>
                  <a:gd name="csX3" fmla="*/ 77663 w 90714"/>
                  <a:gd name="csY3" fmla="*/ 13381 h 90713"/>
                  <a:gd name="csX4" fmla="*/ 45590 w 90714"/>
                  <a:gd name="csY4" fmla="*/ 97 h 90713"/>
                  <a:gd name="csX5" fmla="*/ 13518 w 90714"/>
                  <a:gd name="csY5" fmla="*/ 13381 h 90713"/>
                  <a:gd name="csX6" fmla="*/ 233 w 90714"/>
                  <a:gd name="csY6" fmla="*/ 45453 h 90713"/>
                  <a:gd name="csX7" fmla="*/ 13518 w 90714"/>
                  <a:gd name="csY7" fmla="*/ 77526 h 90713"/>
                  <a:gd name="csX8" fmla="*/ 45590 w 90714"/>
                  <a:gd name="csY8" fmla="*/ 9081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0" y="90810"/>
                    </a:moveTo>
                    <a:cubicBezTo>
                      <a:pt x="57619" y="90810"/>
                      <a:pt x="69157" y="86031"/>
                      <a:pt x="77663" y="77526"/>
                    </a:cubicBezTo>
                    <a:cubicBezTo>
                      <a:pt x="86169" y="69020"/>
                      <a:pt x="90948" y="57482"/>
                      <a:pt x="90948" y="45453"/>
                    </a:cubicBezTo>
                    <a:cubicBezTo>
                      <a:pt x="90948" y="33425"/>
                      <a:pt x="86169" y="21887"/>
                      <a:pt x="77663" y="13381"/>
                    </a:cubicBezTo>
                    <a:cubicBezTo>
                      <a:pt x="69157" y="4876"/>
                      <a:pt x="57619" y="97"/>
                      <a:pt x="45590" y="97"/>
                    </a:cubicBezTo>
                    <a:cubicBezTo>
                      <a:pt x="33562" y="97"/>
                      <a:pt x="22024" y="4876"/>
                      <a:pt x="13518" y="13381"/>
                    </a:cubicBezTo>
                    <a:cubicBezTo>
                      <a:pt x="5012" y="21887"/>
                      <a:pt x="233" y="33425"/>
                      <a:pt x="233" y="45453"/>
                    </a:cubicBezTo>
                    <a:cubicBezTo>
                      <a:pt x="233" y="57482"/>
                      <a:pt x="5012" y="69020"/>
                      <a:pt x="13518" y="77526"/>
                    </a:cubicBezTo>
                    <a:cubicBezTo>
                      <a:pt x="22024" y="86031"/>
                      <a:pt x="33562" y="90810"/>
                      <a:pt x="45590" y="9081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00" name="任意多边形: 形状 1299"/>
              <p:cNvSpPr/>
              <p:nvPr/>
            </p:nvSpPr>
            <p:spPr>
              <a:xfrm>
                <a:off x="6871483" y="21639125"/>
                <a:ext cx="180000" cy="180000"/>
              </a:xfrm>
              <a:custGeom>
                <a:avLst/>
                <a:gdLst>
                  <a:gd name="csX0" fmla="*/ 45552 w 90714"/>
                  <a:gd name="csY0" fmla="*/ 90829 h 90713"/>
                  <a:gd name="csX1" fmla="*/ 77624 w 90714"/>
                  <a:gd name="csY1" fmla="*/ 77544 h 90713"/>
                  <a:gd name="csX2" fmla="*/ 90909 w 90714"/>
                  <a:gd name="csY2" fmla="*/ 45472 h 90713"/>
                  <a:gd name="csX3" fmla="*/ 77624 w 90714"/>
                  <a:gd name="csY3" fmla="*/ 13400 h 90713"/>
                  <a:gd name="csX4" fmla="*/ 45552 w 90714"/>
                  <a:gd name="csY4" fmla="*/ 115 h 90713"/>
                  <a:gd name="csX5" fmla="*/ 13479 w 90714"/>
                  <a:gd name="csY5" fmla="*/ 13400 h 90713"/>
                  <a:gd name="csX6" fmla="*/ 194 w 90714"/>
                  <a:gd name="csY6" fmla="*/ 45472 h 90713"/>
                  <a:gd name="csX7" fmla="*/ 13479 w 90714"/>
                  <a:gd name="csY7" fmla="*/ 77544 h 90713"/>
                  <a:gd name="csX8" fmla="*/ 45552 w 90714"/>
                  <a:gd name="csY8" fmla="*/ 9082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29"/>
                    </a:moveTo>
                    <a:cubicBezTo>
                      <a:pt x="57581" y="90829"/>
                      <a:pt x="69118" y="86050"/>
                      <a:pt x="77624" y="77544"/>
                    </a:cubicBezTo>
                    <a:cubicBezTo>
                      <a:pt x="86130" y="69039"/>
                      <a:pt x="90909" y="57501"/>
                      <a:pt x="90909" y="45472"/>
                    </a:cubicBezTo>
                    <a:cubicBezTo>
                      <a:pt x="90909" y="33443"/>
                      <a:pt x="86130" y="21906"/>
                      <a:pt x="77624" y="13400"/>
                    </a:cubicBezTo>
                    <a:cubicBezTo>
                      <a:pt x="69118" y="4894"/>
                      <a:pt x="57581" y="115"/>
                      <a:pt x="45552" y="115"/>
                    </a:cubicBezTo>
                    <a:cubicBezTo>
                      <a:pt x="33523" y="115"/>
                      <a:pt x="21985" y="4894"/>
                      <a:pt x="13479" y="13400"/>
                    </a:cubicBezTo>
                    <a:cubicBezTo>
                      <a:pt x="4974" y="21906"/>
                      <a:pt x="194" y="33443"/>
                      <a:pt x="194" y="45472"/>
                    </a:cubicBezTo>
                    <a:cubicBezTo>
                      <a:pt x="194" y="57501"/>
                      <a:pt x="4974" y="69039"/>
                      <a:pt x="13479" y="77544"/>
                    </a:cubicBezTo>
                    <a:cubicBezTo>
                      <a:pt x="21985" y="86050"/>
                      <a:pt x="33523" y="90829"/>
                      <a:pt x="45552" y="9082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09" name="任意多边形: 形状 1308"/>
              <p:cNvSpPr/>
              <p:nvPr/>
            </p:nvSpPr>
            <p:spPr>
              <a:xfrm>
                <a:off x="5928396" y="24521892"/>
                <a:ext cx="180000" cy="180000"/>
              </a:xfrm>
              <a:custGeom>
                <a:avLst/>
                <a:gdLst>
                  <a:gd name="csX0" fmla="*/ 45522 w 90714"/>
                  <a:gd name="csY0" fmla="*/ 90919 h 90713"/>
                  <a:gd name="csX1" fmla="*/ 77595 w 90714"/>
                  <a:gd name="csY1" fmla="*/ 77634 h 90713"/>
                  <a:gd name="csX2" fmla="*/ 90880 w 90714"/>
                  <a:gd name="csY2" fmla="*/ 45562 h 90713"/>
                  <a:gd name="csX3" fmla="*/ 77595 w 90714"/>
                  <a:gd name="csY3" fmla="*/ 13490 h 90713"/>
                  <a:gd name="csX4" fmla="*/ 45522 w 90714"/>
                  <a:gd name="csY4" fmla="*/ 205 h 90713"/>
                  <a:gd name="csX5" fmla="*/ 13450 w 90714"/>
                  <a:gd name="csY5" fmla="*/ 13490 h 90713"/>
                  <a:gd name="csX6" fmla="*/ 165 w 90714"/>
                  <a:gd name="csY6" fmla="*/ 45562 h 90713"/>
                  <a:gd name="csX7" fmla="*/ 13450 w 90714"/>
                  <a:gd name="csY7" fmla="*/ 77634 h 90713"/>
                  <a:gd name="csX8" fmla="*/ 45522 w 90714"/>
                  <a:gd name="csY8" fmla="*/ 9091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919"/>
                    </a:moveTo>
                    <a:cubicBezTo>
                      <a:pt x="57551" y="90919"/>
                      <a:pt x="69089" y="86140"/>
                      <a:pt x="77595" y="77634"/>
                    </a:cubicBezTo>
                    <a:cubicBezTo>
                      <a:pt x="86100" y="69128"/>
                      <a:pt x="90880" y="57591"/>
                      <a:pt x="90880" y="45562"/>
                    </a:cubicBezTo>
                    <a:cubicBezTo>
                      <a:pt x="90880" y="33533"/>
                      <a:pt x="86100" y="21996"/>
                      <a:pt x="77595" y="13490"/>
                    </a:cubicBezTo>
                    <a:cubicBezTo>
                      <a:pt x="69089" y="4984"/>
                      <a:pt x="57551" y="205"/>
                      <a:pt x="45522" y="205"/>
                    </a:cubicBezTo>
                    <a:cubicBezTo>
                      <a:pt x="33493" y="205"/>
                      <a:pt x="21956" y="4984"/>
                      <a:pt x="13450" y="13490"/>
                    </a:cubicBezTo>
                    <a:cubicBezTo>
                      <a:pt x="4944" y="21996"/>
                      <a:pt x="165" y="33533"/>
                      <a:pt x="165" y="45562"/>
                    </a:cubicBezTo>
                    <a:cubicBezTo>
                      <a:pt x="165" y="57591"/>
                      <a:pt x="4944" y="69128"/>
                      <a:pt x="13450" y="77634"/>
                    </a:cubicBezTo>
                    <a:cubicBezTo>
                      <a:pt x="21956" y="86140"/>
                      <a:pt x="33493" y="90919"/>
                      <a:pt x="45522" y="9091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0" name="任意多边形: 形状 1309"/>
              <p:cNvSpPr/>
              <p:nvPr/>
            </p:nvSpPr>
            <p:spPr>
              <a:xfrm>
                <a:off x="6919998" y="22803258"/>
                <a:ext cx="180000" cy="180000"/>
              </a:xfrm>
              <a:custGeom>
                <a:avLst/>
                <a:gdLst>
                  <a:gd name="csX0" fmla="*/ 45553 w 90714"/>
                  <a:gd name="csY0" fmla="*/ 90865 h 90713"/>
                  <a:gd name="csX1" fmla="*/ 77626 w 90714"/>
                  <a:gd name="csY1" fmla="*/ 77580 h 90713"/>
                  <a:gd name="csX2" fmla="*/ 90911 w 90714"/>
                  <a:gd name="csY2" fmla="*/ 45508 h 90713"/>
                  <a:gd name="csX3" fmla="*/ 77626 w 90714"/>
                  <a:gd name="csY3" fmla="*/ 13436 h 90713"/>
                  <a:gd name="csX4" fmla="*/ 45553 w 90714"/>
                  <a:gd name="csY4" fmla="*/ 152 h 90713"/>
                  <a:gd name="csX5" fmla="*/ 13481 w 90714"/>
                  <a:gd name="csY5" fmla="*/ 13436 h 90713"/>
                  <a:gd name="csX6" fmla="*/ 196 w 90714"/>
                  <a:gd name="csY6" fmla="*/ 45508 h 90713"/>
                  <a:gd name="csX7" fmla="*/ 13481 w 90714"/>
                  <a:gd name="csY7" fmla="*/ 77580 h 90713"/>
                  <a:gd name="csX8" fmla="*/ 45553 w 90714"/>
                  <a:gd name="csY8" fmla="*/ 9086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3" y="90865"/>
                    </a:moveTo>
                    <a:cubicBezTo>
                      <a:pt x="57582" y="90865"/>
                      <a:pt x="69120" y="86086"/>
                      <a:pt x="77626" y="77580"/>
                    </a:cubicBezTo>
                    <a:cubicBezTo>
                      <a:pt x="86131" y="69075"/>
                      <a:pt x="90911" y="57537"/>
                      <a:pt x="90911" y="45508"/>
                    </a:cubicBezTo>
                    <a:cubicBezTo>
                      <a:pt x="90911" y="33480"/>
                      <a:pt x="86131" y="21942"/>
                      <a:pt x="77626" y="13436"/>
                    </a:cubicBezTo>
                    <a:cubicBezTo>
                      <a:pt x="69120" y="4931"/>
                      <a:pt x="57582" y="152"/>
                      <a:pt x="45553" y="152"/>
                    </a:cubicBezTo>
                    <a:cubicBezTo>
                      <a:pt x="33524" y="152"/>
                      <a:pt x="21987" y="4931"/>
                      <a:pt x="13481" y="13436"/>
                    </a:cubicBezTo>
                    <a:cubicBezTo>
                      <a:pt x="4975" y="21942"/>
                      <a:pt x="196" y="33480"/>
                      <a:pt x="196" y="45508"/>
                    </a:cubicBezTo>
                    <a:cubicBezTo>
                      <a:pt x="196" y="57537"/>
                      <a:pt x="4975" y="69075"/>
                      <a:pt x="13481" y="77580"/>
                    </a:cubicBezTo>
                    <a:cubicBezTo>
                      <a:pt x="21987" y="86086"/>
                      <a:pt x="33524" y="90865"/>
                      <a:pt x="45553" y="9086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1" name="任意多边形: 形状 1310"/>
              <p:cNvSpPr/>
              <p:nvPr/>
            </p:nvSpPr>
            <p:spPr>
              <a:xfrm>
                <a:off x="8548883" y="23289014"/>
                <a:ext cx="180000" cy="180000"/>
              </a:xfrm>
              <a:custGeom>
                <a:avLst/>
                <a:gdLst>
                  <a:gd name="csX0" fmla="*/ 45604 w 90714"/>
                  <a:gd name="csY0" fmla="*/ 90880 h 90713"/>
                  <a:gd name="csX1" fmla="*/ 77676 w 90714"/>
                  <a:gd name="csY1" fmla="*/ 77596 h 90713"/>
                  <a:gd name="csX2" fmla="*/ 90961 w 90714"/>
                  <a:gd name="csY2" fmla="*/ 45524 h 90713"/>
                  <a:gd name="csX3" fmla="*/ 77676 w 90714"/>
                  <a:gd name="csY3" fmla="*/ 13452 h 90713"/>
                  <a:gd name="csX4" fmla="*/ 45604 w 90714"/>
                  <a:gd name="csY4" fmla="*/ 167 h 90713"/>
                  <a:gd name="csX5" fmla="*/ 13532 w 90714"/>
                  <a:gd name="csY5" fmla="*/ 13452 h 90713"/>
                  <a:gd name="csX6" fmla="*/ 247 w 90714"/>
                  <a:gd name="csY6" fmla="*/ 45524 h 90713"/>
                  <a:gd name="csX7" fmla="*/ 13532 w 90714"/>
                  <a:gd name="csY7" fmla="*/ 77596 h 90713"/>
                  <a:gd name="csX8" fmla="*/ 45604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4" y="90880"/>
                    </a:moveTo>
                    <a:cubicBezTo>
                      <a:pt x="57633" y="90880"/>
                      <a:pt x="69171" y="86101"/>
                      <a:pt x="77676" y="77596"/>
                    </a:cubicBezTo>
                    <a:cubicBezTo>
                      <a:pt x="86182" y="69090"/>
                      <a:pt x="90961" y="57552"/>
                      <a:pt x="90961" y="45524"/>
                    </a:cubicBezTo>
                    <a:cubicBezTo>
                      <a:pt x="90961" y="33495"/>
                      <a:pt x="86182" y="21957"/>
                      <a:pt x="77676" y="13452"/>
                    </a:cubicBezTo>
                    <a:cubicBezTo>
                      <a:pt x="69171" y="4946"/>
                      <a:pt x="57633" y="167"/>
                      <a:pt x="45604" y="167"/>
                    </a:cubicBezTo>
                    <a:cubicBezTo>
                      <a:pt x="33575" y="167"/>
                      <a:pt x="22037" y="4946"/>
                      <a:pt x="13532" y="13452"/>
                    </a:cubicBezTo>
                    <a:cubicBezTo>
                      <a:pt x="5026" y="21957"/>
                      <a:pt x="247" y="33495"/>
                      <a:pt x="247" y="45524"/>
                    </a:cubicBezTo>
                    <a:cubicBezTo>
                      <a:pt x="247" y="57552"/>
                      <a:pt x="5026" y="69090"/>
                      <a:pt x="13532" y="77596"/>
                    </a:cubicBezTo>
                    <a:cubicBezTo>
                      <a:pt x="22037" y="86101"/>
                      <a:pt x="33575" y="90880"/>
                      <a:pt x="45604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2" name="任意多边形: 形状 1311"/>
              <p:cNvSpPr/>
              <p:nvPr/>
            </p:nvSpPr>
            <p:spPr>
              <a:xfrm>
                <a:off x="8577129" y="24094399"/>
                <a:ext cx="180000" cy="180000"/>
              </a:xfrm>
              <a:custGeom>
                <a:avLst/>
                <a:gdLst>
                  <a:gd name="csX0" fmla="*/ 45605 w 90714"/>
                  <a:gd name="csY0" fmla="*/ 90905 h 90713"/>
                  <a:gd name="csX1" fmla="*/ 77677 w 90714"/>
                  <a:gd name="csY1" fmla="*/ 77621 h 90713"/>
                  <a:gd name="csX2" fmla="*/ 90962 w 90714"/>
                  <a:gd name="csY2" fmla="*/ 45549 h 90713"/>
                  <a:gd name="csX3" fmla="*/ 77677 w 90714"/>
                  <a:gd name="csY3" fmla="*/ 13477 h 90713"/>
                  <a:gd name="csX4" fmla="*/ 45605 w 90714"/>
                  <a:gd name="csY4" fmla="*/ 192 h 90713"/>
                  <a:gd name="csX5" fmla="*/ 13532 w 90714"/>
                  <a:gd name="csY5" fmla="*/ 13477 h 90713"/>
                  <a:gd name="csX6" fmla="*/ 248 w 90714"/>
                  <a:gd name="csY6" fmla="*/ 45549 h 90713"/>
                  <a:gd name="csX7" fmla="*/ 13532 w 90714"/>
                  <a:gd name="csY7" fmla="*/ 77621 h 90713"/>
                  <a:gd name="csX8" fmla="*/ 45605 w 90714"/>
                  <a:gd name="csY8" fmla="*/ 9090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5" y="90905"/>
                    </a:moveTo>
                    <a:cubicBezTo>
                      <a:pt x="57634" y="90905"/>
                      <a:pt x="69172" y="86126"/>
                      <a:pt x="77677" y="77621"/>
                    </a:cubicBezTo>
                    <a:cubicBezTo>
                      <a:pt x="86183" y="69115"/>
                      <a:pt x="90962" y="57577"/>
                      <a:pt x="90962" y="45549"/>
                    </a:cubicBezTo>
                    <a:cubicBezTo>
                      <a:pt x="90962" y="33520"/>
                      <a:pt x="86183" y="21982"/>
                      <a:pt x="77677" y="13477"/>
                    </a:cubicBezTo>
                    <a:cubicBezTo>
                      <a:pt x="69172" y="4971"/>
                      <a:pt x="57634" y="192"/>
                      <a:pt x="45605" y="192"/>
                    </a:cubicBezTo>
                    <a:cubicBezTo>
                      <a:pt x="33576" y="192"/>
                      <a:pt x="22038" y="4971"/>
                      <a:pt x="13532" y="13477"/>
                    </a:cubicBezTo>
                    <a:cubicBezTo>
                      <a:pt x="5027" y="21982"/>
                      <a:pt x="248" y="33520"/>
                      <a:pt x="248" y="45549"/>
                    </a:cubicBezTo>
                    <a:cubicBezTo>
                      <a:pt x="248" y="57577"/>
                      <a:pt x="5027" y="69115"/>
                      <a:pt x="13532" y="77621"/>
                    </a:cubicBezTo>
                    <a:cubicBezTo>
                      <a:pt x="22038" y="86126"/>
                      <a:pt x="33576" y="90905"/>
                      <a:pt x="45605" y="9090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3" name="任意多边形: 形状 1312"/>
              <p:cNvSpPr/>
              <p:nvPr/>
            </p:nvSpPr>
            <p:spPr>
              <a:xfrm>
                <a:off x="7949577" y="24216718"/>
                <a:ext cx="180000" cy="180000"/>
              </a:xfrm>
              <a:custGeom>
                <a:avLst/>
                <a:gdLst>
                  <a:gd name="csX0" fmla="*/ 45585 w 90714"/>
                  <a:gd name="csY0" fmla="*/ 90909 h 90713"/>
                  <a:gd name="csX1" fmla="*/ 77658 w 90714"/>
                  <a:gd name="csY1" fmla="*/ 77625 h 90713"/>
                  <a:gd name="csX2" fmla="*/ 90943 w 90714"/>
                  <a:gd name="csY2" fmla="*/ 45552 h 90713"/>
                  <a:gd name="csX3" fmla="*/ 77658 w 90714"/>
                  <a:gd name="csY3" fmla="*/ 13480 h 90713"/>
                  <a:gd name="csX4" fmla="*/ 45585 w 90714"/>
                  <a:gd name="csY4" fmla="*/ 196 h 90713"/>
                  <a:gd name="csX5" fmla="*/ 13513 w 90714"/>
                  <a:gd name="csY5" fmla="*/ 13480 h 90713"/>
                  <a:gd name="csX6" fmla="*/ 228 w 90714"/>
                  <a:gd name="csY6" fmla="*/ 45552 h 90713"/>
                  <a:gd name="csX7" fmla="*/ 13513 w 90714"/>
                  <a:gd name="csY7" fmla="*/ 77625 h 90713"/>
                  <a:gd name="csX8" fmla="*/ 45585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5" y="90909"/>
                    </a:moveTo>
                    <a:cubicBezTo>
                      <a:pt x="57614" y="90909"/>
                      <a:pt x="69152" y="86130"/>
                      <a:pt x="77658" y="77625"/>
                    </a:cubicBezTo>
                    <a:cubicBezTo>
                      <a:pt x="86164" y="69119"/>
                      <a:pt x="90943" y="57581"/>
                      <a:pt x="90943" y="45552"/>
                    </a:cubicBezTo>
                    <a:cubicBezTo>
                      <a:pt x="90943" y="33524"/>
                      <a:pt x="86164" y="21986"/>
                      <a:pt x="77658" y="13480"/>
                    </a:cubicBezTo>
                    <a:cubicBezTo>
                      <a:pt x="69152" y="4975"/>
                      <a:pt x="57614" y="196"/>
                      <a:pt x="45585" y="196"/>
                    </a:cubicBezTo>
                    <a:cubicBezTo>
                      <a:pt x="33556" y="196"/>
                      <a:pt x="22019" y="4975"/>
                      <a:pt x="13513" y="13480"/>
                    </a:cubicBezTo>
                    <a:cubicBezTo>
                      <a:pt x="5007" y="21986"/>
                      <a:pt x="228" y="33524"/>
                      <a:pt x="228" y="45552"/>
                    </a:cubicBezTo>
                    <a:cubicBezTo>
                      <a:pt x="228" y="57581"/>
                      <a:pt x="5007" y="69119"/>
                      <a:pt x="13513" y="77625"/>
                    </a:cubicBezTo>
                    <a:cubicBezTo>
                      <a:pt x="22019" y="86130"/>
                      <a:pt x="33556" y="90909"/>
                      <a:pt x="45585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4" name="任意多边形: 形状 1313"/>
              <p:cNvSpPr/>
              <p:nvPr/>
            </p:nvSpPr>
            <p:spPr>
              <a:xfrm>
                <a:off x="7237566" y="24012331"/>
                <a:ext cx="180000" cy="180000"/>
              </a:xfrm>
              <a:custGeom>
                <a:avLst/>
                <a:gdLst>
                  <a:gd name="csX0" fmla="*/ 45563 w 90714"/>
                  <a:gd name="csY0" fmla="*/ 90903 h 90713"/>
                  <a:gd name="csX1" fmla="*/ 77636 w 90714"/>
                  <a:gd name="csY1" fmla="*/ 77618 h 90713"/>
                  <a:gd name="csX2" fmla="*/ 90920 w 90714"/>
                  <a:gd name="csY2" fmla="*/ 45546 h 90713"/>
                  <a:gd name="csX3" fmla="*/ 77636 w 90714"/>
                  <a:gd name="csY3" fmla="*/ 13474 h 90713"/>
                  <a:gd name="csX4" fmla="*/ 45563 w 90714"/>
                  <a:gd name="csY4" fmla="*/ 189 h 90713"/>
                  <a:gd name="csX5" fmla="*/ 13491 w 90714"/>
                  <a:gd name="csY5" fmla="*/ 13474 h 90713"/>
                  <a:gd name="csX6" fmla="*/ 206 w 90714"/>
                  <a:gd name="csY6" fmla="*/ 45546 h 90713"/>
                  <a:gd name="csX7" fmla="*/ 13491 w 90714"/>
                  <a:gd name="csY7" fmla="*/ 77618 h 90713"/>
                  <a:gd name="csX8" fmla="*/ 45563 w 90714"/>
                  <a:gd name="csY8" fmla="*/ 9090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3" y="90903"/>
                    </a:moveTo>
                    <a:cubicBezTo>
                      <a:pt x="57592" y="90903"/>
                      <a:pt x="69130" y="86124"/>
                      <a:pt x="77636" y="77618"/>
                    </a:cubicBezTo>
                    <a:cubicBezTo>
                      <a:pt x="86141" y="69113"/>
                      <a:pt x="90920" y="57575"/>
                      <a:pt x="90920" y="45546"/>
                    </a:cubicBezTo>
                    <a:cubicBezTo>
                      <a:pt x="90920" y="33517"/>
                      <a:pt x="86141" y="21980"/>
                      <a:pt x="77636" y="13474"/>
                    </a:cubicBezTo>
                    <a:cubicBezTo>
                      <a:pt x="69130" y="4968"/>
                      <a:pt x="57592" y="189"/>
                      <a:pt x="45563" y="189"/>
                    </a:cubicBezTo>
                    <a:cubicBezTo>
                      <a:pt x="33534" y="189"/>
                      <a:pt x="21996" y="4968"/>
                      <a:pt x="13491" y="13474"/>
                    </a:cubicBezTo>
                    <a:cubicBezTo>
                      <a:pt x="4985" y="21980"/>
                      <a:pt x="206" y="33517"/>
                      <a:pt x="206" y="45546"/>
                    </a:cubicBezTo>
                    <a:cubicBezTo>
                      <a:pt x="206" y="57575"/>
                      <a:pt x="4985" y="69113"/>
                      <a:pt x="13491" y="77618"/>
                    </a:cubicBezTo>
                    <a:cubicBezTo>
                      <a:pt x="21996" y="86124"/>
                      <a:pt x="33534" y="90903"/>
                      <a:pt x="45563" y="9090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5" name="任意多边形: 形状 1314"/>
              <p:cNvSpPr/>
              <p:nvPr/>
            </p:nvSpPr>
            <p:spPr>
              <a:xfrm>
                <a:off x="7656356" y="21728918"/>
                <a:ext cx="180000" cy="180000"/>
              </a:xfrm>
              <a:custGeom>
                <a:avLst/>
                <a:gdLst>
                  <a:gd name="csX0" fmla="*/ 45576 w 90714"/>
                  <a:gd name="csY0" fmla="*/ 90832 h 90713"/>
                  <a:gd name="csX1" fmla="*/ 77649 w 90714"/>
                  <a:gd name="csY1" fmla="*/ 77547 h 90713"/>
                  <a:gd name="csX2" fmla="*/ 90934 w 90714"/>
                  <a:gd name="csY2" fmla="*/ 45475 h 90713"/>
                  <a:gd name="csX3" fmla="*/ 77649 w 90714"/>
                  <a:gd name="csY3" fmla="*/ 13403 h 90713"/>
                  <a:gd name="csX4" fmla="*/ 45576 w 90714"/>
                  <a:gd name="csY4" fmla="*/ 118 h 90713"/>
                  <a:gd name="csX5" fmla="*/ 13504 w 90714"/>
                  <a:gd name="csY5" fmla="*/ 13403 h 90713"/>
                  <a:gd name="csX6" fmla="*/ 219 w 90714"/>
                  <a:gd name="csY6" fmla="*/ 45475 h 90713"/>
                  <a:gd name="csX7" fmla="*/ 13504 w 90714"/>
                  <a:gd name="csY7" fmla="*/ 77547 h 90713"/>
                  <a:gd name="csX8" fmla="*/ 45576 w 90714"/>
                  <a:gd name="csY8" fmla="*/ 9083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6" y="90832"/>
                    </a:moveTo>
                    <a:cubicBezTo>
                      <a:pt x="57605" y="90832"/>
                      <a:pt x="69143" y="86053"/>
                      <a:pt x="77649" y="77547"/>
                    </a:cubicBezTo>
                    <a:cubicBezTo>
                      <a:pt x="86154" y="69041"/>
                      <a:pt x="90934" y="57504"/>
                      <a:pt x="90934" y="45475"/>
                    </a:cubicBezTo>
                    <a:cubicBezTo>
                      <a:pt x="90934" y="33446"/>
                      <a:pt x="86154" y="21908"/>
                      <a:pt x="77649" y="13403"/>
                    </a:cubicBezTo>
                    <a:cubicBezTo>
                      <a:pt x="69143" y="4897"/>
                      <a:pt x="57605" y="118"/>
                      <a:pt x="45576" y="118"/>
                    </a:cubicBezTo>
                    <a:cubicBezTo>
                      <a:pt x="33547" y="118"/>
                      <a:pt x="22009" y="4897"/>
                      <a:pt x="13504" y="13403"/>
                    </a:cubicBezTo>
                    <a:cubicBezTo>
                      <a:pt x="4998" y="21908"/>
                      <a:pt x="219" y="33446"/>
                      <a:pt x="219" y="45475"/>
                    </a:cubicBezTo>
                    <a:cubicBezTo>
                      <a:pt x="219" y="57504"/>
                      <a:pt x="4998" y="69041"/>
                      <a:pt x="13504" y="77547"/>
                    </a:cubicBezTo>
                    <a:cubicBezTo>
                      <a:pt x="22009" y="86053"/>
                      <a:pt x="33547" y="90832"/>
                      <a:pt x="45576" y="9083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6" name="任意多边形: 形状 1315"/>
              <p:cNvSpPr/>
              <p:nvPr/>
            </p:nvSpPr>
            <p:spPr>
              <a:xfrm>
                <a:off x="6332298" y="21668122"/>
                <a:ext cx="180000" cy="180000"/>
              </a:xfrm>
              <a:custGeom>
                <a:avLst/>
                <a:gdLst>
                  <a:gd name="csX0" fmla="*/ 45535 w 90714"/>
                  <a:gd name="csY0" fmla="*/ 90830 h 90713"/>
                  <a:gd name="csX1" fmla="*/ 77607 w 90714"/>
                  <a:gd name="csY1" fmla="*/ 77545 h 90713"/>
                  <a:gd name="csX2" fmla="*/ 90892 w 90714"/>
                  <a:gd name="csY2" fmla="*/ 45473 h 90713"/>
                  <a:gd name="csX3" fmla="*/ 77607 w 90714"/>
                  <a:gd name="csY3" fmla="*/ 13401 h 90713"/>
                  <a:gd name="csX4" fmla="*/ 45535 w 90714"/>
                  <a:gd name="csY4" fmla="*/ 116 h 90713"/>
                  <a:gd name="csX5" fmla="*/ 13462 w 90714"/>
                  <a:gd name="csY5" fmla="*/ 13401 h 90713"/>
                  <a:gd name="csX6" fmla="*/ 178 w 90714"/>
                  <a:gd name="csY6" fmla="*/ 45473 h 90713"/>
                  <a:gd name="csX7" fmla="*/ 13462 w 90714"/>
                  <a:gd name="csY7" fmla="*/ 77545 h 90713"/>
                  <a:gd name="csX8" fmla="*/ 45535 w 90714"/>
                  <a:gd name="csY8" fmla="*/ 9083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5" y="90830"/>
                    </a:moveTo>
                    <a:cubicBezTo>
                      <a:pt x="57564" y="90830"/>
                      <a:pt x="69102" y="86051"/>
                      <a:pt x="77607" y="77545"/>
                    </a:cubicBezTo>
                    <a:cubicBezTo>
                      <a:pt x="86113" y="69039"/>
                      <a:pt x="90892" y="57502"/>
                      <a:pt x="90892" y="45473"/>
                    </a:cubicBezTo>
                    <a:cubicBezTo>
                      <a:pt x="90892" y="33444"/>
                      <a:pt x="86113" y="21907"/>
                      <a:pt x="77607" y="13401"/>
                    </a:cubicBezTo>
                    <a:cubicBezTo>
                      <a:pt x="69102" y="4895"/>
                      <a:pt x="57564" y="116"/>
                      <a:pt x="45535" y="116"/>
                    </a:cubicBezTo>
                    <a:cubicBezTo>
                      <a:pt x="33506" y="116"/>
                      <a:pt x="21968" y="4895"/>
                      <a:pt x="13462" y="13401"/>
                    </a:cubicBezTo>
                    <a:cubicBezTo>
                      <a:pt x="4957" y="21907"/>
                      <a:pt x="178" y="33444"/>
                      <a:pt x="178" y="45473"/>
                    </a:cubicBezTo>
                    <a:cubicBezTo>
                      <a:pt x="178" y="57502"/>
                      <a:pt x="4957" y="69039"/>
                      <a:pt x="13462" y="77545"/>
                    </a:cubicBezTo>
                    <a:cubicBezTo>
                      <a:pt x="21968" y="86051"/>
                      <a:pt x="33506" y="90830"/>
                      <a:pt x="45535" y="9083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7" name="任意多边形: 形状 1316"/>
              <p:cNvSpPr/>
              <p:nvPr/>
            </p:nvSpPr>
            <p:spPr>
              <a:xfrm>
                <a:off x="5919080" y="24246216"/>
                <a:ext cx="180000" cy="180000"/>
              </a:xfrm>
              <a:custGeom>
                <a:avLst/>
                <a:gdLst>
                  <a:gd name="csX0" fmla="*/ 45522 w 90714"/>
                  <a:gd name="csY0" fmla="*/ 90910 h 90713"/>
                  <a:gd name="csX1" fmla="*/ 77594 w 90714"/>
                  <a:gd name="csY1" fmla="*/ 77625 h 90713"/>
                  <a:gd name="csX2" fmla="*/ 90879 w 90714"/>
                  <a:gd name="csY2" fmla="*/ 45553 h 90713"/>
                  <a:gd name="csX3" fmla="*/ 77594 w 90714"/>
                  <a:gd name="csY3" fmla="*/ 13481 h 90713"/>
                  <a:gd name="csX4" fmla="*/ 45522 w 90714"/>
                  <a:gd name="csY4" fmla="*/ 197 h 90713"/>
                  <a:gd name="csX5" fmla="*/ 13450 w 90714"/>
                  <a:gd name="csY5" fmla="*/ 13481 h 90713"/>
                  <a:gd name="csX6" fmla="*/ 165 w 90714"/>
                  <a:gd name="csY6" fmla="*/ 45553 h 90713"/>
                  <a:gd name="csX7" fmla="*/ 13450 w 90714"/>
                  <a:gd name="csY7" fmla="*/ 77625 h 90713"/>
                  <a:gd name="csX8" fmla="*/ 45522 w 90714"/>
                  <a:gd name="csY8" fmla="*/ 9091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910"/>
                    </a:moveTo>
                    <a:cubicBezTo>
                      <a:pt x="57551" y="90910"/>
                      <a:pt x="69089" y="86131"/>
                      <a:pt x="77594" y="77625"/>
                    </a:cubicBezTo>
                    <a:cubicBezTo>
                      <a:pt x="86100" y="69120"/>
                      <a:pt x="90879" y="57582"/>
                      <a:pt x="90879" y="45553"/>
                    </a:cubicBezTo>
                    <a:cubicBezTo>
                      <a:pt x="90879" y="33525"/>
                      <a:pt x="86100" y="21987"/>
                      <a:pt x="77594" y="13481"/>
                    </a:cubicBezTo>
                    <a:cubicBezTo>
                      <a:pt x="69089" y="4976"/>
                      <a:pt x="57551" y="197"/>
                      <a:pt x="45522" y="197"/>
                    </a:cubicBezTo>
                    <a:cubicBezTo>
                      <a:pt x="33493" y="197"/>
                      <a:pt x="21955" y="4976"/>
                      <a:pt x="13450" y="13481"/>
                    </a:cubicBezTo>
                    <a:cubicBezTo>
                      <a:pt x="4944" y="21987"/>
                      <a:pt x="165" y="33525"/>
                      <a:pt x="165" y="45553"/>
                    </a:cubicBezTo>
                    <a:cubicBezTo>
                      <a:pt x="165" y="57582"/>
                      <a:pt x="4944" y="69120"/>
                      <a:pt x="13450" y="77625"/>
                    </a:cubicBezTo>
                    <a:cubicBezTo>
                      <a:pt x="21955" y="86131"/>
                      <a:pt x="33493" y="90910"/>
                      <a:pt x="45522" y="9091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8" name="任意多边形: 形状 1317"/>
              <p:cNvSpPr/>
              <p:nvPr/>
            </p:nvSpPr>
            <p:spPr>
              <a:xfrm>
                <a:off x="5011516" y="23526392"/>
                <a:ext cx="180000" cy="180000"/>
              </a:xfrm>
              <a:custGeom>
                <a:avLst/>
                <a:gdLst>
                  <a:gd name="csX0" fmla="*/ 45494 w 90714"/>
                  <a:gd name="csY0" fmla="*/ 90888 h 90713"/>
                  <a:gd name="csX1" fmla="*/ 77566 w 90714"/>
                  <a:gd name="csY1" fmla="*/ 77603 h 90713"/>
                  <a:gd name="csX2" fmla="*/ 90851 w 90714"/>
                  <a:gd name="csY2" fmla="*/ 45531 h 90713"/>
                  <a:gd name="csX3" fmla="*/ 77566 w 90714"/>
                  <a:gd name="csY3" fmla="*/ 13459 h 90713"/>
                  <a:gd name="csX4" fmla="*/ 45494 w 90714"/>
                  <a:gd name="csY4" fmla="*/ 174 h 90713"/>
                  <a:gd name="csX5" fmla="*/ 13421 w 90714"/>
                  <a:gd name="csY5" fmla="*/ 13459 h 90713"/>
                  <a:gd name="csX6" fmla="*/ 136 w 90714"/>
                  <a:gd name="csY6" fmla="*/ 45531 h 90713"/>
                  <a:gd name="csX7" fmla="*/ 13421 w 90714"/>
                  <a:gd name="csY7" fmla="*/ 77603 h 90713"/>
                  <a:gd name="csX8" fmla="*/ 45494 w 90714"/>
                  <a:gd name="csY8" fmla="*/ 9088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4" y="90888"/>
                    </a:moveTo>
                    <a:cubicBezTo>
                      <a:pt x="57523" y="90888"/>
                      <a:pt x="69060" y="86109"/>
                      <a:pt x="77566" y="77603"/>
                    </a:cubicBezTo>
                    <a:cubicBezTo>
                      <a:pt x="86072" y="69097"/>
                      <a:pt x="90851" y="57560"/>
                      <a:pt x="90851" y="45531"/>
                    </a:cubicBezTo>
                    <a:cubicBezTo>
                      <a:pt x="90851" y="33502"/>
                      <a:pt x="86072" y="21965"/>
                      <a:pt x="77566" y="13459"/>
                    </a:cubicBezTo>
                    <a:cubicBezTo>
                      <a:pt x="69060" y="4953"/>
                      <a:pt x="57523" y="174"/>
                      <a:pt x="45494" y="174"/>
                    </a:cubicBezTo>
                    <a:cubicBezTo>
                      <a:pt x="33465" y="174"/>
                      <a:pt x="21927" y="4953"/>
                      <a:pt x="13421" y="13459"/>
                    </a:cubicBezTo>
                    <a:cubicBezTo>
                      <a:pt x="4916" y="21965"/>
                      <a:pt x="136" y="33502"/>
                      <a:pt x="136" y="45531"/>
                    </a:cubicBezTo>
                    <a:cubicBezTo>
                      <a:pt x="136" y="57560"/>
                      <a:pt x="4916" y="69097"/>
                      <a:pt x="13421" y="77603"/>
                    </a:cubicBezTo>
                    <a:cubicBezTo>
                      <a:pt x="21927" y="86109"/>
                      <a:pt x="33465" y="90888"/>
                      <a:pt x="45494" y="9088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19" name="任意多边形: 形状 1318"/>
              <p:cNvSpPr/>
              <p:nvPr/>
            </p:nvSpPr>
            <p:spPr>
              <a:xfrm>
                <a:off x="8373387" y="23596459"/>
                <a:ext cx="180000" cy="180000"/>
              </a:xfrm>
              <a:custGeom>
                <a:avLst/>
                <a:gdLst>
                  <a:gd name="csX0" fmla="*/ 45599 w 90714"/>
                  <a:gd name="csY0" fmla="*/ 90890 h 90713"/>
                  <a:gd name="csX1" fmla="*/ 77671 w 90714"/>
                  <a:gd name="csY1" fmla="*/ 77605 h 90713"/>
                  <a:gd name="csX2" fmla="*/ 90956 w 90714"/>
                  <a:gd name="csY2" fmla="*/ 45533 h 90713"/>
                  <a:gd name="csX3" fmla="*/ 77671 w 90714"/>
                  <a:gd name="csY3" fmla="*/ 13461 h 90713"/>
                  <a:gd name="csX4" fmla="*/ 45599 w 90714"/>
                  <a:gd name="csY4" fmla="*/ 176 h 90713"/>
                  <a:gd name="csX5" fmla="*/ 13526 w 90714"/>
                  <a:gd name="csY5" fmla="*/ 13461 h 90713"/>
                  <a:gd name="csX6" fmla="*/ 241 w 90714"/>
                  <a:gd name="csY6" fmla="*/ 45533 h 90713"/>
                  <a:gd name="csX7" fmla="*/ 13526 w 90714"/>
                  <a:gd name="csY7" fmla="*/ 77605 h 90713"/>
                  <a:gd name="csX8" fmla="*/ 45599 w 90714"/>
                  <a:gd name="csY8" fmla="*/ 9089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9" y="90890"/>
                    </a:moveTo>
                    <a:cubicBezTo>
                      <a:pt x="57627" y="90890"/>
                      <a:pt x="69165" y="86111"/>
                      <a:pt x="77671" y="77605"/>
                    </a:cubicBezTo>
                    <a:cubicBezTo>
                      <a:pt x="86177" y="69100"/>
                      <a:pt x="90956" y="57562"/>
                      <a:pt x="90956" y="45533"/>
                    </a:cubicBezTo>
                    <a:cubicBezTo>
                      <a:pt x="90956" y="33504"/>
                      <a:pt x="86177" y="21967"/>
                      <a:pt x="77671" y="13461"/>
                    </a:cubicBezTo>
                    <a:cubicBezTo>
                      <a:pt x="69165" y="4955"/>
                      <a:pt x="57627" y="176"/>
                      <a:pt x="45599" y="176"/>
                    </a:cubicBezTo>
                    <a:cubicBezTo>
                      <a:pt x="33570" y="176"/>
                      <a:pt x="22032" y="4955"/>
                      <a:pt x="13526" y="13461"/>
                    </a:cubicBezTo>
                    <a:cubicBezTo>
                      <a:pt x="5020" y="21967"/>
                      <a:pt x="241" y="33504"/>
                      <a:pt x="241" y="45533"/>
                    </a:cubicBezTo>
                    <a:cubicBezTo>
                      <a:pt x="241" y="57562"/>
                      <a:pt x="5020" y="69100"/>
                      <a:pt x="13526" y="77605"/>
                    </a:cubicBezTo>
                    <a:cubicBezTo>
                      <a:pt x="22032" y="86111"/>
                      <a:pt x="33570" y="90890"/>
                      <a:pt x="45599" y="9089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0" name="任意多边形: 形状 1319"/>
              <p:cNvSpPr/>
              <p:nvPr/>
            </p:nvSpPr>
            <p:spPr>
              <a:xfrm>
                <a:off x="4130326" y="23221782"/>
                <a:ext cx="180000" cy="180000"/>
              </a:xfrm>
              <a:custGeom>
                <a:avLst/>
                <a:gdLst>
                  <a:gd name="csX0" fmla="*/ 45466 w 90714"/>
                  <a:gd name="csY0" fmla="*/ 90878 h 90713"/>
                  <a:gd name="csX1" fmla="*/ 77539 w 90714"/>
                  <a:gd name="csY1" fmla="*/ 77593 h 90713"/>
                  <a:gd name="csX2" fmla="*/ 90824 w 90714"/>
                  <a:gd name="csY2" fmla="*/ 45521 h 90713"/>
                  <a:gd name="csX3" fmla="*/ 77539 w 90714"/>
                  <a:gd name="csY3" fmla="*/ 13449 h 90713"/>
                  <a:gd name="csX4" fmla="*/ 45466 w 90714"/>
                  <a:gd name="csY4" fmla="*/ 165 h 90713"/>
                  <a:gd name="csX5" fmla="*/ 13394 w 90714"/>
                  <a:gd name="csY5" fmla="*/ 13449 h 90713"/>
                  <a:gd name="csX6" fmla="*/ 109 w 90714"/>
                  <a:gd name="csY6" fmla="*/ 45521 h 90713"/>
                  <a:gd name="csX7" fmla="*/ 13394 w 90714"/>
                  <a:gd name="csY7" fmla="*/ 77593 h 90713"/>
                  <a:gd name="csX8" fmla="*/ 45466 w 90714"/>
                  <a:gd name="csY8" fmla="*/ 9087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6" y="90878"/>
                    </a:moveTo>
                    <a:cubicBezTo>
                      <a:pt x="57495" y="90878"/>
                      <a:pt x="69033" y="86099"/>
                      <a:pt x="77539" y="77593"/>
                    </a:cubicBezTo>
                    <a:cubicBezTo>
                      <a:pt x="86044" y="69088"/>
                      <a:pt x="90824" y="57550"/>
                      <a:pt x="90824" y="45521"/>
                    </a:cubicBezTo>
                    <a:cubicBezTo>
                      <a:pt x="90824" y="33493"/>
                      <a:pt x="86044" y="21955"/>
                      <a:pt x="77539" y="13449"/>
                    </a:cubicBezTo>
                    <a:cubicBezTo>
                      <a:pt x="69033" y="4944"/>
                      <a:pt x="57495" y="165"/>
                      <a:pt x="45466" y="165"/>
                    </a:cubicBezTo>
                    <a:cubicBezTo>
                      <a:pt x="33437" y="165"/>
                      <a:pt x="21900" y="4944"/>
                      <a:pt x="13394" y="13449"/>
                    </a:cubicBezTo>
                    <a:cubicBezTo>
                      <a:pt x="4888" y="21955"/>
                      <a:pt x="109" y="33493"/>
                      <a:pt x="109" y="45521"/>
                    </a:cubicBezTo>
                    <a:cubicBezTo>
                      <a:pt x="109" y="57550"/>
                      <a:pt x="4888" y="69088"/>
                      <a:pt x="13394" y="77593"/>
                    </a:cubicBezTo>
                    <a:cubicBezTo>
                      <a:pt x="21900" y="86099"/>
                      <a:pt x="33437" y="90878"/>
                      <a:pt x="45466" y="9087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1" name="任意多边形: 形状 1320"/>
              <p:cNvSpPr/>
              <p:nvPr/>
            </p:nvSpPr>
            <p:spPr>
              <a:xfrm>
                <a:off x="7200317" y="20957338"/>
                <a:ext cx="180000" cy="180000"/>
              </a:xfrm>
              <a:custGeom>
                <a:avLst/>
                <a:gdLst>
                  <a:gd name="csX0" fmla="*/ 45562 w 90714"/>
                  <a:gd name="csY0" fmla="*/ 90808 h 90713"/>
                  <a:gd name="csX1" fmla="*/ 77634 w 90714"/>
                  <a:gd name="csY1" fmla="*/ 77523 h 90713"/>
                  <a:gd name="csX2" fmla="*/ 90919 w 90714"/>
                  <a:gd name="csY2" fmla="*/ 45451 h 90713"/>
                  <a:gd name="csX3" fmla="*/ 77634 w 90714"/>
                  <a:gd name="csY3" fmla="*/ 13379 h 90713"/>
                  <a:gd name="csX4" fmla="*/ 45562 w 90714"/>
                  <a:gd name="csY4" fmla="*/ 94 h 90713"/>
                  <a:gd name="csX5" fmla="*/ 13490 w 90714"/>
                  <a:gd name="csY5" fmla="*/ 13379 h 90713"/>
                  <a:gd name="csX6" fmla="*/ 205 w 90714"/>
                  <a:gd name="csY6" fmla="*/ 45451 h 90713"/>
                  <a:gd name="csX7" fmla="*/ 13490 w 90714"/>
                  <a:gd name="csY7" fmla="*/ 77523 h 90713"/>
                  <a:gd name="csX8" fmla="*/ 45562 w 90714"/>
                  <a:gd name="csY8" fmla="*/ 9080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2" y="90808"/>
                    </a:moveTo>
                    <a:cubicBezTo>
                      <a:pt x="57591" y="90808"/>
                      <a:pt x="69129" y="86028"/>
                      <a:pt x="77634" y="77523"/>
                    </a:cubicBezTo>
                    <a:cubicBezTo>
                      <a:pt x="86140" y="69017"/>
                      <a:pt x="90919" y="57480"/>
                      <a:pt x="90919" y="45451"/>
                    </a:cubicBezTo>
                    <a:cubicBezTo>
                      <a:pt x="90919" y="33422"/>
                      <a:pt x="86140" y="21884"/>
                      <a:pt x="77634" y="13379"/>
                    </a:cubicBezTo>
                    <a:cubicBezTo>
                      <a:pt x="69129" y="4873"/>
                      <a:pt x="57591" y="94"/>
                      <a:pt x="45562" y="94"/>
                    </a:cubicBezTo>
                    <a:cubicBezTo>
                      <a:pt x="33533" y="94"/>
                      <a:pt x="21995" y="4873"/>
                      <a:pt x="13490" y="13379"/>
                    </a:cubicBezTo>
                    <a:cubicBezTo>
                      <a:pt x="4984" y="21884"/>
                      <a:pt x="205" y="33422"/>
                      <a:pt x="205" y="45451"/>
                    </a:cubicBezTo>
                    <a:cubicBezTo>
                      <a:pt x="205" y="57480"/>
                      <a:pt x="4984" y="69017"/>
                      <a:pt x="13490" y="77523"/>
                    </a:cubicBezTo>
                    <a:cubicBezTo>
                      <a:pt x="21995" y="86028"/>
                      <a:pt x="33533" y="90808"/>
                      <a:pt x="45562" y="9080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2" name="任意多边形: 形状 1321"/>
              <p:cNvSpPr/>
              <p:nvPr/>
            </p:nvSpPr>
            <p:spPr>
              <a:xfrm>
                <a:off x="6655602" y="22707505"/>
                <a:ext cx="180000" cy="180000"/>
              </a:xfrm>
              <a:custGeom>
                <a:avLst/>
                <a:gdLst>
                  <a:gd name="csX0" fmla="*/ 45545 w 90714"/>
                  <a:gd name="csY0" fmla="*/ 90862 h 90713"/>
                  <a:gd name="csX1" fmla="*/ 77617 w 90714"/>
                  <a:gd name="csY1" fmla="*/ 77577 h 90713"/>
                  <a:gd name="csX2" fmla="*/ 90902 w 90714"/>
                  <a:gd name="csY2" fmla="*/ 45505 h 90713"/>
                  <a:gd name="csX3" fmla="*/ 77617 w 90714"/>
                  <a:gd name="csY3" fmla="*/ 13433 h 90713"/>
                  <a:gd name="csX4" fmla="*/ 45545 w 90714"/>
                  <a:gd name="csY4" fmla="*/ 149 h 90713"/>
                  <a:gd name="csX5" fmla="*/ 13473 w 90714"/>
                  <a:gd name="csY5" fmla="*/ 13433 h 90713"/>
                  <a:gd name="csX6" fmla="*/ 188 w 90714"/>
                  <a:gd name="csY6" fmla="*/ 45505 h 90713"/>
                  <a:gd name="csX7" fmla="*/ 13473 w 90714"/>
                  <a:gd name="csY7" fmla="*/ 77577 h 90713"/>
                  <a:gd name="csX8" fmla="*/ 45545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5" y="90862"/>
                    </a:moveTo>
                    <a:cubicBezTo>
                      <a:pt x="57574" y="90862"/>
                      <a:pt x="69112" y="86083"/>
                      <a:pt x="77617" y="77577"/>
                    </a:cubicBezTo>
                    <a:cubicBezTo>
                      <a:pt x="86123" y="69072"/>
                      <a:pt x="90902" y="57534"/>
                      <a:pt x="90902" y="45505"/>
                    </a:cubicBezTo>
                    <a:cubicBezTo>
                      <a:pt x="90902" y="33477"/>
                      <a:pt x="86123" y="21939"/>
                      <a:pt x="77617" y="13433"/>
                    </a:cubicBezTo>
                    <a:cubicBezTo>
                      <a:pt x="69112" y="4928"/>
                      <a:pt x="57574" y="149"/>
                      <a:pt x="45545" y="149"/>
                    </a:cubicBezTo>
                    <a:cubicBezTo>
                      <a:pt x="33516" y="149"/>
                      <a:pt x="21978" y="4928"/>
                      <a:pt x="13473" y="13433"/>
                    </a:cubicBezTo>
                    <a:cubicBezTo>
                      <a:pt x="4967" y="21939"/>
                      <a:pt x="188" y="33477"/>
                      <a:pt x="188" y="45505"/>
                    </a:cubicBezTo>
                    <a:cubicBezTo>
                      <a:pt x="188" y="57534"/>
                      <a:pt x="4967" y="69072"/>
                      <a:pt x="13473" y="77577"/>
                    </a:cubicBezTo>
                    <a:cubicBezTo>
                      <a:pt x="21978" y="86083"/>
                      <a:pt x="33516" y="90862"/>
                      <a:pt x="45545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3" name="任意多边形: 形状 1322"/>
              <p:cNvSpPr/>
              <p:nvPr/>
            </p:nvSpPr>
            <p:spPr>
              <a:xfrm>
                <a:off x="7000038" y="22695408"/>
                <a:ext cx="180000" cy="180000"/>
              </a:xfrm>
              <a:custGeom>
                <a:avLst/>
                <a:gdLst>
                  <a:gd name="csX0" fmla="*/ 45556 w 90714"/>
                  <a:gd name="csY0" fmla="*/ 90862 h 90713"/>
                  <a:gd name="csX1" fmla="*/ 77628 w 90714"/>
                  <a:gd name="csY1" fmla="*/ 77577 h 90713"/>
                  <a:gd name="csX2" fmla="*/ 90913 w 90714"/>
                  <a:gd name="csY2" fmla="*/ 45505 h 90713"/>
                  <a:gd name="csX3" fmla="*/ 77628 w 90714"/>
                  <a:gd name="csY3" fmla="*/ 13433 h 90713"/>
                  <a:gd name="csX4" fmla="*/ 45556 w 90714"/>
                  <a:gd name="csY4" fmla="*/ 148 h 90713"/>
                  <a:gd name="csX5" fmla="*/ 13483 w 90714"/>
                  <a:gd name="csY5" fmla="*/ 13433 h 90713"/>
                  <a:gd name="csX6" fmla="*/ 198 w 90714"/>
                  <a:gd name="csY6" fmla="*/ 45505 h 90713"/>
                  <a:gd name="csX7" fmla="*/ 13483 w 90714"/>
                  <a:gd name="csY7" fmla="*/ 77577 h 90713"/>
                  <a:gd name="csX8" fmla="*/ 45556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62"/>
                    </a:moveTo>
                    <a:cubicBezTo>
                      <a:pt x="57585" y="90862"/>
                      <a:pt x="69122" y="86083"/>
                      <a:pt x="77628" y="77577"/>
                    </a:cubicBezTo>
                    <a:cubicBezTo>
                      <a:pt x="86134" y="69071"/>
                      <a:pt x="90913" y="57534"/>
                      <a:pt x="90913" y="45505"/>
                    </a:cubicBezTo>
                    <a:cubicBezTo>
                      <a:pt x="90913" y="33476"/>
                      <a:pt x="86134" y="21939"/>
                      <a:pt x="77628" y="13433"/>
                    </a:cubicBezTo>
                    <a:cubicBezTo>
                      <a:pt x="69122" y="4927"/>
                      <a:pt x="57585" y="148"/>
                      <a:pt x="45556" y="148"/>
                    </a:cubicBezTo>
                    <a:cubicBezTo>
                      <a:pt x="33527" y="148"/>
                      <a:pt x="21989" y="4927"/>
                      <a:pt x="13483" y="13433"/>
                    </a:cubicBezTo>
                    <a:cubicBezTo>
                      <a:pt x="4978" y="21939"/>
                      <a:pt x="198" y="33476"/>
                      <a:pt x="198" y="45505"/>
                    </a:cubicBezTo>
                    <a:cubicBezTo>
                      <a:pt x="198" y="57534"/>
                      <a:pt x="4978" y="69071"/>
                      <a:pt x="13483" y="77577"/>
                    </a:cubicBezTo>
                    <a:cubicBezTo>
                      <a:pt x="21989" y="86083"/>
                      <a:pt x="33527" y="90862"/>
                      <a:pt x="45556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4" name="任意多边形: 形状 1323"/>
              <p:cNvSpPr/>
              <p:nvPr/>
            </p:nvSpPr>
            <p:spPr>
              <a:xfrm>
                <a:off x="8210781" y="22276005"/>
                <a:ext cx="180000" cy="180000"/>
              </a:xfrm>
              <a:custGeom>
                <a:avLst/>
                <a:gdLst>
                  <a:gd name="csX0" fmla="*/ 45594 w 90714"/>
                  <a:gd name="csY0" fmla="*/ 90849 h 90713"/>
                  <a:gd name="csX1" fmla="*/ 77666 w 90714"/>
                  <a:gd name="csY1" fmla="*/ 77564 h 90713"/>
                  <a:gd name="csX2" fmla="*/ 90951 w 90714"/>
                  <a:gd name="csY2" fmla="*/ 45492 h 90713"/>
                  <a:gd name="csX3" fmla="*/ 77666 w 90714"/>
                  <a:gd name="csY3" fmla="*/ 13420 h 90713"/>
                  <a:gd name="csX4" fmla="*/ 45594 w 90714"/>
                  <a:gd name="csY4" fmla="*/ 135 h 90713"/>
                  <a:gd name="csX5" fmla="*/ 13521 w 90714"/>
                  <a:gd name="csY5" fmla="*/ 13420 h 90713"/>
                  <a:gd name="csX6" fmla="*/ 236 w 90714"/>
                  <a:gd name="csY6" fmla="*/ 45492 h 90713"/>
                  <a:gd name="csX7" fmla="*/ 13521 w 90714"/>
                  <a:gd name="csY7" fmla="*/ 77564 h 90713"/>
                  <a:gd name="csX8" fmla="*/ 45594 w 90714"/>
                  <a:gd name="csY8" fmla="*/ 908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4" y="90849"/>
                    </a:moveTo>
                    <a:cubicBezTo>
                      <a:pt x="57622" y="90849"/>
                      <a:pt x="69160" y="86070"/>
                      <a:pt x="77666" y="77564"/>
                    </a:cubicBezTo>
                    <a:cubicBezTo>
                      <a:pt x="86172" y="69058"/>
                      <a:pt x="90951" y="57521"/>
                      <a:pt x="90951" y="45492"/>
                    </a:cubicBezTo>
                    <a:cubicBezTo>
                      <a:pt x="90951" y="33463"/>
                      <a:pt x="86172" y="21926"/>
                      <a:pt x="77666" y="13420"/>
                    </a:cubicBezTo>
                    <a:cubicBezTo>
                      <a:pt x="69160" y="4914"/>
                      <a:pt x="57622" y="135"/>
                      <a:pt x="45594" y="135"/>
                    </a:cubicBezTo>
                    <a:cubicBezTo>
                      <a:pt x="33565" y="135"/>
                      <a:pt x="22027" y="4914"/>
                      <a:pt x="13521" y="13420"/>
                    </a:cubicBezTo>
                    <a:cubicBezTo>
                      <a:pt x="5015" y="21926"/>
                      <a:pt x="236" y="33463"/>
                      <a:pt x="236" y="45492"/>
                    </a:cubicBezTo>
                    <a:cubicBezTo>
                      <a:pt x="236" y="57521"/>
                      <a:pt x="5015" y="69058"/>
                      <a:pt x="13521" y="77564"/>
                    </a:cubicBezTo>
                    <a:cubicBezTo>
                      <a:pt x="22027" y="86070"/>
                      <a:pt x="33565" y="90849"/>
                      <a:pt x="45594" y="908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5" name="任意多边形: 形状 1324"/>
              <p:cNvSpPr/>
              <p:nvPr/>
            </p:nvSpPr>
            <p:spPr>
              <a:xfrm>
                <a:off x="6375606" y="24684123"/>
                <a:ext cx="180000" cy="180000"/>
              </a:xfrm>
              <a:custGeom>
                <a:avLst/>
                <a:gdLst>
                  <a:gd name="csX0" fmla="*/ 45536 w 90714"/>
                  <a:gd name="csY0" fmla="*/ 90924 h 90713"/>
                  <a:gd name="csX1" fmla="*/ 77609 w 90714"/>
                  <a:gd name="csY1" fmla="*/ 77639 h 90713"/>
                  <a:gd name="csX2" fmla="*/ 90894 w 90714"/>
                  <a:gd name="csY2" fmla="*/ 45567 h 90713"/>
                  <a:gd name="csX3" fmla="*/ 77609 w 90714"/>
                  <a:gd name="csY3" fmla="*/ 13495 h 90713"/>
                  <a:gd name="csX4" fmla="*/ 45536 w 90714"/>
                  <a:gd name="csY4" fmla="*/ 210 h 90713"/>
                  <a:gd name="csX5" fmla="*/ 13464 w 90714"/>
                  <a:gd name="csY5" fmla="*/ 13495 h 90713"/>
                  <a:gd name="csX6" fmla="*/ 179 w 90714"/>
                  <a:gd name="csY6" fmla="*/ 45567 h 90713"/>
                  <a:gd name="csX7" fmla="*/ 13464 w 90714"/>
                  <a:gd name="csY7" fmla="*/ 77639 h 90713"/>
                  <a:gd name="csX8" fmla="*/ 45536 w 90714"/>
                  <a:gd name="csY8" fmla="*/ 9092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6" y="90924"/>
                    </a:moveTo>
                    <a:cubicBezTo>
                      <a:pt x="57565" y="90924"/>
                      <a:pt x="69103" y="86145"/>
                      <a:pt x="77609" y="77639"/>
                    </a:cubicBezTo>
                    <a:cubicBezTo>
                      <a:pt x="86114" y="69133"/>
                      <a:pt x="90894" y="57596"/>
                      <a:pt x="90894" y="45567"/>
                    </a:cubicBezTo>
                    <a:cubicBezTo>
                      <a:pt x="90894" y="33538"/>
                      <a:pt x="86114" y="22001"/>
                      <a:pt x="77609" y="13495"/>
                    </a:cubicBezTo>
                    <a:cubicBezTo>
                      <a:pt x="69103" y="4989"/>
                      <a:pt x="57565" y="210"/>
                      <a:pt x="45536" y="210"/>
                    </a:cubicBezTo>
                    <a:cubicBezTo>
                      <a:pt x="33507" y="210"/>
                      <a:pt x="21970" y="4989"/>
                      <a:pt x="13464" y="13495"/>
                    </a:cubicBezTo>
                    <a:cubicBezTo>
                      <a:pt x="4958" y="22001"/>
                      <a:pt x="179" y="33538"/>
                      <a:pt x="179" y="45567"/>
                    </a:cubicBezTo>
                    <a:cubicBezTo>
                      <a:pt x="179" y="57596"/>
                      <a:pt x="4958" y="69133"/>
                      <a:pt x="13464" y="77639"/>
                    </a:cubicBezTo>
                    <a:cubicBezTo>
                      <a:pt x="21970" y="86145"/>
                      <a:pt x="33507" y="90924"/>
                      <a:pt x="45536" y="9092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6" name="任意多边形: 形状 1325"/>
              <p:cNvSpPr/>
              <p:nvPr/>
            </p:nvSpPr>
            <p:spPr>
              <a:xfrm>
                <a:off x="5592603" y="23688405"/>
                <a:ext cx="180000" cy="180000"/>
              </a:xfrm>
              <a:custGeom>
                <a:avLst/>
                <a:gdLst>
                  <a:gd name="csX0" fmla="*/ 45512 w 90714"/>
                  <a:gd name="csY0" fmla="*/ 90893 h 90713"/>
                  <a:gd name="csX1" fmla="*/ 77584 w 90714"/>
                  <a:gd name="csY1" fmla="*/ 77608 h 90713"/>
                  <a:gd name="csX2" fmla="*/ 90869 w 90714"/>
                  <a:gd name="csY2" fmla="*/ 45536 h 90713"/>
                  <a:gd name="csX3" fmla="*/ 77584 w 90714"/>
                  <a:gd name="csY3" fmla="*/ 13464 h 90713"/>
                  <a:gd name="csX4" fmla="*/ 45512 w 90714"/>
                  <a:gd name="csY4" fmla="*/ 179 h 90713"/>
                  <a:gd name="csX5" fmla="*/ 13439 w 90714"/>
                  <a:gd name="csY5" fmla="*/ 13464 h 90713"/>
                  <a:gd name="csX6" fmla="*/ 155 w 90714"/>
                  <a:gd name="csY6" fmla="*/ 45536 h 90713"/>
                  <a:gd name="csX7" fmla="*/ 13439 w 90714"/>
                  <a:gd name="csY7" fmla="*/ 77608 h 90713"/>
                  <a:gd name="csX8" fmla="*/ 45512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2" y="90893"/>
                    </a:moveTo>
                    <a:cubicBezTo>
                      <a:pt x="57541" y="90893"/>
                      <a:pt x="69079" y="86114"/>
                      <a:pt x="77584" y="77608"/>
                    </a:cubicBezTo>
                    <a:cubicBezTo>
                      <a:pt x="86090" y="69102"/>
                      <a:pt x="90869" y="57565"/>
                      <a:pt x="90869" y="45536"/>
                    </a:cubicBezTo>
                    <a:cubicBezTo>
                      <a:pt x="90869" y="33507"/>
                      <a:pt x="86090" y="21970"/>
                      <a:pt x="77584" y="13464"/>
                    </a:cubicBezTo>
                    <a:cubicBezTo>
                      <a:pt x="69079" y="4958"/>
                      <a:pt x="57541" y="179"/>
                      <a:pt x="45512" y="179"/>
                    </a:cubicBezTo>
                    <a:cubicBezTo>
                      <a:pt x="33483" y="179"/>
                      <a:pt x="21945" y="4958"/>
                      <a:pt x="13439" y="13464"/>
                    </a:cubicBezTo>
                    <a:cubicBezTo>
                      <a:pt x="4934" y="21970"/>
                      <a:pt x="155" y="33507"/>
                      <a:pt x="155" y="45536"/>
                    </a:cubicBezTo>
                    <a:cubicBezTo>
                      <a:pt x="155" y="57565"/>
                      <a:pt x="4934" y="69102"/>
                      <a:pt x="13439" y="77608"/>
                    </a:cubicBezTo>
                    <a:cubicBezTo>
                      <a:pt x="21945" y="86114"/>
                      <a:pt x="33483" y="90893"/>
                      <a:pt x="45512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7" name="任意多边形: 形状 1326"/>
              <p:cNvSpPr/>
              <p:nvPr/>
            </p:nvSpPr>
            <p:spPr>
              <a:xfrm>
                <a:off x="6224342" y="24597171"/>
                <a:ext cx="180000" cy="180000"/>
              </a:xfrm>
              <a:custGeom>
                <a:avLst/>
                <a:gdLst>
                  <a:gd name="csX0" fmla="*/ 45532 w 90714"/>
                  <a:gd name="csY0" fmla="*/ 90921 h 90713"/>
                  <a:gd name="csX1" fmla="*/ 77604 w 90714"/>
                  <a:gd name="csY1" fmla="*/ 77636 h 90713"/>
                  <a:gd name="csX2" fmla="*/ 90889 w 90714"/>
                  <a:gd name="csY2" fmla="*/ 45564 h 90713"/>
                  <a:gd name="csX3" fmla="*/ 77604 w 90714"/>
                  <a:gd name="csY3" fmla="*/ 13492 h 90713"/>
                  <a:gd name="csX4" fmla="*/ 45532 w 90714"/>
                  <a:gd name="csY4" fmla="*/ 208 h 90713"/>
                  <a:gd name="csX5" fmla="*/ 13459 w 90714"/>
                  <a:gd name="csY5" fmla="*/ 13492 h 90713"/>
                  <a:gd name="csX6" fmla="*/ 174 w 90714"/>
                  <a:gd name="csY6" fmla="*/ 45564 h 90713"/>
                  <a:gd name="csX7" fmla="*/ 13459 w 90714"/>
                  <a:gd name="csY7" fmla="*/ 77636 h 90713"/>
                  <a:gd name="csX8" fmla="*/ 45532 w 90714"/>
                  <a:gd name="csY8" fmla="*/ 9092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2" y="90921"/>
                    </a:moveTo>
                    <a:cubicBezTo>
                      <a:pt x="57560" y="90921"/>
                      <a:pt x="69098" y="86142"/>
                      <a:pt x="77604" y="77636"/>
                    </a:cubicBezTo>
                    <a:cubicBezTo>
                      <a:pt x="86110" y="69131"/>
                      <a:pt x="90889" y="57593"/>
                      <a:pt x="90889" y="45564"/>
                    </a:cubicBezTo>
                    <a:cubicBezTo>
                      <a:pt x="90889" y="33536"/>
                      <a:pt x="86110" y="21998"/>
                      <a:pt x="77604" y="13492"/>
                    </a:cubicBezTo>
                    <a:cubicBezTo>
                      <a:pt x="69098" y="4987"/>
                      <a:pt x="57560" y="208"/>
                      <a:pt x="45532" y="208"/>
                    </a:cubicBezTo>
                    <a:cubicBezTo>
                      <a:pt x="33503" y="208"/>
                      <a:pt x="21965" y="4987"/>
                      <a:pt x="13459" y="13492"/>
                    </a:cubicBezTo>
                    <a:cubicBezTo>
                      <a:pt x="4953" y="21998"/>
                      <a:pt x="174" y="33536"/>
                      <a:pt x="174" y="45564"/>
                    </a:cubicBezTo>
                    <a:cubicBezTo>
                      <a:pt x="174" y="57593"/>
                      <a:pt x="4953" y="69131"/>
                      <a:pt x="13459" y="77636"/>
                    </a:cubicBezTo>
                    <a:cubicBezTo>
                      <a:pt x="21965" y="86142"/>
                      <a:pt x="33503" y="90921"/>
                      <a:pt x="45532" y="9092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8" name="任意多边形: 形状 1327"/>
              <p:cNvSpPr/>
              <p:nvPr/>
            </p:nvSpPr>
            <p:spPr>
              <a:xfrm>
                <a:off x="6415278" y="23493548"/>
                <a:ext cx="180000" cy="180000"/>
              </a:xfrm>
              <a:custGeom>
                <a:avLst/>
                <a:gdLst>
                  <a:gd name="csX0" fmla="*/ 45538 w 90714"/>
                  <a:gd name="csY0" fmla="*/ 90887 h 90713"/>
                  <a:gd name="csX1" fmla="*/ 77610 w 90714"/>
                  <a:gd name="csY1" fmla="*/ 77602 h 90713"/>
                  <a:gd name="csX2" fmla="*/ 90895 w 90714"/>
                  <a:gd name="csY2" fmla="*/ 45530 h 90713"/>
                  <a:gd name="csX3" fmla="*/ 77610 w 90714"/>
                  <a:gd name="csY3" fmla="*/ 13458 h 90713"/>
                  <a:gd name="csX4" fmla="*/ 45538 w 90714"/>
                  <a:gd name="csY4" fmla="*/ 173 h 90713"/>
                  <a:gd name="csX5" fmla="*/ 13465 w 90714"/>
                  <a:gd name="csY5" fmla="*/ 13458 h 90713"/>
                  <a:gd name="csX6" fmla="*/ 180 w 90714"/>
                  <a:gd name="csY6" fmla="*/ 45530 h 90713"/>
                  <a:gd name="csX7" fmla="*/ 13465 w 90714"/>
                  <a:gd name="csY7" fmla="*/ 77602 h 90713"/>
                  <a:gd name="csX8" fmla="*/ 45538 w 90714"/>
                  <a:gd name="csY8" fmla="*/ 9088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87"/>
                    </a:moveTo>
                    <a:cubicBezTo>
                      <a:pt x="57566" y="90887"/>
                      <a:pt x="69104" y="86108"/>
                      <a:pt x="77610" y="77602"/>
                    </a:cubicBezTo>
                    <a:cubicBezTo>
                      <a:pt x="86116" y="69096"/>
                      <a:pt x="90895" y="57559"/>
                      <a:pt x="90895" y="45530"/>
                    </a:cubicBezTo>
                    <a:cubicBezTo>
                      <a:pt x="90895" y="33501"/>
                      <a:pt x="86116" y="21963"/>
                      <a:pt x="77610" y="13458"/>
                    </a:cubicBezTo>
                    <a:cubicBezTo>
                      <a:pt x="69104" y="4952"/>
                      <a:pt x="57566" y="173"/>
                      <a:pt x="45538" y="173"/>
                    </a:cubicBezTo>
                    <a:cubicBezTo>
                      <a:pt x="33509" y="173"/>
                      <a:pt x="21971" y="4952"/>
                      <a:pt x="13465" y="13458"/>
                    </a:cubicBezTo>
                    <a:cubicBezTo>
                      <a:pt x="4959" y="21963"/>
                      <a:pt x="180" y="33501"/>
                      <a:pt x="180" y="45530"/>
                    </a:cubicBezTo>
                    <a:cubicBezTo>
                      <a:pt x="180" y="57559"/>
                      <a:pt x="4959" y="69096"/>
                      <a:pt x="13465" y="77602"/>
                    </a:cubicBezTo>
                    <a:cubicBezTo>
                      <a:pt x="21971" y="86108"/>
                      <a:pt x="33509" y="90887"/>
                      <a:pt x="45538" y="9088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29" name="任意多边形: 形状 1328"/>
              <p:cNvSpPr/>
              <p:nvPr/>
            </p:nvSpPr>
            <p:spPr>
              <a:xfrm>
                <a:off x="5848502" y="23897052"/>
                <a:ext cx="180000" cy="180000"/>
              </a:xfrm>
              <a:custGeom>
                <a:avLst/>
                <a:gdLst>
                  <a:gd name="csX0" fmla="*/ 45520 w 90714"/>
                  <a:gd name="csY0" fmla="*/ 90899 h 90713"/>
                  <a:gd name="csX1" fmla="*/ 77592 w 90714"/>
                  <a:gd name="csY1" fmla="*/ 77615 h 90713"/>
                  <a:gd name="csX2" fmla="*/ 90877 w 90714"/>
                  <a:gd name="csY2" fmla="*/ 45543 h 90713"/>
                  <a:gd name="csX3" fmla="*/ 77592 w 90714"/>
                  <a:gd name="csY3" fmla="*/ 13470 h 90713"/>
                  <a:gd name="csX4" fmla="*/ 45520 w 90714"/>
                  <a:gd name="csY4" fmla="*/ 186 h 90713"/>
                  <a:gd name="csX5" fmla="*/ 13447 w 90714"/>
                  <a:gd name="csY5" fmla="*/ 13470 h 90713"/>
                  <a:gd name="csX6" fmla="*/ 163 w 90714"/>
                  <a:gd name="csY6" fmla="*/ 45543 h 90713"/>
                  <a:gd name="csX7" fmla="*/ 13447 w 90714"/>
                  <a:gd name="csY7" fmla="*/ 77615 h 90713"/>
                  <a:gd name="csX8" fmla="*/ 45520 w 90714"/>
                  <a:gd name="csY8" fmla="*/ 9089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0" y="90899"/>
                    </a:moveTo>
                    <a:cubicBezTo>
                      <a:pt x="57549" y="90899"/>
                      <a:pt x="69087" y="86120"/>
                      <a:pt x="77592" y="77615"/>
                    </a:cubicBezTo>
                    <a:cubicBezTo>
                      <a:pt x="86098" y="69109"/>
                      <a:pt x="90877" y="57571"/>
                      <a:pt x="90877" y="45543"/>
                    </a:cubicBezTo>
                    <a:cubicBezTo>
                      <a:pt x="90877" y="33514"/>
                      <a:pt x="86098" y="21976"/>
                      <a:pt x="77592" y="13470"/>
                    </a:cubicBezTo>
                    <a:cubicBezTo>
                      <a:pt x="69087" y="4965"/>
                      <a:pt x="57549" y="186"/>
                      <a:pt x="45520" y="186"/>
                    </a:cubicBezTo>
                    <a:cubicBezTo>
                      <a:pt x="33491" y="186"/>
                      <a:pt x="21953" y="4965"/>
                      <a:pt x="13447" y="13470"/>
                    </a:cubicBezTo>
                    <a:cubicBezTo>
                      <a:pt x="4942" y="21976"/>
                      <a:pt x="163" y="33514"/>
                      <a:pt x="163" y="45543"/>
                    </a:cubicBezTo>
                    <a:cubicBezTo>
                      <a:pt x="163" y="57571"/>
                      <a:pt x="4942" y="69109"/>
                      <a:pt x="13447" y="77615"/>
                    </a:cubicBezTo>
                    <a:cubicBezTo>
                      <a:pt x="21953" y="86120"/>
                      <a:pt x="33491" y="90899"/>
                      <a:pt x="45520" y="9089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0" name="任意多边形: 形状 1329"/>
              <p:cNvSpPr/>
              <p:nvPr/>
            </p:nvSpPr>
            <p:spPr>
              <a:xfrm>
                <a:off x="8353807" y="21881469"/>
                <a:ext cx="180000" cy="180000"/>
              </a:xfrm>
              <a:custGeom>
                <a:avLst/>
                <a:gdLst>
                  <a:gd name="csX0" fmla="*/ 45598 w 90714"/>
                  <a:gd name="csY0" fmla="*/ 90836 h 90713"/>
                  <a:gd name="csX1" fmla="*/ 77670 w 90714"/>
                  <a:gd name="csY1" fmla="*/ 77552 h 90713"/>
                  <a:gd name="csX2" fmla="*/ 90955 w 90714"/>
                  <a:gd name="csY2" fmla="*/ 45480 h 90713"/>
                  <a:gd name="csX3" fmla="*/ 77670 w 90714"/>
                  <a:gd name="csY3" fmla="*/ 13408 h 90713"/>
                  <a:gd name="csX4" fmla="*/ 45598 w 90714"/>
                  <a:gd name="csY4" fmla="*/ 123 h 90713"/>
                  <a:gd name="csX5" fmla="*/ 13526 w 90714"/>
                  <a:gd name="csY5" fmla="*/ 13408 h 90713"/>
                  <a:gd name="csX6" fmla="*/ 241 w 90714"/>
                  <a:gd name="csY6" fmla="*/ 45480 h 90713"/>
                  <a:gd name="csX7" fmla="*/ 13526 w 90714"/>
                  <a:gd name="csY7" fmla="*/ 77552 h 90713"/>
                  <a:gd name="csX8" fmla="*/ 45598 w 90714"/>
                  <a:gd name="csY8" fmla="*/ 908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8" y="90836"/>
                    </a:moveTo>
                    <a:cubicBezTo>
                      <a:pt x="57627" y="90836"/>
                      <a:pt x="69165" y="86057"/>
                      <a:pt x="77670" y="77552"/>
                    </a:cubicBezTo>
                    <a:cubicBezTo>
                      <a:pt x="86176" y="69046"/>
                      <a:pt x="90955" y="57508"/>
                      <a:pt x="90955" y="45480"/>
                    </a:cubicBezTo>
                    <a:cubicBezTo>
                      <a:pt x="90955" y="33451"/>
                      <a:pt x="86176" y="21913"/>
                      <a:pt x="77670" y="13408"/>
                    </a:cubicBezTo>
                    <a:cubicBezTo>
                      <a:pt x="69165" y="4902"/>
                      <a:pt x="57627" y="123"/>
                      <a:pt x="45598" y="123"/>
                    </a:cubicBezTo>
                    <a:cubicBezTo>
                      <a:pt x="33569" y="123"/>
                      <a:pt x="22031" y="4902"/>
                      <a:pt x="13526" y="13408"/>
                    </a:cubicBezTo>
                    <a:cubicBezTo>
                      <a:pt x="5020" y="21913"/>
                      <a:pt x="241" y="33451"/>
                      <a:pt x="241" y="45480"/>
                    </a:cubicBezTo>
                    <a:cubicBezTo>
                      <a:pt x="241" y="57508"/>
                      <a:pt x="5020" y="69046"/>
                      <a:pt x="13526" y="77552"/>
                    </a:cubicBezTo>
                    <a:cubicBezTo>
                      <a:pt x="22031" y="86057"/>
                      <a:pt x="33569" y="90836"/>
                      <a:pt x="45598" y="908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1" name="任意多边形: 形状 1330"/>
              <p:cNvSpPr/>
              <p:nvPr/>
            </p:nvSpPr>
            <p:spPr>
              <a:xfrm>
                <a:off x="6436069" y="23359206"/>
                <a:ext cx="180000" cy="180000"/>
              </a:xfrm>
              <a:custGeom>
                <a:avLst/>
                <a:gdLst>
                  <a:gd name="csX0" fmla="*/ 45538 w 90714"/>
                  <a:gd name="csY0" fmla="*/ 90882 h 90713"/>
                  <a:gd name="csX1" fmla="*/ 77611 w 90714"/>
                  <a:gd name="csY1" fmla="*/ 77598 h 90713"/>
                  <a:gd name="csX2" fmla="*/ 90895 w 90714"/>
                  <a:gd name="csY2" fmla="*/ 45526 h 90713"/>
                  <a:gd name="csX3" fmla="*/ 77611 w 90714"/>
                  <a:gd name="csY3" fmla="*/ 13454 h 90713"/>
                  <a:gd name="csX4" fmla="*/ 45538 w 90714"/>
                  <a:gd name="csY4" fmla="*/ 169 h 90713"/>
                  <a:gd name="csX5" fmla="*/ 13466 w 90714"/>
                  <a:gd name="csY5" fmla="*/ 13454 h 90713"/>
                  <a:gd name="csX6" fmla="*/ 181 w 90714"/>
                  <a:gd name="csY6" fmla="*/ 45526 h 90713"/>
                  <a:gd name="csX7" fmla="*/ 13466 w 90714"/>
                  <a:gd name="csY7" fmla="*/ 77598 h 90713"/>
                  <a:gd name="csX8" fmla="*/ 45538 w 90714"/>
                  <a:gd name="csY8" fmla="*/ 9088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82"/>
                    </a:moveTo>
                    <a:cubicBezTo>
                      <a:pt x="57567" y="90882"/>
                      <a:pt x="69105" y="86103"/>
                      <a:pt x="77611" y="77598"/>
                    </a:cubicBezTo>
                    <a:cubicBezTo>
                      <a:pt x="86116" y="69092"/>
                      <a:pt x="90895" y="57554"/>
                      <a:pt x="90895" y="45526"/>
                    </a:cubicBezTo>
                    <a:cubicBezTo>
                      <a:pt x="90895" y="33497"/>
                      <a:pt x="86116" y="21959"/>
                      <a:pt x="77611" y="13454"/>
                    </a:cubicBezTo>
                    <a:cubicBezTo>
                      <a:pt x="69105" y="4948"/>
                      <a:pt x="57567" y="169"/>
                      <a:pt x="45538" y="169"/>
                    </a:cubicBezTo>
                    <a:cubicBezTo>
                      <a:pt x="33509" y="169"/>
                      <a:pt x="21971" y="4948"/>
                      <a:pt x="13466" y="13454"/>
                    </a:cubicBezTo>
                    <a:cubicBezTo>
                      <a:pt x="4960" y="21959"/>
                      <a:pt x="181" y="33497"/>
                      <a:pt x="181" y="45526"/>
                    </a:cubicBezTo>
                    <a:cubicBezTo>
                      <a:pt x="181" y="57554"/>
                      <a:pt x="4960" y="69092"/>
                      <a:pt x="13466" y="77598"/>
                    </a:cubicBezTo>
                    <a:cubicBezTo>
                      <a:pt x="21971" y="86103"/>
                      <a:pt x="33509" y="90882"/>
                      <a:pt x="45538" y="9088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2" name="任意多边形: 形状 1331"/>
              <p:cNvSpPr/>
              <p:nvPr/>
            </p:nvSpPr>
            <p:spPr>
              <a:xfrm>
                <a:off x="7318885" y="22415511"/>
                <a:ext cx="180000" cy="180000"/>
              </a:xfrm>
              <a:custGeom>
                <a:avLst/>
                <a:gdLst>
                  <a:gd name="csX0" fmla="*/ 45566 w 90714"/>
                  <a:gd name="csY0" fmla="*/ 90853 h 90713"/>
                  <a:gd name="csX1" fmla="*/ 77638 w 90714"/>
                  <a:gd name="csY1" fmla="*/ 77568 h 90713"/>
                  <a:gd name="csX2" fmla="*/ 90923 w 90714"/>
                  <a:gd name="csY2" fmla="*/ 45496 h 90713"/>
                  <a:gd name="csX3" fmla="*/ 77638 w 90714"/>
                  <a:gd name="csY3" fmla="*/ 13424 h 90713"/>
                  <a:gd name="csX4" fmla="*/ 45566 w 90714"/>
                  <a:gd name="csY4" fmla="*/ 140 h 90713"/>
                  <a:gd name="csX5" fmla="*/ 13493 w 90714"/>
                  <a:gd name="csY5" fmla="*/ 13424 h 90713"/>
                  <a:gd name="csX6" fmla="*/ 208 w 90714"/>
                  <a:gd name="csY6" fmla="*/ 45496 h 90713"/>
                  <a:gd name="csX7" fmla="*/ 13493 w 90714"/>
                  <a:gd name="csY7" fmla="*/ 77568 h 90713"/>
                  <a:gd name="csX8" fmla="*/ 45566 w 90714"/>
                  <a:gd name="csY8" fmla="*/ 9085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6" y="90853"/>
                    </a:moveTo>
                    <a:cubicBezTo>
                      <a:pt x="57595" y="90853"/>
                      <a:pt x="69132" y="86074"/>
                      <a:pt x="77638" y="77568"/>
                    </a:cubicBezTo>
                    <a:cubicBezTo>
                      <a:pt x="86144" y="69063"/>
                      <a:pt x="90923" y="57525"/>
                      <a:pt x="90923" y="45496"/>
                    </a:cubicBezTo>
                    <a:cubicBezTo>
                      <a:pt x="90923" y="33468"/>
                      <a:pt x="86144" y="21930"/>
                      <a:pt x="77638" y="13424"/>
                    </a:cubicBezTo>
                    <a:cubicBezTo>
                      <a:pt x="69132" y="4919"/>
                      <a:pt x="57595" y="140"/>
                      <a:pt x="45566" y="140"/>
                    </a:cubicBezTo>
                    <a:cubicBezTo>
                      <a:pt x="33537" y="140"/>
                      <a:pt x="21999" y="4919"/>
                      <a:pt x="13493" y="13424"/>
                    </a:cubicBezTo>
                    <a:cubicBezTo>
                      <a:pt x="4988" y="21930"/>
                      <a:pt x="208" y="33468"/>
                      <a:pt x="208" y="45496"/>
                    </a:cubicBezTo>
                    <a:cubicBezTo>
                      <a:pt x="208" y="57525"/>
                      <a:pt x="4988" y="69063"/>
                      <a:pt x="13493" y="77568"/>
                    </a:cubicBezTo>
                    <a:cubicBezTo>
                      <a:pt x="21999" y="86074"/>
                      <a:pt x="33537" y="90853"/>
                      <a:pt x="45566" y="9085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3" name="任意多边形: 形状 1332"/>
              <p:cNvSpPr/>
              <p:nvPr/>
            </p:nvSpPr>
            <p:spPr>
              <a:xfrm>
                <a:off x="6755321" y="21836012"/>
                <a:ext cx="180000" cy="180000"/>
              </a:xfrm>
              <a:custGeom>
                <a:avLst/>
                <a:gdLst>
                  <a:gd name="csX0" fmla="*/ 45548 w 90714"/>
                  <a:gd name="csY0" fmla="*/ 90835 h 90713"/>
                  <a:gd name="csX1" fmla="*/ 77621 w 90714"/>
                  <a:gd name="csY1" fmla="*/ 77550 h 90713"/>
                  <a:gd name="csX2" fmla="*/ 90905 w 90714"/>
                  <a:gd name="csY2" fmla="*/ 45478 h 90713"/>
                  <a:gd name="csX3" fmla="*/ 77621 w 90714"/>
                  <a:gd name="csY3" fmla="*/ 13406 h 90713"/>
                  <a:gd name="csX4" fmla="*/ 45548 w 90714"/>
                  <a:gd name="csY4" fmla="*/ 122 h 90713"/>
                  <a:gd name="csX5" fmla="*/ 13476 w 90714"/>
                  <a:gd name="csY5" fmla="*/ 13406 h 90713"/>
                  <a:gd name="csX6" fmla="*/ 191 w 90714"/>
                  <a:gd name="csY6" fmla="*/ 45478 h 90713"/>
                  <a:gd name="csX7" fmla="*/ 13476 w 90714"/>
                  <a:gd name="csY7" fmla="*/ 77550 h 90713"/>
                  <a:gd name="csX8" fmla="*/ 45548 w 90714"/>
                  <a:gd name="csY8" fmla="*/ 9083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8" y="90835"/>
                    </a:moveTo>
                    <a:cubicBezTo>
                      <a:pt x="57577" y="90835"/>
                      <a:pt x="69115" y="86056"/>
                      <a:pt x="77621" y="77550"/>
                    </a:cubicBezTo>
                    <a:cubicBezTo>
                      <a:pt x="86126" y="69045"/>
                      <a:pt x="90905" y="57507"/>
                      <a:pt x="90905" y="45478"/>
                    </a:cubicBezTo>
                    <a:cubicBezTo>
                      <a:pt x="90905" y="33449"/>
                      <a:pt x="86126" y="21912"/>
                      <a:pt x="77621" y="13406"/>
                    </a:cubicBezTo>
                    <a:cubicBezTo>
                      <a:pt x="69115" y="4901"/>
                      <a:pt x="57577" y="122"/>
                      <a:pt x="45548" y="122"/>
                    </a:cubicBezTo>
                    <a:cubicBezTo>
                      <a:pt x="33519" y="122"/>
                      <a:pt x="21981" y="4901"/>
                      <a:pt x="13476" y="13406"/>
                    </a:cubicBezTo>
                    <a:cubicBezTo>
                      <a:pt x="4970" y="21912"/>
                      <a:pt x="191" y="33449"/>
                      <a:pt x="191" y="45478"/>
                    </a:cubicBezTo>
                    <a:cubicBezTo>
                      <a:pt x="191" y="57507"/>
                      <a:pt x="4970" y="69045"/>
                      <a:pt x="13476" y="77550"/>
                    </a:cubicBezTo>
                    <a:cubicBezTo>
                      <a:pt x="21981" y="86056"/>
                      <a:pt x="33519" y="90835"/>
                      <a:pt x="45548" y="9083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4" name="任意多边形: 形状 1333"/>
              <p:cNvSpPr/>
              <p:nvPr/>
            </p:nvSpPr>
            <p:spPr>
              <a:xfrm>
                <a:off x="5408050" y="24657221"/>
                <a:ext cx="180000" cy="180000"/>
              </a:xfrm>
              <a:custGeom>
                <a:avLst/>
                <a:gdLst>
                  <a:gd name="csX0" fmla="*/ 45506 w 90714"/>
                  <a:gd name="csY0" fmla="*/ 90923 h 90713"/>
                  <a:gd name="csX1" fmla="*/ 77579 w 90714"/>
                  <a:gd name="csY1" fmla="*/ 77638 h 90713"/>
                  <a:gd name="csX2" fmla="*/ 90863 w 90714"/>
                  <a:gd name="csY2" fmla="*/ 45566 h 90713"/>
                  <a:gd name="csX3" fmla="*/ 77579 w 90714"/>
                  <a:gd name="csY3" fmla="*/ 13494 h 90713"/>
                  <a:gd name="csX4" fmla="*/ 45506 w 90714"/>
                  <a:gd name="csY4" fmla="*/ 209 h 90713"/>
                  <a:gd name="csX5" fmla="*/ 13434 w 90714"/>
                  <a:gd name="csY5" fmla="*/ 13494 h 90713"/>
                  <a:gd name="csX6" fmla="*/ 149 w 90714"/>
                  <a:gd name="csY6" fmla="*/ 45566 h 90713"/>
                  <a:gd name="csX7" fmla="*/ 13434 w 90714"/>
                  <a:gd name="csY7" fmla="*/ 77638 h 90713"/>
                  <a:gd name="csX8" fmla="*/ 45506 w 90714"/>
                  <a:gd name="csY8" fmla="*/ 909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6" y="90923"/>
                    </a:moveTo>
                    <a:cubicBezTo>
                      <a:pt x="57535" y="90923"/>
                      <a:pt x="69073" y="86144"/>
                      <a:pt x="77579" y="77638"/>
                    </a:cubicBezTo>
                    <a:cubicBezTo>
                      <a:pt x="86084" y="69133"/>
                      <a:pt x="90863" y="57595"/>
                      <a:pt x="90863" y="45566"/>
                    </a:cubicBezTo>
                    <a:cubicBezTo>
                      <a:pt x="90863" y="33537"/>
                      <a:pt x="86084" y="22000"/>
                      <a:pt x="77579" y="13494"/>
                    </a:cubicBezTo>
                    <a:cubicBezTo>
                      <a:pt x="69073" y="4989"/>
                      <a:pt x="57535" y="209"/>
                      <a:pt x="45506" y="209"/>
                    </a:cubicBezTo>
                    <a:cubicBezTo>
                      <a:pt x="33477" y="209"/>
                      <a:pt x="21939" y="4989"/>
                      <a:pt x="13434" y="13494"/>
                    </a:cubicBezTo>
                    <a:cubicBezTo>
                      <a:pt x="4928" y="22000"/>
                      <a:pt x="149" y="33537"/>
                      <a:pt x="149" y="45566"/>
                    </a:cubicBezTo>
                    <a:cubicBezTo>
                      <a:pt x="149" y="57595"/>
                      <a:pt x="4928" y="69133"/>
                      <a:pt x="13434" y="77638"/>
                    </a:cubicBezTo>
                    <a:cubicBezTo>
                      <a:pt x="21939" y="86144"/>
                      <a:pt x="33477" y="90923"/>
                      <a:pt x="45506" y="909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5" name="任意多边形: 形状 1334"/>
              <p:cNvSpPr/>
              <p:nvPr/>
            </p:nvSpPr>
            <p:spPr>
              <a:xfrm>
                <a:off x="5486328" y="22539686"/>
                <a:ext cx="180000" cy="180000"/>
              </a:xfrm>
              <a:custGeom>
                <a:avLst/>
                <a:gdLst>
                  <a:gd name="csX0" fmla="*/ 45509 w 90714"/>
                  <a:gd name="csY0" fmla="*/ 90857 h 90713"/>
                  <a:gd name="csX1" fmla="*/ 77581 w 90714"/>
                  <a:gd name="csY1" fmla="*/ 77572 h 90713"/>
                  <a:gd name="csX2" fmla="*/ 90866 w 90714"/>
                  <a:gd name="csY2" fmla="*/ 45500 h 90713"/>
                  <a:gd name="csX3" fmla="*/ 77581 w 90714"/>
                  <a:gd name="csY3" fmla="*/ 13428 h 90713"/>
                  <a:gd name="csX4" fmla="*/ 45509 w 90714"/>
                  <a:gd name="csY4" fmla="*/ 143 h 90713"/>
                  <a:gd name="csX5" fmla="*/ 13436 w 90714"/>
                  <a:gd name="csY5" fmla="*/ 13428 h 90713"/>
                  <a:gd name="csX6" fmla="*/ 151 w 90714"/>
                  <a:gd name="csY6" fmla="*/ 45500 h 90713"/>
                  <a:gd name="csX7" fmla="*/ 13436 w 90714"/>
                  <a:gd name="csY7" fmla="*/ 77572 h 90713"/>
                  <a:gd name="csX8" fmla="*/ 45509 w 90714"/>
                  <a:gd name="csY8" fmla="*/ 908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9" y="90857"/>
                    </a:moveTo>
                    <a:cubicBezTo>
                      <a:pt x="57537" y="90857"/>
                      <a:pt x="69075" y="86078"/>
                      <a:pt x="77581" y="77572"/>
                    </a:cubicBezTo>
                    <a:cubicBezTo>
                      <a:pt x="86087" y="69067"/>
                      <a:pt x="90866" y="57529"/>
                      <a:pt x="90866" y="45500"/>
                    </a:cubicBezTo>
                    <a:cubicBezTo>
                      <a:pt x="90866" y="33471"/>
                      <a:pt x="86087" y="21934"/>
                      <a:pt x="77581" y="13428"/>
                    </a:cubicBezTo>
                    <a:cubicBezTo>
                      <a:pt x="69075" y="4923"/>
                      <a:pt x="57537" y="143"/>
                      <a:pt x="45509" y="143"/>
                    </a:cubicBezTo>
                    <a:cubicBezTo>
                      <a:pt x="33480" y="143"/>
                      <a:pt x="21942" y="4923"/>
                      <a:pt x="13436" y="13428"/>
                    </a:cubicBezTo>
                    <a:cubicBezTo>
                      <a:pt x="4930" y="21934"/>
                      <a:pt x="151" y="33471"/>
                      <a:pt x="151" y="45500"/>
                    </a:cubicBezTo>
                    <a:cubicBezTo>
                      <a:pt x="151" y="57529"/>
                      <a:pt x="4930" y="69067"/>
                      <a:pt x="13436" y="77572"/>
                    </a:cubicBezTo>
                    <a:cubicBezTo>
                      <a:pt x="21942" y="86078"/>
                      <a:pt x="33480" y="90857"/>
                      <a:pt x="45509" y="908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38" name="任意多边形: 形状 1337"/>
              <p:cNvSpPr/>
              <p:nvPr/>
            </p:nvSpPr>
            <p:spPr>
              <a:xfrm>
                <a:off x="6434285" y="24135340"/>
                <a:ext cx="180000" cy="180000"/>
              </a:xfrm>
              <a:custGeom>
                <a:avLst/>
                <a:gdLst>
                  <a:gd name="csX0" fmla="*/ 45538 w 90714"/>
                  <a:gd name="csY0" fmla="*/ 90907 h 90713"/>
                  <a:gd name="csX1" fmla="*/ 77611 w 90714"/>
                  <a:gd name="csY1" fmla="*/ 77622 h 90713"/>
                  <a:gd name="csX2" fmla="*/ 90895 w 90714"/>
                  <a:gd name="csY2" fmla="*/ 45550 h 90713"/>
                  <a:gd name="csX3" fmla="*/ 77611 w 90714"/>
                  <a:gd name="csY3" fmla="*/ 13478 h 90713"/>
                  <a:gd name="csX4" fmla="*/ 45538 w 90714"/>
                  <a:gd name="csY4" fmla="*/ 193 h 90713"/>
                  <a:gd name="csX5" fmla="*/ 13466 w 90714"/>
                  <a:gd name="csY5" fmla="*/ 13478 h 90713"/>
                  <a:gd name="csX6" fmla="*/ 181 w 90714"/>
                  <a:gd name="csY6" fmla="*/ 45550 h 90713"/>
                  <a:gd name="csX7" fmla="*/ 13466 w 90714"/>
                  <a:gd name="csY7" fmla="*/ 77622 h 90713"/>
                  <a:gd name="csX8" fmla="*/ 45538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907"/>
                    </a:moveTo>
                    <a:cubicBezTo>
                      <a:pt x="57567" y="90907"/>
                      <a:pt x="69105" y="86128"/>
                      <a:pt x="77611" y="77622"/>
                    </a:cubicBezTo>
                    <a:cubicBezTo>
                      <a:pt x="86116" y="69116"/>
                      <a:pt x="90895" y="57579"/>
                      <a:pt x="90895" y="45550"/>
                    </a:cubicBezTo>
                    <a:cubicBezTo>
                      <a:pt x="90895" y="33521"/>
                      <a:pt x="86116" y="21983"/>
                      <a:pt x="77611" y="13478"/>
                    </a:cubicBezTo>
                    <a:cubicBezTo>
                      <a:pt x="69105" y="4972"/>
                      <a:pt x="57567" y="193"/>
                      <a:pt x="45538" y="193"/>
                    </a:cubicBezTo>
                    <a:cubicBezTo>
                      <a:pt x="33509" y="193"/>
                      <a:pt x="21971" y="4972"/>
                      <a:pt x="13466" y="13478"/>
                    </a:cubicBezTo>
                    <a:cubicBezTo>
                      <a:pt x="4960" y="21983"/>
                      <a:pt x="181" y="33521"/>
                      <a:pt x="181" y="45550"/>
                    </a:cubicBezTo>
                    <a:cubicBezTo>
                      <a:pt x="181" y="57579"/>
                      <a:pt x="4960" y="69116"/>
                      <a:pt x="13466" y="77622"/>
                    </a:cubicBezTo>
                    <a:cubicBezTo>
                      <a:pt x="21971" y="86128"/>
                      <a:pt x="33509" y="90907"/>
                      <a:pt x="45538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47" name="任意多边形: 形状 1346"/>
              <p:cNvSpPr/>
              <p:nvPr/>
            </p:nvSpPr>
            <p:spPr>
              <a:xfrm>
                <a:off x="6070092" y="24857443"/>
                <a:ext cx="180000" cy="180000"/>
              </a:xfrm>
              <a:custGeom>
                <a:avLst/>
                <a:gdLst>
                  <a:gd name="csX0" fmla="*/ 45527 w 90714"/>
                  <a:gd name="csY0" fmla="*/ 90929 h 90713"/>
                  <a:gd name="csX1" fmla="*/ 77599 w 90714"/>
                  <a:gd name="csY1" fmla="*/ 77644 h 90713"/>
                  <a:gd name="csX2" fmla="*/ 90884 w 90714"/>
                  <a:gd name="csY2" fmla="*/ 45572 h 90713"/>
                  <a:gd name="csX3" fmla="*/ 77599 w 90714"/>
                  <a:gd name="csY3" fmla="*/ 13500 h 90713"/>
                  <a:gd name="csX4" fmla="*/ 45527 w 90714"/>
                  <a:gd name="csY4" fmla="*/ 216 h 90713"/>
                  <a:gd name="csX5" fmla="*/ 13454 w 90714"/>
                  <a:gd name="csY5" fmla="*/ 13500 h 90713"/>
                  <a:gd name="csX6" fmla="*/ 169 w 90714"/>
                  <a:gd name="csY6" fmla="*/ 45572 h 90713"/>
                  <a:gd name="csX7" fmla="*/ 13454 w 90714"/>
                  <a:gd name="csY7" fmla="*/ 77644 h 90713"/>
                  <a:gd name="csX8" fmla="*/ 45527 w 90714"/>
                  <a:gd name="csY8" fmla="*/ 9092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929"/>
                    </a:moveTo>
                    <a:cubicBezTo>
                      <a:pt x="57556" y="90929"/>
                      <a:pt x="69093" y="86150"/>
                      <a:pt x="77599" y="77644"/>
                    </a:cubicBezTo>
                    <a:cubicBezTo>
                      <a:pt x="86105" y="69139"/>
                      <a:pt x="90884" y="57601"/>
                      <a:pt x="90884" y="45572"/>
                    </a:cubicBezTo>
                    <a:cubicBezTo>
                      <a:pt x="90884" y="33544"/>
                      <a:pt x="86105" y="22006"/>
                      <a:pt x="77599" y="13500"/>
                    </a:cubicBezTo>
                    <a:cubicBezTo>
                      <a:pt x="69093" y="4995"/>
                      <a:pt x="57556" y="216"/>
                      <a:pt x="45527" y="216"/>
                    </a:cubicBezTo>
                    <a:cubicBezTo>
                      <a:pt x="33498" y="216"/>
                      <a:pt x="21960" y="4995"/>
                      <a:pt x="13454" y="13500"/>
                    </a:cubicBezTo>
                    <a:cubicBezTo>
                      <a:pt x="4949" y="22006"/>
                      <a:pt x="169" y="33544"/>
                      <a:pt x="169" y="45572"/>
                    </a:cubicBezTo>
                    <a:cubicBezTo>
                      <a:pt x="169" y="57601"/>
                      <a:pt x="4949" y="69139"/>
                      <a:pt x="13454" y="77644"/>
                    </a:cubicBezTo>
                    <a:cubicBezTo>
                      <a:pt x="21960" y="86150"/>
                      <a:pt x="33498" y="90929"/>
                      <a:pt x="45527" y="9092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48" name="任意多边形: 形状 1347"/>
              <p:cNvSpPr/>
              <p:nvPr/>
            </p:nvSpPr>
            <p:spPr>
              <a:xfrm>
                <a:off x="7304415" y="22864224"/>
                <a:ext cx="180000" cy="180000"/>
              </a:xfrm>
              <a:custGeom>
                <a:avLst/>
                <a:gdLst>
                  <a:gd name="csX0" fmla="*/ 45565 w 90714"/>
                  <a:gd name="csY0" fmla="*/ 90867 h 90713"/>
                  <a:gd name="csX1" fmla="*/ 77638 w 90714"/>
                  <a:gd name="csY1" fmla="*/ 77582 h 90713"/>
                  <a:gd name="csX2" fmla="*/ 90923 w 90714"/>
                  <a:gd name="csY2" fmla="*/ 45510 h 90713"/>
                  <a:gd name="csX3" fmla="*/ 77638 w 90714"/>
                  <a:gd name="csY3" fmla="*/ 13438 h 90713"/>
                  <a:gd name="csX4" fmla="*/ 45565 w 90714"/>
                  <a:gd name="csY4" fmla="*/ 154 h 90713"/>
                  <a:gd name="csX5" fmla="*/ 13493 w 90714"/>
                  <a:gd name="csY5" fmla="*/ 13438 h 90713"/>
                  <a:gd name="csX6" fmla="*/ 208 w 90714"/>
                  <a:gd name="csY6" fmla="*/ 45510 h 90713"/>
                  <a:gd name="csX7" fmla="*/ 13493 w 90714"/>
                  <a:gd name="csY7" fmla="*/ 77582 h 90713"/>
                  <a:gd name="csX8" fmla="*/ 45565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867"/>
                    </a:moveTo>
                    <a:cubicBezTo>
                      <a:pt x="57594" y="90867"/>
                      <a:pt x="69132" y="86088"/>
                      <a:pt x="77638" y="77582"/>
                    </a:cubicBezTo>
                    <a:cubicBezTo>
                      <a:pt x="86143" y="69077"/>
                      <a:pt x="90923" y="57539"/>
                      <a:pt x="90923" y="45510"/>
                    </a:cubicBezTo>
                    <a:cubicBezTo>
                      <a:pt x="90923" y="33482"/>
                      <a:pt x="86143" y="21944"/>
                      <a:pt x="77638" y="13438"/>
                    </a:cubicBezTo>
                    <a:cubicBezTo>
                      <a:pt x="69132" y="4933"/>
                      <a:pt x="57594" y="154"/>
                      <a:pt x="45565" y="154"/>
                    </a:cubicBezTo>
                    <a:cubicBezTo>
                      <a:pt x="33536" y="154"/>
                      <a:pt x="21999" y="4933"/>
                      <a:pt x="13493" y="13438"/>
                    </a:cubicBezTo>
                    <a:cubicBezTo>
                      <a:pt x="4987" y="21944"/>
                      <a:pt x="208" y="33482"/>
                      <a:pt x="208" y="45510"/>
                    </a:cubicBezTo>
                    <a:cubicBezTo>
                      <a:pt x="208" y="57539"/>
                      <a:pt x="4987" y="69077"/>
                      <a:pt x="13493" y="77582"/>
                    </a:cubicBezTo>
                    <a:cubicBezTo>
                      <a:pt x="21999" y="86088"/>
                      <a:pt x="33536" y="90867"/>
                      <a:pt x="45565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49" name="任意多边形: 形状 1348"/>
              <p:cNvSpPr/>
              <p:nvPr/>
            </p:nvSpPr>
            <p:spPr>
              <a:xfrm>
                <a:off x="8717093" y="21210780"/>
                <a:ext cx="180000" cy="180000"/>
              </a:xfrm>
              <a:custGeom>
                <a:avLst/>
                <a:gdLst>
                  <a:gd name="csX0" fmla="*/ 45609 w 90714"/>
                  <a:gd name="csY0" fmla="*/ 90815 h 90713"/>
                  <a:gd name="csX1" fmla="*/ 77682 w 90714"/>
                  <a:gd name="csY1" fmla="*/ 77531 h 90713"/>
                  <a:gd name="csX2" fmla="*/ 90967 w 90714"/>
                  <a:gd name="csY2" fmla="*/ 45459 h 90713"/>
                  <a:gd name="csX3" fmla="*/ 77682 w 90714"/>
                  <a:gd name="csY3" fmla="*/ 13387 h 90713"/>
                  <a:gd name="csX4" fmla="*/ 45609 w 90714"/>
                  <a:gd name="csY4" fmla="*/ 102 h 90713"/>
                  <a:gd name="csX5" fmla="*/ 13537 w 90714"/>
                  <a:gd name="csY5" fmla="*/ 13387 h 90713"/>
                  <a:gd name="csX6" fmla="*/ 252 w 90714"/>
                  <a:gd name="csY6" fmla="*/ 45459 h 90713"/>
                  <a:gd name="csX7" fmla="*/ 13537 w 90714"/>
                  <a:gd name="csY7" fmla="*/ 77531 h 90713"/>
                  <a:gd name="csX8" fmla="*/ 45609 w 90714"/>
                  <a:gd name="csY8" fmla="*/ 9081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9" y="90815"/>
                    </a:moveTo>
                    <a:cubicBezTo>
                      <a:pt x="57638" y="90815"/>
                      <a:pt x="69176" y="86036"/>
                      <a:pt x="77682" y="77531"/>
                    </a:cubicBezTo>
                    <a:cubicBezTo>
                      <a:pt x="86187" y="69025"/>
                      <a:pt x="90967" y="57487"/>
                      <a:pt x="90967" y="45459"/>
                    </a:cubicBezTo>
                    <a:cubicBezTo>
                      <a:pt x="90967" y="33430"/>
                      <a:pt x="86187" y="21892"/>
                      <a:pt x="77682" y="13387"/>
                    </a:cubicBezTo>
                    <a:cubicBezTo>
                      <a:pt x="69176" y="4881"/>
                      <a:pt x="57638" y="102"/>
                      <a:pt x="45609" y="102"/>
                    </a:cubicBezTo>
                    <a:cubicBezTo>
                      <a:pt x="33580" y="102"/>
                      <a:pt x="22043" y="4881"/>
                      <a:pt x="13537" y="13387"/>
                    </a:cubicBezTo>
                    <a:cubicBezTo>
                      <a:pt x="5031" y="21892"/>
                      <a:pt x="252" y="33430"/>
                      <a:pt x="252" y="45459"/>
                    </a:cubicBezTo>
                    <a:cubicBezTo>
                      <a:pt x="252" y="57487"/>
                      <a:pt x="5031" y="69025"/>
                      <a:pt x="13537" y="77531"/>
                    </a:cubicBezTo>
                    <a:cubicBezTo>
                      <a:pt x="22043" y="86036"/>
                      <a:pt x="33580" y="90815"/>
                      <a:pt x="45609" y="9081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0" name="任意多边形: 形状 1349"/>
              <p:cNvSpPr/>
              <p:nvPr/>
            </p:nvSpPr>
            <p:spPr>
              <a:xfrm>
                <a:off x="6435095" y="21290006"/>
                <a:ext cx="180000" cy="180000"/>
              </a:xfrm>
              <a:custGeom>
                <a:avLst/>
                <a:gdLst>
                  <a:gd name="csX0" fmla="*/ 45538 w 90714"/>
                  <a:gd name="csY0" fmla="*/ 90818 h 90713"/>
                  <a:gd name="csX1" fmla="*/ 77611 w 90714"/>
                  <a:gd name="csY1" fmla="*/ 77533 h 90713"/>
                  <a:gd name="csX2" fmla="*/ 90895 w 90714"/>
                  <a:gd name="csY2" fmla="*/ 45461 h 90713"/>
                  <a:gd name="csX3" fmla="*/ 77611 w 90714"/>
                  <a:gd name="csY3" fmla="*/ 13389 h 90713"/>
                  <a:gd name="csX4" fmla="*/ 45538 w 90714"/>
                  <a:gd name="csY4" fmla="*/ 104 h 90713"/>
                  <a:gd name="csX5" fmla="*/ 13466 w 90714"/>
                  <a:gd name="csY5" fmla="*/ 13389 h 90713"/>
                  <a:gd name="csX6" fmla="*/ 181 w 90714"/>
                  <a:gd name="csY6" fmla="*/ 45461 h 90713"/>
                  <a:gd name="csX7" fmla="*/ 13466 w 90714"/>
                  <a:gd name="csY7" fmla="*/ 77533 h 90713"/>
                  <a:gd name="csX8" fmla="*/ 45538 w 90714"/>
                  <a:gd name="csY8" fmla="*/ 9081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18"/>
                    </a:moveTo>
                    <a:cubicBezTo>
                      <a:pt x="57567" y="90818"/>
                      <a:pt x="69105" y="86039"/>
                      <a:pt x="77611" y="77533"/>
                    </a:cubicBezTo>
                    <a:cubicBezTo>
                      <a:pt x="86116" y="69028"/>
                      <a:pt x="90895" y="57490"/>
                      <a:pt x="90895" y="45461"/>
                    </a:cubicBezTo>
                    <a:cubicBezTo>
                      <a:pt x="90895" y="33432"/>
                      <a:pt x="86116" y="21895"/>
                      <a:pt x="77611" y="13389"/>
                    </a:cubicBezTo>
                    <a:cubicBezTo>
                      <a:pt x="69105" y="4884"/>
                      <a:pt x="57567" y="104"/>
                      <a:pt x="45538" y="104"/>
                    </a:cubicBezTo>
                    <a:cubicBezTo>
                      <a:pt x="33509" y="104"/>
                      <a:pt x="21971" y="4884"/>
                      <a:pt x="13466" y="13389"/>
                    </a:cubicBezTo>
                    <a:cubicBezTo>
                      <a:pt x="4960" y="21895"/>
                      <a:pt x="181" y="33432"/>
                      <a:pt x="181" y="45461"/>
                    </a:cubicBezTo>
                    <a:cubicBezTo>
                      <a:pt x="181" y="57490"/>
                      <a:pt x="4960" y="69028"/>
                      <a:pt x="13466" y="77533"/>
                    </a:cubicBezTo>
                    <a:cubicBezTo>
                      <a:pt x="21971" y="86039"/>
                      <a:pt x="33509" y="90818"/>
                      <a:pt x="45538" y="9081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1" name="任意多边形: 形状 1350"/>
              <p:cNvSpPr/>
              <p:nvPr/>
            </p:nvSpPr>
            <p:spPr>
              <a:xfrm>
                <a:off x="7608908" y="24181280"/>
                <a:ext cx="180000" cy="180000"/>
              </a:xfrm>
              <a:custGeom>
                <a:avLst/>
                <a:gdLst>
                  <a:gd name="csX0" fmla="*/ 45575 w 90714"/>
                  <a:gd name="csY0" fmla="*/ 90908 h 90713"/>
                  <a:gd name="csX1" fmla="*/ 77647 w 90714"/>
                  <a:gd name="csY1" fmla="*/ 77623 h 90713"/>
                  <a:gd name="csX2" fmla="*/ 90932 w 90714"/>
                  <a:gd name="csY2" fmla="*/ 45551 h 90713"/>
                  <a:gd name="csX3" fmla="*/ 77647 w 90714"/>
                  <a:gd name="csY3" fmla="*/ 13479 h 90713"/>
                  <a:gd name="csX4" fmla="*/ 45575 w 90714"/>
                  <a:gd name="csY4" fmla="*/ 195 h 90713"/>
                  <a:gd name="csX5" fmla="*/ 13502 w 90714"/>
                  <a:gd name="csY5" fmla="*/ 13479 h 90713"/>
                  <a:gd name="csX6" fmla="*/ 217 w 90714"/>
                  <a:gd name="csY6" fmla="*/ 45551 h 90713"/>
                  <a:gd name="csX7" fmla="*/ 13502 w 90714"/>
                  <a:gd name="csY7" fmla="*/ 77623 h 90713"/>
                  <a:gd name="csX8" fmla="*/ 45575 w 90714"/>
                  <a:gd name="csY8" fmla="*/ 9090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5" y="90908"/>
                    </a:moveTo>
                    <a:cubicBezTo>
                      <a:pt x="57604" y="90908"/>
                      <a:pt x="69141" y="86129"/>
                      <a:pt x="77647" y="77623"/>
                    </a:cubicBezTo>
                    <a:cubicBezTo>
                      <a:pt x="86153" y="69118"/>
                      <a:pt x="90932" y="57580"/>
                      <a:pt x="90932" y="45551"/>
                    </a:cubicBezTo>
                    <a:cubicBezTo>
                      <a:pt x="90932" y="33523"/>
                      <a:pt x="86153" y="21985"/>
                      <a:pt x="77647" y="13479"/>
                    </a:cubicBezTo>
                    <a:cubicBezTo>
                      <a:pt x="69141" y="4974"/>
                      <a:pt x="57604" y="195"/>
                      <a:pt x="45575" y="195"/>
                    </a:cubicBezTo>
                    <a:cubicBezTo>
                      <a:pt x="33546" y="195"/>
                      <a:pt x="22008" y="4974"/>
                      <a:pt x="13502" y="13479"/>
                    </a:cubicBezTo>
                    <a:cubicBezTo>
                      <a:pt x="4997" y="21985"/>
                      <a:pt x="217" y="33523"/>
                      <a:pt x="217" y="45551"/>
                    </a:cubicBezTo>
                    <a:cubicBezTo>
                      <a:pt x="217" y="57580"/>
                      <a:pt x="4997" y="69118"/>
                      <a:pt x="13502" y="77623"/>
                    </a:cubicBezTo>
                    <a:cubicBezTo>
                      <a:pt x="22008" y="86129"/>
                      <a:pt x="33546" y="90908"/>
                      <a:pt x="45575" y="9090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2" name="任意多边形: 形状 1351"/>
              <p:cNvSpPr/>
              <p:nvPr/>
            </p:nvSpPr>
            <p:spPr>
              <a:xfrm>
                <a:off x="5131864" y="22165060"/>
                <a:ext cx="180000" cy="180000"/>
              </a:xfrm>
              <a:custGeom>
                <a:avLst/>
                <a:gdLst>
                  <a:gd name="csX0" fmla="*/ 45498 w 90714"/>
                  <a:gd name="csY0" fmla="*/ 90845 h 90713"/>
                  <a:gd name="csX1" fmla="*/ 77570 w 90714"/>
                  <a:gd name="csY1" fmla="*/ 77561 h 90713"/>
                  <a:gd name="csX2" fmla="*/ 90855 w 90714"/>
                  <a:gd name="csY2" fmla="*/ 45489 h 90713"/>
                  <a:gd name="csX3" fmla="*/ 77570 w 90714"/>
                  <a:gd name="csY3" fmla="*/ 13416 h 90713"/>
                  <a:gd name="csX4" fmla="*/ 45498 w 90714"/>
                  <a:gd name="csY4" fmla="*/ 132 h 90713"/>
                  <a:gd name="csX5" fmla="*/ 13425 w 90714"/>
                  <a:gd name="csY5" fmla="*/ 13416 h 90713"/>
                  <a:gd name="csX6" fmla="*/ 140 w 90714"/>
                  <a:gd name="csY6" fmla="*/ 45489 h 90713"/>
                  <a:gd name="csX7" fmla="*/ 13425 w 90714"/>
                  <a:gd name="csY7" fmla="*/ 77561 h 90713"/>
                  <a:gd name="csX8" fmla="*/ 45498 w 90714"/>
                  <a:gd name="csY8" fmla="*/ 908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8" y="90845"/>
                    </a:moveTo>
                    <a:cubicBezTo>
                      <a:pt x="57526" y="90845"/>
                      <a:pt x="69064" y="86066"/>
                      <a:pt x="77570" y="77561"/>
                    </a:cubicBezTo>
                    <a:cubicBezTo>
                      <a:pt x="86076" y="69055"/>
                      <a:pt x="90855" y="57517"/>
                      <a:pt x="90855" y="45489"/>
                    </a:cubicBezTo>
                    <a:cubicBezTo>
                      <a:pt x="90855" y="33460"/>
                      <a:pt x="86076" y="21922"/>
                      <a:pt x="77570" y="13416"/>
                    </a:cubicBezTo>
                    <a:cubicBezTo>
                      <a:pt x="69064" y="4911"/>
                      <a:pt x="57526" y="132"/>
                      <a:pt x="45498" y="132"/>
                    </a:cubicBezTo>
                    <a:cubicBezTo>
                      <a:pt x="33469" y="132"/>
                      <a:pt x="21931" y="4911"/>
                      <a:pt x="13425" y="13416"/>
                    </a:cubicBezTo>
                    <a:cubicBezTo>
                      <a:pt x="4919" y="21922"/>
                      <a:pt x="140" y="33460"/>
                      <a:pt x="140" y="45489"/>
                    </a:cubicBezTo>
                    <a:cubicBezTo>
                      <a:pt x="140" y="57517"/>
                      <a:pt x="4919" y="69055"/>
                      <a:pt x="13425" y="77561"/>
                    </a:cubicBezTo>
                    <a:cubicBezTo>
                      <a:pt x="21931" y="86066"/>
                      <a:pt x="33469" y="90845"/>
                      <a:pt x="45498" y="908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3" name="任意多边形: 形状 1352"/>
              <p:cNvSpPr/>
              <p:nvPr/>
            </p:nvSpPr>
            <p:spPr>
              <a:xfrm>
                <a:off x="4105109" y="21067212"/>
                <a:ext cx="180000" cy="180000"/>
              </a:xfrm>
              <a:custGeom>
                <a:avLst/>
                <a:gdLst>
                  <a:gd name="csX0" fmla="*/ 45465 w 90714"/>
                  <a:gd name="csY0" fmla="*/ 90811 h 90713"/>
                  <a:gd name="csX1" fmla="*/ 77538 w 90714"/>
                  <a:gd name="csY1" fmla="*/ 77526 h 90713"/>
                  <a:gd name="csX2" fmla="*/ 90823 w 90714"/>
                  <a:gd name="csY2" fmla="*/ 45454 h 90713"/>
                  <a:gd name="csX3" fmla="*/ 77538 w 90714"/>
                  <a:gd name="csY3" fmla="*/ 13382 h 90713"/>
                  <a:gd name="csX4" fmla="*/ 45465 w 90714"/>
                  <a:gd name="csY4" fmla="*/ 98 h 90713"/>
                  <a:gd name="csX5" fmla="*/ 13393 w 90714"/>
                  <a:gd name="csY5" fmla="*/ 13382 h 90713"/>
                  <a:gd name="csX6" fmla="*/ 108 w 90714"/>
                  <a:gd name="csY6" fmla="*/ 45454 h 90713"/>
                  <a:gd name="csX7" fmla="*/ 13393 w 90714"/>
                  <a:gd name="csY7" fmla="*/ 77526 h 90713"/>
                  <a:gd name="csX8" fmla="*/ 45465 w 90714"/>
                  <a:gd name="csY8" fmla="*/ 9081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5" y="90811"/>
                    </a:moveTo>
                    <a:cubicBezTo>
                      <a:pt x="57494" y="90811"/>
                      <a:pt x="69032" y="86032"/>
                      <a:pt x="77538" y="77526"/>
                    </a:cubicBezTo>
                    <a:cubicBezTo>
                      <a:pt x="86044" y="69021"/>
                      <a:pt x="90823" y="57483"/>
                      <a:pt x="90823" y="45454"/>
                    </a:cubicBezTo>
                    <a:cubicBezTo>
                      <a:pt x="90823" y="33426"/>
                      <a:pt x="86044" y="21888"/>
                      <a:pt x="77538" y="13382"/>
                    </a:cubicBezTo>
                    <a:cubicBezTo>
                      <a:pt x="69032" y="4877"/>
                      <a:pt x="57494" y="98"/>
                      <a:pt x="45465" y="98"/>
                    </a:cubicBezTo>
                    <a:cubicBezTo>
                      <a:pt x="33437" y="98"/>
                      <a:pt x="21899" y="4877"/>
                      <a:pt x="13393" y="13382"/>
                    </a:cubicBezTo>
                    <a:cubicBezTo>
                      <a:pt x="4887" y="21888"/>
                      <a:pt x="108" y="33426"/>
                      <a:pt x="108" y="45454"/>
                    </a:cubicBezTo>
                    <a:cubicBezTo>
                      <a:pt x="108" y="57483"/>
                      <a:pt x="4887" y="69021"/>
                      <a:pt x="13393" y="77526"/>
                    </a:cubicBezTo>
                    <a:cubicBezTo>
                      <a:pt x="21899" y="86032"/>
                      <a:pt x="33437" y="90811"/>
                      <a:pt x="45465" y="9081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4" name="任意多边形: 形状 1353"/>
              <p:cNvSpPr/>
              <p:nvPr/>
            </p:nvSpPr>
            <p:spPr>
              <a:xfrm>
                <a:off x="5773608" y="21656906"/>
                <a:ext cx="180000" cy="180000"/>
              </a:xfrm>
              <a:custGeom>
                <a:avLst/>
                <a:gdLst>
                  <a:gd name="csX0" fmla="*/ 45518 w 90714"/>
                  <a:gd name="csY0" fmla="*/ 90829 h 90713"/>
                  <a:gd name="csX1" fmla="*/ 77590 w 90714"/>
                  <a:gd name="csY1" fmla="*/ 77545 h 90713"/>
                  <a:gd name="csX2" fmla="*/ 90875 w 90714"/>
                  <a:gd name="csY2" fmla="*/ 45473 h 90713"/>
                  <a:gd name="csX3" fmla="*/ 77590 w 90714"/>
                  <a:gd name="csY3" fmla="*/ 13401 h 90713"/>
                  <a:gd name="csX4" fmla="*/ 45518 w 90714"/>
                  <a:gd name="csY4" fmla="*/ 116 h 90713"/>
                  <a:gd name="csX5" fmla="*/ 13445 w 90714"/>
                  <a:gd name="csY5" fmla="*/ 13401 h 90713"/>
                  <a:gd name="csX6" fmla="*/ 160 w 90714"/>
                  <a:gd name="csY6" fmla="*/ 45473 h 90713"/>
                  <a:gd name="csX7" fmla="*/ 13445 w 90714"/>
                  <a:gd name="csY7" fmla="*/ 77545 h 90713"/>
                  <a:gd name="csX8" fmla="*/ 45518 w 90714"/>
                  <a:gd name="csY8" fmla="*/ 9082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8" y="90829"/>
                    </a:moveTo>
                    <a:cubicBezTo>
                      <a:pt x="57546" y="90829"/>
                      <a:pt x="69084" y="86050"/>
                      <a:pt x="77590" y="77545"/>
                    </a:cubicBezTo>
                    <a:cubicBezTo>
                      <a:pt x="86096" y="69039"/>
                      <a:pt x="90875" y="57501"/>
                      <a:pt x="90875" y="45473"/>
                    </a:cubicBezTo>
                    <a:cubicBezTo>
                      <a:pt x="90875" y="33444"/>
                      <a:pt x="86096" y="21906"/>
                      <a:pt x="77590" y="13401"/>
                    </a:cubicBezTo>
                    <a:cubicBezTo>
                      <a:pt x="69084" y="4895"/>
                      <a:pt x="57546" y="116"/>
                      <a:pt x="45518" y="116"/>
                    </a:cubicBezTo>
                    <a:cubicBezTo>
                      <a:pt x="33489" y="116"/>
                      <a:pt x="21951" y="4895"/>
                      <a:pt x="13445" y="13401"/>
                    </a:cubicBezTo>
                    <a:cubicBezTo>
                      <a:pt x="4939" y="21906"/>
                      <a:pt x="160" y="33444"/>
                      <a:pt x="160" y="45473"/>
                    </a:cubicBezTo>
                    <a:cubicBezTo>
                      <a:pt x="160" y="57501"/>
                      <a:pt x="4939" y="69039"/>
                      <a:pt x="13445" y="77545"/>
                    </a:cubicBezTo>
                    <a:cubicBezTo>
                      <a:pt x="21951" y="86050"/>
                      <a:pt x="33489" y="90829"/>
                      <a:pt x="45518" y="9082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5" name="任意多边形: 形状 1354"/>
              <p:cNvSpPr/>
              <p:nvPr/>
            </p:nvSpPr>
            <p:spPr>
              <a:xfrm>
                <a:off x="8391831" y="23812383"/>
                <a:ext cx="180000" cy="180000"/>
              </a:xfrm>
              <a:custGeom>
                <a:avLst/>
                <a:gdLst>
                  <a:gd name="csX0" fmla="*/ 45599 w 90714"/>
                  <a:gd name="csY0" fmla="*/ 90897 h 90713"/>
                  <a:gd name="csX1" fmla="*/ 77672 w 90714"/>
                  <a:gd name="csY1" fmla="*/ 77612 h 90713"/>
                  <a:gd name="csX2" fmla="*/ 90956 w 90714"/>
                  <a:gd name="csY2" fmla="*/ 45540 h 90713"/>
                  <a:gd name="csX3" fmla="*/ 77672 w 90714"/>
                  <a:gd name="csY3" fmla="*/ 13468 h 90713"/>
                  <a:gd name="csX4" fmla="*/ 45599 w 90714"/>
                  <a:gd name="csY4" fmla="*/ 183 h 90713"/>
                  <a:gd name="csX5" fmla="*/ 13527 w 90714"/>
                  <a:gd name="csY5" fmla="*/ 13468 h 90713"/>
                  <a:gd name="csX6" fmla="*/ 242 w 90714"/>
                  <a:gd name="csY6" fmla="*/ 45540 h 90713"/>
                  <a:gd name="csX7" fmla="*/ 13527 w 90714"/>
                  <a:gd name="csY7" fmla="*/ 77612 h 90713"/>
                  <a:gd name="csX8" fmla="*/ 45599 w 90714"/>
                  <a:gd name="csY8" fmla="*/ 9089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9" y="90897"/>
                    </a:moveTo>
                    <a:cubicBezTo>
                      <a:pt x="57628" y="90897"/>
                      <a:pt x="69166" y="86118"/>
                      <a:pt x="77672" y="77612"/>
                    </a:cubicBezTo>
                    <a:cubicBezTo>
                      <a:pt x="86177" y="69106"/>
                      <a:pt x="90956" y="57569"/>
                      <a:pt x="90956" y="45540"/>
                    </a:cubicBezTo>
                    <a:cubicBezTo>
                      <a:pt x="90956" y="33511"/>
                      <a:pt x="86177" y="21973"/>
                      <a:pt x="77672" y="13468"/>
                    </a:cubicBezTo>
                    <a:cubicBezTo>
                      <a:pt x="69166" y="4962"/>
                      <a:pt x="57628" y="183"/>
                      <a:pt x="45599" y="183"/>
                    </a:cubicBezTo>
                    <a:cubicBezTo>
                      <a:pt x="33570" y="183"/>
                      <a:pt x="22032" y="4962"/>
                      <a:pt x="13527" y="13468"/>
                    </a:cubicBezTo>
                    <a:cubicBezTo>
                      <a:pt x="5021" y="21973"/>
                      <a:pt x="242" y="33511"/>
                      <a:pt x="242" y="45540"/>
                    </a:cubicBezTo>
                    <a:cubicBezTo>
                      <a:pt x="242" y="57569"/>
                      <a:pt x="5021" y="69106"/>
                      <a:pt x="13527" y="77612"/>
                    </a:cubicBezTo>
                    <a:cubicBezTo>
                      <a:pt x="22032" y="86118"/>
                      <a:pt x="33570" y="90897"/>
                      <a:pt x="45599" y="9089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6" name="任意多边形: 形状 1355"/>
              <p:cNvSpPr/>
              <p:nvPr/>
            </p:nvSpPr>
            <p:spPr>
              <a:xfrm>
                <a:off x="8304410" y="23490058"/>
                <a:ext cx="180000" cy="180000"/>
              </a:xfrm>
              <a:custGeom>
                <a:avLst/>
                <a:gdLst>
                  <a:gd name="csX0" fmla="*/ 45596 w 90714"/>
                  <a:gd name="csY0" fmla="*/ 90887 h 90713"/>
                  <a:gd name="csX1" fmla="*/ 77669 w 90714"/>
                  <a:gd name="csY1" fmla="*/ 77602 h 90713"/>
                  <a:gd name="csX2" fmla="*/ 90954 w 90714"/>
                  <a:gd name="csY2" fmla="*/ 45530 h 90713"/>
                  <a:gd name="csX3" fmla="*/ 77669 w 90714"/>
                  <a:gd name="csY3" fmla="*/ 13458 h 90713"/>
                  <a:gd name="csX4" fmla="*/ 45596 w 90714"/>
                  <a:gd name="csY4" fmla="*/ 173 h 90713"/>
                  <a:gd name="csX5" fmla="*/ 13524 w 90714"/>
                  <a:gd name="csY5" fmla="*/ 13458 h 90713"/>
                  <a:gd name="csX6" fmla="*/ 239 w 90714"/>
                  <a:gd name="csY6" fmla="*/ 45530 h 90713"/>
                  <a:gd name="csX7" fmla="*/ 13524 w 90714"/>
                  <a:gd name="csY7" fmla="*/ 77602 h 90713"/>
                  <a:gd name="csX8" fmla="*/ 45596 w 90714"/>
                  <a:gd name="csY8" fmla="*/ 9088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6" y="90887"/>
                    </a:moveTo>
                    <a:cubicBezTo>
                      <a:pt x="57625" y="90887"/>
                      <a:pt x="69163" y="86107"/>
                      <a:pt x="77669" y="77602"/>
                    </a:cubicBezTo>
                    <a:cubicBezTo>
                      <a:pt x="86175" y="69096"/>
                      <a:pt x="90954" y="57559"/>
                      <a:pt x="90954" y="45530"/>
                    </a:cubicBezTo>
                    <a:cubicBezTo>
                      <a:pt x="90954" y="33501"/>
                      <a:pt x="86175" y="21963"/>
                      <a:pt x="77669" y="13458"/>
                    </a:cubicBezTo>
                    <a:cubicBezTo>
                      <a:pt x="69163" y="4952"/>
                      <a:pt x="57625" y="173"/>
                      <a:pt x="45596" y="173"/>
                    </a:cubicBezTo>
                    <a:cubicBezTo>
                      <a:pt x="33568" y="173"/>
                      <a:pt x="22030" y="4952"/>
                      <a:pt x="13524" y="13458"/>
                    </a:cubicBezTo>
                    <a:cubicBezTo>
                      <a:pt x="5018" y="21963"/>
                      <a:pt x="239" y="33501"/>
                      <a:pt x="239" y="45530"/>
                    </a:cubicBezTo>
                    <a:cubicBezTo>
                      <a:pt x="239" y="57559"/>
                      <a:pt x="5018" y="69096"/>
                      <a:pt x="13524" y="77602"/>
                    </a:cubicBezTo>
                    <a:cubicBezTo>
                      <a:pt x="22030" y="86107"/>
                      <a:pt x="33568" y="90887"/>
                      <a:pt x="45596" y="9088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7" name="任意多边形: 形状 1356"/>
              <p:cNvSpPr/>
              <p:nvPr/>
            </p:nvSpPr>
            <p:spPr>
              <a:xfrm>
                <a:off x="5397869" y="21875751"/>
                <a:ext cx="180000" cy="180000"/>
              </a:xfrm>
              <a:custGeom>
                <a:avLst/>
                <a:gdLst>
                  <a:gd name="csX0" fmla="*/ 45506 w 90714"/>
                  <a:gd name="csY0" fmla="*/ 90836 h 90713"/>
                  <a:gd name="csX1" fmla="*/ 77578 w 90714"/>
                  <a:gd name="csY1" fmla="*/ 77552 h 90713"/>
                  <a:gd name="csX2" fmla="*/ 90863 w 90714"/>
                  <a:gd name="csY2" fmla="*/ 45479 h 90713"/>
                  <a:gd name="csX3" fmla="*/ 77578 w 90714"/>
                  <a:gd name="csY3" fmla="*/ 13407 h 90713"/>
                  <a:gd name="csX4" fmla="*/ 45506 w 90714"/>
                  <a:gd name="csY4" fmla="*/ 123 h 90713"/>
                  <a:gd name="csX5" fmla="*/ 13433 w 90714"/>
                  <a:gd name="csY5" fmla="*/ 13407 h 90713"/>
                  <a:gd name="csX6" fmla="*/ 149 w 90714"/>
                  <a:gd name="csY6" fmla="*/ 45479 h 90713"/>
                  <a:gd name="csX7" fmla="*/ 13433 w 90714"/>
                  <a:gd name="csY7" fmla="*/ 77552 h 90713"/>
                  <a:gd name="csX8" fmla="*/ 45506 w 90714"/>
                  <a:gd name="csY8" fmla="*/ 908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6" y="90836"/>
                    </a:moveTo>
                    <a:cubicBezTo>
                      <a:pt x="57535" y="90836"/>
                      <a:pt x="69073" y="86057"/>
                      <a:pt x="77578" y="77552"/>
                    </a:cubicBezTo>
                    <a:cubicBezTo>
                      <a:pt x="86084" y="69046"/>
                      <a:pt x="90863" y="57508"/>
                      <a:pt x="90863" y="45479"/>
                    </a:cubicBezTo>
                    <a:cubicBezTo>
                      <a:pt x="90863" y="33451"/>
                      <a:pt x="86084" y="21913"/>
                      <a:pt x="77578" y="13407"/>
                    </a:cubicBezTo>
                    <a:cubicBezTo>
                      <a:pt x="69073" y="4902"/>
                      <a:pt x="57535" y="123"/>
                      <a:pt x="45506" y="123"/>
                    </a:cubicBezTo>
                    <a:cubicBezTo>
                      <a:pt x="33477" y="123"/>
                      <a:pt x="21939" y="4902"/>
                      <a:pt x="13433" y="13407"/>
                    </a:cubicBezTo>
                    <a:cubicBezTo>
                      <a:pt x="4928" y="21913"/>
                      <a:pt x="149" y="33451"/>
                      <a:pt x="149" y="45479"/>
                    </a:cubicBezTo>
                    <a:cubicBezTo>
                      <a:pt x="149" y="57508"/>
                      <a:pt x="4928" y="69046"/>
                      <a:pt x="13433" y="77552"/>
                    </a:cubicBezTo>
                    <a:cubicBezTo>
                      <a:pt x="21939" y="86057"/>
                      <a:pt x="33477" y="90836"/>
                      <a:pt x="45506" y="908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8" name="任意多边形: 形状 1357"/>
              <p:cNvSpPr/>
              <p:nvPr/>
            </p:nvSpPr>
            <p:spPr>
              <a:xfrm>
                <a:off x="8486228" y="22552898"/>
                <a:ext cx="180000" cy="180000"/>
              </a:xfrm>
              <a:custGeom>
                <a:avLst/>
                <a:gdLst>
                  <a:gd name="csX0" fmla="*/ 45602 w 90714"/>
                  <a:gd name="csY0" fmla="*/ 90857 h 90713"/>
                  <a:gd name="csX1" fmla="*/ 77675 w 90714"/>
                  <a:gd name="csY1" fmla="*/ 77573 h 90713"/>
                  <a:gd name="csX2" fmla="*/ 90959 w 90714"/>
                  <a:gd name="csY2" fmla="*/ 45501 h 90713"/>
                  <a:gd name="csX3" fmla="*/ 77675 w 90714"/>
                  <a:gd name="csY3" fmla="*/ 13429 h 90713"/>
                  <a:gd name="csX4" fmla="*/ 45602 w 90714"/>
                  <a:gd name="csY4" fmla="*/ 144 h 90713"/>
                  <a:gd name="csX5" fmla="*/ 13530 w 90714"/>
                  <a:gd name="csY5" fmla="*/ 13429 h 90713"/>
                  <a:gd name="csX6" fmla="*/ 245 w 90714"/>
                  <a:gd name="csY6" fmla="*/ 45501 h 90713"/>
                  <a:gd name="csX7" fmla="*/ 13530 w 90714"/>
                  <a:gd name="csY7" fmla="*/ 77573 h 90713"/>
                  <a:gd name="csX8" fmla="*/ 45602 w 90714"/>
                  <a:gd name="csY8" fmla="*/ 908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2" y="90857"/>
                    </a:moveTo>
                    <a:cubicBezTo>
                      <a:pt x="57631" y="90857"/>
                      <a:pt x="69169" y="86078"/>
                      <a:pt x="77675" y="77573"/>
                    </a:cubicBezTo>
                    <a:cubicBezTo>
                      <a:pt x="86180" y="69067"/>
                      <a:pt x="90959" y="57529"/>
                      <a:pt x="90959" y="45501"/>
                    </a:cubicBezTo>
                    <a:cubicBezTo>
                      <a:pt x="90959" y="33472"/>
                      <a:pt x="86180" y="21934"/>
                      <a:pt x="77675" y="13429"/>
                    </a:cubicBezTo>
                    <a:cubicBezTo>
                      <a:pt x="69169" y="4923"/>
                      <a:pt x="57631" y="144"/>
                      <a:pt x="45602" y="144"/>
                    </a:cubicBezTo>
                    <a:cubicBezTo>
                      <a:pt x="33573" y="144"/>
                      <a:pt x="22035" y="4923"/>
                      <a:pt x="13530" y="13429"/>
                    </a:cubicBezTo>
                    <a:cubicBezTo>
                      <a:pt x="5024" y="21934"/>
                      <a:pt x="245" y="33472"/>
                      <a:pt x="245" y="45501"/>
                    </a:cubicBezTo>
                    <a:cubicBezTo>
                      <a:pt x="245" y="57529"/>
                      <a:pt x="5024" y="69067"/>
                      <a:pt x="13530" y="77573"/>
                    </a:cubicBezTo>
                    <a:cubicBezTo>
                      <a:pt x="22035" y="86078"/>
                      <a:pt x="33573" y="90857"/>
                      <a:pt x="45602" y="908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59" name="任意多边形: 形状 1358"/>
              <p:cNvSpPr/>
              <p:nvPr/>
            </p:nvSpPr>
            <p:spPr>
              <a:xfrm>
                <a:off x="5576606" y="23031749"/>
                <a:ext cx="180000" cy="180000"/>
              </a:xfrm>
              <a:custGeom>
                <a:avLst/>
                <a:gdLst>
                  <a:gd name="csX0" fmla="*/ 45511 w 90714"/>
                  <a:gd name="csY0" fmla="*/ 90872 h 90713"/>
                  <a:gd name="csX1" fmla="*/ 77584 w 90714"/>
                  <a:gd name="csY1" fmla="*/ 77588 h 90713"/>
                  <a:gd name="csX2" fmla="*/ 90869 w 90714"/>
                  <a:gd name="csY2" fmla="*/ 45516 h 90713"/>
                  <a:gd name="csX3" fmla="*/ 77584 w 90714"/>
                  <a:gd name="csY3" fmla="*/ 13443 h 90713"/>
                  <a:gd name="csX4" fmla="*/ 45511 w 90714"/>
                  <a:gd name="csY4" fmla="*/ 159 h 90713"/>
                  <a:gd name="csX5" fmla="*/ 13439 w 90714"/>
                  <a:gd name="csY5" fmla="*/ 13443 h 90713"/>
                  <a:gd name="csX6" fmla="*/ 154 w 90714"/>
                  <a:gd name="csY6" fmla="*/ 45516 h 90713"/>
                  <a:gd name="csX7" fmla="*/ 13439 w 90714"/>
                  <a:gd name="csY7" fmla="*/ 77588 h 90713"/>
                  <a:gd name="csX8" fmla="*/ 45511 w 90714"/>
                  <a:gd name="csY8" fmla="*/ 9087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1" y="90872"/>
                    </a:moveTo>
                    <a:cubicBezTo>
                      <a:pt x="57540" y="90872"/>
                      <a:pt x="69078" y="86093"/>
                      <a:pt x="77584" y="77588"/>
                    </a:cubicBezTo>
                    <a:cubicBezTo>
                      <a:pt x="86090" y="69082"/>
                      <a:pt x="90869" y="57544"/>
                      <a:pt x="90869" y="45516"/>
                    </a:cubicBezTo>
                    <a:cubicBezTo>
                      <a:pt x="90869" y="33487"/>
                      <a:pt x="86090" y="21949"/>
                      <a:pt x="77584" y="13443"/>
                    </a:cubicBezTo>
                    <a:cubicBezTo>
                      <a:pt x="69078" y="4938"/>
                      <a:pt x="57540" y="159"/>
                      <a:pt x="45511" y="159"/>
                    </a:cubicBezTo>
                    <a:cubicBezTo>
                      <a:pt x="33482" y="159"/>
                      <a:pt x="21945" y="4938"/>
                      <a:pt x="13439" y="13443"/>
                    </a:cubicBezTo>
                    <a:cubicBezTo>
                      <a:pt x="4933" y="21949"/>
                      <a:pt x="154" y="33487"/>
                      <a:pt x="154" y="45516"/>
                    </a:cubicBezTo>
                    <a:cubicBezTo>
                      <a:pt x="154" y="57544"/>
                      <a:pt x="4933" y="69082"/>
                      <a:pt x="13439" y="77588"/>
                    </a:cubicBezTo>
                    <a:cubicBezTo>
                      <a:pt x="21945" y="86093"/>
                      <a:pt x="33482" y="90872"/>
                      <a:pt x="45511" y="9087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0" name="任意多边形: 形状 1359"/>
              <p:cNvSpPr/>
              <p:nvPr/>
            </p:nvSpPr>
            <p:spPr>
              <a:xfrm>
                <a:off x="6288977" y="20693796"/>
                <a:ext cx="180000" cy="180000"/>
              </a:xfrm>
              <a:custGeom>
                <a:avLst/>
                <a:gdLst>
                  <a:gd name="csX0" fmla="*/ 45534 w 90714"/>
                  <a:gd name="csY0" fmla="*/ 90799 h 90713"/>
                  <a:gd name="csX1" fmla="*/ 77606 w 90714"/>
                  <a:gd name="csY1" fmla="*/ 77515 h 90713"/>
                  <a:gd name="csX2" fmla="*/ 90891 w 90714"/>
                  <a:gd name="csY2" fmla="*/ 45443 h 90713"/>
                  <a:gd name="csX3" fmla="*/ 77606 w 90714"/>
                  <a:gd name="csY3" fmla="*/ 13371 h 90713"/>
                  <a:gd name="csX4" fmla="*/ 45534 w 90714"/>
                  <a:gd name="csY4" fmla="*/ 86 h 90713"/>
                  <a:gd name="csX5" fmla="*/ 13461 w 90714"/>
                  <a:gd name="csY5" fmla="*/ 13371 h 90713"/>
                  <a:gd name="csX6" fmla="*/ 176 w 90714"/>
                  <a:gd name="csY6" fmla="*/ 45443 h 90713"/>
                  <a:gd name="csX7" fmla="*/ 13461 w 90714"/>
                  <a:gd name="csY7" fmla="*/ 77515 h 90713"/>
                  <a:gd name="csX8" fmla="*/ 45534 w 90714"/>
                  <a:gd name="csY8" fmla="*/ 9079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4" y="90799"/>
                    </a:moveTo>
                    <a:cubicBezTo>
                      <a:pt x="57562" y="90799"/>
                      <a:pt x="69100" y="86020"/>
                      <a:pt x="77606" y="77515"/>
                    </a:cubicBezTo>
                    <a:cubicBezTo>
                      <a:pt x="86112" y="69009"/>
                      <a:pt x="90891" y="57471"/>
                      <a:pt x="90891" y="45443"/>
                    </a:cubicBezTo>
                    <a:cubicBezTo>
                      <a:pt x="90891" y="33414"/>
                      <a:pt x="86112" y="21876"/>
                      <a:pt x="77606" y="13371"/>
                    </a:cubicBezTo>
                    <a:cubicBezTo>
                      <a:pt x="69100" y="4865"/>
                      <a:pt x="57562" y="86"/>
                      <a:pt x="45534" y="86"/>
                    </a:cubicBezTo>
                    <a:cubicBezTo>
                      <a:pt x="33505" y="86"/>
                      <a:pt x="21967" y="4865"/>
                      <a:pt x="13461" y="13371"/>
                    </a:cubicBezTo>
                    <a:cubicBezTo>
                      <a:pt x="4955" y="21876"/>
                      <a:pt x="176" y="33414"/>
                      <a:pt x="176" y="45443"/>
                    </a:cubicBezTo>
                    <a:cubicBezTo>
                      <a:pt x="176" y="57471"/>
                      <a:pt x="4955" y="69009"/>
                      <a:pt x="13461" y="77515"/>
                    </a:cubicBezTo>
                    <a:cubicBezTo>
                      <a:pt x="21967" y="86020"/>
                      <a:pt x="33505" y="90799"/>
                      <a:pt x="45534" y="9079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1" name="任意多边形: 形状 1360"/>
              <p:cNvSpPr/>
              <p:nvPr/>
            </p:nvSpPr>
            <p:spPr>
              <a:xfrm>
                <a:off x="5492358" y="22615353"/>
                <a:ext cx="180000" cy="180000"/>
              </a:xfrm>
              <a:custGeom>
                <a:avLst/>
                <a:gdLst>
                  <a:gd name="csX0" fmla="*/ 45509 w 90714"/>
                  <a:gd name="csY0" fmla="*/ 90859 h 90713"/>
                  <a:gd name="csX1" fmla="*/ 77581 w 90714"/>
                  <a:gd name="csY1" fmla="*/ 77575 h 90713"/>
                  <a:gd name="csX2" fmla="*/ 90866 w 90714"/>
                  <a:gd name="csY2" fmla="*/ 45503 h 90713"/>
                  <a:gd name="csX3" fmla="*/ 77581 w 90714"/>
                  <a:gd name="csY3" fmla="*/ 13431 h 90713"/>
                  <a:gd name="csX4" fmla="*/ 45509 w 90714"/>
                  <a:gd name="csY4" fmla="*/ 146 h 90713"/>
                  <a:gd name="csX5" fmla="*/ 13436 w 90714"/>
                  <a:gd name="csY5" fmla="*/ 13431 h 90713"/>
                  <a:gd name="csX6" fmla="*/ 151 w 90714"/>
                  <a:gd name="csY6" fmla="*/ 45503 h 90713"/>
                  <a:gd name="csX7" fmla="*/ 13436 w 90714"/>
                  <a:gd name="csY7" fmla="*/ 77575 h 90713"/>
                  <a:gd name="csX8" fmla="*/ 45509 w 90714"/>
                  <a:gd name="csY8" fmla="*/ 9085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9" y="90859"/>
                    </a:moveTo>
                    <a:cubicBezTo>
                      <a:pt x="57538" y="90859"/>
                      <a:pt x="69075" y="86080"/>
                      <a:pt x="77581" y="77575"/>
                    </a:cubicBezTo>
                    <a:cubicBezTo>
                      <a:pt x="86087" y="69069"/>
                      <a:pt x="90866" y="57531"/>
                      <a:pt x="90866" y="45503"/>
                    </a:cubicBezTo>
                    <a:cubicBezTo>
                      <a:pt x="90866" y="33474"/>
                      <a:pt x="86087" y="21936"/>
                      <a:pt x="77581" y="13431"/>
                    </a:cubicBezTo>
                    <a:cubicBezTo>
                      <a:pt x="69075" y="4925"/>
                      <a:pt x="57538" y="146"/>
                      <a:pt x="45509" y="146"/>
                    </a:cubicBezTo>
                    <a:cubicBezTo>
                      <a:pt x="33480" y="146"/>
                      <a:pt x="21942" y="4925"/>
                      <a:pt x="13436" y="13431"/>
                    </a:cubicBezTo>
                    <a:cubicBezTo>
                      <a:pt x="4931" y="21936"/>
                      <a:pt x="151" y="33474"/>
                      <a:pt x="151" y="45503"/>
                    </a:cubicBezTo>
                    <a:cubicBezTo>
                      <a:pt x="151" y="57531"/>
                      <a:pt x="4931" y="69069"/>
                      <a:pt x="13436" y="77575"/>
                    </a:cubicBezTo>
                    <a:cubicBezTo>
                      <a:pt x="21942" y="86080"/>
                      <a:pt x="33480" y="90859"/>
                      <a:pt x="45509" y="9085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2" name="任意多边形: 形状 1361"/>
              <p:cNvSpPr/>
              <p:nvPr/>
            </p:nvSpPr>
            <p:spPr>
              <a:xfrm>
                <a:off x="6446072" y="24869438"/>
                <a:ext cx="180000" cy="180000"/>
              </a:xfrm>
              <a:custGeom>
                <a:avLst/>
                <a:gdLst>
                  <a:gd name="csX0" fmla="*/ 45538 w 90714"/>
                  <a:gd name="csY0" fmla="*/ 90930 h 90713"/>
                  <a:gd name="csX1" fmla="*/ 77611 w 90714"/>
                  <a:gd name="csY1" fmla="*/ 77645 h 90713"/>
                  <a:gd name="csX2" fmla="*/ 90896 w 90714"/>
                  <a:gd name="csY2" fmla="*/ 45573 h 90713"/>
                  <a:gd name="csX3" fmla="*/ 77611 w 90714"/>
                  <a:gd name="csY3" fmla="*/ 13501 h 90713"/>
                  <a:gd name="csX4" fmla="*/ 45538 w 90714"/>
                  <a:gd name="csY4" fmla="*/ 216 h 90713"/>
                  <a:gd name="csX5" fmla="*/ 13466 w 90714"/>
                  <a:gd name="csY5" fmla="*/ 13501 h 90713"/>
                  <a:gd name="csX6" fmla="*/ 181 w 90714"/>
                  <a:gd name="csY6" fmla="*/ 45573 h 90713"/>
                  <a:gd name="csX7" fmla="*/ 13466 w 90714"/>
                  <a:gd name="csY7" fmla="*/ 77645 h 90713"/>
                  <a:gd name="csX8" fmla="*/ 45538 w 90714"/>
                  <a:gd name="csY8" fmla="*/ 9093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930"/>
                    </a:moveTo>
                    <a:cubicBezTo>
                      <a:pt x="57567" y="90930"/>
                      <a:pt x="69105" y="86150"/>
                      <a:pt x="77611" y="77645"/>
                    </a:cubicBezTo>
                    <a:cubicBezTo>
                      <a:pt x="86117" y="69139"/>
                      <a:pt x="90896" y="57602"/>
                      <a:pt x="90896" y="45573"/>
                    </a:cubicBezTo>
                    <a:cubicBezTo>
                      <a:pt x="90896" y="33544"/>
                      <a:pt x="86117" y="22006"/>
                      <a:pt x="77611" y="13501"/>
                    </a:cubicBezTo>
                    <a:cubicBezTo>
                      <a:pt x="69105" y="4995"/>
                      <a:pt x="57567" y="216"/>
                      <a:pt x="45538" y="216"/>
                    </a:cubicBezTo>
                    <a:cubicBezTo>
                      <a:pt x="33510" y="216"/>
                      <a:pt x="21972" y="4995"/>
                      <a:pt x="13466" y="13501"/>
                    </a:cubicBezTo>
                    <a:cubicBezTo>
                      <a:pt x="4960" y="22006"/>
                      <a:pt x="181" y="33544"/>
                      <a:pt x="181" y="45573"/>
                    </a:cubicBezTo>
                    <a:cubicBezTo>
                      <a:pt x="181" y="57602"/>
                      <a:pt x="4960" y="69139"/>
                      <a:pt x="13466" y="77645"/>
                    </a:cubicBezTo>
                    <a:cubicBezTo>
                      <a:pt x="21972" y="86150"/>
                      <a:pt x="33510" y="90930"/>
                      <a:pt x="45538" y="9093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3" name="任意多边形: 形状 1362"/>
              <p:cNvSpPr/>
              <p:nvPr/>
            </p:nvSpPr>
            <p:spPr>
              <a:xfrm>
                <a:off x="7452922" y="23750129"/>
                <a:ext cx="180000" cy="180000"/>
              </a:xfrm>
              <a:custGeom>
                <a:avLst/>
                <a:gdLst>
                  <a:gd name="csX0" fmla="*/ 45570 w 90714"/>
                  <a:gd name="csY0" fmla="*/ 90895 h 90713"/>
                  <a:gd name="csX1" fmla="*/ 77642 w 90714"/>
                  <a:gd name="csY1" fmla="*/ 77610 h 90713"/>
                  <a:gd name="csX2" fmla="*/ 90927 w 90714"/>
                  <a:gd name="csY2" fmla="*/ 45538 h 90713"/>
                  <a:gd name="csX3" fmla="*/ 77642 w 90714"/>
                  <a:gd name="csY3" fmla="*/ 13466 h 90713"/>
                  <a:gd name="csX4" fmla="*/ 45570 w 90714"/>
                  <a:gd name="csY4" fmla="*/ 181 h 90713"/>
                  <a:gd name="csX5" fmla="*/ 13497 w 90714"/>
                  <a:gd name="csY5" fmla="*/ 13466 h 90713"/>
                  <a:gd name="csX6" fmla="*/ 213 w 90714"/>
                  <a:gd name="csY6" fmla="*/ 45538 h 90713"/>
                  <a:gd name="csX7" fmla="*/ 13497 w 90714"/>
                  <a:gd name="csY7" fmla="*/ 77610 h 90713"/>
                  <a:gd name="csX8" fmla="*/ 45570 w 90714"/>
                  <a:gd name="csY8" fmla="*/ 9089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0" y="90895"/>
                    </a:moveTo>
                    <a:cubicBezTo>
                      <a:pt x="57599" y="90895"/>
                      <a:pt x="69137" y="86116"/>
                      <a:pt x="77642" y="77610"/>
                    </a:cubicBezTo>
                    <a:cubicBezTo>
                      <a:pt x="86148" y="69104"/>
                      <a:pt x="90927" y="57567"/>
                      <a:pt x="90927" y="45538"/>
                    </a:cubicBezTo>
                    <a:cubicBezTo>
                      <a:pt x="90927" y="33509"/>
                      <a:pt x="86148" y="21971"/>
                      <a:pt x="77642" y="13466"/>
                    </a:cubicBezTo>
                    <a:cubicBezTo>
                      <a:pt x="69137" y="4960"/>
                      <a:pt x="57599" y="181"/>
                      <a:pt x="45570" y="181"/>
                    </a:cubicBezTo>
                    <a:cubicBezTo>
                      <a:pt x="33541" y="181"/>
                      <a:pt x="22003" y="4960"/>
                      <a:pt x="13497" y="13466"/>
                    </a:cubicBezTo>
                    <a:cubicBezTo>
                      <a:pt x="4992" y="21971"/>
                      <a:pt x="213" y="33509"/>
                      <a:pt x="213" y="45538"/>
                    </a:cubicBezTo>
                    <a:cubicBezTo>
                      <a:pt x="213" y="57567"/>
                      <a:pt x="4992" y="69104"/>
                      <a:pt x="13497" y="77610"/>
                    </a:cubicBezTo>
                    <a:cubicBezTo>
                      <a:pt x="22003" y="86116"/>
                      <a:pt x="33541" y="90895"/>
                      <a:pt x="45570" y="9089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4" name="任意多边形: 形状 1363"/>
              <p:cNvSpPr/>
              <p:nvPr/>
            </p:nvSpPr>
            <p:spPr>
              <a:xfrm>
                <a:off x="6474722" y="23631128"/>
                <a:ext cx="180000" cy="180000"/>
              </a:xfrm>
              <a:custGeom>
                <a:avLst/>
                <a:gdLst>
                  <a:gd name="csX0" fmla="*/ 45539 w 90714"/>
                  <a:gd name="csY0" fmla="*/ 90891 h 90713"/>
                  <a:gd name="csX1" fmla="*/ 77612 w 90714"/>
                  <a:gd name="csY1" fmla="*/ 77606 h 90713"/>
                  <a:gd name="csX2" fmla="*/ 90897 w 90714"/>
                  <a:gd name="csY2" fmla="*/ 45534 h 90713"/>
                  <a:gd name="csX3" fmla="*/ 77612 w 90714"/>
                  <a:gd name="csY3" fmla="*/ 13462 h 90713"/>
                  <a:gd name="csX4" fmla="*/ 45539 w 90714"/>
                  <a:gd name="csY4" fmla="*/ 177 h 90713"/>
                  <a:gd name="csX5" fmla="*/ 13467 w 90714"/>
                  <a:gd name="csY5" fmla="*/ 13462 h 90713"/>
                  <a:gd name="csX6" fmla="*/ 182 w 90714"/>
                  <a:gd name="csY6" fmla="*/ 45534 h 90713"/>
                  <a:gd name="csX7" fmla="*/ 13467 w 90714"/>
                  <a:gd name="csY7" fmla="*/ 77606 h 90713"/>
                  <a:gd name="csX8" fmla="*/ 45539 w 90714"/>
                  <a:gd name="csY8" fmla="*/ 9089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9" y="90891"/>
                    </a:moveTo>
                    <a:cubicBezTo>
                      <a:pt x="57568" y="90891"/>
                      <a:pt x="69106" y="86112"/>
                      <a:pt x="77612" y="77606"/>
                    </a:cubicBezTo>
                    <a:cubicBezTo>
                      <a:pt x="86118" y="69101"/>
                      <a:pt x="90897" y="57563"/>
                      <a:pt x="90897" y="45534"/>
                    </a:cubicBezTo>
                    <a:cubicBezTo>
                      <a:pt x="90897" y="33505"/>
                      <a:pt x="86118" y="21968"/>
                      <a:pt x="77612" y="13462"/>
                    </a:cubicBezTo>
                    <a:cubicBezTo>
                      <a:pt x="69106" y="4957"/>
                      <a:pt x="57568" y="177"/>
                      <a:pt x="45539" y="177"/>
                    </a:cubicBezTo>
                    <a:cubicBezTo>
                      <a:pt x="33510" y="177"/>
                      <a:pt x="21973" y="4957"/>
                      <a:pt x="13467" y="13462"/>
                    </a:cubicBezTo>
                    <a:cubicBezTo>
                      <a:pt x="4961" y="21968"/>
                      <a:pt x="182" y="33505"/>
                      <a:pt x="182" y="45534"/>
                    </a:cubicBezTo>
                    <a:cubicBezTo>
                      <a:pt x="182" y="57563"/>
                      <a:pt x="4961" y="69101"/>
                      <a:pt x="13467" y="77606"/>
                    </a:cubicBezTo>
                    <a:cubicBezTo>
                      <a:pt x="21973" y="86112"/>
                      <a:pt x="33510" y="90891"/>
                      <a:pt x="45539" y="9089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5" name="任意多边形: 形状 1364"/>
              <p:cNvSpPr/>
              <p:nvPr/>
            </p:nvSpPr>
            <p:spPr>
              <a:xfrm>
                <a:off x="6075968" y="22797937"/>
                <a:ext cx="180000" cy="180000"/>
              </a:xfrm>
              <a:custGeom>
                <a:avLst/>
                <a:gdLst>
                  <a:gd name="csX0" fmla="*/ 45527 w 90714"/>
                  <a:gd name="csY0" fmla="*/ 90865 h 90713"/>
                  <a:gd name="csX1" fmla="*/ 77599 w 90714"/>
                  <a:gd name="csY1" fmla="*/ 77580 h 90713"/>
                  <a:gd name="csX2" fmla="*/ 90884 w 90714"/>
                  <a:gd name="csY2" fmla="*/ 45508 h 90713"/>
                  <a:gd name="csX3" fmla="*/ 77599 w 90714"/>
                  <a:gd name="csY3" fmla="*/ 13436 h 90713"/>
                  <a:gd name="csX4" fmla="*/ 45527 w 90714"/>
                  <a:gd name="csY4" fmla="*/ 152 h 90713"/>
                  <a:gd name="csX5" fmla="*/ 13455 w 90714"/>
                  <a:gd name="csY5" fmla="*/ 13436 h 90713"/>
                  <a:gd name="csX6" fmla="*/ 170 w 90714"/>
                  <a:gd name="csY6" fmla="*/ 45508 h 90713"/>
                  <a:gd name="csX7" fmla="*/ 13455 w 90714"/>
                  <a:gd name="csY7" fmla="*/ 77580 h 90713"/>
                  <a:gd name="csX8" fmla="*/ 45527 w 90714"/>
                  <a:gd name="csY8" fmla="*/ 9086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865"/>
                    </a:moveTo>
                    <a:cubicBezTo>
                      <a:pt x="57556" y="90865"/>
                      <a:pt x="69094" y="86086"/>
                      <a:pt x="77599" y="77580"/>
                    </a:cubicBezTo>
                    <a:cubicBezTo>
                      <a:pt x="86105" y="69075"/>
                      <a:pt x="90884" y="57537"/>
                      <a:pt x="90884" y="45508"/>
                    </a:cubicBezTo>
                    <a:cubicBezTo>
                      <a:pt x="90884" y="33479"/>
                      <a:pt x="86105" y="21942"/>
                      <a:pt x="77599" y="13436"/>
                    </a:cubicBezTo>
                    <a:cubicBezTo>
                      <a:pt x="69094" y="4931"/>
                      <a:pt x="57556" y="152"/>
                      <a:pt x="45527" y="152"/>
                    </a:cubicBezTo>
                    <a:cubicBezTo>
                      <a:pt x="33498" y="152"/>
                      <a:pt x="21960" y="4931"/>
                      <a:pt x="13455" y="13436"/>
                    </a:cubicBezTo>
                    <a:cubicBezTo>
                      <a:pt x="4949" y="21942"/>
                      <a:pt x="170" y="33479"/>
                      <a:pt x="170" y="45508"/>
                    </a:cubicBezTo>
                    <a:cubicBezTo>
                      <a:pt x="170" y="57537"/>
                      <a:pt x="4949" y="69075"/>
                      <a:pt x="13455" y="77580"/>
                    </a:cubicBezTo>
                    <a:cubicBezTo>
                      <a:pt x="21960" y="86086"/>
                      <a:pt x="33498" y="90865"/>
                      <a:pt x="45527" y="9086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6" name="任意多边形: 形状 1365"/>
              <p:cNvSpPr/>
              <p:nvPr/>
            </p:nvSpPr>
            <p:spPr>
              <a:xfrm>
                <a:off x="5637930" y="22720299"/>
                <a:ext cx="180000" cy="180000"/>
              </a:xfrm>
              <a:custGeom>
                <a:avLst/>
                <a:gdLst>
                  <a:gd name="csX0" fmla="*/ 45513 w 90714"/>
                  <a:gd name="csY0" fmla="*/ 90863 h 90713"/>
                  <a:gd name="csX1" fmla="*/ 77586 w 90714"/>
                  <a:gd name="csY1" fmla="*/ 77578 h 90713"/>
                  <a:gd name="csX2" fmla="*/ 90871 w 90714"/>
                  <a:gd name="csY2" fmla="*/ 45506 h 90713"/>
                  <a:gd name="csX3" fmla="*/ 77586 w 90714"/>
                  <a:gd name="csY3" fmla="*/ 13434 h 90713"/>
                  <a:gd name="csX4" fmla="*/ 45513 w 90714"/>
                  <a:gd name="csY4" fmla="*/ 149 h 90713"/>
                  <a:gd name="csX5" fmla="*/ 13441 w 90714"/>
                  <a:gd name="csY5" fmla="*/ 13434 h 90713"/>
                  <a:gd name="csX6" fmla="*/ 156 w 90714"/>
                  <a:gd name="csY6" fmla="*/ 45506 h 90713"/>
                  <a:gd name="csX7" fmla="*/ 13441 w 90714"/>
                  <a:gd name="csY7" fmla="*/ 77578 h 90713"/>
                  <a:gd name="csX8" fmla="*/ 45513 w 90714"/>
                  <a:gd name="csY8" fmla="*/ 9086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3" y="90863"/>
                    </a:moveTo>
                    <a:cubicBezTo>
                      <a:pt x="57542" y="90863"/>
                      <a:pt x="69080" y="86083"/>
                      <a:pt x="77586" y="77578"/>
                    </a:cubicBezTo>
                    <a:cubicBezTo>
                      <a:pt x="86091" y="69072"/>
                      <a:pt x="90871" y="57535"/>
                      <a:pt x="90871" y="45506"/>
                    </a:cubicBezTo>
                    <a:cubicBezTo>
                      <a:pt x="90871" y="33477"/>
                      <a:pt x="86091" y="21939"/>
                      <a:pt x="77586" y="13434"/>
                    </a:cubicBezTo>
                    <a:cubicBezTo>
                      <a:pt x="69080" y="4928"/>
                      <a:pt x="57542" y="149"/>
                      <a:pt x="45513" y="149"/>
                    </a:cubicBezTo>
                    <a:cubicBezTo>
                      <a:pt x="33484" y="149"/>
                      <a:pt x="21947" y="4928"/>
                      <a:pt x="13441" y="13434"/>
                    </a:cubicBezTo>
                    <a:cubicBezTo>
                      <a:pt x="4935" y="21939"/>
                      <a:pt x="156" y="33477"/>
                      <a:pt x="156" y="45506"/>
                    </a:cubicBezTo>
                    <a:cubicBezTo>
                      <a:pt x="156" y="57535"/>
                      <a:pt x="4935" y="69072"/>
                      <a:pt x="13441" y="77578"/>
                    </a:cubicBezTo>
                    <a:cubicBezTo>
                      <a:pt x="21947" y="86083"/>
                      <a:pt x="33484" y="90863"/>
                      <a:pt x="45513" y="9086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7" name="任意多边形: 形状 1366"/>
              <p:cNvSpPr/>
              <p:nvPr/>
            </p:nvSpPr>
            <p:spPr>
              <a:xfrm>
                <a:off x="5093653" y="22855406"/>
                <a:ext cx="180000" cy="180000"/>
              </a:xfrm>
              <a:custGeom>
                <a:avLst/>
                <a:gdLst>
                  <a:gd name="csX0" fmla="*/ 45496 w 90714"/>
                  <a:gd name="csY0" fmla="*/ 90867 h 90713"/>
                  <a:gd name="csX1" fmla="*/ 77569 w 90714"/>
                  <a:gd name="csY1" fmla="*/ 77582 h 90713"/>
                  <a:gd name="csX2" fmla="*/ 90854 w 90714"/>
                  <a:gd name="csY2" fmla="*/ 45510 h 90713"/>
                  <a:gd name="csX3" fmla="*/ 77569 w 90714"/>
                  <a:gd name="csY3" fmla="*/ 13438 h 90713"/>
                  <a:gd name="csX4" fmla="*/ 45496 w 90714"/>
                  <a:gd name="csY4" fmla="*/ 153 h 90713"/>
                  <a:gd name="csX5" fmla="*/ 13424 w 90714"/>
                  <a:gd name="csY5" fmla="*/ 13438 h 90713"/>
                  <a:gd name="csX6" fmla="*/ 139 w 90714"/>
                  <a:gd name="csY6" fmla="*/ 45510 h 90713"/>
                  <a:gd name="csX7" fmla="*/ 13424 w 90714"/>
                  <a:gd name="csY7" fmla="*/ 77582 h 90713"/>
                  <a:gd name="csX8" fmla="*/ 45496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6" y="90867"/>
                    </a:moveTo>
                    <a:cubicBezTo>
                      <a:pt x="57525" y="90867"/>
                      <a:pt x="69063" y="86088"/>
                      <a:pt x="77569" y="77582"/>
                    </a:cubicBezTo>
                    <a:cubicBezTo>
                      <a:pt x="86074" y="69076"/>
                      <a:pt x="90854" y="57539"/>
                      <a:pt x="90854" y="45510"/>
                    </a:cubicBezTo>
                    <a:cubicBezTo>
                      <a:pt x="90854" y="33481"/>
                      <a:pt x="86074" y="21944"/>
                      <a:pt x="77569" y="13438"/>
                    </a:cubicBezTo>
                    <a:cubicBezTo>
                      <a:pt x="69063" y="4932"/>
                      <a:pt x="57525" y="153"/>
                      <a:pt x="45496" y="153"/>
                    </a:cubicBezTo>
                    <a:cubicBezTo>
                      <a:pt x="33467" y="153"/>
                      <a:pt x="21930" y="4932"/>
                      <a:pt x="13424" y="13438"/>
                    </a:cubicBezTo>
                    <a:cubicBezTo>
                      <a:pt x="4918" y="21944"/>
                      <a:pt x="139" y="33481"/>
                      <a:pt x="139" y="45510"/>
                    </a:cubicBezTo>
                    <a:cubicBezTo>
                      <a:pt x="139" y="57539"/>
                      <a:pt x="4918" y="69076"/>
                      <a:pt x="13424" y="77582"/>
                    </a:cubicBezTo>
                    <a:cubicBezTo>
                      <a:pt x="21930" y="86088"/>
                      <a:pt x="33467" y="90867"/>
                      <a:pt x="45496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8" name="任意多边形: 形状 1367"/>
              <p:cNvSpPr/>
              <p:nvPr/>
            </p:nvSpPr>
            <p:spPr>
              <a:xfrm>
                <a:off x="8279106" y="25315614"/>
                <a:ext cx="180000" cy="180000"/>
              </a:xfrm>
              <a:custGeom>
                <a:avLst/>
                <a:gdLst>
                  <a:gd name="csX0" fmla="*/ 45596 w 90714"/>
                  <a:gd name="csY0" fmla="*/ 90943 h 90713"/>
                  <a:gd name="csX1" fmla="*/ 77668 w 90714"/>
                  <a:gd name="csY1" fmla="*/ 77659 h 90713"/>
                  <a:gd name="csX2" fmla="*/ 90953 w 90714"/>
                  <a:gd name="csY2" fmla="*/ 45587 h 90713"/>
                  <a:gd name="csX3" fmla="*/ 77668 w 90714"/>
                  <a:gd name="csY3" fmla="*/ 13515 h 90713"/>
                  <a:gd name="csX4" fmla="*/ 45596 w 90714"/>
                  <a:gd name="csY4" fmla="*/ 230 h 90713"/>
                  <a:gd name="csX5" fmla="*/ 13523 w 90714"/>
                  <a:gd name="csY5" fmla="*/ 13515 h 90713"/>
                  <a:gd name="csX6" fmla="*/ 238 w 90714"/>
                  <a:gd name="csY6" fmla="*/ 45587 h 90713"/>
                  <a:gd name="csX7" fmla="*/ 13523 w 90714"/>
                  <a:gd name="csY7" fmla="*/ 77659 h 90713"/>
                  <a:gd name="csX8" fmla="*/ 45596 w 90714"/>
                  <a:gd name="csY8" fmla="*/ 909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6" y="90943"/>
                    </a:moveTo>
                    <a:cubicBezTo>
                      <a:pt x="57625" y="90943"/>
                      <a:pt x="69162" y="86164"/>
                      <a:pt x="77668" y="77659"/>
                    </a:cubicBezTo>
                    <a:cubicBezTo>
                      <a:pt x="86174" y="69153"/>
                      <a:pt x="90953" y="57615"/>
                      <a:pt x="90953" y="45587"/>
                    </a:cubicBezTo>
                    <a:cubicBezTo>
                      <a:pt x="90953" y="33558"/>
                      <a:pt x="86174" y="22020"/>
                      <a:pt x="77668" y="13515"/>
                    </a:cubicBezTo>
                    <a:cubicBezTo>
                      <a:pt x="69162" y="5009"/>
                      <a:pt x="57625" y="230"/>
                      <a:pt x="45596" y="230"/>
                    </a:cubicBezTo>
                    <a:cubicBezTo>
                      <a:pt x="33567" y="230"/>
                      <a:pt x="22029" y="5009"/>
                      <a:pt x="13523" y="13515"/>
                    </a:cubicBezTo>
                    <a:cubicBezTo>
                      <a:pt x="5017" y="22020"/>
                      <a:pt x="238" y="33558"/>
                      <a:pt x="238" y="45587"/>
                    </a:cubicBezTo>
                    <a:cubicBezTo>
                      <a:pt x="238" y="57615"/>
                      <a:pt x="5017" y="69153"/>
                      <a:pt x="13523" y="77659"/>
                    </a:cubicBezTo>
                    <a:cubicBezTo>
                      <a:pt x="22029" y="86164"/>
                      <a:pt x="33567" y="90943"/>
                      <a:pt x="45596" y="909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69" name="任意多边形: 形状 1368"/>
              <p:cNvSpPr/>
              <p:nvPr/>
            </p:nvSpPr>
            <p:spPr>
              <a:xfrm>
                <a:off x="8918294" y="23650553"/>
                <a:ext cx="180000" cy="180000"/>
              </a:xfrm>
              <a:custGeom>
                <a:avLst/>
                <a:gdLst>
                  <a:gd name="csX0" fmla="*/ 45616 w 90714"/>
                  <a:gd name="csY0" fmla="*/ 90892 h 90713"/>
                  <a:gd name="csX1" fmla="*/ 77688 w 90714"/>
                  <a:gd name="csY1" fmla="*/ 77607 h 90713"/>
                  <a:gd name="csX2" fmla="*/ 90973 w 90714"/>
                  <a:gd name="csY2" fmla="*/ 45535 h 90713"/>
                  <a:gd name="csX3" fmla="*/ 77688 w 90714"/>
                  <a:gd name="csY3" fmla="*/ 13463 h 90713"/>
                  <a:gd name="csX4" fmla="*/ 45616 w 90714"/>
                  <a:gd name="csY4" fmla="*/ 178 h 90713"/>
                  <a:gd name="csX5" fmla="*/ 13543 w 90714"/>
                  <a:gd name="csY5" fmla="*/ 13463 h 90713"/>
                  <a:gd name="csX6" fmla="*/ 258 w 90714"/>
                  <a:gd name="csY6" fmla="*/ 45535 h 90713"/>
                  <a:gd name="csX7" fmla="*/ 13543 w 90714"/>
                  <a:gd name="csY7" fmla="*/ 77607 h 90713"/>
                  <a:gd name="csX8" fmla="*/ 45616 w 90714"/>
                  <a:gd name="csY8" fmla="*/ 9089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6" y="90892"/>
                    </a:moveTo>
                    <a:cubicBezTo>
                      <a:pt x="57644" y="90892"/>
                      <a:pt x="69182" y="86112"/>
                      <a:pt x="77688" y="77607"/>
                    </a:cubicBezTo>
                    <a:cubicBezTo>
                      <a:pt x="86194" y="69101"/>
                      <a:pt x="90973" y="57564"/>
                      <a:pt x="90973" y="45535"/>
                    </a:cubicBezTo>
                    <a:cubicBezTo>
                      <a:pt x="90973" y="33506"/>
                      <a:pt x="86194" y="21968"/>
                      <a:pt x="77688" y="13463"/>
                    </a:cubicBezTo>
                    <a:cubicBezTo>
                      <a:pt x="69182" y="4957"/>
                      <a:pt x="57644" y="178"/>
                      <a:pt x="45616" y="178"/>
                    </a:cubicBezTo>
                    <a:cubicBezTo>
                      <a:pt x="33587" y="178"/>
                      <a:pt x="22049" y="4957"/>
                      <a:pt x="13543" y="13463"/>
                    </a:cubicBezTo>
                    <a:cubicBezTo>
                      <a:pt x="5037" y="21968"/>
                      <a:pt x="258" y="33506"/>
                      <a:pt x="258" y="45535"/>
                    </a:cubicBezTo>
                    <a:cubicBezTo>
                      <a:pt x="258" y="57564"/>
                      <a:pt x="5037" y="69101"/>
                      <a:pt x="13543" y="77607"/>
                    </a:cubicBezTo>
                    <a:cubicBezTo>
                      <a:pt x="22049" y="86112"/>
                      <a:pt x="33587" y="90892"/>
                      <a:pt x="45616" y="9089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70" name="任意多边形: 形状 1369"/>
              <p:cNvSpPr/>
              <p:nvPr/>
            </p:nvSpPr>
            <p:spPr>
              <a:xfrm>
                <a:off x="8321605" y="21775663"/>
                <a:ext cx="180000" cy="180000"/>
              </a:xfrm>
              <a:custGeom>
                <a:avLst/>
                <a:gdLst>
                  <a:gd name="csX0" fmla="*/ 45597 w 90714"/>
                  <a:gd name="csY0" fmla="*/ 90833 h 90713"/>
                  <a:gd name="csX1" fmla="*/ 77669 w 90714"/>
                  <a:gd name="csY1" fmla="*/ 77548 h 90713"/>
                  <a:gd name="csX2" fmla="*/ 90954 w 90714"/>
                  <a:gd name="csY2" fmla="*/ 45476 h 90713"/>
                  <a:gd name="csX3" fmla="*/ 77669 w 90714"/>
                  <a:gd name="csY3" fmla="*/ 13404 h 90713"/>
                  <a:gd name="csX4" fmla="*/ 45597 w 90714"/>
                  <a:gd name="csY4" fmla="*/ 120 h 90713"/>
                  <a:gd name="csX5" fmla="*/ 13525 w 90714"/>
                  <a:gd name="csY5" fmla="*/ 13404 h 90713"/>
                  <a:gd name="csX6" fmla="*/ 240 w 90714"/>
                  <a:gd name="csY6" fmla="*/ 45476 h 90713"/>
                  <a:gd name="csX7" fmla="*/ 13525 w 90714"/>
                  <a:gd name="csY7" fmla="*/ 77548 h 90713"/>
                  <a:gd name="csX8" fmla="*/ 45597 w 90714"/>
                  <a:gd name="csY8" fmla="*/ 9083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7" y="90833"/>
                    </a:moveTo>
                    <a:cubicBezTo>
                      <a:pt x="57626" y="90833"/>
                      <a:pt x="69164" y="86054"/>
                      <a:pt x="77669" y="77548"/>
                    </a:cubicBezTo>
                    <a:cubicBezTo>
                      <a:pt x="86175" y="69043"/>
                      <a:pt x="90954" y="57505"/>
                      <a:pt x="90954" y="45476"/>
                    </a:cubicBezTo>
                    <a:cubicBezTo>
                      <a:pt x="90954" y="33448"/>
                      <a:pt x="86175" y="21910"/>
                      <a:pt x="77669" y="13404"/>
                    </a:cubicBezTo>
                    <a:cubicBezTo>
                      <a:pt x="69164" y="4899"/>
                      <a:pt x="57626" y="120"/>
                      <a:pt x="45597" y="120"/>
                    </a:cubicBezTo>
                    <a:cubicBezTo>
                      <a:pt x="33568" y="120"/>
                      <a:pt x="22030" y="4899"/>
                      <a:pt x="13525" y="13404"/>
                    </a:cubicBezTo>
                    <a:cubicBezTo>
                      <a:pt x="5019" y="21910"/>
                      <a:pt x="240" y="33448"/>
                      <a:pt x="240" y="45476"/>
                    </a:cubicBezTo>
                    <a:cubicBezTo>
                      <a:pt x="240" y="57505"/>
                      <a:pt x="5019" y="69043"/>
                      <a:pt x="13525" y="77548"/>
                    </a:cubicBezTo>
                    <a:cubicBezTo>
                      <a:pt x="22030" y="86054"/>
                      <a:pt x="33568" y="90833"/>
                      <a:pt x="45597" y="9083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71" name="任意多边形: 形状 1370"/>
              <p:cNvSpPr/>
              <p:nvPr/>
            </p:nvSpPr>
            <p:spPr>
              <a:xfrm>
                <a:off x="6694902" y="23015987"/>
                <a:ext cx="180000" cy="180000"/>
              </a:xfrm>
              <a:custGeom>
                <a:avLst/>
                <a:gdLst>
                  <a:gd name="csX0" fmla="*/ 45546 w 90714"/>
                  <a:gd name="csY0" fmla="*/ 90872 h 90713"/>
                  <a:gd name="csX1" fmla="*/ 77619 w 90714"/>
                  <a:gd name="csY1" fmla="*/ 77587 h 90713"/>
                  <a:gd name="csX2" fmla="*/ 90904 w 90714"/>
                  <a:gd name="csY2" fmla="*/ 45515 h 90713"/>
                  <a:gd name="csX3" fmla="*/ 77619 w 90714"/>
                  <a:gd name="csY3" fmla="*/ 13443 h 90713"/>
                  <a:gd name="csX4" fmla="*/ 45546 w 90714"/>
                  <a:gd name="csY4" fmla="*/ 158 h 90713"/>
                  <a:gd name="csX5" fmla="*/ 13474 w 90714"/>
                  <a:gd name="csY5" fmla="*/ 13443 h 90713"/>
                  <a:gd name="csX6" fmla="*/ 189 w 90714"/>
                  <a:gd name="csY6" fmla="*/ 45515 h 90713"/>
                  <a:gd name="csX7" fmla="*/ 13474 w 90714"/>
                  <a:gd name="csY7" fmla="*/ 77587 h 90713"/>
                  <a:gd name="csX8" fmla="*/ 45546 w 90714"/>
                  <a:gd name="csY8" fmla="*/ 9087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6" y="90872"/>
                    </a:moveTo>
                    <a:cubicBezTo>
                      <a:pt x="57575" y="90872"/>
                      <a:pt x="69113" y="86093"/>
                      <a:pt x="77619" y="77587"/>
                    </a:cubicBezTo>
                    <a:cubicBezTo>
                      <a:pt x="86124" y="69081"/>
                      <a:pt x="90904" y="57544"/>
                      <a:pt x="90904" y="45515"/>
                    </a:cubicBezTo>
                    <a:cubicBezTo>
                      <a:pt x="90904" y="33486"/>
                      <a:pt x="86124" y="21949"/>
                      <a:pt x="77619" y="13443"/>
                    </a:cubicBezTo>
                    <a:cubicBezTo>
                      <a:pt x="69113" y="4937"/>
                      <a:pt x="57575" y="158"/>
                      <a:pt x="45546" y="158"/>
                    </a:cubicBezTo>
                    <a:cubicBezTo>
                      <a:pt x="33517" y="158"/>
                      <a:pt x="21980" y="4937"/>
                      <a:pt x="13474" y="13443"/>
                    </a:cubicBezTo>
                    <a:cubicBezTo>
                      <a:pt x="4968" y="21949"/>
                      <a:pt x="189" y="33486"/>
                      <a:pt x="189" y="45515"/>
                    </a:cubicBezTo>
                    <a:cubicBezTo>
                      <a:pt x="189" y="57544"/>
                      <a:pt x="4968" y="69081"/>
                      <a:pt x="13474" y="77587"/>
                    </a:cubicBezTo>
                    <a:cubicBezTo>
                      <a:pt x="21980" y="86093"/>
                      <a:pt x="33517" y="90872"/>
                      <a:pt x="45546" y="9087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72" name="任意多边形: 形状 1371"/>
              <p:cNvSpPr/>
              <p:nvPr/>
            </p:nvSpPr>
            <p:spPr>
              <a:xfrm>
                <a:off x="5640697" y="22766267"/>
                <a:ext cx="180000" cy="180000"/>
              </a:xfrm>
              <a:custGeom>
                <a:avLst/>
                <a:gdLst>
                  <a:gd name="csX0" fmla="*/ 45513 w 90714"/>
                  <a:gd name="csY0" fmla="*/ 90864 h 90713"/>
                  <a:gd name="csX1" fmla="*/ 77586 w 90714"/>
                  <a:gd name="csY1" fmla="*/ 77579 h 90713"/>
                  <a:gd name="csX2" fmla="*/ 90871 w 90714"/>
                  <a:gd name="csY2" fmla="*/ 45507 h 90713"/>
                  <a:gd name="csX3" fmla="*/ 77586 w 90714"/>
                  <a:gd name="csY3" fmla="*/ 13435 h 90713"/>
                  <a:gd name="csX4" fmla="*/ 45513 w 90714"/>
                  <a:gd name="csY4" fmla="*/ 151 h 90713"/>
                  <a:gd name="csX5" fmla="*/ 13441 w 90714"/>
                  <a:gd name="csY5" fmla="*/ 13435 h 90713"/>
                  <a:gd name="csX6" fmla="*/ 156 w 90714"/>
                  <a:gd name="csY6" fmla="*/ 45507 h 90713"/>
                  <a:gd name="csX7" fmla="*/ 13441 w 90714"/>
                  <a:gd name="csY7" fmla="*/ 77579 h 90713"/>
                  <a:gd name="csX8" fmla="*/ 45513 w 90714"/>
                  <a:gd name="csY8" fmla="*/ 9086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3" y="90864"/>
                    </a:moveTo>
                    <a:cubicBezTo>
                      <a:pt x="57542" y="90864"/>
                      <a:pt x="69080" y="86085"/>
                      <a:pt x="77586" y="77579"/>
                    </a:cubicBezTo>
                    <a:cubicBezTo>
                      <a:pt x="86092" y="69074"/>
                      <a:pt x="90871" y="57536"/>
                      <a:pt x="90871" y="45507"/>
                    </a:cubicBezTo>
                    <a:cubicBezTo>
                      <a:pt x="90871" y="33479"/>
                      <a:pt x="86092" y="21941"/>
                      <a:pt x="77586" y="13435"/>
                    </a:cubicBezTo>
                    <a:cubicBezTo>
                      <a:pt x="69080" y="4930"/>
                      <a:pt x="57542" y="151"/>
                      <a:pt x="45513" y="151"/>
                    </a:cubicBezTo>
                    <a:cubicBezTo>
                      <a:pt x="33484" y="151"/>
                      <a:pt x="21947" y="4930"/>
                      <a:pt x="13441" y="13435"/>
                    </a:cubicBezTo>
                    <a:cubicBezTo>
                      <a:pt x="4935" y="21941"/>
                      <a:pt x="156" y="33479"/>
                      <a:pt x="156" y="45507"/>
                    </a:cubicBezTo>
                    <a:cubicBezTo>
                      <a:pt x="156" y="57536"/>
                      <a:pt x="4935" y="69074"/>
                      <a:pt x="13441" y="77579"/>
                    </a:cubicBezTo>
                    <a:cubicBezTo>
                      <a:pt x="21947" y="86085"/>
                      <a:pt x="33484" y="90864"/>
                      <a:pt x="45513" y="9086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73" name="任意多边形: 形状 1372"/>
              <p:cNvSpPr/>
              <p:nvPr/>
            </p:nvSpPr>
            <p:spPr>
              <a:xfrm>
                <a:off x="8962615" y="23596793"/>
                <a:ext cx="180000" cy="180000"/>
              </a:xfrm>
              <a:custGeom>
                <a:avLst/>
                <a:gdLst>
                  <a:gd name="csX0" fmla="*/ 45617 w 90714"/>
                  <a:gd name="csY0" fmla="*/ 90890 h 90713"/>
                  <a:gd name="csX1" fmla="*/ 77689 w 90714"/>
                  <a:gd name="csY1" fmla="*/ 77605 h 90713"/>
                  <a:gd name="csX2" fmla="*/ 90974 w 90714"/>
                  <a:gd name="csY2" fmla="*/ 45533 h 90713"/>
                  <a:gd name="csX3" fmla="*/ 77689 w 90714"/>
                  <a:gd name="csY3" fmla="*/ 13461 h 90713"/>
                  <a:gd name="csX4" fmla="*/ 45617 w 90714"/>
                  <a:gd name="csY4" fmla="*/ 176 h 90713"/>
                  <a:gd name="csX5" fmla="*/ 13545 w 90714"/>
                  <a:gd name="csY5" fmla="*/ 13461 h 90713"/>
                  <a:gd name="csX6" fmla="*/ 260 w 90714"/>
                  <a:gd name="csY6" fmla="*/ 45533 h 90713"/>
                  <a:gd name="csX7" fmla="*/ 13545 w 90714"/>
                  <a:gd name="csY7" fmla="*/ 77605 h 90713"/>
                  <a:gd name="csX8" fmla="*/ 45617 w 90714"/>
                  <a:gd name="csY8" fmla="*/ 9089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7" y="90890"/>
                    </a:moveTo>
                    <a:cubicBezTo>
                      <a:pt x="57646" y="90890"/>
                      <a:pt x="69184" y="86111"/>
                      <a:pt x="77689" y="77605"/>
                    </a:cubicBezTo>
                    <a:cubicBezTo>
                      <a:pt x="86195" y="69100"/>
                      <a:pt x="90974" y="57562"/>
                      <a:pt x="90974" y="45533"/>
                    </a:cubicBezTo>
                    <a:cubicBezTo>
                      <a:pt x="90974" y="33504"/>
                      <a:pt x="86195" y="21967"/>
                      <a:pt x="77689" y="13461"/>
                    </a:cubicBezTo>
                    <a:cubicBezTo>
                      <a:pt x="69184" y="4956"/>
                      <a:pt x="57646" y="176"/>
                      <a:pt x="45617" y="176"/>
                    </a:cubicBezTo>
                    <a:cubicBezTo>
                      <a:pt x="33588" y="176"/>
                      <a:pt x="22050" y="4956"/>
                      <a:pt x="13545" y="13461"/>
                    </a:cubicBezTo>
                    <a:cubicBezTo>
                      <a:pt x="5039" y="21967"/>
                      <a:pt x="260" y="33504"/>
                      <a:pt x="260" y="45533"/>
                    </a:cubicBezTo>
                    <a:cubicBezTo>
                      <a:pt x="260" y="57562"/>
                      <a:pt x="5039" y="69100"/>
                      <a:pt x="13545" y="77605"/>
                    </a:cubicBezTo>
                    <a:cubicBezTo>
                      <a:pt x="22050" y="86111"/>
                      <a:pt x="33588" y="90890"/>
                      <a:pt x="45617" y="9089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76" name="任意多边形: 形状 1375"/>
              <p:cNvSpPr/>
              <p:nvPr/>
            </p:nvSpPr>
            <p:spPr>
              <a:xfrm>
                <a:off x="5346891" y="20814514"/>
                <a:ext cx="180000" cy="180000"/>
              </a:xfrm>
              <a:custGeom>
                <a:avLst/>
                <a:gdLst>
                  <a:gd name="csX0" fmla="*/ 45504 w 90714"/>
                  <a:gd name="csY0" fmla="*/ 90803 h 90713"/>
                  <a:gd name="csX1" fmla="*/ 77577 w 90714"/>
                  <a:gd name="csY1" fmla="*/ 77518 h 90713"/>
                  <a:gd name="csX2" fmla="*/ 90862 w 90714"/>
                  <a:gd name="csY2" fmla="*/ 45446 h 90713"/>
                  <a:gd name="csX3" fmla="*/ 77577 w 90714"/>
                  <a:gd name="csY3" fmla="*/ 13374 h 90713"/>
                  <a:gd name="csX4" fmla="*/ 45504 w 90714"/>
                  <a:gd name="csY4" fmla="*/ 90 h 90713"/>
                  <a:gd name="csX5" fmla="*/ 13432 w 90714"/>
                  <a:gd name="csY5" fmla="*/ 13374 h 90713"/>
                  <a:gd name="csX6" fmla="*/ 147 w 90714"/>
                  <a:gd name="csY6" fmla="*/ 45446 h 90713"/>
                  <a:gd name="csX7" fmla="*/ 13432 w 90714"/>
                  <a:gd name="csY7" fmla="*/ 77518 h 90713"/>
                  <a:gd name="csX8" fmla="*/ 45504 w 90714"/>
                  <a:gd name="csY8" fmla="*/ 9080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4" y="90803"/>
                    </a:moveTo>
                    <a:cubicBezTo>
                      <a:pt x="57533" y="90803"/>
                      <a:pt x="69071" y="86024"/>
                      <a:pt x="77577" y="77518"/>
                    </a:cubicBezTo>
                    <a:cubicBezTo>
                      <a:pt x="86082" y="69013"/>
                      <a:pt x="90862" y="57475"/>
                      <a:pt x="90862" y="45446"/>
                    </a:cubicBezTo>
                    <a:cubicBezTo>
                      <a:pt x="90862" y="33418"/>
                      <a:pt x="86082" y="21880"/>
                      <a:pt x="77577" y="13374"/>
                    </a:cubicBezTo>
                    <a:cubicBezTo>
                      <a:pt x="69071" y="4869"/>
                      <a:pt x="57533" y="90"/>
                      <a:pt x="45504" y="90"/>
                    </a:cubicBezTo>
                    <a:cubicBezTo>
                      <a:pt x="33475" y="90"/>
                      <a:pt x="21937" y="4869"/>
                      <a:pt x="13432" y="13374"/>
                    </a:cubicBezTo>
                    <a:cubicBezTo>
                      <a:pt x="4926" y="21880"/>
                      <a:pt x="147" y="33418"/>
                      <a:pt x="147" y="45446"/>
                    </a:cubicBezTo>
                    <a:cubicBezTo>
                      <a:pt x="147" y="57475"/>
                      <a:pt x="4926" y="69013"/>
                      <a:pt x="13432" y="77518"/>
                    </a:cubicBezTo>
                    <a:cubicBezTo>
                      <a:pt x="21937" y="86024"/>
                      <a:pt x="33475" y="90803"/>
                      <a:pt x="45504" y="9080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85" name="任意多边形: 形状 1384"/>
              <p:cNvSpPr/>
              <p:nvPr/>
            </p:nvSpPr>
            <p:spPr>
              <a:xfrm>
                <a:off x="9072116" y="24197512"/>
                <a:ext cx="180000" cy="180000"/>
              </a:xfrm>
              <a:custGeom>
                <a:avLst/>
                <a:gdLst>
                  <a:gd name="csX0" fmla="*/ 45620 w 90714"/>
                  <a:gd name="csY0" fmla="*/ 90909 h 90713"/>
                  <a:gd name="csX1" fmla="*/ 77693 w 90714"/>
                  <a:gd name="csY1" fmla="*/ 77624 h 90713"/>
                  <a:gd name="csX2" fmla="*/ 90978 w 90714"/>
                  <a:gd name="csY2" fmla="*/ 45552 h 90713"/>
                  <a:gd name="csX3" fmla="*/ 77693 w 90714"/>
                  <a:gd name="csY3" fmla="*/ 13480 h 90713"/>
                  <a:gd name="csX4" fmla="*/ 45620 w 90714"/>
                  <a:gd name="csY4" fmla="*/ 195 h 90713"/>
                  <a:gd name="csX5" fmla="*/ 13548 w 90714"/>
                  <a:gd name="csY5" fmla="*/ 13480 h 90713"/>
                  <a:gd name="csX6" fmla="*/ 263 w 90714"/>
                  <a:gd name="csY6" fmla="*/ 45552 h 90713"/>
                  <a:gd name="csX7" fmla="*/ 13548 w 90714"/>
                  <a:gd name="csY7" fmla="*/ 77624 h 90713"/>
                  <a:gd name="csX8" fmla="*/ 45620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0" y="90909"/>
                    </a:moveTo>
                    <a:cubicBezTo>
                      <a:pt x="57649" y="90909"/>
                      <a:pt x="69187" y="86130"/>
                      <a:pt x="77693" y="77624"/>
                    </a:cubicBezTo>
                    <a:cubicBezTo>
                      <a:pt x="86199" y="69118"/>
                      <a:pt x="90978" y="57581"/>
                      <a:pt x="90978" y="45552"/>
                    </a:cubicBezTo>
                    <a:cubicBezTo>
                      <a:pt x="90978" y="33523"/>
                      <a:pt x="86199" y="21985"/>
                      <a:pt x="77693" y="13480"/>
                    </a:cubicBezTo>
                    <a:cubicBezTo>
                      <a:pt x="69187" y="4974"/>
                      <a:pt x="57649" y="195"/>
                      <a:pt x="45620" y="195"/>
                    </a:cubicBezTo>
                    <a:cubicBezTo>
                      <a:pt x="33591" y="195"/>
                      <a:pt x="22054" y="4974"/>
                      <a:pt x="13548" y="13480"/>
                    </a:cubicBezTo>
                    <a:cubicBezTo>
                      <a:pt x="5042" y="21985"/>
                      <a:pt x="263" y="33523"/>
                      <a:pt x="263" y="45552"/>
                    </a:cubicBezTo>
                    <a:cubicBezTo>
                      <a:pt x="263" y="57581"/>
                      <a:pt x="5042" y="69118"/>
                      <a:pt x="13548" y="77624"/>
                    </a:cubicBezTo>
                    <a:cubicBezTo>
                      <a:pt x="22054" y="86130"/>
                      <a:pt x="33591" y="90909"/>
                      <a:pt x="45620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86" name="任意多边形: 形状 1385"/>
              <p:cNvSpPr/>
              <p:nvPr/>
            </p:nvSpPr>
            <p:spPr>
              <a:xfrm>
                <a:off x="8111937" y="23614975"/>
                <a:ext cx="180000" cy="180000"/>
              </a:xfrm>
              <a:custGeom>
                <a:avLst/>
                <a:gdLst>
                  <a:gd name="csX0" fmla="*/ 45590 w 90714"/>
                  <a:gd name="csY0" fmla="*/ 90890 h 90713"/>
                  <a:gd name="csX1" fmla="*/ 77663 w 90714"/>
                  <a:gd name="csY1" fmla="*/ 77606 h 90713"/>
                  <a:gd name="csX2" fmla="*/ 90948 w 90714"/>
                  <a:gd name="csY2" fmla="*/ 45534 h 90713"/>
                  <a:gd name="csX3" fmla="*/ 77663 w 90714"/>
                  <a:gd name="csY3" fmla="*/ 13462 h 90713"/>
                  <a:gd name="csX4" fmla="*/ 45590 w 90714"/>
                  <a:gd name="csY4" fmla="*/ 177 h 90713"/>
                  <a:gd name="csX5" fmla="*/ 13518 w 90714"/>
                  <a:gd name="csY5" fmla="*/ 13462 h 90713"/>
                  <a:gd name="csX6" fmla="*/ 233 w 90714"/>
                  <a:gd name="csY6" fmla="*/ 45534 h 90713"/>
                  <a:gd name="csX7" fmla="*/ 13518 w 90714"/>
                  <a:gd name="csY7" fmla="*/ 77606 h 90713"/>
                  <a:gd name="csX8" fmla="*/ 45590 w 90714"/>
                  <a:gd name="csY8" fmla="*/ 9089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0" y="90890"/>
                    </a:moveTo>
                    <a:cubicBezTo>
                      <a:pt x="57619" y="90890"/>
                      <a:pt x="69157" y="86111"/>
                      <a:pt x="77663" y="77606"/>
                    </a:cubicBezTo>
                    <a:cubicBezTo>
                      <a:pt x="86169" y="69100"/>
                      <a:pt x="90948" y="57562"/>
                      <a:pt x="90948" y="45534"/>
                    </a:cubicBezTo>
                    <a:cubicBezTo>
                      <a:pt x="90948" y="33505"/>
                      <a:pt x="86169" y="21967"/>
                      <a:pt x="77663" y="13462"/>
                    </a:cubicBezTo>
                    <a:cubicBezTo>
                      <a:pt x="69157" y="4956"/>
                      <a:pt x="57619" y="177"/>
                      <a:pt x="45590" y="177"/>
                    </a:cubicBezTo>
                    <a:cubicBezTo>
                      <a:pt x="33562" y="177"/>
                      <a:pt x="22024" y="4956"/>
                      <a:pt x="13518" y="13462"/>
                    </a:cubicBezTo>
                    <a:cubicBezTo>
                      <a:pt x="5012" y="21967"/>
                      <a:pt x="233" y="33505"/>
                      <a:pt x="233" y="45534"/>
                    </a:cubicBezTo>
                    <a:cubicBezTo>
                      <a:pt x="233" y="57562"/>
                      <a:pt x="5012" y="69100"/>
                      <a:pt x="13518" y="77606"/>
                    </a:cubicBezTo>
                    <a:cubicBezTo>
                      <a:pt x="22024" y="86111"/>
                      <a:pt x="33562" y="90890"/>
                      <a:pt x="45590" y="9089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87" name="任意多边形: 形状 1386"/>
              <p:cNvSpPr/>
              <p:nvPr/>
            </p:nvSpPr>
            <p:spPr>
              <a:xfrm>
                <a:off x="8756698" y="22302263"/>
                <a:ext cx="180000" cy="180000"/>
              </a:xfrm>
              <a:custGeom>
                <a:avLst/>
                <a:gdLst>
                  <a:gd name="csX0" fmla="*/ 45611 w 90714"/>
                  <a:gd name="csY0" fmla="*/ 90850 h 90713"/>
                  <a:gd name="csX1" fmla="*/ 77683 w 90714"/>
                  <a:gd name="csY1" fmla="*/ 77565 h 90713"/>
                  <a:gd name="csX2" fmla="*/ 90968 w 90714"/>
                  <a:gd name="csY2" fmla="*/ 45493 h 90713"/>
                  <a:gd name="csX3" fmla="*/ 77683 w 90714"/>
                  <a:gd name="csY3" fmla="*/ 13421 h 90713"/>
                  <a:gd name="csX4" fmla="*/ 45611 w 90714"/>
                  <a:gd name="csY4" fmla="*/ 136 h 90713"/>
                  <a:gd name="csX5" fmla="*/ 13538 w 90714"/>
                  <a:gd name="csY5" fmla="*/ 13421 h 90713"/>
                  <a:gd name="csX6" fmla="*/ 253 w 90714"/>
                  <a:gd name="csY6" fmla="*/ 45493 h 90713"/>
                  <a:gd name="csX7" fmla="*/ 13538 w 90714"/>
                  <a:gd name="csY7" fmla="*/ 77565 h 90713"/>
                  <a:gd name="csX8" fmla="*/ 45611 w 90714"/>
                  <a:gd name="csY8" fmla="*/ 908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1" y="90850"/>
                    </a:moveTo>
                    <a:cubicBezTo>
                      <a:pt x="57639" y="90850"/>
                      <a:pt x="69177" y="86070"/>
                      <a:pt x="77683" y="77565"/>
                    </a:cubicBezTo>
                    <a:cubicBezTo>
                      <a:pt x="86189" y="69059"/>
                      <a:pt x="90968" y="57522"/>
                      <a:pt x="90968" y="45493"/>
                    </a:cubicBezTo>
                    <a:cubicBezTo>
                      <a:pt x="90968" y="33464"/>
                      <a:pt x="86189" y="21926"/>
                      <a:pt x="77683" y="13421"/>
                    </a:cubicBezTo>
                    <a:cubicBezTo>
                      <a:pt x="69177" y="4915"/>
                      <a:pt x="57639" y="136"/>
                      <a:pt x="45611" y="136"/>
                    </a:cubicBezTo>
                    <a:cubicBezTo>
                      <a:pt x="33582" y="136"/>
                      <a:pt x="22044" y="4915"/>
                      <a:pt x="13538" y="13421"/>
                    </a:cubicBezTo>
                    <a:cubicBezTo>
                      <a:pt x="5032" y="21926"/>
                      <a:pt x="253" y="33464"/>
                      <a:pt x="253" y="45493"/>
                    </a:cubicBezTo>
                    <a:cubicBezTo>
                      <a:pt x="253" y="57522"/>
                      <a:pt x="5032" y="69059"/>
                      <a:pt x="13538" y="77565"/>
                    </a:cubicBezTo>
                    <a:cubicBezTo>
                      <a:pt x="22044" y="86070"/>
                      <a:pt x="33582" y="90850"/>
                      <a:pt x="45611" y="908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88" name="任意多边形: 形状 1387"/>
              <p:cNvSpPr/>
              <p:nvPr/>
            </p:nvSpPr>
            <p:spPr>
              <a:xfrm>
                <a:off x="5576537" y="24382510"/>
                <a:ext cx="180000" cy="180000"/>
              </a:xfrm>
              <a:custGeom>
                <a:avLst/>
                <a:gdLst>
                  <a:gd name="csX0" fmla="*/ 45511 w 90714"/>
                  <a:gd name="csY0" fmla="*/ 90914 h 90713"/>
                  <a:gd name="csX1" fmla="*/ 77584 w 90714"/>
                  <a:gd name="csY1" fmla="*/ 77630 h 90713"/>
                  <a:gd name="csX2" fmla="*/ 90869 w 90714"/>
                  <a:gd name="csY2" fmla="*/ 45558 h 90713"/>
                  <a:gd name="csX3" fmla="*/ 77584 w 90714"/>
                  <a:gd name="csY3" fmla="*/ 13486 h 90713"/>
                  <a:gd name="csX4" fmla="*/ 45511 w 90714"/>
                  <a:gd name="csY4" fmla="*/ 201 h 90713"/>
                  <a:gd name="csX5" fmla="*/ 13439 w 90714"/>
                  <a:gd name="csY5" fmla="*/ 13486 h 90713"/>
                  <a:gd name="csX6" fmla="*/ 154 w 90714"/>
                  <a:gd name="csY6" fmla="*/ 45558 h 90713"/>
                  <a:gd name="csX7" fmla="*/ 13439 w 90714"/>
                  <a:gd name="csY7" fmla="*/ 77630 h 90713"/>
                  <a:gd name="csX8" fmla="*/ 45511 w 90714"/>
                  <a:gd name="csY8" fmla="*/ 909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1" y="90914"/>
                    </a:moveTo>
                    <a:cubicBezTo>
                      <a:pt x="57540" y="90914"/>
                      <a:pt x="69078" y="86135"/>
                      <a:pt x="77584" y="77630"/>
                    </a:cubicBezTo>
                    <a:cubicBezTo>
                      <a:pt x="86090" y="69124"/>
                      <a:pt x="90869" y="57586"/>
                      <a:pt x="90869" y="45558"/>
                    </a:cubicBezTo>
                    <a:cubicBezTo>
                      <a:pt x="90869" y="33529"/>
                      <a:pt x="86090" y="21991"/>
                      <a:pt x="77584" y="13486"/>
                    </a:cubicBezTo>
                    <a:cubicBezTo>
                      <a:pt x="69078" y="4980"/>
                      <a:pt x="57540" y="201"/>
                      <a:pt x="45511" y="201"/>
                    </a:cubicBezTo>
                    <a:cubicBezTo>
                      <a:pt x="33482" y="201"/>
                      <a:pt x="21945" y="4980"/>
                      <a:pt x="13439" y="13486"/>
                    </a:cubicBezTo>
                    <a:cubicBezTo>
                      <a:pt x="4933" y="21991"/>
                      <a:pt x="154" y="33529"/>
                      <a:pt x="154" y="45558"/>
                    </a:cubicBezTo>
                    <a:cubicBezTo>
                      <a:pt x="154" y="57586"/>
                      <a:pt x="4933" y="69124"/>
                      <a:pt x="13439" y="77630"/>
                    </a:cubicBezTo>
                    <a:cubicBezTo>
                      <a:pt x="21945" y="86135"/>
                      <a:pt x="33482" y="90914"/>
                      <a:pt x="45511" y="909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89" name="任意多边形: 形状 1388"/>
              <p:cNvSpPr/>
              <p:nvPr/>
            </p:nvSpPr>
            <p:spPr>
              <a:xfrm>
                <a:off x="5208332" y="22053243"/>
                <a:ext cx="180000" cy="180000"/>
              </a:xfrm>
              <a:custGeom>
                <a:avLst/>
                <a:gdLst>
                  <a:gd name="csX0" fmla="*/ 45500 w 90714"/>
                  <a:gd name="csY0" fmla="*/ 90842 h 90713"/>
                  <a:gd name="csX1" fmla="*/ 77572 w 90714"/>
                  <a:gd name="csY1" fmla="*/ 77557 h 90713"/>
                  <a:gd name="csX2" fmla="*/ 90857 w 90714"/>
                  <a:gd name="csY2" fmla="*/ 45485 h 90713"/>
                  <a:gd name="csX3" fmla="*/ 77572 w 90714"/>
                  <a:gd name="csY3" fmla="*/ 13413 h 90713"/>
                  <a:gd name="csX4" fmla="*/ 45500 w 90714"/>
                  <a:gd name="csY4" fmla="*/ 128 h 90713"/>
                  <a:gd name="csX5" fmla="*/ 13427 w 90714"/>
                  <a:gd name="csY5" fmla="*/ 13413 h 90713"/>
                  <a:gd name="csX6" fmla="*/ 143 w 90714"/>
                  <a:gd name="csY6" fmla="*/ 45485 h 90713"/>
                  <a:gd name="csX7" fmla="*/ 13427 w 90714"/>
                  <a:gd name="csY7" fmla="*/ 77557 h 90713"/>
                  <a:gd name="csX8" fmla="*/ 45500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0" y="90842"/>
                    </a:moveTo>
                    <a:cubicBezTo>
                      <a:pt x="57529" y="90842"/>
                      <a:pt x="69067" y="86063"/>
                      <a:pt x="77572" y="77557"/>
                    </a:cubicBezTo>
                    <a:cubicBezTo>
                      <a:pt x="86078" y="69051"/>
                      <a:pt x="90857" y="57514"/>
                      <a:pt x="90857" y="45485"/>
                    </a:cubicBezTo>
                    <a:cubicBezTo>
                      <a:pt x="90857" y="33456"/>
                      <a:pt x="86078" y="21919"/>
                      <a:pt x="77572" y="13413"/>
                    </a:cubicBezTo>
                    <a:cubicBezTo>
                      <a:pt x="69067" y="4907"/>
                      <a:pt x="57529" y="128"/>
                      <a:pt x="45500" y="128"/>
                    </a:cubicBezTo>
                    <a:cubicBezTo>
                      <a:pt x="33471" y="128"/>
                      <a:pt x="21933" y="4907"/>
                      <a:pt x="13427" y="13413"/>
                    </a:cubicBezTo>
                    <a:cubicBezTo>
                      <a:pt x="4922" y="21919"/>
                      <a:pt x="143" y="33456"/>
                      <a:pt x="143" y="45485"/>
                    </a:cubicBezTo>
                    <a:cubicBezTo>
                      <a:pt x="143" y="57514"/>
                      <a:pt x="4922" y="69051"/>
                      <a:pt x="13427" y="77557"/>
                    </a:cubicBezTo>
                    <a:cubicBezTo>
                      <a:pt x="21933" y="86063"/>
                      <a:pt x="33471" y="90842"/>
                      <a:pt x="45500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0" name="任意多边形: 形状 1389"/>
              <p:cNvSpPr/>
              <p:nvPr/>
            </p:nvSpPr>
            <p:spPr>
              <a:xfrm>
                <a:off x="8029036" y="22390312"/>
                <a:ext cx="180000" cy="180000"/>
              </a:xfrm>
              <a:custGeom>
                <a:avLst/>
                <a:gdLst>
                  <a:gd name="csX0" fmla="*/ 45588 w 90714"/>
                  <a:gd name="csY0" fmla="*/ 90852 h 90713"/>
                  <a:gd name="csX1" fmla="*/ 77660 w 90714"/>
                  <a:gd name="csY1" fmla="*/ 77568 h 90713"/>
                  <a:gd name="csX2" fmla="*/ 90945 w 90714"/>
                  <a:gd name="csY2" fmla="*/ 45496 h 90713"/>
                  <a:gd name="csX3" fmla="*/ 77660 w 90714"/>
                  <a:gd name="csY3" fmla="*/ 13423 h 90713"/>
                  <a:gd name="csX4" fmla="*/ 45588 w 90714"/>
                  <a:gd name="csY4" fmla="*/ 139 h 90713"/>
                  <a:gd name="csX5" fmla="*/ 13515 w 90714"/>
                  <a:gd name="csY5" fmla="*/ 13423 h 90713"/>
                  <a:gd name="csX6" fmla="*/ 231 w 90714"/>
                  <a:gd name="csY6" fmla="*/ 45496 h 90713"/>
                  <a:gd name="csX7" fmla="*/ 13515 w 90714"/>
                  <a:gd name="csY7" fmla="*/ 77568 h 90713"/>
                  <a:gd name="csX8" fmla="*/ 45588 w 90714"/>
                  <a:gd name="csY8" fmla="*/ 9085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8" y="90852"/>
                    </a:moveTo>
                    <a:cubicBezTo>
                      <a:pt x="57617" y="90852"/>
                      <a:pt x="69155" y="86073"/>
                      <a:pt x="77660" y="77568"/>
                    </a:cubicBezTo>
                    <a:cubicBezTo>
                      <a:pt x="86166" y="69062"/>
                      <a:pt x="90945" y="57524"/>
                      <a:pt x="90945" y="45496"/>
                    </a:cubicBezTo>
                    <a:cubicBezTo>
                      <a:pt x="90945" y="33467"/>
                      <a:pt x="86166" y="21929"/>
                      <a:pt x="77660" y="13423"/>
                    </a:cubicBezTo>
                    <a:cubicBezTo>
                      <a:pt x="69155" y="4918"/>
                      <a:pt x="57617" y="139"/>
                      <a:pt x="45588" y="139"/>
                    </a:cubicBezTo>
                    <a:cubicBezTo>
                      <a:pt x="33559" y="139"/>
                      <a:pt x="22021" y="4918"/>
                      <a:pt x="13515" y="13423"/>
                    </a:cubicBezTo>
                    <a:cubicBezTo>
                      <a:pt x="5010" y="21929"/>
                      <a:pt x="231" y="33467"/>
                      <a:pt x="231" y="45496"/>
                    </a:cubicBezTo>
                    <a:cubicBezTo>
                      <a:pt x="231" y="57524"/>
                      <a:pt x="5010" y="69062"/>
                      <a:pt x="13515" y="77568"/>
                    </a:cubicBezTo>
                    <a:cubicBezTo>
                      <a:pt x="22021" y="86073"/>
                      <a:pt x="33559" y="90852"/>
                      <a:pt x="45588" y="9085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1" name="任意多边形: 形状 1390"/>
              <p:cNvSpPr/>
              <p:nvPr/>
            </p:nvSpPr>
            <p:spPr>
              <a:xfrm>
                <a:off x="7295712" y="23481902"/>
                <a:ext cx="180000" cy="180000"/>
              </a:xfrm>
              <a:custGeom>
                <a:avLst/>
                <a:gdLst>
                  <a:gd name="csX0" fmla="*/ 45565 w 90714"/>
                  <a:gd name="csY0" fmla="*/ 90886 h 90713"/>
                  <a:gd name="csX1" fmla="*/ 77637 w 90714"/>
                  <a:gd name="csY1" fmla="*/ 77602 h 90713"/>
                  <a:gd name="csX2" fmla="*/ 90922 w 90714"/>
                  <a:gd name="csY2" fmla="*/ 45530 h 90713"/>
                  <a:gd name="csX3" fmla="*/ 77637 w 90714"/>
                  <a:gd name="csY3" fmla="*/ 13458 h 90713"/>
                  <a:gd name="csX4" fmla="*/ 45565 w 90714"/>
                  <a:gd name="csY4" fmla="*/ 173 h 90713"/>
                  <a:gd name="csX5" fmla="*/ 13493 w 90714"/>
                  <a:gd name="csY5" fmla="*/ 13458 h 90713"/>
                  <a:gd name="csX6" fmla="*/ 208 w 90714"/>
                  <a:gd name="csY6" fmla="*/ 45530 h 90713"/>
                  <a:gd name="csX7" fmla="*/ 13493 w 90714"/>
                  <a:gd name="csY7" fmla="*/ 77602 h 90713"/>
                  <a:gd name="csX8" fmla="*/ 45565 w 90714"/>
                  <a:gd name="csY8" fmla="*/ 9088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886"/>
                    </a:moveTo>
                    <a:cubicBezTo>
                      <a:pt x="57594" y="90886"/>
                      <a:pt x="69132" y="86107"/>
                      <a:pt x="77637" y="77602"/>
                    </a:cubicBezTo>
                    <a:cubicBezTo>
                      <a:pt x="86143" y="69096"/>
                      <a:pt x="90922" y="57558"/>
                      <a:pt x="90922" y="45530"/>
                    </a:cubicBezTo>
                    <a:cubicBezTo>
                      <a:pt x="90922" y="33501"/>
                      <a:pt x="86143" y="21963"/>
                      <a:pt x="77637" y="13458"/>
                    </a:cubicBezTo>
                    <a:cubicBezTo>
                      <a:pt x="69132" y="4952"/>
                      <a:pt x="57594" y="173"/>
                      <a:pt x="45565" y="173"/>
                    </a:cubicBezTo>
                    <a:cubicBezTo>
                      <a:pt x="33536" y="173"/>
                      <a:pt x="21998" y="4952"/>
                      <a:pt x="13493" y="13458"/>
                    </a:cubicBezTo>
                    <a:cubicBezTo>
                      <a:pt x="4987" y="21963"/>
                      <a:pt x="208" y="33501"/>
                      <a:pt x="208" y="45530"/>
                    </a:cubicBezTo>
                    <a:cubicBezTo>
                      <a:pt x="208" y="57558"/>
                      <a:pt x="4987" y="69096"/>
                      <a:pt x="13493" y="77602"/>
                    </a:cubicBezTo>
                    <a:cubicBezTo>
                      <a:pt x="21998" y="86107"/>
                      <a:pt x="33536" y="90886"/>
                      <a:pt x="45565" y="9088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2" name="任意多边形: 形状 1391"/>
              <p:cNvSpPr/>
              <p:nvPr/>
            </p:nvSpPr>
            <p:spPr>
              <a:xfrm>
                <a:off x="6492321" y="22052610"/>
                <a:ext cx="180000" cy="180000"/>
              </a:xfrm>
              <a:custGeom>
                <a:avLst/>
                <a:gdLst>
                  <a:gd name="csX0" fmla="*/ 45540 w 90714"/>
                  <a:gd name="csY0" fmla="*/ 90842 h 90713"/>
                  <a:gd name="csX1" fmla="*/ 77612 w 90714"/>
                  <a:gd name="csY1" fmla="*/ 77557 h 90713"/>
                  <a:gd name="csX2" fmla="*/ 90897 w 90714"/>
                  <a:gd name="csY2" fmla="*/ 45485 h 90713"/>
                  <a:gd name="csX3" fmla="*/ 77612 w 90714"/>
                  <a:gd name="csY3" fmla="*/ 13413 h 90713"/>
                  <a:gd name="csX4" fmla="*/ 45540 w 90714"/>
                  <a:gd name="csY4" fmla="*/ 128 h 90713"/>
                  <a:gd name="csX5" fmla="*/ 13467 w 90714"/>
                  <a:gd name="csY5" fmla="*/ 13413 h 90713"/>
                  <a:gd name="csX6" fmla="*/ 183 w 90714"/>
                  <a:gd name="csY6" fmla="*/ 45485 h 90713"/>
                  <a:gd name="csX7" fmla="*/ 13467 w 90714"/>
                  <a:gd name="csY7" fmla="*/ 77557 h 90713"/>
                  <a:gd name="csX8" fmla="*/ 45540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0" y="90842"/>
                    </a:moveTo>
                    <a:cubicBezTo>
                      <a:pt x="57569" y="90842"/>
                      <a:pt x="69107" y="86063"/>
                      <a:pt x="77612" y="77557"/>
                    </a:cubicBezTo>
                    <a:cubicBezTo>
                      <a:pt x="86118" y="69051"/>
                      <a:pt x="90897" y="57514"/>
                      <a:pt x="90897" y="45485"/>
                    </a:cubicBezTo>
                    <a:cubicBezTo>
                      <a:pt x="90897" y="33456"/>
                      <a:pt x="86118" y="21919"/>
                      <a:pt x="77612" y="13413"/>
                    </a:cubicBezTo>
                    <a:cubicBezTo>
                      <a:pt x="69107" y="4907"/>
                      <a:pt x="57569" y="128"/>
                      <a:pt x="45540" y="128"/>
                    </a:cubicBezTo>
                    <a:cubicBezTo>
                      <a:pt x="33511" y="128"/>
                      <a:pt x="21973" y="4907"/>
                      <a:pt x="13467" y="13413"/>
                    </a:cubicBezTo>
                    <a:cubicBezTo>
                      <a:pt x="4962" y="21919"/>
                      <a:pt x="183" y="33456"/>
                      <a:pt x="183" y="45485"/>
                    </a:cubicBezTo>
                    <a:cubicBezTo>
                      <a:pt x="183" y="57514"/>
                      <a:pt x="4962" y="69051"/>
                      <a:pt x="13467" y="77557"/>
                    </a:cubicBezTo>
                    <a:cubicBezTo>
                      <a:pt x="21973" y="86063"/>
                      <a:pt x="33511" y="90842"/>
                      <a:pt x="45540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3" name="任意多边形: 形状 1392"/>
              <p:cNvSpPr/>
              <p:nvPr/>
            </p:nvSpPr>
            <p:spPr>
              <a:xfrm>
                <a:off x="6072162" y="22170780"/>
                <a:ext cx="180000" cy="180000"/>
              </a:xfrm>
              <a:custGeom>
                <a:avLst/>
                <a:gdLst>
                  <a:gd name="csX0" fmla="*/ 45527 w 90714"/>
                  <a:gd name="csY0" fmla="*/ 90845 h 90713"/>
                  <a:gd name="csX1" fmla="*/ 77599 w 90714"/>
                  <a:gd name="csY1" fmla="*/ 77561 h 90713"/>
                  <a:gd name="csX2" fmla="*/ 90884 w 90714"/>
                  <a:gd name="csY2" fmla="*/ 45489 h 90713"/>
                  <a:gd name="csX3" fmla="*/ 77599 w 90714"/>
                  <a:gd name="csY3" fmla="*/ 13417 h 90713"/>
                  <a:gd name="csX4" fmla="*/ 45527 w 90714"/>
                  <a:gd name="csY4" fmla="*/ 132 h 90713"/>
                  <a:gd name="csX5" fmla="*/ 13454 w 90714"/>
                  <a:gd name="csY5" fmla="*/ 13417 h 90713"/>
                  <a:gd name="csX6" fmla="*/ 170 w 90714"/>
                  <a:gd name="csY6" fmla="*/ 45489 h 90713"/>
                  <a:gd name="csX7" fmla="*/ 13454 w 90714"/>
                  <a:gd name="csY7" fmla="*/ 77561 h 90713"/>
                  <a:gd name="csX8" fmla="*/ 45527 w 90714"/>
                  <a:gd name="csY8" fmla="*/ 908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845"/>
                    </a:moveTo>
                    <a:cubicBezTo>
                      <a:pt x="57556" y="90845"/>
                      <a:pt x="69094" y="86066"/>
                      <a:pt x="77599" y="77561"/>
                    </a:cubicBezTo>
                    <a:cubicBezTo>
                      <a:pt x="86105" y="69055"/>
                      <a:pt x="90884" y="57517"/>
                      <a:pt x="90884" y="45489"/>
                    </a:cubicBezTo>
                    <a:cubicBezTo>
                      <a:pt x="90884" y="33460"/>
                      <a:pt x="86105" y="21922"/>
                      <a:pt x="77599" y="13417"/>
                    </a:cubicBezTo>
                    <a:cubicBezTo>
                      <a:pt x="69094" y="4911"/>
                      <a:pt x="57556" y="132"/>
                      <a:pt x="45527" y="132"/>
                    </a:cubicBezTo>
                    <a:cubicBezTo>
                      <a:pt x="33498" y="132"/>
                      <a:pt x="21960" y="4911"/>
                      <a:pt x="13454" y="13417"/>
                    </a:cubicBezTo>
                    <a:cubicBezTo>
                      <a:pt x="4949" y="21922"/>
                      <a:pt x="170" y="33460"/>
                      <a:pt x="170" y="45489"/>
                    </a:cubicBezTo>
                    <a:cubicBezTo>
                      <a:pt x="170" y="57517"/>
                      <a:pt x="4949" y="69055"/>
                      <a:pt x="13454" y="77561"/>
                    </a:cubicBezTo>
                    <a:cubicBezTo>
                      <a:pt x="21960" y="86066"/>
                      <a:pt x="33498" y="90845"/>
                      <a:pt x="45527" y="908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4" name="任意多边形: 形状 1393"/>
              <p:cNvSpPr/>
              <p:nvPr/>
            </p:nvSpPr>
            <p:spPr>
              <a:xfrm>
                <a:off x="7935536" y="25965824"/>
                <a:ext cx="180000" cy="180000"/>
              </a:xfrm>
              <a:custGeom>
                <a:avLst/>
                <a:gdLst>
                  <a:gd name="csX0" fmla="*/ 45585 w 90714"/>
                  <a:gd name="csY0" fmla="*/ 90964 h 90713"/>
                  <a:gd name="csX1" fmla="*/ 77657 w 90714"/>
                  <a:gd name="csY1" fmla="*/ 77679 h 90713"/>
                  <a:gd name="csX2" fmla="*/ 90942 w 90714"/>
                  <a:gd name="csY2" fmla="*/ 45607 h 90713"/>
                  <a:gd name="csX3" fmla="*/ 77657 w 90714"/>
                  <a:gd name="csY3" fmla="*/ 13535 h 90713"/>
                  <a:gd name="csX4" fmla="*/ 45585 w 90714"/>
                  <a:gd name="csY4" fmla="*/ 250 h 90713"/>
                  <a:gd name="csX5" fmla="*/ 13512 w 90714"/>
                  <a:gd name="csY5" fmla="*/ 13535 h 90713"/>
                  <a:gd name="csX6" fmla="*/ 228 w 90714"/>
                  <a:gd name="csY6" fmla="*/ 45607 h 90713"/>
                  <a:gd name="csX7" fmla="*/ 13512 w 90714"/>
                  <a:gd name="csY7" fmla="*/ 77679 h 90713"/>
                  <a:gd name="csX8" fmla="*/ 45585 w 90714"/>
                  <a:gd name="csY8" fmla="*/ 9096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5" y="90964"/>
                    </a:moveTo>
                    <a:cubicBezTo>
                      <a:pt x="57614" y="90964"/>
                      <a:pt x="69152" y="86185"/>
                      <a:pt x="77657" y="77679"/>
                    </a:cubicBezTo>
                    <a:cubicBezTo>
                      <a:pt x="86163" y="69173"/>
                      <a:pt x="90942" y="57636"/>
                      <a:pt x="90942" y="45607"/>
                    </a:cubicBezTo>
                    <a:cubicBezTo>
                      <a:pt x="90942" y="33578"/>
                      <a:pt x="86163" y="22041"/>
                      <a:pt x="77657" y="13535"/>
                    </a:cubicBezTo>
                    <a:cubicBezTo>
                      <a:pt x="69152" y="5029"/>
                      <a:pt x="57614" y="250"/>
                      <a:pt x="45585" y="250"/>
                    </a:cubicBezTo>
                    <a:cubicBezTo>
                      <a:pt x="33556" y="250"/>
                      <a:pt x="22018" y="5029"/>
                      <a:pt x="13512" y="13535"/>
                    </a:cubicBezTo>
                    <a:cubicBezTo>
                      <a:pt x="5007" y="22041"/>
                      <a:pt x="228" y="33578"/>
                      <a:pt x="228" y="45607"/>
                    </a:cubicBezTo>
                    <a:cubicBezTo>
                      <a:pt x="228" y="57636"/>
                      <a:pt x="5007" y="69173"/>
                      <a:pt x="13512" y="77679"/>
                    </a:cubicBezTo>
                    <a:cubicBezTo>
                      <a:pt x="22018" y="86185"/>
                      <a:pt x="33556" y="90964"/>
                      <a:pt x="45585" y="9096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5" name="任意多边形: 形状 1394"/>
              <p:cNvSpPr/>
              <p:nvPr/>
            </p:nvSpPr>
            <p:spPr>
              <a:xfrm>
                <a:off x="5866873" y="20691430"/>
                <a:ext cx="180000" cy="180000"/>
              </a:xfrm>
              <a:custGeom>
                <a:avLst/>
                <a:gdLst>
                  <a:gd name="csX0" fmla="*/ 45520 w 90714"/>
                  <a:gd name="csY0" fmla="*/ 90799 h 90713"/>
                  <a:gd name="csX1" fmla="*/ 77593 w 90714"/>
                  <a:gd name="csY1" fmla="*/ 77515 h 90713"/>
                  <a:gd name="csX2" fmla="*/ 90878 w 90714"/>
                  <a:gd name="csY2" fmla="*/ 45443 h 90713"/>
                  <a:gd name="csX3" fmla="*/ 77593 w 90714"/>
                  <a:gd name="csY3" fmla="*/ 13371 h 90713"/>
                  <a:gd name="csX4" fmla="*/ 45520 w 90714"/>
                  <a:gd name="csY4" fmla="*/ 86 h 90713"/>
                  <a:gd name="csX5" fmla="*/ 13448 w 90714"/>
                  <a:gd name="csY5" fmla="*/ 13371 h 90713"/>
                  <a:gd name="csX6" fmla="*/ 163 w 90714"/>
                  <a:gd name="csY6" fmla="*/ 45443 h 90713"/>
                  <a:gd name="csX7" fmla="*/ 13448 w 90714"/>
                  <a:gd name="csY7" fmla="*/ 77515 h 90713"/>
                  <a:gd name="csX8" fmla="*/ 45520 w 90714"/>
                  <a:gd name="csY8" fmla="*/ 9079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0" y="90799"/>
                    </a:moveTo>
                    <a:cubicBezTo>
                      <a:pt x="57549" y="90799"/>
                      <a:pt x="69087" y="86020"/>
                      <a:pt x="77593" y="77515"/>
                    </a:cubicBezTo>
                    <a:cubicBezTo>
                      <a:pt x="86099" y="69009"/>
                      <a:pt x="90878" y="57471"/>
                      <a:pt x="90878" y="45443"/>
                    </a:cubicBezTo>
                    <a:cubicBezTo>
                      <a:pt x="90878" y="33414"/>
                      <a:pt x="86099" y="21876"/>
                      <a:pt x="77593" y="13371"/>
                    </a:cubicBezTo>
                    <a:cubicBezTo>
                      <a:pt x="69087" y="4865"/>
                      <a:pt x="57549" y="86"/>
                      <a:pt x="45520" y="86"/>
                    </a:cubicBezTo>
                    <a:cubicBezTo>
                      <a:pt x="33492" y="86"/>
                      <a:pt x="21954" y="4865"/>
                      <a:pt x="13448" y="13371"/>
                    </a:cubicBezTo>
                    <a:cubicBezTo>
                      <a:pt x="4942" y="21876"/>
                      <a:pt x="163" y="33414"/>
                      <a:pt x="163" y="45443"/>
                    </a:cubicBezTo>
                    <a:cubicBezTo>
                      <a:pt x="163" y="57471"/>
                      <a:pt x="4942" y="69009"/>
                      <a:pt x="13448" y="77515"/>
                    </a:cubicBezTo>
                    <a:cubicBezTo>
                      <a:pt x="21954" y="86020"/>
                      <a:pt x="33492" y="90799"/>
                      <a:pt x="45520" y="9079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6" name="任意多边形: 形状 1395"/>
              <p:cNvSpPr/>
              <p:nvPr/>
            </p:nvSpPr>
            <p:spPr>
              <a:xfrm>
                <a:off x="7954407" y="20445683"/>
                <a:ext cx="180000" cy="180000"/>
              </a:xfrm>
              <a:custGeom>
                <a:avLst/>
                <a:gdLst>
                  <a:gd name="csX0" fmla="*/ 45586 w 90714"/>
                  <a:gd name="csY0" fmla="*/ 90792 h 90713"/>
                  <a:gd name="csX1" fmla="*/ 77658 w 90714"/>
                  <a:gd name="csY1" fmla="*/ 77507 h 90713"/>
                  <a:gd name="csX2" fmla="*/ 90943 w 90714"/>
                  <a:gd name="csY2" fmla="*/ 45435 h 90713"/>
                  <a:gd name="csX3" fmla="*/ 77658 w 90714"/>
                  <a:gd name="csY3" fmla="*/ 13363 h 90713"/>
                  <a:gd name="csX4" fmla="*/ 45586 w 90714"/>
                  <a:gd name="csY4" fmla="*/ 78 h 90713"/>
                  <a:gd name="csX5" fmla="*/ 13513 w 90714"/>
                  <a:gd name="csY5" fmla="*/ 13363 h 90713"/>
                  <a:gd name="csX6" fmla="*/ 228 w 90714"/>
                  <a:gd name="csY6" fmla="*/ 45435 h 90713"/>
                  <a:gd name="csX7" fmla="*/ 13513 w 90714"/>
                  <a:gd name="csY7" fmla="*/ 77507 h 90713"/>
                  <a:gd name="csX8" fmla="*/ 45586 w 90714"/>
                  <a:gd name="csY8" fmla="*/ 9079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6" y="90792"/>
                    </a:moveTo>
                    <a:cubicBezTo>
                      <a:pt x="57614" y="90792"/>
                      <a:pt x="69152" y="86013"/>
                      <a:pt x="77658" y="77507"/>
                    </a:cubicBezTo>
                    <a:cubicBezTo>
                      <a:pt x="86164" y="69001"/>
                      <a:pt x="90943" y="57464"/>
                      <a:pt x="90943" y="45435"/>
                    </a:cubicBezTo>
                    <a:cubicBezTo>
                      <a:pt x="90943" y="33406"/>
                      <a:pt x="86164" y="21868"/>
                      <a:pt x="77658" y="13363"/>
                    </a:cubicBezTo>
                    <a:cubicBezTo>
                      <a:pt x="69152" y="4857"/>
                      <a:pt x="57614" y="78"/>
                      <a:pt x="45586" y="78"/>
                    </a:cubicBezTo>
                    <a:cubicBezTo>
                      <a:pt x="33557" y="78"/>
                      <a:pt x="22019" y="4857"/>
                      <a:pt x="13513" y="13363"/>
                    </a:cubicBezTo>
                    <a:cubicBezTo>
                      <a:pt x="5007" y="21868"/>
                      <a:pt x="228" y="33406"/>
                      <a:pt x="228" y="45435"/>
                    </a:cubicBezTo>
                    <a:cubicBezTo>
                      <a:pt x="228" y="57464"/>
                      <a:pt x="5007" y="69001"/>
                      <a:pt x="13513" y="77507"/>
                    </a:cubicBezTo>
                    <a:cubicBezTo>
                      <a:pt x="22019" y="86013"/>
                      <a:pt x="33557" y="90792"/>
                      <a:pt x="45586" y="9079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7" name="任意多边形: 形状 1396"/>
              <p:cNvSpPr/>
              <p:nvPr/>
            </p:nvSpPr>
            <p:spPr>
              <a:xfrm>
                <a:off x="6335656" y="23362873"/>
                <a:ext cx="180000" cy="180000"/>
              </a:xfrm>
              <a:custGeom>
                <a:avLst/>
                <a:gdLst>
                  <a:gd name="csX0" fmla="*/ 45535 w 90714"/>
                  <a:gd name="csY0" fmla="*/ 90883 h 90713"/>
                  <a:gd name="csX1" fmla="*/ 77607 w 90714"/>
                  <a:gd name="csY1" fmla="*/ 77598 h 90713"/>
                  <a:gd name="csX2" fmla="*/ 90892 w 90714"/>
                  <a:gd name="csY2" fmla="*/ 45526 h 90713"/>
                  <a:gd name="csX3" fmla="*/ 77607 w 90714"/>
                  <a:gd name="csY3" fmla="*/ 13454 h 90713"/>
                  <a:gd name="csX4" fmla="*/ 45535 w 90714"/>
                  <a:gd name="csY4" fmla="*/ 169 h 90713"/>
                  <a:gd name="csX5" fmla="*/ 13463 w 90714"/>
                  <a:gd name="csY5" fmla="*/ 13454 h 90713"/>
                  <a:gd name="csX6" fmla="*/ 178 w 90714"/>
                  <a:gd name="csY6" fmla="*/ 45526 h 90713"/>
                  <a:gd name="csX7" fmla="*/ 13463 w 90714"/>
                  <a:gd name="csY7" fmla="*/ 77598 h 90713"/>
                  <a:gd name="csX8" fmla="*/ 45535 w 90714"/>
                  <a:gd name="csY8" fmla="*/ 9088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5" y="90883"/>
                    </a:moveTo>
                    <a:cubicBezTo>
                      <a:pt x="57564" y="90883"/>
                      <a:pt x="69102" y="86103"/>
                      <a:pt x="77607" y="77598"/>
                    </a:cubicBezTo>
                    <a:cubicBezTo>
                      <a:pt x="86113" y="69092"/>
                      <a:pt x="90892" y="57555"/>
                      <a:pt x="90892" y="45526"/>
                    </a:cubicBezTo>
                    <a:cubicBezTo>
                      <a:pt x="90892" y="33497"/>
                      <a:pt x="86113" y="21959"/>
                      <a:pt x="77607" y="13454"/>
                    </a:cubicBezTo>
                    <a:cubicBezTo>
                      <a:pt x="69102" y="4948"/>
                      <a:pt x="57564" y="169"/>
                      <a:pt x="45535" y="169"/>
                    </a:cubicBezTo>
                    <a:cubicBezTo>
                      <a:pt x="33506" y="169"/>
                      <a:pt x="21968" y="4948"/>
                      <a:pt x="13463" y="13454"/>
                    </a:cubicBezTo>
                    <a:cubicBezTo>
                      <a:pt x="4957" y="21959"/>
                      <a:pt x="178" y="33497"/>
                      <a:pt x="178" y="45526"/>
                    </a:cubicBezTo>
                    <a:cubicBezTo>
                      <a:pt x="178" y="57555"/>
                      <a:pt x="4957" y="69092"/>
                      <a:pt x="13463" y="77598"/>
                    </a:cubicBezTo>
                    <a:cubicBezTo>
                      <a:pt x="21968" y="86103"/>
                      <a:pt x="33506" y="90883"/>
                      <a:pt x="45535" y="9088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8" name="任意多边形: 形状 1397"/>
              <p:cNvSpPr/>
              <p:nvPr/>
            </p:nvSpPr>
            <p:spPr>
              <a:xfrm>
                <a:off x="6952768" y="20929972"/>
                <a:ext cx="180000" cy="180000"/>
              </a:xfrm>
              <a:custGeom>
                <a:avLst/>
                <a:gdLst>
                  <a:gd name="csX0" fmla="*/ 45554 w 90714"/>
                  <a:gd name="csY0" fmla="*/ 90807 h 90713"/>
                  <a:gd name="csX1" fmla="*/ 77627 w 90714"/>
                  <a:gd name="csY1" fmla="*/ 77522 h 90713"/>
                  <a:gd name="csX2" fmla="*/ 90912 w 90714"/>
                  <a:gd name="csY2" fmla="*/ 45450 h 90713"/>
                  <a:gd name="csX3" fmla="*/ 77627 w 90714"/>
                  <a:gd name="csY3" fmla="*/ 13378 h 90713"/>
                  <a:gd name="csX4" fmla="*/ 45554 w 90714"/>
                  <a:gd name="csY4" fmla="*/ 93 h 90713"/>
                  <a:gd name="csX5" fmla="*/ 13482 w 90714"/>
                  <a:gd name="csY5" fmla="*/ 13378 h 90713"/>
                  <a:gd name="csX6" fmla="*/ 197 w 90714"/>
                  <a:gd name="csY6" fmla="*/ 45450 h 90713"/>
                  <a:gd name="csX7" fmla="*/ 13482 w 90714"/>
                  <a:gd name="csY7" fmla="*/ 77522 h 90713"/>
                  <a:gd name="csX8" fmla="*/ 45554 w 90714"/>
                  <a:gd name="csY8" fmla="*/ 908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4" y="90807"/>
                    </a:moveTo>
                    <a:cubicBezTo>
                      <a:pt x="57583" y="90807"/>
                      <a:pt x="69121" y="86028"/>
                      <a:pt x="77627" y="77522"/>
                    </a:cubicBezTo>
                    <a:cubicBezTo>
                      <a:pt x="86132" y="69016"/>
                      <a:pt x="90912" y="57479"/>
                      <a:pt x="90912" y="45450"/>
                    </a:cubicBezTo>
                    <a:cubicBezTo>
                      <a:pt x="90912" y="33421"/>
                      <a:pt x="86132" y="21884"/>
                      <a:pt x="77627" y="13378"/>
                    </a:cubicBezTo>
                    <a:cubicBezTo>
                      <a:pt x="69121" y="4872"/>
                      <a:pt x="57583" y="93"/>
                      <a:pt x="45554" y="93"/>
                    </a:cubicBezTo>
                    <a:cubicBezTo>
                      <a:pt x="33525" y="93"/>
                      <a:pt x="21988" y="4872"/>
                      <a:pt x="13482" y="13378"/>
                    </a:cubicBezTo>
                    <a:cubicBezTo>
                      <a:pt x="4976" y="21884"/>
                      <a:pt x="197" y="33421"/>
                      <a:pt x="197" y="45450"/>
                    </a:cubicBezTo>
                    <a:cubicBezTo>
                      <a:pt x="197" y="57479"/>
                      <a:pt x="4976" y="69016"/>
                      <a:pt x="13482" y="77522"/>
                    </a:cubicBezTo>
                    <a:cubicBezTo>
                      <a:pt x="21988" y="86028"/>
                      <a:pt x="33525" y="90807"/>
                      <a:pt x="45554" y="908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399" name="任意多边形: 形状 1398"/>
              <p:cNvSpPr/>
              <p:nvPr/>
            </p:nvSpPr>
            <p:spPr>
              <a:xfrm>
                <a:off x="5010730" y="21295599"/>
                <a:ext cx="180000" cy="180000"/>
              </a:xfrm>
              <a:custGeom>
                <a:avLst/>
                <a:gdLst>
                  <a:gd name="csX0" fmla="*/ 45494 w 90714"/>
                  <a:gd name="csY0" fmla="*/ 90818 h 90713"/>
                  <a:gd name="csX1" fmla="*/ 77566 w 90714"/>
                  <a:gd name="csY1" fmla="*/ 77533 h 90713"/>
                  <a:gd name="csX2" fmla="*/ 90851 w 90714"/>
                  <a:gd name="csY2" fmla="*/ 45461 h 90713"/>
                  <a:gd name="csX3" fmla="*/ 77566 w 90714"/>
                  <a:gd name="csY3" fmla="*/ 13389 h 90713"/>
                  <a:gd name="csX4" fmla="*/ 45494 w 90714"/>
                  <a:gd name="csY4" fmla="*/ 105 h 90713"/>
                  <a:gd name="csX5" fmla="*/ 13421 w 90714"/>
                  <a:gd name="csY5" fmla="*/ 13389 h 90713"/>
                  <a:gd name="csX6" fmla="*/ 136 w 90714"/>
                  <a:gd name="csY6" fmla="*/ 45461 h 90713"/>
                  <a:gd name="csX7" fmla="*/ 13421 w 90714"/>
                  <a:gd name="csY7" fmla="*/ 77533 h 90713"/>
                  <a:gd name="csX8" fmla="*/ 45494 w 90714"/>
                  <a:gd name="csY8" fmla="*/ 9081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4" y="90818"/>
                    </a:moveTo>
                    <a:cubicBezTo>
                      <a:pt x="57523" y="90818"/>
                      <a:pt x="69060" y="86039"/>
                      <a:pt x="77566" y="77533"/>
                    </a:cubicBezTo>
                    <a:cubicBezTo>
                      <a:pt x="86072" y="69028"/>
                      <a:pt x="90851" y="57490"/>
                      <a:pt x="90851" y="45461"/>
                    </a:cubicBezTo>
                    <a:cubicBezTo>
                      <a:pt x="90851" y="33433"/>
                      <a:pt x="86072" y="21895"/>
                      <a:pt x="77566" y="13389"/>
                    </a:cubicBezTo>
                    <a:cubicBezTo>
                      <a:pt x="69060" y="4884"/>
                      <a:pt x="57523" y="105"/>
                      <a:pt x="45494" y="105"/>
                    </a:cubicBezTo>
                    <a:cubicBezTo>
                      <a:pt x="33465" y="105"/>
                      <a:pt x="21927" y="4884"/>
                      <a:pt x="13421" y="13389"/>
                    </a:cubicBezTo>
                    <a:cubicBezTo>
                      <a:pt x="4916" y="21895"/>
                      <a:pt x="136" y="33433"/>
                      <a:pt x="136" y="45461"/>
                    </a:cubicBezTo>
                    <a:cubicBezTo>
                      <a:pt x="136" y="57490"/>
                      <a:pt x="4916" y="69028"/>
                      <a:pt x="13421" y="77533"/>
                    </a:cubicBezTo>
                    <a:cubicBezTo>
                      <a:pt x="21927" y="86039"/>
                      <a:pt x="33465" y="90818"/>
                      <a:pt x="45494" y="9081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0" name="任意多边形: 形状 1399"/>
              <p:cNvSpPr/>
              <p:nvPr/>
            </p:nvSpPr>
            <p:spPr>
              <a:xfrm>
                <a:off x="7493276" y="20044421"/>
                <a:ext cx="180000" cy="180000"/>
              </a:xfrm>
              <a:custGeom>
                <a:avLst/>
                <a:gdLst>
                  <a:gd name="csX0" fmla="*/ 45571 w 90714"/>
                  <a:gd name="csY0" fmla="*/ 90779 h 90713"/>
                  <a:gd name="csX1" fmla="*/ 77644 w 90714"/>
                  <a:gd name="csY1" fmla="*/ 77494 h 90713"/>
                  <a:gd name="csX2" fmla="*/ 90928 w 90714"/>
                  <a:gd name="csY2" fmla="*/ 45422 h 90713"/>
                  <a:gd name="csX3" fmla="*/ 77644 w 90714"/>
                  <a:gd name="csY3" fmla="*/ 13350 h 90713"/>
                  <a:gd name="csX4" fmla="*/ 45571 w 90714"/>
                  <a:gd name="csY4" fmla="*/ 66 h 90713"/>
                  <a:gd name="csX5" fmla="*/ 13499 w 90714"/>
                  <a:gd name="csY5" fmla="*/ 13350 h 90713"/>
                  <a:gd name="csX6" fmla="*/ 214 w 90714"/>
                  <a:gd name="csY6" fmla="*/ 45422 h 90713"/>
                  <a:gd name="csX7" fmla="*/ 13499 w 90714"/>
                  <a:gd name="csY7" fmla="*/ 77494 h 90713"/>
                  <a:gd name="csX8" fmla="*/ 45571 w 90714"/>
                  <a:gd name="csY8" fmla="*/ 9077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779"/>
                    </a:moveTo>
                    <a:cubicBezTo>
                      <a:pt x="57600" y="90779"/>
                      <a:pt x="69138" y="86000"/>
                      <a:pt x="77644" y="77494"/>
                    </a:cubicBezTo>
                    <a:cubicBezTo>
                      <a:pt x="86149" y="68989"/>
                      <a:pt x="90928" y="57451"/>
                      <a:pt x="90928" y="45422"/>
                    </a:cubicBezTo>
                    <a:cubicBezTo>
                      <a:pt x="90928" y="33394"/>
                      <a:pt x="86149" y="21856"/>
                      <a:pt x="77644" y="13350"/>
                    </a:cubicBezTo>
                    <a:cubicBezTo>
                      <a:pt x="69138" y="4845"/>
                      <a:pt x="57600" y="66"/>
                      <a:pt x="45571" y="66"/>
                    </a:cubicBezTo>
                    <a:cubicBezTo>
                      <a:pt x="33542" y="66"/>
                      <a:pt x="22004" y="4845"/>
                      <a:pt x="13499" y="13350"/>
                    </a:cubicBezTo>
                    <a:cubicBezTo>
                      <a:pt x="4993" y="21856"/>
                      <a:pt x="214" y="33394"/>
                      <a:pt x="214" y="45422"/>
                    </a:cubicBezTo>
                    <a:cubicBezTo>
                      <a:pt x="214" y="57451"/>
                      <a:pt x="4993" y="68989"/>
                      <a:pt x="13499" y="77494"/>
                    </a:cubicBezTo>
                    <a:cubicBezTo>
                      <a:pt x="22004" y="86000"/>
                      <a:pt x="33542" y="90779"/>
                      <a:pt x="45571" y="9077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1" name="任意多边形: 形状 1400"/>
              <p:cNvSpPr/>
              <p:nvPr/>
            </p:nvSpPr>
            <p:spPr>
              <a:xfrm>
                <a:off x="8552694" y="24076453"/>
                <a:ext cx="180000" cy="180000"/>
              </a:xfrm>
              <a:custGeom>
                <a:avLst/>
                <a:gdLst>
                  <a:gd name="csX0" fmla="*/ 45604 w 90714"/>
                  <a:gd name="csY0" fmla="*/ 90905 h 90713"/>
                  <a:gd name="csX1" fmla="*/ 77677 w 90714"/>
                  <a:gd name="csY1" fmla="*/ 77620 h 90713"/>
                  <a:gd name="csX2" fmla="*/ 90961 w 90714"/>
                  <a:gd name="csY2" fmla="*/ 45548 h 90713"/>
                  <a:gd name="csX3" fmla="*/ 77677 w 90714"/>
                  <a:gd name="csY3" fmla="*/ 13476 h 90713"/>
                  <a:gd name="csX4" fmla="*/ 45604 w 90714"/>
                  <a:gd name="csY4" fmla="*/ 191 h 90713"/>
                  <a:gd name="csX5" fmla="*/ 13532 w 90714"/>
                  <a:gd name="csY5" fmla="*/ 13476 h 90713"/>
                  <a:gd name="csX6" fmla="*/ 247 w 90714"/>
                  <a:gd name="csY6" fmla="*/ 45548 h 90713"/>
                  <a:gd name="csX7" fmla="*/ 13532 w 90714"/>
                  <a:gd name="csY7" fmla="*/ 77620 h 90713"/>
                  <a:gd name="csX8" fmla="*/ 45604 w 90714"/>
                  <a:gd name="csY8" fmla="*/ 9090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4" y="90905"/>
                    </a:moveTo>
                    <a:cubicBezTo>
                      <a:pt x="57633" y="90905"/>
                      <a:pt x="69171" y="86126"/>
                      <a:pt x="77677" y="77620"/>
                    </a:cubicBezTo>
                    <a:cubicBezTo>
                      <a:pt x="86182" y="69115"/>
                      <a:pt x="90961" y="57577"/>
                      <a:pt x="90961" y="45548"/>
                    </a:cubicBezTo>
                    <a:cubicBezTo>
                      <a:pt x="90961" y="33519"/>
                      <a:pt x="86182" y="21982"/>
                      <a:pt x="77677" y="13476"/>
                    </a:cubicBezTo>
                    <a:cubicBezTo>
                      <a:pt x="69171" y="4970"/>
                      <a:pt x="57633" y="191"/>
                      <a:pt x="45604" y="191"/>
                    </a:cubicBezTo>
                    <a:cubicBezTo>
                      <a:pt x="33575" y="191"/>
                      <a:pt x="22037" y="4970"/>
                      <a:pt x="13532" y="13476"/>
                    </a:cubicBezTo>
                    <a:cubicBezTo>
                      <a:pt x="5026" y="21982"/>
                      <a:pt x="247" y="33519"/>
                      <a:pt x="247" y="45548"/>
                    </a:cubicBezTo>
                    <a:cubicBezTo>
                      <a:pt x="247" y="57577"/>
                      <a:pt x="5026" y="69115"/>
                      <a:pt x="13532" y="77620"/>
                    </a:cubicBezTo>
                    <a:cubicBezTo>
                      <a:pt x="22037" y="86126"/>
                      <a:pt x="33575" y="90905"/>
                      <a:pt x="45604" y="9090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2" name="任意多边形: 形状 1401"/>
              <p:cNvSpPr/>
              <p:nvPr/>
            </p:nvSpPr>
            <p:spPr>
              <a:xfrm>
                <a:off x="6129277" y="22255493"/>
                <a:ext cx="180000" cy="180000"/>
              </a:xfrm>
              <a:custGeom>
                <a:avLst/>
                <a:gdLst>
                  <a:gd name="csX0" fmla="*/ 45529 w 90714"/>
                  <a:gd name="csY0" fmla="*/ 90848 h 90713"/>
                  <a:gd name="csX1" fmla="*/ 77601 w 90714"/>
                  <a:gd name="csY1" fmla="*/ 77563 h 90713"/>
                  <a:gd name="csX2" fmla="*/ 90886 w 90714"/>
                  <a:gd name="csY2" fmla="*/ 45491 h 90713"/>
                  <a:gd name="csX3" fmla="*/ 77601 w 90714"/>
                  <a:gd name="csY3" fmla="*/ 13419 h 90713"/>
                  <a:gd name="csX4" fmla="*/ 45529 w 90714"/>
                  <a:gd name="csY4" fmla="*/ 135 h 90713"/>
                  <a:gd name="csX5" fmla="*/ 13456 w 90714"/>
                  <a:gd name="csY5" fmla="*/ 13419 h 90713"/>
                  <a:gd name="csX6" fmla="*/ 171 w 90714"/>
                  <a:gd name="csY6" fmla="*/ 45491 h 90713"/>
                  <a:gd name="csX7" fmla="*/ 13456 w 90714"/>
                  <a:gd name="csY7" fmla="*/ 77563 h 90713"/>
                  <a:gd name="csX8" fmla="*/ 45529 w 90714"/>
                  <a:gd name="csY8" fmla="*/ 908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9" y="90848"/>
                    </a:moveTo>
                    <a:cubicBezTo>
                      <a:pt x="57558" y="90848"/>
                      <a:pt x="69095" y="86069"/>
                      <a:pt x="77601" y="77563"/>
                    </a:cubicBezTo>
                    <a:cubicBezTo>
                      <a:pt x="86107" y="69058"/>
                      <a:pt x="90886" y="57520"/>
                      <a:pt x="90886" y="45491"/>
                    </a:cubicBezTo>
                    <a:cubicBezTo>
                      <a:pt x="90886" y="33463"/>
                      <a:pt x="86107" y="21925"/>
                      <a:pt x="77601" y="13419"/>
                    </a:cubicBezTo>
                    <a:cubicBezTo>
                      <a:pt x="69095" y="4914"/>
                      <a:pt x="57558" y="135"/>
                      <a:pt x="45529" y="135"/>
                    </a:cubicBezTo>
                    <a:cubicBezTo>
                      <a:pt x="33500" y="135"/>
                      <a:pt x="21962" y="4914"/>
                      <a:pt x="13456" y="13419"/>
                    </a:cubicBezTo>
                    <a:cubicBezTo>
                      <a:pt x="4950" y="21925"/>
                      <a:pt x="171" y="33463"/>
                      <a:pt x="171" y="45491"/>
                    </a:cubicBezTo>
                    <a:cubicBezTo>
                      <a:pt x="171" y="57520"/>
                      <a:pt x="4950" y="69058"/>
                      <a:pt x="13456" y="77563"/>
                    </a:cubicBezTo>
                    <a:cubicBezTo>
                      <a:pt x="21962" y="86069"/>
                      <a:pt x="33500" y="90848"/>
                      <a:pt x="45529" y="908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3" name="任意多边形: 形状 1402"/>
              <p:cNvSpPr/>
              <p:nvPr/>
            </p:nvSpPr>
            <p:spPr>
              <a:xfrm>
                <a:off x="7823305" y="21717380"/>
                <a:ext cx="180000" cy="180000"/>
              </a:xfrm>
              <a:custGeom>
                <a:avLst/>
                <a:gdLst>
                  <a:gd name="csX0" fmla="*/ 45581 w 90714"/>
                  <a:gd name="csY0" fmla="*/ 90831 h 90713"/>
                  <a:gd name="csX1" fmla="*/ 77654 w 90714"/>
                  <a:gd name="csY1" fmla="*/ 77547 h 90713"/>
                  <a:gd name="csX2" fmla="*/ 90939 w 90714"/>
                  <a:gd name="csY2" fmla="*/ 45475 h 90713"/>
                  <a:gd name="csX3" fmla="*/ 77654 w 90714"/>
                  <a:gd name="csY3" fmla="*/ 13403 h 90713"/>
                  <a:gd name="csX4" fmla="*/ 45581 w 90714"/>
                  <a:gd name="csY4" fmla="*/ 118 h 90713"/>
                  <a:gd name="csX5" fmla="*/ 13509 w 90714"/>
                  <a:gd name="csY5" fmla="*/ 13403 h 90713"/>
                  <a:gd name="csX6" fmla="*/ 224 w 90714"/>
                  <a:gd name="csY6" fmla="*/ 45475 h 90713"/>
                  <a:gd name="csX7" fmla="*/ 13509 w 90714"/>
                  <a:gd name="csY7" fmla="*/ 77547 h 90713"/>
                  <a:gd name="csX8" fmla="*/ 45581 w 90714"/>
                  <a:gd name="csY8" fmla="*/ 9083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1" y="90831"/>
                    </a:moveTo>
                    <a:cubicBezTo>
                      <a:pt x="57610" y="90831"/>
                      <a:pt x="69148" y="86052"/>
                      <a:pt x="77654" y="77547"/>
                    </a:cubicBezTo>
                    <a:cubicBezTo>
                      <a:pt x="86160" y="69041"/>
                      <a:pt x="90939" y="57503"/>
                      <a:pt x="90939" y="45475"/>
                    </a:cubicBezTo>
                    <a:cubicBezTo>
                      <a:pt x="90939" y="33446"/>
                      <a:pt x="86160" y="21908"/>
                      <a:pt x="77654" y="13403"/>
                    </a:cubicBezTo>
                    <a:cubicBezTo>
                      <a:pt x="69148" y="4897"/>
                      <a:pt x="57610" y="118"/>
                      <a:pt x="45581" y="118"/>
                    </a:cubicBezTo>
                    <a:cubicBezTo>
                      <a:pt x="33553" y="118"/>
                      <a:pt x="22015" y="4897"/>
                      <a:pt x="13509" y="13403"/>
                    </a:cubicBezTo>
                    <a:cubicBezTo>
                      <a:pt x="5003" y="21908"/>
                      <a:pt x="224" y="33446"/>
                      <a:pt x="224" y="45475"/>
                    </a:cubicBezTo>
                    <a:cubicBezTo>
                      <a:pt x="224" y="57503"/>
                      <a:pt x="5003" y="69041"/>
                      <a:pt x="13509" y="77547"/>
                    </a:cubicBezTo>
                    <a:cubicBezTo>
                      <a:pt x="22015" y="86052"/>
                      <a:pt x="33553" y="90831"/>
                      <a:pt x="45581" y="9083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4" name="任意多边形: 形状 1403"/>
              <p:cNvSpPr/>
              <p:nvPr/>
            </p:nvSpPr>
            <p:spPr>
              <a:xfrm>
                <a:off x="8035114" y="24733719"/>
                <a:ext cx="180000" cy="180000"/>
              </a:xfrm>
              <a:custGeom>
                <a:avLst/>
                <a:gdLst>
                  <a:gd name="csX0" fmla="*/ 45588 w 90714"/>
                  <a:gd name="csY0" fmla="*/ 90925 h 90713"/>
                  <a:gd name="csX1" fmla="*/ 77660 w 90714"/>
                  <a:gd name="csY1" fmla="*/ 77641 h 90713"/>
                  <a:gd name="csX2" fmla="*/ 90945 w 90714"/>
                  <a:gd name="csY2" fmla="*/ 45569 h 90713"/>
                  <a:gd name="csX3" fmla="*/ 77660 w 90714"/>
                  <a:gd name="csY3" fmla="*/ 13497 h 90713"/>
                  <a:gd name="csX4" fmla="*/ 45588 w 90714"/>
                  <a:gd name="csY4" fmla="*/ 212 h 90713"/>
                  <a:gd name="csX5" fmla="*/ 13516 w 90714"/>
                  <a:gd name="csY5" fmla="*/ 13497 h 90713"/>
                  <a:gd name="csX6" fmla="*/ 231 w 90714"/>
                  <a:gd name="csY6" fmla="*/ 45569 h 90713"/>
                  <a:gd name="csX7" fmla="*/ 13516 w 90714"/>
                  <a:gd name="csY7" fmla="*/ 77641 h 90713"/>
                  <a:gd name="csX8" fmla="*/ 45588 w 90714"/>
                  <a:gd name="csY8" fmla="*/ 9092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8" y="90925"/>
                    </a:moveTo>
                    <a:cubicBezTo>
                      <a:pt x="57617" y="90925"/>
                      <a:pt x="69155" y="86146"/>
                      <a:pt x="77660" y="77641"/>
                    </a:cubicBezTo>
                    <a:cubicBezTo>
                      <a:pt x="86166" y="69135"/>
                      <a:pt x="90945" y="57597"/>
                      <a:pt x="90945" y="45569"/>
                    </a:cubicBezTo>
                    <a:cubicBezTo>
                      <a:pt x="90945" y="33540"/>
                      <a:pt x="86166" y="22002"/>
                      <a:pt x="77660" y="13497"/>
                    </a:cubicBezTo>
                    <a:cubicBezTo>
                      <a:pt x="69155" y="4991"/>
                      <a:pt x="57617" y="212"/>
                      <a:pt x="45588" y="212"/>
                    </a:cubicBezTo>
                    <a:cubicBezTo>
                      <a:pt x="33559" y="212"/>
                      <a:pt x="22021" y="4991"/>
                      <a:pt x="13516" y="13497"/>
                    </a:cubicBezTo>
                    <a:cubicBezTo>
                      <a:pt x="5010" y="22002"/>
                      <a:pt x="231" y="33540"/>
                      <a:pt x="231" y="45569"/>
                    </a:cubicBezTo>
                    <a:cubicBezTo>
                      <a:pt x="231" y="57597"/>
                      <a:pt x="5010" y="69135"/>
                      <a:pt x="13516" y="77641"/>
                    </a:cubicBezTo>
                    <a:cubicBezTo>
                      <a:pt x="22021" y="86146"/>
                      <a:pt x="33559" y="90925"/>
                      <a:pt x="45588" y="9092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5" name="任意多边形: 形状 1404"/>
              <p:cNvSpPr/>
              <p:nvPr/>
            </p:nvSpPr>
            <p:spPr>
              <a:xfrm>
                <a:off x="4512056" y="24125547"/>
                <a:ext cx="180000" cy="180000"/>
              </a:xfrm>
              <a:custGeom>
                <a:avLst/>
                <a:gdLst>
                  <a:gd name="csX0" fmla="*/ 45478 w 90714"/>
                  <a:gd name="csY0" fmla="*/ 90906 h 90713"/>
                  <a:gd name="csX1" fmla="*/ 77551 w 90714"/>
                  <a:gd name="csY1" fmla="*/ 77622 h 90713"/>
                  <a:gd name="csX2" fmla="*/ 90835 w 90714"/>
                  <a:gd name="csY2" fmla="*/ 45550 h 90713"/>
                  <a:gd name="csX3" fmla="*/ 77551 w 90714"/>
                  <a:gd name="csY3" fmla="*/ 13478 h 90713"/>
                  <a:gd name="csX4" fmla="*/ 45478 w 90714"/>
                  <a:gd name="csY4" fmla="*/ 193 h 90713"/>
                  <a:gd name="csX5" fmla="*/ 13406 w 90714"/>
                  <a:gd name="csY5" fmla="*/ 13478 h 90713"/>
                  <a:gd name="csX6" fmla="*/ 121 w 90714"/>
                  <a:gd name="csY6" fmla="*/ 45550 h 90713"/>
                  <a:gd name="csX7" fmla="*/ 13406 w 90714"/>
                  <a:gd name="csY7" fmla="*/ 77622 h 90713"/>
                  <a:gd name="csX8" fmla="*/ 45478 w 90714"/>
                  <a:gd name="csY8" fmla="*/ 9090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8" y="90906"/>
                    </a:moveTo>
                    <a:cubicBezTo>
                      <a:pt x="57507" y="90906"/>
                      <a:pt x="69045" y="86127"/>
                      <a:pt x="77551" y="77622"/>
                    </a:cubicBezTo>
                    <a:cubicBezTo>
                      <a:pt x="86056" y="69116"/>
                      <a:pt x="90835" y="57578"/>
                      <a:pt x="90835" y="45550"/>
                    </a:cubicBezTo>
                    <a:cubicBezTo>
                      <a:pt x="90835" y="33521"/>
                      <a:pt x="86056" y="21983"/>
                      <a:pt x="77551" y="13478"/>
                    </a:cubicBezTo>
                    <a:cubicBezTo>
                      <a:pt x="69045" y="4972"/>
                      <a:pt x="57507" y="193"/>
                      <a:pt x="45478" y="193"/>
                    </a:cubicBezTo>
                    <a:cubicBezTo>
                      <a:pt x="33449" y="193"/>
                      <a:pt x="21911" y="4972"/>
                      <a:pt x="13406" y="13478"/>
                    </a:cubicBezTo>
                    <a:cubicBezTo>
                      <a:pt x="4900" y="21983"/>
                      <a:pt x="121" y="33521"/>
                      <a:pt x="121" y="45550"/>
                    </a:cubicBezTo>
                    <a:cubicBezTo>
                      <a:pt x="121" y="57578"/>
                      <a:pt x="4900" y="69116"/>
                      <a:pt x="13406" y="77622"/>
                    </a:cubicBezTo>
                    <a:cubicBezTo>
                      <a:pt x="21911" y="86127"/>
                      <a:pt x="33449" y="90906"/>
                      <a:pt x="45478" y="9090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6" name="任意多边形: 形状 1405"/>
              <p:cNvSpPr/>
              <p:nvPr/>
            </p:nvSpPr>
            <p:spPr>
              <a:xfrm>
                <a:off x="6451047" y="23705891"/>
                <a:ext cx="180000" cy="180000"/>
              </a:xfrm>
              <a:custGeom>
                <a:avLst/>
                <a:gdLst>
                  <a:gd name="csX0" fmla="*/ 45539 w 90714"/>
                  <a:gd name="csY0" fmla="*/ 90893 h 90713"/>
                  <a:gd name="csX1" fmla="*/ 77611 w 90714"/>
                  <a:gd name="csY1" fmla="*/ 77609 h 90713"/>
                  <a:gd name="csX2" fmla="*/ 90896 w 90714"/>
                  <a:gd name="csY2" fmla="*/ 45537 h 90713"/>
                  <a:gd name="csX3" fmla="*/ 77611 w 90714"/>
                  <a:gd name="csY3" fmla="*/ 13465 h 90713"/>
                  <a:gd name="csX4" fmla="*/ 45539 w 90714"/>
                  <a:gd name="csY4" fmla="*/ 180 h 90713"/>
                  <a:gd name="csX5" fmla="*/ 13466 w 90714"/>
                  <a:gd name="csY5" fmla="*/ 13465 h 90713"/>
                  <a:gd name="csX6" fmla="*/ 181 w 90714"/>
                  <a:gd name="csY6" fmla="*/ 45537 h 90713"/>
                  <a:gd name="csX7" fmla="*/ 13466 w 90714"/>
                  <a:gd name="csY7" fmla="*/ 77609 h 90713"/>
                  <a:gd name="csX8" fmla="*/ 45539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9" y="90893"/>
                    </a:moveTo>
                    <a:cubicBezTo>
                      <a:pt x="57568" y="90893"/>
                      <a:pt x="69105" y="86114"/>
                      <a:pt x="77611" y="77609"/>
                    </a:cubicBezTo>
                    <a:cubicBezTo>
                      <a:pt x="86117" y="69103"/>
                      <a:pt x="90896" y="57565"/>
                      <a:pt x="90896" y="45537"/>
                    </a:cubicBezTo>
                    <a:cubicBezTo>
                      <a:pt x="90896" y="33508"/>
                      <a:pt x="86117" y="21970"/>
                      <a:pt x="77611" y="13465"/>
                    </a:cubicBezTo>
                    <a:cubicBezTo>
                      <a:pt x="69105" y="4959"/>
                      <a:pt x="57568" y="180"/>
                      <a:pt x="45539" y="180"/>
                    </a:cubicBezTo>
                    <a:cubicBezTo>
                      <a:pt x="33510" y="180"/>
                      <a:pt x="21972" y="4959"/>
                      <a:pt x="13466" y="13465"/>
                    </a:cubicBezTo>
                    <a:cubicBezTo>
                      <a:pt x="4960" y="21970"/>
                      <a:pt x="181" y="33508"/>
                      <a:pt x="181" y="45537"/>
                    </a:cubicBezTo>
                    <a:cubicBezTo>
                      <a:pt x="181" y="57565"/>
                      <a:pt x="4960" y="69103"/>
                      <a:pt x="13466" y="77609"/>
                    </a:cubicBezTo>
                    <a:cubicBezTo>
                      <a:pt x="21972" y="86114"/>
                      <a:pt x="33510" y="90893"/>
                      <a:pt x="45539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7" name="任意多边形: 形状 1406"/>
              <p:cNvSpPr/>
              <p:nvPr/>
            </p:nvSpPr>
            <p:spPr>
              <a:xfrm>
                <a:off x="6389480" y="21659282"/>
                <a:ext cx="180000" cy="180000"/>
              </a:xfrm>
              <a:custGeom>
                <a:avLst/>
                <a:gdLst>
                  <a:gd name="csX0" fmla="*/ 45537 w 90714"/>
                  <a:gd name="csY0" fmla="*/ 90829 h 90713"/>
                  <a:gd name="csX1" fmla="*/ 77609 w 90714"/>
                  <a:gd name="csY1" fmla="*/ 77545 h 90713"/>
                  <a:gd name="csX2" fmla="*/ 90894 w 90714"/>
                  <a:gd name="csY2" fmla="*/ 45473 h 90713"/>
                  <a:gd name="csX3" fmla="*/ 77609 w 90714"/>
                  <a:gd name="csY3" fmla="*/ 13401 h 90713"/>
                  <a:gd name="csX4" fmla="*/ 45537 w 90714"/>
                  <a:gd name="csY4" fmla="*/ 116 h 90713"/>
                  <a:gd name="csX5" fmla="*/ 13464 w 90714"/>
                  <a:gd name="csY5" fmla="*/ 13401 h 90713"/>
                  <a:gd name="csX6" fmla="*/ 179 w 90714"/>
                  <a:gd name="csY6" fmla="*/ 45473 h 90713"/>
                  <a:gd name="csX7" fmla="*/ 13464 w 90714"/>
                  <a:gd name="csY7" fmla="*/ 77545 h 90713"/>
                  <a:gd name="csX8" fmla="*/ 45537 w 90714"/>
                  <a:gd name="csY8" fmla="*/ 9082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7" y="90829"/>
                    </a:moveTo>
                    <a:cubicBezTo>
                      <a:pt x="57566" y="90829"/>
                      <a:pt x="69103" y="86050"/>
                      <a:pt x="77609" y="77545"/>
                    </a:cubicBezTo>
                    <a:cubicBezTo>
                      <a:pt x="86115" y="69039"/>
                      <a:pt x="90894" y="57501"/>
                      <a:pt x="90894" y="45473"/>
                    </a:cubicBezTo>
                    <a:cubicBezTo>
                      <a:pt x="90894" y="33444"/>
                      <a:pt x="86115" y="21906"/>
                      <a:pt x="77609" y="13401"/>
                    </a:cubicBezTo>
                    <a:cubicBezTo>
                      <a:pt x="69103" y="4895"/>
                      <a:pt x="57566" y="116"/>
                      <a:pt x="45537" y="116"/>
                    </a:cubicBezTo>
                    <a:cubicBezTo>
                      <a:pt x="33508" y="116"/>
                      <a:pt x="21970" y="4895"/>
                      <a:pt x="13464" y="13401"/>
                    </a:cubicBezTo>
                    <a:cubicBezTo>
                      <a:pt x="4959" y="21906"/>
                      <a:pt x="179" y="33444"/>
                      <a:pt x="179" y="45473"/>
                    </a:cubicBezTo>
                    <a:cubicBezTo>
                      <a:pt x="179" y="57501"/>
                      <a:pt x="4959" y="69039"/>
                      <a:pt x="13464" y="77545"/>
                    </a:cubicBezTo>
                    <a:cubicBezTo>
                      <a:pt x="21970" y="86050"/>
                      <a:pt x="33508" y="90829"/>
                      <a:pt x="45537" y="9082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8" name="任意多边形: 形状 1407"/>
              <p:cNvSpPr/>
              <p:nvPr/>
            </p:nvSpPr>
            <p:spPr>
              <a:xfrm>
                <a:off x="5680250" y="23686856"/>
                <a:ext cx="180000" cy="180000"/>
              </a:xfrm>
              <a:custGeom>
                <a:avLst/>
                <a:gdLst>
                  <a:gd name="csX0" fmla="*/ 45515 w 90714"/>
                  <a:gd name="csY0" fmla="*/ 90893 h 90713"/>
                  <a:gd name="csX1" fmla="*/ 77587 w 90714"/>
                  <a:gd name="csY1" fmla="*/ 77608 h 90713"/>
                  <a:gd name="csX2" fmla="*/ 90872 w 90714"/>
                  <a:gd name="csY2" fmla="*/ 45536 h 90713"/>
                  <a:gd name="csX3" fmla="*/ 77587 w 90714"/>
                  <a:gd name="csY3" fmla="*/ 13464 h 90713"/>
                  <a:gd name="csX4" fmla="*/ 45515 w 90714"/>
                  <a:gd name="csY4" fmla="*/ 179 h 90713"/>
                  <a:gd name="csX5" fmla="*/ 13442 w 90714"/>
                  <a:gd name="csY5" fmla="*/ 13464 h 90713"/>
                  <a:gd name="csX6" fmla="*/ 157 w 90714"/>
                  <a:gd name="csY6" fmla="*/ 45536 h 90713"/>
                  <a:gd name="csX7" fmla="*/ 13442 w 90714"/>
                  <a:gd name="csY7" fmla="*/ 77608 h 90713"/>
                  <a:gd name="csX8" fmla="*/ 45515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5" y="90893"/>
                    </a:moveTo>
                    <a:cubicBezTo>
                      <a:pt x="57544" y="90893"/>
                      <a:pt x="69081" y="86114"/>
                      <a:pt x="77587" y="77608"/>
                    </a:cubicBezTo>
                    <a:cubicBezTo>
                      <a:pt x="86093" y="69102"/>
                      <a:pt x="90872" y="57565"/>
                      <a:pt x="90872" y="45536"/>
                    </a:cubicBezTo>
                    <a:cubicBezTo>
                      <a:pt x="90872" y="33507"/>
                      <a:pt x="86093" y="21970"/>
                      <a:pt x="77587" y="13464"/>
                    </a:cubicBezTo>
                    <a:cubicBezTo>
                      <a:pt x="69081" y="4958"/>
                      <a:pt x="57544" y="179"/>
                      <a:pt x="45515" y="179"/>
                    </a:cubicBezTo>
                    <a:cubicBezTo>
                      <a:pt x="33486" y="179"/>
                      <a:pt x="21948" y="4958"/>
                      <a:pt x="13442" y="13464"/>
                    </a:cubicBezTo>
                    <a:cubicBezTo>
                      <a:pt x="4936" y="21970"/>
                      <a:pt x="157" y="33507"/>
                      <a:pt x="157" y="45536"/>
                    </a:cubicBezTo>
                    <a:cubicBezTo>
                      <a:pt x="157" y="57565"/>
                      <a:pt x="4936" y="69102"/>
                      <a:pt x="13442" y="77608"/>
                    </a:cubicBezTo>
                    <a:cubicBezTo>
                      <a:pt x="21948" y="86114"/>
                      <a:pt x="33486" y="90893"/>
                      <a:pt x="45515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09" name="任意多边形: 形状 1408"/>
              <p:cNvSpPr/>
              <p:nvPr/>
            </p:nvSpPr>
            <p:spPr>
              <a:xfrm>
                <a:off x="7054937" y="23828179"/>
                <a:ext cx="180000" cy="180000"/>
              </a:xfrm>
              <a:custGeom>
                <a:avLst/>
                <a:gdLst>
                  <a:gd name="csX0" fmla="*/ 45557 w 90714"/>
                  <a:gd name="csY0" fmla="*/ 90897 h 90713"/>
                  <a:gd name="csX1" fmla="*/ 77630 w 90714"/>
                  <a:gd name="csY1" fmla="*/ 77612 h 90713"/>
                  <a:gd name="csX2" fmla="*/ 90915 w 90714"/>
                  <a:gd name="csY2" fmla="*/ 45540 h 90713"/>
                  <a:gd name="csX3" fmla="*/ 77630 w 90714"/>
                  <a:gd name="csY3" fmla="*/ 13468 h 90713"/>
                  <a:gd name="csX4" fmla="*/ 45557 w 90714"/>
                  <a:gd name="csY4" fmla="*/ 184 h 90713"/>
                  <a:gd name="csX5" fmla="*/ 13485 w 90714"/>
                  <a:gd name="csY5" fmla="*/ 13468 h 90713"/>
                  <a:gd name="csX6" fmla="*/ 200 w 90714"/>
                  <a:gd name="csY6" fmla="*/ 45540 h 90713"/>
                  <a:gd name="csX7" fmla="*/ 13485 w 90714"/>
                  <a:gd name="csY7" fmla="*/ 77612 h 90713"/>
                  <a:gd name="csX8" fmla="*/ 45557 w 90714"/>
                  <a:gd name="csY8" fmla="*/ 9089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897"/>
                    </a:moveTo>
                    <a:cubicBezTo>
                      <a:pt x="57586" y="90897"/>
                      <a:pt x="69124" y="86118"/>
                      <a:pt x="77630" y="77612"/>
                    </a:cubicBezTo>
                    <a:cubicBezTo>
                      <a:pt x="86136" y="69107"/>
                      <a:pt x="90915" y="57569"/>
                      <a:pt x="90915" y="45540"/>
                    </a:cubicBezTo>
                    <a:cubicBezTo>
                      <a:pt x="90915" y="33512"/>
                      <a:pt x="86136" y="21974"/>
                      <a:pt x="77630" y="13468"/>
                    </a:cubicBezTo>
                    <a:cubicBezTo>
                      <a:pt x="69124" y="4963"/>
                      <a:pt x="57586" y="184"/>
                      <a:pt x="45557" y="184"/>
                    </a:cubicBezTo>
                    <a:cubicBezTo>
                      <a:pt x="33529" y="184"/>
                      <a:pt x="21991" y="4963"/>
                      <a:pt x="13485" y="13468"/>
                    </a:cubicBezTo>
                    <a:cubicBezTo>
                      <a:pt x="4979" y="21974"/>
                      <a:pt x="200" y="33512"/>
                      <a:pt x="200" y="45540"/>
                    </a:cubicBezTo>
                    <a:cubicBezTo>
                      <a:pt x="200" y="57569"/>
                      <a:pt x="4979" y="69107"/>
                      <a:pt x="13485" y="77612"/>
                    </a:cubicBezTo>
                    <a:cubicBezTo>
                      <a:pt x="21991" y="86118"/>
                      <a:pt x="33529" y="90897"/>
                      <a:pt x="45557" y="9089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10" name="任意多边形: 形状 1409"/>
              <p:cNvSpPr/>
              <p:nvPr/>
            </p:nvSpPr>
            <p:spPr>
              <a:xfrm>
                <a:off x="5991512" y="22866182"/>
                <a:ext cx="180000" cy="180000"/>
              </a:xfrm>
              <a:custGeom>
                <a:avLst/>
                <a:gdLst>
                  <a:gd name="csX0" fmla="*/ 45524 w 90714"/>
                  <a:gd name="csY0" fmla="*/ 90867 h 90713"/>
                  <a:gd name="csX1" fmla="*/ 77597 w 90714"/>
                  <a:gd name="csY1" fmla="*/ 77582 h 90713"/>
                  <a:gd name="csX2" fmla="*/ 90882 w 90714"/>
                  <a:gd name="csY2" fmla="*/ 45510 h 90713"/>
                  <a:gd name="csX3" fmla="*/ 77597 w 90714"/>
                  <a:gd name="csY3" fmla="*/ 13438 h 90713"/>
                  <a:gd name="csX4" fmla="*/ 45524 w 90714"/>
                  <a:gd name="csY4" fmla="*/ 154 h 90713"/>
                  <a:gd name="csX5" fmla="*/ 13452 w 90714"/>
                  <a:gd name="csY5" fmla="*/ 13438 h 90713"/>
                  <a:gd name="csX6" fmla="*/ 167 w 90714"/>
                  <a:gd name="csY6" fmla="*/ 45510 h 90713"/>
                  <a:gd name="csX7" fmla="*/ 13452 w 90714"/>
                  <a:gd name="csY7" fmla="*/ 77582 h 90713"/>
                  <a:gd name="csX8" fmla="*/ 45524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867"/>
                    </a:moveTo>
                    <a:cubicBezTo>
                      <a:pt x="57553" y="90867"/>
                      <a:pt x="69091" y="86088"/>
                      <a:pt x="77597" y="77582"/>
                    </a:cubicBezTo>
                    <a:cubicBezTo>
                      <a:pt x="86102" y="69077"/>
                      <a:pt x="90882" y="57539"/>
                      <a:pt x="90882" y="45510"/>
                    </a:cubicBezTo>
                    <a:cubicBezTo>
                      <a:pt x="90882" y="33482"/>
                      <a:pt x="86102" y="21944"/>
                      <a:pt x="77597" y="13438"/>
                    </a:cubicBezTo>
                    <a:cubicBezTo>
                      <a:pt x="69091" y="4933"/>
                      <a:pt x="57553" y="154"/>
                      <a:pt x="45524" y="154"/>
                    </a:cubicBezTo>
                    <a:cubicBezTo>
                      <a:pt x="33495" y="154"/>
                      <a:pt x="21958" y="4933"/>
                      <a:pt x="13452" y="13438"/>
                    </a:cubicBezTo>
                    <a:cubicBezTo>
                      <a:pt x="4946" y="21944"/>
                      <a:pt x="167" y="33482"/>
                      <a:pt x="167" y="45510"/>
                    </a:cubicBezTo>
                    <a:cubicBezTo>
                      <a:pt x="167" y="57539"/>
                      <a:pt x="4946" y="69077"/>
                      <a:pt x="13452" y="77582"/>
                    </a:cubicBezTo>
                    <a:cubicBezTo>
                      <a:pt x="21958" y="86088"/>
                      <a:pt x="33495" y="90867"/>
                      <a:pt x="45524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11" name="任意多边形: 形状 1410"/>
              <p:cNvSpPr/>
              <p:nvPr/>
            </p:nvSpPr>
            <p:spPr>
              <a:xfrm>
                <a:off x="5587926" y="24894594"/>
                <a:ext cx="180000" cy="180000"/>
              </a:xfrm>
              <a:custGeom>
                <a:avLst/>
                <a:gdLst>
                  <a:gd name="csX0" fmla="*/ 45512 w 90714"/>
                  <a:gd name="csY0" fmla="*/ 90930 h 90713"/>
                  <a:gd name="csX1" fmla="*/ 77584 w 90714"/>
                  <a:gd name="csY1" fmla="*/ 77646 h 90713"/>
                  <a:gd name="csX2" fmla="*/ 90869 w 90714"/>
                  <a:gd name="csY2" fmla="*/ 45574 h 90713"/>
                  <a:gd name="csX3" fmla="*/ 77584 w 90714"/>
                  <a:gd name="csY3" fmla="*/ 13502 h 90713"/>
                  <a:gd name="csX4" fmla="*/ 45512 w 90714"/>
                  <a:gd name="csY4" fmla="*/ 217 h 90713"/>
                  <a:gd name="csX5" fmla="*/ 13439 w 90714"/>
                  <a:gd name="csY5" fmla="*/ 13502 h 90713"/>
                  <a:gd name="csX6" fmla="*/ 154 w 90714"/>
                  <a:gd name="csY6" fmla="*/ 45574 h 90713"/>
                  <a:gd name="csX7" fmla="*/ 13439 w 90714"/>
                  <a:gd name="csY7" fmla="*/ 77646 h 90713"/>
                  <a:gd name="csX8" fmla="*/ 45512 w 90714"/>
                  <a:gd name="csY8" fmla="*/ 9093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2" y="90930"/>
                    </a:moveTo>
                    <a:cubicBezTo>
                      <a:pt x="57541" y="90930"/>
                      <a:pt x="69078" y="86151"/>
                      <a:pt x="77584" y="77646"/>
                    </a:cubicBezTo>
                    <a:cubicBezTo>
                      <a:pt x="86090" y="69140"/>
                      <a:pt x="90869" y="57602"/>
                      <a:pt x="90869" y="45574"/>
                    </a:cubicBezTo>
                    <a:cubicBezTo>
                      <a:pt x="90869" y="33545"/>
                      <a:pt x="86090" y="22007"/>
                      <a:pt x="77584" y="13502"/>
                    </a:cubicBezTo>
                    <a:cubicBezTo>
                      <a:pt x="69078" y="4996"/>
                      <a:pt x="57541" y="217"/>
                      <a:pt x="45512" y="217"/>
                    </a:cubicBezTo>
                    <a:cubicBezTo>
                      <a:pt x="33483" y="217"/>
                      <a:pt x="21945" y="4996"/>
                      <a:pt x="13439" y="13502"/>
                    </a:cubicBezTo>
                    <a:cubicBezTo>
                      <a:pt x="4934" y="22007"/>
                      <a:pt x="154" y="33545"/>
                      <a:pt x="154" y="45574"/>
                    </a:cubicBezTo>
                    <a:cubicBezTo>
                      <a:pt x="154" y="57602"/>
                      <a:pt x="4934" y="69140"/>
                      <a:pt x="13439" y="77646"/>
                    </a:cubicBezTo>
                    <a:cubicBezTo>
                      <a:pt x="21945" y="86151"/>
                      <a:pt x="33483" y="90930"/>
                      <a:pt x="45512" y="9093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412" name="任意多边形: 形状 1411"/>
              <p:cNvSpPr/>
              <p:nvPr/>
            </p:nvSpPr>
            <p:spPr>
              <a:xfrm>
                <a:off x="8182063" y="22893048"/>
                <a:ext cx="180000" cy="180000"/>
              </a:xfrm>
              <a:custGeom>
                <a:avLst/>
                <a:gdLst>
                  <a:gd name="csX0" fmla="*/ 45593 w 90714"/>
                  <a:gd name="csY0" fmla="*/ 90868 h 90713"/>
                  <a:gd name="csX1" fmla="*/ 77665 w 90714"/>
                  <a:gd name="csY1" fmla="*/ 77583 h 90713"/>
                  <a:gd name="csX2" fmla="*/ 90950 w 90714"/>
                  <a:gd name="csY2" fmla="*/ 45511 h 90713"/>
                  <a:gd name="csX3" fmla="*/ 77665 w 90714"/>
                  <a:gd name="csY3" fmla="*/ 13439 h 90713"/>
                  <a:gd name="csX4" fmla="*/ 45593 w 90714"/>
                  <a:gd name="csY4" fmla="*/ 154 h 90713"/>
                  <a:gd name="csX5" fmla="*/ 13520 w 90714"/>
                  <a:gd name="csY5" fmla="*/ 13439 h 90713"/>
                  <a:gd name="csX6" fmla="*/ 235 w 90714"/>
                  <a:gd name="csY6" fmla="*/ 45511 h 90713"/>
                  <a:gd name="csX7" fmla="*/ 13520 w 90714"/>
                  <a:gd name="csY7" fmla="*/ 77583 h 90713"/>
                  <a:gd name="csX8" fmla="*/ 45593 w 90714"/>
                  <a:gd name="csY8" fmla="*/ 9086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3" y="90868"/>
                    </a:moveTo>
                    <a:cubicBezTo>
                      <a:pt x="57622" y="90868"/>
                      <a:pt x="69159" y="86089"/>
                      <a:pt x="77665" y="77583"/>
                    </a:cubicBezTo>
                    <a:cubicBezTo>
                      <a:pt x="86171" y="69078"/>
                      <a:pt x="90950" y="57540"/>
                      <a:pt x="90950" y="45511"/>
                    </a:cubicBezTo>
                    <a:cubicBezTo>
                      <a:pt x="90950" y="33482"/>
                      <a:pt x="86171" y="21945"/>
                      <a:pt x="77665" y="13439"/>
                    </a:cubicBezTo>
                    <a:cubicBezTo>
                      <a:pt x="69159" y="4934"/>
                      <a:pt x="57622" y="154"/>
                      <a:pt x="45593" y="154"/>
                    </a:cubicBezTo>
                    <a:cubicBezTo>
                      <a:pt x="33564" y="154"/>
                      <a:pt x="22026" y="4934"/>
                      <a:pt x="13520" y="13439"/>
                    </a:cubicBezTo>
                    <a:cubicBezTo>
                      <a:pt x="5014" y="21945"/>
                      <a:pt x="235" y="33482"/>
                      <a:pt x="235" y="45511"/>
                    </a:cubicBezTo>
                    <a:cubicBezTo>
                      <a:pt x="235" y="57540"/>
                      <a:pt x="5014" y="69078"/>
                      <a:pt x="13520" y="77583"/>
                    </a:cubicBezTo>
                    <a:cubicBezTo>
                      <a:pt x="22026" y="86089"/>
                      <a:pt x="33564" y="90868"/>
                      <a:pt x="45593" y="9086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13" name="任意多边形: 形状 1612"/>
              <p:cNvSpPr/>
              <p:nvPr/>
            </p:nvSpPr>
            <p:spPr>
              <a:xfrm>
                <a:off x="5641042" y="22761900"/>
                <a:ext cx="180000" cy="180000"/>
              </a:xfrm>
              <a:custGeom>
                <a:avLst/>
                <a:gdLst>
                  <a:gd name="csX0" fmla="*/ 45513 w 90714"/>
                  <a:gd name="csY0" fmla="*/ 90864 h 90713"/>
                  <a:gd name="csX1" fmla="*/ 77586 w 90714"/>
                  <a:gd name="csY1" fmla="*/ 77579 h 90713"/>
                  <a:gd name="csX2" fmla="*/ 90871 w 90714"/>
                  <a:gd name="csY2" fmla="*/ 45507 h 90713"/>
                  <a:gd name="csX3" fmla="*/ 77586 w 90714"/>
                  <a:gd name="csY3" fmla="*/ 13435 h 90713"/>
                  <a:gd name="csX4" fmla="*/ 45513 w 90714"/>
                  <a:gd name="csY4" fmla="*/ 150 h 90713"/>
                  <a:gd name="csX5" fmla="*/ 13441 w 90714"/>
                  <a:gd name="csY5" fmla="*/ 13435 h 90713"/>
                  <a:gd name="csX6" fmla="*/ 156 w 90714"/>
                  <a:gd name="csY6" fmla="*/ 45507 h 90713"/>
                  <a:gd name="csX7" fmla="*/ 13441 w 90714"/>
                  <a:gd name="csY7" fmla="*/ 77579 h 90713"/>
                  <a:gd name="csX8" fmla="*/ 45513 w 90714"/>
                  <a:gd name="csY8" fmla="*/ 9086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3" y="90864"/>
                    </a:moveTo>
                    <a:cubicBezTo>
                      <a:pt x="57542" y="90864"/>
                      <a:pt x="69080" y="86085"/>
                      <a:pt x="77586" y="77579"/>
                    </a:cubicBezTo>
                    <a:cubicBezTo>
                      <a:pt x="86092" y="69074"/>
                      <a:pt x="90871" y="57536"/>
                      <a:pt x="90871" y="45507"/>
                    </a:cubicBezTo>
                    <a:cubicBezTo>
                      <a:pt x="90871" y="33478"/>
                      <a:pt x="86092" y="21941"/>
                      <a:pt x="77586" y="13435"/>
                    </a:cubicBezTo>
                    <a:cubicBezTo>
                      <a:pt x="69080" y="4929"/>
                      <a:pt x="57542" y="150"/>
                      <a:pt x="45513" y="150"/>
                    </a:cubicBezTo>
                    <a:cubicBezTo>
                      <a:pt x="33484" y="150"/>
                      <a:pt x="21947" y="4929"/>
                      <a:pt x="13441" y="13435"/>
                    </a:cubicBezTo>
                    <a:cubicBezTo>
                      <a:pt x="4935" y="21941"/>
                      <a:pt x="156" y="33478"/>
                      <a:pt x="156" y="45507"/>
                    </a:cubicBezTo>
                    <a:cubicBezTo>
                      <a:pt x="156" y="57536"/>
                      <a:pt x="4935" y="69074"/>
                      <a:pt x="13441" y="77579"/>
                    </a:cubicBezTo>
                    <a:cubicBezTo>
                      <a:pt x="21947" y="86085"/>
                      <a:pt x="33484" y="90864"/>
                      <a:pt x="45513" y="9086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15" name="任意多边形: 形状 1614"/>
              <p:cNvSpPr/>
              <p:nvPr/>
            </p:nvSpPr>
            <p:spPr>
              <a:xfrm>
                <a:off x="8723751" y="22392666"/>
                <a:ext cx="180000" cy="180000"/>
              </a:xfrm>
              <a:custGeom>
                <a:avLst/>
                <a:gdLst>
                  <a:gd name="csX0" fmla="*/ 45610 w 90714"/>
                  <a:gd name="csY0" fmla="*/ 90852 h 90713"/>
                  <a:gd name="csX1" fmla="*/ 77682 w 90714"/>
                  <a:gd name="csY1" fmla="*/ 77568 h 90713"/>
                  <a:gd name="csX2" fmla="*/ 90967 w 90714"/>
                  <a:gd name="csY2" fmla="*/ 45496 h 90713"/>
                  <a:gd name="csX3" fmla="*/ 77682 w 90714"/>
                  <a:gd name="csY3" fmla="*/ 13424 h 90713"/>
                  <a:gd name="csX4" fmla="*/ 45610 w 90714"/>
                  <a:gd name="csY4" fmla="*/ 139 h 90713"/>
                  <a:gd name="csX5" fmla="*/ 13537 w 90714"/>
                  <a:gd name="csY5" fmla="*/ 13424 h 90713"/>
                  <a:gd name="csX6" fmla="*/ 252 w 90714"/>
                  <a:gd name="csY6" fmla="*/ 45496 h 90713"/>
                  <a:gd name="csX7" fmla="*/ 13537 w 90714"/>
                  <a:gd name="csY7" fmla="*/ 77568 h 90713"/>
                  <a:gd name="csX8" fmla="*/ 45610 w 90714"/>
                  <a:gd name="csY8" fmla="*/ 9085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0" y="90852"/>
                    </a:moveTo>
                    <a:cubicBezTo>
                      <a:pt x="57638" y="90852"/>
                      <a:pt x="69176" y="86073"/>
                      <a:pt x="77682" y="77568"/>
                    </a:cubicBezTo>
                    <a:cubicBezTo>
                      <a:pt x="86188" y="69062"/>
                      <a:pt x="90967" y="57524"/>
                      <a:pt x="90967" y="45496"/>
                    </a:cubicBezTo>
                    <a:cubicBezTo>
                      <a:pt x="90967" y="33467"/>
                      <a:pt x="86188" y="21929"/>
                      <a:pt x="77682" y="13424"/>
                    </a:cubicBezTo>
                    <a:cubicBezTo>
                      <a:pt x="69176" y="4918"/>
                      <a:pt x="57638" y="139"/>
                      <a:pt x="45610" y="139"/>
                    </a:cubicBezTo>
                    <a:cubicBezTo>
                      <a:pt x="33581" y="139"/>
                      <a:pt x="22043" y="4918"/>
                      <a:pt x="13537" y="13424"/>
                    </a:cubicBezTo>
                    <a:cubicBezTo>
                      <a:pt x="5031" y="21929"/>
                      <a:pt x="252" y="33467"/>
                      <a:pt x="252" y="45496"/>
                    </a:cubicBezTo>
                    <a:cubicBezTo>
                      <a:pt x="252" y="57524"/>
                      <a:pt x="5031" y="69062"/>
                      <a:pt x="13537" y="77568"/>
                    </a:cubicBezTo>
                    <a:cubicBezTo>
                      <a:pt x="22043" y="86073"/>
                      <a:pt x="33581" y="90852"/>
                      <a:pt x="45610" y="9085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16" name="任意多边形: 形状 1615"/>
              <p:cNvSpPr/>
              <p:nvPr/>
            </p:nvSpPr>
            <p:spPr>
              <a:xfrm>
                <a:off x="7593335" y="22530049"/>
                <a:ext cx="180000" cy="180000"/>
              </a:xfrm>
              <a:custGeom>
                <a:avLst/>
                <a:gdLst>
                  <a:gd name="csX0" fmla="*/ 45574 w 90714"/>
                  <a:gd name="csY0" fmla="*/ 90857 h 90713"/>
                  <a:gd name="csX1" fmla="*/ 77647 w 90714"/>
                  <a:gd name="csY1" fmla="*/ 77572 h 90713"/>
                  <a:gd name="csX2" fmla="*/ 90932 w 90714"/>
                  <a:gd name="csY2" fmla="*/ 45500 h 90713"/>
                  <a:gd name="csX3" fmla="*/ 77647 w 90714"/>
                  <a:gd name="csY3" fmla="*/ 13428 h 90713"/>
                  <a:gd name="csX4" fmla="*/ 45574 w 90714"/>
                  <a:gd name="csY4" fmla="*/ 143 h 90713"/>
                  <a:gd name="csX5" fmla="*/ 13502 w 90714"/>
                  <a:gd name="csY5" fmla="*/ 13428 h 90713"/>
                  <a:gd name="csX6" fmla="*/ 217 w 90714"/>
                  <a:gd name="csY6" fmla="*/ 45500 h 90713"/>
                  <a:gd name="csX7" fmla="*/ 13502 w 90714"/>
                  <a:gd name="csY7" fmla="*/ 77572 h 90713"/>
                  <a:gd name="csX8" fmla="*/ 45574 w 90714"/>
                  <a:gd name="csY8" fmla="*/ 908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4" y="90857"/>
                    </a:moveTo>
                    <a:cubicBezTo>
                      <a:pt x="57603" y="90857"/>
                      <a:pt x="69141" y="86078"/>
                      <a:pt x="77647" y="77572"/>
                    </a:cubicBezTo>
                    <a:cubicBezTo>
                      <a:pt x="86152" y="69066"/>
                      <a:pt x="90932" y="57529"/>
                      <a:pt x="90932" y="45500"/>
                    </a:cubicBezTo>
                    <a:cubicBezTo>
                      <a:pt x="90932" y="33471"/>
                      <a:pt x="86152" y="21933"/>
                      <a:pt x="77647" y="13428"/>
                    </a:cubicBezTo>
                    <a:cubicBezTo>
                      <a:pt x="69141" y="4922"/>
                      <a:pt x="57603" y="143"/>
                      <a:pt x="45574" y="143"/>
                    </a:cubicBezTo>
                    <a:cubicBezTo>
                      <a:pt x="33545" y="143"/>
                      <a:pt x="22008" y="4922"/>
                      <a:pt x="13502" y="13428"/>
                    </a:cubicBezTo>
                    <a:cubicBezTo>
                      <a:pt x="4996" y="21933"/>
                      <a:pt x="217" y="33471"/>
                      <a:pt x="217" y="45500"/>
                    </a:cubicBezTo>
                    <a:cubicBezTo>
                      <a:pt x="217" y="57529"/>
                      <a:pt x="4996" y="69066"/>
                      <a:pt x="13502" y="77572"/>
                    </a:cubicBezTo>
                    <a:cubicBezTo>
                      <a:pt x="22008" y="86078"/>
                      <a:pt x="33545" y="90857"/>
                      <a:pt x="45574" y="908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17" name="任意多边形: 形状 1616"/>
              <p:cNvSpPr/>
              <p:nvPr/>
            </p:nvSpPr>
            <p:spPr>
              <a:xfrm>
                <a:off x="9378792" y="23967035"/>
                <a:ext cx="180000" cy="180000"/>
              </a:xfrm>
              <a:custGeom>
                <a:avLst/>
                <a:gdLst>
                  <a:gd name="csX0" fmla="*/ 45630 w 90714"/>
                  <a:gd name="csY0" fmla="*/ 90901 h 90713"/>
                  <a:gd name="csX1" fmla="*/ 77702 w 90714"/>
                  <a:gd name="csY1" fmla="*/ 77617 h 90713"/>
                  <a:gd name="csX2" fmla="*/ 90987 w 90714"/>
                  <a:gd name="csY2" fmla="*/ 45545 h 90713"/>
                  <a:gd name="csX3" fmla="*/ 77702 w 90714"/>
                  <a:gd name="csY3" fmla="*/ 13473 h 90713"/>
                  <a:gd name="csX4" fmla="*/ 45630 w 90714"/>
                  <a:gd name="csY4" fmla="*/ 188 h 90713"/>
                  <a:gd name="csX5" fmla="*/ 13557 w 90714"/>
                  <a:gd name="csY5" fmla="*/ 13473 h 90713"/>
                  <a:gd name="csX6" fmla="*/ 273 w 90714"/>
                  <a:gd name="csY6" fmla="*/ 45545 h 90713"/>
                  <a:gd name="csX7" fmla="*/ 13557 w 90714"/>
                  <a:gd name="csY7" fmla="*/ 77617 h 90713"/>
                  <a:gd name="csX8" fmla="*/ 45630 w 90714"/>
                  <a:gd name="csY8" fmla="*/ 9090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0" y="90901"/>
                    </a:moveTo>
                    <a:cubicBezTo>
                      <a:pt x="57659" y="90901"/>
                      <a:pt x="69197" y="86122"/>
                      <a:pt x="77702" y="77617"/>
                    </a:cubicBezTo>
                    <a:cubicBezTo>
                      <a:pt x="86208" y="69111"/>
                      <a:pt x="90987" y="57573"/>
                      <a:pt x="90987" y="45545"/>
                    </a:cubicBezTo>
                    <a:cubicBezTo>
                      <a:pt x="90987" y="33516"/>
                      <a:pt x="86208" y="21978"/>
                      <a:pt x="77702" y="13473"/>
                    </a:cubicBezTo>
                    <a:cubicBezTo>
                      <a:pt x="69197" y="4967"/>
                      <a:pt x="57659" y="188"/>
                      <a:pt x="45630" y="188"/>
                    </a:cubicBezTo>
                    <a:cubicBezTo>
                      <a:pt x="33601" y="188"/>
                      <a:pt x="22063" y="4967"/>
                      <a:pt x="13557" y="13473"/>
                    </a:cubicBezTo>
                    <a:cubicBezTo>
                      <a:pt x="5052" y="21978"/>
                      <a:pt x="273" y="33516"/>
                      <a:pt x="273" y="45545"/>
                    </a:cubicBezTo>
                    <a:cubicBezTo>
                      <a:pt x="273" y="57573"/>
                      <a:pt x="5052" y="69111"/>
                      <a:pt x="13557" y="77617"/>
                    </a:cubicBezTo>
                    <a:cubicBezTo>
                      <a:pt x="22063" y="86122"/>
                      <a:pt x="33601" y="90901"/>
                      <a:pt x="45630" y="9090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18" name="任意多边形: 形状 1617"/>
              <p:cNvSpPr/>
              <p:nvPr/>
            </p:nvSpPr>
            <p:spPr>
              <a:xfrm>
                <a:off x="6836677" y="23377889"/>
                <a:ext cx="180000" cy="180000"/>
              </a:xfrm>
              <a:custGeom>
                <a:avLst/>
                <a:gdLst>
                  <a:gd name="csX0" fmla="*/ 45551 w 90714"/>
                  <a:gd name="csY0" fmla="*/ 90883 h 90713"/>
                  <a:gd name="csX1" fmla="*/ 77623 w 90714"/>
                  <a:gd name="csY1" fmla="*/ 77598 h 90713"/>
                  <a:gd name="csX2" fmla="*/ 90908 w 90714"/>
                  <a:gd name="csY2" fmla="*/ 45526 h 90713"/>
                  <a:gd name="csX3" fmla="*/ 77623 w 90714"/>
                  <a:gd name="csY3" fmla="*/ 13454 h 90713"/>
                  <a:gd name="csX4" fmla="*/ 45551 w 90714"/>
                  <a:gd name="csY4" fmla="*/ 170 h 90713"/>
                  <a:gd name="csX5" fmla="*/ 13478 w 90714"/>
                  <a:gd name="csY5" fmla="*/ 13454 h 90713"/>
                  <a:gd name="csX6" fmla="*/ 193 w 90714"/>
                  <a:gd name="csY6" fmla="*/ 45526 h 90713"/>
                  <a:gd name="csX7" fmla="*/ 13478 w 90714"/>
                  <a:gd name="csY7" fmla="*/ 77598 h 90713"/>
                  <a:gd name="csX8" fmla="*/ 45551 w 90714"/>
                  <a:gd name="csY8" fmla="*/ 9088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1" y="90883"/>
                    </a:moveTo>
                    <a:cubicBezTo>
                      <a:pt x="57580" y="90883"/>
                      <a:pt x="69117" y="86104"/>
                      <a:pt x="77623" y="77598"/>
                    </a:cubicBezTo>
                    <a:cubicBezTo>
                      <a:pt x="86129" y="69093"/>
                      <a:pt x="90908" y="57555"/>
                      <a:pt x="90908" y="45526"/>
                    </a:cubicBezTo>
                    <a:cubicBezTo>
                      <a:pt x="90908" y="33498"/>
                      <a:pt x="86129" y="21960"/>
                      <a:pt x="77623" y="13454"/>
                    </a:cubicBezTo>
                    <a:cubicBezTo>
                      <a:pt x="69117" y="4949"/>
                      <a:pt x="57580" y="170"/>
                      <a:pt x="45551" y="170"/>
                    </a:cubicBezTo>
                    <a:cubicBezTo>
                      <a:pt x="33522" y="170"/>
                      <a:pt x="21984" y="4949"/>
                      <a:pt x="13478" y="13454"/>
                    </a:cubicBezTo>
                    <a:cubicBezTo>
                      <a:pt x="4973" y="21960"/>
                      <a:pt x="193" y="33498"/>
                      <a:pt x="193" y="45526"/>
                    </a:cubicBezTo>
                    <a:cubicBezTo>
                      <a:pt x="193" y="57555"/>
                      <a:pt x="4973" y="69093"/>
                      <a:pt x="13478" y="77598"/>
                    </a:cubicBezTo>
                    <a:cubicBezTo>
                      <a:pt x="21984" y="86104"/>
                      <a:pt x="33522" y="90883"/>
                      <a:pt x="45551" y="9088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26" name="任意多边形: 形状 1625"/>
              <p:cNvSpPr/>
              <p:nvPr/>
            </p:nvSpPr>
            <p:spPr>
              <a:xfrm>
                <a:off x="7499007" y="23604290"/>
                <a:ext cx="180000" cy="180000"/>
              </a:xfrm>
              <a:custGeom>
                <a:avLst/>
                <a:gdLst>
                  <a:gd name="csX0" fmla="*/ 45571 w 90714"/>
                  <a:gd name="csY0" fmla="*/ 90890 h 90713"/>
                  <a:gd name="csX1" fmla="*/ 77644 w 90714"/>
                  <a:gd name="csY1" fmla="*/ 77605 h 90713"/>
                  <a:gd name="csX2" fmla="*/ 90929 w 90714"/>
                  <a:gd name="csY2" fmla="*/ 45533 h 90713"/>
                  <a:gd name="csX3" fmla="*/ 77644 w 90714"/>
                  <a:gd name="csY3" fmla="*/ 13461 h 90713"/>
                  <a:gd name="csX4" fmla="*/ 45571 w 90714"/>
                  <a:gd name="csY4" fmla="*/ 177 h 90713"/>
                  <a:gd name="csX5" fmla="*/ 13499 w 90714"/>
                  <a:gd name="csY5" fmla="*/ 13461 h 90713"/>
                  <a:gd name="csX6" fmla="*/ 214 w 90714"/>
                  <a:gd name="csY6" fmla="*/ 45533 h 90713"/>
                  <a:gd name="csX7" fmla="*/ 13499 w 90714"/>
                  <a:gd name="csY7" fmla="*/ 77605 h 90713"/>
                  <a:gd name="csX8" fmla="*/ 45571 w 90714"/>
                  <a:gd name="csY8" fmla="*/ 9089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890"/>
                    </a:moveTo>
                    <a:cubicBezTo>
                      <a:pt x="57600" y="90890"/>
                      <a:pt x="69138" y="86111"/>
                      <a:pt x="77644" y="77605"/>
                    </a:cubicBezTo>
                    <a:cubicBezTo>
                      <a:pt x="86149" y="69100"/>
                      <a:pt x="90929" y="57562"/>
                      <a:pt x="90929" y="45533"/>
                    </a:cubicBezTo>
                    <a:cubicBezTo>
                      <a:pt x="90929" y="33505"/>
                      <a:pt x="86149" y="21967"/>
                      <a:pt x="77644" y="13461"/>
                    </a:cubicBezTo>
                    <a:cubicBezTo>
                      <a:pt x="69138" y="4956"/>
                      <a:pt x="57600" y="177"/>
                      <a:pt x="45571" y="177"/>
                    </a:cubicBezTo>
                    <a:cubicBezTo>
                      <a:pt x="33542" y="177"/>
                      <a:pt x="22005" y="4956"/>
                      <a:pt x="13499" y="13461"/>
                    </a:cubicBezTo>
                    <a:cubicBezTo>
                      <a:pt x="4993" y="21967"/>
                      <a:pt x="214" y="33505"/>
                      <a:pt x="214" y="45533"/>
                    </a:cubicBezTo>
                    <a:cubicBezTo>
                      <a:pt x="214" y="57562"/>
                      <a:pt x="4993" y="69100"/>
                      <a:pt x="13499" y="77605"/>
                    </a:cubicBezTo>
                    <a:cubicBezTo>
                      <a:pt x="22005" y="86111"/>
                      <a:pt x="33542" y="90890"/>
                      <a:pt x="45571" y="9089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35" name="任意多边形: 形状 1634"/>
              <p:cNvSpPr/>
              <p:nvPr/>
            </p:nvSpPr>
            <p:spPr>
              <a:xfrm>
                <a:off x="8048643" y="19757647"/>
                <a:ext cx="180000" cy="180000"/>
              </a:xfrm>
              <a:custGeom>
                <a:avLst/>
                <a:gdLst>
                  <a:gd name="csX0" fmla="*/ 45588 w 90714"/>
                  <a:gd name="csY0" fmla="*/ 90770 h 90713"/>
                  <a:gd name="csX1" fmla="*/ 77661 w 90714"/>
                  <a:gd name="csY1" fmla="*/ 77485 h 90713"/>
                  <a:gd name="csX2" fmla="*/ 90946 w 90714"/>
                  <a:gd name="csY2" fmla="*/ 45413 h 90713"/>
                  <a:gd name="csX3" fmla="*/ 77661 w 90714"/>
                  <a:gd name="csY3" fmla="*/ 13341 h 90713"/>
                  <a:gd name="csX4" fmla="*/ 45588 w 90714"/>
                  <a:gd name="csY4" fmla="*/ 57 h 90713"/>
                  <a:gd name="csX5" fmla="*/ 13516 w 90714"/>
                  <a:gd name="csY5" fmla="*/ 13341 h 90713"/>
                  <a:gd name="csX6" fmla="*/ 231 w 90714"/>
                  <a:gd name="csY6" fmla="*/ 45413 h 90713"/>
                  <a:gd name="csX7" fmla="*/ 13516 w 90714"/>
                  <a:gd name="csY7" fmla="*/ 77485 h 90713"/>
                  <a:gd name="csX8" fmla="*/ 45588 w 90714"/>
                  <a:gd name="csY8" fmla="*/ 9077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8" y="90770"/>
                    </a:moveTo>
                    <a:cubicBezTo>
                      <a:pt x="57617" y="90770"/>
                      <a:pt x="69155" y="85991"/>
                      <a:pt x="77661" y="77485"/>
                    </a:cubicBezTo>
                    <a:cubicBezTo>
                      <a:pt x="86167" y="68980"/>
                      <a:pt x="90946" y="57442"/>
                      <a:pt x="90946" y="45413"/>
                    </a:cubicBezTo>
                    <a:cubicBezTo>
                      <a:pt x="90946" y="33385"/>
                      <a:pt x="86167" y="21847"/>
                      <a:pt x="77661" y="13341"/>
                    </a:cubicBezTo>
                    <a:cubicBezTo>
                      <a:pt x="69155" y="4836"/>
                      <a:pt x="57617" y="57"/>
                      <a:pt x="45588" y="57"/>
                    </a:cubicBezTo>
                    <a:cubicBezTo>
                      <a:pt x="33560" y="57"/>
                      <a:pt x="22022" y="4836"/>
                      <a:pt x="13516" y="13341"/>
                    </a:cubicBezTo>
                    <a:cubicBezTo>
                      <a:pt x="5010" y="21847"/>
                      <a:pt x="231" y="33385"/>
                      <a:pt x="231" y="45413"/>
                    </a:cubicBezTo>
                    <a:cubicBezTo>
                      <a:pt x="231" y="57442"/>
                      <a:pt x="5010" y="68980"/>
                      <a:pt x="13516" y="77485"/>
                    </a:cubicBezTo>
                    <a:cubicBezTo>
                      <a:pt x="22022" y="85991"/>
                      <a:pt x="33560" y="90770"/>
                      <a:pt x="45588" y="9077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36" name="任意多边形: 形状 1635"/>
              <p:cNvSpPr/>
              <p:nvPr/>
            </p:nvSpPr>
            <p:spPr>
              <a:xfrm>
                <a:off x="6583959" y="25044495"/>
                <a:ext cx="180000" cy="180000"/>
              </a:xfrm>
              <a:custGeom>
                <a:avLst/>
                <a:gdLst>
                  <a:gd name="csX0" fmla="*/ 45543 w 90714"/>
                  <a:gd name="csY0" fmla="*/ 90935 h 90713"/>
                  <a:gd name="csX1" fmla="*/ 77615 w 90714"/>
                  <a:gd name="csY1" fmla="*/ 77650 h 90713"/>
                  <a:gd name="csX2" fmla="*/ 90900 w 90714"/>
                  <a:gd name="csY2" fmla="*/ 45578 h 90713"/>
                  <a:gd name="csX3" fmla="*/ 77615 w 90714"/>
                  <a:gd name="csY3" fmla="*/ 13506 h 90713"/>
                  <a:gd name="csX4" fmla="*/ 45543 w 90714"/>
                  <a:gd name="csY4" fmla="*/ 222 h 90713"/>
                  <a:gd name="csX5" fmla="*/ 13470 w 90714"/>
                  <a:gd name="csY5" fmla="*/ 13506 h 90713"/>
                  <a:gd name="csX6" fmla="*/ 185 w 90714"/>
                  <a:gd name="csY6" fmla="*/ 45578 h 90713"/>
                  <a:gd name="csX7" fmla="*/ 13470 w 90714"/>
                  <a:gd name="csY7" fmla="*/ 77650 h 90713"/>
                  <a:gd name="csX8" fmla="*/ 45543 w 90714"/>
                  <a:gd name="csY8" fmla="*/ 9093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3" y="90935"/>
                    </a:moveTo>
                    <a:cubicBezTo>
                      <a:pt x="57572" y="90935"/>
                      <a:pt x="69110" y="86156"/>
                      <a:pt x="77615" y="77650"/>
                    </a:cubicBezTo>
                    <a:cubicBezTo>
                      <a:pt x="86121" y="69145"/>
                      <a:pt x="90900" y="57607"/>
                      <a:pt x="90900" y="45578"/>
                    </a:cubicBezTo>
                    <a:cubicBezTo>
                      <a:pt x="90900" y="33550"/>
                      <a:pt x="86121" y="22012"/>
                      <a:pt x="77615" y="13506"/>
                    </a:cubicBezTo>
                    <a:cubicBezTo>
                      <a:pt x="69110" y="5001"/>
                      <a:pt x="57572" y="222"/>
                      <a:pt x="45543" y="222"/>
                    </a:cubicBezTo>
                    <a:cubicBezTo>
                      <a:pt x="33514" y="222"/>
                      <a:pt x="21976" y="5001"/>
                      <a:pt x="13470" y="13506"/>
                    </a:cubicBezTo>
                    <a:cubicBezTo>
                      <a:pt x="4965" y="22012"/>
                      <a:pt x="185" y="33550"/>
                      <a:pt x="185" y="45578"/>
                    </a:cubicBezTo>
                    <a:cubicBezTo>
                      <a:pt x="185" y="57607"/>
                      <a:pt x="4965" y="69145"/>
                      <a:pt x="13470" y="77650"/>
                    </a:cubicBezTo>
                    <a:cubicBezTo>
                      <a:pt x="21976" y="86156"/>
                      <a:pt x="33514" y="90935"/>
                      <a:pt x="45543" y="9093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38" name="任意多边形: 形状 1637"/>
              <p:cNvSpPr/>
              <p:nvPr/>
            </p:nvSpPr>
            <p:spPr>
              <a:xfrm>
                <a:off x="10267336" y="22063857"/>
                <a:ext cx="180000" cy="180000"/>
              </a:xfrm>
              <a:custGeom>
                <a:avLst/>
                <a:gdLst>
                  <a:gd name="csX0" fmla="*/ 45658 w 90714"/>
                  <a:gd name="csY0" fmla="*/ 90842 h 90713"/>
                  <a:gd name="csX1" fmla="*/ 77730 w 90714"/>
                  <a:gd name="csY1" fmla="*/ 77557 h 90713"/>
                  <a:gd name="csX2" fmla="*/ 91015 w 90714"/>
                  <a:gd name="csY2" fmla="*/ 45485 h 90713"/>
                  <a:gd name="csX3" fmla="*/ 77730 w 90714"/>
                  <a:gd name="csY3" fmla="*/ 13413 h 90713"/>
                  <a:gd name="csX4" fmla="*/ 45658 w 90714"/>
                  <a:gd name="csY4" fmla="*/ 129 h 90713"/>
                  <a:gd name="csX5" fmla="*/ 13585 w 90714"/>
                  <a:gd name="csY5" fmla="*/ 13413 h 90713"/>
                  <a:gd name="csX6" fmla="*/ 300 w 90714"/>
                  <a:gd name="csY6" fmla="*/ 45485 h 90713"/>
                  <a:gd name="csX7" fmla="*/ 13585 w 90714"/>
                  <a:gd name="csY7" fmla="*/ 77557 h 90713"/>
                  <a:gd name="csX8" fmla="*/ 45658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58" y="90842"/>
                    </a:moveTo>
                    <a:cubicBezTo>
                      <a:pt x="57687" y="90842"/>
                      <a:pt x="69224" y="86063"/>
                      <a:pt x="77730" y="77557"/>
                    </a:cubicBezTo>
                    <a:cubicBezTo>
                      <a:pt x="86236" y="69052"/>
                      <a:pt x="91015" y="57514"/>
                      <a:pt x="91015" y="45485"/>
                    </a:cubicBezTo>
                    <a:cubicBezTo>
                      <a:pt x="91015" y="33457"/>
                      <a:pt x="86236" y="21919"/>
                      <a:pt x="77730" y="13413"/>
                    </a:cubicBezTo>
                    <a:cubicBezTo>
                      <a:pt x="69224" y="4908"/>
                      <a:pt x="57687" y="129"/>
                      <a:pt x="45658" y="129"/>
                    </a:cubicBezTo>
                    <a:cubicBezTo>
                      <a:pt x="33629" y="129"/>
                      <a:pt x="22091" y="4908"/>
                      <a:pt x="13585" y="13413"/>
                    </a:cubicBezTo>
                    <a:cubicBezTo>
                      <a:pt x="5079" y="21919"/>
                      <a:pt x="300" y="33457"/>
                      <a:pt x="300" y="45485"/>
                    </a:cubicBezTo>
                    <a:cubicBezTo>
                      <a:pt x="300" y="57514"/>
                      <a:pt x="5079" y="69052"/>
                      <a:pt x="13585" y="77557"/>
                    </a:cubicBezTo>
                    <a:cubicBezTo>
                      <a:pt x="22091" y="86063"/>
                      <a:pt x="33629" y="90842"/>
                      <a:pt x="45658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39" name="任意多边形: 形状 1638"/>
              <p:cNvSpPr/>
              <p:nvPr/>
            </p:nvSpPr>
            <p:spPr>
              <a:xfrm>
                <a:off x="8476046" y="25147491"/>
                <a:ext cx="180000" cy="180000"/>
              </a:xfrm>
              <a:custGeom>
                <a:avLst/>
                <a:gdLst>
                  <a:gd name="csX0" fmla="*/ 45602 w 90714"/>
                  <a:gd name="csY0" fmla="*/ 90938 h 90713"/>
                  <a:gd name="csX1" fmla="*/ 77674 w 90714"/>
                  <a:gd name="csY1" fmla="*/ 77654 h 90713"/>
                  <a:gd name="csX2" fmla="*/ 90959 w 90714"/>
                  <a:gd name="csY2" fmla="*/ 45581 h 90713"/>
                  <a:gd name="csX3" fmla="*/ 77674 w 90714"/>
                  <a:gd name="csY3" fmla="*/ 13509 h 90713"/>
                  <a:gd name="csX4" fmla="*/ 45602 w 90714"/>
                  <a:gd name="csY4" fmla="*/ 225 h 90713"/>
                  <a:gd name="csX5" fmla="*/ 13529 w 90714"/>
                  <a:gd name="csY5" fmla="*/ 13509 h 90713"/>
                  <a:gd name="csX6" fmla="*/ 244 w 90714"/>
                  <a:gd name="csY6" fmla="*/ 45581 h 90713"/>
                  <a:gd name="csX7" fmla="*/ 13529 w 90714"/>
                  <a:gd name="csY7" fmla="*/ 77654 h 90713"/>
                  <a:gd name="csX8" fmla="*/ 45602 w 90714"/>
                  <a:gd name="csY8" fmla="*/ 9093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2" y="90938"/>
                    </a:moveTo>
                    <a:cubicBezTo>
                      <a:pt x="57631" y="90938"/>
                      <a:pt x="69169" y="86159"/>
                      <a:pt x="77674" y="77654"/>
                    </a:cubicBezTo>
                    <a:cubicBezTo>
                      <a:pt x="86180" y="69148"/>
                      <a:pt x="90959" y="57610"/>
                      <a:pt x="90959" y="45581"/>
                    </a:cubicBezTo>
                    <a:cubicBezTo>
                      <a:pt x="90959" y="33553"/>
                      <a:pt x="86180" y="22015"/>
                      <a:pt x="77674" y="13509"/>
                    </a:cubicBezTo>
                    <a:cubicBezTo>
                      <a:pt x="69169" y="5004"/>
                      <a:pt x="57631" y="225"/>
                      <a:pt x="45602" y="225"/>
                    </a:cubicBezTo>
                    <a:cubicBezTo>
                      <a:pt x="33573" y="225"/>
                      <a:pt x="22035" y="5004"/>
                      <a:pt x="13529" y="13509"/>
                    </a:cubicBezTo>
                    <a:cubicBezTo>
                      <a:pt x="5024" y="22015"/>
                      <a:pt x="244" y="33553"/>
                      <a:pt x="244" y="45581"/>
                    </a:cubicBezTo>
                    <a:cubicBezTo>
                      <a:pt x="244" y="57610"/>
                      <a:pt x="5024" y="69148"/>
                      <a:pt x="13529" y="77654"/>
                    </a:cubicBezTo>
                    <a:cubicBezTo>
                      <a:pt x="22035" y="86159"/>
                      <a:pt x="33573" y="90938"/>
                      <a:pt x="45602" y="9093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0" name="任意多边形: 形状 1639"/>
              <p:cNvSpPr/>
              <p:nvPr/>
            </p:nvSpPr>
            <p:spPr>
              <a:xfrm>
                <a:off x="4265444" y="22217332"/>
                <a:ext cx="180000" cy="180000"/>
              </a:xfrm>
              <a:custGeom>
                <a:avLst/>
                <a:gdLst>
                  <a:gd name="csX0" fmla="*/ 45470 w 90714"/>
                  <a:gd name="csY0" fmla="*/ 90847 h 90713"/>
                  <a:gd name="csX1" fmla="*/ 77543 w 90714"/>
                  <a:gd name="csY1" fmla="*/ 77562 h 90713"/>
                  <a:gd name="csX2" fmla="*/ 90828 w 90714"/>
                  <a:gd name="csY2" fmla="*/ 45490 h 90713"/>
                  <a:gd name="csX3" fmla="*/ 77543 w 90714"/>
                  <a:gd name="csY3" fmla="*/ 13418 h 90713"/>
                  <a:gd name="csX4" fmla="*/ 45470 w 90714"/>
                  <a:gd name="csY4" fmla="*/ 133 h 90713"/>
                  <a:gd name="csX5" fmla="*/ 13398 w 90714"/>
                  <a:gd name="csY5" fmla="*/ 13418 h 90713"/>
                  <a:gd name="csX6" fmla="*/ 113 w 90714"/>
                  <a:gd name="csY6" fmla="*/ 45490 h 90713"/>
                  <a:gd name="csX7" fmla="*/ 13398 w 90714"/>
                  <a:gd name="csY7" fmla="*/ 77562 h 90713"/>
                  <a:gd name="csX8" fmla="*/ 45470 w 90714"/>
                  <a:gd name="csY8" fmla="*/ 9084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0" y="90847"/>
                    </a:moveTo>
                    <a:cubicBezTo>
                      <a:pt x="57499" y="90847"/>
                      <a:pt x="69037" y="86068"/>
                      <a:pt x="77543" y="77562"/>
                    </a:cubicBezTo>
                    <a:cubicBezTo>
                      <a:pt x="86049" y="69057"/>
                      <a:pt x="90828" y="57519"/>
                      <a:pt x="90828" y="45490"/>
                    </a:cubicBezTo>
                    <a:cubicBezTo>
                      <a:pt x="90828" y="33461"/>
                      <a:pt x="86049" y="21924"/>
                      <a:pt x="77543" y="13418"/>
                    </a:cubicBezTo>
                    <a:cubicBezTo>
                      <a:pt x="69037" y="4912"/>
                      <a:pt x="57499" y="133"/>
                      <a:pt x="45470" y="133"/>
                    </a:cubicBezTo>
                    <a:cubicBezTo>
                      <a:pt x="33442" y="133"/>
                      <a:pt x="21904" y="4912"/>
                      <a:pt x="13398" y="13418"/>
                    </a:cubicBezTo>
                    <a:cubicBezTo>
                      <a:pt x="4892" y="21924"/>
                      <a:pt x="113" y="33461"/>
                      <a:pt x="113" y="45490"/>
                    </a:cubicBezTo>
                    <a:cubicBezTo>
                      <a:pt x="113" y="57519"/>
                      <a:pt x="4892" y="69057"/>
                      <a:pt x="13398" y="77562"/>
                    </a:cubicBezTo>
                    <a:cubicBezTo>
                      <a:pt x="21904" y="86068"/>
                      <a:pt x="33442" y="90847"/>
                      <a:pt x="45470" y="9084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1" name="任意多边形: 形状 1640"/>
              <p:cNvSpPr/>
              <p:nvPr/>
            </p:nvSpPr>
            <p:spPr>
              <a:xfrm>
                <a:off x="7439762" y="24320277"/>
                <a:ext cx="180000" cy="180000"/>
              </a:xfrm>
              <a:custGeom>
                <a:avLst/>
                <a:gdLst>
                  <a:gd name="csX0" fmla="*/ 45569 w 90714"/>
                  <a:gd name="csY0" fmla="*/ 90912 h 90713"/>
                  <a:gd name="csX1" fmla="*/ 77642 w 90714"/>
                  <a:gd name="csY1" fmla="*/ 77628 h 90713"/>
                  <a:gd name="csX2" fmla="*/ 90927 w 90714"/>
                  <a:gd name="csY2" fmla="*/ 45556 h 90713"/>
                  <a:gd name="csX3" fmla="*/ 77642 w 90714"/>
                  <a:gd name="csY3" fmla="*/ 13484 h 90713"/>
                  <a:gd name="csX4" fmla="*/ 45569 w 90714"/>
                  <a:gd name="csY4" fmla="*/ 199 h 90713"/>
                  <a:gd name="csX5" fmla="*/ 13497 w 90714"/>
                  <a:gd name="csY5" fmla="*/ 13484 h 90713"/>
                  <a:gd name="csX6" fmla="*/ 212 w 90714"/>
                  <a:gd name="csY6" fmla="*/ 45556 h 90713"/>
                  <a:gd name="csX7" fmla="*/ 13497 w 90714"/>
                  <a:gd name="csY7" fmla="*/ 77628 h 90713"/>
                  <a:gd name="csX8" fmla="*/ 45569 w 90714"/>
                  <a:gd name="csY8" fmla="*/ 909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912"/>
                    </a:moveTo>
                    <a:cubicBezTo>
                      <a:pt x="57598" y="90912"/>
                      <a:pt x="69136" y="86133"/>
                      <a:pt x="77642" y="77628"/>
                    </a:cubicBezTo>
                    <a:cubicBezTo>
                      <a:pt x="86148" y="69122"/>
                      <a:pt x="90927" y="57584"/>
                      <a:pt x="90927" y="45556"/>
                    </a:cubicBezTo>
                    <a:cubicBezTo>
                      <a:pt x="90927" y="33527"/>
                      <a:pt x="86148" y="21989"/>
                      <a:pt x="77642" y="13484"/>
                    </a:cubicBezTo>
                    <a:cubicBezTo>
                      <a:pt x="69136" y="4978"/>
                      <a:pt x="57598" y="199"/>
                      <a:pt x="45569" y="199"/>
                    </a:cubicBezTo>
                    <a:cubicBezTo>
                      <a:pt x="33541" y="199"/>
                      <a:pt x="22003" y="4978"/>
                      <a:pt x="13497" y="13484"/>
                    </a:cubicBezTo>
                    <a:cubicBezTo>
                      <a:pt x="4991" y="21989"/>
                      <a:pt x="212" y="33527"/>
                      <a:pt x="212" y="45556"/>
                    </a:cubicBezTo>
                    <a:cubicBezTo>
                      <a:pt x="212" y="57584"/>
                      <a:pt x="4991" y="69122"/>
                      <a:pt x="13497" y="77628"/>
                    </a:cubicBezTo>
                    <a:cubicBezTo>
                      <a:pt x="22003" y="86133"/>
                      <a:pt x="33541" y="90912"/>
                      <a:pt x="45569" y="909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2" name="任意多边形: 形状 1641"/>
              <p:cNvSpPr/>
              <p:nvPr/>
            </p:nvSpPr>
            <p:spPr>
              <a:xfrm>
                <a:off x="6822439" y="22016834"/>
                <a:ext cx="180000" cy="180000"/>
              </a:xfrm>
              <a:custGeom>
                <a:avLst/>
                <a:gdLst>
                  <a:gd name="csX0" fmla="*/ 45550 w 90714"/>
                  <a:gd name="csY0" fmla="*/ 90841 h 90713"/>
                  <a:gd name="csX1" fmla="*/ 77623 w 90714"/>
                  <a:gd name="csY1" fmla="*/ 77556 h 90713"/>
                  <a:gd name="csX2" fmla="*/ 90908 w 90714"/>
                  <a:gd name="csY2" fmla="*/ 45484 h 90713"/>
                  <a:gd name="csX3" fmla="*/ 77623 w 90714"/>
                  <a:gd name="csY3" fmla="*/ 13412 h 90713"/>
                  <a:gd name="csX4" fmla="*/ 45550 w 90714"/>
                  <a:gd name="csY4" fmla="*/ 127 h 90713"/>
                  <a:gd name="csX5" fmla="*/ 13478 w 90714"/>
                  <a:gd name="csY5" fmla="*/ 13412 h 90713"/>
                  <a:gd name="csX6" fmla="*/ 193 w 90714"/>
                  <a:gd name="csY6" fmla="*/ 45484 h 90713"/>
                  <a:gd name="csX7" fmla="*/ 13478 w 90714"/>
                  <a:gd name="csY7" fmla="*/ 77556 h 90713"/>
                  <a:gd name="csX8" fmla="*/ 45550 w 90714"/>
                  <a:gd name="csY8" fmla="*/ 908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0" y="90841"/>
                    </a:moveTo>
                    <a:cubicBezTo>
                      <a:pt x="57579" y="90841"/>
                      <a:pt x="69117" y="86062"/>
                      <a:pt x="77623" y="77556"/>
                    </a:cubicBezTo>
                    <a:cubicBezTo>
                      <a:pt x="86128" y="69050"/>
                      <a:pt x="90908" y="57513"/>
                      <a:pt x="90908" y="45484"/>
                    </a:cubicBezTo>
                    <a:cubicBezTo>
                      <a:pt x="90908" y="33455"/>
                      <a:pt x="86128" y="21917"/>
                      <a:pt x="77623" y="13412"/>
                    </a:cubicBezTo>
                    <a:cubicBezTo>
                      <a:pt x="69117" y="4906"/>
                      <a:pt x="57579" y="127"/>
                      <a:pt x="45550" y="127"/>
                    </a:cubicBezTo>
                    <a:cubicBezTo>
                      <a:pt x="33521" y="127"/>
                      <a:pt x="21983" y="4906"/>
                      <a:pt x="13478" y="13412"/>
                    </a:cubicBezTo>
                    <a:cubicBezTo>
                      <a:pt x="4972" y="21917"/>
                      <a:pt x="193" y="33455"/>
                      <a:pt x="193" y="45484"/>
                    </a:cubicBezTo>
                    <a:cubicBezTo>
                      <a:pt x="193" y="57513"/>
                      <a:pt x="4972" y="69050"/>
                      <a:pt x="13478" y="77556"/>
                    </a:cubicBezTo>
                    <a:cubicBezTo>
                      <a:pt x="21983" y="86062"/>
                      <a:pt x="33521" y="90841"/>
                      <a:pt x="45550" y="908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3" name="任意多边形: 形状 1642"/>
              <p:cNvSpPr/>
              <p:nvPr/>
            </p:nvSpPr>
            <p:spPr>
              <a:xfrm>
                <a:off x="3779153" y="24265260"/>
                <a:ext cx="180000" cy="180000"/>
              </a:xfrm>
              <a:custGeom>
                <a:avLst/>
                <a:gdLst>
                  <a:gd name="csX0" fmla="*/ 45455 w 90714"/>
                  <a:gd name="csY0" fmla="*/ 90911 h 90713"/>
                  <a:gd name="csX1" fmla="*/ 77528 w 90714"/>
                  <a:gd name="csY1" fmla="*/ 77626 h 90713"/>
                  <a:gd name="csX2" fmla="*/ 90813 w 90714"/>
                  <a:gd name="csY2" fmla="*/ 45554 h 90713"/>
                  <a:gd name="csX3" fmla="*/ 77528 w 90714"/>
                  <a:gd name="csY3" fmla="*/ 13482 h 90713"/>
                  <a:gd name="csX4" fmla="*/ 45455 w 90714"/>
                  <a:gd name="csY4" fmla="*/ 197 h 90713"/>
                  <a:gd name="csX5" fmla="*/ 13383 w 90714"/>
                  <a:gd name="csY5" fmla="*/ 13482 h 90713"/>
                  <a:gd name="csX6" fmla="*/ 98 w 90714"/>
                  <a:gd name="csY6" fmla="*/ 45554 h 90713"/>
                  <a:gd name="csX7" fmla="*/ 13383 w 90714"/>
                  <a:gd name="csY7" fmla="*/ 77626 h 90713"/>
                  <a:gd name="csX8" fmla="*/ 45455 w 90714"/>
                  <a:gd name="csY8" fmla="*/ 9091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55" y="90911"/>
                    </a:moveTo>
                    <a:cubicBezTo>
                      <a:pt x="57484" y="90911"/>
                      <a:pt x="69022" y="86132"/>
                      <a:pt x="77528" y="77626"/>
                    </a:cubicBezTo>
                    <a:cubicBezTo>
                      <a:pt x="86033" y="69120"/>
                      <a:pt x="90813" y="57583"/>
                      <a:pt x="90813" y="45554"/>
                    </a:cubicBezTo>
                    <a:cubicBezTo>
                      <a:pt x="90813" y="33525"/>
                      <a:pt x="86033" y="21988"/>
                      <a:pt x="77528" y="13482"/>
                    </a:cubicBezTo>
                    <a:cubicBezTo>
                      <a:pt x="69022" y="4976"/>
                      <a:pt x="57484" y="197"/>
                      <a:pt x="45455" y="197"/>
                    </a:cubicBezTo>
                    <a:cubicBezTo>
                      <a:pt x="33426" y="197"/>
                      <a:pt x="21889" y="4976"/>
                      <a:pt x="13383" y="13482"/>
                    </a:cubicBezTo>
                    <a:cubicBezTo>
                      <a:pt x="4877" y="21988"/>
                      <a:pt x="98" y="33525"/>
                      <a:pt x="98" y="45554"/>
                    </a:cubicBezTo>
                    <a:cubicBezTo>
                      <a:pt x="98" y="57583"/>
                      <a:pt x="4877" y="69120"/>
                      <a:pt x="13383" y="77626"/>
                    </a:cubicBezTo>
                    <a:cubicBezTo>
                      <a:pt x="21889" y="86132"/>
                      <a:pt x="33426" y="90911"/>
                      <a:pt x="45455" y="9091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4" name="任意多边形: 形状 1643"/>
              <p:cNvSpPr/>
              <p:nvPr/>
            </p:nvSpPr>
            <p:spPr>
              <a:xfrm>
                <a:off x="6995904" y="25644905"/>
                <a:ext cx="180000" cy="180000"/>
              </a:xfrm>
              <a:custGeom>
                <a:avLst/>
                <a:gdLst>
                  <a:gd name="csX0" fmla="*/ 45556 w 90714"/>
                  <a:gd name="csY0" fmla="*/ 90954 h 90713"/>
                  <a:gd name="csX1" fmla="*/ 77628 w 90714"/>
                  <a:gd name="csY1" fmla="*/ 77669 h 90713"/>
                  <a:gd name="csX2" fmla="*/ 90913 w 90714"/>
                  <a:gd name="csY2" fmla="*/ 45597 h 90713"/>
                  <a:gd name="csX3" fmla="*/ 77628 w 90714"/>
                  <a:gd name="csY3" fmla="*/ 13525 h 90713"/>
                  <a:gd name="csX4" fmla="*/ 45556 w 90714"/>
                  <a:gd name="csY4" fmla="*/ 240 h 90713"/>
                  <a:gd name="csX5" fmla="*/ 13483 w 90714"/>
                  <a:gd name="csY5" fmla="*/ 13525 h 90713"/>
                  <a:gd name="csX6" fmla="*/ 198 w 90714"/>
                  <a:gd name="csY6" fmla="*/ 45597 h 90713"/>
                  <a:gd name="csX7" fmla="*/ 13483 w 90714"/>
                  <a:gd name="csY7" fmla="*/ 77669 h 90713"/>
                  <a:gd name="csX8" fmla="*/ 45556 w 90714"/>
                  <a:gd name="csY8" fmla="*/ 9095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954"/>
                    </a:moveTo>
                    <a:cubicBezTo>
                      <a:pt x="57585" y="90954"/>
                      <a:pt x="69122" y="86175"/>
                      <a:pt x="77628" y="77669"/>
                    </a:cubicBezTo>
                    <a:cubicBezTo>
                      <a:pt x="86134" y="69163"/>
                      <a:pt x="90913" y="57626"/>
                      <a:pt x="90913" y="45597"/>
                    </a:cubicBezTo>
                    <a:cubicBezTo>
                      <a:pt x="90913" y="33568"/>
                      <a:pt x="86134" y="22031"/>
                      <a:pt x="77628" y="13525"/>
                    </a:cubicBezTo>
                    <a:cubicBezTo>
                      <a:pt x="69122" y="5019"/>
                      <a:pt x="57585" y="240"/>
                      <a:pt x="45556" y="240"/>
                    </a:cubicBezTo>
                    <a:cubicBezTo>
                      <a:pt x="33527" y="240"/>
                      <a:pt x="21989" y="5019"/>
                      <a:pt x="13483" y="13525"/>
                    </a:cubicBezTo>
                    <a:cubicBezTo>
                      <a:pt x="4977" y="22031"/>
                      <a:pt x="198" y="33568"/>
                      <a:pt x="198" y="45597"/>
                    </a:cubicBezTo>
                    <a:cubicBezTo>
                      <a:pt x="198" y="57626"/>
                      <a:pt x="4977" y="69163"/>
                      <a:pt x="13483" y="77669"/>
                    </a:cubicBezTo>
                    <a:cubicBezTo>
                      <a:pt x="21989" y="86175"/>
                      <a:pt x="33527" y="90954"/>
                      <a:pt x="45556" y="9095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5" name="任意多边形: 形状 1644"/>
              <p:cNvSpPr/>
              <p:nvPr/>
            </p:nvSpPr>
            <p:spPr>
              <a:xfrm>
                <a:off x="6094535" y="24737573"/>
                <a:ext cx="180000" cy="180000"/>
              </a:xfrm>
              <a:custGeom>
                <a:avLst/>
                <a:gdLst>
                  <a:gd name="csX0" fmla="*/ 45528 w 90714"/>
                  <a:gd name="csY0" fmla="*/ 90925 h 90713"/>
                  <a:gd name="csX1" fmla="*/ 77600 w 90714"/>
                  <a:gd name="csY1" fmla="*/ 77641 h 90713"/>
                  <a:gd name="csX2" fmla="*/ 90885 w 90714"/>
                  <a:gd name="csY2" fmla="*/ 45569 h 90713"/>
                  <a:gd name="csX3" fmla="*/ 77600 w 90714"/>
                  <a:gd name="csY3" fmla="*/ 13497 h 90713"/>
                  <a:gd name="csX4" fmla="*/ 45528 w 90714"/>
                  <a:gd name="csY4" fmla="*/ 212 h 90713"/>
                  <a:gd name="csX5" fmla="*/ 13455 w 90714"/>
                  <a:gd name="csY5" fmla="*/ 13497 h 90713"/>
                  <a:gd name="csX6" fmla="*/ 170 w 90714"/>
                  <a:gd name="csY6" fmla="*/ 45569 h 90713"/>
                  <a:gd name="csX7" fmla="*/ 13455 w 90714"/>
                  <a:gd name="csY7" fmla="*/ 77641 h 90713"/>
                  <a:gd name="csX8" fmla="*/ 45528 w 90714"/>
                  <a:gd name="csY8" fmla="*/ 9092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8" y="90925"/>
                    </a:moveTo>
                    <a:cubicBezTo>
                      <a:pt x="57556" y="90925"/>
                      <a:pt x="69094" y="86146"/>
                      <a:pt x="77600" y="77641"/>
                    </a:cubicBezTo>
                    <a:cubicBezTo>
                      <a:pt x="86106" y="69135"/>
                      <a:pt x="90885" y="57597"/>
                      <a:pt x="90885" y="45569"/>
                    </a:cubicBezTo>
                    <a:cubicBezTo>
                      <a:pt x="90885" y="33540"/>
                      <a:pt x="86106" y="22002"/>
                      <a:pt x="77600" y="13497"/>
                    </a:cubicBezTo>
                    <a:cubicBezTo>
                      <a:pt x="69094" y="4991"/>
                      <a:pt x="57556" y="212"/>
                      <a:pt x="45528" y="212"/>
                    </a:cubicBezTo>
                    <a:cubicBezTo>
                      <a:pt x="33499" y="212"/>
                      <a:pt x="21961" y="4991"/>
                      <a:pt x="13455" y="13497"/>
                    </a:cubicBezTo>
                    <a:cubicBezTo>
                      <a:pt x="4949" y="22002"/>
                      <a:pt x="170" y="33540"/>
                      <a:pt x="170" y="45569"/>
                    </a:cubicBezTo>
                    <a:cubicBezTo>
                      <a:pt x="170" y="57597"/>
                      <a:pt x="4949" y="69135"/>
                      <a:pt x="13455" y="77641"/>
                    </a:cubicBezTo>
                    <a:cubicBezTo>
                      <a:pt x="21961" y="86146"/>
                      <a:pt x="33499" y="90925"/>
                      <a:pt x="45528" y="9092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6" name="任意多边形: 形状 1645"/>
              <p:cNvSpPr/>
              <p:nvPr/>
            </p:nvSpPr>
            <p:spPr>
              <a:xfrm>
                <a:off x="7610939" y="21552250"/>
                <a:ext cx="180000" cy="180000"/>
              </a:xfrm>
              <a:custGeom>
                <a:avLst/>
                <a:gdLst>
                  <a:gd name="csX0" fmla="*/ 45575 w 90714"/>
                  <a:gd name="csY0" fmla="*/ 90826 h 90713"/>
                  <a:gd name="csX1" fmla="*/ 77647 w 90714"/>
                  <a:gd name="csY1" fmla="*/ 77541 h 90713"/>
                  <a:gd name="csX2" fmla="*/ 90932 w 90714"/>
                  <a:gd name="csY2" fmla="*/ 45469 h 90713"/>
                  <a:gd name="csX3" fmla="*/ 77647 w 90714"/>
                  <a:gd name="csY3" fmla="*/ 13397 h 90713"/>
                  <a:gd name="csX4" fmla="*/ 45575 w 90714"/>
                  <a:gd name="csY4" fmla="*/ 113 h 90713"/>
                  <a:gd name="csX5" fmla="*/ 13502 w 90714"/>
                  <a:gd name="csY5" fmla="*/ 13397 h 90713"/>
                  <a:gd name="csX6" fmla="*/ 218 w 90714"/>
                  <a:gd name="csY6" fmla="*/ 45469 h 90713"/>
                  <a:gd name="csX7" fmla="*/ 13502 w 90714"/>
                  <a:gd name="csY7" fmla="*/ 77541 h 90713"/>
                  <a:gd name="csX8" fmla="*/ 45575 w 90714"/>
                  <a:gd name="csY8" fmla="*/ 908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5" y="90826"/>
                    </a:moveTo>
                    <a:cubicBezTo>
                      <a:pt x="57604" y="90826"/>
                      <a:pt x="69142" y="86047"/>
                      <a:pt x="77647" y="77541"/>
                    </a:cubicBezTo>
                    <a:cubicBezTo>
                      <a:pt x="86153" y="69036"/>
                      <a:pt x="90932" y="57498"/>
                      <a:pt x="90932" y="45469"/>
                    </a:cubicBezTo>
                    <a:cubicBezTo>
                      <a:pt x="90932" y="33441"/>
                      <a:pt x="86153" y="21903"/>
                      <a:pt x="77647" y="13397"/>
                    </a:cubicBezTo>
                    <a:cubicBezTo>
                      <a:pt x="69142" y="4892"/>
                      <a:pt x="57604" y="113"/>
                      <a:pt x="45575" y="113"/>
                    </a:cubicBezTo>
                    <a:cubicBezTo>
                      <a:pt x="33546" y="113"/>
                      <a:pt x="22008" y="4892"/>
                      <a:pt x="13502" y="13397"/>
                    </a:cubicBezTo>
                    <a:cubicBezTo>
                      <a:pt x="4997" y="21903"/>
                      <a:pt x="218" y="33441"/>
                      <a:pt x="218" y="45469"/>
                    </a:cubicBezTo>
                    <a:cubicBezTo>
                      <a:pt x="218" y="57498"/>
                      <a:pt x="4997" y="69036"/>
                      <a:pt x="13502" y="77541"/>
                    </a:cubicBezTo>
                    <a:cubicBezTo>
                      <a:pt x="22008" y="86047"/>
                      <a:pt x="33546" y="90826"/>
                      <a:pt x="45575" y="908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7" name="任意多边形: 形状 1646"/>
              <p:cNvSpPr/>
              <p:nvPr/>
            </p:nvSpPr>
            <p:spPr>
              <a:xfrm>
                <a:off x="8913227" y="22256724"/>
                <a:ext cx="180000" cy="180000"/>
              </a:xfrm>
              <a:custGeom>
                <a:avLst/>
                <a:gdLst>
                  <a:gd name="csX0" fmla="*/ 45615 w 90714"/>
                  <a:gd name="csY0" fmla="*/ 90848 h 90713"/>
                  <a:gd name="csX1" fmla="*/ 77688 w 90714"/>
                  <a:gd name="csY1" fmla="*/ 77563 h 90713"/>
                  <a:gd name="csX2" fmla="*/ 90973 w 90714"/>
                  <a:gd name="csY2" fmla="*/ 45491 h 90713"/>
                  <a:gd name="csX3" fmla="*/ 77688 w 90714"/>
                  <a:gd name="csY3" fmla="*/ 13419 h 90713"/>
                  <a:gd name="csX4" fmla="*/ 45615 w 90714"/>
                  <a:gd name="csY4" fmla="*/ 135 h 90713"/>
                  <a:gd name="csX5" fmla="*/ 13543 w 90714"/>
                  <a:gd name="csY5" fmla="*/ 13419 h 90713"/>
                  <a:gd name="csX6" fmla="*/ 258 w 90714"/>
                  <a:gd name="csY6" fmla="*/ 45491 h 90713"/>
                  <a:gd name="csX7" fmla="*/ 13543 w 90714"/>
                  <a:gd name="csY7" fmla="*/ 77563 h 90713"/>
                  <a:gd name="csX8" fmla="*/ 45615 w 90714"/>
                  <a:gd name="csY8" fmla="*/ 908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5" y="90848"/>
                    </a:moveTo>
                    <a:cubicBezTo>
                      <a:pt x="57644" y="90848"/>
                      <a:pt x="69182" y="86069"/>
                      <a:pt x="77688" y="77563"/>
                    </a:cubicBezTo>
                    <a:cubicBezTo>
                      <a:pt x="86194" y="69058"/>
                      <a:pt x="90973" y="57520"/>
                      <a:pt x="90973" y="45491"/>
                    </a:cubicBezTo>
                    <a:cubicBezTo>
                      <a:pt x="90973" y="33463"/>
                      <a:pt x="86194" y="21925"/>
                      <a:pt x="77688" y="13419"/>
                    </a:cubicBezTo>
                    <a:cubicBezTo>
                      <a:pt x="69182" y="4914"/>
                      <a:pt x="57644" y="135"/>
                      <a:pt x="45615" y="135"/>
                    </a:cubicBezTo>
                    <a:cubicBezTo>
                      <a:pt x="33587" y="135"/>
                      <a:pt x="22049" y="4914"/>
                      <a:pt x="13543" y="13419"/>
                    </a:cubicBezTo>
                    <a:cubicBezTo>
                      <a:pt x="5037" y="21925"/>
                      <a:pt x="258" y="33463"/>
                      <a:pt x="258" y="45491"/>
                    </a:cubicBezTo>
                    <a:cubicBezTo>
                      <a:pt x="258" y="57520"/>
                      <a:pt x="5037" y="69058"/>
                      <a:pt x="13543" y="77563"/>
                    </a:cubicBezTo>
                    <a:cubicBezTo>
                      <a:pt x="22049" y="86069"/>
                      <a:pt x="33587" y="90848"/>
                      <a:pt x="45615" y="908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8" name="任意多边形: 形状 1647"/>
              <p:cNvSpPr/>
              <p:nvPr/>
            </p:nvSpPr>
            <p:spPr>
              <a:xfrm>
                <a:off x="7066798" y="24322033"/>
                <a:ext cx="180000" cy="180000"/>
              </a:xfrm>
              <a:custGeom>
                <a:avLst/>
                <a:gdLst>
                  <a:gd name="csX0" fmla="*/ 45558 w 90714"/>
                  <a:gd name="csY0" fmla="*/ 90912 h 90713"/>
                  <a:gd name="csX1" fmla="*/ 77630 w 90714"/>
                  <a:gd name="csY1" fmla="*/ 77628 h 90713"/>
                  <a:gd name="csX2" fmla="*/ 90915 w 90714"/>
                  <a:gd name="csY2" fmla="*/ 45556 h 90713"/>
                  <a:gd name="csX3" fmla="*/ 77630 w 90714"/>
                  <a:gd name="csY3" fmla="*/ 13484 h 90713"/>
                  <a:gd name="csX4" fmla="*/ 45558 w 90714"/>
                  <a:gd name="csY4" fmla="*/ 199 h 90713"/>
                  <a:gd name="csX5" fmla="*/ 13485 w 90714"/>
                  <a:gd name="csY5" fmla="*/ 13484 h 90713"/>
                  <a:gd name="csX6" fmla="*/ 201 w 90714"/>
                  <a:gd name="csY6" fmla="*/ 45556 h 90713"/>
                  <a:gd name="csX7" fmla="*/ 13485 w 90714"/>
                  <a:gd name="csY7" fmla="*/ 77628 h 90713"/>
                  <a:gd name="csX8" fmla="*/ 45558 w 90714"/>
                  <a:gd name="csY8" fmla="*/ 909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8" y="90912"/>
                    </a:moveTo>
                    <a:cubicBezTo>
                      <a:pt x="57587" y="90912"/>
                      <a:pt x="69125" y="86133"/>
                      <a:pt x="77630" y="77628"/>
                    </a:cubicBezTo>
                    <a:cubicBezTo>
                      <a:pt x="86136" y="69122"/>
                      <a:pt x="90915" y="57585"/>
                      <a:pt x="90915" y="45556"/>
                    </a:cubicBezTo>
                    <a:cubicBezTo>
                      <a:pt x="90915" y="33527"/>
                      <a:pt x="86136" y="21989"/>
                      <a:pt x="77630" y="13484"/>
                    </a:cubicBezTo>
                    <a:cubicBezTo>
                      <a:pt x="69125" y="4978"/>
                      <a:pt x="57587" y="199"/>
                      <a:pt x="45558" y="199"/>
                    </a:cubicBezTo>
                    <a:cubicBezTo>
                      <a:pt x="33529" y="199"/>
                      <a:pt x="21991" y="4978"/>
                      <a:pt x="13485" y="13484"/>
                    </a:cubicBezTo>
                    <a:cubicBezTo>
                      <a:pt x="4980" y="21989"/>
                      <a:pt x="201" y="33527"/>
                      <a:pt x="201" y="45556"/>
                    </a:cubicBezTo>
                    <a:cubicBezTo>
                      <a:pt x="201" y="57585"/>
                      <a:pt x="4980" y="69122"/>
                      <a:pt x="13485" y="77628"/>
                    </a:cubicBezTo>
                    <a:cubicBezTo>
                      <a:pt x="21991" y="86133"/>
                      <a:pt x="33529" y="90912"/>
                      <a:pt x="45558" y="909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49" name="任意多边形: 形状 1648"/>
              <p:cNvSpPr/>
              <p:nvPr/>
            </p:nvSpPr>
            <p:spPr>
              <a:xfrm>
                <a:off x="7805560" y="24243356"/>
                <a:ext cx="180000" cy="180000"/>
              </a:xfrm>
              <a:custGeom>
                <a:avLst/>
                <a:gdLst>
                  <a:gd name="csX0" fmla="*/ 45581 w 90714"/>
                  <a:gd name="csY0" fmla="*/ 90910 h 90713"/>
                  <a:gd name="csX1" fmla="*/ 77653 w 90714"/>
                  <a:gd name="csY1" fmla="*/ 77625 h 90713"/>
                  <a:gd name="csX2" fmla="*/ 90938 w 90714"/>
                  <a:gd name="csY2" fmla="*/ 45553 h 90713"/>
                  <a:gd name="csX3" fmla="*/ 77653 w 90714"/>
                  <a:gd name="csY3" fmla="*/ 13481 h 90713"/>
                  <a:gd name="csX4" fmla="*/ 45581 w 90714"/>
                  <a:gd name="csY4" fmla="*/ 197 h 90713"/>
                  <a:gd name="csX5" fmla="*/ 13508 w 90714"/>
                  <a:gd name="csY5" fmla="*/ 13481 h 90713"/>
                  <a:gd name="csX6" fmla="*/ 224 w 90714"/>
                  <a:gd name="csY6" fmla="*/ 45553 h 90713"/>
                  <a:gd name="csX7" fmla="*/ 13508 w 90714"/>
                  <a:gd name="csY7" fmla="*/ 77625 h 90713"/>
                  <a:gd name="csX8" fmla="*/ 45581 w 90714"/>
                  <a:gd name="csY8" fmla="*/ 9091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1" y="90910"/>
                    </a:moveTo>
                    <a:cubicBezTo>
                      <a:pt x="57610" y="90910"/>
                      <a:pt x="69148" y="86131"/>
                      <a:pt x="77653" y="77625"/>
                    </a:cubicBezTo>
                    <a:cubicBezTo>
                      <a:pt x="86159" y="69120"/>
                      <a:pt x="90938" y="57582"/>
                      <a:pt x="90938" y="45553"/>
                    </a:cubicBezTo>
                    <a:cubicBezTo>
                      <a:pt x="90938" y="33525"/>
                      <a:pt x="86159" y="21987"/>
                      <a:pt x="77653" y="13481"/>
                    </a:cubicBezTo>
                    <a:cubicBezTo>
                      <a:pt x="69148" y="4976"/>
                      <a:pt x="57610" y="197"/>
                      <a:pt x="45581" y="197"/>
                    </a:cubicBezTo>
                    <a:cubicBezTo>
                      <a:pt x="33552" y="197"/>
                      <a:pt x="22014" y="4976"/>
                      <a:pt x="13508" y="13481"/>
                    </a:cubicBezTo>
                    <a:cubicBezTo>
                      <a:pt x="5003" y="21987"/>
                      <a:pt x="224" y="33525"/>
                      <a:pt x="224" y="45553"/>
                    </a:cubicBezTo>
                    <a:cubicBezTo>
                      <a:pt x="224" y="57582"/>
                      <a:pt x="5003" y="69120"/>
                      <a:pt x="13508" y="77625"/>
                    </a:cubicBezTo>
                    <a:cubicBezTo>
                      <a:pt x="22014" y="86131"/>
                      <a:pt x="33552" y="90910"/>
                      <a:pt x="45581" y="9091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0" name="任意多边形: 形状 1649"/>
              <p:cNvSpPr/>
              <p:nvPr/>
            </p:nvSpPr>
            <p:spPr>
              <a:xfrm>
                <a:off x="8183162" y="22704182"/>
                <a:ext cx="180000" cy="180000"/>
              </a:xfrm>
              <a:custGeom>
                <a:avLst/>
                <a:gdLst>
                  <a:gd name="csX0" fmla="*/ 45593 w 90714"/>
                  <a:gd name="csY0" fmla="*/ 90862 h 90713"/>
                  <a:gd name="csX1" fmla="*/ 77665 w 90714"/>
                  <a:gd name="csY1" fmla="*/ 77577 h 90713"/>
                  <a:gd name="csX2" fmla="*/ 90950 w 90714"/>
                  <a:gd name="csY2" fmla="*/ 45505 h 90713"/>
                  <a:gd name="csX3" fmla="*/ 77665 w 90714"/>
                  <a:gd name="csY3" fmla="*/ 13433 h 90713"/>
                  <a:gd name="csX4" fmla="*/ 45593 w 90714"/>
                  <a:gd name="csY4" fmla="*/ 149 h 90713"/>
                  <a:gd name="csX5" fmla="*/ 13520 w 90714"/>
                  <a:gd name="csY5" fmla="*/ 13433 h 90713"/>
                  <a:gd name="csX6" fmla="*/ 235 w 90714"/>
                  <a:gd name="csY6" fmla="*/ 45505 h 90713"/>
                  <a:gd name="csX7" fmla="*/ 13520 w 90714"/>
                  <a:gd name="csY7" fmla="*/ 77577 h 90713"/>
                  <a:gd name="csX8" fmla="*/ 45593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3" y="90862"/>
                    </a:moveTo>
                    <a:cubicBezTo>
                      <a:pt x="57622" y="90862"/>
                      <a:pt x="69159" y="86083"/>
                      <a:pt x="77665" y="77577"/>
                    </a:cubicBezTo>
                    <a:cubicBezTo>
                      <a:pt x="86171" y="69072"/>
                      <a:pt x="90950" y="57534"/>
                      <a:pt x="90950" y="45505"/>
                    </a:cubicBezTo>
                    <a:cubicBezTo>
                      <a:pt x="90950" y="33477"/>
                      <a:pt x="86171" y="21939"/>
                      <a:pt x="77665" y="13433"/>
                    </a:cubicBezTo>
                    <a:cubicBezTo>
                      <a:pt x="69159" y="4928"/>
                      <a:pt x="57622" y="149"/>
                      <a:pt x="45593" y="149"/>
                    </a:cubicBezTo>
                    <a:cubicBezTo>
                      <a:pt x="33564" y="149"/>
                      <a:pt x="22026" y="4928"/>
                      <a:pt x="13520" y="13433"/>
                    </a:cubicBezTo>
                    <a:cubicBezTo>
                      <a:pt x="5014" y="21939"/>
                      <a:pt x="235" y="33477"/>
                      <a:pt x="235" y="45505"/>
                    </a:cubicBezTo>
                    <a:cubicBezTo>
                      <a:pt x="235" y="57534"/>
                      <a:pt x="5014" y="69072"/>
                      <a:pt x="13520" y="77577"/>
                    </a:cubicBezTo>
                    <a:cubicBezTo>
                      <a:pt x="22026" y="86083"/>
                      <a:pt x="33564" y="90862"/>
                      <a:pt x="45593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1" name="任意多边形: 形状 1650"/>
              <p:cNvSpPr/>
              <p:nvPr/>
            </p:nvSpPr>
            <p:spPr>
              <a:xfrm>
                <a:off x="8298831" y="21539096"/>
                <a:ext cx="180000" cy="180000"/>
              </a:xfrm>
              <a:custGeom>
                <a:avLst/>
                <a:gdLst>
                  <a:gd name="csX0" fmla="*/ 45596 w 90714"/>
                  <a:gd name="csY0" fmla="*/ 90826 h 90713"/>
                  <a:gd name="csX1" fmla="*/ 77669 w 90714"/>
                  <a:gd name="csY1" fmla="*/ 77541 h 90713"/>
                  <a:gd name="csX2" fmla="*/ 90954 w 90714"/>
                  <a:gd name="csY2" fmla="*/ 45469 h 90713"/>
                  <a:gd name="csX3" fmla="*/ 77669 w 90714"/>
                  <a:gd name="csY3" fmla="*/ 13397 h 90713"/>
                  <a:gd name="csX4" fmla="*/ 45596 w 90714"/>
                  <a:gd name="csY4" fmla="*/ 112 h 90713"/>
                  <a:gd name="csX5" fmla="*/ 13524 w 90714"/>
                  <a:gd name="csY5" fmla="*/ 13397 h 90713"/>
                  <a:gd name="csX6" fmla="*/ 239 w 90714"/>
                  <a:gd name="csY6" fmla="*/ 45469 h 90713"/>
                  <a:gd name="csX7" fmla="*/ 13524 w 90714"/>
                  <a:gd name="csY7" fmla="*/ 77541 h 90713"/>
                  <a:gd name="csX8" fmla="*/ 45596 w 90714"/>
                  <a:gd name="csY8" fmla="*/ 908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6" y="90826"/>
                    </a:moveTo>
                    <a:cubicBezTo>
                      <a:pt x="57625" y="90826"/>
                      <a:pt x="69163" y="86047"/>
                      <a:pt x="77669" y="77541"/>
                    </a:cubicBezTo>
                    <a:cubicBezTo>
                      <a:pt x="86174" y="69035"/>
                      <a:pt x="90954" y="57498"/>
                      <a:pt x="90954" y="45469"/>
                    </a:cubicBezTo>
                    <a:cubicBezTo>
                      <a:pt x="90954" y="33440"/>
                      <a:pt x="86174" y="21903"/>
                      <a:pt x="77669" y="13397"/>
                    </a:cubicBezTo>
                    <a:cubicBezTo>
                      <a:pt x="69163" y="4891"/>
                      <a:pt x="57625" y="112"/>
                      <a:pt x="45596" y="112"/>
                    </a:cubicBezTo>
                    <a:cubicBezTo>
                      <a:pt x="33567" y="112"/>
                      <a:pt x="22030" y="4891"/>
                      <a:pt x="13524" y="13397"/>
                    </a:cubicBezTo>
                    <a:cubicBezTo>
                      <a:pt x="5018" y="21903"/>
                      <a:pt x="239" y="33440"/>
                      <a:pt x="239" y="45469"/>
                    </a:cubicBezTo>
                    <a:cubicBezTo>
                      <a:pt x="239" y="57498"/>
                      <a:pt x="5018" y="69035"/>
                      <a:pt x="13524" y="77541"/>
                    </a:cubicBezTo>
                    <a:cubicBezTo>
                      <a:pt x="22030" y="86047"/>
                      <a:pt x="33567" y="90826"/>
                      <a:pt x="45596" y="908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2" name="任意多边形: 形状 1651"/>
              <p:cNvSpPr/>
              <p:nvPr/>
            </p:nvSpPr>
            <p:spPr>
              <a:xfrm>
                <a:off x="7093116" y="24847815"/>
                <a:ext cx="180000" cy="180000"/>
              </a:xfrm>
              <a:custGeom>
                <a:avLst/>
                <a:gdLst>
                  <a:gd name="csX0" fmla="*/ 45559 w 90714"/>
                  <a:gd name="csY0" fmla="*/ 90929 h 90713"/>
                  <a:gd name="csX1" fmla="*/ 77631 w 90714"/>
                  <a:gd name="csY1" fmla="*/ 77644 h 90713"/>
                  <a:gd name="csX2" fmla="*/ 90916 w 90714"/>
                  <a:gd name="csY2" fmla="*/ 45572 h 90713"/>
                  <a:gd name="csX3" fmla="*/ 77631 w 90714"/>
                  <a:gd name="csY3" fmla="*/ 13500 h 90713"/>
                  <a:gd name="csX4" fmla="*/ 45559 w 90714"/>
                  <a:gd name="csY4" fmla="*/ 215 h 90713"/>
                  <a:gd name="csX5" fmla="*/ 13486 w 90714"/>
                  <a:gd name="csY5" fmla="*/ 13500 h 90713"/>
                  <a:gd name="csX6" fmla="*/ 201 w 90714"/>
                  <a:gd name="csY6" fmla="*/ 45572 h 90713"/>
                  <a:gd name="csX7" fmla="*/ 13486 w 90714"/>
                  <a:gd name="csY7" fmla="*/ 77644 h 90713"/>
                  <a:gd name="csX8" fmla="*/ 45559 w 90714"/>
                  <a:gd name="csY8" fmla="*/ 9092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9" y="90929"/>
                    </a:moveTo>
                    <a:cubicBezTo>
                      <a:pt x="57588" y="90929"/>
                      <a:pt x="69125" y="86150"/>
                      <a:pt x="77631" y="77644"/>
                    </a:cubicBezTo>
                    <a:cubicBezTo>
                      <a:pt x="86137" y="69139"/>
                      <a:pt x="90916" y="57601"/>
                      <a:pt x="90916" y="45572"/>
                    </a:cubicBezTo>
                    <a:cubicBezTo>
                      <a:pt x="90916" y="33543"/>
                      <a:pt x="86137" y="22006"/>
                      <a:pt x="77631" y="13500"/>
                    </a:cubicBezTo>
                    <a:cubicBezTo>
                      <a:pt x="69125" y="4995"/>
                      <a:pt x="57588" y="215"/>
                      <a:pt x="45559" y="215"/>
                    </a:cubicBezTo>
                    <a:cubicBezTo>
                      <a:pt x="33530" y="215"/>
                      <a:pt x="21992" y="4995"/>
                      <a:pt x="13486" y="13500"/>
                    </a:cubicBezTo>
                    <a:cubicBezTo>
                      <a:pt x="4981" y="22006"/>
                      <a:pt x="201" y="33543"/>
                      <a:pt x="201" y="45572"/>
                    </a:cubicBezTo>
                    <a:cubicBezTo>
                      <a:pt x="201" y="57601"/>
                      <a:pt x="4981" y="69139"/>
                      <a:pt x="13486" y="77644"/>
                    </a:cubicBezTo>
                    <a:cubicBezTo>
                      <a:pt x="21992" y="86150"/>
                      <a:pt x="33530" y="90929"/>
                      <a:pt x="45559" y="9092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3" name="任意多边形: 形状 1652"/>
              <p:cNvSpPr/>
              <p:nvPr/>
            </p:nvSpPr>
            <p:spPr>
              <a:xfrm>
                <a:off x="6561578" y="20200202"/>
                <a:ext cx="180000" cy="180000"/>
              </a:xfrm>
              <a:custGeom>
                <a:avLst/>
                <a:gdLst>
                  <a:gd name="csX0" fmla="*/ 45542 w 90714"/>
                  <a:gd name="csY0" fmla="*/ 90784 h 90713"/>
                  <a:gd name="csX1" fmla="*/ 77615 w 90714"/>
                  <a:gd name="csY1" fmla="*/ 77499 h 90713"/>
                  <a:gd name="csX2" fmla="*/ 90899 w 90714"/>
                  <a:gd name="csY2" fmla="*/ 45427 h 90713"/>
                  <a:gd name="csX3" fmla="*/ 77615 w 90714"/>
                  <a:gd name="csY3" fmla="*/ 13355 h 90713"/>
                  <a:gd name="csX4" fmla="*/ 45542 w 90714"/>
                  <a:gd name="csY4" fmla="*/ 71 h 90713"/>
                  <a:gd name="csX5" fmla="*/ 13470 w 90714"/>
                  <a:gd name="csY5" fmla="*/ 13355 h 90713"/>
                  <a:gd name="csX6" fmla="*/ 185 w 90714"/>
                  <a:gd name="csY6" fmla="*/ 45427 h 90713"/>
                  <a:gd name="csX7" fmla="*/ 13470 w 90714"/>
                  <a:gd name="csY7" fmla="*/ 77499 h 90713"/>
                  <a:gd name="csX8" fmla="*/ 45542 w 90714"/>
                  <a:gd name="csY8" fmla="*/ 9078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2" y="90784"/>
                    </a:moveTo>
                    <a:cubicBezTo>
                      <a:pt x="57571" y="90784"/>
                      <a:pt x="69109" y="86005"/>
                      <a:pt x="77615" y="77499"/>
                    </a:cubicBezTo>
                    <a:cubicBezTo>
                      <a:pt x="86120" y="68994"/>
                      <a:pt x="90899" y="57456"/>
                      <a:pt x="90899" y="45427"/>
                    </a:cubicBezTo>
                    <a:cubicBezTo>
                      <a:pt x="90899" y="33398"/>
                      <a:pt x="86120" y="21861"/>
                      <a:pt x="77615" y="13355"/>
                    </a:cubicBezTo>
                    <a:cubicBezTo>
                      <a:pt x="69109" y="4850"/>
                      <a:pt x="57571" y="71"/>
                      <a:pt x="45542" y="71"/>
                    </a:cubicBezTo>
                    <a:cubicBezTo>
                      <a:pt x="33513" y="71"/>
                      <a:pt x="21975" y="4850"/>
                      <a:pt x="13470" y="13355"/>
                    </a:cubicBezTo>
                    <a:cubicBezTo>
                      <a:pt x="4964" y="21861"/>
                      <a:pt x="185" y="33398"/>
                      <a:pt x="185" y="45427"/>
                    </a:cubicBezTo>
                    <a:cubicBezTo>
                      <a:pt x="185" y="57456"/>
                      <a:pt x="4964" y="68994"/>
                      <a:pt x="13470" y="77499"/>
                    </a:cubicBezTo>
                    <a:cubicBezTo>
                      <a:pt x="21975" y="86005"/>
                      <a:pt x="33513" y="90784"/>
                      <a:pt x="45542" y="9078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4" name="任意多边形: 形状 1653"/>
              <p:cNvSpPr/>
              <p:nvPr/>
            </p:nvSpPr>
            <p:spPr>
              <a:xfrm>
                <a:off x="5736602" y="20838916"/>
                <a:ext cx="180000" cy="180000"/>
              </a:xfrm>
              <a:custGeom>
                <a:avLst/>
                <a:gdLst>
                  <a:gd name="csX0" fmla="*/ 45516 w 90714"/>
                  <a:gd name="csY0" fmla="*/ 90804 h 90713"/>
                  <a:gd name="csX1" fmla="*/ 77589 w 90714"/>
                  <a:gd name="csY1" fmla="*/ 77519 h 90713"/>
                  <a:gd name="csX2" fmla="*/ 90874 w 90714"/>
                  <a:gd name="csY2" fmla="*/ 45447 h 90713"/>
                  <a:gd name="csX3" fmla="*/ 77589 w 90714"/>
                  <a:gd name="csY3" fmla="*/ 13375 h 90713"/>
                  <a:gd name="csX4" fmla="*/ 45516 w 90714"/>
                  <a:gd name="csY4" fmla="*/ 90 h 90713"/>
                  <a:gd name="csX5" fmla="*/ 13444 w 90714"/>
                  <a:gd name="csY5" fmla="*/ 13375 h 90713"/>
                  <a:gd name="csX6" fmla="*/ 159 w 90714"/>
                  <a:gd name="csY6" fmla="*/ 45447 h 90713"/>
                  <a:gd name="csX7" fmla="*/ 13444 w 90714"/>
                  <a:gd name="csY7" fmla="*/ 77519 h 90713"/>
                  <a:gd name="csX8" fmla="*/ 45516 w 90714"/>
                  <a:gd name="csY8" fmla="*/ 9080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6" y="90804"/>
                    </a:moveTo>
                    <a:cubicBezTo>
                      <a:pt x="57545" y="90804"/>
                      <a:pt x="69083" y="86025"/>
                      <a:pt x="77589" y="77519"/>
                    </a:cubicBezTo>
                    <a:cubicBezTo>
                      <a:pt x="86095" y="69014"/>
                      <a:pt x="90874" y="57476"/>
                      <a:pt x="90874" y="45447"/>
                    </a:cubicBezTo>
                    <a:cubicBezTo>
                      <a:pt x="90874" y="33418"/>
                      <a:pt x="86095" y="21881"/>
                      <a:pt x="77589" y="13375"/>
                    </a:cubicBezTo>
                    <a:cubicBezTo>
                      <a:pt x="69083" y="4870"/>
                      <a:pt x="57545" y="90"/>
                      <a:pt x="45516" y="90"/>
                    </a:cubicBezTo>
                    <a:cubicBezTo>
                      <a:pt x="33487" y="90"/>
                      <a:pt x="21950" y="4870"/>
                      <a:pt x="13444" y="13375"/>
                    </a:cubicBezTo>
                    <a:cubicBezTo>
                      <a:pt x="4938" y="21881"/>
                      <a:pt x="159" y="33418"/>
                      <a:pt x="159" y="45447"/>
                    </a:cubicBezTo>
                    <a:cubicBezTo>
                      <a:pt x="159" y="57476"/>
                      <a:pt x="4938" y="69014"/>
                      <a:pt x="13444" y="77519"/>
                    </a:cubicBezTo>
                    <a:cubicBezTo>
                      <a:pt x="21950" y="86025"/>
                      <a:pt x="33487" y="90804"/>
                      <a:pt x="45516" y="9080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5" name="任意多边形: 形状 1654"/>
              <p:cNvSpPr/>
              <p:nvPr/>
            </p:nvSpPr>
            <p:spPr>
              <a:xfrm>
                <a:off x="7696638" y="22436443"/>
                <a:ext cx="180000" cy="180000"/>
              </a:xfrm>
              <a:custGeom>
                <a:avLst/>
                <a:gdLst>
                  <a:gd name="csX0" fmla="*/ 45577 w 90714"/>
                  <a:gd name="csY0" fmla="*/ 90854 h 90713"/>
                  <a:gd name="csX1" fmla="*/ 77650 w 90714"/>
                  <a:gd name="csY1" fmla="*/ 77569 h 90713"/>
                  <a:gd name="csX2" fmla="*/ 90935 w 90714"/>
                  <a:gd name="csY2" fmla="*/ 45497 h 90713"/>
                  <a:gd name="csX3" fmla="*/ 77650 w 90714"/>
                  <a:gd name="csY3" fmla="*/ 13425 h 90713"/>
                  <a:gd name="csX4" fmla="*/ 45577 w 90714"/>
                  <a:gd name="csY4" fmla="*/ 140 h 90713"/>
                  <a:gd name="csX5" fmla="*/ 13505 w 90714"/>
                  <a:gd name="csY5" fmla="*/ 13425 h 90713"/>
                  <a:gd name="csX6" fmla="*/ 220 w 90714"/>
                  <a:gd name="csY6" fmla="*/ 45497 h 90713"/>
                  <a:gd name="csX7" fmla="*/ 13505 w 90714"/>
                  <a:gd name="csY7" fmla="*/ 77569 h 90713"/>
                  <a:gd name="csX8" fmla="*/ 45577 w 90714"/>
                  <a:gd name="csY8" fmla="*/ 9085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7" y="90854"/>
                    </a:moveTo>
                    <a:cubicBezTo>
                      <a:pt x="57606" y="90854"/>
                      <a:pt x="69144" y="86075"/>
                      <a:pt x="77650" y="77569"/>
                    </a:cubicBezTo>
                    <a:cubicBezTo>
                      <a:pt x="86156" y="69063"/>
                      <a:pt x="90935" y="57526"/>
                      <a:pt x="90935" y="45497"/>
                    </a:cubicBezTo>
                    <a:cubicBezTo>
                      <a:pt x="90935" y="33468"/>
                      <a:pt x="86156" y="21931"/>
                      <a:pt x="77650" y="13425"/>
                    </a:cubicBezTo>
                    <a:cubicBezTo>
                      <a:pt x="69144" y="4919"/>
                      <a:pt x="57606" y="140"/>
                      <a:pt x="45577" y="140"/>
                    </a:cubicBezTo>
                    <a:cubicBezTo>
                      <a:pt x="33549" y="140"/>
                      <a:pt x="22011" y="4919"/>
                      <a:pt x="13505" y="13425"/>
                    </a:cubicBezTo>
                    <a:cubicBezTo>
                      <a:pt x="4999" y="21931"/>
                      <a:pt x="220" y="33468"/>
                      <a:pt x="220" y="45497"/>
                    </a:cubicBezTo>
                    <a:cubicBezTo>
                      <a:pt x="220" y="57526"/>
                      <a:pt x="4999" y="69063"/>
                      <a:pt x="13505" y="77569"/>
                    </a:cubicBezTo>
                    <a:cubicBezTo>
                      <a:pt x="22011" y="86075"/>
                      <a:pt x="33549" y="90854"/>
                      <a:pt x="45577" y="9085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6" name="任意多边形: 形状 1655"/>
              <p:cNvSpPr/>
              <p:nvPr/>
            </p:nvSpPr>
            <p:spPr>
              <a:xfrm>
                <a:off x="5619610" y="23290927"/>
                <a:ext cx="180000" cy="180000"/>
              </a:xfrm>
              <a:custGeom>
                <a:avLst/>
                <a:gdLst>
                  <a:gd name="csX0" fmla="*/ 45513 w 90714"/>
                  <a:gd name="csY0" fmla="*/ 90880 h 90713"/>
                  <a:gd name="csX1" fmla="*/ 77585 w 90714"/>
                  <a:gd name="csY1" fmla="*/ 77596 h 90713"/>
                  <a:gd name="csX2" fmla="*/ 90870 w 90714"/>
                  <a:gd name="csY2" fmla="*/ 45524 h 90713"/>
                  <a:gd name="csX3" fmla="*/ 77585 w 90714"/>
                  <a:gd name="csY3" fmla="*/ 13452 h 90713"/>
                  <a:gd name="csX4" fmla="*/ 45513 w 90714"/>
                  <a:gd name="csY4" fmla="*/ 167 h 90713"/>
                  <a:gd name="csX5" fmla="*/ 13440 w 90714"/>
                  <a:gd name="csY5" fmla="*/ 13452 h 90713"/>
                  <a:gd name="csX6" fmla="*/ 155 w 90714"/>
                  <a:gd name="csY6" fmla="*/ 45524 h 90713"/>
                  <a:gd name="csX7" fmla="*/ 13440 w 90714"/>
                  <a:gd name="csY7" fmla="*/ 77596 h 90713"/>
                  <a:gd name="csX8" fmla="*/ 45513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3" y="90880"/>
                    </a:moveTo>
                    <a:cubicBezTo>
                      <a:pt x="57542" y="90880"/>
                      <a:pt x="69079" y="86101"/>
                      <a:pt x="77585" y="77596"/>
                    </a:cubicBezTo>
                    <a:cubicBezTo>
                      <a:pt x="86091" y="69090"/>
                      <a:pt x="90870" y="57552"/>
                      <a:pt x="90870" y="45524"/>
                    </a:cubicBezTo>
                    <a:cubicBezTo>
                      <a:pt x="90870" y="33495"/>
                      <a:pt x="86091" y="21957"/>
                      <a:pt x="77585" y="13452"/>
                    </a:cubicBezTo>
                    <a:cubicBezTo>
                      <a:pt x="69079" y="4946"/>
                      <a:pt x="57542" y="167"/>
                      <a:pt x="45513" y="167"/>
                    </a:cubicBezTo>
                    <a:cubicBezTo>
                      <a:pt x="33484" y="167"/>
                      <a:pt x="21946" y="4946"/>
                      <a:pt x="13440" y="13452"/>
                    </a:cubicBezTo>
                    <a:cubicBezTo>
                      <a:pt x="4935" y="21957"/>
                      <a:pt x="155" y="33495"/>
                      <a:pt x="155" y="45524"/>
                    </a:cubicBezTo>
                    <a:cubicBezTo>
                      <a:pt x="155" y="57552"/>
                      <a:pt x="4935" y="69090"/>
                      <a:pt x="13440" y="77596"/>
                    </a:cubicBezTo>
                    <a:cubicBezTo>
                      <a:pt x="21946" y="86101"/>
                      <a:pt x="33484" y="90880"/>
                      <a:pt x="45513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7" name="任意多边形: 形状 1656"/>
              <p:cNvSpPr/>
              <p:nvPr/>
            </p:nvSpPr>
            <p:spPr>
              <a:xfrm>
                <a:off x="5483646" y="24739618"/>
                <a:ext cx="180000" cy="180000"/>
              </a:xfrm>
              <a:custGeom>
                <a:avLst/>
                <a:gdLst>
                  <a:gd name="csX0" fmla="*/ 45508 w 90714"/>
                  <a:gd name="csY0" fmla="*/ 90926 h 90713"/>
                  <a:gd name="csX1" fmla="*/ 77581 w 90714"/>
                  <a:gd name="csY1" fmla="*/ 77641 h 90713"/>
                  <a:gd name="csX2" fmla="*/ 90866 w 90714"/>
                  <a:gd name="csY2" fmla="*/ 45569 h 90713"/>
                  <a:gd name="csX3" fmla="*/ 77581 w 90714"/>
                  <a:gd name="csY3" fmla="*/ 13497 h 90713"/>
                  <a:gd name="csX4" fmla="*/ 45508 w 90714"/>
                  <a:gd name="csY4" fmla="*/ 212 h 90713"/>
                  <a:gd name="csX5" fmla="*/ 13436 w 90714"/>
                  <a:gd name="csY5" fmla="*/ 13497 h 90713"/>
                  <a:gd name="csX6" fmla="*/ 151 w 90714"/>
                  <a:gd name="csY6" fmla="*/ 45569 h 90713"/>
                  <a:gd name="csX7" fmla="*/ 13436 w 90714"/>
                  <a:gd name="csY7" fmla="*/ 77641 h 90713"/>
                  <a:gd name="csX8" fmla="*/ 45508 w 90714"/>
                  <a:gd name="csY8" fmla="*/ 909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8" y="90926"/>
                    </a:moveTo>
                    <a:cubicBezTo>
                      <a:pt x="57537" y="90926"/>
                      <a:pt x="69075" y="86146"/>
                      <a:pt x="77581" y="77641"/>
                    </a:cubicBezTo>
                    <a:cubicBezTo>
                      <a:pt x="86087" y="69135"/>
                      <a:pt x="90866" y="57598"/>
                      <a:pt x="90866" y="45569"/>
                    </a:cubicBezTo>
                    <a:cubicBezTo>
                      <a:pt x="90866" y="33540"/>
                      <a:pt x="86087" y="22002"/>
                      <a:pt x="77581" y="13497"/>
                    </a:cubicBezTo>
                    <a:cubicBezTo>
                      <a:pt x="69075" y="4991"/>
                      <a:pt x="57537" y="212"/>
                      <a:pt x="45508" y="212"/>
                    </a:cubicBezTo>
                    <a:cubicBezTo>
                      <a:pt x="33480" y="212"/>
                      <a:pt x="21942" y="4991"/>
                      <a:pt x="13436" y="13497"/>
                    </a:cubicBezTo>
                    <a:cubicBezTo>
                      <a:pt x="4930" y="22002"/>
                      <a:pt x="151" y="33540"/>
                      <a:pt x="151" y="45569"/>
                    </a:cubicBezTo>
                    <a:cubicBezTo>
                      <a:pt x="151" y="57598"/>
                      <a:pt x="4930" y="69135"/>
                      <a:pt x="13436" y="77641"/>
                    </a:cubicBezTo>
                    <a:cubicBezTo>
                      <a:pt x="21942" y="86146"/>
                      <a:pt x="33480" y="90926"/>
                      <a:pt x="45508" y="909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8" name="任意多边形: 形状 1657"/>
              <p:cNvSpPr/>
              <p:nvPr/>
            </p:nvSpPr>
            <p:spPr>
              <a:xfrm>
                <a:off x="8127730" y="22425851"/>
                <a:ext cx="180000" cy="180000"/>
              </a:xfrm>
              <a:custGeom>
                <a:avLst/>
                <a:gdLst>
                  <a:gd name="csX0" fmla="*/ 45591 w 90714"/>
                  <a:gd name="csY0" fmla="*/ 90853 h 90713"/>
                  <a:gd name="csX1" fmla="*/ 77663 w 90714"/>
                  <a:gd name="csY1" fmla="*/ 77569 h 90713"/>
                  <a:gd name="csX2" fmla="*/ 90948 w 90714"/>
                  <a:gd name="csY2" fmla="*/ 45497 h 90713"/>
                  <a:gd name="csX3" fmla="*/ 77663 w 90714"/>
                  <a:gd name="csY3" fmla="*/ 13425 h 90713"/>
                  <a:gd name="csX4" fmla="*/ 45591 w 90714"/>
                  <a:gd name="csY4" fmla="*/ 140 h 90713"/>
                  <a:gd name="csX5" fmla="*/ 13518 w 90714"/>
                  <a:gd name="csY5" fmla="*/ 13425 h 90713"/>
                  <a:gd name="csX6" fmla="*/ 234 w 90714"/>
                  <a:gd name="csY6" fmla="*/ 45497 h 90713"/>
                  <a:gd name="csX7" fmla="*/ 13518 w 90714"/>
                  <a:gd name="csY7" fmla="*/ 77569 h 90713"/>
                  <a:gd name="csX8" fmla="*/ 45591 w 90714"/>
                  <a:gd name="csY8" fmla="*/ 9085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1" y="90853"/>
                    </a:moveTo>
                    <a:cubicBezTo>
                      <a:pt x="57620" y="90853"/>
                      <a:pt x="69158" y="86074"/>
                      <a:pt x="77663" y="77569"/>
                    </a:cubicBezTo>
                    <a:cubicBezTo>
                      <a:pt x="86169" y="69063"/>
                      <a:pt x="90948" y="57525"/>
                      <a:pt x="90948" y="45497"/>
                    </a:cubicBezTo>
                    <a:cubicBezTo>
                      <a:pt x="90948" y="33468"/>
                      <a:pt x="86169" y="21930"/>
                      <a:pt x="77663" y="13425"/>
                    </a:cubicBezTo>
                    <a:cubicBezTo>
                      <a:pt x="69158" y="4919"/>
                      <a:pt x="57620" y="140"/>
                      <a:pt x="45591" y="140"/>
                    </a:cubicBezTo>
                    <a:cubicBezTo>
                      <a:pt x="33562" y="140"/>
                      <a:pt x="22024" y="4919"/>
                      <a:pt x="13518" y="13425"/>
                    </a:cubicBezTo>
                    <a:cubicBezTo>
                      <a:pt x="5013" y="21930"/>
                      <a:pt x="234" y="33468"/>
                      <a:pt x="234" y="45497"/>
                    </a:cubicBezTo>
                    <a:cubicBezTo>
                      <a:pt x="234" y="57525"/>
                      <a:pt x="5013" y="69063"/>
                      <a:pt x="13518" y="77569"/>
                    </a:cubicBezTo>
                    <a:cubicBezTo>
                      <a:pt x="22024" y="86074"/>
                      <a:pt x="33562" y="90853"/>
                      <a:pt x="45591" y="9085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59" name="任意多边形: 形状 1658"/>
              <p:cNvSpPr/>
              <p:nvPr/>
            </p:nvSpPr>
            <p:spPr>
              <a:xfrm>
                <a:off x="7101337" y="21214833"/>
                <a:ext cx="180000" cy="180000"/>
              </a:xfrm>
              <a:custGeom>
                <a:avLst/>
                <a:gdLst>
                  <a:gd name="csX0" fmla="*/ 45559 w 90714"/>
                  <a:gd name="csY0" fmla="*/ 90816 h 90713"/>
                  <a:gd name="csX1" fmla="*/ 77631 w 90714"/>
                  <a:gd name="csY1" fmla="*/ 77531 h 90713"/>
                  <a:gd name="csX2" fmla="*/ 90916 w 90714"/>
                  <a:gd name="csY2" fmla="*/ 45459 h 90713"/>
                  <a:gd name="csX3" fmla="*/ 77631 w 90714"/>
                  <a:gd name="csY3" fmla="*/ 13387 h 90713"/>
                  <a:gd name="csX4" fmla="*/ 45559 w 90714"/>
                  <a:gd name="csY4" fmla="*/ 102 h 90713"/>
                  <a:gd name="csX5" fmla="*/ 13486 w 90714"/>
                  <a:gd name="csY5" fmla="*/ 13387 h 90713"/>
                  <a:gd name="csX6" fmla="*/ 202 w 90714"/>
                  <a:gd name="csY6" fmla="*/ 45459 h 90713"/>
                  <a:gd name="csX7" fmla="*/ 13486 w 90714"/>
                  <a:gd name="csY7" fmla="*/ 77531 h 90713"/>
                  <a:gd name="csX8" fmla="*/ 45559 w 90714"/>
                  <a:gd name="csY8" fmla="*/ 9081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9" y="90816"/>
                    </a:moveTo>
                    <a:cubicBezTo>
                      <a:pt x="57588" y="90816"/>
                      <a:pt x="69126" y="86037"/>
                      <a:pt x="77631" y="77531"/>
                    </a:cubicBezTo>
                    <a:cubicBezTo>
                      <a:pt x="86137" y="69025"/>
                      <a:pt x="90916" y="57488"/>
                      <a:pt x="90916" y="45459"/>
                    </a:cubicBezTo>
                    <a:cubicBezTo>
                      <a:pt x="90916" y="33430"/>
                      <a:pt x="86137" y="21892"/>
                      <a:pt x="77631" y="13387"/>
                    </a:cubicBezTo>
                    <a:cubicBezTo>
                      <a:pt x="69126" y="4881"/>
                      <a:pt x="57588" y="102"/>
                      <a:pt x="45559" y="102"/>
                    </a:cubicBezTo>
                    <a:cubicBezTo>
                      <a:pt x="33530" y="102"/>
                      <a:pt x="21992" y="4881"/>
                      <a:pt x="13486" y="13387"/>
                    </a:cubicBezTo>
                    <a:cubicBezTo>
                      <a:pt x="4981" y="21892"/>
                      <a:pt x="202" y="33430"/>
                      <a:pt x="202" y="45459"/>
                    </a:cubicBezTo>
                    <a:cubicBezTo>
                      <a:pt x="202" y="57488"/>
                      <a:pt x="4981" y="69025"/>
                      <a:pt x="13486" y="77531"/>
                    </a:cubicBezTo>
                    <a:cubicBezTo>
                      <a:pt x="21992" y="86037"/>
                      <a:pt x="33530" y="90816"/>
                      <a:pt x="45559" y="9081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60" name="任意多边形: 形状 1659"/>
              <p:cNvSpPr/>
              <p:nvPr/>
            </p:nvSpPr>
            <p:spPr>
              <a:xfrm>
                <a:off x="7252343" y="20218731"/>
                <a:ext cx="180000" cy="180000"/>
              </a:xfrm>
              <a:custGeom>
                <a:avLst/>
                <a:gdLst>
                  <a:gd name="csX0" fmla="*/ 45564 w 90714"/>
                  <a:gd name="csY0" fmla="*/ 90785 h 90713"/>
                  <a:gd name="csX1" fmla="*/ 77636 w 90714"/>
                  <a:gd name="csY1" fmla="*/ 77500 h 90713"/>
                  <a:gd name="csX2" fmla="*/ 90921 w 90714"/>
                  <a:gd name="csY2" fmla="*/ 45428 h 90713"/>
                  <a:gd name="csX3" fmla="*/ 77636 w 90714"/>
                  <a:gd name="csY3" fmla="*/ 13356 h 90713"/>
                  <a:gd name="csX4" fmla="*/ 45564 w 90714"/>
                  <a:gd name="csY4" fmla="*/ 71 h 90713"/>
                  <a:gd name="csX5" fmla="*/ 13491 w 90714"/>
                  <a:gd name="csY5" fmla="*/ 13356 h 90713"/>
                  <a:gd name="csX6" fmla="*/ 206 w 90714"/>
                  <a:gd name="csY6" fmla="*/ 45428 h 90713"/>
                  <a:gd name="csX7" fmla="*/ 13491 w 90714"/>
                  <a:gd name="csY7" fmla="*/ 77500 h 90713"/>
                  <a:gd name="csX8" fmla="*/ 45564 w 90714"/>
                  <a:gd name="csY8" fmla="*/ 9078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4" y="90785"/>
                    </a:moveTo>
                    <a:cubicBezTo>
                      <a:pt x="57593" y="90785"/>
                      <a:pt x="69130" y="86005"/>
                      <a:pt x="77636" y="77500"/>
                    </a:cubicBezTo>
                    <a:cubicBezTo>
                      <a:pt x="86142" y="68994"/>
                      <a:pt x="90921" y="57457"/>
                      <a:pt x="90921" y="45428"/>
                    </a:cubicBezTo>
                    <a:cubicBezTo>
                      <a:pt x="90921" y="33399"/>
                      <a:pt x="86142" y="21861"/>
                      <a:pt x="77636" y="13356"/>
                    </a:cubicBezTo>
                    <a:cubicBezTo>
                      <a:pt x="69130" y="4850"/>
                      <a:pt x="57593" y="71"/>
                      <a:pt x="45564" y="71"/>
                    </a:cubicBezTo>
                    <a:cubicBezTo>
                      <a:pt x="33535" y="71"/>
                      <a:pt x="21997" y="4850"/>
                      <a:pt x="13491" y="13356"/>
                    </a:cubicBezTo>
                    <a:cubicBezTo>
                      <a:pt x="4985" y="21861"/>
                      <a:pt x="206" y="33399"/>
                      <a:pt x="206" y="45428"/>
                    </a:cubicBezTo>
                    <a:cubicBezTo>
                      <a:pt x="206" y="57457"/>
                      <a:pt x="4985" y="68994"/>
                      <a:pt x="13491" y="77500"/>
                    </a:cubicBezTo>
                    <a:cubicBezTo>
                      <a:pt x="21997" y="86005"/>
                      <a:pt x="33535" y="90785"/>
                      <a:pt x="45564" y="9078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61" name="任意多边形: 形状 1660"/>
              <p:cNvSpPr/>
              <p:nvPr/>
            </p:nvSpPr>
            <p:spPr>
              <a:xfrm>
                <a:off x="5990651" y="25233230"/>
                <a:ext cx="180000" cy="180000"/>
              </a:xfrm>
              <a:custGeom>
                <a:avLst/>
                <a:gdLst>
                  <a:gd name="csX0" fmla="*/ 45524 w 90714"/>
                  <a:gd name="csY0" fmla="*/ 90941 h 90713"/>
                  <a:gd name="csX1" fmla="*/ 77597 w 90714"/>
                  <a:gd name="csY1" fmla="*/ 77656 h 90713"/>
                  <a:gd name="csX2" fmla="*/ 90882 w 90714"/>
                  <a:gd name="csY2" fmla="*/ 45584 h 90713"/>
                  <a:gd name="csX3" fmla="*/ 77597 w 90714"/>
                  <a:gd name="csY3" fmla="*/ 13512 h 90713"/>
                  <a:gd name="csX4" fmla="*/ 45524 w 90714"/>
                  <a:gd name="csY4" fmla="*/ 227 h 90713"/>
                  <a:gd name="csX5" fmla="*/ 13452 w 90714"/>
                  <a:gd name="csY5" fmla="*/ 13512 h 90713"/>
                  <a:gd name="csX6" fmla="*/ 167 w 90714"/>
                  <a:gd name="csY6" fmla="*/ 45584 h 90713"/>
                  <a:gd name="csX7" fmla="*/ 13452 w 90714"/>
                  <a:gd name="csY7" fmla="*/ 77656 h 90713"/>
                  <a:gd name="csX8" fmla="*/ 45524 w 90714"/>
                  <a:gd name="csY8" fmla="*/ 909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941"/>
                    </a:moveTo>
                    <a:cubicBezTo>
                      <a:pt x="57553" y="90941"/>
                      <a:pt x="69091" y="86162"/>
                      <a:pt x="77597" y="77656"/>
                    </a:cubicBezTo>
                    <a:cubicBezTo>
                      <a:pt x="86102" y="69151"/>
                      <a:pt x="90882" y="57613"/>
                      <a:pt x="90882" y="45584"/>
                    </a:cubicBezTo>
                    <a:cubicBezTo>
                      <a:pt x="90882" y="33555"/>
                      <a:pt x="86102" y="22018"/>
                      <a:pt x="77597" y="13512"/>
                    </a:cubicBezTo>
                    <a:cubicBezTo>
                      <a:pt x="69091" y="5007"/>
                      <a:pt x="57553" y="227"/>
                      <a:pt x="45524" y="227"/>
                    </a:cubicBezTo>
                    <a:cubicBezTo>
                      <a:pt x="33495" y="227"/>
                      <a:pt x="21958" y="5007"/>
                      <a:pt x="13452" y="13512"/>
                    </a:cubicBezTo>
                    <a:cubicBezTo>
                      <a:pt x="4946" y="22018"/>
                      <a:pt x="167" y="33555"/>
                      <a:pt x="167" y="45584"/>
                    </a:cubicBezTo>
                    <a:cubicBezTo>
                      <a:pt x="167" y="57613"/>
                      <a:pt x="4946" y="69151"/>
                      <a:pt x="13452" y="77656"/>
                    </a:cubicBezTo>
                    <a:cubicBezTo>
                      <a:pt x="21958" y="86162"/>
                      <a:pt x="33495" y="90941"/>
                      <a:pt x="45524" y="909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64" name="任意多边形: 形状 1663"/>
              <p:cNvSpPr/>
              <p:nvPr/>
            </p:nvSpPr>
            <p:spPr>
              <a:xfrm>
                <a:off x="8085118" y="24563090"/>
                <a:ext cx="180000" cy="180000"/>
              </a:xfrm>
              <a:custGeom>
                <a:avLst/>
                <a:gdLst>
                  <a:gd name="csX0" fmla="*/ 45590 w 90714"/>
                  <a:gd name="csY0" fmla="*/ 90920 h 90713"/>
                  <a:gd name="csX1" fmla="*/ 77662 w 90714"/>
                  <a:gd name="csY1" fmla="*/ 77635 h 90713"/>
                  <a:gd name="csX2" fmla="*/ 90947 w 90714"/>
                  <a:gd name="csY2" fmla="*/ 45563 h 90713"/>
                  <a:gd name="csX3" fmla="*/ 77662 w 90714"/>
                  <a:gd name="csY3" fmla="*/ 13491 h 90713"/>
                  <a:gd name="csX4" fmla="*/ 45590 w 90714"/>
                  <a:gd name="csY4" fmla="*/ 207 h 90713"/>
                  <a:gd name="csX5" fmla="*/ 13517 w 90714"/>
                  <a:gd name="csY5" fmla="*/ 13491 h 90713"/>
                  <a:gd name="csX6" fmla="*/ 232 w 90714"/>
                  <a:gd name="csY6" fmla="*/ 45563 h 90713"/>
                  <a:gd name="csX7" fmla="*/ 13517 w 90714"/>
                  <a:gd name="csY7" fmla="*/ 77635 h 90713"/>
                  <a:gd name="csX8" fmla="*/ 45590 w 90714"/>
                  <a:gd name="csY8" fmla="*/ 909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0" y="90920"/>
                    </a:moveTo>
                    <a:cubicBezTo>
                      <a:pt x="57618" y="90920"/>
                      <a:pt x="69156" y="86141"/>
                      <a:pt x="77662" y="77635"/>
                    </a:cubicBezTo>
                    <a:cubicBezTo>
                      <a:pt x="86168" y="69130"/>
                      <a:pt x="90947" y="57592"/>
                      <a:pt x="90947" y="45563"/>
                    </a:cubicBezTo>
                    <a:cubicBezTo>
                      <a:pt x="90947" y="33535"/>
                      <a:pt x="86168" y="21997"/>
                      <a:pt x="77662" y="13491"/>
                    </a:cubicBezTo>
                    <a:cubicBezTo>
                      <a:pt x="69156" y="4986"/>
                      <a:pt x="57618" y="207"/>
                      <a:pt x="45590" y="207"/>
                    </a:cubicBezTo>
                    <a:cubicBezTo>
                      <a:pt x="33561" y="207"/>
                      <a:pt x="22023" y="4986"/>
                      <a:pt x="13517" y="13491"/>
                    </a:cubicBezTo>
                    <a:cubicBezTo>
                      <a:pt x="5011" y="21997"/>
                      <a:pt x="232" y="33535"/>
                      <a:pt x="232" y="45563"/>
                    </a:cubicBezTo>
                    <a:cubicBezTo>
                      <a:pt x="232" y="57592"/>
                      <a:pt x="5011" y="69130"/>
                      <a:pt x="13517" y="77635"/>
                    </a:cubicBezTo>
                    <a:cubicBezTo>
                      <a:pt x="22023" y="86141"/>
                      <a:pt x="33561" y="90920"/>
                      <a:pt x="45590" y="909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3" name="任意多边形: 形状 1672"/>
              <p:cNvSpPr/>
              <p:nvPr/>
            </p:nvSpPr>
            <p:spPr>
              <a:xfrm>
                <a:off x="6271188" y="21440088"/>
                <a:ext cx="180000" cy="180000"/>
              </a:xfrm>
              <a:custGeom>
                <a:avLst/>
                <a:gdLst>
                  <a:gd name="csX0" fmla="*/ 45533 w 90714"/>
                  <a:gd name="csY0" fmla="*/ 90823 h 90713"/>
                  <a:gd name="csX1" fmla="*/ 77605 w 90714"/>
                  <a:gd name="csY1" fmla="*/ 77538 h 90713"/>
                  <a:gd name="csX2" fmla="*/ 90890 w 90714"/>
                  <a:gd name="csY2" fmla="*/ 45466 h 90713"/>
                  <a:gd name="csX3" fmla="*/ 77605 w 90714"/>
                  <a:gd name="csY3" fmla="*/ 13394 h 90713"/>
                  <a:gd name="csX4" fmla="*/ 45533 w 90714"/>
                  <a:gd name="csY4" fmla="*/ 109 h 90713"/>
                  <a:gd name="csX5" fmla="*/ 13461 w 90714"/>
                  <a:gd name="csY5" fmla="*/ 13394 h 90713"/>
                  <a:gd name="csX6" fmla="*/ 176 w 90714"/>
                  <a:gd name="csY6" fmla="*/ 45466 h 90713"/>
                  <a:gd name="csX7" fmla="*/ 13461 w 90714"/>
                  <a:gd name="csY7" fmla="*/ 77538 h 90713"/>
                  <a:gd name="csX8" fmla="*/ 45533 w 90714"/>
                  <a:gd name="csY8" fmla="*/ 908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3" y="90823"/>
                    </a:moveTo>
                    <a:cubicBezTo>
                      <a:pt x="57562" y="90823"/>
                      <a:pt x="69100" y="86044"/>
                      <a:pt x="77605" y="77538"/>
                    </a:cubicBezTo>
                    <a:cubicBezTo>
                      <a:pt x="86111" y="69032"/>
                      <a:pt x="90890" y="57495"/>
                      <a:pt x="90890" y="45466"/>
                    </a:cubicBezTo>
                    <a:cubicBezTo>
                      <a:pt x="90890" y="33437"/>
                      <a:pt x="86111" y="21899"/>
                      <a:pt x="77605" y="13394"/>
                    </a:cubicBezTo>
                    <a:cubicBezTo>
                      <a:pt x="69100" y="4888"/>
                      <a:pt x="57562" y="109"/>
                      <a:pt x="45533" y="109"/>
                    </a:cubicBezTo>
                    <a:cubicBezTo>
                      <a:pt x="33504" y="109"/>
                      <a:pt x="21966" y="4888"/>
                      <a:pt x="13461" y="13394"/>
                    </a:cubicBezTo>
                    <a:cubicBezTo>
                      <a:pt x="4955" y="21899"/>
                      <a:pt x="176" y="33437"/>
                      <a:pt x="176" y="45466"/>
                    </a:cubicBezTo>
                    <a:cubicBezTo>
                      <a:pt x="176" y="57495"/>
                      <a:pt x="4955" y="69032"/>
                      <a:pt x="13461" y="77538"/>
                    </a:cubicBezTo>
                    <a:cubicBezTo>
                      <a:pt x="21966" y="86044"/>
                      <a:pt x="33504" y="90823"/>
                      <a:pt x="45533" y="908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4" name="任意多边形: 形状 1673"/>
              <p:cNvSpPr/>
              <p:nvPr/>
            </p:nvSpPr>
            <p:spPr>
              <a:xfrm>
                <a:off x="8695314" y="21152132"/>
                <a:ext cx="180000" cy="180000"/>
              </a:xfrm>
              <a:custGeom>
                <a:avLst/>
                <a:gdLst>
                  <a:gd name="csX0" fmla="*/ 45609 w 90714"/>
                  <a:gd name="csY0" fmla="*/ 90814 h 90713"/>
                  <a:gd name="csX1" fmla="*/ 77681 w 90714"/>
                  <a:gd name="csY1" fmla="*/ 77529 h 90713"/>
                  <a:gd name="csX2" fmla="*/ 90966 w 90714"/>
                  <a:gd name="csY2" fmla="*/ 45457 h 90713"/>
                  <a:gd name="csX3" fmla="*/ 77681 w 90714"/>
                  <a:gd name="csY3" fmla="*/ 13385 h 90713"/>
                  <a:gd name="csX4" fmla="*/ 45609 w 90714"/>
                  <a:gd name="csY4" fmla="*/ 100 h 90713"/>
                  <a:gd name="csX5" fmla="*/ 13536 w 90714"/>
                  <a:gd name="csY5" fmla="*/ 13385 h 90713"/>
                  <a:gd name="csX6" fmla="*/ 251 w 90714"/>
                  <a:gd name="csY6" fmla="*/ 45457 h 90713"/>
                  <a:gd name="csX7" fmla="*/ 13536 w 90714"/>
                  <a:gd name="csY7" fmla="*/ 77529 h 90713"/>
                  <a:gd name="csX8" fmla="*/ 45609 w 90714"/>
                  <a:gd name="csY8" fmla="*/ 908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9" y="90814"/>
                    </a:moveTo>
                    <a:cubicBezTo>
                      <a:pt x="57638" y="90814"/>
                      <a:pt x="69175" y="86035"/>
                      <a:pt x="77681" y="77529"/>
                    </a:cubicBezTo>
                    <a:cubicBezTo>
                      <a:pt x="86187" y="69023"/>
                      <a:pt x="90966" y="57486"/>
                      <a:pt x="90966" y="45457"/>
                    </a:cubicBezTo>
                    <a:cubicBezTo>
                      <a:pt x="90966" y="33428"/>
                      <a:pt x="86187" y="21890"/>
                      <a:pt x="77681" y="13385"/>
                    </a:cubicBezTo>
                    <a:cubicBezTo>
                      <a:pt x="69175" y="4879"/>
                      <a:pt x="57638" y="100"/>
                      <a:pt x="45609" y="100"/>
                    </a:cubicBezTo>
                    <a:cubicBezTo>
                      <a:pt x="33580" y="100"/>
                      <a:pt x="22042" y="4879"/>
                      <a:pt x="13536" y="13385"/>
                    </a:cubicBezTo>
                    <a:cubicBezTo>
                      <a:pt x="5030" y="21890"/>
                      <a:pt x="251" y="33428"/>
                      <a:pt x="251" y="45457"/>
                    </a:cubicBezTo>
                    <a:cubicBezTo>
                      <a:pt x="251" y="57486"/>
                      <a:pt x="5030" y="69023"/>
                      <a:pt x="13536" y="77529"/>
                    </a:cubicBezTo>
                    <a:cubicBezTo>
                      <a:pt x="22042" y="86035"/>
                      <a:pt x="33580" y="90814"/>
                      <a:pt x="45609" y="908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5" name="任意多边形: 形状 1674"/>
              <p:cNvSpPr/>
              <p:nvPr/>
            </p:nvSpPr>
            <p:spPr>
              <a:xfrm>
                <a:off x="8464166" y="20728649"/>
                <a:ext cx="180000" cy="180000"/>
              </a:xfrm>
              <a:custGeom>
                <a:avLst/>
                <a:gdLst>
                  <a:gd name="csX0" fmla="*/ 45601 w 90714"/>
                  <a:gd name="csY0" fmla="*/ 90800 h 90713"/>
                  <a:gd name="csX1" fmla="*/ 77674 w 90714"/>
                  <a:gd name="csY1" fmla="*/ 77516 h 90713"/>
                  <a:gd name="csX2" fmla="*/ 90959 w 90714"/>
                  <a:gd name="csY2" fmla="*/ 45444 h 90713"/>
                  <a:gd name="csX3" fmla="*/ 77674 w 90714"/>
                  <a:gd name="csY3" fmla="*/ 13372 h 90713"/>
                  <a:gd name="csX4" fmla="*/ 45601 w 90714"/>
                  <a:gd name="csY4" fmla="*/ 87 h 90713"/>
                  <a:gd name="csX5" fmla="*/ 13529 w 90714"/>
                  <a:gd name="csY5" fmla="*/ 13372 h 90713"/>
                  <a:gd name="csX6" fmla="*/ 244 w 90714"/>
                  <a:gd name="csY6" fmla="*/ 45444 h 90713"/>
                  <a:gd name="csX7" fmla="*/ 13529 w 90714"/>
                  <a:gd name="csY7" fmla="*/ 77516 h 90713"/>
                  <a:gd name="csX8" fmla="*/ 45601 w 90714"/>
                  <a:gd name="csY8" fmla="*/ 9080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1" y="90800"/>
                    </a:moveTo>
                    <a:cubicBezTo>
                      <a:pt x="57630" y="90800"/>
                      <a:pt x="69168" y="86021"/>
                      <a:pt x="77674" y="77516"/>
                    </a:cubicBezTo>
                    <a:cubicBezTo>
                      <a:pt x="86180" y="69010"/>
                      <a:pt x="90959" y="57472"/>
                      <a:pt x="90959" y="45444"/>
                    </a:cubicBezTo>
                    <a:cubicBezTo>
                      <a:pt x="90959" y="33415"/>
                      <a:pt x="86180" y="21877"/>
                      <a:pt x="77674" y="13372"/>
                    </a:cubicBezTo>
                    <a:cubicBezTo>
                      <a:pt x="69168" y="4866"/>
                      <a:pt x="57630" y="87"/>
                      <a:pt x="45601" y="87"/>
                    </a:cubicBezTo>
                    <a:cubicBezTo>
                      <a:pt x="33573" y="87"/>
                      <a:pt x="22035" y="4866"/>
                      <a:pt x="13529" y="13372"/>
                    </a:cubicBezTo>
                    <a:cubicBezTo>
                      <a:pt x="5023" y="21877"/>
                      <a:pt x="244" y="33415"/>
                      <a:pt x="244" y="45444"/>
                    </a:cubicBezTo>
                    <a:cubicBezTo>
                      <a:pt x="244" y="57472"/>
                      <a:pt x="5023" y="69010"/>
                      <a:pt x="13529" y="77516"/>
                    </a:cubicBezTo>
                    <a:cubicBezTo>
                      <a:pt x="22035" y="86021"/>
                      <a:pt x="33573" y="90800"/>
                      <a:pt x="45601" y="9080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6" name="任意多边形: 形状 1675"/>
              <p:cNvSpPr/>
              <p:nvPr/>
            </p:nvSpPr>
            <p:spPr>
              <a:xfrm>
                <a:off x="6131227" y="22164272"/>
                <a:ext cx="180000" cy="180000"/>
              </a:xfrm>
              <a:custGeom>
                <a:avLst/>
                <a:gdLst>
                  <a:gd name="csX0" fmla="*/ 45529 w 90714"/>
                  <a:gd name="csY0" fmla="*/ 90845 h 90713"/>
                  <a:gd name="csX1" fmla="*/ 77601 w 90714"/>
                  <a:gd name="csY1" fmla="*/ 77561 h 90713"/>
                  <a:gd name="csX2" fmla="*/ 90886 w 90714"/>
                  <a:gd name="csY2" fmla="*/ 45488 h 90713"/>
                  <a:gd name="csX3" fmla="*/ 77601 w 90714"/>
                  <a:gd name="csY3" fmla="*/ 13416 h 90713"/>
                  <a:gd name="csX4" fmla="*/ 45529 w 90714"/>
                  <a:gd name="csY4" fmla="*/ 132 h 90713"/>
                  <a:gd name="csX5" fmla="*/ 13456 w 90714"/>
                  <a:gd name="csY5" fmla="*/ 13416 h 90713"/>
                  <a:gd name="csX6" fmla="*/ 171 w 90714"/>
                  <a:gd name="csY6" fmla="*/ 45488 h 90713"/>
                  <a:gd name="csX7" fmla="*/ 13456 w 90714"/>
                  <a:gd name="csY7" fmla="*/ 77561 h 90713"/>
                  <a:gd name="csX8" fmla="*/ 45529 w 90714"/>
                  <a:gd name="csY8" fmla="*/ 908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9" y="90845"/>
                    </a:moveTo>
                    <a:cubicBezTo>
                      <a:pt x="57558" y="90845"/>
                      <a:pt x="69095" y="86066"/>
                      <a:pt x="77601" y="77561"/>
                    </a:cubicBezTo>
                    <a:cubicBezTo>
                      <a:pt x="86107" y="69055"/>
                      <a:pt x="90886" y="57517"/>
                      <a:pt x="90886" y="45488"/>
                    </a:cubicBezTo>
                    <a:cubicBezTo>
                      <a:pt x="90886" y="33460"/>
                      <a:pt x="86107" y="21922"/>
                      <a:pt x="77601" y="13416"/>
                    </a:cubicBezTo>
                    <a:cubicBezTo>
                      <a:pt x="69095" y="4911"/>
                      <a:pt x="57558" y="132"/>
                      <a:pt x="45529" y="132"/>
                    </a:cubicBezTo>
                    <a:cubicBezTo>
                      <a:pt x="33500" y="132"/>
                      <a:pt x="21962" y="4911"/>
                      <a:pt x="13456" y="13416"/>
                    </a:cubicBezTo>
                    <a:cubicBezTo>
                      <a:pt x="4951" y="21922"/>
                      <a:pt x="171" y="33460"/>
                      <a:pt x="171" y="45488"/>
                    </a:cubicBezTo>
                    <a:cubicBezTo>
                      <a:pt x="171" y="57517"/>
                      <a:pt x="4951" y="69055"/>
                      <a:pt x="13456" y="77561"/>
                    </a:cubicBezTo>
                    <a:cubicBezTo>
                      <a:pt x="21962" y="86066"/>
                      <a:pt x="33500" y="90845"/>
                      <a:pt x="45529" y="908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7" name="任意多边形: 形状 1676"/>
              <p:cNvSpPr/>
              <p:nvPr/>
            </p:nvSpPr>
            <p:spPr>
              <a:xfrm>
                <a:off x="8433698" y="22501957"/>
                <a:ext cx="180000" cy="180000"/>
              </a:xfrm>
              <a:custGeom>
                <a:avLst/>
                <a:gdLst>
                  <a:gd name="csX0" fmla="*/ 45600 w 90714"/>
                  <a:gd name="csY0" fmla="*/ 90856 h 90713"/>
                  <a:gd name="csX1" fmla="*/ 77673 w 90714"/>
                  <a:gd name="csY1" fmla="*/ 77571 h 90713"/>
                  <a:gd name="csX2" fmla="*/ 90958 w 90714"/>
                  <a:gd name="csY2" fmla="*/ 45499 h 90713"/>
                  <a:gd name="csX3" fmla="*/ 77673 w 90714"/>
                  <a:gd name="csY3" fmla="*/ 13427 h 90713"/>
                  <a:gd name="csX4" fmla="*/ 45600 w 90714"/>
                  <a:gd name="csY4" fmla="*/ 142 h 90713"/>
                  <a:gd name="csX5" fmla="*/ 13528 w 90714"/>
                  <a:gd name="csY5" fmla="*/ 13427 h 90713"/>
                  <a:gd name="csX6" fmla="*/ 243 w 90714"/>
                  <a:gd name="csY6" fmla="*/ 45499 h 90713"/>
                  <a:gd name="csX7" fmla="*/ 13528 w 90714"/>
                  <a:gd name="csY7" fmla="*/ 77571 h 90713"/>
                  <a:gd name="csX8" fmla="*/ 45600 w 90714"/>
                  <a:gd name="csY8" fmla="*/ 9085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0" y="90856"/>
                    </a:moveTo>
                    <a:cubicBezTo>
                      <a:pt x="57629" y="90856"/>
                      <a:pt x="69167" y="86077"/>
                      <a:pt x="77673" y="77571"/>
                    </a:cubicBezTo>
                    <a:cubicBezTo>
                      <a:pt x="86179" y="69065"/>
                      <a:pt x="90958" y="57528"/>
                      <a:pt x="90958" y="45499"/>
                    </a:cubicBezTo>
                    <a:cubicBezTo>
                      <a:pt x="90958" y="33470"/>
                      <a:pt x="86179" y="21933"/>
                      <a:pt x="77673" y="13427"/>
                    </a:cubicBezTo>
                    <a:cubicBezTo>
                      <a:pt x="69167" y="4921"/>
                      <a:pt x="57629" y="142"/>
                      <a:pt x="45600" y="142"/>
                    </a:cubicBezTo>
                    <a:cubicBezTo>
                      <a:pt x="33572" y="142"/>
                      <a:pt x="22034" y="4921"/>
                      <a:pt x="13528" y="13427"/>
                    </a:cubicBezTo>
                    <a:cubicBezTo>
                      <a:pt x="5022" y="21933"/>
                      <a:pt x="243" y="33470"/>
                      <a:pt x="243" y="45499"/>
                    </a:cubicBezTo>
                    <a:cubicBezTo>
                      <a:pt x="243" y="57528"/>
                      <a:pt x="5022" y="69065"/>
                      <a:pt x="13528" y="77571"/>
                    </a:cubicBezTo>
                    <a:cubicBezTo>
                      <a:pt x="22034" y="86077"/>
                      <a:pt x="33572" y="90856"/>
                      <a:pt x="45600" y="9085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8" name="任意多边形: 形状 1677"/>
              <p:cNvSpPr/>
              <p:nvPr/>
            </p:nvSpPr>
            <p:spPr>
              <a:xfrm>
                <a:off x="3952143" y="20479096"/>
                <a:ext cx="180000" cy="180000"/>
              </a:xfrm>
              <a:custGeom>
                <a:avLst/>
                <a:gdLst>
                  <a:gd name="csX0" fmla="*/ 45461 w 90714"/>
                  <a:gd name="csY0" fmla="*/ 90793 h 90713"/>
                  <a:gd name="csX1" fmla="*/ 77533 w 90714"/>
                  <a:gd name="csY1" fmla="*/ 77508 h 90713"/>
                  <a:gd name="csX2" fmla="*/ 90818 w 90714"/>
                  <a:gd name="csY2" fmla="*/ 45436 h 90713"/>
                  <a:gd name="csX3" fmla="*/ 77533 w 90714"/>
                  <a:gd name="csY3" fmla="*/ 13364 h 90713"/>
                  <a:gd name="csX4" fmla="*/ 45461 w 90714"/>
                  <a:gd name="csY4" fmla="*/ 79 h 90713"/>
                  <a:gd name="csX5" fmla="*/ 13388 w 90714"/>
                  <a:gd name="csY5" fmla="*/ 13364 h 90713"/>
                  <a:gd name="csX6" fmla="*/ 103 w 90714"/>
                  <a:gd name="csY6" fmla="*/ 45436 h 90713"/>
                  <a:gd name="csX7" fmla="*/ 13388 w 90714"/>
                  <a:gd name="csY7" fmla="*/ 77508 h 90713"/>
                  <a:gd name="csX8" fmla="*/ 45461 w 90714"/>
                  <a:gd name="csY8" fmla="*/ 907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1" y="90793"/>
                    </a:moveTo>
                    <a:cubicBezTo>
                      <a:pt x="57490" y="90793"/>
                      <a:pt x="69027" y="86014"/>
                      <a:pt x="77533" y="77508"/>
                    </a:cubicBezTo>
                    <a:cubicBezTo>
                      <a:pt x="86039" y="69002"/>
                      <a:pt x="90818" y="57465"/>
                      <a:pt x="90818" y="45436"/>
                    </a:cubicBezTo>
                    <a:cubicBezTo>
                      <a:pt x="90818" y="33407"/>
                      <a:pt x="86039" y="21869"/>
                      <a:pt x="77533" y="13364"/>
                    </a:cubicBezTo>
                    <a:cubicBezTo>
                      <a:pt x="69027" y="4858"/>
                      <a:pt x="57490" y="79"/>
                      <a:pt x="45461" y="79"/>
                    </a:cubicBezTo>
                    <a:cubicBezTo>
                      <a:pt x="33432" y="79"/>
                      <a:pt x="21894" y="4858"/>
                      <a:pt x="13388" y="13364"/>
                    </a:cubicBezTo>
                    <a:cubicBezTo>
                      <a:pt x="4883" y="21869"/>
                      <a:pt x="103" y="33407"/>
                      <a:pt x="103" y="45436"/>
                    </a:cubicBezTo>
                    <a:cubicBezTo>
                      <a:pt x="103" y="57465"/>
                      <a:pt x="4883" y="69002"/>
                      <a:pt x="13388" y="77508"/>
                    </a:cubicBezTo>
                    <a:cubicBezTo>
                      <a:pt x="21894" y="86014"/>
                      <a:pt x="33432" y="90793"/>
                      <a:pt x="45461" y="907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79" name="任意多边形: 形状 1678"/>
              <p:cNvSpPr/>
              <p:nvPr/>
            </p:nvSpPr>
            <p:spPr>
              <a:xfrm>
                <a:off x="9398052" y="22052565"/>
                <a:ext cx="180000" cy="180000"/>
              </a:xfrm>
              <a:custGeom>
                <a:avLst/>
                <a:gdLst>
                  <a:gd name="csX0" fmla="*/ 45631 w 90714"/>
                  <a:gd name="csY0" fmla="*/ 90842 h 90713"/>
                  <a:gd name="csX1" fmla="*/ 77703 w 90714"/>
                  <a:gd name="csY1" fmla="*/ 77557 h 90713"/>
                  <a:gd name="csX2" fmla="*/ 90988 w 90714"/>
                  <a:gd name="csY2" fmla="*/ 45485 h 90713"/>
                  <a:gd name="csX3" fmla="*/ 77703 w 90714"/>
                  <a:gd name="csY3" fmla="*/ 13413 h 90713"/>
                  <a:gd name="csX4" fmla="*/ 45631 w 90714"/>
                  <a:gd name="csY4" fmla="*/ 128 h 90713"/>
                  <a:gd name="csX5" fmla="*/ 13558 w 90714"/>
                  <a:gd name="csY5" fmla="*/ 13413 h 90713"/>
                  <a:gd name="csX6" fmla="*/ 273 w 90714"/>
                  <a:gd name="csY6" fmla="*/ 45485 h 90713"/>
                  <a:gd name="csX7" fmla="*/ 13558 w 90714"/>
                  <a:gd name="csY7" fmla="*/ 77557 h 90713"/>
                  <a:gd name="csX8" fmla="*/ 45631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1" y="90842"/>
                    </a:moveTo>
                    <a:cubicBezTo>
                      <a:pt x="57659" y="90842"/>
                      <a:pt x="69197" y="86063"/>
                      <a:pt x="77703" y="77557"/>
                    </a:cubicBezTo>
                    <a:cubicBezTo>
                      <a:pt x="86209" y="69051"/>
                      <a:pt x="90988" y="57514"/>
                      <a:pt x="90988" y="45485"/>
                    </a:cubicBezTo>
                    <a:cubicBezTo>
                      <a:pt x="90988" y="33456"/>
                      <a:pt x="86209" y="21919"/>
                      <a:pt x="77703" y="13413"/>
                    </a:cubicBezTo>
                    <a:cubicBezTo>
                      <a:pt x="69197" y="4907"/>
                      <a:pt x="57659" y="128"/>
                      <a:pt x="45631" y="128"/>
                    </a:cubicBezTo>
                    <a:cubicBezTo>
                      <a:pt x="33602" y="128"/>
                      <a:pt x="22064" y="4907"/>
                      <a:pt x="13558" y="13413"/>
                    </a:cubicBezTo>
                    <a:cubicBezTo>
                      <a:pt x="5052" y="21919"/>
                      <a:pt x="273" y="33456"/>
                      <a:pt x="273" y="45485"/>
                    </a:cubicBezTo>
                    <a:cubicBezTo>
                      <a:pt x="273" y="57514"/>
                      <a:pt x="5052" y="69051"/>
                      <a:pt x="13558" y="77557"/>
                    </a:cubicBezTo>
                    <a:cubicBezTo>
                      <a:pt x="22064" y="86063"/>
                      <a:pt x="33602" y="90842"/>
                      <a:pt x="45631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0" name="任意多边形: 形状 1679"/>
              <p:cNvSpPr/>
              <p:nvPr/>
            </p:nvSpPr>
            <p:spPr>
              <a:xfrm>
                <a:off x="5914615" y="24221307"/>
                <a:ext cx="180000" cy="180000"/>
              </a:xfrm>
              <a:custGeom>
                <a:avLst/>
                <a:gdLst>
                  <a:gd name="csX0" fmla="*/ 45522 w 90714"/>
                  <a:gd name="csY0" fmla="*/ 90909 h 90713"/>
                  <a:gd name="csX1" fmla="*/ 77594 w 90714"/>
                  <a:gd name="csY1" fmla="*/ 77625 h 90713"/>
                  <a:gd name="csX2" fmla="*/ 90879 w 90714"/>
                  <a:gd name="csY2" fmla="*/ 45553 h 90713"/>
                  <a:gd name="csX3" fmla="*/ 77594 w 90714"/>
                  <a:gd name="csY3" fmla="*/ 13481 h 90713"/>
                  <a:gd name="csX4" fmla="*/ 45522 w 90714"/>
                  <a:gd name="csY4" fmla="*/ 196 h 90713"/>
                  <a:gd name="csX5" fmla="*/ 13449 w 90714"/>
                  <a:gd name="csY5" fmla="*/ 13481 h 90713"/>
                  <a:gd name="csX6" fmla="*/ 165 w 90714"/>
                  <a:gd name="csY6" fmla="*/ 45553 h 90713"/>
                  <a:gd name="csX7" fmla="*/ 13449 w 90714"/>
                  <a:gd name="csY7" fmla="*/ 77625 h 90713"/>
                  <a:gd name="csX8" fmla="*/ 45522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909"/>
                    </a:moveTo>
                    <a:cubicBezTo>
                      <a:pt x="57551" y="90909"/>
                      <a:pt x="69089" y="86130"/>
                      <a:pt x="77594" y="77625"/>
                    </a:cubicBezTo>
                    <a:cubicBezTo>
                      <a:pt x="86100" y="69119"/>
                      <a:pt x="90879" y="57581"/>
                      <a:pt x="90879" y="45553"/>
                    </a:cubicBezTo>
                    <a:cubicBezTo>
                      <a:pt x="90879" y="33524"/>
                      <a:pt x="86100" y="21986"/>
                      <a:pt x="77594" y="13481"/>
                    </a:cubicBezTo>
                    <a:cubicBezTo>
                      <a:pt x="69089" y="4975"/>
                      <a:pt x="57551" y="196"/>
                      <a:pt x="45522" y="196"/>
                    </a:cubicBezTo>
                    <a:cubicBezTo>
                      <a:pt x="33493" y="196"/>
                      <a:pt x="21955" y="4975"/>
                      <a:pt x="13449" y="13481"/>
                    </a:cubicBezTo>
                    <a:cubicBezTo>
                      <a:pt x="4944" y="21986"/>
                      <a:pt x="165" y="33524"/>
                      <a:pt x="165" y="45553"/>
                    </a:cubicBezTo>
                    <a:cubicBezTo>
                      <a:pt x="165" y="57581"/>
                      <a:pt x="4944" y="69119"/>
                      <a:pt x="13449" y="77625"/>
                    </a:cubicBezTo>
                    <a:cubicBezTo>
                      <a:pt x="21955" y="86130"/>
                      <a:pt x="33493" y="90909"/>
                      <a:pt x="45522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1" name="任意多边形: 形状 1680"/>
              <p:cNvSpPr/>
              <p:nvPr/>
            </p:nvSpPr>
            <p:spPr>
              <a:xfrm>
                <a:off x="7825096" y="22636479"/>
                <a:ext cx="180000" cy="180000"/>
              </a:xfrm>
              <a:custGeom>
                <a:avLst/>
                <a:gdLst>
                  <a:gd name="csX0" fmla="*/ 45581 w 90714"/>
                  <a:gd name="csY0" fmla="*/ 90860 h 90713"/>
                  <a:gd name="csX1" fmla="*/ 77654 w 90714"/>
                  <a:gd name="csY1" fmla="*/ 77575 h 90713"/>
                  <a:gd name="csX2" fmla="*/ 90939 w 90714"/>
                  <a:gd name="csY2" fmla="*/ 45503 h 90713"/>
                  <a:gd name="csX3" fmla="*/ 77654 w 90714"/>
                  <a:gd name="csY3" fmla="*/ 13431 h 90713"/>
                  <a:gd name="csX4" fmla="*/ 45581 w 90714"/>
                  <a:gd name="csY4" fmla="*/ 146 h 90713"/>
                  <a:gd name="csX5" fmla="*/ 13509 w 90714"/>
                  <a:gd name="csY5" fmla="*/ 13431 h 90713"/>
                  <a:gd name="csX6" fmla="*/ 224 w 90714"/>
                  <a:gd name="csY6" fmla="*/ 45503 h 90713"/>
                  <a:gd name="csX7" fmla="*/ 13509 w 90714"/>
                  <a:gd name="csY7" fmla="*/ 77575 h 90713"/>
                  <a:gd name="csX8" fmla="*/ 45581 w 90714"/>
                  <a:gd name="csY8" fmla="*/ 9086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1" y="90860"/>
                    </a:moveTo>
                    <a:cubicBezTo>
                      <a:pt x="57610" y="90860"/>
                      <a:pt x="69148" y="86081"/>
                      <a:pt x="77654" y="77575"/>
                    </a:cubicBezTo>
                    <a:cubicBezTo>
                      <a:pt x="86160" y="69070"/>
                      <a:pt x="90939" y="57532"/>
                      <a:pt x="90939" y="45503"/>
                    </a:cubicBezTo>
                    <a:cubicBezTo>
                      <a:pt x="90939" y="33474"/>
                      <a:pt x="86160" y="21937"/>
                      <a:pt x="77654" y="13431"/>
                    </a:cubicBezTo>
                    <a:cubicBezTo>
                      <a:pt x="69148" y="4926"/>
                      <a:pt x="57610" y="146"/>
                      <a:pt x="45581" y="146"/>
                    </a:cubicBezTo>
                    <a:cubicBezTo>
                      <a:pt x="33553" y="146"/>
                      <a:pt x="22015" y="4926"/>
                      <a:pt x="13509" y="13431"/>
                    </a:cubicBezTo>
                    <a:cubicBezTo>
                      <a:pt x="5003" y="21937"/>
                      <a:pt x="224" y="33474"/>
                      <a:pt x="224" y="45503"/>
                    </a:cubicBezTo>
                    <a:cubicBezTo>
                      <a:pt x="224" y="57532"/>
                      <a:pt x="5003" y="69070"/>
                      <a:pt x="13509" y="77575"/>
                    </a:cubicBezTo>
                    <a:cubicBezTo>
                      <a:pt x="22015" y="86081"/>
                      <a:pt x="33553" y="90860"/>
                      <a:pt x="45581" y="9086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2" name="任意多边形: 形状 1681"/>
              <p:cNvSpPr/>
              <p:nvPr/>
            </p:nvSpPr>
            <p:spPr>
              <a:xfrm>
                <a:off x="7502409" y="24043997"/>
                <a:ext cx="180000" cy="180000"/>
              </a:xfrm>
              <a:custGeom>
                <a:avLst/>
                <a:gdLst>
                  <a:gd name="csX0" fmla="*/ 45571 w 90714"/>
                  <a:gd name="csY0" fmla="*/ 90904 h 90713"/>
                  <a:gd name="csX1" fmla="*/ 77644 w 90714"/>
                  <a:gd name="csY1" fmla="*/ 77619 h 90713"/>
                  <a:gd name="csX2" fmla="*/ 90929 w 90714"/>
                  <a:gd name="csY2" fmla="*/ 45547 h 90713"/>
                  <a:gd name="csX3" fmla="*/ 77644 w 90714"/>
                  <a:gd name="csY3" fmla="*/ 13475 h 90713"/>
                  <a:gd name="csX4" fmla="*/ 45571 w 90714"/>
                  <a:gd name="csY4" fmla="*/ 190 h 90713"/>
                  <a:gd name="csX5" fmla="*/ 13499 w 90714"/>
                  <a:gd name="csY5" fmla="*/ 13475 h 90713"/>
                  <a:gd name="csX6" fmla="*/ 214 w 90714"/>
                  <a:gd name="csY6" fmla="*/ 45547 h 90713"/>
                  <a:gd name="csX7" fmla="*/ 13499 w 90714"/>
                  <a:gd name="csY7" fmla="*/ 77619 h 90713"/>
                  <a:gd name="csX8" fmla="*/ 45571 w 90714"/>
                  <a:gd name="csY8" fmla="*/ 9090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904"/>
                    </a:moveTo>
                    <a:cubicBezTo>
                      <a:pt x="57600" y="90904"/>
                      <a:pt x="69138" y="86125"/>
                      <a:pt x="77644" y="77619"/>
                    </a:cubicBezTo>
                    <a:cubicBezTo>
                      <a:pt x="86150" y="69114"/>
                      <a:pt x="90929" y="57576"/>
                      <a:pt x="90929" y="45547"/>
                    </a:cubicBezTo>
                    <a:cubicBezTo>
                      <a:pt x="90929" y="33518"/>
                      <a:pt x="86150" y="21981"/>
                      <a:pt x="77644" y="13475"/>
                    </a:cubicBezTo>
                    <a:cubicBezTo>
                      <a:pt x="69138" y="4969"/>
                      <a:pt x="57600" y="190"/>
                      <a:pt x="45571" y="190"/>
                    </a:cubicBezTo>
                    <a:cubicBezTo>
                      <a:pt x="33543" y="190"/>
                      <a:pt x="22005" y="4969"/>
                      <a:pt x="13499" y="13475"/>
                    </a:cubicBezTo>
                    <a:cubicBezTo>
                      <a:pt x="4993" y="21981"/>
                      <a:pt x="214" y="33518"/>
                      <a:pt x="214" y="45547"/>
                    </a:cubicBezTo>
                    <a:cubicBezTo>
                      <a:pt x="214" y="57576"/>
                      <a:pt x="4993" y="69114"/>
                      <a:pt x="13499" y="77619"/>
                    </a:cubicBezTo>
                    <a:cubicBezTo>
                      <a:pt x="22005" y="86125"/>
                      <a:pt x="33543" y="90904"/>
                      <a:pt x="45571" y="9090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3" name="任意多边形: 形状 1682"/>
              <p:cNvSpPr/>
              <p:nvPr/>
            </p:nvSpPr>
            <p:spPr>
              <a:xfrm>
                <a:off x="5077877" y="23681044"/>
                <a:ext cx="180000" cy="180000"/>
              </a:xfrm>
              <a:custGeom>
                <a:avLst/>
                <a:gdLst>
                  <a:gd name="csX0" fmla="*/ 45496 w 90714"/>
                  <a:gd name="csY0" fmla="*/ 90893 h 90713"/>
                  <a:gd name="csX1" fmla="*/ 77568 w 90714"/>
                  <a:gd name="csY1" fmla="*/ 77608 h 90713"/>
                  <a:gd name="csX2" fmla="*/ 90853 w 90714"/>
                  <a:gd name="csY2" fmla="*/ 45536 h 90713"/>
                  <a:gd name="csX3" fmla="*/ 77568 w 90714"/>
                  <a:gd name="csY3" fmla="*/ 13464 h 90713"/>
                  <a:gd name="csX4" fmla="*/ 45496 w 90714"/>
                  <a:gd name="csY4" fmla="*/ 179 h 90713"/>
                  <a:gd name="csX5" fmla="*/ 13423 w 90714"/>
                  <a:gd name="csY5" fmla="*/ 13464 h 90713"/>
                  <a:gd name="csX6" fmla="*/ 139 w 90714"/>
                  <a:gd name="csY6" fmla="*/ 45536 h 90713"/>
                  <a:gd name="csX7" fmla="*/ 13423 w 90714"/>
                  <a:gd name="csY7" fmla="*/ 77608 h 90713"/>
                  <a:gd name="csX8" fmla="*/ 45496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6" y="90893"/>
                    </a:moveTo>
                    <a:cubicBezTo>
                      <a:pt x="57525" y="90893"/>
                      <a:pt x="69063" y="86113"/>
                      <a:pt x="77568" y="77608"/>
                    </a:cubicBezTo>
                    <a:cubicBezTo>
                      <a:pt x="86074" y="69102"/>
                      <a:pt x="90853" y="57565"/>
                      <a:pt x="90853" y="45536"/>
                    </a:cubicBezTo>
                    <a:cubicBezTo>
                      <a:pt x="90853" y="33507"/>
                      <a:pt x="86074" y="21969"/>
                      <a:pt x="77568" y="13464"/>
                    </a:cubicBezTo>
                    <a:cubicBezTo>
                      <a:pt x="69063" y="4958"/>
                      <a:pt x="57525" y="179"/>
                      <a:pt x="45496" y="179"/>
                    </a:cubicBezTo>
                    <a:cubicBezTo>
                      <a:pt x="33467" y="179"/>
                      <a:pt x="21929" y="4958"/>
                      <a:pt x="13423" y="13464"/>
                    </a:cubicBezTo>
                    <a:cubicBezTo>
                      <a:pt x="4918" y="21969"/>
                      <a:pt x="139" y="33507"/>
                      <a:pt x="139" y="45536"/>
                    </a:cubicBezTo>
                    <a:cubicBezTo>
                      <a:pt x="139" y="57565"/>
                      <a:pt x="4918" y="69102"/>
                      <a:pt x="13423" y="77608"/>
                    </a:cubicBezTo>
                    <a:cubicBezTo>
                      <a:pt x="21929" y="86113"/>
                      <a:pt x="33467" y="90893"/>
                      <a:pt x="45496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4" name="任意多边形: 形状 1683"/>
              <p:cNvSpPr/>
              <p:nvPr/>
            </p:nvSpPr>
            <p:spPr>
              <a:xfrm>
                <a:off x="5958454" y="23266669"/>
                <a:ext cx="180000" cy="180000"/>
              </a:xfrm>
              <a:custGeom>
                <a:avLst/>
                <a:gdLst>
                  <a:gd name="csX0" fmla="*/ 45523 w 90714"/>
                  <a:gd name="csY0" fmla="*/ 90880 h 90713"/>
                  <a:gd name="csX1" fmla="*/ 77596 w 90714"/>
                  <a:gd name="csY1" fmla="*/ 77595 h 90713"/>
                  <a:gd name="csX2" fmla="*/ 90881 w 90714"/>
                  <a:gd name="csY2" fmla="*/ 45523 h 90713"/>
                  <a:gd name="csX3" fmla="*/ 77596 w 90714"/>
                  <a:gd name="csY3" fmla="*/ 13451 h 90713"/>
                  <a:gd name="csX4" fmla="*/ 45523 w 90714"/>
                  <a:gd name="csY4" fmla="*/ 166 h 90713"/>
                  <a:gd name="csX5" fmla="*/ 13451 w 90714"/>
                  <a:gd name="csY5" fmla="*/ 13451 h 90713"/>
                  <a:gd name="csX6" fmla="*/ 166 w 90714"/>
                  <a:gd name="csY6" fmla="*/ 45523 h 90713"/>
                  <a:gd name="csX7" fmla="*/ 13451 w 90714"/>
                  <a:gd name="csY7" fmla="*/ 77595 h 90713"/>
                  <a:gd name="csX8" fmla="*/ 45523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3" y="90880"/>
                    </a:moveTo>
                    <a:cubicBezTo>
                      <a:pt x="57552" y="90880"/>
                      <a:pt x="69090" y="86100"/>
                      <a:pt x="77596" y="77595"/>
                    </a:cubicBezTo>
                    <a:cubicBezTo>
                      <a:pt x="86101" y="69089"/>
                      <a:pt x="90881" y="57552"/>
                      <a:pt x="90881" y="45523"/>
                    </a:cubicBezTo>
                    <a:cubicBezTo>
                      <a:pt x="90881" y="33494"/>
                      <a:pt x="86101" y="21956"/>
                      <a:pt x="77596" y="13451"/>
                    </a:cubicBezTo>
                    <a:cubicBezTo>
                      <a:pt x="69090" y="4945"/>
                      <a:pt x="57552" y="166"/>
                      <a:pt x="45523" y="166"/>
                    </a:cubicBezTo>
                    <a:cubicBezTo>
                      <a:pt x="33494" y="166"/>
                      <a:pt x="21957" y="4945"/>
                      <a:pt x="13451" y="13451"/>
                    </a:cubicBezTo>
                    <a:cubicBezTo>
                      <a:pt x="4945" y="21956"/>
                      <a:pt x="166" y="33494"/>
                      <a:pt x="166" y="45523"/>
                    </a:cubicBezTo>
                    <a:cubicBezTo>
                      <a:pt x="166" y="57552"/>
                      <a:pt x="4945" y="69089"/>
                      <a:pt x="13451" y="77595"/>
                    </a:cubicBezTo>
                    <a:cubicBezTo>
                      <a:pt x="21957" y="86100"/>
                      <a:pt x="33494" y="90880"/>
                      <a:pt x="45523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5" name="任意多边形: 形状 1684"/>
              <p:cNvSpPr/>
              <p:nvPr/>
            </p:nvSpPr>
            <p:spPr>
              <a:xfrm>
                <a:off x="8743037" y="22510658"/>
                <a:ext cx="180000" cy="180000"/>
              </a:xfrm>
              <a:custGeom>
                <a:avLst/>
                <a:gdLst>
                  <a:gd name="csX0" fmla="*/ 45610 w 90714"/>
                  <a:gd name="csY0" fmla="*/ 90856 h 90713"/>
                  <a:gd name="csX1" fmla="*/ 77683 w 90714"/>
                  <a:gd name="csY1" fmla="*/ 77571 h 90713"/>
                  <a:gd name="csX2" fmla="*/ 90967 w 90714"/>
                  <a:gd name="csY2" fmla="*/ 45499 h 90713"/>
                  <a:gd name="csX3" fmla="*/ 77683 w 90714"/>
                  <a:gd name="csY3" fmla="*/ 13427 h 90713"/>
                  <a:gd name="csX4" fmla="*/ 45610 w 90714"/>
                  <a:gd name="csY4" fmla="*/ 143 h 90713"/>
                  <a:gd name="csX5" fmla="*/ 13538 w 90714"/>
                  <a:gd name="csY5" fmla="*/ 13427 h 90713"/>
                  <a:gd name="csX6" fmla="*/ 253 w 90714"/>
                  <a:gd name="csY6" fmla="*/ 45499 h 90713"/>
                  <a:gd name="csX7" fmla="*/ 13538 w 90714"/>
                  <a:gd name="csY7" fmla="*/ 77571 h 90713"/>
                  <a:gd name="csX8" fmla="*/ 45610 w 90714"/>
                  <a:gd name="csY8" fmla="*/ 9085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0" y="90856"/>
                    </a:moveTo>
                    <a:cubicBezTo>
                      <a:pt x="57639" y="90856"/>
                      <a:pt x="69177" y="86077"/>
                      <a:pt x="77683" y="77571"/>
                    </a:cubicBezTo>
                    <a:cubicBezTo>
                      <a:pt x="86188" y="69066"/>
                      <a:pt x="90967" y="57528"/>
                      <a:pt x="90967" y="45499"/>
                    </a:cubicBezTo>
                    <a:cubicBezTo>
                      <a:pt x="90967" y="33471"/>
                      <a:pt x="86188" y="21933"/>
                      <a:pt x="77683" y="13427"/>
                    </a:cubicBezTo>
                    <a:cubicBezTo>
                      <a:pt x="69177" y="4922"/>
                      <a:pt x="57639" y="143"/>
                      <a:pt x="45610" y="143"/>
                    </a:cubicBezTo>
                    <a:cubicBezTo>
                      <a:pt x="33581" y="143"/>
                      <a:pt x="22043" y="4922"/>
                      <a:pt x="13538" y="13427"/>
                    </a:cubicBezTo>
                    <a:cubicBezTo>
                      <a:pt x="5032" y="21933"/>
                      <a:pt x="253" y="33471"/>
                      <a:pt x="253" y="45499"/>
                    </a:cubicBezTo>
                    <a:cubicBezTo>
                      <a:pt x="253" y="57528"/>
                      <a:pt x="5032" y="69066"/>
                      <a:pt x="13538" y="77571"/>
                    </a:cubicBezTo>
                    <a:cubicBezTo>
                      <a:pt x="22043" y="86077"/>
                      <a:pt x="33581" y="90856"/>
                      <a:pt x="45610" y="9085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6" name="任意多边形: 形状 1685"/>
              <p:cNvSpPr/>
              <p:nvPr/>
            </p:nvSpPr>
            <p:spPr>
              <a:xfrm>
                <a:off x="6578302" y="22075602"/>
                <a:ext cx="180000" cy="180000"/>
              </a:xfrm>
              <a:custGeom>
                <a:avLst/>
                <a:gdLst>
                  <a:gd name="csX0" fmla="*/ 45543 w 90714"/>
                  <a:gd name="csY0" fmla="*/ 90842 h 90713"/>
                  <a:gd name="csX1" fmla="*/ 77615 w 90714"/>
                  <a:gd name="csY1" fmla="*/ 77558 h 90713"/>
                  <a:gd name="csX2" fmla="*/ 90900 w 90714"/>
                  <a:gd name="csY2" fmla="*/ 45486 h 90713"/>
                  <a:gd name="csX3" fmla="*/ 77615 w 90714"/>
                  <a:gd name="csY3" fmla="*/ 13414 h 90713"/>
                  <a:gd name="csX4" fmla="*/ 45543 w 90714"/>
                  <a:gd name="csY4" fmla="*/ 129 h 90713"/>
                  <a:gd name="csX5" fmla="*/ 13470 w 90714"/>
                  <a:gd name="csY5" fmla="*/ 13414 h 90713"/>
                  <a:gd name="csX6" fmla="*/ 185 w 90714"/>
                  <a:gd name="csY6" fmla="*/ 45486 h 90713"/>
                  <a:gd name="csX7" fmla="*/ 13470 w 90714"/>
                  <a:gd name="csY7" fmla="*/ 77558 h 90713"/>
                  <a:gd name="csX8" fmla="*/ 45543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3" y="90842"/>
                    </a:moveTo>
                    <a:cubicBezTo>
                      <a:pt x="57572" y="90842"/>
                      <a:pt x="69109" y="86063"/>
                      <a:pt x="77615" y="77558"/>
                    </a:cubicBezTo>
                    <a:cubicBezTo>
                      <a:pt x="86121" y="69052"/>
                      <a:pt x="90900" y="57514"/>
                      <a:pt x="90900" y="45486"/>
                    </a:cubicBezTo>
                    <a:cubicBezTo>
                      <a:pt x="90900" y="33457"/>
                      <a:pt x="86121" y="21919"/>
                      <a:pt x="77615" y="13414"/>
                    </a:cubicBezTo>
                    <a:cubicBezTo>
                      <a:pt x="69109" y="4908"/>
                      <a:pt x="57572" y="129"/>
                      <a:pt x="45543" y="129"/>
                    </a:cubicBezTo>
                    <a:cubicBezTo>
                      <a:pt x="33514" y="129"/>
                      <a:pt x="21976" y="4908"/>
                      <a:pt x="13470" y="13414"/>
                    </a:cubicBezTo>
                    <a:cubicBezTo>
                      <a:pt x="4964" y="21919"/>
                      <a:pt x="185" y="33457"/>
                      <a:pt x="185" y="45486"/>
                    </a:cubicBezTo>
                    <a:cubicBezTo>
                      <a:pt x="185" y="57514"/>
                      <a:pt x="4964" y="69052"/>
                      <a:pt x="13470" y="77558"/>
                    </a:cubicBezTo>
                    <a:cubicBezTo>
                      <a:pt x="21976" y="86063"/>
                      <a:pt x="33514" y="90842"/>
                      <a:pt x="45543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7" name="任意多边形: 形状 1686"/>
              <p:cNvSpPr/>
              <p:nvPr/>
            </p:nvSpPr>
            <p:spPr>
              <a:xfrm>
                <a:off x="8009358" y="20992020"/>
                <a:ext cx="180000" cy="180000"/>
              </a:xfrm>
              <a:custGeom>
                <a:avLst/>
                <a:gdLst>
                  <a:gd name="csX0" fmla="*/ 45587 w 90714"/>
                  <a:gd name="csY0" fmla="*/ 90809 h 90713"/>
                  <a:gd name="csX1" fmla="*/ 77660 w 90714"/>
                  <a:gd name="csY1" fmla="*/ 77524 h 90713"/>
                  <a:gd name="csX2" fmla="*/ 90945 w 90714"/>
                  <a:gd name="csY2" fmla="*/ 45452 h 90713"/>
                  <a:gd name="csX3" fmla="*/ 77660 w 90714"/>
                  <a:gd name="csY3" fmla="*/ 13380 h 90713"/>
                  <a:gd name="csX4" fmla="*/ 45587 w 90714"/>
                  <a:gd name="csY4" fmla="*/ 95 h 90713"/>
                  <a:gd name="csX5" fmla="*/ 13515 w 90714"/>
                  <a:gd name="csY5" fmla="*/ 13380 h 90713"/>
                  <a:gd name="csX6" fmla="*/ 230 w 90714"/>
                  <a:gd name="csY6" fmla="*/ 45452 h 90713"/>
                  <a:gd name="csX7" fmla="*/ 13515 w 90714"/>
                  <a:gd name="csY7" fmla="*/ 77524 h 90713"/>
                  <a:gd name="csX8" fmla="*/ 45587 w 90714"/>
                  <a:gd name="csY8" fmla="*/ 908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7" y="90809"/>
                    </a:moveTo>
                    <a:cubicBezTo>
                      <a:pt x="57616" y="90809"/>
                      <a:pt x="69154" y="86030"/>
                      <a:pt x="77660" y="77524"/>
                    </a:cubicBezTo>
                    <a:cubicBezTo>
                      <a:pt x="86165" y="69018"/>
                      <a:pt x="90945" y="57481"/>
                      <a:pt x="90945" y="45452"/>
                    </a:cubicBezTo>
                    <a:cubicBezTo>
                      <a:pt x="90945" y="33423"/>
                      <a:pt x="86165" y="21885"/>
                      <a:pt x="77660" y="13380"/>
                    </a:cubicBezTo>
                    <a:cubicBezTo>
                      <a:pt x="69154" y="4874"/>
                      <a:pt x="57616" y="95"/>
                      <a:pt x="45587" y="95"/>
                    </a:cubicBezTo>
                    <a:cubicBezTo>
                      <a:pt x="33558" y="95"/>
                      <a:pt x="22020" y="4874"/>
                      <a:pt x="13515" y="13380"/>
                    </a:cubicBezTo>
                    <a:cubicBezTo>
                      <a:pt x="5009" y="21885"/>
                      <a:pt x="230" y="33423"/>
                      <a:pt x="230" y="45452"/>
                    </a:cubicBezTo>
                    <a:cubicBezTo>
                      <a:pt x="230" y="57481"/>
                      <a:pt x="5009" y="69018"/>
                      <a:pt x="13515" y="77524"/>
                    </a:cubicBezTo>
                    <a:cubicBezTo>
                      <a:pt x="22020" y="86030"/>
                      <a:pt x="33558" y="90809"/>
                      <a:pt x="45587" y="908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8" name="任意多边形: 形状 1687"/>
              <p:cNvSpPr/>
              <p:nvPr/>
            </p:nvSpPr>
            <p:spPr>
              <a:xfrm>
                <a:off x="6480017" y="21912680"/>
                <a:ext cx="180000" cy="180000"/>
              </a:xfrm>
              <a:custGeom>
                <a:avLst/>
                <a:gdLst>
                  <a:gd name="csX0" fmla="*/ 45540 w 90714"/>
                  <a:gd name="csY0" fmla="*/ 90837 h 90713"/>
                  <a:gd name="csX1" fmla="*/ 77612 w 90714"/>
                  <a:gd name="csY1" fmla="*/ 77553 h 90713"/>
                  <a:gd name="csX2" fmla="*/ 90897 w 90714"/>
                  <a:gd name="csY2" fmla="*/ 45481 h 90713"/>
                  <a:gd name="csX3" fmla="*/ 77612 w 90714"/>
                  <a:gd name="csY3" fmla="*/ 13409 h 90713"/>
                  <a:gd name="csX4" fmla="*/ 45540 w 90714"/>
                  <a:gd name="csY4" fmla="*/ 124 h 90713"/>
                  <a:gd name="csX5" fmla="*/ 13467 w 90714"/>
                  <a:gd name="csY5" fmla="*/ 13409 h 90713"/>
                  <a:gd name="csX6" fmla="*/ 182 w 90714"/>
                  <a:gd name="csY6" fmla="*/ 45481 h 90713"/>
                  <a:gd name="csX7" fmla="*/ 13467 w 90714"/>
                  <a:gd name="csY7" fmla="*/ 77553 h 90713"/>
                  <a:gd name="csX8" fmla="*/ 45540 w 90714"/>
                  <a:gd name="csY8" fmla="*/ 908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0" y="90837"/>
                    </a:moveTo>
                    <a:cubicBezTo>
                      <a:pt x="57568" y="90837"/>
                      <a:pt x="69106" y="86058"/>
                      <a:pt x="77612" y="77553"/>
                    </a:cubicBezTo>
                    <a:cubicBezTo>
                      <a:pt x="86118" y="69047"/>
                      <a:pt x="90897" y="57509"/>
                      <a:pt x="90897" y="45481"/>
                    </a:cubicBezTo>
                    <a:cubicBezTo>
                      <a:pt x="90897" y="33452"/>
                      <a:pt x="86118" y="21914"/>
                      <a:pt x="77612" y="13409"/>
                    </a:cubicBezTo>
                    <a:cubicBezTo>
                      <a:pt x="69106" y="4903"/>
                      <a:pt x="57568" y="124"/>
                      <a:pt x="45540" y="124"/>
                    </a:cubicBezTo>
                    <a:cubicBezTo>
                      <a:pt x="33511" y="124"/>
                      <a:pt x="21973" y="4903"/>
                      <a:pt x="13467" y="13409"/>
                    </a:cubicBezTo>
                    <a:cubicBezTo>
                      <a:pt x="4961" y="21914"/>
                      <a:pt x="182" y="33452"/>
                      <a:pt x="182" y="45481"/>
                    </a:cubicBezTo>
                    <a:cubicBezTo>
                      <a:pt x="182" y="57509"/>
                      <a:pt x="4961" y="69047"/>
                      <a:pt x="13467" y="77553"/>
                    </a:cubicBezTo>
                    <a:cubicBezTo>
                      <a:pt x="21973" y="86058"/>
                      <a:pt x="33511" y="90837"/>
                      <a:pt x="45540" y="908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89" name="任意多边形: 形状 1688"/>
              <p:cNvSpPr/>
              <p:nvPr/>
            </p:nvSpPr>
            <p:spPr>
              <a:xfrm>
                <a:off x="8594562" y="25073619"/>
                <a:ext cx="180000" cy="180000"/>
              </a:xfrm>
              <a:custGeom>
                <a:avLst/>
                <a:gdLst>
                  <a:gd name="csX0" fmla="*/ 45605 w 90714"/>
                  <a:gd name="csY0" fmla="*/ 90936 h 90713"/>
                  <a:gd name="csX1" fmla="*/ 77678 w 90714"/>
                  <a:gd name="csY1" fmla="*/ 77651 h 90713"/>
                  <a:gd name="csX2" fmla="*/ 90963 w 90714"/>
                  <a:gd name="csY2" fmla="*/ 45579 h 90713"/>
                  <a:gd name="csX3" fmla="*/ 77678 w 90714"/>
                  <a:gd name="csY3" fmla="*/ 13507 h 90713"/>
                  <a:gd name="csX4" fmla="*/ 45605 w 90714"/>
                  <a:gd name="csY4" fmla="*/ 222 h 90713"/>
                  <a:gd name="csX5" fmla="*/ 13533 w 90714"/>
                  <a:gd name="csY5" fmla="*/ 13507 h 90713"/>
                  <a:gd name="csX6" fmla="*/ 248 w 90714"/>
                  <a:gd name="csY6" fmla="*/ 45579 h 90713"/>
                  <a:gd name="csX7" fmla="*/ 13533 w 90714"/>
                  <a:gd name="csY7" fmla="*/ 77651 h 90713"/>
                  <a:gd name="csX8" fmla="*/ 45605 w 90714"/>
                  <a:gd name="csY8" fmla="*/ 909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5" y="90936"/>
                    </a:moveTo>
                    <a:cubicBezTo>
                      <a:pt x="57634" y="90936"/>
                      <a:pt x="69172" y="86157"/>
                      <a:pt x="77678" y="77651"/>
                    </a:cubicBezTo>
                    <a:cubicBezTo>
                      <a:pt x="86184" y="69146"/>
                      <a:pt x="90963" y="57608"/>
                      <a:pt x="90963" y="45579"/>
                    </a:cubicBezTo>
                    <a:cubicBezTo>
                      <a:pt x="90963" y="33550"/>
                      <a:pt x="86184" y="22013"/>
                      <a:pt x="77678" y="13507"/>
                    </a:cubicBezTo>
                    <a:cubicBezTo>
                      <a:pt x="69172" y="5002"/>
                      <a:pt x="57634" y="222"/>
                      <a:pt x="45605" y="222"/>
                    </a:cubicBezTo>
                    <a:cubicBezTo>
                      <a:pt x="33577" y="222"/>
                      <a:pt x="22039" y="5002"/>
                      <a:pt x="13533" y="13507"/>
                    </a:cubicBezTo>
                    <a:cubicBezTo>
                      <a:pt x="5027" y="22013"/>
                      <a:pt x="248" y="33550"/>
                      <a:pt x="248" y="45579"/>
                    </a:cubicBezTo>
                    <a:cubicBezTo>
                      <a:pt x="248" y="57608"/>
                      <a:pt x="5027" y="69146"/>
                      <a:pt x="13533" y="77651"/>
                    </a:cubicBezTo>
                    <a:cubicBezTo>
                      <a:pt x="22039" y="86157"/>
                      <a:pt x="33577" y="90936"/>
                      <a:pt x="45605" y="909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0" name="任意多边形: 形状 1689"/>
              <p:cNvSpPr/>
              <p:nvPr/>
            </p:nvSpPr>
            <p:spPr>
              <a:xfrm>
                <a:off x="6549768" y="21431432"/>
                <a:ext cx="180000" cy="180000"/>
              </a:xfrm>
              <a:custGeom>
                <a:avLst/>
                <a:gdLst>
                  <a:gd name="csX0" fmla="*/ 45542 w 90714"/>
                  <a:gd name="csY0" fmla="*/ 90822 h 90713"/>
                  <a:gd name="csX1" fmla="*/ 77614 w 90714"/>
                  <a:gd name="csY1" fmla="*/ 77538 h 90713"/>
                  <a:gd name="csX2" fmla="*/ 90899 w 90714"/>
                  <a:gd name="csY2" fmla="*/ 45466 h 90713"/>
                  <a:gd name="csX3" fmla="*/ 77614 w 90714"/>
                  <a:gd name="csY3" fmla="*/ 13394 h 90713"/>
                  <a:gd name="csX4" fmla="*/ 45542 w 90714"/>
                  <a:gd name="csY4" fmla="*/ 109 h 90713"/>
                  <a:gd name="csX5" fmla="*/ 13469 w 90714"/>
                  <a:gd name="csY5" fmla="*/ 13394 h 90713"/>
                  <a:gd name="csX6" fmla="*/ 184 w 90714"/>
                  <a:gd name="csY6" fmla="*/ 45466 h 90713"/>
                  <a:gd name="csX7" fmla="*/ 13469 w 90714"/>
                  <a:gd name="csY7" fmla="*/ 77538 h 90713"/>
                  <a:gd name="csX8" fmla="*/ 45542 w 90714"/>
                  <a:gd name="csY8" fmla="*/ 9082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2" y="90822"/>
                    </a:moveTo>
                    <a:cubicBezTo>
                      <a:pt x="57571" y="90822"/>
                      <a:pt x="69108" y="86043"/>
                      <a:pt x="77614" y="77538"/>
                    </a:cubicBezTo>
                    <a:cubicBezTo>
                      <a:pt x="86120" y="69032"/>
                      <a:pt x="90899" y="57494"/>
                      <a:pt x="90899" y="45466"/>
                    </a:cubicBezTo>
                    <a:cubicBezTo>
                      <a:pt x="90899" y="33437"/>
                      <a:pt x="86120" y="21899"/>
                      <a:pt x="77614" y="13394"/>
                    </a:cubicBezTo>
                    <a:cubicBezTo>
                      <a:pt x="69108" y="4888"/>
                      <a:pt x="57571" y="109"/>
                      <a:pt x="45542" y="109"/>
                    </a:cubicBezTo>
                    <a:cubicBezTo>
                      <a:pt x="33513" y="109"/>
                      <a:pt x="21975" y="4888"/>
                      <a:pt x="13469" y="13394"/>
                    </a:cubicBezTo>
                    <a:cubicBezTo>
                      <a:pt x="4964" y="21899"/>
                      <a:pt x="184" y="33437"/>
                      <a:pt x="184" y="45466"/>
                    </a:cubicBezTo>
                    <a:cubicBezTo>
                      <a:pt x="184" y="57494"/>
                      <a:pt x="4964" y="69032"/>
                      <a:pt x="13469" y="77538"/>
                    </a:cubicBezTo>
                    <a:cubicBezTo>
                      <a:pt x="21975" y="86043"/>
                      <a:pt x="33513" y="90822"/>
                      <a:pt x="45542" y="9082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1" name="任意多边形: 形状 1690"/>
              <p:cNvSpPr/>
              <p:nvPr/>
            </p:nvSpPr>
            <p:spPr>
              <a:xfrm>
                <a:off x="6483084" y="22941956"/>
                <a:ext cx="180000" cy="180000"/>
              </a:xfrm>
              <a:custGeom>
                <a:avLst/>
                <a:gdLst>
                  <a:gd name="csX0" fmla="*/ 45540 w 90714"/>
                  <a:gd name="csY0" fmla="*/ 90869 h 90713"/>
                  <a:gd name="csX1" fmla="*/ 77612 w 90714"/>
                  <a:gd name="csY1" fmla="*/ 77585 h 90713"/>
                  <a:gd name="csX2" fmla="*/ 90897 w 90714"/>
                  <a:gd name="csY2" fmla="*/ 45513 h 90713"/>
                  <a:gd name="csX3" fmla="*/ 77612 w 90714"/>
                  <a:gd name="csY3" fmla="*/ 13441 h 90713"/>
                  <a:gd name="csX4" fmla="*/ 45540 w 90714"/>
                  <a:gd name="csY4" fmla="*/ 156 h 90713"/>
                  <a:gd name="csX5" fmla="*/ 13467 w 90714"/>
                  <a:gd name="csY5" fmla="*/ 13441 h 90713"/>
                  <a:gd name="csX6" fmla="*/ 182 w 90714"/>
                  <a:gd name="csY6" fmla="*/ 45513 h 90713"/>
                  <a:gd name="csX7" fmla="*/ 13467 w 90714"/>
                  <a:gd name="csY7" fmla="*/ 77585 h 90713"/>
                  <a:gd name="csX8" fmla="*/ 45540 w 90714"/>
                  <a:gd name="csY8" fmla="*/ 9086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0" y="90869"/>
                    </a:moveTo>
                    <a:cubicBezTo>
                      <a:pt x="57569" y="90869"/>
                      <a:pt x="69106" y="86090"/>
                      <a:pt x="77612" y="77585"/>
                    </a:cubicBezTo>
                    <a:cubicBezTo>
                      <a:pt x="86118" y="69079"/>
                      <a:pt x="90897" y="57541"/>
                      <a:pt x="90897" y="45513"/>
                    </a:cubicBezTo>
                    <a:cubicBezTo>
                      <a:pt x="90897" y="33484"/>
                      <a:pt x="86118" y="21946"/>
                      <a:pt x="77612" y="13441"/>
                    </a:cubicBezTo>
                    <a:cubicBezTo>
                      <a:pt x="69106" y="4935"/>
                      <a:pt x="57569" y="156"/>
                      <a:pt x="45540" y="156"/>
                    </a:cubicBezTo>
                    <a:cubicBezTo>
                      <a:pt x="33511" y="156"/>
                      <a:pt x="21973" y="4935"/>
                      <a:pt x="13467" y="13441"/>
                    </a:cubicBezTo>
                    <a:cubicBezTo>
                      <a:pt x="4961" y="21946"/>
                      <a:pt x="182" y="33484"/>
                      <a:pt x="182" y="45513"/>
                    </a:cubicBezTo>
                    <a:cubicBezTo>
                      <a:pt x="182" y="57541"/>
                      <a:pt x="4961" y="69079"/>
                      <a:pt x="13467" y="77585"/>
                    </a:cubicBezTo>
                    <a:cubicBezTo>
                      <a:pt x="21973" y="86090"/>
                      <a:pt x="33511" y="90869"/>
                      <a:pt x="45540" y="9086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2" name="任意多边形: 形状 1691"/>
              <p:cNvSpPr/>
              <p:nvPr/>
            </p:nvSpPr>
            <p:spPr>
              <a:xfrm>
                <a:off x="7077766" y="22697449"/>
                <a:ext cx="180000" cy="180000"/>
              </a:xfrm>
              <a:custGeom>
                <a:avLst/>
                <a:gdLst>
                  <a:gd name="csX0" fmla="*/ 45558 w 90714"/>
                  <a:gd name="csY0" fmla="*/ 90862 h 90713"/>
                  <a:gd name="csX1" fmla="*/ 77631 w 90714"/>
                  <a:gd name="csY1" fmla="*/ 77577 h 90713"/>
                  <a:gd name="csX2" fmla="*/ 90915 w 90714"/>
                  <a:gd name="csY2" fmla="*/ 45505 h 90713"/>
                  <a:gd name="csX3" fmla="*/ 77631 w 90714"/>
                  <a:gd name="csY3" fmla="*/ 13433 h 90713"/>
                  <a:gd name="csX4" fmla="*/ 45558 w 90714"/>
                  <a:gd name="csY4" fmla="*/ 148 h 90713"/>
                  <a:gd name="csX5" fmla="*/ 13486 w 90714"/>
                  <a:gd name="csY5" fmla="*/ 13433 h 90713"/>
                  <a:gd name="csX6" fmla="*/ 201 w 90714"/>
                  <a:gd name="csY6" fmla="*/ 45505 h 90713"/>
                  <a:gd name="csX7" fmla="*/ 13486 w 90714"/>
                  <a:gd name="csY7" fmla="*/ 77577 h 90713"/>
                  <a:gd name="csX8" fmla="*/ 45558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8" y="90862"/>
                    </a:moveTo>
                    <a:cubicBezTo>
                      <a:pt x="57587" y="90862"/>
                      <a:pt x="69125" y="86083"/>
                      <a:pt x="77631" y="77577"/>
                    </a:cubicBezTo>
                    <a:cubicBezTo>
                      <a:pt x="86136" y="69072"/>
                      <a:pt x="90915" y="57534"/>
                      <a:pt x="90915" y="45505"/>
                    </a:cubicBezTo>
                    <a:cubicBezTo>
                      <a:pt x="90915" y="33476"/>
                      <a:pt x="86136" y="21939"/>
                      <a:pt x="77631" y="13433"/>
                    </a:cubicBezTo>
                    <a:cubicBezTo>
                      <a:pt x="69125" y="4927"/>
                      <a:pt x="57587" y="148"/>
                      <a:pt x="45558" y="148"/>
                    </a:cubicBezTo>
                    <a:cubicBezTo>
                      <a:pt x="33529" y="148"/>
                      <a:pt x="21991" y="4927"/>
                      <a:pt x="13486" y="13433"/>
                    </a:cubicBezTo>
                    <a:cubicBezTo>
                      <a:pt x="4980" y="21939"/>
                      <a:pt x="201" y="33476"/>
                      <a:pt x="201" y="45505"/>
                    </a:cubicBezTo>
                    <a:cubicBezTo>
                      <a:pt x="201" y="57534"/>
                      <a:pt x="4980" y="69072"/>
                      <a:pt x="13486" y="77577"/>
                    </a:cubicBezTo>
                    <a:cubicBezTo>
                      <a:pt x="21991" y="86083"/>
                      <a:pt x="33529" y="90862"/>
                      <a:pt x="45558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3" name="任意多边形: 形状 1692"/>
              <p:cNvSpPr/>
              <p:nvPr/>
            </p:nvSpPr>
            <p:spPr>
              <a:xfrm>
                <a:off x="9585568" y="22278133"/>
                <a:ext cx="180000" cy="180000"/>
              </a:xfrm>
              <a:custGeom>
                <a:avLst/>
                <a:gdLst>
                  <a:gd name="csX0" fmla="*/ 45636 w 90714"/>
                  <a:gd name="csY0" fmla="*/ 90849 h 90713"/>
                  <a:gd name="csX1" fmla="*/ 77709 w 90714"/>
                  <a:gd name="csY1" fmla="*/ 77564 h 90713"/>
                  <a:gd name="csX2" fmla="*/ 90994 w 90714"/>
                  <a:gd name="csY2" fmla="*/ 45492 h 90713"/>
                  <a:gd name="csX3" fmla="*/ 77709 w 90714"/>
                  <a:gd name="csY3" fmla="*/ 13420 h 90713"/>
                  <a:gd name="csX4" fmla="*/ 45636 w 90714"/>
                  <a:gd name="csY4" fmla="*/ 135 h 90713"/>
                  <a:gd name="csX5" fmla="*/ 13564 w 90714"/>
                  <a:gd name="csY5" fmla="*/ 13420 h 90713"/>
                  <a:gd name="csX6" fmla="*/ 279 w 90714"/>
                  <a:gd name="csY6" fmla="*/ 45492 h 90713"/>
                  <a:gd name="csX7" fmla="*/ 13564 w 90714"/>
                  <a:gd name="csY7" fmla="*/ 77564 h 90713"/>
                  <a:gd name="csX8" fmla="*/ 45636 w 90714"/>
                  <a:gd name="csY8" fmla="*/ 908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6" y="90849"/>
                    </a:moveTo>
                    <a:cubicBezTo>
                      <a:pt x="57665" y="90849"/>
                      <a:pt x="69203" y="86070"/>
                      <a:pt x="77709" y="77564"/>
                    </a:cubicBezTo>
                    <a:cubicBezTo>
                      <a:pt x="86215" y="69058"/>
                      <a:pt x="90994" y="57521"/>
                      <a:pt x="90994" y="45492"/>
                    </a:cubicBezTo>
                    <a:cubicBezTo>
                      <a:pt x="90994" y="33463"/>
                      <a:pt x="86215" y="21926"/>
                      <a:pt x="77709" y="13420"/>
                    </a:cubicBezTo>
                    <a:cubicBezTo>
                      <a:pt x="69203" y="4914"/>
                      <a:pt x="57665" y="135"/>
                      <a:pt x="45636" y="135"/>
                    </a:cubicBezTo>
                    <a:cubicBezTo>
                      <a:pt x="33607" y="135"/>
                      <a:pt x="22070" y="4914"/>
                      <a:pt x="13564" y="13420"/>
                    </a:cubicBezTo>
                    <a:cubicBezTo>
                      <a:pt x="5058" y="21926"/>
                      <a:pt x="279" y="33463"/>
                      <a:pt x="279" y="45492"/>
                    </a:cubicBezTo>
                    <a:cubicBezTo>
                      <a:pt x="279" y="57521"/>
                      <a:pt x="5058" y="69058"/>
                      <a:pt x="13564" y="77564"/>
                    </a:cubicBezTo>
                    <a:cubicBezTo>
                      <a:pt x="22070" y="86070"/>
                      <a:pt x="33607" y="90849"/>
                      <a:pt x="45636" y="908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4" name="任意多边形: 形状 1693"/>
              <p:cNvSpPr/>
              <p:nvPr/>
            </p:nvSpPr>
            <p:spPr>
              <a:xfrm>
                <a:off x="5873496" y="23154993"/>
                <a:ext cx="180000" cy="180000"/>
              </a:xfrm>
              <a:custGeom>
                <a:avLst/>
                <a:gdLst>
                  <a:gd name="csX0" fmla="*/ 45521 w 90714"/>
                  <a:gd name="csY0" fmla="*/ 90876 h 90713"/>
                  <a:gd name="csX1" fmla="*/ 77593 w 90714"/>
                  <a:gd name="csY1" fmla="*/ 77591 h 90713"/>
                  <a:gd name="csX2" fmla="*/ 90878 w 90714"/>
                  <a:gd name="csY2" fmla="*/ 45519 h 90713"/>
                  <a:gd name="csX3" fmla="*/ 77593 w 90714"/>
                  <a:gd name="csY3" fmla="*/ 13447 h 90713"/>
                  <a:gd name="csX4" fmla="*/ 45521 w 90714"/>
                  <a:gd name="csY4" fmla="*/ 163 h 90713"/>
                  <a:gd name="csX5" fmla="*/ 13448 w 90714"/>
                  <a:gd name="csY5" fmla="*/ 13447 h 90713"/>
                  <a:gd name="csX6" fmla="*/ 163 w 90714"/>
                  <a:gd name="csY6" fmla="*/ 45519 h 90713"/>
                  <a:gd name="csX7" fmla="*/ 13448 w 90714"/>
                  <a:gd name="csY7" fmla="*/ 77591 h 90713"/>
                  <a:gd name="csX8" fmla="*/ 45521 w 90714"/>
                  <a:gd name="csY8" fmla="*/ 9087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1" y="90876"/>
                    </a:moveTo>
                    <a:cubicBezTo>
                      <a:pt x="57550" y="90876"/>
                      <a:pt x="69087" y="86097"/>
                      <a:pt x="77593" y="77591"/>
                    </a:cubicBezTo>
                    <a:cubicBezTo>
                      <a:pt x="86099" y="69086"/>
                      <a:pt x="90878" y="57548"/>
                      <a:pt x="90878" y="45519"/>
                    </a:cubicBezTo>
                    <a:cubicBezTo>
                      <a:pt x="90878" y="33491"/>
                      <a:pt x="86099" y="21953"/>
                      <a:pt x="77593" y="13447"/>
                    </a:cubicBezTo>
                    <a:cubicBezTo>
                      <a:pt x="69087" y="4942"/>
                      <a:pt x="57550" y="163"/>
                      <a:pt x="45521" y="163"/>
                    </a:cubicBezTo>
                    <a:cubicBezTo>
                      <a:pt x="33492" y="163"/>
                      <a:pt x="21954" y="4942"/>
                      <a:pt x="13448" y="13447"/>
                    </a:cubicBezTo>
                    <a:cubicBezTo>
                      <a:pt x="4942" y="21953"/>
                      <a:pt x="163" y="33491"/>
                      <a:pt x="163" y="45519"/>
                    </a:cubicBezTo>
                    <a:cubicBezTo>
                      <a:pt x="163" y="57548"/>
                      <a:pt x="4942" y="69086"/>
                      <a:pt x="13448" y="77591"/>
                    </a:cubicBezTo>
                    <a:cubicBezTo>
                      <a:pt x="21954" y="86097"/>
                      <a:pt x="33492" y="90876"/>
                      <a:pt x="45521" y="9087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5" name="任意多边形: 形状 1694"/>
              <p:cNvSpPr/>
              <p:nvPr/>
            </p:nvSpPr>
            <p:spPr>
              <a:xfrm>
                <a:off x="4526815" y="21776809"/>
                <a:ext cx="180000" cy="180000"/>
              </a:xfrm>
              <a:custGeom>
                <a:avLst/>
                <a:gdLst>
                  <a:gd name="csX0" fmla="*/ 45479 w 90714"/>
                  <a:gd name="csY0" fmla="*/ 90833 h 90713"/>
                  <a:gd name="csX1" fmla="*/ 77551 w 90714"/>
                  <a:gd name="csY1" fmla="*/ 77548 h 90713"/>
                  <a:gd name="csX2" fmla="*/ 90836 w 90714"/>
                  <a:gd name="csY2" fmla="*/ 45476 h 90713"/>
                  <a:gd name="csX3" fmla="*/ 77551 w 90714"/>
                  <a:gd name="csY3" fmla="*/ 13404 h 90713"/>
                  <a:gd name="csX4" fmla="*/ 45479 w 90714"/>
                  <a:gd name="csY4" fmla="*/ 120 h 90713"/>
                  <a:gd name="csX5" fmla="*/ 13406 w 90714"/>
                  <a:gd name="csY5" fmla="*/ 13404 h 90713"/>
                  <a:gd name="csX6" fmla="*/ 121 w 90714"/>
                  <a:gd name="csY6" fmla="*/ 45476 h 90713"/>
                  <a:gd name="csX7" fmla="*/ 13406 w 90714"/>
                  <a:gd name="csY7" fmla="*/ 77548 h 90713"/>
                  <a:gd name="csX8" fmla="*/ 45479 w 90714"/>
                  <a:gd name="csY8" fmla="*/ 9083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9" y="90833"/>
                    </a:moveTo>
                    <a:cubicBezTo>
                      <a:pt x="57508" y="90833"/>
                      <a:pt x="69045" y="86054"/>
                      <a:pt x="77551" y="77548"/>
                    </a:cubicBezTo>
                    <a:cubicBezTo>
                      <a:pt x="86057" y="69043"/>
                      <a:pt x="90836" y="57505"/>
                      <a:pt x="90836" y="45476"/>
                    </a:cubicBezTo>
                    <a:cubicBezTo>
                      <a:pt x="90836" y="33448"/>
                      <a:pt x="86057" y="21910"/>
                      <a:pt x="77551" y="13404"/>
                    </a:cubicBezTo>
                    <a:cubicBezTo>
                      <a:pt x="69045" y="4899"/>
                      <a:pt x="57508" y="120"/>
                      <a:pt x="45479" y="120"/>
                    </a:cubicBezTo>
                    <a:cubicBezTo>
                      <a:pt x="33450" y="120"/>
                      <a:pt x="21912" y="4899"/>
                      <a:pt x="13406" y="13404"/>
                    </a:cubicBezTo>
                    <a:cubicBezTo>
                      <a:pt x="4900" y="21910"/>
                      <a:pt x="121" y="33448"/>
                      <a:pt x="121" y="45476"/>
                    </a:cubicBezTo>
                    <a:cubicBezTo>
                      <a:pt x="121" y="57505"/>
                      <a:pt x="4900" y="69043"/>
                      <a:pt x="13406" y="77548"/>
                    </a:cubicBezTo>
                    <a:cubicBezTo>
                      <a:pt x="21912" y="86054"/>
                      <a:pt x="33450" y="90833"/>
                      <a:pt x="45479" y="9083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6" name="任意多边形: 形状 1695"/>
              <p:cNvSpPr/>
              <p:nvPr/>
            </p:nvSpPr>
            <p:spPr>
              <a:xfrm>
                <a:off x="7196694" y="21134666"/>
                <a:ext cx="180000" cy="180000"/>
              </a:xfrm>
              <a:custGeom>
                <a:avLst/>
                <a:gdLst>
                  <a:gd name="csX0" fmla="*/ 45562 w 90714"/>
                  <a:gd name="csY0" fmla="*/ 90813 h 90713"/>
                  <a:gd name="csX1" fmla="*/ 77634 w 90714"/>
                  <a:gd name="csY1" fmla="*/ 77528 h 90713"/>
                  <a:gd name="csX2" fmla="*/ 90919 w 90714"/>
                  <a:gd name="csY2" fmla="*/ 45456 h 90713"/>
                  <a:gd name="csX3" fmla="*/ 77634 w 90714"/>
                  <a:gd name="csY3" fmla="*/ 13384 h 90713"/>
                  <a:gd name="csX4" fmla="*/ 45562 w 90714"/>
                  <a:gd name="csY4" fmla="*/ 100 h 90713"/>
                  <a:gd name="csX5" fmla="*/ 13489 w 90714"/>
                  <a:gd name="csY5" fmla="*/ 13384 h 90713"/>
                  <a:gd name="csX6" fmla="*/ 205 w 90714"/>
                  <a:gd name="csY6" fmla="*/ 45456 h 90713"/>
                  <a:gd name="csX7" fmla="*/ 13489 w 90714"/>
                  <a:gd name="csY7" fmla="*/ 77528 h 90713"/>
                  <a:gd name="csX8" fmla="*/ 45562 w 90714"/>
                  <a:gd name="csY8" fmla="*/ 9081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2" y="90813"/>
                    </a:moveTo>
                    <a:cubicBezTo>
                      <a:pt x="57591" y="90813"/>
                      <a:pt x="69129" y="86034"/>
                      <a:pt x="77634" y="77528"/>
                    </a:cubicBezTo>
                    <a:cubicBezTo>
                      <a:pt x="86140" y="69023"/>
                      <a:pt x="90919" y="57485"/>
                      <a:pt x="90919" y="45456"/>
                    </a:cubicBezTo>
                    <a:cubicBezTo>
                      <a:pt x="90919" y="33428"/>
                      <a:pt x="86140" y="21890"/>
                      <a:pt x="77634" y="13384"/>
                    </a:cubicBezTo>
                    <a:cubicBezTo>
                      <a:pt x="69129" y="4879"/>
                      <a:pt x="57591" y="100"/>
                      <a:pt x="45562" y="100"/>
                    </a:cubicBezTo>
                    <a:cubicBezTo>
                      <a:pt x="33533" y="100"/>
                      <a:pt x="21995" y="4879"/>
                      <a:pt x="13489" y="13384"/>
                    </a:cubicBezTo>
                    <a:cubicBezTo>
                      <a:pt x="4984" y="21890"/>
                      <a:pt x="205" y="33428"/>
                      <a:pt x="205" y="45456"/>
                    </a:cubicBezTo>
                    <a:cubicBezTo>
                      <a:pt x="205" y="57485"/>
                      <a:pt x="4984" y="69023"/>
                      <a:pt x="13489" y="77528"/>
                    </a:cubicBezTo>
                    <a:cubicBezTo>
                      <a:pt x="21995" y="86034"/>
                      <a:pt x="33533" y="90813"/>
                      <a:pt x="45562" y="9081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7" name="任意多边形: 形状 1696"/>
              <p:cNvSpPr/>
              <p:nvPr/>
            </p:nvSpPr>
            <p:spPr>
              <a:xfrm>
                <a:off x="8996336" y="22769034"/>
                <a:ext cx="180000" cy="180000"/>
              </a:xfrm>
              <a:custGeom>
                <a:avLst/>
                <a:gdLst>
                  <a:gd name="csX0" fmla="*/ 45618 w 90714"/>
                  <a:gd name="csY0" fmla="*/ 90864 h 90713"/>
                  <a:gd name="csX1" fmla="*/ 77690 w 90714"/>
                  <a:gd name="csY1" fmla="*/ 77579 h 90713"/>
                  <a:gd name="csX2" fmla="*/ 90975 w 90714"/>
                  <a:gd name="csY2" fmla="*/ 45507 h 90713"/>
                  <a:gd name="csX3" fmla="*/ 77690 w 90714"/>
                  <a:gd name="csY3" fmla="*/ 13435 h 90713"/>
                  <a:gd name="csX4" fmla="*/ 45618 w 90714"/>
                  <a:gd name="csY4" fmla="*/ 151 h 90713"/>
                  <a:gd name="csX5" fmla="*/ 13546 w 90714"/>
                  <a:gd name="csY5" fmla="*/ 13435 h 90713"/>
                  <a:gd name="csX6" fmla="*/ 261 w 90714"/>
                  <a:gd name="csY6" fmla="*/ 45507 h 90713"/>
                  <a:gd name="csX7" fmla="*/ 13546 w 90714"/>
                  <a:gd name="csY7" fmla="*/ 77579 h 90713"/>
                  <a:gd name="csX8" fmla="*/ 45618 w 90714"/>
                  <a:gd name="csY8" fmla="*/ 9086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8" y="90864"/>
                    </a:moveTo>
                    <a:cubicBezTo>
                      <a:pt x="57647" y="90864"/>
                      <a:pt x="69185" y="86085"/>
                      <a:pt x="77690" y="77579"/>
                    </a:cubicBezTo>
                    <a:cubicBezTo>
                      <a:pt x="86196" y="69074"/>
                      <a:pt x="90975" y="57536"/>
                      <a:pt x="90975" y="45507"/>
                    </a:cubicBezTo>
                    <a:cubicBezTo>
                      <a:pt x="90975" y="33479"/>
                      <a:pt x="86196" y="21941"/>
                      <a:pt x="77690" y="13435"/>
                    </a:cubicBezTo>
                    <a:cubicBezTo>
                      <a:pt x="69185" y="4930"/>
                      <a:pt x="57647" y="151"/>
                      <a:pt x="45618" y="151"/>
                    </a:cubicBezTo>
                    <a:cubicBezTo>
                      <a:pt x="33589" y="151"/>
                      <a:pt x="22051" y="4930"/>
                      <a:pt x="13546" y="13435"/>
                    </a:cubicBezTo>
                    <a:cubicBezTo>
                      <a:pt x="5040" y="21941"/>
                      <a:pt x="261" y="33479"/>
                      <a:pt x="261" y="45507"/>
                    </a:cubicBezTo>
                    <a:cubicBezTo>
                      <a:pt x="261" y="57536"/>
                      <a:pt x="5040" y="69074"/>
                      <a:pt x="13546" y="77579"/>
                    </a:cubicBezTo>
                    <a:cubicBezTo>
                      <a:pt x="22051" y="86085"/>
                      <a:pt x="33589" y="90864"/>
                      <a:pt x="45618" y="9086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8" name="任意多边形: 形状 1697"/>
              <p:cNvSpPr/>
              <p:nvPr/>
            </p:nvSpPr>
            <p:spPr>
              <a:xfrm>
                <a:off x="4974313" y="23770297"/>
                <a:ext cx="180000" cy="180000"/>
              </a:xfrm>
              <a:custGeom>
                <a:avLst/>
                <a:gdLst>
                  <a:gd name="csX0" fmla="*/ 45493 w 90714"/>
                  <a:gd name="csY0" fmla="*/ 90895 h 90713"/>
                  <a:gd name="csX1" fmla="*/ 77565 w 90714"/>
                  <a:gd name="csY1" fmla="*/ 77611 h 90713"/>
                  <a:gd name="csX2" fmla="*/ 90850 w 90714"/>
                  <a:gd name="csY2" fmla="*/ 45539 h 90713"/>
                  <a:gd name="csX3" fmla="*/ 77565 w 90714"/>
                  <a:gd name="csY3" fmla="*/ 13467 h 90713"/>
                  <a:gd name="csX4" fmla="*/ 45493 w 90714"/>
                  <a:gd name="csY4" fmla="*/ 182 h 90713"/>
                  <a:gd name="csX5" fmla="*/ 13420 w 90714"/>
                  <a:gd name="csY5" fmla="*/ 13467 h 90713"/>
                  <a:gd name="csX6" fmla="*/ 135 w 90714"/>
                  <a:gd name="csY6" fmla="*/ 45539 h 90713"/>
                  <a:gd name="csX7" fmla="*/ 13420 w 90714"/>
                  <a:gd name="csY7" fmla="*/ 77611 h 90713"/>
                  <a:gd name="csX8" fmla="*/ 45493 w 90714"/>
                  <a:gd name="csY8" fmla="*/ 9089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3" y="90895"/>
                    </a:moveTo>
                    <a:cubicBezTo>
                      <a:pt x="57521" y="90895"/>
                      <a:pt x="69059" y="86116"/>
                      <a:pt x="77565" y="77611"/>
                    </a:cubicBezTo>
                    <a:cubicBezTo>
                      <a:pt x="86071" y="69105"/>
                      <a:pt x="90850" y="57567"/>
                      <a:pt x="90850" y="45539"/>
                    </a:cubicBezTo>
                    <a:cubicBezTo>
                      <a:pt x="90850" y="33510"/>
                      <a:pt x="86071" y="21972"/>
                      <a:pt x="77565" y="13467"/>
                    </a:cubicBezTo>
                    <a:cubicBezTo>
                      <a:pt x="69059" y="4961"/>
                      <a:pt x="57521" y="182"/>
                      <a:pt x="45493" y="182"/>
                    </a:cubicBezTo>
                    <a:cubicBezTo>
                      <a:pt x="33464" y="182"/>
                      <a:pt x="21926" y="4961"/>
                      <a:pt x="13420" y="13467"/>
                    </a:cubicBezTo>
                    <a:cubicBezTo>
                      <a:pt x="4914" y="21972"/>
                      <a:pt x="135" y="33510"/>
                      <a:pt x="135" y="45539"/>
                    </a:cubicBezTo>
                    <a:cubicBezTo>
                      <a:pt x="135" y="57567"/>
                      <a:pt x="4914" y="69105"/>
                      <a:pt x="13420" y="77611"/>
                    </a:cubicBezTo>
                    <a:cubicBezTo>
                      <a:pt x="21926" y="86116"/>
                      <a:pt x="33464" y="90895"/>
                      <a:pt x="45493" y="9089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699" name="任意多边形: 形状 1698"/>
              <p:cNvSpPr/>
              <p:nvPr/>
            </p:nvSpPr>
            <p:spPr>
              <a:xfrm>
                <a:off x="5586480" y="22397841"/>
                <a:ext cx="180000" cy="180000"/>
              </a:xfrm>
              <a:custGeom>
                <a:avLst/>
                <a:gdLst>
                  <a:gd name="csX0" fmla="*/ 45512 w 90714"/>
                  <a:gd name="csY0" fmla="*/ 90852 h 90713"/>
                  <a:gd name="csX1" fmla="*/ 77584 w 90714"/>
                  <a:gd name="csY1" fmla="*/ 77568 h 90713"/>
                  <a:gd name="csX2" fmla="*/ 90869 w 90714"/>
                  <a:gd name="csY2" fmla="*/ 45496 h 90713"/>
                  <a:gd name="csX3" fmla="*/ 77584 w 90714"/>
                  <a:gd name="csY3" fmla="*/ 13424 h 90713"/>
                  <a:gd name="csX4" fmla="*/ 45512 w 90714"/>
                  <a:gd name="csY4" fmla="*/ 139 h 90713"/>
                  <a:gd name="csX5" fmla="*/ 13439 w 90714"/>
                  <a:gd name="csY5" fmla="*/ 13424 h 90713"/>
                  <a:gd name="csX6" fmla="*/ 154 w 90714"/>
                  <a:gd name="csY6" fmla="*/ 45496 h 90713"/>
                  <a:gd name="csX7" fmla="*/ 13439 w 90714"/>
                  <a:gd name="csY7" fmla="*/ 77568 h 90713"/>
                  <a:gd name="csX8" fmla="*/ 45512 w 90714"/>
                  <a:gd name="csY8" fmla="*/ 9085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2" y="90852"/>
                    </a:moveTo>
                    <a:cubicBezTo>
                      <a:pt x="57541" y="90852"/>
                      <a:pt x="69078" y="86073"/>
                      <a:pt x="77584" y="77568"/>
                    </a:cubicBezTo>
                    <a:cubicBezTo>
                      <a:pt x="86090" y="69062"/>
                      <a:pt x="90869" y="57525"/>
                      <a:pt x="90869" y="45496"/>
                    </a:cubicBezTo>
                    <a:cubicBezTo>
                      <a:pt x="90869" y="33467"/>
                      <a:pt x="86090" y="21929"/>
                      <a:pt x="77584" y="13424"/>
                    </a:cubicBezTo>
                    <a:cubicBezTo>
                      <a:pt x="69078" y="4918"/>
                      <a:pt x="57541" y="139"/>
                      <a:pt x="45512" y="139"/>
                    </a:cubicBezTo>
                    <a:cubicBezTo>
                      <a:pt x="33483" y="139"/>
                      <a:pt x="21945" y="4918"/>
                      <a:pt x="13439" y="13424"/>
                    </a:cubicBezTo>
                    <a:cubicBezTo>
                      <a:pt x="4934" y="21929"/>
                      <a:pt x="154" y="33467"/>
                      <a:pt x="154" y="45496"/>
                    </a:cubicBezTo>
                    <a:cubicBezTo>
                      <a:pt x="154" y="57525"/>
                      <a:pt x="4934" y="69062"/>
                      <a:pt x="13439" y="77568"/>
                    </a:cubicBezTo>
                    <a:cubicBezTo>
                      <a:pt x="21945" y="86073"/>
                      <a:pt x="33483" y="90852"/>
                      <a:pt x="45512" y="9085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02" name="任意多边形: 形状 1701"/>
              <p:cNvSpPr/>
              <p:nvPr/>
            </p:nvSpPr>
            <p:spPr>
              <a:xfrm>
                <a:off x="5915128" y="22637826"/>
                <a:ext cx="180000" cy="180000"/>
              </a:xfrm>
              <a:custGeom>
                <a:avLst/>
                <a:gdLst>
                  <a:gd name="csX0" fmla="*/ 45522 w 90714"/>
                  <a:gd name="csY0" fmla="*/ 90860 h 90713"/>
                  <a:gd name="csX1" fmla="*/ 77594 w 90714"/>
                  <a:gd name="csY1" fmla="*/ 77575 h 90713"/>
                  <a:gd name="csX2" fmla="*/ 90879 w 90714"/>
                  <a:gd name="csY2" fmla="*/ 45503 h 90713"/>
                  <a:gd name="csX3" fmla="*/ 77594 w 90714"/>
                  <a:gd name="csY3" fmla="*/ 13431 h 90713"/>
                  <a:gd name="csX4" fmla="*/ 45522 w 90714"/>
                  <a:gd name="csY4" fmla="*/ 147 h 90713"/>
                  <a:gd name="csX5" fmla="*/ 13449 w 90714"/>
                  <a:gd name="csY5" fmla="*/ 13431 h 90713"/>
                  <a:gd name="csX6" fmla="*/ 165 w 90714"/>
                  <a:gd name="csY6" fmla="*/ 45503 h 90713"/>
                  <a:gd name="csX7" fmla="*/ 13449 w 90714"/>
                  <a:gd name="csY7" fmla="*/ 77575 h 90713"/>
                  <a:gd name="csX8" fmla="*/ 45522 w 90714"/>
                  <a:gd name="csY8" fmla="*/ 9086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860"/>
                    </a:moveTo>
                    <a:cubicBezTo>
                      <a:pt x="57551" y="90860"/>
                      <a:pt x="69089" y="86081"/>
                      <a:pt x="77594" y="77575"/>
                    </a:cubicBezTo>
                    <a:cubicBezTo>
                      <a:pt x="86100" y="69070"/>
                      <a:pt x="90879" y="57532"/>
                      <a:pt x="90879" y="45503"/>
                    </a:cubicBezTo>
                    <a:cubicBezTo>
                      <a:pt x="90879" y="33474"/>
                      <a:pt x="86100" y="21937"/>
                      <a:pt x="77594" y="13431"/>
                    </a:cubicBezTo>
                    <a:cubicBezTo>
                      <a:pt x="69089" y="4926"/>
                      <a:pt x="57551" y="147"/>
                      <a:pt x="45522" y="147"/>
                    </a:cubicBezTo>
                    <a:cubicBezTo>
                      <a:pt x="33493" y="147"/>
                      <a:pt x="21955" y="4926"/>
                      <a:pt x="13449" y="13431"/>
                    </a:cubicBezTo>
                    <a:cubicBezTo>
                      <a:pt x="4944" y="21937"/>
                      <a:pt x="165" y="33474"/>
                      <a:pt x="165" y="45503"/>
                    </a:cubicBezTo>
                    <a:cubicBezTo>
                      <a:pt x="165" y="57532"/>
                      <a:pt x="4944" y="69070"/>
                      <a:pt x="13449" y="77575"/>
                    </a:cubicBezTo>
                    <a:cubicBezTo>
                      <a:pt x="21955" y="86081"/>
                      <a:pt x="33493" y="90860"/>
                      <a:pt x="45522" y="9086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1" name="任意多边形: 形状 1710"/>
              <p:cNvSpPr/>
              <p:nvPr/>
            </p:nvSpPr>
            <p:spPr>
              <a:xfrm>
                <a:off x="5494344" y="23899945"/>
                <a:ext cx="180000" cy="180000"/>
              </a:xfrm>
              <a:custGeom>
                <a:avLst/>
                <a:gdLst>
                  <a:gd name="csX0" fmla="*/ 45509 w 90714"/>
                  <a:gd name="csY0" fmla="*/ 90899 h 90713"/>
                  <a:gd name="csX1" fmla="*/ 77581 w 90714"/>
                  <a:gd name="csY1" fmla="*/ 77615 h 90713"/>
                  <a:gd name="csX2" fmla="*/ 90866 w 90714"/>
                  <a:gd name="csY2" fmla="*/ 45543 h 90713"/>
                  <a:gd name="csX3" fmla="*/ 77581 w 90714"/>
                  <a:gd name="csY3" fmla="*/ 13471 h 90713"/>
                  <a:gd name="csX4" fmla="*/ 45509 w 90714"/>
                  <a:gd name="csY4" fmla="*/ 186 h 90713"/>
                  <a:gd name="csX5" fmla="*/ 13436 w 90714"/>
                  <a:gd name="csY5" fmla="*/ 13471 h 90713"/>
                  <a:gd name="csX6" fmla="*/ 152 w 90714"/>
                  <a:gd name="csY6" fmla="*/ 45543 h 90713"/>
                  <a:gd name="csX7" fmla="*/ 13436 w 90714"/>
                  <a:gd name="csY7" fmla="*/ 77615 h 90713"/>
                  <a:gd name="csX8" fmla="*/ 45509 w 90714"/>
                  <a:gd name="csY8" fmla="*/ 9089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9" y="90899"/>
                    </a:moveTo>
                    <a:cubicBezTo>
                      <a:pt x="57538" y="90899"/>
                      <a:pt x="69076" y="86120"/>
                      <a:pt x="77581" y="77615"/>
                    </a:cubicBezTo>
                    <a:cubicBezTo>
                      <a:pt x="86087" y="69109"/>
                      <a:pt x="90866" y="57571"/>
                      <a:pt x="90866" y="45543"/>
                    </a:cubicBezTo>
                    <a:cubicBezTo>
                      <a:pt x="90866" y="33514"/>
                      <a:pt x="86087" y="21976"/>
                      <a:pt x="77581" y="13471"/>
                    </a:cubicBezTo>
                    <a:cubicBezTo>
                      <a:pt x="69076" y="4965"/>
                      <a:pt x="57538" y="186"/>
                      <a:pt x="45509" y="186"/>
                    </a:cubicBezTo>
                    <a:cubicBezTo>
                      <a:pt x="33480" y="186"/>
                      <a:pt x="21942" y="4965"/>
                      <a:pt x="13436" y="13471"/>
                    </a:cubicBezTo>
                    <a:cubicBezTo>
                      <a:pt x="4931" y="21976"/>
                      <a:pt x="152" y="33514"/>
                      <a:pt x="152" y="45543"/>
                    </a:cubicBezTo>
                    <a:cubicBezTo>
                      <a:pt x="152" y="57571"/>
                      <a:pt x="4931" y="69109"/>
                      <a:pt x="13436" y="77615"/>
                    </a:cubicBezTo>
                    <a:cubicBezTo>
                      <a:pt x="21942" y="86120"/>
                      <a:pt x="33480" y="90899"/>
                      <a:pt x="45509" y="9089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2" name="任意多边形: 形状 1711"/>
              <p:cNvSpPr/>
              <p:nvPr/>
            </p:nvSpPr>
            <p:spPr>
              <a:xfrm>
                <a:off x="7665675" y="22452352"/>
                <a:ext cx="180000" cy="180000"/>
              </a:xfrm>
              <a:custGeom>
                <a:avLst/>
                <a:gdLst>
                  <a:gd name="csX0" fmla="*/ 45577 w 90714"/>
                  <a:gd name="csY0" fmla="*/ 90854 h 90713"/>
                  <a:gd name="csX1" fmla="*/ 77649 w 90714"/>
                  <a:gd name="csY1" fmla="*/ 77570 h 90713"/>
                  <a:gd name="csX2" fmla="*/ 90934 w 90714"/>
                  <a:gd name="csY2" fmla="*/ 45497 h 90713"/>
                  <a:gd name="csX3" fmla="*/ 77649 w 90714"/>
                  <a:gd name="csY3" fmla="*/ 13425 h 90713"/>
                  <a:gd name="csX4" fmla="*/ 45577 w 90714"/>
                  <a:gd name="csY4" fmla="*/ 141 h 90713"/>
                  <a:gd name="csX5" fmla="*/ 13504 w 90714"/>
                  <a:gd name="csY5" fmla="*/ 13425 h 90713"/>
                  <a:gd name="csX6" fmla="*/ 219 w 90714"/>
                  <a:gd name="csY6" fmla="*/ 45497 h 90713"/>
                  <a:gd name="csX7" fmla="*/ 13504 w 90714"/>
                  <a:gd name="csY7" fmla="*/ 77570 h 90713"/>
                  <a:gd name="csX8" fmla="*/ 45577 w 90714"/>
                  <a:gd name="csY8" fmla="*/ 9085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7" y="90854"/>
                    </a:moveTo>
                    <a:cubicBezTo>
                      <a:pt x="57605" y="90854"/>
                      <a:pt x="69143" y="86075"/>
                      <a:pt x="77649" y="77570"/>
                    </a:cubicBezTo>
                    <a:cubicBezTo>
                      <a:pt x="86155" y="69064"/>
                      <a:pt x="90934" y="57526"/>
                      <a:pt x="90934" y="45497"/>
                    </a:cubicBezTo>
                    <a:cubicBezTo>
                      <a:pt x="90934" y="33469"/>
                      <a:pt x="86155" y="21931"/>
                      <a:pt x="77649" y="13425"/>
                    </a:cubicBezTo>
                    <a:cubicBezTo>
                      <a:pt x="69143" y="4920"/>
                      <a:pt x="57605" y="141"/>
                      <a:pt x="45577" y="141"/>
                    </a:cubicBezTo>
                    <a:cubicBezTo>
                      <a:pt x="33548" y="141"/>
                      <a:pt x="22010" y="4920"/>
                      <a:pt x="13504" y="13425"/>
                    </a:cubicBezTo>
                    <a:cubicBezTo>
                      <a:pt x="4998" y="21931"/>
                      <a:pt x="219" y="33469"/>
                      <a:pt x="219" y="45497"/>
                    </a:cubicBezTo>
                    <a:cubicBezTo>
                      <a:pt x="219" y="57526"/>
                      <a:pt x="4998" y="69064"/>
                      <a:pt x="13504" y="77570"/>
                    </a:cubicBezTo>
                    <a:cubicBezTo>
                      <a:pt x="22010" y="86075"/>
                      <a:pt x="33548" y="90854"/>
                      <a:pt x="45577" y="9085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3" name="任意多边形: 形状 1712"/>
              <p:cNvSpPr/>
              <p:nvPr/>
            </p:nvSpPr>
            <p:spPr>
              <a:xfrm>
                <a:off x="5954600" y="21116681"/>
                <a:ext cx="180000" cy="180000"/>
              </a:xfrm>
              <a:custGeom>
                <a:avLst/>
                <a:gdLst>
                  <a:gd name="csX0" fmla="*/ 45523 w 90714"/>
                  <a:gd name="csY0" fmla="*/ 90813 h 90713"/>
                  <a:gd name="csX1" fmla="*/ 77596 w 90714"/>
                  <a:gd name="csY1" fmla="*/ 77528 h 90713"/>
                  <a:gd name="csX2" fmla="*/ 90880 w 90714"/>
                  <a:gd name="csY2" fmla="*/ 45456 h 90713"/>
                  <a:gd name="csX3" fmla="*/ 77596 w 90714"/>
                  <a:gd name="csY3" fmla="*/ 13384 h 90713"/>
                  <a:gd name="csX4" fmla="*/ 45523 w 90714"/>
                  <a:gd name="csY4" fmla="*/ 99 h 90713"/>
                  <a:gd name="csX5" fmla="*/ 13451 w 90714"/>
                  <a:gd name="csY5" fmla="*/ 13384 h 90713"/>
                  <a:gd name="csX6" fmla="*/ 166 w 90714"/>
                  <a:gd name="csY6" fmla="*/ 45456 h 90713"/>
                  <a:gd name="csX7" fmla="*/ 13451 w 90714"/>
                  <a:gd name="csY7" fmla="*/ 77528 h 90713"/>
                  <a:gd name="csX8" fmla="*/ 45523 w 90714"/>
                  <a:gd name="csY8" fmla="*/ 9081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3" y="90813"/>
                    </a:moveTo>
                    <a:cubicBezTo>
                      <a:pt x="57552" y="90813"/>
                      <a:pt x="69090" y="86033"/>
                      <a:pt x="77596" y="77528"/>
                    </a:cubicBezTo>
                    <a:cubicBezTo>
                      <a:pt x="86101" y="69022"/>
                      <a:pt x="90880" y="57485"/>
                      <a:pt x="90880" y="45456"/>
                    </a:cubicBezTo>
                    <a:cubicBezTo>
                      <a:pt x="90880" y="33427"/>
                      <a:pt x="86101" y="21889"/>
                      <a:pt x="77596" y="13384"/>
                    </a:cubicBezTo>
                    <a:cubicBezTo>
                      <a:pt x="69090" y="4878"/>
                      <a:pt x="57552" y="99"/>
                      <a:pt x="45523" y="99"/>
                    </a:cubicBezTo>
                    <a:cubicBezTo>
                      <a:pt x="33494" y="99"/>
                      <a:pt x="21956" y="4878"/>
                      <a:pt x="13451" y="13384"/>
                    </a:cubicBezTo>
                    <a:cubicBezTo>
                      <a:pt x="4945" y="21889"/>
                      <a:pt x="166" y="33427"/>
                      <a:pt x="166" y="45456"/>
                    </a:cubicBezTo>
                    <a:cubicBezTo>
                      <a:pt x="166" y="57485"/>
                      <a:pt x="4945" y="69022"/>
                      <a:pt x="13451" y="77528"/>
                    </a:cubicBezTo>
                    <a:cubicBezTo>
                      <a:pt x="21956" y="86033"/>
                      <a:pt x="33494" y="90813"/>
                      <a:pt x="45523" y="9081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4" name="任意多边形: 形状 1713"/>
              <p:cNvSpPr/>
              <p:nvPr/>
            </p:nvSpPr>
            <p:spPr>
              <a:xfrm>
                <a:off x="8597917" y="22444170"/>
                <a:ext cx="180000" cy="180000"/>
              </a:xfrm>
              <a:custGeom>
                <a:avLst/>
                <a:gdLst>
                  <a:gd name="csX0" fmla="*/ 45606 w 90714"/>
                  <a:gd name="csY0" fmla="*/ 90854 h 90713"/>
                  <a:gd name="csX1" fmla="*/ 77678 w 90714"/>
                  <a:gd name="csY1" fmla="*/ 77569 h 90713"/>
                  <a:gd name="csX2" fmla="*/ 90963 w 90714"/>
                  <a:gd name="csY2" fmla="*/ 45497 h 90713"/>
                  <a:gd name="csX3" fmla="*/ 77678 w 90714"/>
                  <a:gd name="csY3" fmla="*/ 13425 h 90713"/>
                  <a:gd name="csX4" fmla="*/ 45606 w 90714"/>
                  <a:gd name="csY4" fmla="*/ 140 h 90713"/>
                  <a:gd name="csX5" fmla="*/ 13533 w 90714"/>
                  <a:gd name="csY5" fmla="*/ 13425 h 90713"/>
                  <a:gd name="csX6" fmla="*/ 248 w 90714"/>
                  <a:gd name="csY6" fmla="*/ 45497 h 90713"/>
                  <a:gd name="csX7" fmla="*/ 13533 w 90714"/>
                  <a:gd name="csY7" fmla="*/ 77569 h 90713"/>
                  <a:gd name="csX8" fmla="*/ 45606 w 90714"/>
                  <a:gd name="csY8" fmla="*/ 9085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6" y="90854"/>
                    </a:moveTo>
                    <a:cubicBezTo>
                      <a:pt x="57634" y="90854"/>
                      <a:pt x="69172" y="86075"/>
                      <a:pt x="77678" y="77569"/>
                    </a:cubicBezTo>
                    <a:cubicBezTo>
                      <a:pt x="86184" y="69064"/>
                      <a:pt x="90963" y="57526"/>
                      <a:pt x="90963" y="45497"/>
                    </a:cubicBezTo>
                    <a:cubicBezTo>
                      <a:pt x="90963" y="33468"/>
                      <a:pt x="86184" y="21931"/>
                      <a:pt x="77678" y="13425"/>
                    </a:cubicBezTo>
                    <a:cubicBezTo>
                      <a:pt x="69172" y="4920"/>
                      <a:pt x="57634" y="140"/>
                      <a:pt x="45606" y="140"/>
                    </a:cubicBezTo>
                    <a:cubicBezTo>
                      <a:pt x="33577" y="140"/>
                      <a:pt x="22039" y="4920"/>
                      <a:pt x="13533" y="13425"/>
                    </a:cubicBezTo>
                    <a:cubicBezTo>
                      <a:pt x="5027" y="21931"/>
                      <a:pt x="248" y="33468"/>
                      <a:pt x="248" y="45497"/>
                    </a:cubicBezTo>
                    <a:cubicBezTo>
                      <a:pt x="248" y="57526"/>
                      <a:pt x="5027" y="69064"/>
                      <a:pt x="13533" y="77569"/>
                    </a:cubicBezTo>
                    <a:cubicBezTo>
                      <a:pt x="22039" y="86075"/>
                      <a:pt x="33577" y="90854"/>
                      <a:pt x="45606" y="9085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5" name="任意多边形: 形状 1714"/>
              <p:cNvSpPr/>
              <p:nvPr/>
            </p:nvSpPr>
            <p:spPr>
              <a:xfrm>
                <a:off x="5595284" y="21140559"/>
                <a:ext cx="180000" cy="180000"/>
              </a:xfrm>
              <a:custGeom>
                <a:avLst/>
                <a:gdLst>
                  <a:gd name="csX0" fmla="*/ 45512 w 90714"/>
                  <a:gd name="csY0" fmla="*/ 90813 h 90713"/>
                  <a:gd name="csX1" fmla="*/ 77584 w 90714"/>
                  <a:gd name="csY1" fmla="*/ 77529 h 90713"/>
                  <a:gd name="csX2" fmla="*/ 90869 w 90714"/>
                  <a:gd name="csY2" fmla="*/ 45457 h 90713"/>
                  <a:gd name="csX3" fmla="*/ 77584 w 90714"/>
                  <a:gd name="csY3" fmla="*/ 13385 h 90713"/>
                  <a:gd name="csX4" fmla="*/ 45512 w 90714"/>
                  <a:gd name="csY4" fmla="*/ 100 h 90713"/>
                  <a:gd name="csX5" fmla="*/ 13440 w 90714"/>
                  <a:gd name="csY5" fmla="*/ 13385 h 90713"/>
                  <a:gd name="csX6" fmla="*/ 155 w 90714"/>
                  <a:gd name="csY6" fmla="*/ 45457 h 90713"/>
                  <a:gd name="csX7" fmla="*/ 13440 w 90714"/>
                  <a:gd name="csY7" fmla="*/ 77529 h 90713"/>
                  <a:gd name="csX8" fmla="*/ 45512 w 90714"/>
                  <a:gd name="csY8" fmla="*/ 9081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2" y="90813"/>
                    </a:moveTo>
                    <a:cubicBezTo>
                      <a:pt x="57541" y="90813"/>
                      <a:pt x="69079" y="86034"/>
                      <a:pt x="77584" y="77529"/>
                    </a:cubicBezTo>
                    <a:cubicBezTo>
                      <a:pt x="86090" y="69023"/>
                      <a:pt x="90869" y="57485"/>
                      <a:pt x="90869" y="45457"/>
                    </a:cubicBezTo>
                    <a:cubicBezTo>
                      <a:pt x="90869" y="33428"/>
                      <a:pt x="86090" y="21890"/>
                      <a:pt x="77584" y="13385"/>
                    </a:cubicBezTo>
                    <a:cubicBezTo>
                      <a:pt x="69079" y="4879"/>
                      <a:pt x="57541" y="100"/>
                      <a:pt x="45512" y="100"/>
                    </a:cubicBezTo>
                    <a:cubicBezTo>
                      <a:pt x="33483" y="100"/>
                      <a:pt x="21945" y="4879"/>
                      <a:pt x="13440" y="13385"/>
                    </a:cubicBezTo>
                    <a:cubicBezTo>
                      <a:pt x="4934" y="21890"/>
                      <a:pt x="155" y="33428"/>
                      <a:pt x="155" y="45457"/>
                    </a:cubicBezTo>
                    <a:cubicBezTo>
                      <a:pt x="155" y="57485"/>
                      <a:pt x="4934" y="69023"/>
                      <a:pt x="13440" y="77529"/>
                    </a:cubicBezTo>
                    <a:cubicBezTo>
                      <a:pt x="21945" y="86034"/>
                      <a:pt x="33483" y="90813"/>
                      <a:pt x="45512" y="9081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6" name="任意多边形: 形状 1715"/>
              <p:cNvSpPr/>
              <p:nvPr/>
            </p:nvSpPr>
            <p:spPr>
              <a:xfrm>
                <a:off x="8371519" y="20979651"/>
                <a:ext cx="180000" cy="180000"/>
              </a:xfrm>
              <a:custGeom>
                <a:avLst/>
                <a:gdLst>
                  <a:gd name="csX0" fmla="*/ 45599 w 90714"/>
                  <a:gd name="csY0" fmla="*/ 90808 h 90713"/>
                  <a:gd name="csX1" fmla="*/ 77671 w 90714"/>
                  <a:gd name="csY1" fmla="*/ 77524 h 90713"/>
                  <a:gd name="csX2" fmla="*/ 90956 w 90714"/>
                  <a:gd name="csY2" fmla="*/ 45452 h 90713"/>
                  <a:gd name="csX3" fmla="*/ 77671 w 90714"/>
                  <a:gd name="csY3" fmla="*/ 13379 h 90713"/>
                  <a:gd name="csX4" fmla="*/ 45599 w 90714"/>
                  <a:gd name="csY4" fmla="*/ 95 h 90713"/>
                  <a:gd name="csX5" fmla="*/ 13526 w 90714"/>
                  <a:gd name="csY5" fmla="*/ 13379 h 90713"/>
                  <a:gd name="csX6" fmla="*/ 241 w 90714"/>
                  <a:gd name="csY6" fmla="*/ 45452 h 90713"/>
                  <a:gd name="csX7" fmla="*/ 13526 w 90714"/>
                  <a:gd name="csY7" fmla="*/ 77524 h 90713"/>
                  <a:gd name="csX8" fmla="*/ 45599 w 90714"/>
                  <a:gd name="csY8" fmla="*/ 9080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9" y="90808"/>
                    </a:moveTo>
                    <a:cubicBezTo>
                      <a:pt x="57627" y="90808"/>
                      <a:pt x="69165" y="86029"/>
                      <a:pt x="77671" y="77524"/>
                    </a:cubicBezTo>
                    <a:cubicBezTo>
                      <a:pt x="86177" y="69018"/>
                      <a:pt x="90956" y="57480"/>
                      <a:pt x="90956" y="45452"/>
                    </a:cubicBezTo>
                    <a:cubicBezTo>
                      <a:pt x="90956" y="33423"/>
                      <a:pt x="86177" y="21885"/>
                      <a:pt x="77671" y="13379"/>
                    </a:cubicBezTo>
                    <a:cubicBezTo>
                      <a:pt x="69165" y="4874"/>
                      <a:pt x="57627" y="95"/>
                      <a:pt x="45599" y="95"/>
                    </a:cubicBezTo>
                    <a:cubicBezTo>
                      <a:pt x="33570" y="95"/>
                      <a:pt x="22032" y="4874"/>
                      <a:pt x="13526" y="13379"/>
                    </a:cubicBezTo>
                    <a:cubicBezTo>
                      <a:pt x="5020" y="21885"/>
                      <a:pt x="241" y="33423"/>
                      <a:pt x="241" y="45452"/>
                    </a:cubicBezTo>
                    <a:cubicBezTo>
                      <a:pt x="241" y="57480"/>
                      <a:pt x="5020" y="69018"/>
                      <a:pt x="13526" y="77524"/>
                    </a:cubicBezTo>
                    <a:cubicBezTo>
                      <a:pt x="22032" y="86029"/>
                      <a:pt x="33570" y="90808"/>
                      <a:pt x="45599" y="9080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7" name="任意多边形: 形状 1716"/>
              <p:cNvSpPr/>
              <p:nvPr/>
            </p:nvSpPr>
            <p:spPr>
              <a:xfrm>
                <a:off x="5880217" y="23679605"/>
                <a:ext cx="180000" cy="180000"/>
              </a:xfrm>
              <a:custGeom>
                <a:avLst/>
                <a:gdLst>
                  <a:gd name="csX0" fmla="*/ 45521 w 90714"/>
                  <a:gd name="csY0" fmla="*/ 90892 h 90713"/>
                  <a:gd name="csX1" fmla="*/ 77593 w 90714"/>
                  <a:gd name="csY1" fmla="*/ 77608 h 90713"/>
                  <a:gd name="csX2" fmla="*/ 90878 w 90714"/>
                  <a:gd name="csY2" fmla="*/ 45536 h 90713"/>
                  <a:gd name="csX3" fmla="*/ 77593 w 90714"/>
                  <a:gd name="csY3" fmla="*/ 13464 h 90713"/>
                  <a:gd name="csX4" fmla="*/ 45521 w 90714"/>
                  <a:gd name="csY4" fmla="*/ 179 h 90713"/>
                  <a:gd name="csX5" fmla="*/ 13448 w 90714"/>
                  <a:gd name="csY5" fmla="*/ 13464 h 90713"/>
                  <a:gd name="csX6" fmla="*/ 164 w 90714"/>
                  <a:gd name="csY6" fmla="*/ 45536 h 90713"/>
                  <a:gd name="csX7" fmla="*/ 13448 w 90714"/>
                  <a:gd name="csY7" fmla="*/ 77608 h 90713"/>
                  <a:gd name="csX8" fmla="*/ 45521 w 90714"/>
                  <a:gd name="csY8" fmla="*/ 9089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1" y="90892"/>
                    </a:moveTo>
                    <a:cubicBezTo>
                      <a:pt x="57550" y="90892"/>
                      <a:pt x="69088" y="86113"/>
                      <a:pt x="77593" y="77608"/>
                    </a:cubicBezTo>
                    <a:cubicBezTo>
                      <a:pt x="86099" y="69102"/>
                      <a:pt x="90878" y="57564"/>
                      <a:pt x="90878" y="45536"/>
                    </a:cubicBezTo>
                    <a:cubicBezTo>
                      <a:pt x="90878" y="33507"/>
                      <a:pt x="86099" y="21969"/>
                      <a:pt x="77593" y="13464"/>
                    </a:cubicBezTo>
                    <a:cubicBezTo>
                      <a:pt x="69088" y="4958"/>
                      <a:pt x="57550" y="179"/>
                      <a:pt x="45521" y="179"/>
                    </a:cubicBezTo>
                    <a:cubicBezTo>
                      <a:pt x="33492" y="179"/>
                      <a:pt x="21954" y="4958"/>
                      <a:pt x="13448" y="13464"/>
                    </a:cubicBezTo>
                    <a:cubicBezTo>
                      <a:pt x="4943" y="21969"/>
                      <a:pt x="164" y="33507"/>
                      <a:pt x="164" y="45536"/>
                    </a:cubicBezTo>
                    <a:cubicBezTo>
                      <a:pt x="164" y="57564"/>
                      <a:pt x="4943" y="69102"/>
                      <a:pt x="13448" y="77608"/>
                    </a:cubicBezTo>
                    <a:cubicBezTo>
                      <a:pt x="21954" y="86113"/>
                      <a:pt x="33492" y="90892"/>
                      <a:pt x="45521" y="9089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8" name="任意多边形: 形状 1717"/>
              <p:cNvSpPr/>
              <p:nvPr/>
            </p:nvSpPr>
            <p:spPr>
              <a:xfrm>
                <a:off x="6881910" y="23418156"/>
                <a:ext cx="180000" cy="180000"/>
              </a:xfrm>
              <a:custGeom>
                <a:avLst/>
                <a:gdLst>
                  <a:gd name="csX0" fmla="*/ 45552 w 90714"/>
                  <a:gd name="csY0" fmla="*/ 90884 h 90713"/>
                  <a:gd name="csX1" fmla="*/ 77625 w 90714"/>
                  <a:gd name="csY1" fmla="*/ 77600 h 90713"/>
                  <a:gd name="csX2" fmla="*/ 90909 w 90714"/>
                  <a:gd name="csY2" fmla="*/ 45528 h 90713"/>
                  <a:gd name="csX3" fmla="*/ 77625 w 90714"/>
                  <a:gd name="csY3" fmla="*/ 13456 h 90713"/>
                  <a:gd name="csX4" fmla="*/ 45552 w 90714"/>
                  <a:gd name="csY4" fmla="*/ 171 h 90713"/>
                  <a:gd name="csX5" fmla="*/ 13480 w 90714"/>
                  <a:gd name="csY5" fmla="*/ 13456 h 90713"/>
                  <a:gd name="csX6" fmla="*/ 195 w 90714"/>
                  <a:gd name="csY6" fmla="*/ 45528 h 90713"/>
                  <a:gd name="csX7" fmla="*/ 13480 w 90714"/>
                  <a:gd name="csY7" fmla="*/ 77600 h 90713"/>
                  <a:gd name="csX8" fmla="*/ 45552 w 90714"/>
                  <a:gd name="csY8" fmla="*/ 9088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2" y="90884"/>
                    </a:moveTo>
                    <a:cubicBezTo>
                      <a:pt x="57581" y="90884"/>
                      <a:pt x="69119" y="86105"/>
                      <a:pt x="77625" y="77600"/>
                    </a:cubicBezTo>
                    <a:cubicBezTo>
                      <a:pt x="86130" y="69094"/>
                      <a:pt x="90909" y="57556"/>
                      <a:pt x="90909" y="45528"/>
                    </a:cubicBezTo>
                    <a:cubicBezTo>
                      <a:pt x="90909" y="33499"/>
                      <a:pt x="86130" y="21961"/>
                      <a:pt x="77625" y="13456"/>
                    </a:cubicBezTo>
                    <a:cubicBezTo>
                      <a:pt x="69119" y="4950"/>
                      <a:pt x="57581" y="171"/>
                      <a:pt x="45552" y="171"/>
                    </a:cubicBezTo>
                    <a:cubicBezTo>
                      <a:pt x="33523" y="171"/>
                      <a:pt x="21985" y="4950"/>
                      <a:pt x="13480" y="13456"/>
                    </a:cubicBezTo>
                    <a:cubicBezTo>
                      <a:pt x="4974" y="21961"/>
                      <a:pt x="195" y="33499"/>
                      <a:pt x="195" y="45528"/>
                    </a:cubicBezTo>
                    <a:cubicBezTo>
                      <a:pt x="195" y="57556"/>
                      <a:pt x="4974" y="69094"/>
                      <a:pt x="13480" y="77600"/>
                    </a:cubicBezTo>
                    <a:cubicBezTo>
                      <a:pt x="21985" y="86105"/>
                      <a:pt x="33523" y="90884"/>
                      <a:pt x="45552" y="9088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19" name="任意多边形: 形状 1718"/>
              <p:cNvSpPr/>
              <p:nvPr/>
            </p:nvSpPr>
            <p:spPr>
              <a:xfrm>
                <a:off x="9002208" y="23526620"/>
                <a:ext cx="180000" cy="180000"/>
              </a:xfrm>
              <a:custGeom>
                <a:avLst/>
                <a:gdLst>
                  <a:gd name="csX0" fmla="*/ 45618 w 90714"/>
                  <a:gd name="csY0" fmla="*/ 90888 h 90713"/>
                  <a:gd name="csX1" fmla="*/ 77691 w 90714"/>
                  <a:gd name="csY1" fmla="*/ 77603 h 90713"/>
                  <a:gd name="csX2" fmla="*/ 90975 w 90714"/>
                  <a:gd name="csY2" fmla="*/ 45531 h 90713"/>
                  <a:gd name="csX3" fmla="*/ 77691 w 90714"/>
                  <a:gd name="csY3" fmla="*/ 13459 h 90713"/>
                  <a:gd name="csX4" fmla="*/ 45618 w 90714"/>
                  <a:gd name="csY4" fmla="*/ 174 h 90713"/>
                  <a:gd name="csX5" fmla="*/ 13546 w 90714"/>
                  <a:gd name="csY5" fmla="*/ 13459 h 90713"/>
                  <a:gd name="csX6" fmla="*/ 261 w 90714"/>
                  <a:gd name="csY6" fmla="*/ 45531 h 90713"/>
                  <a:gd name="csX7" fmla="*/ 13546 w 90714"/>
                  <a:gd name="csY7" fmla="*/ 77603 h 90713"/>
                  <a:gd name="csX8" fmla="*/ 45618 w 90714"/>
                  <a:gd name="csY8" fmla="*/ 9088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8" y="90888"/>
                    </a:moveTo>
                    <a:cubicBezTo>
                      <a:pt x="57647" y="90888"/>
                      <a:pt x="69185" y="86109"/>
                      <a:pt x="77691" y="77603"/>
                    </a:cubicBezTo>
                    <a:cubicBezTo>
                      <a:pt x="86196" y="69097"/>
                      <a:pt x="90975" y="57560"/>
                      <a:pt x="90975" y="45531"/>
                    </a:cubicBezTo>
                    <a:cubicBezTo>
                      <a:pt x="90975" y="33502"/>
                      <a:pt x="86196" y="21965"/>
                      <a:pt x="77691" y="13459"/>
                    </a:cubicBezTo>
                    <a:cubicBezTo>
                      <a:pt x="69185" y="4953"/>
                      <a:pt x="57647" y="174"/>
                      <a:pt x="45618" y="174"/>
                    </a:cubicBezTo>
                    <a:cubicBezTo>
                      <a:pt x="33589" y="174"/>
                      <a:pt x="22051" y="4953"/>
                      <a:pt x="13546" y="13459"/>
                    </a:cubicBezTo>
                    <a:cubicBezTo>
                      <a:pt x="5040" y="21965"/>
                      <a:pt x="261" y="33502"/>
                      <a:pt x="261" y="45531"/>
                    </a:cubicBezTo>
                    <a:cubicBezTo>
                      <a:pt x="261" y="57560"/>
                      <a:pt x="5040" y="69097"/>
                      <a:pt x="13546" y="77603"/>
                    </a:cubicBezTo>
                    <a:cubicBezTo>
                      <a:pt x="22051" y="86109"/>
                      <a:pt x="33589" y="90888"/>
                      <a:pt x="45618" y="9088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0" name="任意多边形: 形状 1719"/>
              <p:cNvSpPr/>
              <p:nvPr/>
            </p:nvSpPr>
            <p:spPr>
              <a:xfrm>
                <a:off x="5930646" y="22365934"/>
                <a:ext cx="180000" cy="180000"/>
              </a:xfrm>
              <a:custGeom>
                <a:avLst/>
                <a:gdLst>
                  <a:gd name="csX0" fmla="*/ 45522 w 90714"/>
                  <a:gd name="csY0" fmla="*/ 90851 h 90713"/>
                  <a:gd name="csX1" fmla="*/ 77595 w 90714"/>
                  <a:gd name="csY1" fmla="*/ 77567 h 90713"/>
                  <a:gd name="csX2" fmla="*/ 90880 w 90714"/>
                  <a:gd name="csY2" fmla="*/ 45495 h 90713"/>
                  <a:gd name="csX3" fmla="*/ 77595 w 90714"/>
                  <a:gd name="csY3" fmla="*/ 13423 h 90713"/>
                  <a:gd name="csX4" fmla="*/ 45522 w 90714"/>
                  <a:gd name="csY4" fmla="*/ 138 h 90713"/>
                  <a:gd name="csX5" fmla="*/ 13450 w 90714"/>
                  <a:gd name="csY5" fmla="*/ 13423 h 90713"/>
                  <a:gd name="csX6" fmla="*/ 165 w 90714"/>
                  <a:gd name="csY6" fmla="*/ 45495 h 90713"/>
                  <a:gd name="csX7" fmla="*/ 13450 w 90714"/>
                  <a:gd name="csY7" fmla="*/ 77567 h 90713"/>
                  <a:gd name="csX8" fmla="*/ 45522 w 90714"/>
                  <a:gd name="csY8" fmla="*/ 9085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2" y="90851"/>
                    </a:moveTo>
                    <a:cubicBezTo>
                      <a:pt x="57551" y="90851"/>
                      <a:pt x="69089" y="86072"/>
                      <a:pt x="77595" y="77567"/>
                    </a:cubicBezTo>
                    <a:cubicBezTo>
                      <a:pt x="86101" y="69061"/>
                      <a:pt x="90880" y="57524"/>
                      <a:pt x="90880" y="45495"/>
                    </a:cubicBezTo>
                    <a:cubicBezTo>
                      <a:pt x="90880" y="33466"/>
                      <a:pt x="86101" y="21928"/>
                      <a:pt x="77595" y="13423"/>
                    </a:cubicBezTo>
                    <a:cubicBezTo>
                      <a:pt x="69089" y="4917"/>
                      <a:pt x="57551" y="138"/>
                      <a:pt x="45522" y="138"/>
                    </a:cubicBezTo>
                    <a:cubicBezTo>
                      <a:pt x="33494" y="138"/>
                      <a:pt x="21956" y="4917"/>
                      <a:pt x="13450" y="13423"/>
                    </a:cubicBezTo>
                    <a:cubicBezTo>
                      <a:pt x="4944" y="21928"/>
                      <a:pt x="165" y="33466"/>
                      <a:pt x="165" y="45495"/>
                    </a:cubicBezTo>
                    <a:cubicBezTo>
                      <a:pt x="165" y="57524"/>
                      <a:pt x="4944" y="69061"/>
                      <a:pt x="13450" y="77567"/>
                    </a:cubicBezTo>
                    <a:cubicBezTo>
                      <a:pt x="21956" y="86072"/>
                      <a:pt x="33494" y="90851"/>
                      <a:pt x="45522" y="9085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1" name="任意多边形: 形状 1720"/>
              <p:cNvSpPr/>
              <p:nvPr/>
            </p:nvSpPr>
            <p:spPr>
              <a:xfrm>
                <a:off x="6376124" y="25803027"/>
                <a:ext cx="180000" cy="180000"/>
              </a:xfrm>
              <a:custGeom>
                <a:avLst/>
                <a:gdLst>
                  <a:gd name="csX0" fmla="*/ 45536 w 90714"/>
                  <a:gd name="csY0" fmla="*/ 90959 h 90713"/>
                  <a:gd name="csX1" fmla="*/ 77609 w 90714"/>
                  <a:gd name="csY1" fmla="*/ 77674 h 90713"/>
                  <a:gd name="csX2" fmla="*/ 90894 w 90714"/>
                  <a:gd name="csY2" fmla="*/ 45602 h 90713"/>
                  <a:gd name="csX3" fmla="*/ 77609 w 90714"/>
                  <a:gd name="csY3" fmla="*/ 13530 h 90713"/>
                  <a:gd name="csX4" fmla="*/ 45536 w 90714"/>
                  <a:gd name="csY4" fmla="*/ 245 h 90713"/>
                  <a:gd name="csX5" fmla="*/ 13464 w 90714"/>
                  <a:gd name="csY5" fmla="*/ 13530 h 90713"/>
                  <a:gd name="csX6" fmla="*/ 179 w 90714"/>
                  <a:gd name="csY6" fmla="*/ 45602 h 90713"/>
                  <a:gd name="csX7" fmla="*/ 13464 w 90714"/>
                  <a:gd name="csY7" fmla="*/ 77674 h 90713"/>
                  <a:gd name="csX8" fmla="*/ 45536 w 90714"/>
                  <a:gd name="csY8" fmla="*/ 9095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6" y="90959"/>
                    </a:moveTo>
                    <a:cubicBezTo>
                      <a:pt x="57565" y="90959"/>
                      <a:pt x="69103" y="86180"/>
                      <a:pt x="77609" y="77674"/>
                    </a:cubicBezTo>
                    <a:cubicBezTo>
                      <a:pt x="86114" y="69168"/>
                      <a:pt x="90894" y="57631"/>
                      <a:pt x="90894" y="45602"/>
                    </a:cubicBezTo>
                    <a:cubicBezTo>
                      <a:pt x="90894" y="33573"/>
                      <a:pt x="86114" y="22035"/>
                      <a:pt x="77609" y="13530"/>
                    </a:cubicBezTo>
                    <a:cubicBezTo>
                      <a:pt x="69103" y="5024"/>
                      <a:pt x="57565" y="245"/>
                      <a:pt x="45536" y="245"/>
                    </a:cubicBezTo>
                    <a:cubicBezTo>
                      <a:pt x="33507" y="245"/>
                      <a:pt x="21970" y="5024"/>
                      <a:pt x="13464" y="13530"/>
                    </a:cubicBezTo>
                    <a:cubicBezTo>
                      <a:pt x="4958" y="22035"/>
                      <a:pt x="179" y="33573"/>
                      <a:pt x="179" y="45602"/>
                    </a:cubicBezTo>
                    <a:cubicBezTo>
                      <a:pt x="179" y="57631"/>
                      <a:pt x="4958" y="69168"/>
                      <a:pt x="13464" y="77674"/>
                    </a:cubicBezTo>
                    <a:cubicBezTo>
                      <a:pt x="21970" y="86180"/>
                      <a:pt x="33507" y="90959"/>
                      <a:pt x="45536" y="9095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2" name="任意多边形: 形状 1721"/>
              <p:cNvSpPr/>
              <p:nvPr/>
            </p:nvSpPr>
            <p:spPr>
              <a:xfrm>
                <a:off x="7263094" y="22361587"/>
                <a:ext cx="180000" cy="180000"/>
              </a:xfrm>
              <a:custGeom>
                <a:avLst/>
                <a:gdLst>
                  <a:gd name="csX0" fmla="*/ 45564 w 90714"/>
                  <a:gd name="csY0" fmla="*/ 90851 h 90713"/>
                  <a:gd name="csX1" fmla="*/ 77636 w 90714"/>
                  <a:gd name="csY1" fmla="*/ 77567 h 90713"/>
                  <a:gd name="csX2" fmla="*/ 90921 w 90714"/>
                  <a:gd name="csY2" fmla="*/ 45495 h 90713"/>
                  <a:gd name="csX3" fmla="*/ 77636 w 90714"/>
                  <a:gd name="csY3" fmla="*/ 13423 h 90713"/>
                  <a:gd name="csX4" fmla="*/ 45564 w 90714"/>
                  <a:gd name="csY4" fmla="*/ 138 h 90713"/>
                  <a:gd name="csX5" fmla="*/ 13492 w 90714"/>
                  <a:gd name="csY5" fmla="*/ 13423 h 90713"/>
                  <a:gd name="csX6" fmla="*/ 207 w 90714"/>
                  <a:gd name="csY6" fmla="*/ 45495 h 90713"/>
                  <a:gd name="csX7" fmla="*/ 13492 w 90714"/>
                  <a:gd name="csY7" fmla="*/ 77567 h 90713"/>
                  <a:gd name="csX8" fmla="*/ 45564 w 90714"/>
                  <a:gd name="csY8" fmla="*/ 9085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4" y="90851"/>
                    </a:moveTo>
                    <a:cubicBezTo>
                      <a:pt x="57593" y="90851"/>
                      <a:pt x="69131" y="86072"/>
                      <a:pt x="77636" y="77567"/>
                    </a:cubicBezTo>
                    <a:cubicBezTo>
                      <a:pt x="86142" y="69061"/>
                      <a:pt x="90921" y="57523"/>
                      <a:pt x="90921" y="45495"/>
                    </a:cubicBezTo>
                    <a:cubicBezTo>
                      <a:pt x="90921" y="33466"/>
                      <a:pt x="86142" y="21928"/>
                      <a:pt x="77636" y="13423"/>
                    </a:cubicBezTo>
                    <a:cubicBezTo>
                      <a:pt x="69131" y="4917"/>
                      <a:pt x="57593" y="138"/>
                      <a:pt x="45564" y="138"/>
                    </a:cubicBezTo>
                    <a:cubicBezTo>
                      <a:pt x="33535" y="138"/>
                      <a:pt x="21997" y="4917"/>
                      <a:pt x="13492" y="13423"/>
                    </a:cubicBezTo>
                    <a:cubicBezTo>
                      <a:pt x="4986" y="21928"/>
                      <a:pt x="207" y="33466"/>
                      <a:pt x="207" y="45495"/>
                    </a:cubicBezTo>
                    <a:cubicBezTo>
                      <a:pt x="207" y="57523"/>
                      <a:pt x="4986" y="69061"/>
                      <a:pt x="13492" y="77567"/>
                    </a:cubicBezTo>
                    <a:cubicBezTo>
                      <a:pt x="21997" y="86072"/>
                      <a:pt x="33535" y="90851"/>
                      <a:pt x="45564" y="9085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3" name="任意多边形: 形状 1722"/>
              <p:cNvSpPr/>
              <p:nvPr/>
            </p:nvSpPr>
            <p:spPr>
              <a:xfrm>
                <a:off x="4538468" y="23174107"/>
                <a:ext cx="180000" cy="180000"/>
              </a:xfrm>
              <a:custGeom>
                <a:avLst/>
                <a:gdLst>
                  <a:gd name="csX0" fmla="*/ 45479 w 90714"/>
                  <a:gd name="csY0" fmla="*/ 90877 h 90713"/>
                  <a:gd name="csX1" fmla="*/ 77551 w 90714"/>
                  <a:gd name="csY1" fmla="*/ 77592 h 90713"/>
                  <a:gd name="csX2" fmla="*/ 90836 w 90714"/>
                  <a:gd name="csY2" fmla="*/ 45520 h 90713"/>
                  <a:gd name="csX3" fmla="*/ 77551 w 90714"/>
                  <a:gd name="csY3" fmla="*/ 13448 h 90713"/>
                  <a:gd name="csX4" fmla="*/ 45479 w 90714"/>
                  <a:gd name="csY4" fmla="*/ 163 h 90713"/>
                  <a:gd name="csX5" fmla="*/ 13407 w 90714"/>
                  <a:gd name="csY5" fmla="*/ 13448 h 90713"/>
                  <a:gd name="csX6" fmla="*/ 122 w 90714"/>
                  <a:gd name="csY6" fmla="*/ 45520 h 90713"/>
                  <a:gd name="csX7" fmla="*/ 13407 w 90714"/>
                  <a:gd name="csY7" fmla="*/ 77592 h 90713"/>
                  <a:gd name="csX8" fmla="*/ 45479 w 90714"/>
                  <a:gd name="csY8" fmla="*/ 9087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9" y="90877"/>
                    </a:moveTo>
                    <a:cubicBezTo>
                      <a:pt x="57508" y="90877"/>
                      <a:pt x="69046" y="86098"/>
                      <a:pt x="77551" y="77592"/>
                    </a:cubicBezTo>
                    <a:cubicBezTo>
                      <a:pt x="86057" y="69086"/>
                      <a:pt x="90836" y="57549"/>
                      <a:pt x="90836" y="45520"/>
                    </a:cubicBezTo>
                    <a:cubicBezTo>
                      <a:pt x="90836" y="33491"/>
                      <a:pt x="86057" y="21954"/>
                      <a:pt x="77551" y="13448"/>
                    </a:cubicBezTo>
                    <a:cubicBezTo>
                      <a:pt x="69046" y="4942"/>
                      <a:pt x="57508" y="163"/>
                      <a:pt x="45479" y="163"/>
                    </a:cubicBezTo>
                    <a:cubicBezTo>
                      <a:pt x="33450" y="163"/>
                      <a:pt x="21912" y="4942"/>
                      <a:pt x="13407" y="13448"/>
                    </a:cubicBezTo>
                    <a:cubicBezTo>
                      <a:pt x="4901" y="21954"/>
                      <a:pt x="122" y="33491"/>
                      <a:pt x="122" y="45520"/>
                    </a:cubicBezTo>
                    <a:cubicBezTo>
                      <a:pt x="122" y="57549"/>
                      <a:pt x="4901" y="69086"/>
                      <a:pt x="13407" y="77592"/>
                    </a:cubicBezTo>
                    <a:cubicBezTo>
                      <a:pt x="21912" y="86098"/>
                      <a:pt x="33450" y="90877"/>
                      <a:pt x="45479" y="9087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4" name="任意多边形: 形状 1723"/>
              <p:cNvSpPr/>
              <p:nvPr/>
            </p:nvSpPr>
            <p:spPr>
              <a:xfrm>
                <a:off x="6691703" y="21991468"/>
                <a:ext cx="180000" cy="180000"/>
              </a:xfrm>
              <a:custGeom>
                <a:avLst/>
                <a:gdLst>
                  <a:gd name="csX0" fmla="*/ 45546 w 90714"/>
                  <a:gd name="csY0" fmla="*/ 90840 h 90713"/>
                  <a:gd name="csX1" fmla="*/ 77619 w 90714"/>
                  <a:gd name="csY1" fmla="*/ 77555 h 90713"/>
                  <a:gd name="csX2" fmla="*/ 90903 w 90714"/>
                  <a:gd name="csY2" fmla="*/ 45483 h 90713"/>
                  <a:gd name="csX3" fmla="*/ 77619 w 90714"/>
                  <a:gd name="csY3" fmla="*/ 13411 h 90713"/>
                  <a:gd name="csX4" fmla="*/ 45546 w 90714"/>
                  <a:gd name="csY4" fmla="*/ 126 h 90713"/>
                  <a:gd name="csX5" fmla="*/ 13474 w 90714"/>
                  <a:gd name="csY5" fmla="*/ 13411 h 90713"/>
                  <a:gd name="csX6" fmla="*/ 189 w 90714"/>
                  <a:gd name="csY6" fmla="*/ 45483 h 90713"/>
                  <a:gd name="csX7" fmla="*/ 13474 w 90714"/>
                  <a:gd name="csY7" fmla="*/ 77555 h 90713"/>
                  <a:gd name="csX8" fmla="*/ 45546 w 90714"/>
                  <a:gd name="csY8" fmla="*/ 9084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6" y="90840"/>
                    </a:moveTo>
                    <a:cubicBezTo>
                      <a:pt x="57575" y="90840"/>
                      <a:pt x="69113" y="86061"/>
                      <a:pt x="77619" y="77555"/>
                    </a:cubicBezTo>
                    <a:cubicBezTo>
                      <a:pt x="86124" y="69050"/>
                      <a:pt x="90903" y="57512"/>
                      <a:pt x="90903" y="45483"/>
                    </a:cubicBezTo>
                    <a:cubicBezTo>
                      <a:pt x="90903" y="33454"/>
                      <a:pt x="86124" y="21917"/>
                      <a:pt x="77619" y="13411"/>
                    </a:cubicBezTo>
                    <a:cubicBezTo>
                      <a:pt x="69113" y="4905"/>
                      <a:pt x="57575" y="126"/>
                      <a:pt x="45546" y="126"/>
                    </a:cubicBezTo>
                    <a:cubicBezTo>
                      <a:pt x="33517" y="126"/>
                      <a:pt x="21979" y="4905"/>
                      <a:pt x="13474" y="13411"/>
                    </a:cubicBezTo>
                    <a:cubicBezTo>
                      <a:pt x="4968" y="21917"/>
                      <a:pt x="189" y="33454"/>
                      <a:pt x="189" y="45483"/>
                    </a:cubicBezTo>
                    <a:cubicBezTo>
                      <a:pt x="189" y="57512"/>
                      <a:pt x="4968" y="69050"/>
                      <a:pt x="13474" y="77555"/>
                    </a:cubicBezTo>
                    <a:cubicBezTo>
                      <a:pt x="21979" y="86061"/>
                      <a:pt x="33517" y="90840"/>
                      <a:pt x="45546" y="9084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5" name="任意多边形: 形状 1724"/>
              <p:cNvSpPr/>
              <p:nvPr/>
            </p:nvSpPr>
            <p:spPr>
              <a:xfrm>
                <a:off x="7431181" y="22716320"/>
                <a:ext cx="180000" cy="180000"/>
              </a:xfrm>
              <a:custGeom>
                <a:avLst/>
                <a:gdLst>
                  <a:gd name="csX0" fmla="*/ 45569 w 90714"/>
                  <a:gd name="csY0" fmla="*/ 90862 h 90713"/>
                  <a:gd name="csX1" fmla="*/ 77642 w 90714"/>
                  <a:gd name="csY1" fmla="*/ 77578 h 90713"/>
                  <a:gd name="csX2" fmla="*/ 90926 w 90714"/>
                  <a:gd name="csY2" fmla="*/ 45506 h 90713"/>
                  <a:gd name="csX3" fmla="*/ 77642 w 90714"/>
                  <a:gd name="csY3" fmla="*/ 13434 h 90713"/>
                  <a:gd name="csX4" fmla="*/ 45569 w 90714"/>
                  <a:gd name="csY4" fmla="*/ 149 h 90713"/>
                  <a:gd name="csX5" fmla="*/ 13497 w 90714"/>
                  <a:gd name="csY5" fmla="*/ 13434 h 90713"/>
                  <a:gd name="csX6" fmla="*/ 212 w 90714"/>
                  <a:gd name="csY6" fmla="*/ 45506 h 90713"/>
                  <a:gd name="csX7" fmla="*/ 13497 w 90714"/>
                  <a:gd name="csY7" fmla="*/ 77578 h 90713"/>
                  <a:gd name="csX8" fmla="*/ 45569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62"/>
                    </a:moveTo>
                    <a:cubicBezTo>
                      <a:pt x="57598" y="90862"/>
                      <a:pt x="69136" y="86083"/>
                      <a:pt x="77642" y="77578"/>
                    </a:cubicBezTo>
                    <a:cubicBezTo>
                      <a:pt x="86147" y="69072"/>
                      <a:pt x="90926" y="57534"/>
                      <a:pt x="90926" y="45506"/>
                    </a:cubicBezTo>
                    <a:cubicBezTo>
                      <a:pt x="90926" y="33477"/>
                      <a:pt x="86147" y="21939"/>
                      <a:pt x="77642" y="13434"/>
                    </a:cubicBezTo>
                    <a:cubicBezTo>
                      <a:pt x="69136" y="4928"/>
                      <a:pt x="57598" y="149"/>
                      <a:pt x="45569" y="149"/>
                    </a:cubicBezTo>
                    <a:cubicBezTo>
                      <a:pt x="33540" y="149"/>
                      <a:pt x="22002" y="4928"/>
                      <a:pt x="13497" y="13434"/>
                    </a:cubicBezTo>
                    <a:cubicBezTo>
                      <a:pt x="4991" y="21939"/>
                      <a:pt x="212" y="33477"/>
                      <a:pt x="212" y="45506"/>
                    </a:cubicBezTo>
                    <a:cubicBezTo>
                      <a:pt x="212" y="57534"/>
                      <a:pt x="4991" y="69072"/>
                      <a:pt x="13497" y="77578"/>
                    </a:cubicBezTo>
                    <a:cubicBezTo>
                      <a:pt x="22002" y="86083"/>
                      <a:pt x="33540" y="90862"/>
                      <a:pt x="45569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6" name="任意多边形: 形状 1725"/>
              <p:cNvSpPr/>
              <p:nvPr/>
            </p:nvSpPr>
            <p:spPr>
              <a:xfrm>
                <a:off x="7049286" y="22089109"/>
                <a:ext cx="180000" cy="180000"/>
              </a:xfrm>
              <a:custGeom>
                <a:avLst/>
                <a:gdLst>
                  <a:gd name="csX0" fmla="*/ 45557 w 90714"/>
                  <a:gd name="csY0" fmla="*/ 90843 h 90713"/>
                  <a:gd name="csX1" fmla="*/ 77630 w 90714"/>
                  <a:gd name="csY1" fmla="*/ 77558 h 90713"/>
                  <a:gd name="csX2" fmla="*/ 90915 w 90714"/>
                  <a:gd name="csY2" fmla="*/ 45486 h 90713"/>
                  <a:gd name="csX3" fmla="*/ 77630 w 90714"/>
                  <a:gd name="csY3" fmla="*/ 13414 h 90713"/>
                  <a:gd name="csX4" fmla="*/ 45557 w 90714"/>
                  <a:gd name="csY4" fmla="*/ 129 h 90713"/>
                  <a:gd name="csX5" fmla="*/ 13485 w 90714"/>
                  <a:gd name="csY5" fmla="*/ 13414 h 90713"/>
                  <a:gd name="csX6" fmla="*/ 200 w 90714"/>
                  <a:gd name="csY6" fmla="*/ 45486 h 90713"/>
                  <a:gd name="csX7" fmla="*/ 13485 w 90714"/>
                  <a:gd name="csY7" fmla="*/ 77558 h 90713"/>
                  <a:gd name="csX8" fmla="*/ 45557 w 90714"/>
                  <a:gd name="csY8" fmla="*/ 908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7" y="90843"/>
                    </a:moveTo>
                    <a:cubicBezTo>
                      <a:pt x="57586" y="90843"/>
                      <a:pt x="69124" y="86064"/>
                      <a:pt x="77630" y="77558"/>
                    </a:cubicBezTo>
                    <a:cubicBezTo>
                      <a:pt x="86135" y="69053"/>
                      <a:pt x="90915" y="57515"/>
                      <a:pt x="90915" y="45486"/>
                    </a:cubicBezTo>
                    <a:cubicBezTo>
                      <a:pt x="90915" y="33457"/>
                      <a:pt x="86135" y="21920"/>
                      <a:pt x="77630" y="13414"/>
                    </a:cubicBezTo>
                    <a:cubicBezTo>
                      <a:pt x="69124" y="4908"/>
                      <a:pt x="57586" y="129"/>
                      <a:pt x="45557" y="129"/>
                    </a:cubicBezTo>
                    <a:cubicBezTo>
                      <a:pt x="33528" y="129"/>
                      <a:pt x="21991" y="4908"/>
                      <a:pt x="13485" y="13414"/>
                    </a:cubicBezTo>
                    <a:cubicBezTo>
                      <a:pt x="4979" y="21920"/>
                      <a:pt x="200" y="33457"/>
                      <a:pt x="200" y="45486"/>
                    </a:cubicBezTo>
                    <a:cubicBezTo>
                      <a:pt x="200" y="57515"/>
                      <a:pt x="4979" y="69053"/>
                      <a:pt x="13485" y="77558"/>
                    </a:cubicBezTo>
                    <a:cubicBezTo>
                      <a:pt x="21991" y="86064"/>
                      <a:pt x="33528" y="90843"/>
                      <a:pt x="45557" y="908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8" name="任意多边形: 形状 1727"/>
              <p:cNvSpPr/>
              <p:nvPr/>
            </p:nvSpPr>
            <p:spPr>
              <a:xfrm>
                <a:off x="5234013" y="22818566"/>
                <a:ext cx="180000" cy="180000"/>
              </a:xfrm>
              <a:custGeom>
                <a:avLst/>
                <a:gdLst>
                  <a:gd name="csX0" fmla="*/ 45501 w 90714"/>
                  <a:gd name="csY0" fmla="*/ 90866 h 90713"/>
                  <a:gd name="csX1" fmla="*/ 77573 w 90714"/>
                  <a:gd name="csY1" fmla="*/ 77581 h 90713"/>
                  <a:gd name="csX2" fmla="*/ 90858 w 90714"/>
                  <a:gd name="csY2" fmla="*/ 45509 h 90713"/>
                  <a:gd name="csX3" fmla="*/ 77573 w 90714"/>
                  <a:gd name="csY3" fmla="*/ 13437 h 90713"/>
                  <a:gd name="csX4" fmla="*/ 45501 w 90714"/>
                  <a:gd name="csY4" fmla="*/ 152 h 90713"/>
                  <a:gd name="csX5" fmla="*/ 13428 w 90714"/>
                  <a:gd name="csY5" fmla="*/ 13437 h 90713"/>
                  <a:gd name="csX6" fmla="*/ 143 w 90714"/>
                  <a:gd name="csY6" fmla="*/ 45509 h 90713"/>
                  <a:gd name="csX7" fmla="*/ 13428 w 90714"/>
                  <a:gd name="csY7" fmla="*/ 77581 h 90713"/>
                  <a:gd name="csX8" fmla="*/ 45501 w 90714"/>
                  <a:gd name="csY8" fmla="*/ 9086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1" y="90866"/>
                    </a:moveTo>
                    <a:cubicBezTo>
                      <a:pt x="57530" y="90866"/>
                      <a:pt x="69067" y="86087"/>
                      <a:pt x="77573" y="77581"/>
                    </a:cubicBezTo>
                    <a:cubicBezTo>
                      <a:pt x="86079" y="69075"/>
                      <a:pt x="90858" y="57538"/>
                      <a:pt x="90858" y="45509"/>
                    </a:cubicBezTo>
                    <a:cubicBezTo>
                      <a:pt x="90858" y="33480"/>
                      <a:pt x="86079" y="21942"/>
                      <a:pt x="77573" y="13437"/>
                    </a:cubicBezTo>
                    <a:cubicBezTo>
                      <a:pt x="69067" y="4931"/>
                      <a:pt x="57530" y="152"/>
                      <a:pt x="45501" y="152"/>
                    </a:cubicBezTo>
                    <a:cubicBezTo>
                      <a:pt x="33472" y="152"/>
                      <a:pt x="21934" y="4931"/>
                      <a:pt x="13428" y="13437"/>
                    </a:cubicBezTo>
                    <a:cubicBezTo>
                      <a:pt x="4923" y="21942"/>
                      <a:pt x="143" y="33480"/>
                      <a:pt x="143" y="45509"/>
                    </a:cubicBezTo>
                    <a:cubicBezTo>
                      <a:pt x="143" y="57538"/>
                      <a:pt x="4923" y="69075"/>
                      <a:pt x="13428" y="77581"/>
                    </a:cubicBezTo>
                    <a:cubicBezTo>
                      <a:pt x="21934" y="86087"/>
                      <a:pt x="33472" y="90866"/>
                      <a:pt x="45501" y="9086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29" name="任意多边形: 形状 1728"/>
              <p:cNvSpPr/>
              <p:nvPr/>
            </p:nvSpPr>
            <p:spPr>
              <a:xfrm>
                <a:off x="6184919" y="22012312"/>
                <a:ext cx="180000" cy="180000"/>
              </a:xfrm>
              <a:custGeom>
                <a:avLst/>
                <a:gdLst>
                  <a:gd name="csX0" fmla="*/ 45530 w 90714"/>
                  <a:gd name="csY0" fmla="*/ 90840 h 90713"/>
                  <a:gd name="csX1" fmla="*/ 77603 w 90714"/>
                  <a:gd name="csY1" fmla="*/ 77556 h 90713"/>
                  <a:gd name="csX2" fmla="*/ 90888 w 90714"/>
                  <a:gd name="csY2" fmla="*/ 45484 h 90713"/>
                  <a:gd name="csX3" fmla="*/ 77603 w 90714"/>
                  <a:gd name="csY3" fmla="*/ 13412 h 90713"/>
                  <a:gd name="csX4" fmla="*/ 45530 w 90714"/>
                  <a:gd name="csY4" fmla="*/ 127 h 90713"/>
                  <a:gd name="csX5" fmla="*/ 13458 w 90714"/>
                  <a:gd name="csY5" fmla="*/ 13412 h 90713"/>
                  <a:gd name="csX6" fmla="*/ 173 w 90714"/>
                  <a:gd name="csY6" fmla="*/ 45484 h 90713"/>
                  <a:gd name="csX7" fmla="*/ 13458 w 90714"/>
                  <a:gd name="csY7" fmla="*/ 77556 h 90713"/>
                  <a:gd name="csX8" fmla="*/ 45530 w 90714"/>
                  <a:gd name="csY8" fmla="*/ 9084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0" y="90840"/>
                    </a:moveTo>
                    <a:cubicBezTo>
                      <a:pt x="57559" y="90840"/>
                      <a:pt x="69097" y="86061"/>
                      <a:pt x="77603" y="77556"/>
                    </a:cubicBezTo>
                    <a:cubicBezTo>
                      <a:pt x="86108" y="69050"/>
                      <a:pt x="90888" y="57512"/>
                      <a:pt x="90888" y="45484"/>
                    </a:cubicBezTo>
                    <a:cubicBezTo>
                      <a:pt x="90888" y="33455"/>
                      <a:pt x="86108" y="21917"/>
                      <a:pt x="77603" y="13412"/>
                    </a:cubicBezTo>
                    <a:cubicBezTo>
                      <a:pt x="69097" y="4906"/>
                      <a:pt x="57559" y="127"/>
                      <a:pt x="45530" y="127"/>
                    </a:cubicBezTo>
                    <a:cubicBezTo>
                      <a:pt x="33501" y="127"/>
                      <a:pt x="21964" y="4906"/>
                      <a:pt x="13458" y="13412"/>
                    </a:cubicBezTo>
                    <a:cubicBezTo>
                      <a:pt x="4952" y="21917"/>
                      <a:pt x="173" y="33455"/>
                      <a:pt x="173" y="45484"/>
                    </a:cubicBezTo>
                    <a:cubicBezTo>
                      <a:pt x="173" y="57512"/>
                      <a:pt x="4952" y="69050"/>
                      <a:pt x="13458" y="77556"/>
                    </a:cubicBezTo>
                    <a:cubicBezTo>
                      <a:pt x="21964" y="86061"/>
                      <a:pt x="33501" y="90840"/>
                      <a:pt x="45530" y="9084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0" name="任意多边形: 形状 1729"/>
              <p:cNvSpPr/>
              <p:nvPr/>
            </p:nvSpPr>
            <p:spPr>
              <a:xfrm>
                <a:off x="6127459" y="21623891"/>
                <a:ext cx="180000" cy="180000"/>
              </a:xfrm>
              <a:custGeom>
                <a:avLst/>
                <a:gdLst>
                  <a:gd name="csX0" fmla="*/ 45529 w 90714"/>
                  <a:gd name="csY0" fmla="*/ 90828 h 90713"/>
                  <a:gd name="csX1" fmla="*/ 77601 w 90714"/>
                  <a:gd name="csY1" fmla="*/ 77544 h 90713"/>
                  <a:gd name="csX2" fmla="*/ 90886 w 90714"/>
                  <a:gd name="csY2" fmla="*/ 45472 h 90713"/>
                  <a:gd name="csX3" fmla="*/ 77601 w 90714"/>
                  <a:gd name="csY3" fmla="*/ 13400 h 90713"/>
                  <a:gd name="csX4" fmla="*/ 45529 w 90714"/>
                  <a:gd name="csY4" fmla="*/ 115 h 90713"/>
                  <a:gd name="csX5" fmla="*/ 13456 w 90714"/>
                  <a:gd name="csY5" fmla="*/ 13400 h 90713"/>
                  <a:gd name="csX6" fmla="*/ 171 w 90714"/>
                  <a:gd name="csY6" fmla="*/ 45472 h 90713"/>
                  <a:gd name="csX7" fmla="*/ 13456 w 90714"/>
                  <a:gd name="csY7" fmla="*/ 77544 h 90713"/>
                  <a:gd name="csX8" fmla="*/ 45529 w 90714"/>
                  <a:gd name="csY8" fmla="*/ 9082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9" y="90828"/>
                    </a:moveTo>
                    <a:cubicBezTo>
                      <a:pt x="57557" y="90828"/>
                      <a:pt x="69095" y="86049"/>
                      <a:pt x="77601" y="77544"/>
                    </a:cubicBezTo>
                    <a:cubicBezTo>
                      <a:pt x="86107" y="69038"/>
                      <a:pt x="90886" y="57500"/>
                      <a:pt x="90886" y="45472"/>
                    </a:cubicBezTo>
                    <a:cubicBezTo>
                      <a:pt x="90886" y="33443"/>
                      <a:pt x="86107" y="21905"/>
                      <a:pt x="77601" y="13400"/>
                    </a:cubicBezTo>
                    <a:cubicBezTo>
                      <a:pt x="69095" y="4894"/>
                      <a:pt x="57557" y="115"/>
                      <a:pt x="45529" y="115"/>
                    </a:cubicBezTo>
                    <a:cubicBezTo>
                      <a:pt x="33500" y="115"/>
                      <a:pt x="21962" y="4894"/>
                      <a:pt x="13456" y="13400"/>
                    </a:cubicBezTo>
                    <a:cubicBezTo>
                      <a:pt x="4950" y="21905"/>
                      <a:pt x="171" y="33443"/>
                      <a:pt x="171" y="45472"/>
                    </a:cubicBezTo>
                    <a:cubicBezTo>
                      <a:pt x="171" y="57500"/>
                      <a:pt x="4950" y="69038"/>
                      <a:pt x="13456" y="77544"/>
                    </a:cubicBezTo>
                    <a:cubicBezTo>
                      <a:pt x="21962" y="86049"/>
                      <a:pt x="33500" y="90828"/>
                      <a:pt x="45529" y="9082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1" name="任意多边形: 形状 1730"/>
              <p:cNvSpPr/>
              <p:nvPr/>
            </p:nvSpPr>
            <p:spPr>
              <a:xfrm>
                <a:off x="7571654" y="21452481"/>
                <a:ext cx="180000" cy="180000"/>
              </a:xfrm>
              <a:custGeom>
                <a:avLst/>
                <a:gdLst>
                  <a:gd name="csX0" fmla="*/ 45574 w 90714"/>
                  <a:gd name="csY0" fmla="*/ 90823 h 90713"/>
                  <a:gd name="csX1" fmla="*/ 77646 w 90714"/>
                  <a:gd name="csY1" fmla="*/ 77538 h 90713"/>
                  <a:gd name="csX2" fmla="*/ 90931 w 90714"/>
                  <a:gd name="csY2" fmla="*/ 45466 h 90713"/>
                  <a:gd name="csX3" fmla="*/ 77646 w 90714"/>
                  <a:gd name="csY3" fmla="*/ 13394 h 90713"/>
                  <a:gd name="csX4" fmla="*/ 45574 w 90714"/>
                  <a:gd name="csY4" fmla="*/ 110 h 90713"/>
                  <a:gd name="csX5" fmla="*/ 13501 w 90714"/>
                  <a:gd name="csY5" fmla="*/ 13394 h 90713"/>
                  <a:gd name="csX6" fmla="*/ 216 w 90714"/>
                  <a:gd name="csY6" fmla="*/ 45466 h 90713"/>
                  <a:gd name="csX7" fmla="*/ 13501 w 90714"/>
                  <a:gd name="csY7" fmla="*/ 77538 h 90713"/>
                  <a:gd name="csX8" fmla="*/ 45574 w 90714"/>
                  <a:gd name="csY8" fmla="*/ 908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4" y="90823"/>
                    </a:moveTo>
                    <a:cubicBezTo>
                      <a:pt x="57602" y="90823"/>
                      <a:pt x="69140" y="86044"/>
                      <a:pt x="77646" y="77538"/>
                    </a:cubicBezTo>
                    <a:cubicBezTo>
                      <a:pt x="86152" y="69033"/>
                      <a:pt x="90931" y="57495"/>
                      <a:pt x="90931" y="45466"/>
                    </a:cubicBezTo>
                    <a:cubicBezTo>
                      <a:pt x="90931" y="33438"/>
                      <a:pt x="86152" y="21900"/>
                      <a:pt x="77646" y="13394"/>
                    </a:cubicBezTo>
                    <a:cubicBezTo>
                      <a:pt x="69140" y="4889"/>
                      <a:pt x="57602" y="110"/>
                      <a:pt x="45574" y="110"/>
                    </a:cubicBezTo>
                    <a:cubicBezTo>
                      <a:pt x="33545" y="110"/>
                      <a:pt x="22007" y="4889"/>
                      <a:pt x="13501" y="13394"/>
                    </a:cubicBezTo>
                    <a:cubicBezTo>
                      <a:pt x="4995" y="21900"/>
                      <a:pt x="216" y="33438"/>
                      <a:pt x="216" y="45466"/>
                    </a:cubicBezTo>
                    <a:cubicBezTo>
                      <a:pt x="216" y="57495"/>
                      <a:pt x="4995" y="69033"/>
                      <a:pt x="13501" y="77538"/>
                    </a:cubicBezTo>
                    <a:cubicBezTo>
                      <a:pt x="22007" y="86044"/>
                      <a:pt x="33545" y="90823"/>
                      <a:pt x="45574" y="908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2" name="任意多边形: 形状 1731"/>
              <p:cNvSpPr/>
              <p:nvPr/>
            </p:nvSpPr>
            <p:spPr>
              <a:xfrm>
                <a:off x="9902419" y="23629209"/>
                <a:ext cx="180000" cy="180000"/>
              </a:xfrm>
              <a:custGeom>
                <a:avLst/>
                <a:gdLst>
                  <a:gd name="csX0" fmla="*/ 45646 w 90714"/>
                  <a:gd name="csY0" fmla="*/ 90891 h 90713"/>
                  <a:gd name="csX1" fmla="*/ 77719 w 90714"/>
                  <a:gd name="csY1" fmla="*/ 77606 h 90713"/>
                  <a:gd name="csX2" fmla="*/ 91004 w 90714"/>
                  <a:gd name="csY2" fmla="*/ 45534 h 90713"/>
                  <a:gd name="csX3" fmla="*/ 77719 w 90714"/>
                  <a:gd name="csY3" fmla="*/ 13462 h 90713"/>
                  <a:gd name="csX4" fmla="*/ 45646 w 90714"/>
                  <a:gd name="csY4" fmla="*/ 177 h 90713"/>
                  <a:gd name="csX5" fmla="*/ 13574 w 90714"/>
                  <a:gd name="csY5" fmla="*/ 13462 h 90713"/>
                  <a:gd name="csX6" fmla="*/ 289 w 90714"/>
                  <a:gd name="csY6" fmla="*/ 45534 h 90713"/>
                  <a:gd name="csX7" fmla="*/ 13574 w 90714"/>
                  <a:gd name="csY7" fmla="*/ 77606 h 90713"/>
                  <a:gd name="csX8" fmla="*/ 45646 w 90714"/>
                  <a:gd name="csY8" fmla="*/ 9089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46" y="90891"/>
                    </a:moveTo>
                    <a:cubicBezTo>
                      <a:pt x="57675" y="90891"/>
                      <a:pt x="69213" y="86112"/>
                      <a:pt x="77719" y="77606"/>
                    </a:cubicBezTo>
                    <a:cubicBezTo>
                      <a:pt x="86224" y="69101"/>
                      <a:pt x="91004" y="57563"/>
                      <a:pt x="91004" y="45534"/>
                    </a:cubicBezTo>
                    <a:cubicBezTo>
                      <a:pt x="91004" y="33505"/>
                      <a:pt x="86224" y="21968"/>
                      <a:pt x="77719" y="13462"/>
                    </a:cubicBezTo>
                    <a:cubicBezTo>
                      <a:pt x="69213" y="4957"/>
                      <a:pt x="57675" y="177"/>
                      <a:pt x="45646" y="177"/>
                    </a:cubicBezTo>
                    <a:cubicBezTo>
                      <a:pt x="33617" y="177"/>
                      <a:pt x="22080" y="4957"/>
                      <a:pt x="13574" y="13462"/>
                    </a:cubicBezTo>
                    <a:cubicBezTo>
                      <a:pt x="5068" y="21968"/>
                      <a:pt x="289" y="33505"/>
                      <a:pt x="289" y="45534"/>
                    </a:cubicBezTo>
                    <a:cubicBezTo>
                      <a:pt x="289" y="57563"/>
                      <a:pt x="5068" y="69101"/>
                      <a:pt x="13574" y="77606"/>
                    </a:cubicBezTo>
                    <a:cubicBezTo>
                      <a:pt x="22080" y="86112"/>
                      <a:pt x="33617" y="90891"/>
                      <a:pt x="45646" y="9089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3" name="任意多边形: 形状 1732"/>
              <p:cNvSpPr/>
              <p:nvPr/>
            </p:nvSpPr>
            <p:spPr>
              <a:xfrm>
                <a:off x="8456337" y="23447577"/>
                <a:ext cx="180000" cy="180000"/>
              </a:xfrm>
              <a:custGeom>
                <a:avLst/>
                <a:gdLst>
                  <a:gd name="csX0" fmla="*/ 45601 w 90714"/>
                  <a:gd name="csY0" fmla="*/ 90885 h 90713"/>
                  <a:gd name="csX1" fmla="*/ 77674 w 90714"/>
                  <a:gd name="csY1" fmla="*/ 77601 h 90713"/>
                  <a:gd name="csX2" fmla="*/ 90958 w 90714"/>
                  <a:gd name="csY2" fmla="*/ 45528 h 90713"/>
                  <a:gd name="csX3" fmla="*/ 77674 w 90714"/>
                  <a:gd name="csY3" fmla="*/ 13456 h 90713"/>
                  <a:gd name="csX4" fmla="*/ 45601 w 90714"/>
                  <a:gd name="csY4" fmla="*/ 172 h 90713"/>
                  <a:gd name="csX5" fmla="*/ 13529 w 90714"/>
                  <a:gd name="csY5" fmla="*/ 13456 h 90713"/>
                  <a:gd name="csX6" fmla="*/ 244 w 90714"/>
                  <a:gd name="csY6" fmla="*/ 45528 h 90713"/>
                  <a:gd name="csX7" fmla="*/ 13529 w 90714"/>
                  <a:gd name="csY7" fmla="*/ 77601 h 90713"/>
                  <a:gd name="csX8" fmla="*/ 45601 w 90714"/>
                  <a:gd name="csY8" fmla="*/ 9088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1" y="90885"/>
                    </a:moveTo>
                    <a:cubicBezTo>
                      <a:pt x="57630" y="90885"/>
                      <a:pt x="69168" y="86106"/>
                      <a:pt x="77674" y="77601"/>
                    </a:cubicBezTo>
                    <a:cubicBezTo>
                      <a:pt x="86179" y="69095"/>
                      <a:pt x="90958" y="57557"/>
                      <a:pt x="90958" y="45528"/>
                    </a:cubicBezTo>
                    <a:cubicBezTo>
                      <a:pt x="90958" y="33500"/>
                      <a:pt x="86179" y="21962"/>
                      <a:pt x="77674" y="13456"/>
                    </a:cubicBezTo>
                    <a:cubicBezTo>
                      <a:pt x="69168" y="4951"/>
                      <a:pt x="57630" y="172"/>
                      <a:pt x="45601" y="172"/>
                    </a:cubicBezTo>
                    <a:cubicBezTo>
                      <a:pt x="33572" y="172"/>
                      <a:pt x="22034" y="4951"/>
                      <a:pt x="13529" y="13456"/>
                    </a:cubicBezTo>
                    <a:cubicBezTo>
                      <a:pt x="5023" y="21962"/>
                      <a:pt x="244" y="33500"/>
                      <a:pt x="244" y="45528"/>
                    </a:cubicBezTo>
                    <a:cubicBezTo>
                      <a:pt x="244" y="57557"/>
                      <a:pt x="5023" y="69095"/>
                      <a:pt x="13529" y="77601"/>
                    </a:cubicBezTo>
                    <a:cubicBezTo>
                      <a:pt x="22034" y="86106"/>
                      <a:pt x="33572" y="90885"/>
                      <a:pt x="45601" y="9088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4" name="任意多边形: 形状 1733"/>
              <p:cNvSpPr/>
              <p:nvPr/>
            </p:nvSpPr>
            <p:spPr>
              <a:xfrm>
                <a:off x="8997417" y="23271302"/>
                <a:ext cx="180000" cy="180000"/>
              </a:xfrm>
              <a:custGeom>
                <a:avLst/>
                <a:gdLst>
                  <a:gd name="csX0" fmla="*/ 45618 w 90714"/>
                  <a:gd name="csY0" fmla="*/ 90880 h 90713"/>
                  <a:gd name="csX1" fmla="*/ 77690 w 90714"/>
                  <a:gd name="csY1" fmla="*/ 77595 h 90713"/>
                  <a:gd name="csX2" fmla="*/ 90975 w 90714"/>
                  <a:gd name="csY2" fmla="*/ 45523 h 90713"/>
                  <a:gd name="csX3" fmla="*/ 77690 w 90714"/>
                  <a:gd name="csY3" fmla="*/ 13451 h 90713"/>
                  <a:gd name="csX4" fmla="*/ 45618 w 90714"/>
                  <a:gd name="csY4" fmla="*/ 166 h 90713"/>
                  <a:gd name="csX5" fmla="*/ 13546 w 90714"/>
                  <a:gd name="csY5" fmla="*/ 13451 h 90713"/>
                  <a:gd name="csX6" fmla="*/ 261 w 90714"/>
                  <a:gd name="csY6" fmla="*/ 45523 h 90713"/>
                  <a:gd name="csX7" fmla="*/ 13546 w 90714"/>
                  <a:gd name="csY7" fmla="*/ 77595 h 90713"/>
                  <a:gd name="csX8" fmla="*/ 45618 w 90714"/>
                  <a:gd name="csY8" fmla="*/ 9088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8" y="90880"/>
                    </a:moveTo>
                    <a:cubicBezTo>
                      <a:pt x="57647" y="90880"/>
                      <a:pt x="69185" y="86101"/>
                      <a:pt x="77690" y="77595"/>
                    </a:cubicBezTo>
                    <a:cubicBezTo>
                      <a:pt x="86196" y="69089"/>
                      <a:pt x="90975" y="57552"/>
                      <a:pt x="90975" y="45523"/>
                    </a:cubicBezTo>
                    <a:cubicBezTo>
                      <a:pt x="90975" y="33494"/>
                      <a:pt x="86196" y="21957"/>
                      <a:pt x="77690" y="13451"/>
                    </a:cubicBezTo>
                    <a:cubicBezTo>
                      <a:pt x="69185" y="4945"/>
                      <a:pt x="57647" y="166"/>
                      <a:pt x="45618" y="166"/>
                    </a:cubicBezTo>
                    <a:cubicBezTo>
                      <a:pt x="33589" y="166"/>
                      <a:pt x="22051" y="4945"/>
                      <a:pt x="13546" y="13451"/>
                    </a:cubicBezTo>
                    <a:cubicBezTo>
                      <a:pt x="5040" y="21957"/>
                      <a:pt x="261" y="33494"/>
                      <a:pt x="261" y="45523"/>
                    </a:cubicBezTo>
                    <a:cubicBezTo>
                      <a:pt x="261" y="57552"/>
                      <a:pt x="5040" y="69089"/>
                      <a:pt x="13546" y="77595"/>
                    </a:cubicBezTo>
                    <a:cubicBezTo>
                      <a:pt x="22051" y="86101"/>
                      <a:pt x="33589" y="90880"/>
                      <a:pt x="45618" y="9088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5" name="任意多边形: 形状 1734"/>
              <p:cNvSpPr/>
              <p:nvPr/>
            </p:nvSpPr>
            <p:spPr>
              <a:xfrm>
                <a:off x="7411733" y="21732264"/>
                <a:ext cx="180000" cy="180000"/>
              </a:xfrm>
              <a:custGeom>
                <a:avLst/>
                <a:gdLst>
                  <a:gd name="csX0" fmla="*/ 45569 w 90714"/>
                  <a:gd name="csY0" fmla="*/ 90832 h 90713"/>
                  <a:gd name="csX1" fmla="*/ 77641 w 90714"/>
                  <a:gd name="csY1" fmla="*/ 77547 h 90713"/>
                  <a:gd name="csX2" fmla="*/ 90926 w 90714"/>
                  <a:gd name="csY2" fmla="*/ 45475 h 90713"/>
                  <a:gd name="csX3" fmla="*/ 77641 w 90714"/>
                  <a:gd name="csY3" fmla="*/ 13403 h 90713"/>
                  <a:gd name="csX4" fmla="*/ 45569 w 90714"/>
                  <a:gd name="csY4" fmla="*/ 118 h 90713"/>
                  <a:gd name="csX5" fmla="*/ 13496 w 90714"/>
                  <a:gd name="csY5" fmla="*/ 13403 h 90713"/>
                  <a:gd name="csX6" fmla="*/ 211 w 90714"/>
                  <a:gd name="csY6" fmla="*/ 45475 h 90713"/>
                  <a:gd name="csX7" fmla="*/ 13496 w 90714"/>
                  <a:gd name="csY7" fmla="*/ 77547 h 90713"/>
                  <a:gd name="csX8" fmla="*/ 45569 w 90714"/>
                  <a:gd name="csY8" fmla="*/ 9083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32"/>
                    </a:moveTo>
                    <a:cubicBezTo>
                      <a:pt x="57597" y="90832"/>
                      <a:pt x="69135" y="86053"/>
                      <a:pt x="77641" y="77547"/>
                    </a:cubicBezTo>
                    <a:cubicBezTo>
                      <a:pt x="86147" y="69041"/>
                      <a:pt x="90926" y="57504"/>
                      <a:pt x="90926" y="45475"/>
                    </a:cubicBezTo>
                    <a:cubicBezTo>
                      <a:pt x="90926" y="33446"/>
                      <a:pt x="86147" y="21909"/>
                      <a:pt x="77641" y="13403"/>
                    </a:cubicBezTo>
                    <a:cubicBezTo>
                      <a:pt x="69135" y="4897"/>
                      <a:pt x="57597" y="118"/>
                      <a:pt x="45569" y="118"/>
                    </a:cubicBezTo>
                    <a:cubicBezTo>
                      <a:pt x="33540" y="118"/>
                      <a:pt x="22002" y="4897"/>
                      <a:pt x="13496" y="13403"/>
                    </a:cubicBezTo>
                    <a:cubicBezTo>
                      <a:pt x="4990" y="21909"/>
                      <a:pt x="211" y="33446"/>
                      <a:pt x="211" y="45475"/>
                    </a:cubicBezTo>
                    <a:cubicBezTo>
                      <a:pt x="211" y="57504"/>
                      <a:pt x="4990" y="69041"/>
                      <a:pt x="13496" y="77547"/>
                    </a:cubicBezTo>
                    <a:cubicBezTo>
                      <a:pt x="22002" y="86053"/>
                      <a:pt x="33540" y="90832"/>
                      <a:pt x="45569" y="9083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6" name="任意多边形: 形状 1735"/>
              <p:cNvSpPr/>
              <p:nvPr/>
            </p:nvSpPr>
            <p:spPr>
              <a:xfrm>
                <a:off x="6655582" y="22315518"/>
                <a:ext cx="180000" cy="180000"/>
              </a:xfrm>
              <a:custGeom>
                <a:avLst/>
                <a:gdLst>
                  <a:gd name="csX0" fmla="*/ 45545 w 90714"/>
                  <a:gd name="csY0" fmla="*/ 90850 h 90713"/>
                  <a:gd name="csX1" fmla="*/ 77617 w 90714"/>
                  <a:gd name="csY1" fmla="*/ 77565 h 90713"/>
                  <a:gd name="csX2" fmla="*/ 90902 w 90714"/>
                  <a:gd name="csY2" fmla="*/ 45493 h 90713"/>
                  <a:gd name="csX3" fmla="*/ 77617 w 90714"/>
                  <a:gd name="csY3" fmla="*/ 13421 h 90713"/>
                  <a:gd name="csX4" fmla="*/ 45545 w 90714"/>
                  <a:gd name="csY4" fmla="*/ 136 h 90713"/>
                  <a:gd name="csX5" fmla="*/ 13473 w 90714"/>
                  <a:gd name="csY5" fmla="*/ 13421 h 90713"/>
                  <a:gd name="csX6" fmla="*/ 188 w 90714"/>
                  <a:gd name="csY6" fmla="*/ 45493 h 90713"/>
                  <a:gd name="csX7" fmla="*/ 13473 w 90714"/>
                  <a:gd name="csY7" fmla="*/ 77565 h 90713"/>
                  <a:gd name="csX8" fmla="*/ 45545 w 90714"/>
                  <a:gd name="csY8" fmla="*/ 9085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5" y="90850"/>
                    </a:moveTo>
                    <a:cubicBezTo>
                      <a:pt x="57574" y="90850"/>
                      <a:pt x="69112" y="86071"/>
                      <a:pt x="77617" y="77565"/>
                    </a:cubicBezTo>
                    <a:cubicBezTo>
                      <a:pt x="86123" y="69060"/>
                      <a:pt x="90902" y="57522"/>
                      <a:pt x="90902" y="45493"/>
                    </a:cubicBezTo>
                    <a:cubicBezTo>
                      <a:pt x="90902" y="33464"/>
                      <a:pt x="86123" y="21927"/>
                      <a:pt x="77617" y="13421"/>
                    </a:cubicBezTo>
                    <a:cubicBezTo>
                      <a:pt x="69112" y="4916"/>
                      <a:pt x="57574" y="136"/>
                      <a:pt x="45545" y="136"/>
                    </a:cubicBezTo>
                    <a:cubicBezTo>
                      <a:pt x="33516" y="136"/>
                      <a:pt x="21978" y="4916"/>
                      <a:pt x="13473" y="13421"/>
                    </a:cubicBezTo>
                    <a:cubicBezTo>
                      <a:pt x="4967" y="21927"/>
                      <a:pt x="188" y="33464"/>
                      <a:pt x="188" y="45493"/>
                    </a:cubicBezTo>
                    <a:cubicBezTo>
                      <a:pt x="188" y="57522"/>
                      <a:pt x="4967" y="69060"/>
                      <a:pt x="13473" y="77565"/>
                    </a:cubicBezTo>
                    <a:cubicBezTo>
                      <a:pt x="21978" y="86071"/>
                      <a:pt x="33516" y="90850"/>
                      <a:pt x="45545" y="9085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7" name="任意多边形: 形状 1736"/>
              <p:cNvSpPr/>
              <p:nvPr/>
            </p:nvSpPr>
            <p:spPr>
              <a:xfrm>
                <a:off x="7666747" y="22940938"/>
                <a:ext cx="180000" cy="180000"/>
              </a:xfrm>
              <a:custGeom>
                <a:avLst/>
                <a:gdLst>
                  <a:gd name="csX0" fmla="*/ 45577 w 90714"/>
                  <a:gd name="csY0" fmla="*/ 90869 h 90713"/>
                  <a:gd name="csX1" fmla="*/ 77649 w 90714"/>
                  <a:gd name="csY1" fmla="*/ 77585 h 90713"/>
                  <a:gd name="csX2" fmla="*/ 90934 w 90714"/>
                  <a:gd name="csY2" fmla="*/ 45513 h 90713"/>
                  <a:gd name="csX3" fmla="*/ 77649 w 90714"/>
                  <a:gd name="csY3" fmla="*/ 13441 h 90713"/>
                  <a:gd name="csX4" fmla="*/ 45577 w 90714"/>
                  <a:gd name="csY4" fmla="*/ 156 h 90713"/>
                  <a:gd name="csX5" fmla="*/ 13504 w 90714"/>
                  <a:gd name="csY5" fmla="*/ 13441 h 90713"/>
                  <a:gd name="csX6" fmla="*/ 219 w 90714"/>
                  <a:gd name="csY6" fmla="*/ 45513 h 90713"/>
                  <a:gd name="csX7" fmla="*/ 13504 w 90714"/>
                  <a:gd name="csY7" fmla="*/ 77585 h 90713"/>
                  <a:gd name="csX8" fmla="*/ 45577 w 90714"/>
                  <a:gd name="csY8" fmla="*/ 9086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7" y="90869"/>
                    </a:moveTo>
                    <a:cubicBezTo>
                      <a:pt x="57605" y="90869"/>
                      <a:pt x="69143" y="86090"/>
                      <a:pt x="77649" y="77585"/>
                    </a:cubicBezTo>
                    <a:cubicBezTo>
                      <a:pt x="86155" y="69079"/>
                      <a:pt x="90934" y="57541"/>
                      <a:pt x="90934" y="45513"/>
                    </a:cubicBezTo>
                    <a:cubicBezTo>
                      <a:pt x="90934" y="33484"/>
                      <a:pt x="86155" y="21946"/>
                      <a:pt x="77649" y="13441"/>
                    </a:cubicBezTo>
                    <a:cubicBezTo>
                      <a:pt x="69143" y="4935"/>
                      <a:pt x="57605" y="156"/>
                      <a:pt x="45577" y="156"/>
                    </a:cubicBezTo>
                    <a:cubicBezTo>
                      <a:pt x="33548" y="156"/>
                      <a:pt x="22010" y="4935"/>
                      <a:pt x="13504" y="13441"/>
                    </a:cubicBezTo>
                    <a:cubicBezTo>
                      <a:pt x="4998" y="21946"/>
                      <a:pt x="219" y="33484"/>
                      <a:pt x="219" y="45513"/>
                    </a:cubicBezTo>
                    <a:cubicBezTo>
                      <a:pt x="219" y="57541"/>
                      <a:pt x="4998" y="69079"/>
                      <a:pt x="13504" y="77585"/>
                    </a:cubicBezTo>
                    <a:cubicBezTo>
                      <a:pt x="22010" y="86090"/>
                      <a:pt x="33548" y="90869"/>
                      <a:pt x="45577" y="9086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1738" name="任意多边形: 形状 1737"/>
              <p:cNvSpPr/>
              <p:nvPr/>
            </p:nvSpPr>
            <p:spPr>
              <a:xfrm>
                <a:off x="7460919" y="21804243"/>
                <a:ext cx="180000" cy="180000"/>
              </a:xfrm>
              <a:custGeom>
                <a:avLst/>
                <a:gdLst>
                  <a:gd name="csX0" fmla="*/ 45570 w 90714"/>
                  <a:gd name="csY0" fmla="*/ 90834 h 90713"/>
                  <a:gd name="csX1" fmla="*/ 77643 w 90714"/>
                  <a:gd name="csY1" fmla="*/ 77549 h 90713"/>
                  <a:gd name="csX2" fmla="*/ 90927 w 90714"/>
                  <a:gd name="csY2" fmla="*/ 45477 h 90713"/>
                  <a:gd name="csX3" fmla="*/ 77643 w 90714"/>
                  <a:gd name="csY3" fmla="*/ 13405 h 90713"/>
                  <a:gd name="csX4" fmla="*/ 45570 w 90714"/>
                  <a:gd name="csY4" fmla="*/ 121 h 90713"/>
                  <a:gd name="csX5" fmla="*/ 13498 w 90714"/>
                  <a:gd name="csY5" fmla="*/ 13405 h 90713"/>
                  <a:gd name="csX6" fmla="*/ 213 w 90714"/>
                  <a:gd name="csY6" fmla="*/ 45477 h 90713"/>
                  <a:gd name="csX7" fmla="*/ 13498 w 90714"/>
                  <a:gd name="csY7" fmla="*/ 77549 h 90713"/>
                  <a:gd name="csX8" fmla="*/ 45570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0" y="90834"/>
                    </a:moveTo>
                    <a:cubicBezTo>
                      <a:pt x="57599" y="90834"/>
                      <a:pt x="69137" y="86055"/>
                      <a:pt x="77643" y="77549"/>
                    </a:cubicBezTo>
                    <a:cubicBezTo>
                      <a:pt x="86148" y="69044"/>
                      <a:pt x="90927" y="57506"/>
                      <a:pt x="90927" y="45477"/>
                    </a:cubicBezTo>
                    <a:cubicBezTo>
                      <a:pt x="90927" y="33449"/>
                      <a:pt x="86148" y="21911"/>
                      <a:pt x="77643" y="13405"/>
                    </a:cubicBezTo>
                    <a:cubicBezTo>
                      <a:pt x="69137" y="4900"/>
                      <a:pt x="57599" y="121"/>
                      <a:pt x="45570" y="121"/>
                    </a:cubicBezTo>
                    <a:cubicBezTo>
                      <a:pt x="33541" y="121"/>
                      <a:pt x="22003" y="4900"/>
                      <a:pt x="13498" y="13405"/>
                    </a:cubicBezTo>
                    <a:cubicBezTo>
                      <a:pt x="4992" y="21911"/>
                      <a:pt x="213" y="33449"/>
                      <a:pt x="213" y="45477"/>
                    </a:cubicBezTo>
                    <a:cubicBezTo>
                      <a:pt x="213" y="57506"/>
                      <a:pt x="4992" y="69044"/>
                      <a:pt x="13498" y="77549"/>
                    </a:cubicBezTo>
                    <a:cubicBezTo>
                      <a:pt x="22003" y="86055"/>
                      <a:pt x="33541" y="90834"/>
                      <a:pt x="45570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0" name="任意多边形: 形状 2559"/>
              <p:cNvSpPr/>
              <p:nvPr/>
            </p:nvSpPr>
            <p:spPr>
              <a:xfrm>
                <a:off x="6231399" y="22359539"/>
                <a:ext cx="180000" cy="180000"/>
              </a:xfrm>
              <a:custGeom>
                <a:avLst/>
                <a:gdLst>
                  <a:gd name="csX0" fmla="*/ 45532 w 90714"/>
                  <a:gd name="csY0" fmla="*/ 90851 h 90713"/>
                  <a:gd name="csX1" fmla="*/ 77604 w 90714"/>
                  <a:gd name="csY1" fmla="*/ 77567 h 90713"/>
                  <a:gd name="csX2" fmla="*/ 90889 w 90714"/>
                  <a:gd name="csY2" fmla="*/ 45495 h 90713"/>
                  <a:gd name="csX3" fmla="*/ 77604 w 90714"/>
                  <a:gd name="csY3" fmla="*/ 13423 h 90713"/>
                  <a:gd name="csX4" fmla="*/ 45532 w 90714"/>
                  <a:gd name="csY4" fmla="*/ 138 h 90713"/>
                  <a:gd name="csX5" fmla="*/ 13459 w 90714"/>
                  <a:gd name="csY5" fmla="*/ 13423 h 90713"/>
                  <a:gd name="csX6" fmla="*/ 174 w 90714"/>
                  <a:gd name="csY6" fmla="*/ 45495 h 90713"/>
                  <a:gd name="csX7" fmla="*/ 13459 w 90714"/>
                  <a:gd name="csY7" fmla="*/ 77567 h 90713"/>
                  <a:gd name="csX8" fmla="*/ 45532 w 90714"/>
                  <a:gd name="csY8" fmla="*/ 9085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2" y="90851"/>
                    </a:moveTo>
                    <a:cubicBezTo>
                      <a:pt x="57561" y="90851"/>
                      <a:pt x="69099" y="86072"/>
                      <a:pt x="77604" y="77567"/>
                    </a:cubicBezTo>
                    <a:cubicBezTo>
                      <a:pt x="86110" y="69061"/>
                      <a:pt x="90889" y="57523"/>
                      <a:pt x="90889" y="45495"/>
                    </a:cubicBezTo>
                    <a:cubicBezTo>
                      <a:pt x="90889" y="33466"/>
                      <a:pt x="86110" y="21928"/>
                      <a:pt x="77604" y="13423"/>
                    </a:cubicBezTo>
                    <a:cubicBezTo>
                      <a:pt x="69099" y="4917"/>
                      <a:pt x="57561" y="138"/>
                      <a:pt x="45532" y="138"/>
                    </a:cubicBezTo>
                    <a:cubicBezTo>
                      <a:pt x="33503" y="138"/>
                      <a:pt x="21965" y="4917"/>
                      <a:pt x="13459" y="13423"/>
                    </a:cubicBezTo>
                    <a:cubicBezTo>
                      <a:pt x="4954" y="21928"/>
                      <a:pt x="174" y="33466"/>
                      <a:pt x="174" y="45495"/>
                    </a:cubicBezTo>
                    <a:cubicBezTo>
                      <a:pt x="174" y="57523"/>
                      <a:pt x="4954" y="69061"/>
                      <a:pt x="13459" y="77567"/>
                    </a:cubicBezTo>
                    <a:cubicBezTo>
                      <a:pt x="21965" y="86072"/>
                      <a:pt x="33503" y="90851"/>
                      <a:pt x="45532" y="9085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1" name="任意多边形: 形状 2560"/>
              <p:cNvSpPr/>
              <p:nvPr/>
            </p:nvSpPr>
            <p:spPr>
              <a:xfrm>
                <a:off x="7835464" y="22987209"/>
                <a:ext cx="180000" cy="180000"/>
              </a:xfrm>
              <a:custGeom>
                <a:avLst/>
                <a:gdLst>
                  <a:gd name="csX0" fmla="*/ 45582 w 90714"/>
                  <a:gd name="csY0" fmla="*/ 90871 h 90713"/>
                  <a:gd name="csX1" fmla="*/ 77654 w 90714"/>
                  <a:gd name="csY1" fmla="*/ 77586 h 90713"/>
                  <a:gd name="csX2" fmla="*/ 90939 w 90714"/>
                  <a:gd name="csY2" fmla="*/ 45514 h 90713"/>
                  <a:gd name="csX3" fmla="*/ 77654 w 90714"/>
                  <a:gd name="csY3" fmla="*/ 13442 h 90713"/>
                  <a:gd name="csX4" fmla="*/ 45582 w 90714"/>
                  <a:gd name="csY4" fmla="*/ 157 h 90713"/>
                  <a:gd name="csX5" fmla="*/ 13509 w 90714"/>
                  <a:gd name="csY5" fmla="*/ 13442 h 90713"/>
                  <a:gd name="csX6" fmla="*/ 225 w 90714"/>
                  <a:gd name="csY6" fmla="*/ 45514 h 90713"/>
                  <a:gd name="csX7" fmla="*/ 13509 w 90714"/>
                  <a:gd name="csY7" fmla="*/ 77586 h 90713"/>
                  <a:gd name="csX8" fmla="*/ 45582 w 90714"/>
                  <a:gd name="csY8" fmla="*/ 9087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2" y="90871"/>
                    </a:moveTo>
                    <a:cubicBezTo>
                      <a:pt x="57611" y="90871"/>
                      <a:pt x="69149" y="86092"/>
                      <a:pt x="77654" y="77586"/>
                    </a:cubicBezTo>
                    <a:cubicBezTo>
                      <a:pt x="86160" y="69081"/>
                      <a:pt x="90939" y="57543"/>
                      <a:pt x="90939" y="45514"/>
                    </a:cubicBezTo>
                    <a:cubicBezTo>
                      <a:pt x="90939" y="33485"/>
                      <a:pt x="86160" y="21948"/>
                      <a:pt x="77654" y="13442"/>
                    </a:cubicBezTo>
                    <a:cubicBezTo>
                      <a:pt x="69149" y="4936"/>
                      <a:pt x="57611" y="157"/>
                      <a:pt x="45582" y="157"/>
                    </a:cubicBezTo>
                    <a:cubicBezTo>
                      <a:pt x="33553" y="157"/>
                      <a:pt x="22015" y="4936"/>
                      <a:pt x="13509" y="13442"/>
                    </a:cubicBezTo>
                    <a:cubicBezTo>
                      <a:pt x="5004" y="21948"/>
                      <a:pt x="225" y="33485"/>
                      <a:pt x="225" y="45514"/>
                    </a:cubicBezTo>
                    <a:cubicBezTo>
                      <a:pt x="225" y="57543"/>
                      <a:pt x="5004" y="69081"/>
                      <a:pt x="13509" y="77586"/>
                    </a:cubicBezTo>
                    <a:cubicBezTo>
                      <a:pt x="22015" y="86092"/>
                      <a:pt x="33553" y="90871"/>
                      <a:pt x="45582" y="9087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2" name="任意多边形: 形状 2561"/>
              <p:cNvSpPr/>
              <p:nvPr/>
            </p:nvSpPr>
            <p:spPr>
              <a:xfrm>
                <a:off x="7783994" y="23169662"/>
                <a:ext cx="180000" cy="180000"/>
              </a:xfrm>
              <a:custGeom>
                <a:avLst/>
                <a:gdLst>
                  <a:gd name="csX0" fmla="*/ 45580 w 90714"/>
                  <a:gd name="csY0" fmla="*/ 90877 h 90713"/>
                  <a:gd name="csX1" fmla="*/ 77653 w 90714"/>
                  <a:gd name="csY1" fmla="*/ 77592 h 90713"/>
                  <a:gd name="csX2" fmla="*/ 90937 w 90714"/>
                  <a:gd name="csY2" fmla="*/ 45520 h 90713"/>
                  <a:gd name="csX3" fmla="*/ 77653 w 90714"/>
                  <a:gd name="csY3" fmla="*/ 13448 h 90713"/>
                  <a:gd name="csX4" fmla="*/ 45580 w 90714"/>
                  <a:gd name="csY4" fmla="*/ 163 h 90713"/>
                  <a:gd name="csX5" fmla="*/ 13508 w 90714"/>
                  <a:gd name="csY5" fmla="*/ 13448 h 90713"/>
                  <a:gd name="csX6" fmla="*/ 223 w 90714"/>
                  <a:gd name="csY6" fmla="*/ 45520 h 90713"/>
                  <a:gd name="csX7" fmla="*/ 13508 w 90714"/>
                  <a:gd name="csY7" fmla="*/ 77592 h 90713"/>
                  <a:gd name="csX8" fmla="*/ 45580 w 90714"/>
                  <a:gd name="csY8" fmla="*/ 9087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0" y="90877"/>
                    </a:moveTo>
                    <a:cubicBezTo>
                      <a:pt x="57609" y="90877"/>
                      <a:pt x="69147" y="86097"/>
                      <a:pt x="77653" y="77592"/>
                    </a:cubicBezTo>
                    <a:cubicBezTo>
                      <a:pt x="86158" y="69086"/>
                      <a:pt x="90937" y="57549"/>
                      <a:pt x="90937" y="45520"/>
                    </a:cubicBezTo>
                    <a:cubicBezTo>
                      <a:pt x="90937" y="33491"/>
                      <a:pt x="86158" y="21953"/>
                      <a:pt x="77653" y="13448"/>
                    </a:cubicBezTo>
                    <a:cubicBezTo>
                      <a:pt x="69147" y="4942"/>
                      <a:pt x="57609" y="163"/>
                      <a:pt x="45580" y="163"/>
                    </a:cubicBezTo>
                    <a:cubicBezTo>
                      <a:pt x="33551" y="163"/>
                      <a:pt x="22013" y="4942"/>
                      <a:pt x="13508" y="13448"/>
                    </a:cubicBezTo>
                    <a:cubicBezTo>
                      <a:pt x="5002" y="21953"/>
                      <a:pt x="223" y="33491"/>
                      <a:pt x="223" y="45520"/>
                    </a:cubicBezTo>
                    <a:cubicBezTo>
                      <a:pt x="223" y="57549"/>
                      <a:pt x="5002" y="69086"/>
                      <a:pt x="13508" y="77592"/>
                    </a:cubicBezTo>
                    <a:cubicBezTo>
                      <a:pt x="22013" y="86097"/>
                      <a:pt x="33551" y="90877"/>
                      <a:pt x="45580" y="9087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3" name="任意多边形: 形状 2562"/>
              <p:cNvSpPr/>
              <p:nvPr/>
            </p:nvSpPr>
            <p:spPr>
              <a:xfrm>
                <a:off x="9188684" y="24145285"/>
                <a:ext cx="180000" cy="180000"/>
              </a:xfrm>
              <a:custGeom>
                <a:avLst/>
                <a:gdLst>
                  <a:gd name="csX0" fmla="*/ 45624 w 90714"/>
                  <a:gd name="csY0" fmla="*/ 90907 h 90713"/>
                  <a:gd name="csX1" fmla="*/ 77696 w 90714"/>
                  <a:gd name="csY1" fmla="*/ 77622 h 90713"/>
                  <a:gd name="csX2" fmla="*/ 90981 w 90714"/>
                  <a:gd name="csY2" fmla="*/ 45550 h 90713"/>
                  <a:gd name="csX3" fmla="*/ 77696 w 90714"/>
                  <a:gd name="csY3" fmla="*/ 13478 h 90713"/>
                  <a:gd name="csX4" fmla="*/ 45624 w 90714"/>
                  <a:gd name="csY4" fmla="*/ 194 h 90713"/>
                  <a:gd name="csX5" fmla="*/ 13552 w 90714"/>
                  <a:gd name="csY5" fmla="*/ 13478 h 90713"/>
                  <a:gd name="csX6" fmla="*/ 267 w 90714"/>
                  <a:gd name="csY6" fmla="*/ 45550 h 90713"/>
                  <a:gd name="csX7" fmla="*/ 13552 w 90714"/>
                  <a:gd name="csY7" fmla="*/ 77622 h 90713"/>
                  <a:gd name="csX8" fmla="*/ 45624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24" y="90907"/>
                    </a:moveTo>
                    <a:cubicBezTo>
                      <a:pt x="57653" y="90907"/>
                      <a:pt x="69191" y="86128"/>
                      <a:pt x="77696" y="77622"/>
                    </a:cubicBezTo>
                    <a:cubicBezTo>
                      <a:pt x="86202" y="69117"/>
                      <a:pt x="90981" y="57579"/>
                      <a:pt x="90981" y="45550"/>
                    </a:cubicBezTo>
                    <a:cubicBezTo>
                      <a:pt x="90981" y="33521"/>
                      <a:pt x="86202" y="21984"/>
                      <a:pt x="77696" y="13478"/>
                    </a:cubicBezTo>
                    <a:cubicBezTo>
                      <a:pt x="69191" y="4973"/>
                      <a:pt x="57653" y="194"/>
                      <a:pt x="45624" y="194"/>
                    </a:cubicBezTo>
                    <a:cubicBezTo>
                      <a:pt x="33595" y="194"/>
                      <a:pt x="22057" y="4973"/>
                      <a:pt x="13552" y="13478"/>
                    </a:cubicBezTo>
                    <a:cubicBezTo>
                      <a:pt x="5046" y="21984"/>
                      <a:pt x="267" y="33521"/>
                      <a:pt x="267" y="45550"/>
                    </a:cubicBezTo>
                    <a:cubicBezTo>
                      <a:pt x="267" y="57579"/>
                      <a:pt x="5046" y="69117"/>
                      <a:pt x="13552" y="77622"/>
                    </a:cubicBezTo>
                    <a:cubicBezTo>
                      <a:pt x="22057" y="86128"/>
                      <a:pt x="33595" y="90907"/>
                      <a:pt x="45624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4" name="任意多边形: 形状 2563"/>
              <p:cNvSpPr/>
              <p:nvPr/>
            </p:nvSpPr>
            <p:spPr>
              <a:xfrm>
                <a:off x="6940134" y="23023700"/>
                <a:ext cx="180000" cy="180000"/>
              </a:xfrm>
              <a:custGeom>
                <a:avLst/>
                <a:gdLst>
                  <a:gd name="csX0" fmla="*/ 45554 w 90714"/>
                  <a:gd name="csY0" fmla="*/ 90872 h 90713"/>
                  <a:gd name="csX1" fmla="*/ 77626 w 90714"/>
                  <a:gd name="csY1" fmla="*/ 77587 h 90713"/>
                  <a:gd name="csX2" fmla="*/ 90911 w 90714"/>
                  <a:gd name="csY2" fmla="*/ 45515 h 90713"/>
                  <a:gd name="csX3" fmla="*/ 77626 w 90714"/>
                  <a:gd name="csY3" fmla="*/ 13443 h 90713"/>
                  <a:gd name="csX4" fmla="*/ 45554 w 90714"/>
                  <a:gd name="csY4" fmla="*/ 159 h 90713"/>
                  <a:gd name="csX5" fmla="*/ 13481 w 90714"/>
                  <a:gd name="csY5" fmla="*/ 13443 h 90713"/>
                  <a:gd name="csX6" fmla="*/ 197 w 90714"/>
                  <a:gd name="csY6" fmla="*/ 45515 h 90713"/>
                  <a:gd name="csX7" fmla="*/ 13481 w 90714"/>
                  <a:gd name="csY7" fmla="*/ 77587 h 90713"/>
                  <a:gd name="csX8" fmla="*/ 45554 w 90714"/>
                  <a:gd name="csY8" fmla="*/ 9087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4" y="90872"/>
                    </a:moveTo>
                    <a:cubicBezTo>
                      <a:pt x="57583" y="90872"/>
                      <a:pt x="69121" y="86093"/>
                      <a:pt x="77626" y="77587"/>
                    </a:cubicBezTo>
                    <a:cubicBezTo>
                      <a:pt x="86132" y="69082"/>
                      <a:pt x="90911" y="57544"/>
                      <a:pt x="90911" y="45515"/>
                    </a:cubicBezTo>
                    <a:cubicBezTo>
                      <a:pt x="90911" y="33487"/>
                      <a:pt x="86132" y="21949"/>
                      <a:pt x="77626" y="13443"/>
                    </a:cubicBezTo>
                    <a:cubicBezTo>
                      <a:pt x="69121" y="4938"/>
                      <a:pt x="57583" y="159"/>
                      <a:pt x="45554" y="159"/>
                    </a:cubicBezTo>
                    <a:cubicBezTo>
                      <a:pt x="33525" y="159"/>
                      <a:pt x="21987" y="4938"/>
                      <a:pt x="13481" y="13443"/>
                    </a:cubicBezTo>
                    <a:cubicBezTo>
                      <a:pt x="4976" y="21949"/>
                      <a:pt x="197" y="33487"/>
                      <a:pt x="197" y="45515"/>
                    </a:cubicBezTo>
                    <a:cubicBezTo>
                      <a:pt x="197" y="57544"/>
                      <a:pt x="4976" y="69082"/>
                      <a:pt x="13481" y="77587"/>
                    </a:cubicBezTo>
                    <a:cubicBezTo>
                      <a:pt x="21987" y="86093"/>
                      <a:pt x="33525" y="90872"/>
                      <a:pt x="45554" y="9087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5" name="任意多边形: 形状 2564"/>
              <p:cNvSpPr/>
              <p:nvPr/>
            </p:nvSpPr>
            <p:spPr>
              <a:xfrm>
                <a:off x="8458392" y="22491717"/>
                <a:ext cx="180000" cy="180000"/>
              </a:xfrm>
              <a:custGeom>
                <a:avLst/>
                <a:gdLst>
                  <a:gd name="csX0" fmla="*/ 45601 w 90714"/>
                  <a:gd name="csY0" fmla="*/ 90855 h 90713"/>
                  <a:gd name="csX1" fmla="*/ 77674 w 90714"/>
                  <a:gd name="csY1" fmla="*/ 77571 h 90713"/>
                  <a:gd name="csX2" fmla="*/ 90959 w 90714"/>
                  <a:gd name="csY2" fmla="*/ 45499 h 90713"/>
                  <a:gd name="csX3" fmla="*/ 77674 w 90714"/>
                  <a:gd name="csY3" fmla="*/ 13427 h 90713"/>
                  <a:gd name="csX4" fmla="*/ 45601 w 90714"/>
                  <a:gd name="csY4" fmla="*/ 142 h 90713"/>
                  <a:gd name="csX5" fmla="*/ 13529 w 90714"/>
                  <a:gd name="csY5" fmla="*/ 13427 h 90713"/>
                  <a:gd name="csX6" fmla="*/ 244 w 90714"/>
                  <a:gd name="csY6" fmla="*/ 45499 h 90713"/>
                  <a:gd name="csX7" fmla="*/ 13529 w 90714"/>
                  <a:gd name="csY7" fmla="*/ 77571 h 90713"/>
                  <a:gd name="csX8" fmla="*/ 45601 w 90714"/>
                  <a:gd name="csY8" fmla="*/ 9085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1" y="90855"/>
                    </a:moveTo>
                    <a:cubicBezTo>
                      <a:pt x="57630" y="90855"/>
                      <a:pt x="69168" y="86076"/>
                      <a:pt x="77674" y="77571"/>
                    </a:cubicBezTo>
                    <a:cubicBezTo>
                      <a:pt x="86179" y="69065"/>
                      <a:pt x="90959" y="57527"/>
                      <a:pt x="90959" y="45499"/>
                    </a:cubicBezTo>
                    <a:cubicBezTo>
                      <a:pt x="90959" y="33470"/>
                      <a:pt x="86179" y="21932"/>
                      <a:pt x="77674" y="13427"/>
                    </a:cubicBezTo>
                    <a:cubicBezTo>
                      <a:pt x="69168" y="4921"/>
                      <a:pt x="57630" y="142"/>
                      <a:pt x="45601" y="142"/>
                    </a:cubicBezTo>
                    <a:cubicBezTo>
                      <a:pt x="33572" y="142"/>
                      <a:pt x="22034" y="4921"/>
                      <a:pt x="13529" y="13427"/>
                    </a:cubicBezTo>
                    <a:cubicBezTo>
                      <a:pt x="5023" y="21932"/>
                      <a:pt x="244" y="33470"/>
                      <a:pt x="244" y="45499"/>
                    </a:cubicBezTo>
                    <a:cubicBezTo>
                      <a:pt x="244" y="57527"/>
                      <a:pt x="5023" y="69065"/>
                      <a:pt x="13529" y="77571"/>
                    </a:cubicBezTo>
                    <a:cubicBezTo>
                      <a:pt x="22034" y="86076"/>
                      <a:pt x="33572" y="90855"/>
                      <a:pt x="45601" y="9085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6" name="任意多边形: 形状 2565"/>
              <p:cNvSpPr/>
              <p:nvPr/>
            </p:nvSpPr>
            <p:spPr>
              <a:xfrm>
                <a:off x="6444635" y="23648375"/>
                <a:ext cx="180000" cy="180000"/>
              </a:xfrm>
              <a:custGeom>
                <a:avLst/>
                <a:gdLst>
                  <a:gd name="csX0" fmla="*/ 45538 w 90714"/>
                  <a:gd name="csY0" fmla="*/ 90891 h 90713"/>
                  <a:gd name="csX1" fmla="*/ 77611 w 90714"/>
                  <a:gd name="csY1" fmla="*/ 77607 h 90713"/>
                  <a:gd name="csX2" fmla="*/ 90896 w 90714"/>
                  <a:gd name="csY2" fmla="*/ 45535 h 90713"/>
                  <a:gd name="csX3" fmla="*/ 77611 w 90714"/>
                  <a:gd name="csY3" fmla="*/ 13463 h 90713"/>
                  <a:gd name="csX4" fmla="*/ 45538 w 90714"/>
                  <a:gd name="csY4" fmla="*/ 178 h 90713"/>
                  <a:gd name="csX5" fmla="*/ 13466 w 90714"/>
                  <a:gd name="csY5" fmla="*/ 13463 h 90713"/>
                  <a:gd name="csX6" fmla="*/ 181 w 90714"/>
                  <a:gd name="csY6" fmla="*/ 45535 h 90713"/>
                  <a:gd name="csX7" fmla="*/ 13466 w 90714"/>
                  <a:gd name="csY7" fmla="*/ 77607 h 90713"/>
                  <a:gd name="csX8" fmla="*/ 45538 w 90714"/>
                  <a:gd name="csY8" fmla="*/ 9089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8" y="90891"/>
                    </a:moveTo>
                    <a:cubicBezTo>
                      <a:pt x="57567" y="90891"/>
                      <a:pt x="69105" y="86112"/>
                      <a:pt x="77611" y="77607"/>
                    </a:cubicBezTo>
                    <a:cubicBezTo>
                      <a:pt x="86117" y="69101"/>
                      <a:pt x="90896" y="57563"/>
                      <a:pt x="90896" y="45535"/>
                    </a:cubicBezTo>
                    <a:cubicBezTo>
                      <a:pt x="90896" y="33506"/>
                      <a:pt x="86117" y="21968"/>
                      <a:pt x="77611" y="13463"/>
                    </a:cubicBezTo>
                    <a:cubicBezTo>
                      <a:pt x="69105" y="4957"/>
                      <a:pt x="57567" y="178"/>
                      <a:pt x="45538" y="178"/>
                    </a:cubicBezTo>
                    <a:cubicBezTo>
                      <a:pt x="33510" y="178"/>
                      <a:pt x="21972" y="4957"/>
                      <a:pt x="13466" y="13463"/>
                    </a:cubicBezTo>
                    <a:cubicBezTo>
                      <a:pt x="4960" y="21968"/>
                      <a:pt x="181" y="33506"/>
                      <a:pt x="181" y="45535"/>
                    </a:cubicBezTo>
                    <a:cubicBezTo>
                      <a:pt x="181" y="57563"/>
                      <a:pt x="4960" y="69101"/>
                      <a:pt x="13466" y="77607"/>
                    </a:cubicBezTo>
                    <a:cubicBezTo>
                      <a:pt x="21972" y="86112"/>
                      <a:pt x="33510" y="90891"/>
                      <a:pt x="45538" y="9089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7" name="任意多边形: 形状 2566"/>
              <p:cNvSpPr/>
              <p:nvPr/>
            </p:nvSpPr>
            <p:spPr>
              <a:xfrm>
                <a:off x="7298270" y="21144926"/>
                <a:ext cx="180000" cy="180000"/>
              </a:xfrm>
              <a:custGeom>
                <a:avLst/>
                <a:gdLst>
                  <a:gd name="csX0" fmla="*/ 45565 w 90714"/>
                  <a:gd name="csY0" fmla="*/ 90813 h 90713"/>
                  <a:gd name="csX1" fmla="*/ 77637 w 90714"/>
                  <a:gd name="csY1" fmla="*/ 77529 h 90713"/>
                  <a:gd name="csX2" fmla="*/ 90922 w 90714"/>
                  <a:gd name="csY2" fmla="*/ 45457 h 90713"/>
                  <a:gd name="csX3" fmla="*/ 77637 w 90714"/>
                  <a:gd name="csY3" fmla="*/ 13385 h 90713"/>
                  <a:gd name="csX4" fmla="*/ 45565 w 90714"/>
                  <a:gd name="csY4" fmla="*/ 100 h 90713"/>
                  <a:gd name="csX5" fmla="*/ 13493 w 90714"/>
                  <a:gd name="csY5" fmla="*/ 13385 h 90713"/>
                  <a:gd name="csX6" fmla="*/ 208 w 90714"/>
                  <a:gd name="csY6" fmla="*/ 45457 h 90713"/>
                  <a:gd name="csX7" fmla="*/ 13493 w 90714"/>
                  <a:gd name="csY7" fmla="*/ 77529 h 90713"/>
                  <a:gd name="csX8" fmla="*/ 45565 w 90714"/>
                  <a:gd name="csY8" fmla="*/ 9081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5" y="90813"/>
                    </a:moveTo>
                    <a:cubicBezTo>
                      <a:pt x="57594" y="90813"/>
                      <a:pt x="69132" y="86034"/>
                      <a:pt x="77637" y="77529"/>
                    </a:cubicBezTo>
                    <a:cubicBezTo>
                      <a:pt x="86143" y="69023"/>
                      <a:pt x="90922" y="57485"/>
                      <a:pt x="90922" y="45457"/>
                    </a:cubicBezTo>
                    <a:cubicBezTo>
                      <a:pt x="90922" y="33428"/>
                      <a:pt x="86143" y="21890"/>
                      <a:pt x="77637" y="13385"/>
                    </a:cubicBezTo>
                    <a:cubicBezTo>
                      <a:pt x="69132" y="4879"/>
                      <a:pt x="57594" y="100"/>
                      <a:pt x="45565" y="100"/>
                    </a:cubicBezTo>
                    <a:cubicBezTo>
                      <a:pt x="33536" y="100"/>
                      <a:pt x="21998" y="4879"/>
                      <a:pt x="13493" y="13385"/>
                    </a:cubicBezTo>
                    <a:cubicBezTo>
                      <a:pt x="4987" y="21890"/>
                      <a:pt x="208" y="33428"/>
                      <a:pt x="208" y="45457"/>
                    </a:cubicBezTo>
                    <a:cubicBezTo>
                      <a:pt x="208" y="57485"/>
                      <a:pt x="4987" y="69023"/>
                      <a:pt x="13493" y="77529"/>
                    </a:cubicBezTo>
                    <a:cubicBezTo>
                      <a:pt x="21998" y="86034"/>
                      <a:pt x="33536" y="90813"/>
                      <a:pt x="45565" y="9081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8" name="任意多边形: 形状 2567"/>
              <p:cNvSpPr/>
              <p:nvPr/>
            </p:nvSpPr>
            <p:spPr>
              <a:xfrm>
                <a:off x="6483105" y="24571743"/>
                <a:ext cx="180000" cy="180000"/>
              </a:xfrm>
              <a:custGeom>
                <a:avLst/>
                <a:gdLst>
                  <a:gd name="csX0" fmla="*/ 45540 w 90714"/>
                  <a:gd name="csY0" fmla="*/ 90920 h 90713"/>
                  <a:gd name="csX1" fmla="*/ 77612 w 90714"/>
                  <a:gd name="csY1" fmla="*/ 77636 h 90713"/>
                  <a:gd name="csX2" fmla="*/ 90897 w 90714"/>
                  <a:gd name="csY2" fmla="*/ 45564 h 90713"/>
                  <a:gd name="csX3" fmla="*/ 77612 w 90714"/>
                  <a:gd name="csY3" fmla="*/ 13492 h 90713"/>
                  <a:gd name="csX4" fmla="*/ 45540 w 90714"/>
                  <a:gd name="csY4" fmla="*/ 207 h 90713"/>
                  <a:gd name="csX5" fmla="*/ 13467 w 90714"/>
                  <a:gd name="csY5" fmla="*/ 13492 h 90713"/>
                  <a:gd name="csX6" fmla="*/ 182 w 90714"/>
                  <a:gd name="csY6" fmla="*/ 45564 h 90713"/>
                  <a:gd name="csX7" fmla="*/ 13467 w 90714"/>
                  <a:gd name="csY7" fmla="*/ 77636 h 90713"/>
                  <a:gd name="csX8" fmla="*/ 45540 w 90714"/>
                  <a:gd name="csY8" fmla="*/ 909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0" y="90920"/>
                    </a:moveTo>
                    <a:cubicBezTo>
                      <a:pt x="57569" y="90920"/>
                      <a:pt x="69106" y="86141"/>
                      <a:pt x="77612" y="77636"/>
                    </a:cubicBezTo>
                    <a:cubicBezTo>
                      <a:pt x="86118" y="69130"/>
                      <a:pt x="90897" y="57592"/>
                      <a:pt x="90897" y="45564"/>
                    </a:cubicBezTo>
                    <a:cubicBezTo>
                      <a:pt x="90897" y="33535"/>
                      <a:pt x="86118" y="21997"/>
                      <a:pt x="77612" y="13492"/>
                    </a:cubicBezTo>
                    <a:cubicBezTo>
                      <a:pt x="69106" y="4986"/>
                      <a:pt x="57569" y="207"/>
                      <a:pt x="45540" y="207"/>
                    </a:cubicBezTo>
                    <a:cubicBezTo>
                      <a:pt x="33511" y="207"/>
                      <a:pt x="21973" y="4986"/>
                      <a:pt x="13467" y="13492"/>
                    </a:cubicBezTo>
                    <a:cubicBezTo>
                      <a:pt x="4961" y="21997"/>
                      <a:pt x="182" y="33535"/>
                      <a:pt x="182" y="45564"/>
                    </a:cubicBezTo>
                    <a:cubicBezTo>
                      <a:pt x="182" y="57592"/>
                      <a:pt x="4961" y="69130"/>
                      <a:pt x="13467" y="77636"/>
                    </a:cubicBezTo>
                    <a:cubicBezTo>
                      <a:pt x="21973" y="86141"/>
                      <a:pt x="33511" y="90920"/>
                      <a:pt x="45540" y="909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69" name="任意多边形: 形状 2568"/>
              <p:cNvSpPr/>
              <p:nvPr/>
            </p:nvSpPr>
            <p:spPr>
              <a:xfrm>
                <a:off x="8232604" y="22525444"/>
                <a:ext cx="180000" cy="180000"/>
              </a:xfrm>
              <a:custGeom>
                <a:avLst/>
                <a:gdLst>
                  <a:gd name="csX0" fmla="*/ 45594 w 90714"/>
                  <a:gd name="csY0" fmla="*/ 90856 h 90713"/>
                  <a:gd name="csX1" fmla="*/ 77667 w 90714"/>
                  <a:gd name="csY1" fmla="*/ 77572 h 90713"/>
                  <a:gd name="csX2" fmla="*/ 90951 w 90714"/>
                  <a:gd name="csY2" fmla="*/ 45500 h 90713"/>
                  <a:gd name="csX3" fmla="*/ 77667 w 90714"/>
                  <a:gd name="csY3" fmla="*/ 13428 h 90713"/>
                  <a:gd name="csX4" fmla="*/ 45594 w 90714"/>
                  <a:gd name="csY4" fmla="*/ 143 h 90713"/>
                  <a:gd name="csX5" fmla="*/ 13522 w 90714"/>
                  <a:gd name="csY5" fmla="*/ 13428 h 90713"/>
                  <a:gd name="csX6" fmla="*/ 237 w 90714"/>
                  <a:gd name="csY6" fmla="*/ 45500 h 90713"/>
                  <a:gd name="csX7" fmla="*/ 13522 w 90714"/>
                  <a:gd name="csY7" fmla="*/ 77572 h 90713"/>
                  <a:gd name="csX8" fmla="*/ 45594 w 90714"/>
                  <a:gd name="csY8" fmla="*/ 9085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4" y="90856"/>
                    </a:moveTo>
                    <a:cubicBezTo>
                      <a:pt x="57623" y="90856"/>
                      <a:pt x="69161" y="86077"/>
                      <a:pt x="77667" y="77572"/>
                    </a:cubicBezTo>
                    <a:cubicBezTo>
                      <a:pt x="86172" y="69066"/>
                      <a:pt x="90951" y="57528"/>
                      <a:pt x="90951" y="45500"/>
                    </a:cubicBezTo>
                    <a:cubicBezTo>
                      <a:pt x="90951" y="33471"/>
                      <a:pt x="86172" y="21933"/>
                      <a:pt x="77667" y="13428"/>
                    </a:cubicBezTo>
                    <a:cubicBezTo>
                      <a:pt x="69161" y="4922"/>
                      <a:pt x="57623" y="143"/>
                      <a:pt x="45594" y="143"/>
                    </a:cubicBezTo>
                    <a:cubicBezTo>
                      <a:pt x="33565" y="143"/>
                      <a:pt x="22027" y="4922"/>
                      <a:pt x="13522" y="13428"/>
                    </a:cubicBezTo>
                    <a:cubicBezTo>
                      <a:pt x="5016" y="21933"/>
                      <a:pt x="237" y="33471"/>
                      <a:pt x="237" y="45500"/>
                    </a:cubicBezTo>
                    <a:cubicBezTo>
                      <a:pt x="237" y="57528"/>
                      <a:pt x="5016" y="69066"/>
                      <a:pt x="13522" y="77572"/>
                    </a:cubicBezTo>
                    <a:cubicBezTo>
                      <a:pt x="22027" y="86077"/>
                      <a:pt x="33565" y="90856"/>
                      <a:pt x="45594" y="9085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0" name="任意多边形: 形状 2569"/>
              <p:cNvSpPr/>
              <p:nvPr/>
            </p:nvSpPr>
            <p:spPr>
              <a:xfrm>
                <a:off x="7087121" y="25568609"/>
                <a:ext cx="180000" cy="180000"/>
              </a:xfrm>
              <a:custGeom>
                <a:avLst/>
                <a:gdLst>
                  <a:gd name="csX0" fmla="*/ 45558 w 90714"/>
                  <a:gd name="csY0" fmla="*/ 90951 h 90713"/>
                  <a:gd name="csX1" fmla="*/ 77631 w 90714"/>
                  <a:gd name="csY1" fmla="*/ 77667 h 90713"/>
                  <a:gd name="csX2" fmla="*/ 90916 w 90714"/>
                  <a:gd name="csY2" fmla="*/ 45595 h 90713"/>
                  <a:gd name="csX3" fmla="*/ 77631 w 90714"/>
                  <a:gd name="csY3" fmla="*/ 13523 h 90713"/>
                  <a:gd name="csX4" fmla="*/ 45558 w 90714"/>
                  <a:gd name="csY4" fmla="*/ 238 h 90713"/>
                  <a:gd name="csX5" fmla="*/ 13486 w 90714"/>
                  <a:gd name="csY5" fmla="*/ 13523 h 90713"/>
                  <a:gd name="csX6" fmla="*/ 201 w 90714"/>
                  <a:gd name="csY6" fmla="*/ 45595 h 90713"/>
                  <a:gd name="csX7" fmla="*/ 13486 w 90714"/>
                  <a:gd name="csY7" fmla="*/ 77667 h 90713"/>
                  <a:gd name="csX8" fmla="*/ 45558 w 90714"/>
                  <a:gd name="csY8" fmla="*/ 9095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8" y="90951"/>
                    </a:moveTo>
                    <a:cubicBezTo>
                      <a:pt x="57587" y="90951"/>
                      <a:pt x="69125" y="86172"/>
                      <a:pt x="77631" y="77667"/>
                    </a:cubicBezTo>
                    <a:cubicBezTo>
                      <a:pt x="86137" y="69161"/>
                      <a:pt x="90916" y="57623"/>
                      <a:pt x="90916" y="45595"/>
                    </a:cubicBezTo>
                    <a:cubicBezTo>
                      <a:pt x="90916" y="33566"/>
                      <a:pt x="86137" y="22028"/>
                      <a:pt x="77631" y="13523"/>
                    </a:cubicBezTo>
                    <a:cubicBezTo>
                      <a:pt x="69125" y="5017"/>
                      <a:pt x="57587" y="238"/>
                      <a:pt x="45558" y="238"/>
                    </a:cubicBezTo>
                    <a:cubicBezTo>
                      <a:pt x="33530" y="238"/>
                      <a:pt x="21992" y="5017"/>
                      <a:pt x="13486" y="13523"/>
                    </a:cubicBezTo>
                    <a:cubicBezTo>
                      <a:pt x="4980" y="22028"/>
                      <a:pt x="201" y="33566"/>
                      <a:pt x="201" y="45595"/>
                    </a:cubicBezTo>
                    <a:cubicBezTo>
                      <a:pt x="201" y="57623"/>
                      <a:pt x="4980" y="69161"/>
                      <a:pt x="13486" y="77667"/>
                    </a:cubicBezTo>
                    <a:cubicBezTo>
                      <a:pt x="21992" y="86172"/>
                      <a:pt x="33530" y="90951"/>
                      <a:pt x="45558" y="9095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1" name="任意多边形: 形状 2570"/>
              <p:cNvSpPr/>
              <p:nvPr/>
            </p:nvSpPr>
            <p:spPr>
              <a:xfrm>
                <a:off x="5430133" y="22677861"/>
                <a:ext cx="180000" cy="180000"/>
              </a:xfrm>
              <a:custGeom>
                <a:avLst/>
                <a:gdLst>
                  <a:gd name="csX0" fmla="*/ 45507 w 90714"/>
                  <a:gd name="csY0" fmla="*/ 90861 h 90713"/>
                  <a:gd name="csX1" fmla="*/ 77579 w 90714"/>
                  <a:gd name="csY1" fmla="*/ 77577 h 90713"/>
                  <a:gd name="csX2" fmla="*/ 90864 w 90714"/>
                  <a:gd name="csY2" fmla="*/ 45504 h 90713"/>
                  <a:gd name="csX3" fmla="*/ 77579 w 90714"/>
                  <a:gd name="csY3" fmla="*/ 13432 h 90713"/>
                  <a:gd name="csX4" fmla="*/ 45507 w 90714"/>
                  <a:gd name="csY4" fmla="*/ 148 h 90713"/>
                  <a:gd name="csX5" fmla="*/ 13434 w 90714"/>
                  <a:gd name="csY5" fmla="*/ 13432 h 90713"/>
                  <a:gd name="csX6" fmla="*/ 150 w 90714"/>
                  <a:gd name="csY6" fmla="*/ 45504 h 90713"/>
                  <a:gd name="csX7" fmla="*/ 13434 w 90714"/>
                  <a:gd name="csY7" fmla="*/ 77577 h 90713"/>
                  <a:gd name="csX8" fmla="*/ 45507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7" y="90861"/>
                    </a:moveTo>
                    <a:cubicBezTo>
                      <a:pt x="57536" y="90861"/>
                      <a:pt x="69074" y="86082"/>
                      <a:pt x="77579" y="77577"/>
                    </a:cubicBezTo>
                    <a:cubicBezTo>
                      <a:pt x="86085" y="69071"/>
                      <a:pt x="90864" y="57533"/>
                      <a:pt x="90864" y="45504"/>
                    </a:cubicBezTo>
                    <a:cubicBezTo>
                      <a:pt x="90864" y="33476"/>
                      <a:pt x="86085" y="21938"/>
                      <a:pt x="77579" y="13432"/>
                    </a:cubicBezTo>
                    <a:cubicBezTo>
                      <a:pt x="69074" y="4927"/>
                      <a:pt x="57536" y="148"/>
                      <a:pt x="45507" y="148"/>
                    </a:cubicBezTo>
                    <a:cubicBezTo>
                      <a:pt x="33478" y="148"/>
                      <a:pt x="21940" y="4927"/>
                      <a:pt x="13434" y="13432"/>
                    </a:cubicBezTo>
                    <a:cubicBezTo>
                      <a:pt x="4929" y="21938"/>
                      <a:pt x="150" y="33476"/>
                      <a:pt x="150" y="45504"/>
                    </a:cubicBezTo>
                    <a:cubicBezTo>
                      <a:pt x="150" y="57533"/>
                      <a:pt x="4929" y="69071"/>
                      <a:pt x="13434" y="77577"/>
                    </a:cubicBezTo>
                    <a:cubicBezTo>
                      <a:pt x="21940" y="86082"/>
                      <a:pt x="33478" y="90861"/>
                      <a:pt x="45507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2" name="任意多边形: 形状 2571"/>
              <p:cNvSpPr/>
              <p:nvPr/>
            </p:nvSpPr>
            <p:spPr>
              <a:xfrm>
                <a:off x="7805201" y="21557870"/>
                <a:ext cx="180000" cy="180000"/>
              </a:xfrm>
              <a:custGeom>
                <a:avLst/>
                <a:gdLst>
                  <a:gd name="csX0" fmla="*/ 45581 w 90714"/>
                  <a:gd name="csY0" fmla="*/ 90826 h 90713"/>
                  <a:gd name="csX1" fmla="*/ 77653 w 90714"/>
                  <a:gd name="csY1" fmla="*/ 77542 h 90713"/>
                  <a:gd name="csX2" fmla="*/ 90938 w 90714"/>
                  <a:gd name="csY2" fmla="*/ 45470 h 90713"/>
                  <a:gd name="csX3" fmla="*/ 77653 w 90714"/>
                  <a:gd name="csY3" fmla="*/ 13398 h 90713"/>
                  <a:gd name="csX4" fmla="*/ 45581 w 90714"/>
                  <a:gd name="csY4" fmla="*/ 113 h 90713"/>
                  <a:gd name="csX5" fmla="*/ 13508 w 90714"/>
                  <a:gd name="csY5" fmla="*/ 13398 h 90713"/>
                  <a:gd name="csX6" fmla="*/ 224 w 90714"/>
                  <a:gd name="csY6" fmla="*/ 45470 h 90713"/>
                  <a:gd name="csX7" fmla="*/ 13508 w 90714"/>
                  <a:gd name="csY7" fmla="*/ 77542 h 90713"/>
                  <a:gd name="csX8" fmla="*/ 45581 w 90714"/>
                  <a:gd name="csY8" fmla="*/ 908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1" y="90826"/>
                    </a:moveTo>
                    <a:cubicBezTo>
                      <a:pt x="57610" y="90826"/>
                      <a:pt x="69148" y="86047"/>
                      <a:pt x="77653" y="77542"/>
                    </a:cubicBezTo>
                    <a:cubicBezTo>
                      <a:pt x="86159" y="69036"/>
                      <a:pt x="90938" y="57498"/>
                      <a:pt x="90938" y="45470"/>
                    </a:cubicBezTo>
                    <a:cubicBezTo>
                      <a:pt x="90938" y="33441"/>
                      <a:pt x="86159" y="21903"/>
                      <a:pt x="77653" y="13398"/>
                    </a:cubicBezTo>
                    <a:cubicBezTo>
                      <a:pt x="69148" y="4892"/>
                      <a:pt x="57610" y="113"/>
                      <a:pt x="45581" y="113"/>
                    </a:cubicBezTo>
                    <a:cubicBezTo>
                      <a:pt x="33552" y="113"/>
                      <a:pt x="22014" y="4892"/>
                      <a:pt x="13508" y="13398"/>
                    </a:cubicBezTo>
                    <a:cubicBezTo>
                      <a:pt x="5003" y="21903"/>
                      <a:pt x="224" y="33441"/>
                      <a:pt x="224" y="45470"/>
                    </a:cubicBezTo>
                    <a:cubicBezTo>
                      <a:pt x="224" y="57498"/>
                      <a:pt x="5003" y="69036"/>
                      <a:pt x="13508" y="77542"/>
                    </a:cubicBezTo>
                    <a:cubicBezTo>
                      <a:pt x="22014" y="86047"/>
                      <a:pt x="33552" y="90826"/>
                      <a:pt x="45581" y="908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3" name="任意多边形: 形状 2572"/>
              <p:cNvSpPr/>
              <p:nvPr/>
            </p:nvSpPr>
            <p:spPr>
              <a:xfrm>
                <a:off x="8912714" y="22098855"/>
                <a:ext cx="180000" cy="180000"/>
              </a:xfrm>
              <a:custGeom>
                <a:avLst/>
                <a:gdLst>
                  <a:gd name="csX0" fmla="*/ 45615 w 90714"/>
                  <a:gd name="csY0" fmla="*/ 90843 h 90713"/>
                  <a:gd name="csX1" fmla="*/ 77688 w 90714"/>
                  <a:gd name="csY1" fmla="*/ 77558 h 90713"/>
                  <a:gd name="csX2" fmla="*/ 90973 w 90714"/>
                  <a:gd name="csY2" fmla="*/ 45486 h 90713"/>
                  <a:gd name="csX3" fmla="*/ 77688 w 90714"/>
                  <a:gd name="csY3" fmla="*/ 13414 h 90713"/>
                  <a:gd name="csX4" fmla="*/ 45615 w 90714"/>
                  <a:gd name="csY4" fmla="*/ 130 h 90713"/>
                  <a:gd name="csX5" fmla="*/ 13543 w 90714"/>
                  <a:gd name="csY5" fmla="*/ 13414 h 90713"/>
                  <a:gd name="csX6" fmla="*/ 258 w 90714"/>
                  <a:gd name="csY6" fmla="*/ 45486 h 90713"/>
                  <a:gd name="csX7" fmla="*/ 13543 w 90714"/>
                  <a:gd name="csY7" fmla="*/ 77558 h 90713"/>
                  <a:gd name="csX8" fmla="*/ 45615 w 90714"/>
                  <a:gd name="csY8" fmla="*/ 9084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5" y="90843"/>
                    </a:moveTo>
                    <a:cubicBezTo>
                      <a:pt x="57644" y="90843"/>
                      <a:pt x="69182" y="86064"/>
                      <a:pt x="77688" y="77558"/>
                    </a:cubicBezTo>
                    <a:cubicBezTo>
                      <a:pt x="86194" y="69053"/>
                      <a:pt x="90973" y="57515"/>
                      <a:pt x="90973" y="45486"/>
                    </a:cubicBezTo>
                    <a:cubicBezTo>
                      <a:pt x="90973" y="33458"/>
                      <a:pt x="86194" y="21920"/>
                      <a:pt x="77688" y="13414"/>
                    </a:cubicBezTo>
                    <a:cubicBezTo>
                      <a:pt x="69182" y="4909"/>
                      <a:pt x="57644" y="130"/>
                      <a:pt x="45615" y="130"/>
                    </a:cubicBezTo>
                    <a:cubicBezTo>
                      <a:pt x="33586" y="130"/>
                      <a:pt x="22049" y="4909"/>
                      <a:pt x="13543" y="13414"/>
                    </a:cubicBezTo>
                    <a:cubicBezTo>
                      <a:pt x="5037" y="21920"/>
                      <a:pt x="258" y="33458"/>
                      <a:pt x="258" y="45486"/>
                    </a:cubicBezTo>
                    <a:cubicBezTo>
                      <a:pt x="258" y="57515"/>
                      <a:pt x="5037" y="69053"/>
                      <a:pt x="13543" y="77558"/>
                    </a:cubicBezTo>
                    <a:cubicBezTo>
                      <a:pt x="22049" y="86064"/>
                      <a:pt x="33586" y="90843"/>
                      <a:pt x="45615" y="9084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4" name="任意多边形: 形状 2573"/>
              <p:cNvSpPr/>
              <p:nvPr/>
            </p:nvSpPr>
            <p:spPr>
              <a:xfrm>
                <a:off x="5815711" y="22547231"/>
                <a:ext cx="180000" cy="180000"/>
              </a:xfrm>
              <a:custGeom>
                <a:avLst/>
                <a:gdLst>
                  <a:gd name="csX0" fmla="*/ 45519 w 90714"/>
                  <a:gd name="csY0" fmla="*/ 90857 h 90713"/>
                  <a:gd name="csX1" fmla="*/ 77591 w 90714"/>
                  <a:gd name="csY1" fmla="*/ 77572 h 90713"/>
                  <a:gd name="csX2" fmla="*/ 90876 w 90714"/>
                  <a:gd name="csY2" fmla="*/ 45500 h 90713"/>
                  <a:gd name="csX3" fmla="*/ 77591 w 90714"/>
                  <a:gd name="csY3" fmla="*/ 13428 h 90713"/>
                  <a:gd name="csX4" fmla="*/ 45519 w 90714"/>
                  <a:gd name="csY4" fmla="*/ 144 h 90713"/>
                  <a:gd name="csX5" fmla="*/ 13446 w 90714"/>
                  <a:gd name="csY5" fmla="*/ 13428 h 90713"/>
                  <a:gd name="csX6" fmla="*/ 162 w 90714"/>
                  <a:gd name="csY6" fmla="*/ 45500 h 90713"/>
                  <a:gd name="csX7" fmla="*/ 13446 w 90714"/>
                  <a:gd name="csY7" fmla="*/ 77572 h 90713"/>
                  <a:gd name="csX8" fmla="*/ 45519 w 90714"/>
                  <a:gd name="csY8" fmla="*/ 9085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9" y="90857"/>
                    </a:moveTo>
                    <a:cubicBezTo>
                      <a:pt x="57548" y="90857"/>
                      <a:pt x="69086" y="86078"/>
                      <a:pt x="77591" y="77572"/>
                    </a:cubicBezTo>
                    <a:cubicBezTo>
                      <a:pt x="86097" y="69067"/>
                      <a:pt x="90876" y="57529"/>
                      <a:pt x="90876" y="45500"/>
                    </a:cubicBezTo>
                    <a:cubicBezTo>
                      <a:pt x="90876" y="33472"/>
                      <a:pt x="86097" y="21934"/>
                      <a:pt x="77591" y="13428"/>
                    </a:cubicBezTo>
                    <a:cubicBezTo>
                      <a:pt x="69086" y="4923"/>
                      <a:pt x="57548" y="144"/>
                      <a:pt x="45519" y="144"/>
                    </a:cubicBezTo>
                    <a:cubicBezTo>
                      <a:pt x="33490" y="144"/>
                      <a:pt x="21952" y="4923"/>
                      <a:pt x="13446" y="13428"/>
                    </a:cubicBezTo>
                    <a:cubicBezTo>
                      <a:pt x="4941" y="21934"/>
                      <a:pt x="162" y="33472"/>
                      <a:pt x="162" y="45500"/>
                    </a:cubicBezTo>
                    <a:cubicBezTo>
                      <a:pt x="162" y="57529"/>
                      <a:pt x="4941" y="69067"/>
                      <a:pt x="13446" y="77572"/>
                    </a:cubicBezTo>
                    <a:cubicBezTo>
                      <a:pt x="21952" y="86078"/>
                      <a:pt x="33490" y="90857"/>
                      <a:pt x="45519" y="9085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5" name="任意多边形: 形状 2574"/>
              <p:cNvSpPr/>
              <p:nvPr/>
            </p:nvSpPr>
            <p:spPr>
              <a:xfrm>
                <a:off x="5133981" y="22640340"/>
                <a:ext cx="180000" cy="180000"/>
              </a:xfrm>
              <a:custGeom>
                <a:avLst/>
                <a:gdLst>
                  <a:gd name="csX0" fmla="*/ 45498 w 90714"/>
                  <a:gd name="csY0" fmla="*/ 90860 h 90713"/>
                  <a:gd name="csX1" fmla="*/ 77570 w 90714"/>
                  <a:gd name="csY1" fmla="*/ 77575 h 90713"/>
                  <a:gd name="csX2" fmla="*/ 90855 w 90714"/>
                  <a:gd name="csY2" fmla="*/ 45503 h 90713"/>
                  <a:gd name="csX3" fmla="*/ 77570 w 90714"/>
                  <a:gd name="csY3" fmla="*/ 13431 h 90713"/>
                  <a:gd name="csX4" fmla="*/ 45498 w 90714"/>
                  <a:gd name="csY4" fmla="*/ 147 h 90713"/>
                  <a:gd name="csX5" fmla="*/ 13425 w 90714"/>
                  <a:gd name="csY5" fmla="*/ 13431 h 90713"/>
                  <a:gd name="csX6" fmla="*/ 140 w 90714"/>
                  <a:gd name="csY6" fmla="*/ 45503 h 90713"/>
                  <a:gd name="csX7" fmla="*/ 13425 w 90714"/>
                  <a:gd name="csY7" fmla="*/ 77575 h 90713"/>
                  <a:gd name="csX8" fmla="*/ 45498 w 90714"/>
                  <a:gd name="csY8" fmla="*/ 9086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8" y="90860"/>
                    </a:moveTo>
                    <a:cubicBezTo>
                      <a:pt x="57526" y="90860"/>
                      <a:pt x="69064" y="86081"/>
                      <a:pt x="77570" y="77575"/>
                    </a:cubicBezTo>
                    <a:cubicBezTo>
                      <a:pt x="86076" y="69070"/>
                      <a:pt x="90855" y="57532"/>
                      <a:pt x="90855" y="45503"/>
                    </a:cubicBezTo>
                    <a:cubicBezTo>
                      <a:pt x="90855" y="33475"/>
                      <a:pt x="86076" y="21937"/>
                      <a:pt x="77570" y="13431"/>
                    </a:cubicBezTo>
                    <a:cubicBezTo>
                      <a:pt x="69064" y="4926"/>
                      <a:pt x="57526" y="147"/>
                      <a:pt x="45498" y="147"/>
                    </a:cubicBezTo>
                    <a:cubicBezTo>
                      <a:pt x="33469" y="147"/>
                      <a:pt x="21931" y="4926"/>
                      <a:pt x="13425" y="13431"/>
                    </a:cubicBezTo>
                    <a:cubicBezTo>
                      <a:pt x="4919" y="21937"/>
                      <a:pt x="140" y="33475"/>
                      <a:pt x="140" y="45503"/>
                    </a:cubicBezTo>
                    <a:cubicBezTo>
                      <a:pt x="140" y="57532"/>
                      <a:pt x="4919" y="69070"/>
                      <a:pt x="13425" y="77575"/>
                    </a:cubicBezTo>
                    <a:cubicBezTo>
                      <a:pt x="21931" y="86081"/>
                      <a:pt x="33469" y="90860"/>
                      <a:pt x="45498" y="9086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6" name="任意多边形: 形状 2575"/>
              <p:cNvSpPr/>
              <p:nvPr/>
            </p:nvSpPr>
            <p:spPr>
              <a:xfrm>
                <a:off x="7249502" y="24159584"/>
                <a:ext cx="180000" cy="180000"/>
              </a:xfrm>
              <a:custGeom>
                <a:avLst/>
                <a:gdLst>
                  <a:gd name="csX0" fmla="*/ 45564 w 90714"/>
                  <a:gd name="csY0" fmla="*/ 90907 h 90713"/>
                  <a:gd name="csX1" fmla="*/ 77636 w 90714"/>
                  <a:gd name="csY1" fmla="*/ 77623 h 90713"/>
                  <a:gd name="csX2" fmla="*/ 90921 w 90714"/>
                  <a:gd name="csY2" fmla="*/ 45551 h 90713"/>
                  <a:gd name="csX3" fmla="*/ 77636 w 90714"/>
                  <a:gd name="csY3" fmla="*/ 13479 h 90713"/>
                  <a:gd name="csX4" fmla="*/ 45564 w 90714"/>
                  <a:gd name="csY4" fmla="*/ 194 h 90713"/>
                  <a:gd name="csX5" fmla="*/ 13491 w 90714"/>
                  <a:gd name="csY5" fmla="*/ 13479 h 90713"/>
                  <a:gd name="csX6" fmla="*/ 206 w 90714"/>
                  <a:gd name="csY6" fmla="*/ 45551 h 90713"/>
                  <a:gd name="csX7" fmla="*/ 13491 w 90714"/>
                  <a:gd name="csY7" fmla="*/ 77623 h 90713"/>
                  <a:gd name="csX8" fmla="*/ 45564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4" y="90907"/>
                    </a:moveTo>
                    <a:cubicBezTo>
                      <a:pt x="57592" y="90907"/>
                      <a:pt x="69130" y="86128"/>
                      <a:pt x="77636" y="77623"/>
                    </a:cubicBezTo>
                    <a:cubicBezTo>
                      <a:pt x="86142" y="69117"/>
                      <a:pt x="90921" y="57579"/>
                      <a:pt x="90921" y="45551"/>
                    </a:cubicBezTo>
                    <a:cubicBezTo>
                      <a:pt x="90921" y="33522"/>
                      <a:pt x="86142" y="21984"/>
                      <a:pt x="77636" y="13479"/>
                    </a:cubicBezTo>
                    <a:cubicBezTo>
                      <a:pt x="69130" y="4973"/>
                      <a:pt x="57592" y="194"/>
                      <a:pt x="45564" y="194"/>
                    </a:cubicBezTo>
                    <a:cubicBezTo>
                      <a:pt x="33535" y="194"/>
                      <a:pt x="21997" y="4973"/>
                      <a:pt x="13491" y="13479"/>
                    </a:cubicBezTo>
                    <a:cubicBezTo>
                      <a:pt x="4985" y="21984"/>
                      <a:pt x="206" y="33522"/>
                      <a:pt x="206" y="45551"/>
                    </a:cubicBezTo>
                    <a:cubicBezTo>
                      <a:pt x="206" y="57579"/>
                      <a:pt x="4985" y="69117"/>
                      <a:pt x="13491" y="77623"/>
                    </a:cubicBezTo>
                    <a:cubicBezTo>
                      <a:pt x="21997" y="86128"/>
                      <a:pt x="33535" y="90907"/>
                      <a:pt x="45564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7" name="任意多边形: 形状 2576"/>
              <p:cNvSpPr/>
              <p:nvPr/>
            </p:nvSpPr>
            <p:spPr>
              <a:xfrm>
                <a:off x="8637792" y="22390666"/>
                <a:ext cx="180000" cy="180000"/>
              </a:xfrm>
              <a:custGeom>
                <a:avLst/>
                <a:gdLst>
                  <a:gd name="csX0" fmla="*/ 45607 w 90714"/>
                  <a:gd name="csY0" fmla="*/ 90852 h 90713"/>
                  <a:gd name="csX1" fmla="*/ 77679 w 90714"/>
                  <a:gd name="csY1" fmla="*/ 77568 h 90713"/>
                  <a:gd name="csX2" fmla="*/ 90964 w 90714"/>
                  <a:gd name="csY2" fmla="*/ 45496 h 90713"/>
                  <a:gd name="csX3" fmla="*/ 77679 w 90714"/>
                  <a:gd name="csY3" fmla="*/ 13423 h 90713"/>
                  <a:gd name="csX4" fmla="*/ 45607 w 90714"/>
                  <a:gd name="csY4" fmla="*/ 139 h 90713"/>
                  <a:gd name="csX5" fmla="*/ 13534 w 90714"/>
                  <a:gd name="csY5" fmla="*/ 13423 h 90713"/>
                  <a:gd name="csX6" fmla="*/ 250 w 90714"/>
                  <a:gd name="csY6" fmla="*/ 45496 h 90713"/>
                  <a:gd name="csX7" fmla="*/ 13534 w 90714"/>
                  <a:gd name="csY7" fmla="*/ 77568 h 90713"/>
                  <a:gd name="csX8" fmla="*/ 45607 w 90714"/>
                  <a:gd name="csY8" fmla="*/ 9085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7" y="90852"/>
                    </a:moveTo>
                    <a:cubicBezTo>
                      <a:pt x="57636" y="90852"/>
                      <a:pt x="69174" y="86073"/>
                      <a:pt x="77679" y="77568"/>
                    </a:cubicBezTo>
                    <a:cubicBezTo>
                      <a:pt x="86185" y="69062"/>
                      <a:pt x="90964" y="57524"/>
                      <a:pt x="90964" y="45496"/>
                    </a:cubicBezTo>
                    <a:cubicBezTo>
                      <a:pt x="90964" y="33467"/>
                      <a:pt x="86185" y="21929"/>
                      <a:pt x="77679" y="13423"/>
                    </a:cubicBezTo>
                    <a:cubicBezTo>
                      <a:pt x="69174" y="4918"/>
                      <a:pt x="57636" y="139"/>
                      <a:pt x="45607" y="139"/>
                    </a:cubicBezTo>
                    <a:cubicBezTo>
                      <a:pt x="33578" y="139"/>
                      <a:pt x="22040" y="4918"/>
                      <a:pt x="13534" y="13423"/>
                    </a:cubicBezTo>
                    <a:cubicBezTo>
                      <a:pt x="5029" y="21929"/>
                      <a:pt x="250" y="33467"/>
                      <a:pt x="250" y="45496"/>
                    </a:cubicBezTo>
                    <a:cubicBezTo>
                      <a:pt x="250" y="57524"/>
                      <a:pt x="5029" y="69062"/>
                      <a:pt x="13534" y="77568"/>
                    </a:cubicBezTo>
                    <a:cubicBezTo>
                      <a:pt x="22040" y="86073"/>
                      <a:pt x="33578" y="90852"/>
                      <a:pt x="45607" y="9085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8" name="任意多边形: 形状 2577"/>
              <p:cNvSpPr/>
              <p:nvPr/>
            </p:nvSpPr>
            <p:spPr>
              <a:xfrm>
                <a:off x="8743252" y="21749056"/>
                <a:ext cx="180000" cy="180000"/>
              </a:xfrm>
              <a:custGeom>
                <a:avLst/>
                <a:gdLst>
                  <a:gd name="csX0" fmla="*/ 45610 w 90714"/>
                  <a:gd name="csY0" fmla="*/ 90832 h 90713"/>
                  <a:gd name="csX1" fmla="*/ 77683 w 90714"/>
                  <a:gd name="csY1" fmla="*/ 77548 h 90713"/>
                  <a:gd name="csX2" fmla="*/ 90967 w 90714"/>
                  <a:gd name="csY2" fmla="*/ 45476 h 90713"/>
                  <a:gd name="csX3" fmla="*/ 77683 w 90714"/>
                  <a:gd name="csY3" fmla="*/ 13403 h 90713"/>
                  <a:gd name="csX4" fmla="*/ 45610 w 90714"/>
                  <a:gd name="csY4" fmla="*/ 119 h 90713"/>
                  <a:gd name="csX5" fmla="*/ 13538 w 90714"/>
                  <a:gd name="csY5" fmla="*/ 13403 h 90713"/>
                  <a:gd name="csX6" fmla="*/ 253 w 90714"/>
                  <a:gd name="csY6" fmla="*/ 45476 h 90713"/>
                  <a:gd name="csX7" fmla="*/ 13538 w 90714"/>
                  <a:gd name="csY7" fmla="*/ 77548 h 90713"/>
                  <a:gd name="csX8" fmla="*/ 45610 w 90714"/>
                  <a:gd name="csY8" fmla="*/ 9083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0" y="90832"/>
                    </a:moveTo>
                    <a:cubicBezTo>
                      <a:pt x="57639" y="90832"/>
                      <a:pt x="69177" y="86053"/>
                      <a:pt x="77683" y="77548"/>
                    </a:cubicBezTo>
                    <a:cubicBezTo>
                      <a:pt x="86188" y="69042"/>
                      <a:pt x="90967" y="57504"/>
                      <a:pt x="90967" y="45476"/>
                    </a:cubicBezTo>
                    <a:cubicBezTo>
                      <a:pt x="90967" y="33447"/>
                      <a:pt x="86188" y="21909"/>
                      <a:pt x="77683" y="13403"/>
                    </a:cubicBezTo>
                    <a:cubicBezTo>
                      <a:pt x="69177" y="4898"/>
                      <a:pt x="57639" y="119"/>
                      <a:pt x="45610" y="119"/>
                    </a:cubicBezTo>
                    <a:cubicBezTo>
                      <a:pt x="33581" y="119"/>
                      <a:pt x="22043" y="4898"/>
                      <a:pt x="13538" y="13403"/>
                    </a:cubicBezTo>
                    <a:cubicBezTo>
                      <a:pt x="5032" y="21909"/>
                      <a:pt x="253" y="33447"/>
                      <a:pt x="253" y="45476"/>
                    </a:cubicBezTo>
                    <a:cubicBezTo>
                      <a:pt x="253" y="57504"/>
                      <a:pt x="5032" y="69042"/>
                      <a:pt x="13538" y="77548"/>
                    </a:cubicBezTo>
                    <a:cubicBezTo>
                      <a:pt x="22043" y="86053"/>
                      <a:pt x="33581" y="90832"/>
                      <a:pt x="45610" y="9083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79" name="任意多边形: 形状 2578"/>
              <p:cNvSpPr/>
              <p:nvPr/>
            </p:nvSpPr>
            <p:spPr>
              <a:xfrm>
                <a:off x="6748058" y="20721547"/>
                <a:ext cx="180000" cy="180000"/>
              </a:xfrm>
              <a:custGeom>
                <a:avLst/>
                <a:gdLst>
                  <a:gd name="csX0" fmla="*/ 45548 w 90714"/>
                  <a:gd name="csY0" fmla="*/ 90800 h 90713"/>
                  <a:gd name="csX1" fmla="*/ 77620 w 90714"/>
                  <a:gd name="csY1" fmla="*/ 77516 h 90713"/>
                  <a:gd name="csX2" fmla="*/ 90905 w 90714"/>
                  <a:gd name="csY2" fmla="*/ 45443 h 90713"/>
                  <a:gd name="csX3" fmla="*/ 77620 w 90714"/>
                  <a:gd name="csY3" fmla="*/ 13371 h 90713"/>
                  <a:gd name="csX4" fmla="*/ 45548 w 90714"/>
                  <a:gd name="csY4" fmla="*/ 87 h 90713"/>
                  <a:gd name="csX5" fmla="*/ 13475 w 90714"/>
                  <a:gd name="csY5" fmla="*/ 13371 h 90713"/>
                  <a:gd name="csX6" fmla="*/ 191 w 90714"/>
                  <a:gd name="csY6" fmla="*/ 45443 h 90713"/>
                  <a:gd name="csX7" fmla="*/ 13475 w 90714"/>
                  <a:gd name="csY7" fmla="*/ 77516 h 90713"/>
                  <a:gd name="csX8" fmla="*/ 45548 w 90714"/>
                  <a:gd name="csY8" fmla="*/ 9080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8" y="90800"/>
                    </a:moveTo>
                    <a:cubicBezTo>
                      <a:pt x="57577" y="90800"/>
                      <a:pt x="69115" y="86021"/>
                      <a:pt x="77620" y="77516"/>
                    </a:cubicBezTo>
                    <a:cubicBezTo>
                      <a:pt x="86126" y="69010"/>
                      <a:pt x="90905" y="57472"/>
                      <a:pt x="90905" y="45443"/>
                    </a:cubicBezTo>
                    <a:cubicBezTo>
                      <a:pt x="90905" y="33415"/>
                      <a:pt x="86126" y="21877"/>
                      <a:pt x="77620" y="13371"/>
                    </a:cubicBezTo>
                    <a:cubicBezTo>
                      <a:pt x="69115" y="4866"/>
                      <a:pt x="57577" y="87"/>
                      <a:pt x="45548" y="87"/>
                    </a:cubicBezTo>
                    <a:cubicBezTo>
                      <a:pt x="33519" y="87"/>
                      <a:pt x="21981" y="4866"/>
                      <a:pt x="13475" y="13371"/>
                    </a:cubicBezTo>
                    <a:cubicBezTo>
                      <a:pt x="4970" y="21877"/>
                      <a:pt x="191" y="33415"/>
                      <a:pt x="191" y="45443"/>
                    </a:cubicBezTo>
                    <a:cubicBezTo>
                      <a:pt x="191" y="57472"/>
                      <a:pt x="4970" y="69010"/>
                      <a:pt x="13475" y="77516"/>
                    </a:cubicBezTo>
                    <a:cubicBezTo>
                      <a:pt x="21981" y="86021"/>
                      <a:pt x="33519" y="90800"/>
                      <a:pt x="45548" y="9080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0" name="任意多边形: 形状 2579"/>
              <p:cNvSpPr/>
              <p:nvPr/>
            </p:nvSpPr>
            <p:spPr>
              <a:xfrm>
                <a:off x="10003841" y="23495180"/>
                <a:ext cx="180000" cy="180000"/>
              </a:xfrm>
              <a:custGeom>
                <a:avLst/>
                <a:gdLst>
                  <a:gd name="csX0" fmla="*/ 45649 w 90714"/>
                  <a:gd name="csY0" fmla="*/ 90887 h 90713"/>
                  <a:gd name="csX1" fmla="*/ 77722 w 90714"/>
                  <a:gd name="csY1" fmla="*/ 77602 h 90713"/>
                  <a:gd name="csX2" fmla="*/ 91007 w 90714"/>
                  <a:gd name="csY2" fmla="*/ 45530 h 90713"/>
                  <a:gd name="csX3" fmla="*/ 77722 w 90714"/>
                  <a:gd name="csY3" fmla="*/ 13458 h 90713"/>
                  <a:gd name="csX4" fmla="*/ 45649 w 90714"/>
                  <a:gd name="csY4" fmla="*/ 173 h 90713"/>
                  <a:gd name="csX5" fmla="*/ 13577 w 90714"/>
                  <a:gd name="csY5" fmla="*/ 13458 h 90713"/>
                  <a:gd name="csX6" fmla="*/ 292 w 90714"/>
                  <a:gd name="csY6" fmla="*/ 45530 h 90713"/>
                  <a:gd name="csX7" fmla="*/ 13577 w 90714"/>
                  <a:gd name="csY7" fmla="*/ 77602 h 90713"/>
                  <a:gd name="csX8" fmla="*/ 45649 w 90714"/>
                  <a:gd name="csY8" fmla="*/ 9088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49" y="90887"/>
                    </a:moveTo>
                    <a:cubicBezTo>
                      <a:pt x="57678" y="90887"/>
                      <a:pt x="69216" y="86108"/>
                      <a:pt x="77722" y="77602"/>
                    </a:cubicBezTo>
                    <a:cubicBezTo>
                      <a:pt x="86228" y="69096"/>
                      <a:pt x="91007" y="57559"/>
                      <a:pt x="91007" y="45530"/>
                    </a:cubicBezTo>
                    <a:cubicBezTo>
                      <a:pt x="91007" y="33501"/>
                      <a:pt x="86228" y="21964"/>
                      <a:pt x="77722" y="13458"/>
                    </a:cubicBezTo>
                    <a:cubicBezTo>
                      <a:pt x="69216" y="4952"/>
                      <a:pt x="57678" y="173"/>
                      <a:pt x="45649" y="173"/>
                    </a:cubicBezTo>
                    <a:cubicBezTo>
                      <a:pt x="33621" y="173"/>
                      <a:pt x="22083" y="4952"/>
                      <a:pt x="13577" y="13458"/>
                    </a:cubicBezTo>
                    <a:cubicBezTo>
                      <a:pt x="5071" y="21964"/>
                      <a:pt x="292" y="33501"/>
                      <a:pt x="292" y="45530"/>
                    </a:cubicBezTo>
                    <a:cubicBezTo>
                      <a:pt x="292" y="57559"/>
                      <a:pt x="5071" y="69096"/>
                      <a:pt x="13577" y="77602"/>
                    </a:cubicBezTo>
                    <a:cubicBezTo>
                      <a:pt x="22083" y="86108"/>
                      <a:pt x="33621" y="90887"/>
                      <a:pt x="45649" y="9088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1" name="任意多边形: 形状 2580"/>
              <p:cNvSpPr/>
              <p:nvPr/>
            </p:nvSpPr>
            <p:spPr>
              <a:xfrm>
                <a:off x="8508611" y="23321380"/>
                <a:ext cx="180000" cy="180000"/>
              </a:xfrm>
              <a:custGeom>
                <a:avLst/>
                <a:gdLst>
                  <a:gd name="csX0" fmla="*/ 45603 w 90714"/>
                  <a:gd name="csY0" fmla="*/ 90881 h 90713"/>
                  <a:gd name="csX1" fmla="*/ 77675 w 90714"/>
                  <a:gd name="csY1" fmla="*/ 77597 h 90713"/>
                  <a:gd name="csX2" fmla="*/ 90960 w 90714"/>
                  <a:gd name="csY2" fmla="*/ 45525 h 90713"/>
                  <a:gd name="csX3" fmla="*/ 77675 w 90714"/>
                  <a:gd name="csY3" fmla="*/ 13453 h 90713"/>
                  <a:gd name="csX4" fmla="*/ 45603 w 90714"/>
                  <a:gd name="csY4" fmla="*/ 168 h 90713"/>
                  <a:gd name="csX5" fmla="*/ 13530 w 90714"/>
                  <a:gd name="csY5" fmla="*/ 13453 h 90713"/>
                  <a:gd name="csX6" fmla="*/ 246 w 90714"/>
                  <a:gd name="csY6" fmla="*/ 45525 h 90713"/>
                  <a:gd name="csX7" fmla="*/ 13530 w 90714"/>
                  <a:gd name="csY7" fmla="*/ 77597 h 90713"/>
                  <a:gd name="csX8" fmla="*/ 45603 w 90714"/>
                  <a:gd name="csY8" fmla="*/ 9088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3" y="90881"/>
                    </a:moveTo>
                    <a:cubicBezTo>
                      <a:pt x="57632" y="90881"/>
                      <a:pt x="69170" y="86102"/>
                      <a:pt x="77675" y="77597"/>
                    </a:cubicBezTo>
                    <a:cubicBezTo>
                      <a:pt x="86181" y="69091"/>
                      <a:pt x="90960" y="57553"/>
                      <a:pt x="90960" y="45525"/>
                    </a:cubicBezTo>
                    <a:cubicBezTo>
                      <a:pt x="90960" y="33496"/>
                      <a:pt x="86181" y="21958"/>
                      <a:pt x="77675" y="13453"/>
                    </a:cubicBezTo>
                    <a:cubicBezTo>
                      <a:pt x="69170" y="4947"/>
                      <a:pt x="57632" y="168"/>
                      <a:pt x="45603" y="168"/>
                    </a:cubicBezTo>
                    <a:cubicBezTo>
                      <a:pt x="33574" y="168"/>
                      <a:pt x="22036" y="4947"/>
                      <a:pt x="13530" y="13453"/>
                    </a:cubicBezTo>
                    <a:cubicBezTo>
                      <a:pt x="5025" y="21958"/>
                      <a:pt x="246" y="33496"/>
                      <a:pt x="246" y="45525"/>
                    </a:cubicBezTo>
                    <a:cubicBezTo>
                      <a:pt x="246" y="57553"/>
                      <a:pt x="5025" y="69091"/>
                      <a:pt x="13530" y="77597"/>
                    </a:cubicBezTo>
                    <a:cubicBezTo>
                      <a:pt x="22036" y="86102"/>
                      <a:pt x="33574" y="90881"/>
                      <a:pt x="45603" y="9088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2" name="任意多边形: 形状 2581"/>
              <p:cNvSpPr/>
              <p:nvPr/>
            </p:nvSpPr>
            <p:spPr>
              <a:xfrm>
                <a:off x="4172053" y="22128221"/>
                <a:ext cx="180000" cy="180000"/>
              </a:xfrm>
              <a:custGeom>
                <a:avLst/>
                <a:gdLst>
                  <a:gd name="csX0" fmla="*/ 45468 w 90714"/>
                  <a:gd name="csY0" fmla="*/ 90844 h 90713"/>
                  <a:gd name="csX1" fmla="*/ 77540 w 90714"/>
                  <a:gd name="csY1" fmla="*/ 77559 h 90713"/>
                  <a:gd name="csX2" fmla="*/ 90825 w 90714"/>
                  <a:gd name="csY2" fmla="*/ 45487 h 90713"/>
                  <a:gd name="csX3" fmla="*/ 77540 w 90714"/>
                  <a:gd name="csY3" fmla="*/ 13415 h 90713"/>
                  <a:gd name="csX4" fmla="*/ 45468 w 90714"/>
                  <a:gd name="csY4" fmla="*/ 131 h 90713"/>
                  <a:gd name="csX5" fmla="*/ 13395 w 90714"/>
                  <a:gd name="csY5" fmla="*/ 13415 h 90713"/>
                  <a:gd name="csX6" fmla="*/ 110 w 90714"/>
                  <a:gd name="csY6" fmla="*/ 45487 h 90713"/>
                  <a:gd name="csX7" fmla="*/ 13395 w 90714"/>
                  <a:gd name="csY7" fmla="*/ 77559 h 90713"/>
                  <a:gd name="csX8" fmla="*/ 45468 w 90714"/>
                  <a:gd name="csY8" fmla="*/ 9084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68" y="90844"/>
                    </a:moveTo>
                    <a:cubicBezTo>
                      <a:pt x="57496" y="90844"/>
                      <a:pt x="69034" y="86065"/>
                      <a:pt x="77540" y="77559"/>
                    </a:cubicBezTo>
                    <a:cubicBezTo>
                      <a:pt x="86046" y="69054"/>
                      <a:pt x="90825" y="57516"/>
                      <a:pt x="90825" y="45487"/>
                    </a:cubicBezTo>
                    <a:cubicBezTo>
                      <a:pt x="90825" y="33459"/>
                      <a:pt x="86046" y="21921"/>
                      <a:pt x="77540" y="13415"/>
                    </a:cubicBezTo>
                    <a:cubicBezTo>
                      <a:pt x="69034" y="4910"/>
                      <a:pt x="57496" y="131"/>
                      <a:pt x="45468" y="131"/>
                    </a:cubicBezTo>
                    <a:cubicBezTo>
                      <a:pt x="33439" y="131"/>
                      <a:pt x="21901" y="4910"/>
                      <a:pt x="13395" y="13415"/>
                    </a:cubicBezTo>
                    <a:cubicBezTo>
                      <a:pt x="4889" y="21921"/>
                      <a:pt x="110" y="33459"/>
                      <a:pt x="110" y="45487"/>
                    </a:cubicBezTo>
                    <a:cubicBezTo>
                      <a:pt x="110" y="57516"/>
                      <a:pt x="4889" y="69054"/>
                      <a:pt x="13395" y="77559"/>
                    </a:cubicBezTo>
                    <a:cubicBezTo>
                      <a:pt x="21901" y="86065"/>
                      <a:pt x="33439" y="90844"/>
                      <a:pt x="45468" y="9084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3" name="任意多边形: 形状 2582"/>
              <p:cNvSpPr/>
              <p:nvPr/>
            </p:nvSpPr>
            <p:spPr>
              <a:xfrm>
                <a:off x="8215801" y="23437166"/>
                <a:ext cx="180000" cy="180000"/>
              </a:xfrm>
              <a:custGeom>
                <a:avLst/>
                <a:gdLst>
                  <a:gd name="csX0" fmla="*/ 45594 w 90714"/>
                  <a:gd name="csY0" fmla="*/ 90885 h 90713"/>
                  <a:gd name="csX1" fmla="*/ 77666 w 90714"/>
                  <a:gd name="csY1" fmla="*/ 77600 h 90713"/>
                  <a:gd name="csX2" fmla="*/ 90951 w 90714"/>
                  <a:gd name="csY2" fmla="*/ 45528 h 90713"/>
                  <a:gd name="csX3" fmla="*/ 77666 w 90714"/>
                  <a:gd name="csY3" fmla="*/ 13456 h 90713"/>
                  <a:gd name="csX4" fmla="*/ 45594 w 90714"/>
                  <a:gd name="csY4" fmla="*/ 171 h 90713"/>
                  <a:gd name="csX5" fmla="*/ 13521 w 90714"/>
                  <a:gd name="csY5" fmla="*/ 13456 h 90713"/>
                  <a:gd name="csX6" fmla="*/ 236 w 90714"/>
                  <a:gd name="csY6" fmla="*/ 45528 h 90713"/>
                  <a:gd name="csX7" fmla="*/ 13521 w 90714"/>
                  <a:gd name="csY7" fmla="*/ 77600 h 90713"/>
                  <a:gd name="csX8" fmla="*/ 45594 w 90714"/>
                  <a:gd name="csY8" fmla="*/ 9088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4" y="90885"/>
                    </a:moveTo>
                    <a:cubicBezTo>
                      <a:pt x="57623" y="90885"/>
                      <a:pt x="69160" y="86106"/>
                      <a:pt x="77666" y="77600"/>
                    </a:cubicBezTo>
                    <a:cubicBezTo>
                      <a:pt x="86172" y="69095"/>
                      <a:pt x="90951" y="57557"/>
                      <a:pt x="90951" y="45528"/>
                    </a:cubicBezTo>
                    <a:cubicBezTo>
                      <a:pt x="90951" y="33499"/>
                      <a:pt x="86172" y="21962"/>
                      <a:pt x="77666" y="13456"/>
                    </a:cubicBezTo>
                    <a:cubicBezTo>
                      <a:pt x="69160" y="4951"/>
                      <a:pt x="57623" y="171"/>
                      <a:pt x="45594" y="171"/>
                    </a:cubicBezTo>
                    <a:cubicBezTo>
                      <a:pt x="33565" y="171"/>
                      <a:pt x="22027" y="4951"/>
                      <a:pt x="13521" y="13456"/>
                    </a:cubicBezTo>
                    <a:cubicBezTo>
                      <a:pt x="5016" y="21962"/>
                      <a:pt x="236" y="33499"/>
                      <a:pt x="236" y="45528"/>
                    </a:cubicBezTo>
                    <a:cubicBezTo>
                      <a:pt x="236" y="57557"/>
                      <a:pt x="5016" y="69095"/>
                      <a:pt x="13521" y="77600"/>
                    </a:cubicBezTo>
                    <a:cubicBezTo>
                      <a:pt x="22027" y="86106"/>
                      <a:pt x="33565" y="90885"/>
                      <a:pt x="45594" y="9088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4" name="任意多边形: 形状 2583"/>
              <p:cNvSpPr/>
              <p:nvPr/>
            </p:nvSpPr>
            <p:spPr>
              <a:xfrm>
                <a:off x="8435566" y="23996916"/>
                <a:ext cx="180000" cy="180000"/>
              </a:xfrm>
              <a:custGeom>
                <a:avLst/>
                <a:gdLst>
                  <a:gd name="csX0" fmla="*/ 45601 w 90714"/>
                  <a:gd name="csY0" fmla="*/ 90902 h 90713"/>
                  <a:gd name="csX1" fmla="*/ 77673 w 90714"/>
                  <a:gd name="csY1" fmla="*/ 77618 h 90713"/>
                  <a:gd name="csX2" fmla="*/ 90958 w 90714"/>
                  <a:gd name="csY2" fmla="*/ 45546 h 90713"/>
                  <a:gd name="csX3" fmla="*/ 77673 w 90714"/>
                  <a:gd name="csY3" fmla="*/ 13474 h 90713"/>
                  <a:gd name="csX4" fmla="*/ 45601 w 90714"/>
                  <a:gd name="csY4" fmla="*/ 189 h 90713"/>
                  <a:gd name="csX5" fmla="*/ 13528 w 90714"/>
                  <a:gd name="csY5" fmla="*/ 13474 h 90713"/>
                  <a:gd name="csX6" fmla="*/ 243 w 90714"/>
                  <a:gd name="csY6" fmla="*/ 45546 h 90713"/>
                  <a:gd name="csX7" fmla="*/ 13528 w 90714"/>
                  <a:gd name="csY7" fmla="*/ 77618 h 90713"/>
                  <a:gd name="csX8" fmla="*/ 45601 w 90714"/>
                  <a:gd name="csY8" fmla="*/ 9090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1" y="90902"/>
                    </a:moveTo>
                    <a:cubicBezTo>
                      <a:pt x="57629" y="90902"/>
                      <a:pt x="69167" y="86123"/>
                      <a:pt x="77673" y="77618"/>
                    </a:cubicBezTo>
                    <a:cubicBezTo>
                      <a:pt x="86179" y="69112"/>
                      <a:pt x="90958" y="57574"/>
                      <a:pt x="90958" y="45546"/>
                    </a:cubicBezTo>
                    <a:cubicBezTo>
                      <a:pt x="90958" y="33517"/>
                      <a:pt x="86179" y="21979"/>
                      <a:pt x="77673" y="13474"/>
                    </a:cubicBezTo>
                    <a:cubicBezTo>
                      <a:pt x="69167" y="4968"/>
                      <a:pt x="57629" y="189"/>
                      <a:pt x="45601" y="189"/>
                    </a:cubicBezTo>
                    <a:cubicBezTo>
                      <a:pt x="33572" y="189"/>
                      <a:pt x="22034" y="4968"/>
                      <a:pt x="13528" y="13474"/>
                    </a:cubicBezTo>
                    <a:cubicBezTo>
                      <a:pt x="5022" y="21979"/>
                      <a:pt x="243" y="33517"/>
                      <a:pt x="243" y="45546"/>
                    </a:cubicBezTo>
                    <a:cubicBezTo>
                      <a:pt x="243" y="57574"/>
                      <a:pt x="5022" y="69112"/>
                      <a:pt x="13528" y="77618"/>
                    </a:cubicBezTo>
                    <a:cubicBezTo>
                      <a:pt x="22034" y="86123"/>
                      <a:pt x="33572" y="90902"/>
                      <a:pt x="45601" y="9090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5" name="任意多边形: 形状 2584"/>
              <p:cNvSpPr/>
              <p:nvPr/>
            </p:nvSpPr>
            <p:spPr>
              <a:xfrm>
                <a:off x="5338151" y="22732902"/>
                <a:ext cx="180000" cy="180000"/>
              </a:xfrm>
              <a:custGeom>
                <a:avLst/>
                <a:gdLst>
                  <a:gd name="csX0" fmla="*/ 45504 w 90714"/>
                  <a:gd name="csY0" fmla="*/ 90863 h 90713"/>
                  <a:gd name="csX1" fmla="*/ 77576 w 90714"/>
                  <a:gd name="csY1" fmla="*/ 77578 h 90713"/>
                  <a:gd name="csX2" fmla="*/ 90861 w 90714"/>
                  <a:gd name="csY2" fmla="*/ 45506 h 90713"/>
                  <a:gd name="csX3" fmla="*/ 77576 w 90714"/>
                  <a:gd name="csY3" fmla="*/ 13434 h 90713"/>
                  <a:gd name="csX4" fmla="*/ 45504 w 90714"/>
                  <a:gd name="csY4" fmla="*/ 149 h 90713"/>
                  <a:gd name="csX5" fmla="*/ 13432 w 90714"/>
                  <a:gd name="csY5" fmla="*/ 13434 h 90713"/>
                  <a:gd name="csX6" fmla="*/ 147 w 90714"/>
                  <a:gd name="csY6" fmla="*/ 45506 h 90713"/>
                  <a:gd name="csX7" fmla="*/ 13432 w 90714"/>
                  <a:gd name="csY7" fmla="*/ 77578 h 90713"/>
                  <a:gd name="csX8" fmla="*/ 45504 w 90714"/>
                  <a:gd name="csY8" fmla="*/ 9086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4" y="90863"/>
                    </a:moveTo>
                    <a:cubicBezTo>
                      <a:pt x="57533" y="90863"/>
                      <a:pt x="69071" y="86084"/>
                      <a:pt x="77576" y="77578"/>
                    </a:cubicBezTo>
                    <a:cubicBezTo>
                      <a:pt x="86082" y="69073"/>
                      <a:pt x="90861" y="57535"/>
                      <a:pt x="90861" y="45506"/>
                    </a:cubicBezTo>
                    <a:cubicBezTo>
                      <a:pt x="90861" y="33477"/>
                      <a:pt x="86082" y="21940"/>
                      <a:pt x="77576" y="13434"/>
                    </a:cubicBezTo>
                    <a:cubicBezTo>
                      <a:pt x="69071" y="4929"/>
                      <a:pt x="57533" y="149"/>
                      <a:pt x="45504" y="149"/>
                    </a:cubicBezTo>
                    <a:cubicBezTo>
                      <a:pt x="33475" y="149"/>
                      <a:pt x="21937" y="4929"/>
                      <a:pt x="13432" y="13434"/>
                    </a:cubicBezTo>
                    <a:cubicBezTo>
                      <a:pt x="4926" y="21940"/>
                      <a:pt x="147" y="33477"/>
                      <a:pt x="147" y="45506"/>
                    </a:cubicBezTo>
                    <a:cubicBezTo>
                      <a:pt x="147" y="57535"/>
                      <a:pt x="4926" y="69073"/>
                      <a:pt x="13432" y="77578"/>
                    </a:cubicBezTo>
                    <a:cubicBezTo>
                      <a:pt x="21937" y="86084"/>
                      <a:pt x="33475" y="90863"/>
                      <a:pt x="45504" y="9086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6" name="任意多边形: 形状 2585"/>
              <p:cNvSpPr/>
              <p:nvPr/>
            </p:nvSpPr>
            <p:spPr>
              <a:xfrm>
                <a:off x="6720630" y="20342448"/>
                <a:ext cx="180000" cy="180000"/>
              </a:xfrm>
              <a:custGeom>
                <a:avLst/>
                <a:gdLst>
                  <a:gd name="csX0" fmla="*/ 45547 w 90714"/>
                  <a:gd name="csY0" fmla="*/ 90788 h 90713"/>
                  <a:gd name="csX1" fmla="*/ 77619 w 90714"/>
                  <a:gd name="csY1" fmla="*/ 77504 h 90713"/>
                  <a:gd name="csX2" fmla="*/ 90904 w 90714"/>
                  <a:gd name="csY2" fmla="*/ 45432 h 90713"/>
                  <a:gd name="csX3" fmla="*/ 77619 w 90714"/>
                  <a:gd name="csY3" fmla="*/ 13360 h 90713"/>
                  <a:gd name="csX4" fmla="*/ 45547 w 90714"/>
                  <a:gd name="csY4" fmla="*/ 75 h 90713"/>
                  <a:gd name="csX5" fmla="*/ 13475 w 90714"/>
                  <a:gd name="csY5" fmla="*/ 13360 h 90713"/>
                  <a:gd name="csX6" fmla="*/ 190 w 90714"/>
                  <a:gd name="csY6" fmla="*/ 45432 h 90713"/>
                  <a:gd name="csX7" fmla="*/ 13475 w 90714"/>
                  <a:gd name="csY7" fmla="*/ 77504 h 90713"/>
                  <a:gd name="csX8" fmla="*/ 45547 w 90714"/>
                  <a:gd name="csY8" fmla="*/ 9078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7" y="90788"/>
                    </a:moveTo>
                    <a:cubicBezTo>
                      <a:pt x="57576" y="90788"/>
                      <a:pt x="69114" y="86009"/>
                      <a:pt x="77619" y="77504"/>
                    </a:cubicBezTo>
                    <a:cubicBezTo>
                      <a:pt x="86125" y="68998"/>
                      <a:pt x="90904" y="57460"/>
                      <a:pt x="90904" y="45432"/>
                    </a:cubicBezTo>
                    <a:cubicBezTo>
                      <a:pt x="90904" y="33403"/>
                      <a:pt x="86125" y="21865"/>
                      <a:pt x="77619" y="13360"/>
                    </a:cubicBezTo>
                    <a:cubicBezTo>
                      <a:pt x="69114" y="4854"/>
                      <a:pt x="57576" y="75"/>
                      <a:pt x="45547" y="75"/>
                    </a:cubicBezTo>
                    <a:cubicBezTo>
                      <a:pt x="33518" y="75"/>
                      <a:pt x="21980" y="4854"/>
                      <a:pt x="13475" y="13360"/>
                    </a:cubicBezTo>
                    <a:cubicBezTo>
                      <a:pt x="4969" y="21865"/>
                      <a:pt x="190" y="33403"/>
                      <a:pt x="190" y="45432"/>
                    </a:cubicBezTo>
                    <a:cubicBezTo>
                      <a:pt x="190" y="57460"/>
                      <a:pt x="4969" y="68998"/>
                      <a:pt x="13475" y="77504"/>
                    </a:cubicBezTo>
                    <a:cubicBezTo>
                      <a:pt x="21980" y="86009"/>
                      <a:pt x="33518" y="90788"/>
                      <a:pt x="45547" y="9078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7" name="任意多边形: 形状 2586"/>
              <p:cNvSpPr/>
              <p:nvPr/>
            </p:nvSpPr>
            <p:spPr>
              <a:xfrm>
                <a:off x="4350652" y="22851803"/>
                <a:ext cx="180000" cy="180000"/>
              </a:xfrm>
              <a:custGeom>
                <a:avLst/>
                <a:gdLst>
                  <a:gd name="csX0" fmla="*/ 45473 w 90714"/>
                  <a:gd name="csY0" fmla="*/ 90867 h 90713"/>
                  <a:gd name="csX1" fmla="*/ 77546 w 90714"/>
                  <a:gd name="csY1" fmla="*/ 77582 h 90713"/>
                  <a:gd name="csX2" fmla="*/ 90830 w 90714"/>
                  <a:gd name="csY2" fmla="*/ 45510 h 90713"/>
                  <a:gd name="csX3" fmla="*/ 77546 w 90714"/>
                  <a:gd name="csY3" fmla="*/ 13438 h 90713"/>
                  <a:gd name="csX4" fmla="*/ 45473 w 90714"/>
                  <a:gd name="csY4" fmla="*/ 153 h 90713"/>
                  <a:gd name="csX5" fmla="*/ 13401 w 90714"/>
                  <a:gd name="csY5" fmla="*/ 13438 h 90713"/>
                  <a:gd name="csX6" fmla="*/ 116 w 90714"/>
                  <a:gd name="csY6" fmla="*/ 45510 h 90713"/>
                  <a:gd name="csX7" fmla="*/ 13401 w 90714"/>
                  <a:gd name="csY7" fmla="*/ 77582 h 90713"/>
                  <a:gd name="csX8" fmla="*/ 45473 w 90714"/>
                  <a:gd name="csY8" fmla="*/ 9086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3" y="90867"/>
                    </a:moveTo>
                    <a:cubicBezTo>
                      <a:pt x="57502" y="90867"/>
                      <a:pt x="69040" y="86088"/>
                      <a:pt x="77546" y="77582"/>
                    </a:cubicBezTo>
                    <a:cubicBezTo>
                      <a:pt x="86051" y="69076"/>
                      <a:pt x="90830" y="57539"/>
                      <a:pt x="90830" y="45510"/>
                    </a:cubicBezTo>
                    <a:cubicBezTo>
                      <a:pt x="90830" y="33481"/>
                      <a:pt x="86051" y="21943"/>
                      <a:pt x="77546" y="13438"/>
                    </a:cubicBezTo>
                    <a:cubicBezTo>
                      <a:pt x="69040" y="4932"/>
                      <a:pt x="57502" y="153"/>
                      <a:pt x="45473" y="153"/>
                    </a:cubicBezTo>
                    <a:cubicBezTo>
                      <a:pt x="33444" y="153"/>
                      <a:pt x="21906" y="4932"/>
                      <a:pt x="13401" y="13438"/>
                    </a:cubicBezTo>
                    <a:cubicBezTo>
                      <a:pt x="4895" y="21943"/>
                      <a:pt x="116" y="33481"/>
                      <a:pt x="116" y="45510"/>
                    </a:cubicBezTo>
                    <a:cubicBezTo>
                      <a:pt x="116" y="57539"/>
                      <a:pt x="4895" y="69076"/>
                      <a:pt x="13401" y="77582"/>
                    </a:cubicBezTo>
                    <a:cubicBezTo>
                      <a:pt x="21906" y="86088"/>
                      <a:pt x="33444" y="90867"/>
                      <a:pt x="45473" y="9086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8" name="任意多边形: 形状 2587"/>
              <p:cNvSpPr/>
              <p:nvPr/>
            </p:nvSpPr>
            <p:spPr>
              <a:xfrm>
                <a:off x="7413583" y="22727294"/>
                <a:ext cx="180000" cy="180000"/>
              </a:xfrm>
              <a:custGeom>
                <a:avLst/>
                <a:gdLst>
                  <a:gd name="csX0" fmla="*/ 45569 w 90714"/>
                  <a:gd name="csY0" fmla="*/ 90863 h 90713"/>
                  <a:gd name="csX1" fmla="*/ 77641 w 90714"/>
                  <a:gd name="csY1" fmla="*/ 77578 h 90713"/>
                  <a:gd name="csX2" fmla="*/ 90926 w 90714"/>
                  <a:gd name="csY2" fmla="*/ 45506 h 90713"/>
                  <a:gd name="csX3" fmla="*/ 77641 w 90714"/>
                  <a:gd name="csY3" fmla="*/ 13434 h 90713"/>
                  <a:gd name="csX4" fmla="*/ 45569 w 90714"/>
                  <a:gd name="csY4" fmla="*/ 149 h 90713"/>
                  <a:gd name="csX5" fmla="*/ 13496 w 90714"/>
                  <a:gd name="csY5" fmla="*/ 13434 h 90713"/>
                  <a:gd name="csX6" fmla="*/ 211 w 90714"/>
                  <a:gd name="csY6" fmla="*/ 45506 h 90713"/>
                  <a:gd name="csX7" fmla="*/ 13496 w 90714"/>
                  <a:gd name="csY7" fmla="*/ 77578 h 90713"/>
                  <a:gd name="csX8" fmla="*/ 45569 w 90714"/>
                  <a:gd name="csY8" fmla="*/ 9086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63"/>
                    </a:moveTo>
                    <a:cubicBezTo>
                      <a:pt x="57598" y="90863"/>
                      <a:pt x="69135" y="86084"/>
                      <a:pt x="77641" y="77578"/>
                    </a:cubicBezTo>
                    <a:cubicBezTo>
                      <a:pt x="86147" y="69072"/>
                      <a:pt x="90926" y="57535"/>
                      <a:pt x="90926" y="45506"/>
                    </a:cubicBezTo>
                    <a:cubicBezTo>
                      <a:pt x="90926" y="33477"/>
                      <a:pt x="86147" y="21940"/>
                      <a:pt x="77641" y="13434"/>
                    </a:cubicBezTo>
                    <a:cubicBezTo>
                      <a:pt x="69135" y="4928"/>
                      <a:pt x="57598" y="149"/>
                      <a:pt x="45569" y="149"/>
                    </a:cubicBezTo>
                    <a:cubicBezTo>
                      <a:pt x="33540" y="149"/>
                      <a:pt x="22002" y="4928"/>
                      <a:pt x="13496" y="13434"/>
                    </a:cubicBezTo>
                    <a:cubicBezTo>
                      <a:pt x="4991" y="21940"/>
                      <a:pt x="211" y="33477"/>
                      <a:pt x="211" y="45506"/>
                    </a:cubicBezTo>
                    <a:cubicBezTo>
                      <a:pt x="211" y="57535"/>
                      <a:pt x="4991" y="69072"/>
                      <a:pt x="13496" y="77578"/>
                    </a:cubicBezTo>
                    <a:cubicBezTo>
                      <a:pt x="22002" y="86084"/>
                      <a:pt x="33540" y="90863"/>
                      <a:pt x="45569" y="9086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89" name="任意多边形: 形状 2588"/>
              <p:cNvSpPr/>
              <p:nvPr/>
            </p:nvSpPr>
            <p:spPr>
              <a:xfrm>
                <a:off x="6587685" y="21230017"/>
                <a:ext cx="180000" cy="180000"/>
              </a:xfrm>
              <a:custGeom>
                <a:avLst/>
                <a:gdLst>
                  <a:gd name="csX0" fmla="*/ 45543 w 90714"/>
                  <a:gd name="csY0" fmla="*/ 90816 h 90713"/>
                  <a:gd name="csX1" fmla="*/ 77615 w 90714"/>
                  <a:gd name="csY1" fmla="*/ 77531 h 90713"/>
                  <a:gd name="csX2" fmla="*/ 90900 w 90714"/>
                  <a:gd name="csY2" fmla="*/ 45459 h 90713"/>
                  <a:gd name="csX3" fmla="*/ 77615 w 90714"/>
                  <a:gd name="csY3" fmla="*/ 13387 h 90713"/>
                  <a:gd name="csX4" fmla="*/ 45543 w 90714"/>
                  <a:gd name="csY4" fmla="*/ 103 h 90713"/>
                  <a:gd name="csX5" fmla="*/ 13470 w 90714"/>
                  <a:gd name="csY5" fmla="*/ 13387 h 90713"/>
                  <a:gd name="csX6" fmla="*/ 186 w 90714"/>
                  <a:gd name="csY6" fmla="*/ 45459 h 90713"/>
                  <a:gd name="csX7" fmla="*/ 13470 w 90714"/>
                  <a:gd name="csY7" fmla="*/ 77531 h 90713"/>
                  <a:gd name="csX8" fmla="*/ 45543 w 90714"/>
                  <a:gd name="csY8" fmla="*/ 9081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3" y="90816"/>
                    </a:moveTo>
                    <a:cubicBezTo>
                      <a:pt x="57572" y="90816"/>
                      <a:pt x="69110" y="86037"/>
                      <a:pt x="77615" y="77531"/>
                    </a:cubicBezTo>
                    <a:cubicBezTo>
                      <a:pt x="86121" y="69026"/>
                      <a:pt x="90900" y="57488"/>
                      <a:pt x="90900" y="45459"/>
                    </a:cubicBezTo>
                    <a:cubicBezTo>
                      <a:pt x="90900" y="33431"/>
                      <a:pt x="86121" y="21893"/>
                      <a:pt x="77615" y="13387"/>
                    </a:cubicBezTo>
                    <a:cubicBezTo>
                      <a:pt x="69110" y="4882"/>
                      <a:pt x="57572" y="103"/>
                      <a:pt x="45543" y="103"/>
                    </a:cubicBezTo>
                    <a:cubicBezTo>
                      <a:pt x="33514" y="103"/>
                      <a:pt x="21976" y="4882"/>
                      <a:pt x="13470" y="13387"/>
                    </a:cubicBezTo>
                    <a:cubicBezTo>
                      <a:pt x="4965" y="21893"/>
                      <a:pt x="186" y="33431"/>
                      <a:pt x="186" y="45459"/>
                    </a:cubicBezTo>
                    <a:cubicBezTo>
                      <a:pt x="186" y="57488"/>
                      <a:pt x="4965" y="69026"/>
                      <a:pt x="13470" y="77531"/>
                    </a:cubicBezTo>
                    <a:cubicBezTo>
                      <a:pt x="21976" y="86037"/>
                      <a:pt x="33514" y="90816"/>
                      <a:pt x="45543" y="9081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0" name="任意多边形: 形状 2589"/>
              <p:cNvSpPr/>
              <p:nvPr/>
            </p:nvSpPr>
            <p:spPr>
              <a:xfrm>
                <a:off x="8070381" y="23890774"/>
                <a:ext cx="180000" cy="180000"/>
              </a:xfrm>
              <a:custGeom>
                <a:avLst/>
                <a:gdLst>
                  <a:gd name="csX0" fmla="*/ 45589 w 90714"/>
                  <a:gd name="csY0" fmla="*/ 90899 h 90713"/>
                  <a:gd name="csX1" fmla="*/ 77662 w 90714"/>
                  <a:gd name="csY1" fmla="*/ 77614 h 90713"/>
                  <a:gd name="csX2" fmla="*/ 90946 w 90714"/>
                  <a:gd name="csY2" fmla="*/ 45542 h 90713"/>
                  <a:gd name="csX3" fmla="*/ 77662 w 90714"/>
                  <a:gd name="csY3" fmla="*/ 13470 h 90713"/>
                  <a:gd name="csX4" fmla="*/ 45589 w 90714"/>
                  <a:gd name="csY4" fmla="*/ 186 h 90713"/>
                  <a:gd name="csX5" fmla="*/ 13517 w 90714"/>
                  <a:gd name="csY5" fmla="*/ 13470 h 90713"/>
                  <a:gd name="csX6" fmla="*/ 232 w 90714"/>
                  <a:gd name="csY6" fmla="*/ 45542 h 90713"/>
                  <a:gd name="csX7" fmla="*/ 13517 w 90714"/>
                  <a:gd name="csY7" fmla="*/ 77614 h 90713"/>
                  <a:gd name="csX8" fmla="*/ 45589 w 90714"/>
                  <a:gd name="csY8" fmla="*/ 9089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9" y="90899"/>
                    </a:moveTo>
                    <a:cubicBezTo>
                      <a:pt x="57618" y="90899"/>
                      <a:pt x="69156" y="86120"/>
                      <a:pt x="77662" y="77614"/>
                    </a:cubicBezTo>
                    <a:cubicBezTo>
                      <a:pt x="86167" y="69109"/>
                      <a:pt x="90946" y="57571"/>
                      <a:pt x="90946" y="45542"/>
                    </a:cubicBezTo>
                    <a:cubicBezTo>
                      <a:pt x="90946" y="33514"/>
                      <a:pt x="86167" y="21976"/>
                      <a:pt x="77662" y="13470"/>
                    </a:cubicBezTo>
                    <a:cubicBezTo>
                      <a:pt x="69156" y="4965"/>
                      <a:pt x="57618" y="186"/>
                      <a:pt x="45589" y="186"/>
                    </a:cubicBezTo>
                    <a:cubicBezTo>
                      <a:pt x="33560" y="186"/>
                      <a:pt x="22022" y="4965"/>
                      <a:pt x="13517" y="13470"/>
                    </a:cubicBezTo>
                    <a:cubicBezTo>
                      <a:pt x="5011" y="21976"/>
                      <a:pt x="232" y="33514"/>
                      <a:pt x="232" y="45542"/>
                    </a:cubicBezTo>
                    <a:cubicBezTo>
                      <a:pt x="232" y="57571"/>
                      <a:pt x="5011" y="69109"/>
                      <a:pt x="13517" y="77614"/>
                    </a:cubicBezTo>
                    <a:cubicBezTo>
                      <a:pt x="22022" y="86120"/>
                      <a:pt x="33560" y="90899"/>
                      <a:pt x="45589" y="9089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1" name="任意多边形: 形状 2590"/>
              <p:cNvSpPr/>
              <p:nvPr/>
            </p:nvSpPr>
            <p:spPr>
              <a:xfrm>
                <a:off x="8873048" y="23623508"/>
                <a:ext cx="180000" cy="180000"/>
              </a:xfrm>
              <a:custGeom>
                <a:avLst/>
                <a:gdLst>
                  <a:gd name="csX0" fmla="*/ 45614 w 90714"/>
                  <a:gd name="csY0" fmla="*/ 90891 h 90713"/>
                  <a:gd name="csX1" fmla="*/ 77687 w 90714"/>
                  <a:gd name="csY1" fmla="*/ 77606 h 90713"/>
                  <a:gd name="csX2" fmla="*/ 90971 w 90714"/>
                  <a:gd name="csY2" fmla="*/ 45534 h 90713"/>
                  <a:gd name="csX3" fmla="*/ 77687 w 90714"/>
                  <a:gd name="csY3" fmla="*/ 13462 h 90713"/>
                  <a:gd name="csX4" fmla="*/ 45614 w 90714"/>
                  <a:gd name="csY4" fmla="*/ 177 h 90713"/>
                  <a:gd name="csX5" fmla="*/ 13542 w 90714"/>
                  <a:gd name="csY5" fmla="*/ 13462 h 90713"/>
                  <a:gd name="csX6" fmla="*/ 257 w 90714"/>
                  <a:gd name="csY6" fmla="*/ 45534 h 90713"/>
                  <a:gd name="csX7" fmla="*/ 13542 w 90714"/>
                  <a:gd name="csY7" fmla="*/ 77606 h 90713"/>
                  <a:gd name="csX8" fmla="*/ 45614 w 90714"/>
                  <a:gd name="csY8" fmla="*/ 9089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4" y="90891"/>
                    </a:moveTo>
                    <a:cubicBezTo>
                      <a:pt x="57643" y="90891"/>
                      <a:pt x="69181" y="86112"/>
                      <a:pt x="77687" y="77606"/>
                    </a:cubicBezTo>
                    <a:cubicBezTo>
                      <a:pt x="86192" y="69100"/>
                      <a:pt x="90971" y="57563"/>
                      <a:pt x="90971" y="45534"/>
                    </a:cubicBezTo>
                    <a:cubicBezTo>
                      <a:pt x="90971" y="33505"/>
                      <a:pt x="86192" y="21968"/>
                      <a:pt x="77687" y="13462"/>
                    </a:cubicBezTo>
                    <a:cubicBezTo>
                      <a:pt x="69181" y="4956"/>
                      <a:pt x="57643" y="177"/>
                      <a:pt x="45614" y="177"/>
                    </a:cubicBezTo>
                    <a:cubicBezTo>
                      <a:pt x="33585" y="177"/>
                      <a:pt x="22047" y="4956"/>
                      <a:pt x="13542" y="13462"/>
                    </a:cubicBezTo>
                    <a:cubicBezTo>
                      <a:pt x="5036" y="21968"/>
                      <a:pt x="257" y="33505"/>
                      <a:pt x="257" y="45534"/>
                    </a:cubicBezTo>
                    <a:cubicBezTo>
                      <a:pt x="257" y="57563"/>
                      <a:pt x="5036" y="69100"/>
                      <a:pt x="13542" y="77606"/>
                    </a:cubicBezTo>
                    <a:cubicBezTo>
                      <a:pt x="22047" y="86112"/>
                      <a:pt x="33585" y="90891"/>
                      <a:pt x="45614" y="9089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2" name="任意多边形: 形状 2591"/>
              <p:cNvSpPr/>
              <p:nvPr/>
            </p:nvSpPr>
            <p:spPr>
              <a:xfrm>
                <a:off x="5978293" y="23207228"/>
                <a:ext cx="180000" cy="180000"/>
              </a:xfrm>
              <a:custGeom>
                <a:avLst/>
                <a:gdLst>
                  <a:gd name="csX0" fmla="*/ 45524 w 90714"/>
                  <a:gd name="csY0" fmla="*/ 90878 h 90713"/>
                  <a:gd name="csX1" fmla="*/ 77596 w 90714"/>
                  <a:gd name="csY1" fmla="*/ 77593 h 90713"/>
                  <a:gd name="csX2" fmla="*/ 90881 w 90714"/>
                  <a:gd name="csY2" fmla="*/ 45521 h 90713"/>
                  <a:gd name="csX3" fmla="*/ 77596 w 90714"/>
                  <a:gd name="csY3" fmla="*/ 13449 h 90713"/>
                  <a:gd name="csX4" fmla="*/ 45524 w 90714"/>
                  <a:gd name="csY4" fmla="*/ 164 h 90713"/>
                  <a:gd name="csX5" fmla="*/ 13451 w 90714"/>
                  <a:gd name="csY5" fmla="*/ 13449 h 90713"/>
                  <a:gd name="csX6" fmla="*/ 167 w 90714"/>
                  <a:gd name="csY6" fmla="*/ 45521 h 90713"/>
                  <a:gd name="csX7" fmla="*/ 13451 w 90714"/>
                  <a:gd name="csY7" fmla="*/ 77593 h 90713"/>
                  <a:gd name="csX8" fmla="*/ 45524 w 90714"/>
                  <a:gd name="csY8" fmla="*/ 9087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4" y="90878"/>
                    </a:moveTo>
                    <a:cubicBezTo>
                      <a:pt x="57553" y="90878"/>
                      <a:pt x="69091" y="86099"/>
                      <a:pt x="77596" y="77593"/>
                    </a:cubicBezTo>
                    <a:cubicBezTo>
                      <a:pt x="86102" y="69087"/>
                      <a:pt x="90881" y="57550"/>
                      <a:pt x="90881" y="45521"/>
                    </a:cubicBezTo>
                    <a:cubicBezTo>
                      <a:pt x="90881" y="33492"/>
                      <a:pt x="86102" y="21955"/>
                      <a:pt x="77596" y="13449"/>
                    </a:cubicBezTo>
                    <a:cubicBezTo>
                      <a:pt x="69091" y="4943"/>
                      <a:pt x="57553" y="164"/>
                      <a:pt x="45524" y="164"/>
                    </a:cubicBezTo>
                    <a:cubicBezTo>
                      <a:pt x="33495" y="164"/>
                      <a:pt x="21957" y="4943"/>
                      <a:pt x="13451" y="13449"/>
                    </a:cubicBezTo>
                    <a:cubicBezTo>
                      <a:pt x="4946" y="21955"/>
                      <a:pt x="167" y="33492"/>
                      <a:pt x="167" y="45521"/>
                    </a:cubicBezTo>
                    <a:cubicBezTo>
                      <a:pt x="167" y="57550"/>
                      <a:pt x="4946" y="69087"/>
                      <a:pt x="13451" y="77593"/>
                    </a:cubicBezTo>
                    <a:cubicBezTo>
                      <a:pt x="21957" y="86099"/>
                      <a:pt x="33495" y="90878"/>
                      <a:pt x="45524" y="9087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3" name="任意多边形: 形状 2592"/>
              <p:cNvSpPr/>
              <p:nvPr/>
            </p:nvSpPr>
            <p:spPr>
              <a:xfrm>
                <a:off x="5601122" y="22891931"/>
                <a:ext cx="180000" cy="180000"/>
              </a:xfrm>
              <a:custGeom>
                <a:avLst/>
                <a:gdLst>
                  <a:gd name="csX0" fmla="*/ 45512 w 90714"/>
                  <a:gd name="csY0" fmla="*/ 90868 h 90713"/>
                  <a:gd name="csX1" fmla="*/ 77585 w 90714"/>
                  <a:gd name="csY1" fmla="*/ 77583 h 90713"/>
                  <a:gd name="csX2" fmla="*/ 90869 w 90714"/>
                  <a:gd name="csY2" fmla="*/ 45511 h 90713"/>
                  <a:gd name="csX3" fmla="*/ 77585 w 90714"/>
                  <a:gd name="csY3" fmla="*/ 13439 h 90713"/>
                  <a:gd name="csX4" fmla="*/ 45512 w 90714"/>
                  <a:gd name="csY4" fmla="*/ 154 h 90713"/>
                  <a:gd name="csX5" fmla="*/ 13440 w 90714"/>
                  <a:gd name="csY5" fmla="*/ 13439 h 90713"/>
                  <a:gd name="csX6" fmla="*/ 155 w 90714"/>
                  <a:gd name="csY6" fmla="*/ 45511 h 90713"/>
                  <a:gd name="csX7" fmla="*/ 13440 w 90714"/>
                  <a:gd name="csY7" fmla="*/ 77583 h 90713"/>
                  <a:gd name="csX8" fmla="*/ 45512 w 90714"/>
                  <a:gd name="csY8" fmla="*/ 9086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2" y="90868"/>
                    </a:moveTo>
                    <a:cubicBezTo>
                      <a:pt x="57541" y="90868"/>
                      <a:pt x="69079" y="86089"/>
                      <a:pt x="77585" y="77583"/>
                    </a:cubicBezTo>
                    <a:cubicBezTo>
                      <a:pt x="86090" y="69078"/>
                      <a:pt x="90869" y="57540"/>
                      <a:pt x="90869" y="45511"/>
                    </a:cubicBezTo>
                    <a:cubicBezTo>
                      <a:pt x="90869" y="33482"/>
                      <a:pt x="86090" y="21945"/>
                      <a:pt x="77585" y="13439"/>
                    </a:cubicBezTo>
                    <a:cubicBezTo>
                      <a:pt x="69079" y="4934"/>
                      <a:pt x="57541" y="154"/>
                      <a:pt x="45512" y="154"/>
                    </a:cubicBezTo>
                    <a:cubicBezTo>
                      <a:pt x="33483" y="154"/>
                      <a:pt x="21945" y="4934"/>
                      <a:pt x="13440" y="13439"/>
                    </a:cubicBezTo>
                    <a:cubicBezTo>
                      <a:pt x="4934" y="21945"/>
                      <a:pt x="155" y="33482"/>
                      <a:pt x="155" y="45511"/>
                    </a:cubicBezTo>
                    <a:cubicBezTo>
                      <a:pt x="155" y="57540"/>
                      <a:pt x="4934" y="69078"/>
                      <a:pt x="13440" y="77583"/>
                    </a:cubicBezTo>
                    <a:cubicBezTo>
                      <a:pt x="21945" y="86089"/>
                      <a:pt x="33483" y="90868"/>
                      <a:pt x="45512" y="9086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4" name="任意多边形: 形状 2593"/>
              <p:cNvSpPr/>
              <p:nvPr/>
            </p:nvSpPr>
            <p:spPr>
              <a:xfrm>
                <a:off x="5784791" y="21371588"/>
                <a:ext cx="180000" cy="180000"/>
              </a:xfrm>
              <a:custGeom>
                <a:avLst/>
                <a:gdLst>
                  <a:gd name="csX0" fmla="*/ 45518 w 90714"/>
                  <a:gd name="csY0" fmla="*/ 90820 h 90713"/>
                  <a:gd name="csX1" fmla="*/ 77590 w 90714"/>
                  <a:gd name="csY1" fmla="*/ 77536 h 90713"/>
                  <a:gd name="csX2" fmla="*/ 90875 w 90714"/>
                  <a:gd name="csY2" fmla="*/ 45464 h 90713"/>
                  <a:gd name="csX3" fmla="*/ 77590 w 90714"/>
                  <a:gd name="csY3" fmla="*/ 13392 h 90713"/>
                  <a:gd name="csX4" fmla="*/ 45518 w 90714"/>
                  <a:gd name="csY4" fmla="*/ 107 h 90713"/>
                  <a:gd name="csX5" fmla="*/ 13445 w 90714"/>
                  <a:gd name="csY5" fmla="*/ 13392 h 90713"/>
                  <a:gd name="csX6" fmla="*/ 161 w 90714"/>
                  <a:gd name="csY6" fmla="*/ 45464 h 90713"/>
                  <a:gd name="csX7" fmla="*/ 13445 w 90714"/>
                  <a:gd name="csY7" fmla="*/ 77536 h 90713"/>
                  <a:gd name="csX8" fmla="*/ 45518 w 90714"/>
                  <a:gd name="csY8" fmla="*/ 908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8" y="90820"/>
                    </a:moveTo>
                    <a:cubicBezTo>
                      <a:pt x="57547" y="90820"/>
                      <a:pt x="69085" y="86041"/>
                      <a:pt x="77590" y="77536"/>
                    </a:cubicBezTo>
                    <a:cubicBezTo>
                      <a:pt x="86096" y="69030"/>
                      <a:pt x="90875" y="57493"/>
                      <a:pt x="90875" y="45464"/>
                    </a:cubicBezTo>
                    <a:cubicBezTo>
                      <a:pt x="90875" y="33435"/>
                      <a:pt x="86096" y="21897"/>
                      <a:pt x="77590" y="13392"/>
                    </a:cubicBezTo>
                    <a:cubicBezTo>
                      <a:pt x="69085" y="4886"/>
                      <a:pt x="57547" y="107"/>
                      <a:pt x="45518" y="107"/>
                    </a:cubicBezTo>
                    <a:cubicBezTo>
                      <a:pt x="33489" y="107"/>
                      <a:pt x="21951" y="4886"/>
                      <a:pt x="13445" y="13392"/>
                    </a:cubicBezTo>
                    <a:cubicBezTo>
                      <a:pt x="4940" y="21897"/>
                      <a:pt x="161" y="33435"/>
                      <a:pt x="161" y="45464"/>
                    </a:cubicBezTo>
                    <a:cubicBezTo>
                      <a:pt x="161" y="57493"/>
                      <a:pt x="4940" y="69030"/>
                      <a:pt x="13445" y="77536"/>
                    </a:cubicBezTo>
                    <a:cubicBezTo>
                      <a:pt x="21951" y="86041"/>
                      <a:pt x="33489" y="90820"/>
                      <a:pt x="45518" y="908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5" name="任意多边形: 形状 2594"/>
              <p:cNvSpPr/>
              <p:nvPr/>
            </p:nvSpPr>
            <p:spPr>
              <a:xfrm>
                <a:off x="3320727" y="24829155"/>
                <a:ext cx="180000" cy="180000"/>
              </a:xfrm>
              <a:custGeom>
                <a:avLst/>
                <a:gdLst>
                  <a:gd name="csX0" fmla="*/ 45441 w 90714"/>
                  <a:gd name="csY0" fmla="*/ 90928 h 90713"/>
                  <a:gd name="csX1" fmla="*/ 77513 w 90714"/>
                  <a:gd name="csY1" fmla="*/ 77644 h 90713"/>
                  <a:gd name="csX2" fmla="*/ 90798 w 90714"/>
                  <a:gd name="csY2" fmla="*/ 45572 h 90713"/>
                  <a:gd name="csX3" fmla="*/ 77513 w 90714"/>
                  <a:gd name="csY3" fmla="*/ 13500 h 90713"/>
                  <a:gd name="csX4" fmla="*/ 45441 w 90714"/>
                  <a:gd name="csY4" fmla="*/ 215 h 90713"/>
                  <a:gd name="csX5" fmla="*/ 13369 w 90714"/>
                  <a:gd name="csY5" fmla="*/ 13500 h 90713"/>
                  <a:gd name="csX6" fmla="*/ 84 w 90714"/>
                  <a:gd name="csY6" fmla="*/ 45572 h 90713"/>
                  <a:gd name="csX7" fmla="*/ 13369 w 90714"/>
                  <a:gd name="csY7" fmla="*/ 77644 h 90713"/>
                  <a:gd name="csX8" fmla="*/ 45441 w 90714"/>
                  <a:gd name="csY8" fmla="*/ 9092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41" y="90928"/>
                    </a:moveTo>
                    <a:cubicBezTo>
                      <a:pt x="57470" y="90928"/>
                      <a:pt x="69008" y="86149"/>
                      <a:pt x="77513" y="77644"/>
                    </a:cubicBezTo>
                    <a:cubicBezTo>
                      <a:pt x="86019" y="69138"/>
                      <a:pt x="90798" y="57600"/>
                      <a:pt x="90798" y="45572"/>
                    </a:cubicBezTo>
                    <a:cubicBezTo>
                      <a:pt x="90798" y="33543"/>
                      <a:pt x="86019" y="22005"/>
                      <a:pt x="77513" y="13500"/>
                    </a:cubicBezTo>
                    <a:cubicBezTo>
                      <a:pt x="69008" y="4994"/>
                      <a:pt x="57470" y="215"/>
                      <a:pt x="45441" y="215"/>
                    </a:cubicBezTo>
                    <a:cubicBezTo>
                      <a:pt x="33412" y="215"/>
                      <a:pt x="21874" y="4994"/>
                      <a:pt x="13369" y="13500"/>
                    </a:cubicBezTo>
                    <a:cubicBezTo>
                      <a:pt x="4863" y="22005"/>
                      <a:pt x="84" y="33543"/>
                      <a:pt x="84" y="45572"/>
                    </a:cubicBezTo>
                    <a:cubicBezTo>
                      <a:pt x="84" y="57600"/>
                      <a:pt x="4863" y="69138"/>
                      <a:pt x="13369" y="77644"/>
                    </a:cubicBezTo>
                    <a:cubicBezTo>
                      <a:pt x="21874" y="86149"/>
                      <a:pt x="33412" y="90928"/>
                      <a:pt x="45441" y="9092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6" name="任意多边形: 形状 2595"/>
              <p:cNvSpPr/>
              <p:nvPr/>
            </p:nvSpPr>
            <p:spPr>
              <a:xfrm>
                <a:off x="5687181" y="23193163"/>
                <a:ext cx="180000" cy="180000"/>
              </a:xfrm>
              <a:custGeom>
                <a:avLst/>
                <a:gdLst>
                  <a:gd name="csX0" fmla="*/ 45515 w 90714"/>
                  <a:gd name="csY0" fmla="*/ 90877 h 90713"/>
                  <a:gd name="csX1" fmla="*/ 77587 w 90714"/>
                  <a:gd name="csY1" fmla="*/ 77593 h 90713"/>
                  <a:gd name="csX2" fmla="*/ 90872 w 90714"/>
                  <a:gd name="csY2" fmla="*/ 45521 h 90713"/>
                  <a:gd name="csX3" fmla="*/ 77587 w 90714"/>
                  <a:gd name="csY3" fmla="*/ 13449 h 90713"/>
                  <a:gd name="csX4" fmla="*/ 45515 w 90714"/>
                  <a:gd name="csY4" fmla="*/ 164 h 90713"/>
                  <a:gd name="csX5" fmla="*/ 13442 w 90714"/>
                  <a:gd name="csY5" fmla="*/ 13449 h 90713"/>
                  <a:gd name="csX6" fmla="*/ 158 w 90714"/>
                  <a:gd name="csY6" fmla="*/ 45521 h 90713"/>
                  <a:gd name="csX7" fmla="*/ 13442 w 90714"/>
                  <a:gd name="csY7" fmla="*/ 77593 h 90713"/>
                  <a:gd name="csX8" fmla="*/ 45515 w 90714"/>
                  <a:gd name="csY8" fmla="*/ 9087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5" y="90877"/>
                    </a:moveTo>
                    <a:cubicBezTo>
                      <a:pt x="57544" y="90877"/>
                      <a:pt x="69082" y="86098"/>
                      <a:pt x="77587" y="77593"/>
                    </a:cubicBezTo>
                    <a:cubicBezTo>
                      <a:pt x="86093" y="69087"/>
                      <a:pt x="90872" y="57549"/>
                      <a:pt x="90872" y="45521"/>
                    </a:cubicBezTo>
                    <a:cubicBezTo>
                      <a:pt x="90872" y="33492"/>
                      <a:pt x="86093" y="21954"/>
                      <a:pt x="77587" y="13449"/>
                    </a:cubicBezTo>
                    <a:cubicBezTo>
                      <a:pt x="69082" y="4943"/>
                      <a:pt x="57544" y="164"/>
                      <a:pt x="45515" y="164"/>
                    </a:cubicBezTo>
                    <a:cubicBezTo>
                      <a:pt x="33486" y="164"/>
                      <a:pt x="21948" y="4943"/>
                      <a:pt x="13442" y="13449"/>
                    </a:cubicBezTo>
                    <a:cubicBezTo>
                      <a:pt x="4937" y="21954"/>
                      <a:pt x="158" y="33492"/>
                      <a:pt x="158" y="45521"/>
                    </a:cubicBezTo>
                    <a:cubicBezTo>
                      <a:pt x="158" y="57549"/>
                      <a:pt x="4937" y="69087"/>
                      <a:pt x="13442" y="77593"/>
                    </a:cubicBezTo>
                    <a:cubicBezTo>
                      <a:pt x="21948" y="86098"/>
                      <a:pt x="33486" y="90877"/>
                      <a:pt x="45515" y="9087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7" name="任意多边形: 形状 2596"/>
              <p:cNvSpPr/>
              <p:nvPr/>
            </p:nvSpPr>
            <p:spPr>
              <a:xfrm>
                <a:off x="5212199" y="22956185"/>
                <a:ext cx="180000" cy="180000"/>
              </a:xfrm>
              <a:custGeom>
                <a:avLst/>
                <a:gdLst>
                  <a:gd name="csX0" fmla="*/ 45500 w 90714"/>
                  <a:gd name="csY0" fmla="*/ 90870 h 90713"/>
                  <a:gd name="csX1" fmla="*/ 77572 w 90714"/>
                  <a:gd name="csY1" fmla="*/ 77585 h 90713"/>
                  <a:gd name="csX2" fmla="*/ 90857 w 90714"/>
                  <a:gd name="csY2" fmla="*/ 45513 h 90713"/>
                  <a:gd name="csX3" fmla="*/ 77572 w 90714"/>
                  <a:gd name="csY3" fmla="*/ 13441 h 90713"/>
                  <a:gd name="csX4" fmla="*/ 45500 w 90714"/>
                  <a:gd name="csY4" fmla="*/ 156 h 90713"/>
                  <a:gd name="csX5" fmla="*/ 13428 w 90714"/>
                  <a:gd name="csY5" fmla="*/ 13441 h 90713"/>
                  <a:gd name="csX6" fmla="*/ 143 w 90714"/>
                  <a:gd name="csY6" fmla="*/ 45513 h 90713"/>
                  <a:gd name="csX7" fmla="*/ 13428 w 90714"/>
                  <a:gd name="csY7" fmla="*/ 77585 h 90713"/>
                  <a:gd name="csX8" fmla="*/ 45500 w 90714"/>
                  <a:gd name="csY8" fmla="*/ 9087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0" y="90870"/>
                    </a:moveTo>
                    <a:cubicBezTo>
                      <a:pt x="57529" y="90870"/>
                      <a:pt x="69067" y="86091"/>
                      <a:pt x="77572" y="77585"/>
                    </a:cubicBezTo>
                    <a:cubicBezTo>
                      <a:pt x="86078" y="69080"/>
                      <a:pt x="90857" y="57542"/>
                      <a:pt x="90857" y="45513"/>
                    </a:cubicBezTo>
                    <a:cubicBezTo>
                      <a:pt x="90857" y="33484"/>
                      <a:pt x="86078" y="21947"/>
                      <a:pt x="77572" y="13441"/>
                    </a:cubicBezTo>
                    <a:cubicBezTo>
                      <a:pt x="69067" y="4936"/>
                      <a:pt x="57529" y="156"/>
                      <a:pt x="45500" y="156"/>
                    </a:cubicBezTo>
                    <a:cubicBezTo>
                      <a:pt x="33471" y="156"/>
                      <a:pt x="21933" y="4936"/>
                      <a:pt x="13428" y="13441"/>
                    </a:cubicBezTo>
                    <a:cubicBezTo>
                      <a:pt x="4922" y="21947"/>
                      <a:pt x="143" y="33484"/>
                      <a:pt x="143" y="45513"/>
                    </a:cubicBezTo>
                    <a:cubicBezTo>
                      <a:pt x="143" y="57542"/>
                      <a:pt x="4922" y="69080"/>
                      <a:pt x="13428" y="77585"/>
                    </a:cubicBezTo>
                    <a:cubicBezTo>
                      <a:pt x="21933" y="86091"/>
                      <a:pt x="33471" y="90870"/>
                      <a:pt x="45500" y="9087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8" name="任意多边形: 形状 2597"/>
              <p:cNvSpPr/>
              <p:nvPr/>
            </p:nvSpPr>
            <p:spPr>
              <a:xfrm>
                <a:off x="6716151" y="23131285"/>
                <a:ext cx="180000" cy="180000"/>
              </a:xfrm>
              <a:custGeom>
                <a:avLst/>
                <a:gdLst>
                  <a:gd name="csX0" fmla="*/ 45547 w 90714"/>
                  <a:gd name="csY0" fmla="*/ 90875 h 90713"/>
                  <a:gd name="csX1" fmla="*/ 77619 w 90714"/>
                  <a:gd name="csY1" fmla="*/ 77591 h 90713"/>
                  <a:gd name="csX2" fmla="*/ 90904 w 90714"/>
                  <a:gd name="csY2" fmla="*/ 45519 h 90713"/>
                  <a:gd name="csX3" fmla="*/ 77619 w 90714"/>
                  <a:gd name="csY3" fmla="*/ 13447 h 90713"/>
                  <a:gd name="csX4" fmla="*/ 45547 w 90714"/>
                  <a:gd name="csY4" fmla="*/ 162 h 90713"/>
                  <a:gd name="csX5" fmla="*/ 13474 w 90714"/>
                  <a:gd name="csY5" fmla="*/ 13447 h 90713"/>
                  <a:gd name="csX6" fmla="*/ 190 w 90714"/>
                  <a:gd name="csY6" fmla="*/ 45519 h 90713"/>
                  <a:gd name="csX7" fmla="*/ 13474 w 90714"/>
                  <a:gd name="csY7" fmla="*/ 77591 h 90713"/>
                  <a:gd name="csX8" fmla="*/ 45547 w 90714"/>
                  <a:gd name="csY8" fmla="*/ 9087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7" y="90875"/>
                    </a:moveTo>
                    <a:cubicBezTo>
                      <a:pt x="57576" y="90875"/>
                      <a:pt x="69114" y="86096"/>
                      <a:pt x="77619" y="77591"/>
                    </a:cubicBezTo>
                    <a:cubicBezTo>
                      <a:pt x="86125" y="69085"/>
                      <a:pt x="90904" y="57547"/>
                      <a:pt x="90904" y="45519"/>
                    </a:cubicBezTo>
                    <a:cubicBezTo>
                      <a:pt x="90904" y="33490"/>
                      <a:pt x="86125" y="21952"/>
                      <a:pt x="77619" y="13447"/>
                    </a:cubicBezTo>
                    <a:cubicBezTo>
                      <a:pt x="69114" y="4941"/>
                      <a:pt x="57576" y="162"/>
                      <a:pt x="45547" y="162"/>
                    </a:cubicBezTo>
                    <a:cubicBezTo>
                      <a:pt x="33518" y="162"/>
                      <a:pt x="21980" y="4941"/>
                      <a:pt x="13474" y="13447"/>
                    </a:cubicBezTo>
                    <a:cubicBezTo>
                      <a:pt x="4969" y="21952"/>
                      <a:pt x="190" y="33490"/>
                      <a:pt x="190" y="45519"/>
                    </a:cubicBezTo>
                    <a:cubicBezTo>
                      <a:pt x="190" y="57547"/>
                      <a:pt x="4969" y="69085"/>
                      <a:pt x="13474" y="77591"/>
                    </a:cubicBezTo>
                    <a:cubicBezTo>
                      <a:pt x="21980" y="86096"/>
                      <a:pt x="33518" y="90875"/>
                      <a:pt x="45547" y="9087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599" name="任意多边形: 形状 2598"/>
              <p:cNvSpPr/>
              <p:nvPr/>
            </p:nvSpPr>
            <p:spPr>
              <a:xfrm>
                <a:off x="3892834" y="22484561"/>
                <a:ext cx="180000" cy="180000"/>
              </a:xfrm>
              <a:custGeom>
                <a:avLst/>
                <a:gdLst>
                  <a:gd name="csX0" fmla="*/ 45459 w 90714"/>
                  <a:gd name="csY0" fmla="*/ 90855 h 90713"/>
                  <a:gd name="csX1" fmla="*/ 77531 w 90714"/>
                  <a:gd name="csY1" fmla="*/ 77571 h 90713"/>
                  <a:gd name="csX2" fmla="*/ 90816 w 90714"/>
                  <a:gd name="csY2" fmla="*/ 45498 h 90713"/>
                  <a:gd name="csX3" fmla="*/ 77531 w 90714"/>
                  <a:gd name="csY3" fmla="*/ 13426 h 90713"/>
                  <a:gd name="csX4" fmla="*/ 45459 w 90714"/>
                  <a:gd name="csY4" fmla="*/ 142 h 90713"/>
                  <a:gd name="csX5" fmla="*/ 13386 w 90714"/>
                  <a:gd name="csY5" fmla="*/ 13426 h 90713"/>
                  <a:gd name="csX6" fmla="*/ 102 w 90714"/>
                  <a:gd name="csY6" fmla="*/ 45498 h 90713"/>
                  <a:gd name="csX7" fmla="*/ 13386 w 90714"/>
                  <a:gd name="csY7" fmla="*/ 77571 h 90713"/>
                  <a:gd name="csX8" fmla="*/ 45459 w 90714"/>
                  <a:gd name="csY8" fmla="*/ 9085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59" y="90855"/>
                    </a:moveTo>
                    <a:cubicBezTo>
                      <a:pt x="57488" y="90855"/>
                      <a:pt x="69026" y="86076"/>
                      <a:pt x="77531" y="77571"/>
                    </a:cubicBezTo>
                    <a:cubicBezTo>
                      <a:pt x="86037" y="69065"/>
                      <a:pt x="90816" y="57527"/>
                      <a:pt x="90816" y="45498"/>
                    </a:cubicBezTo>
                    <a:cubicBezTo>
                      <a:pt x="90816" y="33470"/>
                      <a:pt x="86037" y="21932"/>
                      <a:pt x="77531" y="13426"/>
                    </a:cubicBezTo>
                    <a:cubicBezTo>
                      <a:pt x="69026" y="4921"/>
                      <a:pt x="57488" y="142"/>
                      <a:pt x="45459" y="142"/>
                    </a:cubicBezTo>
                    <a:cubicBezTo>
                      <a:pt x="33430" y="142"/>
                      <a:pt x="21892" y="4921"/>
                      <a:pt x="13386" y="13426"/>
                    </a:cubicBezTo>
                    <a:cubicBezTo>
                      <a:pt x="4881" y="21932"/>
                      <a:pt x="102" y="33470"/>
                      <a:pt x="102" y="45498"/>
                    </a:cubicBezTo>
                    <a:cubicBezTo>
                      <a:pt x="102" y="57527"/>
                      <a:pt x="4881" y="69065"/>
                      <a:pt x="13386" y="77571"/>
                    </a:cubicBezTo>
                    <a:cubicBezTo>
                      <a:pt x="21892" y="86076"/>
                      <a:pt x="33430" y="90855"/>
                      <a:pt x="45459" y="9085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0" name="任意多边形: 形状 2599"/>
              <p:cNvSpPr/>
              <p:nvPr/>
            </p:nvSpPr>
            <p:spPr>
              <a:xfrm>
                <a:off x="6324073" y="21890834"/>
                <a:ext cx="180000" cy="180000"/>
              </a:xfrm>
              <a:custGeom>
                <a:avLst/>
                <a:gdLst>
                  <a:gd name="csX0" fmla="*/ 45535 w 90714"/>
                  <a:gd name="csY0" fmla="*/ 90837 h 90713"/>
                  <a:gd name="csX1" fmla="*/ 77607 w 90714"/>
                  <a:gd name="csY1" fmla="*/ 77552 h 90713"/>
                  <a:gd name="csX2" fmla="*/ 90892 w 90714"/>
                  <a:gd name="csY2" fmla="*/ 45480 h 90713"/>
                  <a:gd name="csX3" fmla="*/ 77607 w 90714"/>
                  <a:gd name="csY3" fmla="*/ 13408 h 90713"/>
                  <a:gd name="csX4" fmla="*/ 45535 w 90714"/>
                  <a:gd name="csY4" fmla="*/ 123 h 90713"/>
                  <a:gd name="csX5" fmla="*/ 13462 w 90714"/>
                  <a:gd name="csY5" fmla="*/ 13408 h 90713"/>
                  <a:gd name="csX6" fmla="*/ 177 w 90714"/>
                  <a:gd name="csY6" fmla="*/ 45480 h 90713"/>
                  <a:gd name="csX7" fmla="*/ 13462 w 90714"/>
                  <a:gd name="csY7" fmla="*/ 77552 h 90713"/>
                  <a:gd name="csX8" fmla="*/ 45535 w 90714"/>
                  <a:gd name="csY8" fmla="*/ 908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5" y="90837"/>
                    </a:moveTo>
                    <a:cubicBezTo>
                      <a:pt x="57564" y="90837"/>
                      <a:pt x="69101" y="86058"/>
                      <a:pt x="77607" y="77552"/>
                    </a:cubicBezTo>
                    <a:cubicBezTo>
                      <a:pt x="86113" y="69046"/>
                      <a:pt x="90892" y="57509"/>
                      <a:pt x="90892" y="45480"/>
                    </a:cubicBezTo>
                    <a:cubicBezTo>
                      <a:pt x="90892" y="33451"/>
                      <a:pt x="86113" y="21914"/>
                      <a:pt x="77607" y="13408"/>
                    </a:cubicBezTo>
                    <a:cubicBezTo>
                      <a:pt x="69101" y="4902"/>
                      <a:pt x="57564" y="123"/>
                      <a:pt x="45535" y="123"/>
                    </a:cubicBezTo>
                    <a:cubicBezTo>
                      <a:pt x="33506" y="123"/>
                      <a:pt x="21968" y="4902"/>
                      <a:pt x="13462" y="13408"/>
                    </a:cubicBezTo>
                    <a:cubicBezTo>
                      <a:pt x="4957" y="21914"/>
                      <a:pt x="177" y="33451"/>
                      <a:pt x="177" y="45480"/>
                    </a:cubicBezTo>
                    <a:cubicBezTo>
                      <a:pt x="177" y="57509"/>
                      <a:pt x="4957" y="69046"/>
                      <a:pt x="13462" y="77552"/>
                    </a:cubicBezTo>
                    <a:cubicBezTo>
                      <a:pt x="21968" y="86058"/>
                      <a:pt x="33506" y="90837"/>
                      <a:pt x="45535" y="908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1" name="任意多边形: 形状 2600"/>
              <p:cNvSpPr/>
              <p:nvPr/>
            </p:nvSpPr>
            <p:spPr>
              <a:xfrm>
                <a:off x="7613432" y="19711394"/>
                <a:ext cx="180000" cy="180000"/>
              </a:xfrm>
              <a:custGeom>
                <a:avLst/>
                <a:gdLst>
                  <a:gd name="csX0" fmla="*/ 45575 w 90714"/>
                  <a:gd name="csY0" fmla="*/ 90769 h 90713"/>
                  <a:gd name="csX1" fmla="*/ 77647 w 90714"/>
                  <a:gd name="csY1" fmla="*/ 77484 h 90713"/>
                  <a:gd name="csX2" fmla="*/ 90932 w 90714"/>
                  <a:gd name="csY2" fmla="*/ 45412 h 90713"/>
                  <a:gd name="csX3" fmla="*/ 77647 w 90714"/>
                  <a:gd name="csY3" fmla="*/ 13340 h 90713"/>
                  <a:gd name="csX4" fmla="*/ 45575 w 90714"/>
                  <a:gd name="csY4" fmla="*/ 55 h 90713"/>
                  <a:gd name="csX5" fmla="*/ 13502 w 90714"/>
                  <a:gd name="csY5" fmla="*/ 13340 h 90713"/>
                  <a:gd name="csX6" fmla="*/ 218 w 90714"/>
                  <a:gd name="csY6" fmla="*/ 45412 h 90713"/>
                  <a:gd name="csX7" fmla="*/ 13502 w 90714"/>
                  <a:gd name="csY7" fmla="*/ 77484 h 90713"/>
                  <a:gd name="csX8" fmla="*/ 45575 w 90714"/>
                  <a:gd name="csY8" fmla="*/ 9076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5" y="90769"/>
                    </a:moveTo>
                    <a:cubicBezTo>
                      <a:pt x="57604" y="90769"/>
                      <a:pt x="69142" y="85990"/>
                      <a:pt x="77647" y="77484"/>
                    </a:cubicBezTo>
                    <a:cubicBezTo>
                      <a:pt x="86153" y="68978"/>
                      <a:pt x="90932" y="57441"/>
                      <a:pt x="90932" y="45412"/>
                    </a:cubicBezTo>
                    <a:cubicBezTo>
                      <a:pt x="90932" y="33383"/>
                      <a:pt x="86153" y="21846"/>
                      <a:pt x="77647" y="13340"/>
                    </a:cubicBezTo>
                    <a:cubicBezTo>
                      <a:pt x="69142" y="4834"/>
                      <a:pt x="57604" y="55"/>
                      <a:pt x="45575" y="55"/>
                    </a:cubicBezTo>
                    <a:cubicBezTo>
                      <a:pt x="33546" y="55"/>
                      <a:pt x="22008" y="4834"/>
                      <a:pt x="13502" y="13340"/>
                    </a:cubicBezTo>
                    <a:cubicBezTo>
                      <a:pt x="4997" y="21846"/>
                      <a:pt x="218" y="33383"/>
                      <a:pt x="218" y="45412"/>
                    </a:cubicBezTo>
                    <a:cubicBezTo>
                      <a:pt x="218" y="57441"/>
                      <a:pt x="4997" y="68978"/>
                      <a:pt x="13502" y="77484"/>
                    </a:cubicBezTo>
                    <a:cubicBezTo>
                      <a:pt x="22008" y="85990"/>
                      <a:pt x="33546" y="90769"/>
                      <a:pt x="45575" y="9076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2" name="任意多边形: 形状 2601"/>
              <p:cNvSpPr/>
              <p:nvPr/>
            </p:nvSpPr>
            <p:spPr>
              <a:xfrm>
                <a:off x="4580470" y="24441967"/>
                <a:ext cx="180000" cy="180000"/>
              </a:xfrm>
              <a:custGeom>
                <a:avLst/>
                <a:gdLst>
                  <a:gd name="csX0" fmla="*/ 45480 w 90714"/>
                  <a:gd name="csY0" fmla="*/ 90916 h 90713"/>
                  <a:gd name="csX1" fmla="*/ 77553 w 90714"/>
                  <a:gd name="csY1" fmla="*/ 77632 h 90713"/>
                  <a:gd name="csX2" fmla="*/ 90838 w 90714"/>
                  <a:gd name="csY2" fmla="*/ 45559 h 90713"/>
                  <a:gd name="csX3" fmla="*/ 77553 w 90714"/>
                  <a:gd name="csY3" fmla="*/ 13487 h 90713"/>
                  <a:gd name="csX4" fmla="*/ 45480 w 90714"/>
                  <a:gd name="csY4" fmla="*/ 203 h 90713"/>
                  <a:gd name="csX5" fmla="*/ 13408 w 90714"/>
                  <a:gd name="csY5" fmla="*/ 13487 h 90713"/>
                  <a:gd name="csX6" fmla="*/ 123 w 90714"/>
                  <a:gd name="csY6" fmla="*/ 45559 h 90713"/>
                  <a:gd name="csX7" fmla="*/ 13408 w 90714"/>
                  <a:gd name="csY7" fmla="*/ 77632 h 90713"/>
                  <a:gd name="csX8" fmla="*/ 45480 w 90714"/>
                  <a:gd name="csY8" fmla="*/ 9091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0" y="90916"/>
                    </a:moveTo>
                    <a:cubicBezTo>
                      <a:pt x="57509" y="90916"/>
                      <a:pt x="69047" y="86137"/>
                      <a:pt x="77553" y="77632"/>
                    </a:cubicBezTo>
                    <a:cubicBezTo>
                      <a:pt x="86058" y="69126"/>
                      <a:pt x="90838" y="57588"/>
                      <a:pt x="90838" y="45559"/>
                    </a:cubicBezTo>
                    <a:cubicBezTo>
                      <a:pt x="90838" y="33531"/>
                      <a:pt x="86058" y="21993"/>
                      <a:pt x="77553" y="13487"/>
                    </a:cubicBezTo>
                    <a:cubicBezTo>
                      <a:pt x="69047" y="4982"/>
                      <a:pt x="57509" y="203"/>
                      <a:pt x="45480" y="203"/>
                    </a:cubicBezTo>
                    <a:cubicBezTo>
                      <a:pt x="33451" y="203"/>
                      <a:pt x="21914" y="4982"/>
                      <a:pt x="13408" y="13487"/>
                    </a:cubicBezTo>
                    <a:cubicBezTo>
                      <a:pt x="4902" y="21993"/>
                      <a:pt x="123" y="33531"/>
                      <a:pt x="123" y="45559"/>
                    </a:cubicBezTo>
                    <a:cubicBezTo>
                      <a:pt x="123" y="57588"/>
                      <a:pt x="4902" y="69126"/>
                      <a:pt x="13408" y="77632"/>
                    </a:cubicBezTo>
                    <a:cubicBezTo>
                      <a:pt x="21914" y="86137"/>
                      <a:pt x="33451" y="90916"/>
                      <a:pt x="45480" y="9091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3" name="任意多边形: 形状 2602"/>
              <p:cNvSpPr/>
              <p:nvPr/>
            </p:nvSpPr>
            <p:spPr>
              <a:xfrm>
                <a:off x="5341683" y="23394467"/>
                <a:ext cx="180000" cy="180000"/>
              </a:xfrm>
              <a:custGeom>
                <a:avLst/>
                <a:gdLst>
                  <a:gd name="csX0" fmla="*/ 45504 w 90714"/>
                  <a:gd name="csY0" fmla="*/ 90884 h 90713"/>
                  <a:gd name="csX1" fmla="*/ 77576 w 90714"/>
                  <a:gd name="csY1" fmla="*/ 77599 h 90713"/>
                  <a:gd name="csX2" fmla="*/ 90861 w 90714"/>
                  <a:gd name="csY2" fmla="*/ 45527 h 90713"/>
                  <a:gd name="csX3" fmla="*/ 77576 w 90714"/>
                  <a:gd name="csY3" fmla="*/ 13455 h 90713"/>
                  <a:gd name="csX4" fmla="*/ 45504 w 90714"/>
                  <a:gd name="csY4" fmla="*/ 170 h 90713"/>
                  <a:gd name="csX5" fmla="*/ 13432 w 90714"/>
                  <a:gd name="csY5" fmla="*/ 13455 h 90713"/>
                  <a:gd name="csX6" fmla="*/ 147 w 90714"/>
                  <a:gd name="csY6" fmla="*/ 45527 h 90713"/>
                  <a:gd name="csX7" fmla="*/ 13432 w 90714"/>
                  <a:gd name="csY7" fmla="*/ 77599 h 90713"/>
                  <a:gd name="csX8" fmla="*/ 45504 w 90714"/>
                  <a:gd name="csY8" fmla="*/ 9088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4" y="90884"/>
                    </a:moveTo>
                    <a:cubicBezTo>
                      <a:pt x="57533" y="90884"/>
                      <a:pt x="69071" y="86104"/>
                      <a:pt x="77576" y="77599"/>
                    </a:cubicBezTo>
                    <a:cubicBezTo>
                      <a:pt x="86082" y="69093"/>
                      <a:pt x="90861" y="57556"/>
                      <a:pt x="90861" y="45527"/>
                    </a:cubicBezTo>
                    <a:cubicBezTo>
                      <a:pt x="90861" y="33498"/>
                      <a:pt x="86082" y="21960"/>
                      <a:pt x="77576" y="13455"/>
                    </a:cubicBezTo>
                    <a:cubicBezTo>
                      <a:pt x="69071" y="4949"/>
                      <a:pt x="57533" y="170"/>
                      <a:pt x="45504" y="170"/>
                    </a:cubicBezTo>
                    <a:cubicBezTo>
                      <a:pt x="33475" y="170"/>
                      <a:pt x="21937" y="4949"/>
                      <a:pt x="13432" y="13455"/>
                    </a:cubicBezTo>
                    <a:cubicBezTo>
                      <a:pt x="4926" y="21960"/>
                      <a:pt x="147" y="33498"/>
                      <a:pt x="147" y="45527"/>
                    </a:cubicBezTo>
                    <a:cubicBezTo>
                      <a:pt x="147" y="57556"/>
                      <a:pt x="4926" y="69093"/>
                      <a:pt x="13432" y="77599"/>
                    </a:cubicBezTo>
                    <a:cubicBezTo>
                      <a:pt x="21937" y="86104"/>
                      <a:pt x="33475" y="90884"/>
                      <a:pt x="45504" y="9088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4" name="任意多边形: 形状 2603"/>
              <p:cNvSpPr/>
              <p:nvPr/>
            </p:nvSpPr>
            <p:spPr>
              <a:xfrm>
                <a:off x="8803173" y="23368160"/>
                <a:ext cx="180000" cy="180000"/>
              </a:xfrm>
              <a:custGeom>
                <a:avLst/>
                <a:gdLst>
                  <a:gd name="csX0" fmla="*/ 45612 w 90714"/>
                  <a:gd name="csY0" fmla="*/ 90883 h 90713"/>
                  <a:gd name="csX1" fmla="*/ 77684 w 90714"/>
                  <a:gd name="csY1" fmla="*/ 77598 h 90713"/>
                  <a:gd name="csX2" fmla="*/ 90969 w 90714"/>
                  <a:gd name="csY2" fmla="*/ 45526 h 90713"/>
                  <a:gd name="csX3" fmla="*/ 77684 w 90714"/>
                  <a:gd name="csY3" fmla="*/ 13454 h 90713"/>
                  <a:gd name="csX4" fmla="*/ 45612 w 90714"/>
                  <a:gd name="csY4" fmla="*/ 169 h 90713"/>
                  <a:gd name="csX5" fmla="*/ 13540 w 90714"/>
                  <a:gd name="csY5" fmla="*/ 13454 h 90713"/>
                  <a:gd name="csX6" fmla="*/ 255 w 90714"/>
                  <a:gd name="csY6" fmla="*/ 45526 h 90713"/>
                  <a:gd name="csX7" fmla="*/ 13540 w 90714"/>
                  <a:gd name="csY7" fmla="*/ 77598 h 90713"/>
                  <a:gd name="csX8" fmla="*/ 45612 w 90714"/>
                  <a:gd name="csY8" fmla="*/ 9088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2" y="90883"/>
                    </a:moveTo>
                    <a:cubicBezTo>
                      <a:pt x="57641" y="90883"/>
                      <a:pt x="69179" y="86104"/>
                      <a:pt x="77684" y="77598"/>
                    </a:cubicBezTo>
                    <a:cubicBezTo>
                      <a:pt x="86190" y="69092"/>
                      <a:pt x="90969" y="57555"/>
                      <a:pt x="90969" y="45526"/>
                    </a:cubicBezTo>
                    <a:cubicBezTo>
                      <a:pt x="90969" y="33497"/>
                      <a:pt x="86190" y="21960"/>
                      <a:pt x="77684" y="13454"/>
                    </a:cubicBezTo>
                    <a:cubicBezTo>
                      <a:pt x="69179" y="4948"/>
                      <a:pt x="57641" y="169"/>
                      <a:pt x="45612" y="169"/>
                    </a:cubicBezTo>
                    <a:cubicBezTo>
                      <a:pt x="33583" y="169"/>
                      <a:pt x="22045" y="4948"/>
                      <a:pt x="13540" y="13454"/>
                    </a:cubicBezTo>
                    <a:cubicBezTo>
                      <a:pt x="5034" y="21960"/>
                      <a:pt x="255" y="33497"/>
                      <a:pt x="255" y="45526"/>
                    </a:cubicBezTo>
                    <a:cubicBezTo>
                      <a:pt x="255" y="57555"/>
                      <a:pt x="5034" y="69092"/>
                      <a:pt x="13540" y="77598"/>
                    </a:cubicBezTo>
                    <a:cubicBezTo>
                      <a:pt x="22045" y="86104"/>
                      <a:pt x="33583" y="90883"/>
                      <a:pt x="45612" y="9088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5" name="任意多边形: 形状 2604"/>
              <p:cNvSpPr/>
              <p:nvPr/>
            </p:nvSpPr>
            <p:spPr>
              <a:xfrm>
                <a:off x="8725702" y="22270521"/>
                <a:ext cx="180000" cy="180000"/>
              </a:xfrm>
              <a:custGeom>
                <a:avLst/>
                <a:gdLst>
                  <a:gd name="csX0" fmla="*/ 45610 w 90714"/>
                  <a:gd name="csY0" fmla="*/ 90849 h 90713"/>
                  <a:gd name="csX1" fmla="*/ 77682 w 90714"/>
                  <a:gd name="csY1" fmla="*/ 77564 h 90713"/>
                  <a:gd name="csX2" fmla="*/ 90967 w 90714"/>
                  <a:gd name="csY2" fmla="*/ 45492 h 90713"/>
                  <a:gd name="csX3" fmla="*/ 77682 w 90714"/>
                  <a:gd name="csY3" fmla="*/ 13420 h 90713"/>
                  <a:gd name="csX4" fmla="*/ 45610 w 90714"/>
                  <a:gd name="csY4" fmla="*/ 135 h 90713"/>
                  <a:gd name="csX5" fmla="*/ 13537 w 90714"/>
                  <a:gd name="csY5" fmla="*/ 13420 h 90713"/>
                  <a:gd name="csX6" fmla="*/ 252 w 90714"/>
                  <a:gd name="csY6" fmla="*/ 45492 h 90713"/>
                  <a:gd name="csX7" fmla="*/ 13537 w 90714"/>
                  <a:gd name="csY7" fmla="*/ 77564 h 90713"/>
                  <a:gd name="csX8" fmla="*/ 45610 w 90714"/>
                  <a:gd name="csY8" fmla="*/ 9084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0" y="90849"/>
                    </a:moveTo>
                    <a:cubicBezTo>
                      <a:pt x="57638" y="90849"/>
                      <a:pt x="69176" y="86069"/>
                      <a:pt x="77682" y="77564"/>
                    </a:cubicBezTo>
                    <a:cubicBezTo>
                      <a:pt x="86188" y="69058"/>
                      <a:pt x="90967" y="57521"/>
                      <a:pt x="90967" y="45492"/>
                    </a:cubicBezTo>
                    <a:cubicBezTo>
                      <a:pt x="90967" y="33463"/>
                      <a:pt x="86188" y="21925"/>
                      <a:pt x="77682" y="13420"/>
                    </a:cubicBezTo>
                    <a:cubicBezTo>
                      <a:pt x="69176" y="4914"/>
                      <a:pt x="57638" y="135"/>
                      <a:pt x="45610" y="135"/>
                    </a:cubicBezTo>
                    <a:cubicBezTo>
                      <a:pt x="33581" y="135"/>
                      <a:pt x="22043" y="4914"/>
                      <a:pt x="13537" y="13420"/>
                    </a:cubicBezTo>
                    <a:cubicBezTo>
                      <a:pt x="5031" y="21925"/>
                      <a:pt x="252" y="33463"/>
                      <a:pt x="252" y="45492"/>
                    </a:cubicBezTo>
                    <a:cubicBezTo>
                      <a:pt x="252" y="57521"/>
                      <a:pt x="5031" y="69058"/>
                      <a:pt x="13537" y="77564"/>
                    </a:cubicBezTo>
                    <a:cubicBezTo>
                      <a:pt x="22043" y="86069"/>
                      <a:pt x="33581" y="90849"/>
                      <a:pt x="45610" y="9084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6" name="任意多边形: 形状 2605"/>
              <p:cNvSpPr/>
              <p:nvPr/>
            </p:nvSpPr>
            <p:spPr>
              <a:xfrm>
                <a:off x="7808139" y="23437892"/>
                <a:ext cx="180000" cy="180000"/>
              </a:xfrm>
              <a:custGeom>
                <a:avLst/>
                <a:gdLst>
                  <a:gd name="csX0" fmla="*/ 45581 w 90714"/>
                  <a:gd name="csY0" fmla="*/ 90885 h 90713"/>
                  <a:gd name="csX1" fmla="*/ 77653 w 90714"/>
                  <a:gd name="csY1" fmla="*/ 77600 h 90713"/>
                  <a:gd name="csX2" fmla="*/ 90938 w 90714"/>
                  <a:gd name="csY2" fmla="*/ 45528 h 90713"/>
                  <a:gd name="csX3" fmla="*/ 77653 w 90714"/>
                  <a:gd name="csY3" fmla="*/ 13456 h 90713"/>
                  <a:gd name="csX4" fmla="*/ 45581 w 90714"/>
                  <a:gd name="csY4" fmla="*/ 171 h 90713"/>
                  <a:gd name="csX5" fmla="*/ 13509 w 90714"/>
                  <a:gd name="csY5" fmla="*/ 13456 h 90713"/>
                  <a:gd name="csX6" fmla="*/ 224 w 90714"/>
                  <a:gd name="csY6" fmla="*/ 45528 h 90713"/>
                  <a:gd name="csX7" fmla="*/ 13509 w 90714"/>
                  <a:gd name="csY7" fmla="*/ 77600 h 90713"/>
                  <a:gd name="csX8" fmla="*/ 45581 w 90714"/>
                  <a:gd name="csY8" fmla="*/ 9088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1" y="90885"/>
                    </a:moveTo>
                    <a:cubicBezTo>
                      <a:pt x="57610" y="90885"/>
                      <a:pt x="69148" y="86106"/>
                      <a:pt x="77653" y="77600"/>
                    </a:cubicBezTo>
                    <a:cubicBezTo>
                      <a:pt x="86159" y="69095"/>
                      <a:pt x="90938" y="57557"/>
                      <a:pt x="90938" y="45528"/>
                    </a:cubicBezTo>
                    <a:cubicBezTo>
                      <a:pt x="90938" y="33499"/>
                      <a:pt x="86159" y="21962"/>
                      <a:pt x="77653" y="13456"/>
                    </a:cubicBezTo>
                    <a:cubicBezTo>
                      <a:pt x="69148" y="4951"/>
                      <a:pt x="57610" y="171"/>
                      <a:pt x="45581" y="171"/>
                    </a:cubicBezTo>
                    <a:cubicBezTo>
                      <a:pt x="33552" y="171"/>
                      <a:pt x="22014" y="4951"/>
                      <a:pt x="13509" y="13456"/>
                    </a:cubicBezTo>
                    <a:cubicBezTo>
                      <a:pt x="5003" y="21962"/>
                      <a:pt x="224" y="33499"/>
                      <a:pt x="224" y="45528"/>
                    </a:cubicBezTo>
                    <a:cubicBezTo>
                      <a:pt x="224" y="57557"/>
                      <a:pt x="5003" y="69095"/>
                      <a:pt x="13509" y="77600"/>
                    </a:cubicBezTo>
                    <a:cubicBezTo>
                      <a:pt x="22014" y="86106"/>
                      <a:pt x="33552" y="90885"/>
                      <a:pt x="45581" y="9088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7" name="任意多边形: 形状 2606"/>
              <p:cNvSpPr/>
              <p:nvPr/>
            </p:nvSpPr>
            <p:spPr>
              <a:xfrm>
                <a:off x="5001002" y="22514620"/>
                <a:ext cx="180000" cy="180000"/>
              </a:xfrm>
              <a:custGeom>
                <a:avLst/>
                <a:gdLst>
                  <a:gd name="csX0" fmla="*/ 45493 w 90714"/>
                  <a:gd name="csY0" fmla="*/ 90856 h 90713"/>
                  <a:gd name="csX1" fmla="*/ 77566 w 90714"/>
                  <a:gd name="csY1" fmla="*/ 77571 h 90713"/>
                  <a:gd name="csX2" fmla="*/ 90851 w 90714"/>
                  <a:gd name="csY2" fmla="*/ 45499 h 90713"/>
                  <a:gd name="csX3" fmla="*/ 77566 w 90714"/>
                  <a:gd name="csY3" fmla="*/ 13427 h 90713"/>
                  <a:gd name="csX4" fmla="*/ 45493 w 90714"/>
                  <a:gd name="csY4" fmla="*/ 143 h 90713"/>
                  <a:gd name="csX5" fmla="*/ 13421 w 90714"/>
                  <a:gd name="csY5" fmla="*/ 13427 h 90713"/>
                  <a:gd name="csX6" fmla="*/ 136 w 90714"/>
                  <a:gd name="csY6" fmla="*/ 45499 h 90713"/>
                  <a:gd name="csX7" fmla="*/ 13421 w 90714"/>
                  <a:gd name="csY7" fmla="*/ 77571 h 90713"/>
                  <a:gd name="csX8" fmla="*/ 45493 w 90714"/>
                  <a:gd name="csY8" fmla="*/ 9085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3" y="90856"/>
                    </a:moveTo>
                    <a:cubicBezTo>
                      <a:pt x="57522" y="90856"/>
                      <a:pt x="69060" y="86077"/>
                      <a:pt x="77566" y="77571"/>
                    </a:cubicBezTo>
                    <a:cubicBezTo>
                      <a:pt x="86072" y="69066"/>
                      <a:pt x="90851" y="57528"/>
                      <a:pt x="90851" y="45499"/>
                    </a:cubicBezTo>
                    <a:cubicBezTo>
                      <a:pt x="90851" y="33471"/>
                      <a:pt x="86072" y="21933"/>
                      <a:pt x="77566" y="13427"/>
                    </a:cubicBezTo>
                    <a:cubicBezTo>
                      <a:pt x="69060" y="4922"/>
                      <a:pt x="57522" y="143"/>
                      <a:pt x="45493" y="143"/>
                    </a:cubicBezTo>
                    <a:cubicBezTo>
                      <a:pt x="33465" y="143"/>
                      <a:pt x="21927" y="4922"/>
                      <a:pt x="13421" y="13427"/>
                    </a:cubicBezTo>
                    <a:cubicBezTo>
                      <a:pt x="4915" y="21933"/>
                      <a:pt x="136" y="33471"/>
                      <a:pt x="136" y="45499"/>
                    </a:cubicBezTo>
                    <a:cubicBezTo>
                      <a:pt x="136" y="57528"/>
                      <a:pt x="4915" y="69066"/>
                      <a:pt x="13421" y="77571"/>
                    </a:cubicBezTo>
                    <a:cubicBezTo>
                      <a:pt x="21927" y="86077"/>
                      <a:pt x="33465" y="90856"/>
                      <a:pt x="45493" y="9085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8" name="任意多边形: 形状 2607"/>
              <p:cNvSpPr/>
              <p:nvPr/>
            </p:nvSpPr>
            <p:spPr>
              <a:xfrm>
                <a:off x="8527894" y="24494392"/>
                <a:ext cx="180000" cy="180000"/>
              </a:xfrm>
              <a:custGeom>
                <a:avLst/>
                <a:gdLst>
                  <a:gd name="csX0" fmla="*/ 45603 w 90714"/>
                  <a:gd name="csY0" fmla="*/ 90918 h 90713"/>
                  <a:gd name="csX1" fmla="*/ 77676 w 90714"/>
                  <a:gd name="csY1" fmla="*/ 77633 h 90713"/>
                  <a:gd name="csX2" fmla="*/ 90961 w 90714"/>
                  <a:gd name="csY2" fmla="*/ 45561 h 90713"/>
                  <a:gd name="csX3" fmla="*/ 77676 w 90714"/>
                  <a:gd name="csY3" fmla="*/ 13489 h 90713"/>
                  <a:gd name="csX4" fmla="*/ 45603 w 90714"/>
                  <a:gd name="csY4" fmla="*/ 204 h 90713"/>
                  <a:gd name="csX5" fmla="*/ 13531 w 90714"/>
                  <a:gd name="csY5" fmla="*/ 13489 h 90713"/>
                  <a:gd name="csX6" fmla="*/ 246 w 90714"/>
                  <a:gd name="csY6" fmla="*/ 45561 h 90713"/>
                  <a:gd name="csX7" fmla="*/ 13531 w 90714"/>
                  <a:gd name="csY7" fmla="*/ 77633 h 90713"/>
                  <a:gd name="csX8" fmla="*/ 45603 w 90714"/>
                  <a:gd name="csY8" fmla="*/ 9091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03" y="90918"/>
                    </a:moveTo>
                    <a:cubicBezTo>
                      <a:pt x="57632" y="90918"/>
                      <a:pt x="69170" y="86139"/>
                      <a:pt x="77676" y="77633"/>
                    </a:cubicBezTo>
                    <a:cubicBezTo>
                      <a:pt x="86182" y="69128"/>
                      <a:pt x="90961" y="57590"/>
                      <a:pt x="90961" y="45561"/>
                    </a:cubicBezTo>
                    <a:cubicBezTo>
                      <a:pt x="90961" y="33532"/>
                      <a:pt x="86182" y="21995"/>
                      <a:pt x="77676" y="13489"/>
                    </a:cubicBezTo>
                    <a:cubicBezTo>
                      <a:pt x="69170" y="4983"/>
                      <a:pt x="57632" y="204"/>
                      <a:pt x="45603" y="204"/>
                    </a:cubicBezTo>
                    <a:cubicBezTo>
                      <a:pt x="33574" y="204"/>
                      <a:pt x="22037" y="4983"/>
                      <a:pt x="13531" y="13489"/>
                    </a:cubicBezTo>
                    <a:cubicBezTo>
                      <a:pt x="5025" y="21995"/>
                      <a:pt x="246" y="33532"/>
                      <a:pt x="246" y="45561"/>
                    </a:cubicBezTo>
                    <a:cubicBezTo>
                      <a:pt x="246" y="57590"/>
                      <a:pt x="5025" y="69128"/>
                      <a:pt x="13531" y="77633"/>
                    </a:cubicBezTo>
                    <a:cubicBezTo>
                      <a:pt x="22037" y="86139"/>
                      <a:pt x="33574" y="90918"/>
                      <a:pt x="45603" y="9091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09" name="任意多边形: 形状 2608"/>
              <p:cNvSpPr/>
              <p:nvPr/>
            </p:nvSpPr>
            <p:spPr>
              <a:xfrm>
                <a:off x="7011787" y="22142579"/>
                <a:ext cx="180000" cy="180000"/>
              </a:xfrm>
              <a:custGeom>
                <a:avLst/>
                <a:gdLst>
                  <a:gd name="csX0" fmla="*/ 45556 w 90714"/>
                  <a:gd name="csY0" fmla="*/ 90845 h 90713"/>
                  <a:gd name="csX1" fmla="*/ 77629 w 90714"/>
                  <a:gd name="csY1" fmla="*/ 77560 h 90713"/>
                  <a:gd name="csX2" fmla="*/ 90913 w 90714"/>
                  <a:gd name="csY2" fmla="*/ 45488 h 90713"/>
                  <a:gd name="csX3" fmla="*/ 77629 w 90714"/>
                  <a:gd name="csY3" fmla="*/ 13416 h 90713"/>
                  <a:gd name="csX4" fmla="*/ 45556 w 90714"/>
                  <a:gd name="csY4" fmla="*/ 131 h 90713"/>
                  <a:gd name="csX5" fmla="*/ 13484 w 90714"/>
                  <a:gd name="csY5" fmla="*/ 13416 h 90713"/>
                  <a:gd name="csX6" fmla="*/ 199 w 90714"/>
                  <a:gd name="csY6" fmla="*/ 45488 h 90713"/>
                  <a:gd name="csX7" fmla="*/ 13484 w 90714"/>
                  <a:gd name="csY7" fmla="*/ 77560 h 90713"/>
                  <a:gd name="csX8" fmla="*/ 45556 w 90714"/>
                  <a:gd name="csY8" fmla="*/ 9084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45"/>
                    </a:moveTo>
                    <a:cubicBezTo>
                      <a:pt x="57585" y="90845"/>
                      <a:pt x="69123" y="86065"/>
                      <a:pt x="77629" y="77560"/>
                    </a:cubicBezTo>
                    <a:cubicBezTo>
                      <a:pt x="86134" y="69054"/>
                      <a:pt x="90913" y="57517"/>
                      <a:pt x="90913" y="45488"/>
                    </a:cubicBezTo>
                    <a:cubicBezTo>
                      <a:pt x="90913" y="33459"/>
                      <a:pt x="86134" y="21921"/>
                      <a:pt x="77629" y="13416"/>
                    </a:cubicBezTo>
                    <a:cubicBezTo>
                      <a:pt x="69123" y="4910"/>
                      <a:pt x="57585" y="131"/>
                      <a:pt x="45556" y="131"/>
                    </a:cubicBezTo>
                    <a:cubicBezTo>
                      <a:pt x="33527" y="131"/>
                      <a:pt x="21989" y="4910"/>
                      <a:pt x="13484" y="13416"/>
                    </a:cubicBezTo>
                    <a:cubicBezTo>
                      <a:pt x="4978" y="21921"/>
                      <a:pt x="199" y="33459"/>
                      <a:pt x="199" y="45488"/>
                    </a:cubicBezTo>
                    <a:cubicBezTo>
                      <a:pt x="199" y="57517"/>
                      <a:pt x="4978" y="69054"/>
                      <a:pt x="13484" y="77560"/>
                    </a:cubicBezTo>
                    <a:cubicBezTo>
                      <a:pt x="21989" y="86065"/>
                      <a:pt x="33527" y="90845"/>
                      <a:pt x="45556" y="9084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0" name="任意多边形: 形状 2609"/>
              <p:cNvSpPr/>
              <p:nvPr/>
            </p:nvSpPr>
            <p:spPr>
              <a:xfrm>
                <a:off x="6993171" y="22654950"/>
                <a:ext cx="180000" cy="180000"/>
              </a:xfrm>
              <a:custGeom>
                <a:avLst/>
                <a:gdLst>
                  <a:gd name="csX0" fmla="*/ 45556 w 90714"/>
                  <a:gd name="csY0" fmla="*/ 90861 h 90713"/>
                  <a:gd name="csX1" fmla="*/ 77628 w 90714"/>
                  <a:gd name="csY1" fmla="*/ 77576 h 90713"/>
                  <a:gd name="csX2" fmla="*/ 90913 w 90714"/>
                  <a:gd name="csY2" fmla="*/ 45504 h 90713"/>
                  <a:gd name="csX3" fmla="*/ 77628 w 90714"/>
                  <a:gd name="csY3" fmla="*/ 13432 h 90713"/>
                  <a:gd name="csX4" fmla="*/ 45556 w 90714"/>
                  <a:gd name="csY4" fmla="*/ 147 h 90713"/>
                  <a:gd name="csX5" fmla="*/ 13483 w 90714"/>
                  <a:gd name="csY5" fmla="*/ 13432 h 90713"/>
                  <a:gd name="csX6" fmla="*/ 198 w 90714"/>
                  <a:gd name="csY6" fmla="*/ 45504 h 90713"/>
                  <a:gd name="csX7" fmla="*/ 13483 w 90714"/>
                  <a:gd name="csY7" fmla="*/ 77576 h 90713"/>
                  <a:gd name="csX8" fmla="*/ 45556 w 90714"/>
                  <a:gd name="csY8" fmla="*/ 9086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61"/>
                    </a:moveTo>
                    <a:cubicBezTo>
                      <a:pt x="57584" y="90861"/>
                      <a:pt x="69122" y="86081"/>
                      <a:pt x="77628" y="77576"/>
                    </a:cubicBezTo>
                    <a:cubicBezTo>
                      <a:pt x="86134" y="69070"/>
                      <a:pt x="90913" y="57533"/>
                      <a:pt x="90913" y="45504"/>
                    </a:cubicBezTo>
                    <a:cubicBezTo>
                      <a:pt x="90913" y="33475"/>
                      <a:pt x="86134" y="21937"/>
                      <a:pt x="77628" y="13432"/>
                    </a:cubicBezTo>
                    <a:cubicBezTo>
                      <a:pt x="69122" y="4926"/>
                      <a:pt x="57584" y="147"/>
                      <a:pt x="45556" y="147"/>
                    </a:cubicBezTo>
                    <a:cubicBezTo>
                      <a:pt x="33527" y="147"/>
                      <a:pt x="21989" y="4926"/>
                      <a:pt x="13483" y="13432"/>
                    </a:cubicBezTo>
                    <a:cubicBezTo>
                      <a:pt x="4977" y="21937"/>
                      <a:pt x="198" y="33475"/>
                      <a:pt x="198" y="45504"/>
                    </a:cubicBezTo>
                    <a:cubicBezTo>
                      <a:pt x="198" y="57533"/>
                      <a:pt x="4977" y="69070"/>
                      <a:pt x="13483" y="77576"/>
                    </a:cubicBezTo>
                    <a:cubicBezTo>
                      <a:pt x="21989" y="86081"/>
                      <a:pt x="33527" y="90861"/>
                      <a:pt x="45556" y="9086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1" name="任意多边形: 形状 2610"/>
              <p:cNvSpPr/>
              <p:nvPr/>
            </p:nvSpPr>
            <p:spPr>
              <a:xfrm>
                <a:off x="6757554" y="22054341"/>
                <a:ext cx="180000" cy="180000"/>
              </a:xfrm>
              <a:custGeom>
                <a:avLst/>
                <a:gdLst>
                  <a:gd name="csX0" fmla="*/ 45548 w 90714"/>
                  <a:gd name="csY0" fmla="*/ 90842 h 90713"/>
                  <a:gd name="csX1" fmla="*/ 77621 w 90714"/>
                  <a:gd name="csY1" fmla="*/ 77557 h 90713"/>
                  <a:gd name="csX2" fmla="*/ 90905 w 90714"/>
                  <a:gd name="csY2" fmla="*/ 45485 h 90713"/>
                  <a:gd name="csX3" fmla="*/ 77621 w 90714"/>
                  <a:gd name="csY3" fmla="*/ 13413 h 90713"/>
                  <a:gd name="csX4" fmla="*/ 45548 w 90714"/>
                  <a:gd name="csY4" fmla="*/ 128 h 90713"/>
                  <a:gd name="csX5" fmla="*/ 13476 w 90714"/>
                  <a:gd name="csY5" fmla="*/ 13413 h 90713"/>
                  <a:gd name="csX6" fmla="*/ 191 w 90714"/>
                  <a:gd name="csY6" fmla="*/ 45485 h 90713"/>
                  <a:gd name="csX7" fmla="*/ 13476 w 90714"/>
                  <a:gd name="csY7" fmla="*/ 77557 h 90713"/>
                  <a:gd name="csX8" fmla="*/ 45548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48" y="90842"/>
                    </a:moveTo>
                    <a:cubicBezTo>
                      <a:pt x="57577" y="90842"/>
                      <a:pt x="69115" y="86063"/>
                      <a:pt x="77621" y="77557"/>
                    </a:cubicBezTo>
                    <a:cubicBezTo>
                      <a:pt x="86126" y="69051"/>
                      <a:pt x="90905" y="57514"/>
                      <a:pt x="90905" y="45485"/>
                    </a:cubicBezTo>
                    <a:cubicBezTo>
                      <a:pt x="90905" y="33456"/>
                      <a:pt x="86126" y="21919"/>
                      <a:pt x="77621" y="13413"/>
                    </a:cubicBezTo>
                    <a:cubicBezTo>
                      <a:pt x="69115" y="4907"/>
                      <a:pt x="57577" y="128"/>
                      <a:pt x="45548" y="128"/>
                    </a:cubicBezTo>
                    <a:cubicBezTo>
                      <a:pt x="33519" y="128"/>
                      <a:pt x="21981" y="4907"/>
                      <a:pt x="13476" y="13413"/>
                    </a:cubicBezTo>
                    <a:cubicBezTo>
                      <a:pt x="4970" y="21919"/>
                      <a:pt x="191" y="33456"/>
                      <a:pt x="191" y="45485"/>
                    </a:cubicBezTo>
                    <a:cubicBezTo>
                      <a:pt x="191" y="57514"/>
                      <a:pt x="4970" y="69051"/>
                      <a:pt x="13476" y="77557"/>
                    </a:cubicBezTo>
                    <a:cubicBezTo>
                      <a:pt x="21981" y="86063"/>
                      <a:pt x="33519" y="90842"/>
                      <a:pt x="45548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2" name="任意多边形: 形状 2611"/>
              <p:cNvSpPr/>
              <p:nvPr/>
            </p:nvSpPr>
            <p:spPr>
              <a:xfrm>
                <a:off x="5082971" y="19050334"/>
                <a:ext cx="180000" cy="180000"/>
              </a:xfrm>
              <a:custGeom>
                <a:avLst/>
                <a:gdLst>
                  <a:gd name="csX0" fmla="*/ 45496 w 90714"/>
                  <a:gd name="csY0" fmla="*/ 90748 h 90713"/>
                  <a:gd name="csX1" fmla="*/ 77568 w 90714"/>
                  <a:gd name="csY1" fmla="*/ 77463 h 90713"/>
                  <a:gd name="csX2" fmla="*/ 90853 w 90714"/>
                  <a:gd name="csY2" fmla="*/ 45391 h 90713"/>
                  <a:gd name="csX3" fmla="*/ 77568 w 90714"/>
                  <a:gd name="csY3" fmla="*/ 13319 h 90713"/>
                  <a:gd name="csX4" fmla="*/ 45496 w 90714"/>
                  <a:gd name="csY4" fmla="*/ 35 h 90713"/>
                  <a:gd name="csX5" fmla="*/ 13424 w 90714"/>
                  <a:gd name="csY5" fmla="*/ 13319 h 90713"/>
                  <a:gd name="csX6" fmla="*/ 139 w 90714"/>
                  <a:gd name="csY6" fmla="*/ 45391 h 90713"/>
                  <a:gd name="csX7" fmla="*/ 13424 w 90714"/>
                  <a:gd name="csY7" fmla="*/ 77463 h 90713"/>
                  <a:gd name="csX8" fmla="*/ 45496 w 90714"/>
                  <a:gd name="csY8" fmla="*/ 9074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6" y="90748"/>
                    </a:moveTo>
                    <a:cubicBezTo>
                      <a:pt x="57525" y="90748"/>
                      <a:pt x="69063" y="85969"/>
                      <a:pt x="77568" y="77463"/>
                    </a:cubicBezTo>
                    <a:cubicBezTo>
                      <a:pt x="86074" y="68958"/>
                      <a:pt x="90853" y="57420"/>
                      <a:pt x="90853" y="45391"/>
                    </a:cubicBezTo>
                    <a:cubicBezTo>
                      <a:pt x="90853" y="33363"/>
                      <a:pt x="86074" y="21825"/>
                      <a:pt x="77568" y="13319"/>
                    </a:cubicBezTo>
                    <a:cubicBezTo>
                      <a:pt x="69063" y="4814"/>
                      <a:pt x="57525" y="35"/>
                      <a:pt x="45496" y="35"/>
                    </a:cubicBezTo>
                    <a:cubicBezTo>
                      <a:pt x="33467" y="35"/>
                      <a:pt x="21929" y="4814"/>
                      <a:pt x="13424" y="13319"/>
                    </a:cubicBezTo>
                    <a:cubicBezTo>
                      <a:pt x="4918" y="21825"/>
                      <a:pt x="139" y="33363"/>
                      <a:pt x="139" y="45391"/>
                    </a:cubicBezTo>
                    <a:cubicBezTo>
                      <a:pt x="139" y="57420"/>
                      <a:pt x="4918" y="68958"/>
                      <a:pt x="13424" y="77463"/>
                    </a:cubicBezTo>
                    <a:cubicBezTo>
                      <a:pt x="21929" y="85969"/>
                      <a:pt x="33467" y="90748"/>
                      <a:pt x="45496" y="9074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3" name="任意多边形: 形状 2612"/>
              <p:cNvSpPr/>
              <p:nvPr/>
            </p:nvSpPr>
            <p:spPr>
              <a:xfrm>
                <a:off x="6177574" y="21926129"/>
                <a:ext cx="180000" cy="180000"/>
              </a:xfrm>
              <a:custGeom>
                <a:avLst/>
                <a:gdLst>
                  <a:gd name="csX0" fmla="*/ 45530 w 90714"/>
                  <a:gd name="csY0" fmla="*/ 90838 h 90713"/>
                  <a:gd name="csX1" fmla="*/ 77603 w 90714"/>
                  <a:gd name="csY1" fmla="*/ 77553 h 90713"/>
                  <a:gd name="csX2" fmla="*/ 90887 w 90714"/>
                  <a:gd name="csY2" fmla="*/ 45481 h 90713"/>
                  <a:gd name="csX3" fmla="*/ 77603 w 90714"/>
                  <a:gd name="csY3" fmla="*/ 13409 h 90713"/>
                  <a:gd name="csX4" fmla="*/ 45530 w 90714"/>
                  <a:gd name="csY4" fmla="*/ 124 h 90713"/>
                  <a:gd name="csX5" fmla="*/ 13458 w 90714"/>
                  <a:gd name="csY5" fmla="*/ 13409 h 90713"/>
                  <a:gd name="csX6" fmla="*/ 173 w 90714"/>
                  <a:gd name="csY6" fmla="*/ 45481 h 90713"/>
                  <a:gd name="csX7" fmla="*/ 13458 w 90714"/>
                  <a:gd name="csY7" fmla="*/ 77553 h 90713"/>
                  <a:gd name="csX8" fmla="*/ 45530 w 90714"/>
                  <a:gd name="csY8" fmla="*/ 9083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0" y="90838"/>
                    </a:moveTo>
                    <a:cubicBezTo>
                      <a:pt x="57559" y="90838"/>
                      <a:pt x="69097" y="86059"/>
                      <a:pt x="77603" y="77553"/>
                    </a:cubicBezTo>
                    <a:cubicBezTo>
                      <a:pt x="86108" y="69047"/>
                      <a:pt x="90887" y="57510"/>
                      <a:pt x="90887" y="45481"/>
                    </a:cubicBezTo>
                    <a:cubicBezTo>
                      <a:pt x="90887" y="33452"/>
                      <a:pt x="86108" y="21915"/>
                      <a:pt x="77603" y="13409"/>
                    </a:cubicBezTo>
                    <a:cubicBezTo>
                      <a:pt x="69097" y="4903"/>
                      <a:pt x="57559" y="124"/>
                      <a:pt x="45530" y="124"/>
                    </a:cubicBezTo>
                    <a:cubicBezTo>
                      <a:pt x="33501" y="124"/>
                      <a:pt x="21963" y="4903"/>
                      <a:pt x="13458" y="13409"/>
                    </a:cubicBezTo>
                    <a:cubicBezTo>
                      <a:pt x="4952" y="21915"/>
                      <a:pt x="173" y="33452"/>
                      <a:pt x="173" y="45481"/>
                    </a:cubicBezTo>
                    <a:cubicBezTo>
                      <a:pt x="173" y="57510"/>
                      <a:pt x="4952" y="69047"/>
                      <a:pt x="13458" y="77553"/>
                    </a:cubicBezTo>
                    <a:cubicBezTo>
                      <a:pt x="21963" y="86059"/>
                      <a:pt x="33501" y="90838"/>
                      <a:pt x="45530" y="9083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4" name="任意多边形: 形状 2613"/>
              <p:cNvSpPr/>
              <p:nvPr/>
            </p:nvSpPr>
            <p:spPr>
              <a:xfrm>
                <a:off x="6079796" y="24195796"/>
                <a:ext cx="180000" cy="180000"/>
              </a:xfrm>
              <a:custGeom>
                <a:avLst/>
                <a:gdLst>
                  <a:gd name="csX0" fmla="*/ 45527 w 90714"/>
                  <a:gd name="csY0" fmla="*/ 90909 h 90713"/>
                  <a:gd name="csX1" fmla="*/ 77600 w 90714"/>
                  <a:gd name="csY1" fmla="*/ 77624 h 90713"/>
                  <a:gd name="csX2" fmla="*/ 90884 w 90714"/>
                  <a:gd name="csY2" fmla="*/ 45552 h 90713"/>
                  <a:gd name="csX3" fmla="*/ 77600 w 90714"/>
                  <a:gd name="csY3" fmla="*/ 13480 h 90713"/>
                  <a:gd name="csX4" fmla="*/ 45527 w 90714"/>
                  <a:gd name="csY4" fmla="*/ 195 h 90713"/>
                  <a:gd name="csX5" fmla="*/ 13455 w 90714"/>
                  <a:gd name="csY5" fmla="*/ 13480 h 90713"/>
                  <a:gd name="csX6" fmla="*/ 170 w 90714"/>
                  <a:gd name="csY6" fmla="*/ 45552 h 90713"/>
                  <a:gd name="csX7" fmla="*/ 13455 w 90714"/>
                  <a:gd name="csY7" fmla="*/ 77624 h 90713"/>
                  <a:gd name="csX8" fmla="*/ 45527 w 90714"/>
                  <a:gd name="csY8" fmla="*/ 909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7" y="90909"/>
                    </a:moveTo>
                    <a:cubicBezTo>
                      <a:pt x="57556" y="90909"/>
                      <a:pt x="69094" y="86129"/>
                      <a:pt x="77600" y="77624"/>
                    </a:cubicBezTo>
                    <a:cubicBezTo>
                      <a:pt x="86105" y="69118"/>
                      <a:pt x="90884" y="57581"/>
                      <a:pt x="90884" y="45552"/>
                    </a:cubicBezTo>
                    <a:cubicBezTo>
                      <a:pt x="90884" y="33523"/>
                      <a:pt x="86105" y="21985"/>
                      <a:pt x="77600" y="13480"/>
                    </a:cubicBezTo>
                    <a:cubicBezTo>
                      <a:pt x="69094" y="4974"/>
                      <a:pt x="57556" y="195"/>
                      <a:pt x="45527" y="195"/>
                    </a:cubicBezTo>
                    <a:cubicBezTo>
                      <a:pt x="33498" y="195"/>
                      <a:pt x="21960" y="4974"/>
                      <a:pt x="13455" y="13480"/>
                    </a:cubicBezTo>
                    <a:cubicBezTo>
                      <a:pt x="4949" y="21985"/>
                      <a:pt x="170" y="33523"/>
                      <a:pt x="170" y="45552"/>
                    </a:cubicBezTo>
                    <a:cubicBezTo>
                      <a:pt x="170" y="57581"/>
                      <a:pt x="4949" y="69118"/>
                      <a:pt x="13455" y="77624"/>
                    </a:cubicBezTo>
                    <a:cubicBezTo>
                      <a:pt x="21960" y="86129"/>
                      <a:pt x="33498" y="90909"/>
                      <a:pt x="45527" y="909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5" name="任意多边形: 形状 2614"/>
              <p:cNvSpPr/>
              <p:nvPr/>
            </p:nvSpPr>
            <p:spPr>
              <a:xfrm>
                <a:off x="5295125" y="25022404"/>
                <a:ext cx="180000" cy="180000"/>
              </a:xfrm>
              <a:custGeom>
                <a:avLst/>
                <a:gdLst>
                  <a:gd name="csX0" fmla="*/ 45503 w 90714"/>
                  <a:gd name="csY0" fmla="*/ 90934 h 90713"/>
                  <a:gd name="csX1" fmla="*/ 77575 w 90714"/>
                  <a:gd name="csY1" fmla="*/ 77650 h 90713"/>
                  <a:gd name="csX2" fmla="*/ 90860 w 90714"/>
                  <a:gd name="csY2" fmla="*/ 45578 h 90713"/>
                  <a:gd name="csX3" fmla="*/ 77575 w 90714"/>
                  <a:gd name="csY3" fmla="*/ 13506 h 90713"/>
                  <a:gd name="csX4" fmla="*/ 45503 w 90714"/>
                  <a:gd name="csY4" fmla="*/ 221 h 90713"/>
                  <a:gd name="csX5" fmla="*/ 13430 w 90714"/>
                  <a:gd name="csY5" fmla="*/ 13506 h 90713"/>
                  <a:gd name="csX6" fmla="*/ 145 w 90714"/>
                  <a:gd name="csY6" fmla="*/ 45578 h 90713"/>
                  <a:gd name="csX7" fmla="*/ 13430 w 90714"/>
                  <a:gd name="csY7" fmla="*/ 77650 h 90713"/>
                  <a:gd name="csX8" fmla="*/ 45503 w 90714"/>
                  <a:gd name="csY8" fmla="*/ 909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03" y="90934"/>
                    </a:moveTo>
                    <a:cubicBezTo>
                      <a:pt x="57531" y="90934"/>
                      <a:pt x="69069" y="86155"/>
                      <a:pt x="77575" y="77650"/>
                    </a:cubicBezTo>
                    <a:cubicBezTo>
                      <a:pt x="86081" y="69144"/>
                      <a:pt x="90860" y="57606"/>
                      <a:pt x="90860" y="45578"/>
                    </a:cubicBezTo>
                    <a:cubicBezTo>
                      <a:pt x="90860" y="33549"/>
                      <a:pt x="86081" y="22011"/>
                      <a:pt x="77575" y="13506"/>
                    </a:cubicBezTo>
                    <a:cubicBezTo>
                      <a:pt x="69069" y="5000"/>
                      <a:pt x="57531" y="221"/>
                      <a:pt x="45503" y="221"/>
                    </a:cubicBezTo>
                    <a:cubicBezTo>
                      <a:pt x="33474" y="221"/>
                      <a:pt x="21936" y="5000"/>
                      <a:pt x="13430" y="13506"/>
                    </a:cubicBezTo>
                    <a:cubicBezTo>
                      <a:pt x="4924" y="22011"/>
                      <a:pt x="145" y="33549"/>
                      <a:pt x="145" y="45578"/>
                    </a:cubicBezTo>
                    <a:cubicBezTo>
                      <a:pt x="145" y="57606"/>
                      <a:pt x="4924" y="69144"/>
                      <a:pt x="13430" y="77650"/>
                    </a:cubicBezTo>
                    <a:cubicBezTo>
                      <a:pt x="21936" y="86155"/>
                      <a:pt x="33474" y="90934"/>
                      <a:pt x="45503" y="909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6" name="任意多边形: 形状 2615"/>
              <p:cNvSpPr/>
              <p:nvPr/>
            </p:nvSpPr>
            <p:spPr>
              <a:xfrm>
                <a:off x="8990510" y="20542406"/>
                <a:ext cx="180000" cy="180000"/>
              </a:xfrm>
              <a:custGeom>
                <a:avLst/>
                <a:gdLst>
                  <a:gd name="csX0" fmla="*/ 45618 w 90714"/>
                  <a:gd name="csY0" fmla="*/ 90795 h 90713"/>
                  <a:gd name="csX1" fmla="*/ 77690 w 90714"/>
                  <a:gd name="csY1" fmla="*/ 77510 h 90713"/>
                  <a:gd name="csX2" fmla="*/ 90975 w 90714"/>
                  <a:gd name="csY2" fmla="*/ 45438 h 90713"/>
                  <a:gd name="csX3" fmla="*/ 77690 w 90714"/>
                  <a:gd name="csY3" fmla="*/ 13366 h 90713"/>
                  <a:gd name="csX4" fmla="*/ 45618 w 90714"/>
                  <a:gd name="csY4" fmla="*/ 81 h 90713"/>
                  <a:gd name="csX5" fmla="*/ 13545 w 90714"/>
                  <a:gd name="csY5" fmla="*/ 13366 h 90713"/>
                  <a:gd name="csX6" fmla="*/ 261 w 90714"/>
                  <a:gd name="csY6" fmla="*/ 45438 h 90713"/>
                  <a:gd name="csX7" fmla="*/ 13545 w 90714"/>
                  <a:gd name="csY7" fmla="*/ 77510 h 90713"/>
                  <a:gd name="csX8" fmla="*/ 45618 w 90714"/>
                  <a:gd name="csY8" fmla="*/ 9079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8" y="90795"/>
                    </a:moveTo>
                    <a:cubicBezTo>
                      <a:pt x="57647" y="90795"/>
                      <a:pt x="69185" y="86016"/>
                      <a:pt x="77690" y="77510"/>
                    </a:cubicBezTo>
                    <a:cubicBezTo>
                      <a:pt x="86196" y="69004"/>
                      <a:pt x="90975" y="57467"/>
                      <a:pt x="90975" y="45438"/>
                    </a:cubicBezTo>
                    <a:cubicBezTo>
                      <a:pt x="90975" y="33409"/>
                      <a:pt x="86196" y="21871"/>
                      <a:pt x="77690" y="13366"/>
                    </a:cubicBezTo>
                    <a:cubicBezTo>
                      <a:pt x="69185" y="4860"/>
                      <a:pt x="57647" y="81"/>
                      <a:pt x="45618" y="81"/>
                    </a:cubicBezTo>
                    <a:cubicBezTo>
                      <a:pt x="33589" y="81"/>
                      <a:pt x="22051" y="4860"/>
                      <a:pt x="13545" y="13366"/>
                    </a:cubicBezTo>
                    <a:cubicBezTo>
                      <a:pt x="5040" y="21871"/>
                      <a:pt x="261" y="33409"/>
                      <a:pt x="261" y="45438"/>
                    </a:cubicBezTo>
                    <a:cubicBezTo>
                      <a:pt x="261" y="57467"/>
                      <a:pt x="5040" y="69004"/>
                      <a:pt x="13545" y="77510"/>
                    </a:cubicBezTo>
                    <a:cubicBezTo>
                      <a:pt x="22051" y="86016"/>
                      <a:pt x="33589" y="90795"/>
                      <a:pt x="45618" y="9079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7" name="任意多边形: 形状 2616"/>
              <p:cNvSpPr/>
              <p:nvPr/>
            </p:nvSpPr>
            <p:spPr>
              <a:xfrm>
                <a:off x="9646267" y="23503782"/>
                <a:ext cx="180000" cy="180000"/>
              </a:xfrm>
              <a:custGeom>
                <a:avLst/>
                <a:gdLst>
                  <a:gd name="csX0" fmla="*/ 45638 w 90714"/>
                  <a:gd name="csY0" fmla="*/ 90887 h 90713"/>
                  <a:gd name="csX1" fmla="*/ 77711 w 90714"/>
                  <a:gd name="csY1" fmla="*/ 77602 h 90713"/>
                  <a:gd name="csX2" fmla="*/ 90996 w 90714"/>
                  <a:gd name="csY2" fmla="*/ 45530 h 90713"/>
                  <a:gd name="csX3" fmla="*/ 77711 w 90714"/>
                  <a:gd name="csY3" fmla="*/ 13458 h 90713"/>
                  <a:gd name="csX4" fmla="*/ 45638 w 90714"/>
                  <a:gd name="csY4" fmla="*/ 174 h 90713"/>
                  <a:gd name="csX5" fmla="*/ 13566 w 90714"/>
                  <a:gd name="csY5" fmla="*/ 13458 h 90713"/>
                  <a:gd name="csX6" fmla="*/ 281 w 90714"/>
                  <a:gd name="csY6" fmla="*/ 45530 h 90713"/>
                  <a:gd name="csX7" fmla="*/ 13566 w 90714"/>
                  <a:gd name="csY7" fmla="*/ 77602 h 90713"/>
                  <a:gd name="csX8" fmla="*/ 45638 w 90714"/>
                  <a:gd name="csY8" fmla="*/ 9088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38" y="90887"/>
                    </a:moveTo>
                    <a:cubicBezTo>
                      <a:pt x="57667" y="90887"/>
                      <a:pt x="69205" y="86108"/>
                      <a:pt x="77711" y="77602"/>
                    </a:cubicBezTo>
                    <a:cubicBezTo>
                      <a:pt x="86216" y="69097"/>
                      <a:pt x="90996" y="57559"/>
                      <a:pt x="90996" y="45530"/>
                    </a:cubicBezTo>
                    <a:cubicBezTo>
                      <a:pt x="90996" y="33501"/>
                      <a:pt x="86216" y="21964"/>
                      <a:pt x="77711" y="13458"/>
                    </a:cubicBezTo>
                    <a:cubicBezTo>
                      <a:pt x="69205" y="4953"/>
                      <a:pt x="57667" y="174"/>
                      <a:pt x="45638" y="174"/>
                    </a:cubicBezTo>
                    <a:cubicBezTo>
                      <a:pt x="33609" y="174"/>
                      <a:pt x="22072" y="4953"/>
                      <a:pt x="13566" y="13458"/>
                    </a:cubicBezTo>
                    <a:cubicBezTo>
                      <a:pt x="5060" y="21964"/>
                      <a:pt x="281" y="33501"/>
                      <a:pt x="281" y="45530"/>
                    </a:cubicBezTo>
                    <a:cubicBezTo>
                      <a:pt x="281" y="57559"/>
                      <a:pt x="5060" y="69097"/>
                      <a:pt x="13566" y="77602"/>
                    </a:cubicBezTo>
                    <a:cubicBezTo>
                      <a:pt x="22072" y="86108"/>
                      <a:pt x="33609" y="90887"/>
                      <a:pt x="45638" y="9088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8" name="任意多边形: 形状 2617"/>
              <p:cNvSpPr/>
              <p:nvPr/>
            </p:nvSpPr>
            <p:spPr>
              <a:xfrm>
                <a:off x="9013178" y="21945598"/>
                <a:ext cx="180000" cy="180000"/>
              </a:xfrm>
              <a:custGeom>
                <a:avLst/>
                <a:gdLst>
                  <a:gd name="csX0" fmla="*/ 45619 w 90714"/>
                  <a:gd name="csY0" fmla="*/ 90838 h 90713"/>
                  <a:gd name="csX1" fmla="*/ 77691 w 90714"/>
                  <a:gd name="csY1" fmla="*/ 77554 h 90713"/>
                  <a:gd name="csX2" fmla="*/ 90976 w 90714"/>
                  <a:gd name="csY2" fmla="*/ 45482 h 90713"/>
                  <a:gd name="csX3" fmla="*/ 77691 w 90714"/>
                  <a:gd name="csY3" fmla="*/ 13410 h 90713"/>
                  <a:gd name="csX4" fmla="*/ 45619 w 90714"/>
                  <a:gd name="csY4" fmla="*/ 125 h 90713"/>
                  <a:gd name="csX5" fmla="*/ 13546 w 90714"/>
                  <a:gd name="csY5" fmla="*/ 13410 h 90713"/>
                  <a:gd name="csX6" fmla="*/ 261 w 90714"/>
                  <a:gd name="csY6" fmla="*/ 45482 h 90713"/>
                  <a:gd name="csX7" fmla="*/ 13546 w 90714"/>
                  <a:gd name="csY7" fmla="*/ 77554 h 90713"/>
                  <a:gd name="csX8" fmla="*/ 45619 w 90714"/>
                  <a:gd name="csY8" fmla="*/ 9083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9" y="90838"/>
                    </a:moveTo>
                    <a:cubicBezTo>
                      <a:pt x="57647" y="90838"/>
                      <a:pt x="69185" y="86059"/>
                      <a:pt x="77691" y="77554"/>
                    </a:cubicBezTo>
                    <a:cubicBezTo>
                      <a:pt x="86197" y="69048"/>
                      <a:pt x="90976" y="57510"/>
                      <a:pt x="90976" y="45482"/>
                    </a:cubicBezTo>
                    <a:cubicBezTo>
                      <a:pt x="90976" y="33453"/>
                      <a:pt x="86197" y="21915"/>
                      <a:pt x="77691" y="13410"/>
                    </a:cubicBezTo>
                    <a:cubicBezTo>
                      <a:pt x="69185" y="4904"/>
                      <a:pt x="57647" y="125"/>
                      <a:pt x="45619" y="125"/>
                    </a:cubicBezTo>
                    <a:cubicBezTo>
                      <a:pt x="33590" y="125"/>
                      <a:pt x="22052" y="4904"/>
                      <a:pt x="13546" y="13410"/>
                    </a:cubicBezTo>
                    <a:cubicBezTo>
                      <a:pt x="5040" y="21915"/>
                      <a:pt x="261" y="33453"/>
                      <a:pt x="261" y="45482"/>
                    </a:cubicBezTo>
                    <a:cubicBezTo>
                      <a:pt x="261" y="57510"/>
                      <a:pt x="5040" y="69048"/>
                      <a:pt x="13546" y="77554"/>
                    </a:cubicBezTo>
                    <a:cubicBezTo>
                      <a:pt x="22052" y="86059"/>
                      <a:pt x="33590" y="90838"/>
                      <a:pt x="45619" y="9083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19" name="任意多边形: 形状 2618"/>
              <p:cNvSpPr/>
              <p:nvPr/>
            </p:nvSpPr>
            <p:spPr>
              <a:xfrm>
                <a:off x="8029598" y="23119227"/>
                <a:ext cx="180000" cy="180000"/>
              </a:xfrm>
              <a:custGeom>
                <a:avLst/>
                <a:gdLst>
                  <a:gd name="csX0" fmla="*/ 45588 w 90714"/>
                  <a:gd name="csY0" fmla="*/ 90875 h 90713"/>
                  <a:gd name="csX1" fmla="*/ 77660 w 90714"/>
                  <a:gd name="csY1" fmla="*/ 77590 h 90713"/>
                  <a:gd name="csX2" fmla="*/ 90945 w 90714"/>
                  <a:gd name="csY2" fmla="*/ 45518 h 90713"/>
                  <a:gd name="csX3" fmla="*/ 77660 w 90714"/>
                  <a:gd name="csY3" fmla="*/ 13446 h 90713"/>
                  <a:gd name="csX4" fmla="*/ 45588 w 90714"/>
                  <a:gd name="csY4" fmla="*/ 162 h 90713"/>
                  <a:gd name="csX5" fmla="*/ 13515 w 90714"/>
                  <a:gd name="csY5" fmla="*/ 13446 h 90713"/>
                  <a:gd name="csX6" fmla="*/ 231 w 90714"/>
                  <a:gd name="csY6" fmla="*/ 45518 h 90713"/>
                  <a:gd name="csX7" fmla="*/ 13515 w 90714"/>
                  <a:gd name="csY7" fmla="*/ 77590 h 90713"/>
                  <a:gd name="csX8" fmla="*/ 45588 w 90714"/>
                  <a:gd name="csY8" fmla="*/ 9087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8" y="90875"/>
                    </a:moveTo>
                    <a:cubicBezTo>
                      <a:pt x="57617" y="90875"/>
                      <a:pt x="69155" y="86096"/>
                      <a:pt x="77660" y="77590"/>
                    </a:cubicBezTo>
                    <a:cubicBezTo>
                      <a:pt x="86166" y="69085"/>
                      <a:pt x="90945" y="57547"/>
                      <a:pt x="90945" y="45518"/>
                    </a:cubicBezTo>
                    <a:cubicBezTo>
                      <a:pt x="90945" y="33490"/>
                      <a:pt x="86166" y="21952"/>
                      <a:pt x="77660" y="13446"/>
                    </a:cubicBezTo>
                    <a:cubicBezTo>
                      <a:pt x="69155" y="4941"/>
                      <a:pt x="57617" y="162"/>
                      <a:pt x="45588" y="162"/>
                    </a:cubicBezTo>
                    <a:cubicBezTo>
                      <a:pt x="33559" y="162"/>
                      <a:pt x="22021" y="4941"/>
                      <a:pt x="13515" y="13446"/>
                    </a:cubicBezTo>
                    <a:cubicBezTo>
                      <a:pt x="5010" y="21952"/>
                      <a:pt x="231" y="33490"/>
                      <a:pt x="231" y="45518"/>
                    </a:cubicBezTo>
                    <a:cubicBezTo>
                      <a:pt x="231" y="57547"/>
                      <a:pt x="5010" y="69085"/>
                      <a:pt x="13515" y="77590"/>
                    </a:cubicBezTo>
                    <a:cubicBezTo>
                      <a:pt x="22021" y="86096"/>
                      <a:pt x="33559" y="90875"/>
                      <a:pt x="45588" y="9087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0" name="任意多边形: 形状 2619"/>
              <p:cNvSpPr/>
              <p:nvPr/>
            </p:nvSpPr>
            <p:spPr>
              <a:xfrm>
                <a:off x="7263228" y="23302242"/>
                <a:ext cx="180000" cy="180000"/>
              </a:xfrm>
              <a:custGeom>
                <a:avLst/>
                <a:gdLst>
                  <a:gd name="csX0" fmla="*/ 45564 w 90714"/>
                  <a:gd name="csY0" fmla="*/ 90881 h 90713"/>
                  <a:gd name="csX1" fmla="*/ 77636 w 90714"/>
                  <a:gd name="csY1" fmla="*/ 77596 h 90713"/>
                  <a:gd name="csX2" fmla="*/ 90921 w 90714"/>
                  <a:gd name="csY2" fmla="*/ 45524 h 90713"/>
                  <a:gd name="csX3" fmla="*/ 77636 w 90714"/>
                  <a:gd name="csY3" fmla="*/ 13452 h 90713"/>
                  <a:gd name="csX4" fmla="*/ 45564 w 90714"/>
                  <a:gd name="csY4" fmla="*/ 167 h 90713"/>
                  <a:gd name="csX5" fmla="*/ 13492 w 90714"/>
                  <a:gd name="csY5" fmla="*/ 13452 h 90713"/>
                  <a:gd name="csX6" fmla="*/ 207 w 90714"/>
                  <a:gd name="csY6" fmla="*/ 45524 h 90713"/>
                  <a:gd name="csX7" fmla="*/ 13492 w 90714"/>
                  <a:gd name="csY7" fmla="*/ 77596 h 90713"/>
                  <a:gd name="csX8" fmla="*/ 45564 w 90714"/>
                  <a:gd name="csY8" fmla="*/ 9088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4" y="90881"/>
                    </a:moveTo>
                    <a:cubicBezTo>
                      <a:pt x="57593" y="90881"/>
                      <a:pt x="69131" y="86102"/>
                      <a:pt x="77636" y="77596"/>
                    </a:cubicBezTo>
                    <a:cubicBezTo>
                      <a:pt x="86142" y="69090"/>
                      <a:pt x="90921" y="57553"/>
                      <a:pt x="90921" y="45524"/>
                    </a:cubicBezTo>
                    <a:cubicBezTo>
                      <a:pt x="90921" y="33495"/>
                      <a:pt x="86142" y="21958"/>
                      <a:pt x="77636" y="13452"/>
                    </a:cubicBezTo>
                    <a:cubicBezTo>
                      <a:pt x="69131" y="4946"/>
                      <a:pt x="57593" y="167"/>
                      <a:pt x="45564" y="167"/>
                    </a:cubicBezTo>
                    <a:cubicBezTo>
                      <a:pt x="33535" y="167"/>
                      <a:pt x="21997" y="4946"/>
                      <a:pt x="13492" y="13452"/>
                    </a:cubicBezTo>
                    <a:cubicBezTo>
                      <a:pt x="4986" y="21958"/>
                      <a:pt x="207" y="33495"/>
                      <a:pt x="207" y="45524"/>
                    </a:cubicBezTo>
                    <a:cubicBezTo>
                      <a:pt x="207" y="57553"/>
                      <a:pt x="4986" y="69090"/>
                      <a:pt x="13492" y="77596"/>
                    </a:cubicBezTo>
                    <a:cubicBezTo>
                      <a:pt x="21997" y="86102"/>
                      <a:pt x="33535" y="90881"/>
                      <a:pt x="45564" y="9088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1" name="任意多边形: 形状 2620"/>
              <p:cNvSpPr/>
              <p:nvPr/>
            </p:nvSpPr>
            <p:spPr>
              <a:xfrm>
                <a:off x="7739943" y="25120795"/>
                <a:ext cx="180000" cy="180000"/>
              </a:xfrm>
              <a:custGeom>
                <a:avLst/>
                <a:gdLst>
                  <a:gd name="csX0" fmla="*/ 45579 w 90714"/>
                  <a:gd name="csY0" fmla="*/ 90937 h 90713"/>
                  <a:gd name="csX1" fmla="*/ 77651 w 90714"/>
                  <a:gd name="csY1" fmla="*/ 77653 h 90713"/>
                  <a:gd name="csX2" fmla="*/ 90936 w 90714"/>
                  <a:gd name="csY2" fmla="*/ 45581 h 90713"/>
                  <a:gd name="csX3" fmla="*/ 77651 w 90714"/>
                  <a:gd name="csY3" fmla="*/ 13509 h 90713"/>
                  <a:gd name="csX4" fmla="*/ 45579 w 90714"/>
                  <a:gd name="csY4" fmla="*/ 224 h 90713"/>
                  <a:gd name="csX5" fmla="*/ 13506 w 90714"/>
                  <a:gd name="csY5" fmla="*/ 13509 h 90713"/>
                  <a:gd name="csX6" fmla="*/ 222 w 90714"/>
                  <a:gd name="csY6" fmla="*/ 45581 h 90713"/>
                  <a:gd name="csX7" fmla="*/ 13506 w 90714"/>
                  <a:gd name="csY7" fmla="*/ 77653 h 90713"/>
                  <a:gd name="csX8" fmla="*/ 45579 w 90714"/>
                  <a:gd name="csY8" fmla="*/ 909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9" y="90937"/>
                    </a:moveTo>
                    <a:cubicBezTo>
                      <a:pt x="57608" y="90937"/>
                      <a:pt x="69146" y="86158"/>
                      <a:pt x="77651" y="77653"/>
                    </a:cubicBezTo>
                    <a:cubicBezTo>
                      <a:pt x="86157" y="69147"/>
                      <a:pt x="90936" y="57609"/>
                      <a:pt x="90936" y="45581"/>
                    </a:cubicBezTo>
                    <a:cubicBezTo>
                      <a:pt x="90936" y="33552"/>
                      <a:pt x="86157" y="22014"/>
                      <a:pt x="77651" y="13509"/>
                    </a:cubicBezTo>
                    <a:cubicBezTo>
                      <a:pt x="69146" y="5003"/>
                      <a:pt x="57608" y="224"/>
                      <a:pt x="45579" y="224"/>
                    </a:cubicBezTo>
                    <a:cubicBezTo>
                      <a:pt x="33550" y="224"/>
                      <a:pt x="22012" y="5003"/>
                      <a:pt x="13506" y="13509"/>
                    </a:cubicBezTo>
                    <a:cubicBezTo>
                      <a:pt x="5001" y="22014"/>
                      <a:pt x="222" y="33552"/>
                      <a:pt x="222" y="45581"/>
                    </a:cubicBezTo>
                    <a:cubicBezTo>
                      <a:pt x="222" y="57609"/>
                      <a:pt x="5001" y="69147"/>
                      <a:pt x="13506" y="77653"/>
                    </a:cubicBezTo>
                    <a:cubicBezTo>
                      <a:pt x="22012" y="86158"/>
                      <a:pt x="33550" y="90937"/>
                      <a:pt x="45579" y="909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2" name="任意多边形: 形状 2621"/>
              <p:cNvSpPr/>
              <p:nvPr/>
            </p:nvSpPr>
            <p:spPr>
              <a:xfrm>
                <a:off x="7434426" y="22558911"/>
                <a:ext cx="180000" cy="180000"/>
              </a:xfrm>
              <a:custGeom>
                <a:avLst/>
                <a:gdLst>
                  <a:gd name="csX0" fmla="*/ 45569 w 90714"/>
                  <a:gd name="csY0" fmla="*/ 90858 h 90713"/>
                  <a:gd name="csX1" fmla="*/ 77642 w 90714"/>
                  <a:gd name="csY1" fmla="*/ 77573 h 90713"/>
                  <a:gd name="csX2" fmla="*/ 90927 w 90714"/>
                  <a:gd name="csY2" fmla="*/ 45501 h 90713"/>
                  <a:gd name="csX3" fmla="*/ 77642 w 90714"/>
                  <a:gd name="csY3" fmla="*/ 13429 h 90713"/>
                  <a:gd name="csX4" fmla="*/ 45569 w 90714"/>
                  <a:gd name="csY4" fmla="*/ 144 h 90713"/>
                  <a:gd name="csX5" fmla="*/ 13497 w 90714"/>
                  <a:gd name="csY5" fmla="*/ 13429 h 90713"/>
                  <a:gd name="csX6" fmla="*/ 212 w 90714"/>
                  <a:gd name="csY6" fmla="*/ 45501 h 90713"/>
                  <a:gd name="csX7" fmla="*/ 13497 w 90714"/>
                  <a:gd name="csY7" fmla="*/ 77573 h 90713"/>
                  <a:gd name="csX8" fmla="*/ 45569 w 90714"/>
                  <a:gd name="csY8" fmla="*/ 9085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58"/>
                    </a:moveTo>
                    <a:cubicBezTo>
                      <a:pt x="57598" y="90858"/>
                      <a:pt x="69136" y="86078"/>
                      <a:pt x="77642" y="77573"/>
                    </a:cubicBezTo>
                    <a:cubicBezTo>
                      <a:pt x="86147" y="69067"/>
                      <a:pt x="90927" y="57530"/>
                      <a:pt x="90927" y="45501"/>
                    </a:cubicBezTo>
                    <a:cubicBezTo>
                      <a:pt x="90927" y="33472"/>
                      <a:pt x="86147" y="21934"/>
                      <a:pt x="77642" y="13429"/>
                    </a:cubicBezTo>
                    <a:cubicBezTo>
                      <a:pt x="69136" y="4923"/>
                      <a:pt x="57598" y="144"/>
                      <a:pt x="45569" y="144"/>
                    </a:cubicBezTo>
                    <a:cubicBezTo>
                      <a:pt x="33540" y="144"/>
                      <a:pt x="22003" y="4923"/>
                      <a:pt x="13497" y="13429"/>
                    </a:cubicBezTo>
                    <a:cubicBezTo>
                      <a:pt x="4991" y="21934"/>
                      <a:pt x="212" y="33472"/>
                      <a:pt x="212" y="45501"/>
                    </a:cubicBezTo>
                    <a:cubicBezTo>
                      <a:pt x="212" y="57530"/>
                      <a:pt x="4991" y="69067"/>
                      <a:pt x="13497" y="77573"/>
                    </a:cubicBezTo>
                    <a:cubicBezTo>
                      <a:pt x="22003" y="86078"/>
                      <a:pt x="33540" y="90858"/>
                      <a:pt x="45569" y="9085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3" name="任意多边形: 形状 2622"/>
              <p:cNvSpPr/>
              <p:nvPr/>
            </p:nvSpPr>
            <p:spPr>
              <a:xfrm>
                <a:off x="7325602" y="22707855"/>
                <a:ext cx="180000" cy="180000"/>
              </a:xfrm>
              <a:custGeom>
                <a:avLst/>
                <a:gdLst>
                  <a:gd name="csX0" fmla="*/ 45566 w 90714"/>
                  <a:gd name="csY0" fmla="*/ 90862 h 90713"/>
                  <a:gd name="csX1" fmla="*/ 77638 w 90714"/>
                  <a:gd name="csY1" fmla="*/ 77577 h 90713"/>
                  <a:gd name="csX2" fmla="*/ 90923 w 90714"/>
                  <a:gd name="csY2" fmla="*/ 45505 h 90713"/>
                  <a:gd name="csX3" fmla="*/ 77638 w 90714"/>
                  <a:gd name="csY3" fmla="*/ 13433 h 90713"/>
                  <a:gd name="csX4" fmla="*/ 45566 w 90714"/>
                  <a:gd name="csY4" fmla="*/ 149 h 90713"/>
                  <a:gd name="csX5" fmla="*/ 13493 w 90714"/>
                  <a:gd name="csY5" fmla="*/ 13433 h 90713"/>
                  <a:gd name="csX6" fmla="*/ 209 w 90714"/>
                  <a:gd name="csY6" fmla="*/ 45505 h 90713"/>
                  <a:gd name="csX7" fmla="*/ 13493 w 90714"/>
                  <a:gd name="csY7" fmla="*/ 77577 h 90713"/>
                  <a:gd name="csX8" fmla="*/ 45566 w 90714"/>
                  <a:gd name="csY8" fmla="*/ 9086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6" y="90862"/>
                    </a:moveTo>
                    <a:cubicBezTo>
                      <a:pt x="57595" y="90862"/>
                      <a:pt x="69133" y="86083"/>
                      <a:pt x="77638" y="77577"/>
                    </a:cubicBezTo>
                    <a:cubicBezTo>
                      <a:pt x="86144" y="69072"/>
                      <a:pt x="90923" y="57534"/>
                      <a:pt x="90923" y="45505"/>
                    </a:cubicBezTo>
                    <a:cubicBezTo>
                      <a:pt x="90923" y="33477"/>
                      <a:pt x="86144" y="21939"/>
                      <a:pt x="77638" y="13433"/>
                    </a:cubicBezTo>
                    <a:cubicBezTo>
                      <a:pt x="69133" y="4928"/>
                      <a:pt x="57595" y="149"/>
                      <a:pt x="45566" y="149"/>
                    </a:cubicBezTo>
                    <a:cubicBezTo>
                      <a:pt x="33537" y="149"/>
                      <a:pt x="21999" y="4928"/>
                      <a:pt x="13493" y="13433"/>
                    </a:cubicBezTo>
                    <a:cubicBezTo>
                      <a:pt x="4988" y="21939"/>
                      <a:pt x="209" y="33477"/>
                      <a:pt x="209" y="45505"/>
                    </a:cubicBezTo>
                    <a:cubicBezTo>
                      <a:pt x="209" y="57534"/>
                      <a:pt x="4988" y="69072"/>
                      <a:pt x="13493" y="77577"/>
                    </a:cubicBezTo>
                    <a:cubicBezTo>
                      <a:pt x="21999" y="86083"/>
                      <a:pt x="33537" y="90862"/>
                      <a:pt x="45566" y="9086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4" name="任意多边形: 形状 2623"/>
              <p:cNvSpPr/>
              <p:nvPr/>
            </p:nvSpPr>
            <p:spPr>
              <a:xfrm>
                <a:off x="8058374" y="24148527"/>
                <a:ext cx="180000" cy="180000"/>
              </a:xfrm>
              <a:custGeom>
                <a:avLst/>
                <a:gdLst>
                  <a:gd name="csX0" fmla="*/ 45589 w 90714"/>
                  <a:gd name="csY0" fmla="*/ 90907 h 90713"/>
                  <a:gd name="csX1" fmla="*/ 77661 w 90714"/>
                  <a:gd name="csY1" fmla="*/ 77622 h 90713"/>
                  <a:gd name="csX2" fmla="*/ 90946 w 90714"/>
                  <a:gd name="csY2" fmla="*/ 45550 h 90713"/>
                  <a:gd name="csX3" fmla="*/ 77661 w 90714"/>
                  <a:gd name="csY3" fmla="*/ 13478 h 90713"/>
                  <a:gd name="csX4" fmla="*/ 45589 w 90714"/>
                  <a:gd name="csY4" fmla="*/ 194 h 90713"/>
                  <a:gd name="csX5" fmla="*/ 13516 w 90714"/>
                  <a:gd name="csY5" fmla="*/ 13478 h 90713"/>
                  <a:gd name="csX6" fmla="*/ 231 w 90714"/>
                  <a:gd name="csY6" fmla="*/ 45550 h 90713"/>
                  <a:gd name="csX7" fmla="*/ 13516 w 90714"/>
                  <a:gd name="csY7" fmla="*/ 77622 h 90713"/>
                  <a:gd name="csX8" fmla="*/ 45589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89" y="90907"/>
                    </a:moveTo>
                    <a:cubicBezTo>
                      <a:pt x="57618" y="90907"/>
                      <a:pt x="69155" y="86128"/>
                      <a:pt x="77661" y="77622"/>
                    </a:cubicBezTo>
                    <a:cubicBezTo>
                      <a:pt x="86167" y="69117"/>
                      <a:pt x="90946" y="57579"/>
                      <a:pt x="90946" y="45550"/>
                    </a:cubicBezTo>
                    <a:cubicBezTo>
                      <a:pt x="90946" y="33522"/>
                      <a:pt x="86167" y="21984"/>
                      <a:pt x="77661" y="13478"/>
                    </a:cubicBezTo>
                    <a:cubicBezTo>
                      <a:pt x="69155" y="4973"/>
                      <a:pt x="57618" y="194"/>
                      <a:pt x="45589" y="194"/>
                    </a:cubicBezTo>
                    <a:cubicBezTo>
                      <a:pt x="33560" y="194"/>
                      <a:pt x="22022" y="4973"/>
                      <a:pt x="13516" y="13478"/>
                    </a:cubicBezTo>
                    <a:cubicBezTo>
                      <a:pt x="5011" y="21984"/>
                      <a:pt x="231" y="33522"/>
                      <a:pt x="231" y="45550"/>
                    </a:cubicBezTo>
                    <a:cubicBezTo>
                      <a:pt x="231" y="57579"/>
                      <a:pt x="5011" y="69117"/>
                      <a:pt x="13516" y="77622"/>
                    </a:cubicBezTo>
                    <a:cubicBezTo>
                      <a:pt x="22022" y="86128"/>
                      <a:pt x="33560" y="90907"/>
                      <a:pt x="45589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5" name="任意多边形: 形状 2624"/>
              <p:cNvSpPr/>
              <p:nvPr/>
            </p:nvSpPr>
            <p:spPr>
              <a:xfrm>
                <a:off x="4436571" y="23442370"/>
                <a:ext cx="180000" cy="180000"/>
              </a:xfrm>
              <a:custGeom>
                <a:avLst/>
                <a:gdLst>
                  <a:gd name="csX0" fmla="*/ 45476 w 90714"/>
                  <a:gd name="csY0" fmla="*/ 90885 h 90713"/>
                  <a:gd name="csX1" fmla="*/ 77548 w 90714"/>
                  <a:gd name="csY1" fmla="*/ 77600 h 90713"/>
                  <a:gd name="csX2" fmla="*/ 90833 w 90714"/>
                  <a:gd name="csY2" fmla="*/ 45528 h 90713"/>
                  <a:gd name="csX3" fmla="*/ 77548 w 90714"/>
                  <a:gd name="csY3" fmla="*/ 13456 h 90713"/>
                  <a:gd name="csX4" fmla="*/ 45476 w 90714"/>
                  <a:gd name="csY4" fmla="*/ 172 h 90713"/>
                  <a:gd name="csX5" fmla="*/ 13403 w 90714"/>
                  <a:gd name="csY5" fmla="*/ 13456 h 90713"/>
                  <a:gd name="csX6" fmla="*/ 119 w 90714"/>
                  <a:gd name="csY6" fmla="*/ 45528 h 90713"/>
                  <a:gd name="csX7" fmla="*/ 13403 w 90714"/>
                  <a:gd name="csY7" fmla="*/ 77600 h 90713"/>
                  <a:gd name="csX8" fmla="*/ 45476 w 90714"/>
                  <a:gd name="csY8" fmla="*/ 9088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76" y="90885"/>
                    </a:moveTo>
                    <a:cubicBezTo>
                      <a:pt x="57505" y="90885"/>
                      <a:pt x="69043" y="86106"/>
                      <a:pt x="77548" y="77600"/>
                    </a:cubicBezTo>
                    <a:cubicBezTo>
                      <a:pt x="86054" y="69095"/>
                      <a:pt x="90833" y="57557"/>
                      <a:pt x="90833" y="45528"/>
                    </a:cubicBezTo>
                    <a:cubicBezTo>
                      <a:pt x="90833" y="33500"/>
                      <a:pt x="86054" y="21962"/>
                      <a:pt x="77548" y="13456"/>
                    </a:cubicBezTo>
                    <a:cubicBezTo>
                      <a:pt x="69043" y="4951"/>
                      <a:pt x="57505" y="172"/>
                      <a:pt x="45476" y="172"/>
                    </a:cubicBezTo>
                    <a:cubicBezTo>
                      <a:pt x="33447" y="172"/>
                      <a:pt x="21909" y="4951"/>
                      <a:pt x="13403" y="13456"/>
                    </a:cubicBezTo>
                    <a:cubicBezTo>
                      <a:pt x="4898" y="21962"/>
                      <a:pt x="119" y="33500"/>
                      <a:pt x="119" y="45528"/>
                    </a:cubicBezTo>
                    <a:cubicBezTo>
                      <a:pt x="119" y="57557"/>
                      <a:pt x="4898" y="69095"/>
                      <a:pt x="13403" y="77600"/>
                    </a:cubicBezTo>
                    <a:cubicBezTo>
                      <a:pt x="21909" y="86106"/>
                      <a:pt x="33447" y="90885"/>
                      <a:pt x="45476" y="9088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6" name="任意多边形: 形状 2625"/>
              <p:cNvSpPr/>
              <p:nvPr/>
            </p:nvSpPr>
            <p:spPr>
              <a:xfrm>
                <a:off x="8728767" y="24149241"/>
                <a:ext cx="180000" cy="180000"/>
              </a:xfrm>
              <a:custGeom>
                <a:avLst/>
                <a:gdLst>
                  <a:gd name="csX0" fmla="*/ 45610 w 90714"/>
                  <a:gd name="csY0" fmla="*/ 90907 h 90713"/>
                  <a:gd name="csX1" fmla="*/ 77682 w 90714"/>
                  <a:gd name="csY1" fmla="*/ 77622 h 90713"/>
                  <a:gd name="csX2" fmla="*/ 90967 w 90714"/>
                  <a:gd name="csY2" fmla="*/ 45550 h 90713"/>
                  <a:gd name="csX3" fmla="*/ 77682 w 90714"/>
                  <a:gd name="csY3" fmla="*/ 13478 h 90713"/>
                  <a:gd name="csX4" fmla="*/ 45610 w 90714"/>
                  <a:gd name="csY4" fmla="*/ 194 h 90713"/>
                  <a:gd name="csX5" fmla="*/ 13537 w 90714"/>
                  <a:gd name="csY5" fmla="*/ 13478 h 90713"/>
                  <a:gd name="csX6" fmla="*/ 252 w 90714"/>
                  <a:gd name="csY6" fmla="*/ 45550 h 90713"/>
                  <a:gd name="csX7" fmla="*/ 13537 w 90714"/>
                  <a:gd name="csY7" fmla="*/ 77622 h 90713"/>
                  <a:gd name="csX8" fmla="*/ 45610 w 90714"/>
                  <a:gd name="csY8" fmla="*/ 9090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0" y="90907"/>
                    </a:moveTo>
                    <a:cubicBezTo>
                      <a:pt x="57639" y="90907"/>
                      <a:pt x="69176" y="86128"/>
                      <a:pt x="77682" y="77622"/>
                    </a:cubicBezTo>
                    <a:cubicBezTo>
                      <a:pt x="86188" y="69117"/>
                      <a:pt x="90967" y="57579"/>
                      <a:pt x="90967" y="45550"/>
                    </a:cubicBezTo>
                    <a:cubicBezTo>
                      <a:pt x="90967" y="33522"/>
                      <a:pt x="86188" y="21984"/>
                      <a:pt x="77682" y="13478"/>
                    </a:cubicBezTo>
                    <a:cubicBezTo>
                      <a:pt x="69176" y="4973"/>
                      <a:pt x="57639" y="194"/>
                      <a:pt x="45610" y="194"/>
                    </a:cubicBezTo>
                    <a:cubicBezTo>
                      <a:pt x="33581" y="194"/>
                      <a:pt x="22043" y="4973"/>
                      <a:pt x="13537" y="13478"/>
                    </a:cubicBezTo>
                    <a:cubicBezTo>
                      <a:pt x="5032" y="21984"/>
                      <a:pt x="252" y="33522"/>
                      <a:pt x="252" y="45550"/>
                    </a:cubicBezTo>
                    <a:cubicBezTo>
                      <a:pt x="252" y="57579"/>
                      <a:pt x="5032" y="69117"/>
                      <a:pt x="13537" y="77622"/>
                    </a:cubicBezTo>
                    <a:cubicBezTo>
                      <a:pt x="22043" y="86128"/>
                      <a:pt x="33581" y="90907"/>
                      <a:pt x="45610" y="9090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7" name="任意多边形: 形状 2626"/>
              <p:cNvSpPr/>
              <p:nvPr/>
            </p:nvSpPr>
            <p:spPr>
              <a:xfrm>
                <a:off x="4798143" y="21352260"/>
                <a:ext cx="180000" cy="180000"/>
              </a:xfrm>
              <a:custGeom>
                <a:avLst/>
                <a:gdLst>
                  <a:gd name="csX0" fmla="*/ 45487 w 90714"/>
                  <a:gd name="csY0" fmla="*/ 90820 h 90713"/>
                  <a:gd name="csX1" fmla="*/ 77560 w 90714"/>
                  <a:gd name="csY1" fmla="*/ 77535 h 90713"/>
                  <a:gd name="csX2" fmla="*/ 90844 w 90714"/>
                  <a:gd name="csY2" fmla="*/ 45463 h 90713"/>
                  <a:gd name="csX3" fmla="*/ 77560 w 90714"/>
                  <a:gd name="csY3" fmla="*/ 13391 h 90713"/>
                  <a:gd name="csX4" fmla="*/ 45487 w 90714"/>
                  <a:gd name="csY4" fmla="*/ 106 h 90713"/>
                  <a:gd name="csX5" fmla="*/ 13415 w 90714"/>
                  <a:gd name="csY5" fmla="*/ 13391 h 90713"/>
                  <a:gd name="csX6" fmla="*/ 130 w 90714"/>
                  <a:gd name="csY6" fmla="*/ 45463 h 90713"/>
                  <a:gd name="csX7" fmla="*/ 13415 w 90714"/>
                  <a:gd name="csY7" fmla="*/ 77535 h 90713"/>
                  <a:gd name="csX8" fmla="*/ 45487 w 90714"/>
                  <a:gd name="csY8" fmla="*/ 90820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7" y="90820"/>
                    </a:moveTo>
                    <a:cubicBezTo>
                      <a:pt x="57516" y="90820"/>
                      <a:pt x="69054" y="86041"/>
                      <a:pt x="77560" y="77535"/>
                    </a:cubicBezTo>
                    <a:cubicBezTo>
                      <a:pt x="86065" y="69030"/>
                      <a:pt x="90844" y="57492"/>
                      <a:pt x="90844" y="45463"/>
                    </a:cubicBezTo>
                    <a:cubicBezTo>
                      <a:pt x="90844" y="33434"/>
                      <a:pt x="86065" y="21897"/>
                      <a:pt x="77560" y="13391"/>
                    </a:cubicBezTo>
                    <a:cubicBezTo>
                      <a:pt x="69054" y="4886"/>
                      <a:pt x="57516" y="106"/>
                      <a:pt x="45487" y="106"/>
                    </a:cubicBezTo>
                    <a:cubicBezTo>
                      <a:pt x="33458" y="106"/>
                      <a:pt x="21920" y="4886"/>
                      <a:pt x="13415" y="13391"/>
                    </a:cubicBezTo>
                    <a:cubicBezTo>
                      <a:pt x="4909" y="21897"/>
                      <a:pt x="130" y="33434"/>
                      <a:pt x="130" y="45463"/>
                    </a:cubicBezTo>
                    <a:cubicBezTo>
                      <a:pt x="130" y="57492"/>
                      <a:pt x="4909" y="69030"/>
                      <a:pt x="13415" y="77535"/>
                    </a:cubicBezTo>
                    <a:cubicBezTo>
                      <a:pt x="21920" y="86041"/>
                      <a:pt x="33458" y="90820"/>
                      <a:pt x="45487" y="90820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8" name="任意多边形: 形状 2627"/>
              <p:cNvSpPr/>
              <p:nvPr/>
            </p:nvSpPr>
            <p:spPr>
              <a:xfrm>
                <a:off x="6915406" y="23748282"/>
                <a:ext cx="180000" cy="180000"/>
              </a:xfrm>
              <a:custGeom>
                <a:avLst/>
                <a:gdLst>
                  <a:gd name="csX0" fmla="*/ 45553 w 90714"/>
                  <a:gd name="csY0" fmla="*/ 90895 h 90713"/>
                  <a:gd name="csX1" fmla="*/ 77626 w 90714"/>
                  <a:gd name="csY1" fmla="*/ 77610 h 90713"/>
                  <a:gd name="csX2" fmla="*/ 90910 w 90714"/>
                  <a:gd name="csY2" fmla="*/ 45538 h 90713"/>
                  <a:gd name="csX3" fmla="*/ 77626 w 90714"/>
                  <a:gd name="csY3" fmla="*/ 13466 h 90713"/>
                  <a:gd name="csX4" fmla="*/ 45553 w 90714"/>
                  <a:gd name="csY4" fmla="*/ 181 h 90713"/>
                  <a:gd name="csX5" fmla="*/ 13481 w 90714"/>
                  <a:gd name="csY5" fmla="*/ 13466 h 90713"/>
                  <a:gd name="csX6" fmla="*/ 196 w 90714"/>
                  <a:gd name="csY6" fmla="*/ 45538 h 90713"/>
                  <a:gd name="csX7" fmla="*/ 13481 w 90714"/>
                  <a:gd name="csY7" fmla="*/ 77610 h 90713"/>
                  <a:gd name="csX8" fmla="*/ 45553 w 90714"/>
                  <a:gd name="csY8" fmla="*/ 9089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3" y="90895"/>
                    </a:moveTo>
                    <a:cubicBezTo>
                      <a:pt x="57582" y="90895"/>
                      <a:pt x="69120" y="86116"/>
                      <a:pt x="77626" y="77610"/>
                    </a:cubicBezTo>
                    <a:cubicBezTo>
                      <a:pt x="86131" y="69104"/>
                      <a:pt x="90910" y="57567"/>
                      <a:pt x="90910" y="45538"/>
                    </a:cubicBezTo>
                    <a:cubicBezTo>
                      <a:pt x="90910" y="33509"/>
                      <a:pt x="86131" y="21971"/>
                      <a:pt x="77626" y="13466"/>
                    </a:cubicBezTo>
                    <a:cubicBezTo>
                      <a:pt x="69120" y="4960"/>
                      <a:pt x="57582" y="181"/>
                      <a:pt x="45553" y="181"/>
                    </a:cubicBezTo>
                    <a:cubicBezTo>
                      <a:pt x="33524" y="181"/>
                      <a:pt x="21986" y="4960"/>
                      <a:pt x="13481" y="13466"/>
                    </a:cubicBezTo>
                    <a:cubicBezTo>
                      <a:pt x="4975" y="21971"/>
                      <a:pt x="196" y="33509"/>
                      <a:pt x="196" y="45538"/>
                    </a:cubicBezTo>
                    <a:cubicBezTo>
                      <a:pt x="196" y="57567"/>
                      <a:pt x="4975" y="69104"/>
                      <a:pt x="13481" y="77610"/>
                    </a:cubicBezTo>
                    <a:cubicBezTo>
                      <a:pt x="21986" y="86116"/>
                      <a:pt x="33524" y="90895"/>
                      <a:pt x="45553" y="9089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29" name="任意多边形: 形状 2628"/>
              <p:cNvSpPr/>
              <p:nvPr/>
            </p:nvSpPr>
            <p:spPr>
              <a:xfrm>
                <a:off x="5830757" y="24951285"/>
                <a:ext cx="180000" cy="180000"/>
              </a:xfrm>
              <a:custGeom>
                <a:avLst/>
                <a:gdLst>
                  <a:gd name="csX0" fmla="*/ 45519 w 90714"/>
                  <a:gd name="csY0" fmla="*/ 90932 h 90713"/>
                  <a:gd name="csX1" fmla="*/ 77592 w 90714"/>
                  <a:gd name="csY1" fmla="*/ 77647 h 90713"/>
                  <a:gd name="csX2" fmla="*/ 90877 w 90714"/>
                  <a:gd name="csY2" fmla="*/ 45575 h 90713"/>
                  <a:gd name="csX3" fmla="*/ 77592 w 90714"/>
                  <a:gd name="csY3" fmla="*/ 13503 h 90713"/>
                  <a:gd name="csX4" fmla="*/ 45519 w 90714"/>
                  <a:gd name="csY4" fmla="*/ 219 h 90713"/>
                  <a:gd name="csX5" fmla="*/ 13447 w 90714"/>
                  <a:gd name="csY5" fmla="*/ 13503 h 90713"/>
                  <a:gd name="csX6" fmla="*/ 162 w 90714"/>
                  <a:gd name="csY6" fmla="*/ 45575 h 90713"/>
                  <a:gd name="csX7" fmla="*/ 13447 w 90714"/>
                  <a:gd name="csY7" fmla="*/ 77647 h 90713"/>
                  <a:gd name="csX8" fmla="*/ 45519 w 90714"/>
                  <a:gd name="csY8" fmla="*/ 9093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9" y="90932"/>
                    </a:moveTo>
                    <a:cubicBezTo>
                      <a:pt x="57548" y="90932"/>
                      <a:pt x="69086" y="86153"/>
                      <a:pt x="77592" y="77647"/>
                    </a:cubicBezTo>
                    <a:cubicBezTo>
                      <a:pt x="86097" y="69142"/>
                      <a:pt x="90877" y="57604"/>
                      <a:pt x="90877" y="45575"/>
                    </a:cubicBezTo>
                    <a:cubicBezTo>
                      <a:pt x="90877" y="33547"/>
                      <a:pt x="86097" y="22009"/>
                      <a:pt x="77592" y="13503"/>
                    </a:cubicBezTo>
                    <a:cubicBezTo>
                      <a:pt x="69086" y="4998"/>
                      <a:pt x="57548" y="219"/>
                      <a:pt x="45519" y="219"/>
                    </a:cubicBezTo>
                    <a:cubicBezTo>
                      <a:pt x="33490" y="219"/>
                      <a:pt x="21953" y="4998"/>
                      <a:pt x="13447" y="13503"/>
                    </a:cubicBezTo>
                    <a:cubicBezTo>
                      <a:pt x="4941" y="22009"/>
                      <a:pt x="162" y="33547"/>
                      <a:pt x="162" y="45575"/>
                    </a:cubicBezTo>
                    <a:cubicBezTo>
                      <a:pt x="162" y="57604"/>
                      <a:pt x="4941" y="69142"/>
                      <a:pt x="13447" y="77647"/>
                    </a:cubicBezTo>
                    <a:cubicBezTo>
                      <a:pt x="21953" y="86153"/>
                      <a:pt x="33490" y="90932"/>
                      <a:pt x="45519" y="9093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0" name="任意多边形: 形状 2629"/>
              <p:cNvSpPr/>
              <p:nvPr/>
            </p:nvSpPr>
            <p:spPr>
              <a:xfrm>
                <a:off x="8943398" y="24312898"/>
                <a:ext cx="180000" cy="180000"/>
              </a:xfrm>
              <a:custGeom>
                <a:avLst/>
                <a:gdLst>
                  <a:gd name="csX0" fmla="*/ 45616 w 90714"/>
                  <a:gd name="csY0" fmla="*/ 90912 h 90713"/>
                  <a:gd name="csX1" fmla="*/ 77689 w 90714"/>
                  <a:gd name="csY1" fmla="*/ 77628 h 90713"/>
                  <a:gd name="csX2" fmla="*/ 90974 w 90714"/>
                  <a:gd name="csY2" fmla="*/ 45555 h 90713"/>
                  <a:gd name="csX3" fmla="*/ 77689 w 90714"/>
                  <a:gd name="csY3" fmla="*/ 13483 h 90713"/>
                  <a:gd name="csX4" fmla="*/ 45616 w 90714"/>
                  <a:gd name="csY4" fmla="*/ 199 h 90713"/>
                  <a:gd name="csX5" fmla="*/ 13544 w 90714"/>
                  <a:gd name="csY5" fmla="*/ 13483 h 90713"/>
                  <a:gd name="csX6" fmla="*/ 259 w 90714"/>
                  <a:gd name="csY6" fmla="*/ 45555 h 90713"/>
                  <a:gd name="csX7" fmla="*/ 13544 w 90714"/>
                  <a:gd name="csY7" fmla="*/ 77628 h 90713"/>
                  <a:gd name="csX8" fmla="*/ 45616 w 90714"/>
                  <a:gd name="csY8" fmla="*/ 9091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16" y="90912"/>
                    </a:moveTo>
                    <a:cubicBezTo>
                      <a:pt x="57645" y="90912"/>
                      <a:pt x="69183" y="86133"/>
                      <a:pt x="77689" y="77628"/>
                    </a:cubicBezTo>
                    <a:cubicBezTo>
                      <a:pt x="86194" y="69122"/>
                      <a:pt x="90974" y="57584"/>
                      <a:pt x="90974" y="45555"/>
                    </a:cubicBezTo>
                    <a:cubicBezTo>
                      <a:pt x="90974" y="33527"/>
                      <a:pt x="86194" y="21989"/>
                      <a:pt x="77689" y="13483"/>
                    </a:cubicBezTo>
                    <a:cubicBezTo>
                      <a:pt x="69183" y="4978"/>
                      <a:pt x="57645" y="199"/>
                      <a:pt x="45616" y="199"/>
                    </a:cubicBezTo>
                    <a:cubicBezTo>
                      <a:pt x="33587" y="199"/>
                      <a:pt x="22050" y="4978"/>
                      <a:pt x="13544" y="13483"/>
                    </a:cubicBezTo>
                    <a:cubicBezTo>
                      <a:pt x="5038" y="21989"/>
                      <a:pt x="259" y="33527"/>
                      <a:pt x="259" y="45555"/>
                    </a:cubicBezTo>
                    <a:cubicBezTo>
                      <a:pt x="259" y="57584"/>
                      <a:pt x="5038" y="69122"/>
                      <a:pt x="13544" y="77628"/>
                    </a:cubicBezTo>
                    <a:cubicBezTo>
                      <a:pt x="22050" y="86133"/>
                      <a:pt x="33587" y="90912"/>
                      <a:pt x="45616" y="9091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1" name="任意多边形: 形状 2630"/>
              <p:cNvSpPr/>
              <p:nvPr/>
            </p:nvSpPr>
            <p:spPr>
              <a:xfrm>
                <a:off x="4764061" y="20994543"/>
                <a:ext cx="180000" cy="180000"/>
              </a:xfrm>
              <a:custGeom>
                <a:avLst/>
                <a:gdLst>
                  <a:gd name="csX0" fmla="*/ 45486 w 90714"/>
                  <a:gd name="csY0" fmla="*/ 90809 h 90713"/>
                  <a:gd name="csX1" fmla="*/ 77558 w 90714"/>
                  <a:gd name="csY1" fmla="*/ 77524 h 90713"/>
                  <a:gd name="csX2" fmla="*/ 90843 w 90714"/>
                  <a:gd name="csY2" fmla="*/ 45452 h 90713"/>
                  <a:gd name="csX3" fmla="*/ 77558 w 90714"/>
                  <a:gd name="csY3" fmla="*/ 13380 h 90713"/>
                  <a:gd name="csX4" fmla="*/ 45486 w 90714"/>
                  <a:gd name="csY4" fmla="*/ 95 h 90713"/>
                  <a:gd name="csX5" fmla="*/ 13414 w 90714"/>
                  <a:gd name="csY5" fmla="*/ 13380 h 90713"/>
                  <a:gd name="csX6" fmla="*/ 129 w 90714"/>
                  <a:gd name="csY6" fmla="*/ 45452 h 90713"/>
                  <a:gd name="csX7" fmla="*/ 13414 w 90714"/>
                  <a:gd name="csY7" fmla="*/ 77524 h 90713"/>
                  <a:gd name="csX8" fmla="*/ 45486 w 90714"/>
                  <a:gd name="csY8" fmla="*/ 90809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6" y="90809"/>
                    </a:moveTo>
                    <a:cubicBezTo>
                      <a:pt x="57515" y="90809"/>
                      <a:pt x="69053" y="86030"/>
                      <a:pt x="77558" y="77524"/>
                    </a:cubicBezTo>
                    <a:cubicBezTo>
                      <a:pt x="86064" y="69018"/>
                      <a:pt x="90843" y="57481"/>
                      <a:pt x="90843" y="45452"/>
                    </a:cubicBezTo>
                    <a:cubicBezTo>
                      <a:pt x="90843" y="33423"/>
                      <a:pt x="86064" y="21886"/>
                      <a:pt x="77558" y="13380"/>
                    </a:cubicBezTo>
                    <a:cubicBezTo>
                      <a:pt x="69053" y="4874"/>
                      <a:pt x="57515" y="95"/>
                      <a:pt x="45486" y="95"/>
                    </a:cubicBezTo>
                    <a:cubicBezTo>
                      <a:pt x="33457" y="95"/>
                      <a:pt x="21919" y="4874"/>
                      <a:pt x="13414" y="13380"/>
                    </a:cubicBezTo>
                    <a:cubicBezTo>
                      <a:pt x="4908" y="21886"/>
                      <a:pt x="129" y="33423"/>
                      <a:pt x="129" y="45452"/>
                    </a:cubicBezTo>
                    <a:cubicBezTo>
                      <a:pt x="129" y="57481"/>
                      <a:pt x="4908" y="69018"/>
                      <a:pt x="13414" y="77524"/>
                    </a:cubicBezTo>
                    <a:cubicBezTo>
                      <a:pt x="21919" y="86030"/>
                      <a:pt x="33457" y="90809"/>
                      <a:pt x="45486" y="90809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2" name="任意多边形: 形状 2631"/>
              <p:cNvSpPr/>
              <p:nvPr/>
            </p:nvSpPr>
            <p:spPr>
              <a:xfrm>
                <a:off x="8204943" y="21804514"/>
                <a:ext cx="180000" cy="180000"/>
              </a:xfrm>
              <a:custGeom>
                <a:avLst/>
                <a:gdLst>
                  <a:gd name="csX0" fmla="*/ 45593 w 90714"/>
                  <a:gd name="csY0" fmla="*/ 90834 h 90713"/>
                  <a:gd name="csX1" fmla="*/ 77666 w 90714"/>
                  <a:gd name="csY1" fmla="*/ 77549 h 90713"/>
                  <a:gd name="csX2" fmla="*/ 90951 w 90714"/>
                  <a:gd name="csY2" fmla="*/ 45477 h 90713"/>
                  <a:gd name="csX3" fmla="*/ 77666 w 90714"/>
                  <a:gd name="csY3" fmla="*/ 13405 h 90713"/>
                  <a:gd name="csX4" fmla="*/ 45593 w 90714"/>
                  <a:gd name="csY4" fmla="*/ 121 h 90713"/>
                  <a:gd name="csX5" fmla="*/ 13521 w 90714"/>
                  <a:gd name="csY5" fmla="*/ 13405 h 90713"/>
                  <a:gd name="csX6" fmla="*/ 236 w 90714"/>
                  <a:gd name="csY6" fmla="*/ 45477 h 90713"/>
                  <a:gd name="csX7" fmla="*/ 13521 w 90714"/>
                  <a:gd name="csY7" fmla="*/ 77549 h 90713"/>
                  <a:gd name="csX8" fmla="*/ 45593 w 90714"/>
                  <a:gd name="csY8" fmla="*/ 9083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93" y="90834"/>
                    </a:moveTo>
                    <a:cubicBezTo>
                      <a:pt x="57622" y="90834"/>
                      <a:pt x="69160" y="86055"/>
                      <a:pt x="77666" y="77549"/>
                    </a:cubicBezTo>
                    <a:cubicBezTo>
                      <a:pt x="86171" y="69044"/>
                      <a:pt x="90951" y="57506"/>
                      <a:pt x="90951" y="45477"/>
                    </a:cubicBezTo>
                    <a:cubicBezTo>
                      <a:pt x="90951" y="33449"/>
                      <a:pt x="86171" y="21911"/>
                      <a:pt x="77666" y="13405"/>
                    </a:cubicBezTo>
                    <a:cubicBezTo>
                      <a:pt x="69160" y="4900"/>
                      <a:pt x="57622" y="121"/>
                      <a:pt x="45593" y="121"/>
                    </a:cubicBezTo>
                    <a:cubicBezTo>
                      <a:pt x="33564" y="121"/>
                      <a:pt x="22027" y="4900"/>
                      <a:pt x="13521" y="13405"/>
                    </a:cubicBezTo>
                    <a:cubicBezTo>
                      <a:pt x="5015" y="21911"/>
                      <a:pt x="236" y="33449"/>
                      <a:pt x="236" y="45477"/>
                    </a:cubicBezTo>
                    <a:cubicBezTo>
                      <a:pt x="236" y="57506"/>
                      <a:pt x="5015" y="69044"/>
                      <a:pt x="13521" y="77549"/>
                    </a:cubicBezTo>
                    <a:cubicBezTo>
                      <a:pt x="22027" y="86055"/>
                      <a:pt x="33564" y="90834"/>
                      <a:pt x="45593" y="9083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3" name="任意多边形: 形状 2632"/>
              <p:cNvSpPr/>
              <p:nvPr/>
            </p:nvSpPr>
            <p:spPr>
              <a:xfrm>
                <a:off x="5798262" y="24372450"/>
                <a:ext cx="180000" cy="180000"/>
              </a:xfrm>
              <a:custGeom>
                <a:avLst/>
                <a:gdLst>
                  <a:gd name="csX0" fmla="*/ 45518 w 90714"/>
                  <a:gd name="csY0" fmla="*/ 90914 h 90713"/>
                  <a:gd name="csX1" fmla="*/ 77591 w 90714"/>
                  <a:gd name="csY1" fmla="*/ 77629 h 90713"/>
                  <a:gd name="csX2" fmla="*/ 90876 w 90714"/>
                  <a:gd name="csY2" fmla="*/ 45557 h 90713"/>
                  <a:gd name="csX3" fmla="*/ 77591 w 90714"/>
                  <a:gd name="csY3" fmla="*/ 13485 h 90713"/>
                  <a:gd name="csX4" fmla="*/ 45518 w 90714"/>
                  <a:gd name="csY4" fmla="*/ 201 h 90713"/>
                  <a:gd name="csX5" fmla="*/ 13446 w 90714"/>
                  <a:gd name="csY5" fmla="*/ 13485 h 90713"/>
                  <a:gd name="csX6" fmla="*/ 161 w 90714"/>
                  <a:gd name="csY6" fmla="*/ 45557 h 90713"/>
                  <a:gd name="csX7" fmla="*/ 13446 w 90714"/>
                  <a:gd name="csY7" fmla="*/ 77629 h 90713"/>
                  <a:gd name="csX8" fmla="*/ 45518 w 90714"/>
                  <a:gd name="csY8" fmla="*/ 90914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8" y="90914"/>
                    </a:moveTo>
                    <a:cubicBezTo>
                      <a:pt x="57547" y="90914"/>
                      <a:pt x="69085" y="86135"/>
                      <a:pt x="77591" y="77629"/>
                    </a:cubicBezTo>
                    <a:cubicBezTo>
                      <a:pt x="86096" y="69124"/>
                      <a:pt x="90876" y="57586"/>
                      <a:pt x="90876" y="45557"/>
                    </a:cubicBezTo>
                    <a:cubicBezTo>
                      <a:pt x="90876" y="33529"/>
                      <a:pt x="86096" y="21991"/>
                      <a:pt x="77591" y="13485"/>
                    </a:cubicBezTo>
                    <a:cubicBezTo>
                      <a:pt x="69085" y="4980"/>
                      <a:pt x="57547" y="201"/>
                      <a:pt x="45518" y="201"/>
                    </a:cubicBezTo>
                    <a:cubicBezTo>
                      <a:pt x="33489" y="201"/>
                      <a:pt x="21952" y="4980"/>
                      <a:pt x="13446" y="13485"/>
                    </a:cubicBezTo>
                    <a:cubicBezTo>
                      <a:pt x="4940" y="21991"/>
                      <a:pt x="161" y="33529"/>
                      <a:pt x="161" y="45557"/>
                    </a:cubicBezTo>
                    <a:cubicBezTo>
                      <a:pt x="161" y="57586"/>
                      <a:pt x="4940" y="69124"/>
                      <a:pt x="13446" y="77629"/>
                    </a:cubicBezTo>
                    <a:cubicBezTo>
                      <a:pt x="21952" y="86135"/>
                      <a:pt x="33489" y="90914"/>
                      <a:pt x="45518" y="90914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4" name="任意多边形: 形状 2633"/>
              <p:cNvSpPr/>
              <p:nvPr/>
            </p:nvSpPr>
            <p:spPr>
              <a:xfrm>
                <a:off x="4812865" y="24172003"/>
                <a:ext cx="180000" cy="180000"/>
              </a:xfrm>
              <a:custGeom>
                <a:avLst/>
                <a:gdLst>
                  <a:gd name="csX0" fmla="*/ 45488 w 90714"/>
                  <a:gd name="csY0" fmla="*/ 90908 h 90713"/>
                  <a:gd name="csX1" fmla="*/ 77560 w 90714"/>
                  <a:gd name="csY1" fmla="*/ 77623 h 90713"/>
                  <a:gd name="csX2" fmla="*/ 90845 w 90714"/>
                  <a:gd name="csY2" fmla="*/ 45551 h 90713"/>
                  <a:gd name="csX3" fmla="*/ 77560 w 90714"/>
                  <a:gd name="csY3" fmla="*/ 13479 h 90713"/>
                  <a:gd name="csX4" fmla="*/ 45488 w 90714"/>
                  <a:gd name="csY4" fmla="*/ 194 h 90713"/>
                  <a:gd name="csX5" fmla="*/ 13415 w 90714"/>
                  <a:gd name="csY5" fmla="*/ 13479 h 90713"/>
                  <a:gd name="csX6" fmla="*/ 130 w 90714"/>
                  <a:gd name="csY6" fmla="*/ 45551 h 90713"/>
                  <a:gd name="csX7" fmla="*/ 13415 w 90714"/>
                  <a:gd name="csY7" fmla="*/ 77623 h 90713"/>
                  <a:gd name="csX8" fmla="*/ 45488 w 90714"/>
                  <a:gd name="csY8" fmla="*/ 90908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88" y="90908"/>
                    </a:moveTo>
                    <a:cubicBezTo>
                      <a:pt x="57516" y="90908"/>
                      <a:pt x="69054" y="86129"/>
                      <a:pt x="77560" y="77623"/>
                    </a:cubicBezTo>
                    <a:cubicBezTo>
                      <a:pt x="86066" y="69118"/>
                      <a:pt x="90845" y="57580"/>
                      <a:pt x="90845" y="45551"/>
                    </a:cubicBezTo>
                    <a:cubicBezTo>
                      <a:pt x="90845" y="33522"/>
                      <a:pt x="86066" y="21985"/>
                      <a:pt x="77560" y="13479"/>
                    </a:cubicBezTo>
                    <a:cubicBezTo>
                      <a:pt x="69054" y="4973"/>
                      <a:pt x="57516" y="194"/>
                      <a:pt x="45488" y="194"/>
                    </a:cubicBezTo>
                    <a:cubicBezTo>
                      <a:pt x="33459" y="194"/>
                      <a:pt x="21921" y="4973"/>
                      <a:pt x="13415" y="13479"/>
                    </a:cubicBezTo>
                    <a:cubicBezTo>
                      <a:pt x="4909" y="21985"/>
                      <a:pt x="130" y="33522"/>
                      <a:pt x="130" y="45551"/>
                    </a:cubicBezTo>
                    <a:cubicBezTo>
                      <a:pt x="130" y="57580"/>
                      <a:pt x="4909" y="69118"/>
                      <a:pt x="13415" y="77623"/>
                    </a:cubicBezTo>
                    <a:cubicBezTo>
                      <a:pt x="21921" y="86129"/>
                      <a:pt x="33459" y="90908"/>
                      <a:pt x="45488" y="90908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5" name="任意多边形: 形状 2634"/>
              <p:cNvSpPr/>
              <p:nvPr/>
            </p:nvSpPr>
            <p:spPr>
              <a:xfrm>
                <a:off x="7435627" y="21443911"/>
                <a:ext cx="180000" cy="180000"/>
              </a:xfrm>
              <a:custGeom>
                <a:avLst/>
                <a:gdLst>
                  <a:gd name="csX0" fmla="*/ 45569 w 90714"/>
                  <a:gd name="csY0" fmla="*/ 90823 h 90713"/>
                  <a:gd name="csX1" fmla="*/ 77642 w 90714"/>
                  <a:gd name="csY1" fmla="*/ 77538 h 90713"/>
                  <a:gd name="csX2" fmla="*/ 90927 w 90714"/>
                  <a:gd name="csY2" fmla="*/ 45466 h 90713"/>
                  <a:gd name="csX3" fmla="*/ 77642 w 90714"/>
                  <a:gd name="csY3" fmla="*/ 13394 h 90713"/>
                  <a:gd name="csX4" fmla="*/ 45569 w 90714"/>
                  <a:gd name="csY4" fmla="*/ 109 h 90713"/>
                  <a:gd name="csX5" fmla="*/ 13497 w 90714"/>
                  <a:gd name="csY5" fmla="*/ 13394 h 90713"/>
                  <a:gd name="csX6" fmla="*/ 212 w 90714"/>
                  <a:gd name="csY6" fmla="*/ 45466 h 90713"/>
                  <a:gd name="csX7" fmla="*/ 13497 w 90714"/>
                  <a:gd name="csY7" fmla="*/ 77538 h 90713"/>
                  <a:gd name="csX8" fmla="*/ 45569 w 90714"/>
                  <a:gd name="csY8" fmla="*/ 9082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69" y="90823"/>
                    </a:moveTo>
                    <a:cubicBezTo>
                      <a:pt x="57598" y="90823"/>
                      <a:pt x="69136" y="86044"/>
                      <a:pt x="77642" y="77538"/>
                    </a:cubicBezTo>
                    <a:cubicBezTo>
                      <a:pt x="86147" y="69032"/>
                      <a:pt x="90927" y="57495"/>
                      <a:pt x="90927" y="45466"/>
                    </a:cubicBezTo>
                    <a:cubicBezTo>
                      <a:pt x="90927" y="33437"/>
                      <a:pt x="86147" y="21900"/>
                      <a:pt x="77642" y="13394"/>
                    </a:cubicBezTo>
                    <a:cubicBezTo>
                      <a:pt x="69136" y="4888"/>
                      <a:pt x="57598" y="109"/>
                      <a:pt x="45569" y="109"/>
                    </a:cubicBezTo>
                    <a:cubicBezTo>
                      <a:pt x="33540" y="109"/>
                      <a:pt x="22003" y="4888"/>
                      <a:pt x="13497" y="13394"/>
                    </a:cubicBezTo>
                    <a:cubicBezTo>
                      <a:pt x="4991" y="21900"/>
                      <a:pt x="212" y="33437"/>
                      <a:pt x="212" y="45466"/>
                    </a:cubicBezTo>
                    <a:cubicBezTo>
                      <a:pt x="212" y="57495"/>
                      <a:pt x="4991" y="69032"/>
                      <a:pt x="13497" y="77538"/>
                    </a:cubicBezTo>
                    <a:cubicBezTo>
                      <a:pt x="22003" y="86044"/>
                      <a:pt x="33540" y="90823"/>
                      <a:pt x="45569" y="9082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6" name="任意多边形: 形状 2635"/>
              <p:cNvSpPr/>
              <p:nvPr/>
            </p:nvSpPr>
            <p:spPr>
              <a:xfrm>
                <a:off x="5688968" y="22029971"/>
                <a:ext cx="180000" cy="180000"/>
              </a:xfrm>
              <a:custGeom>
                <a:avLst/>
                <a:gdLst>
                  <a:gd name="csX0" fmla="*/ 45515 w 90714"/>
                  <a:gd name="csY0" fmla="*/ 90841 h 90713"/>
                  <a:gd name="csX1" fmla="*/ 77587 w 90714"/>
                  <a:gd name="csY1" fmla="*/ 77556 h 90713"/>
                  <a:gd name="csX2" fmla="*/ 90872 w 90714"/>
                  <a:gd name="csY2" fmla="*/ 45484 h 90713"/>
                  <a:gd name="csX3" fmla="*/ 77587 w 90714"/>
                  <a:gd name="csY3" fmla="*/ 13412 h 90713"/>
                  <a:gd name="csX4" fmla="*/ 45515 w 90714"/>
                  <a:gd name="csY4" fmla="*/ 128 h 90713"/>
                  <a:gd name="csX5" fmla="*/ 13442 w 90714"/>
                  <a:gd name="csY5" fmla="*/ 13412 h 90713"/>
                  <a:gd name="csX6" fmla="*/ 158 w 90714"/>
                  <a:gd name="csY6" fmla="*/ 45484 h 90713"/>
                  <a:gd name="csX7" fmla="*/ 13442 w 90714"/>
                  <a:gd name="csY7" fmla="*/ 77556 h 90713"/>
                  <a:gd name="csX8" fmla="*/ 45515 w 90714"/>
                  <a:gd name="csY8" fmla="*/ 90841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5" y="90841"/>
                    </a:moveTo>
                    <a:cubicBezTo>
                      <a:pt x="57544" y="90841"/>
                      <a:pt x="69082" y="86062"/>
                      <a:pt x="77587" y="77556"/>
                    </a:cubicBezTo>
                    <a:cubicBezTo>
                      <a:pt x="86093" y="69051"/>
                      <a:pt x="90872" y="57513"/>
                      <a:pt x="90872" y="45484"/>
                    </a:cubicBezTo>
                    <a:cubicBezTo>
                      <a:pt x="90872" y="33456"/>
                      <a:pt x="86093" y="21918"/>
                      <a:pt x="77587" y="13412"/>
                    </a:cubicBezTo>
                    <a:cubicBezTo>
                      <a:pt x="69082" y="4907"/>
                      <a:pt x="57544" y="128"/>
                      <a:pt x="45515" y="128"/>
                    </a:cubicBezTo>
                    <a:cubicBezTo>
                      <a:pt x="33486" y="128"/>
                      <a:pt x="21948" y="4907"/>
                      <a:pt x="13442" y="13412"/>
                    </a:cubicBezTo>
                    <a:cubicBezTo>
                      <a:pt x="4937" y="21918"/>
                      <a:pt x="158" y="33456"/>
                      <a:pt x="158" y="45484"/>
                    </a:cubicBezTo>
                    <a:cubicBezTo>
                      <a:pt x="158" y="57513"/>
                      <a:pt x="4937" y="69051"/>
                      <a:pt x="13442" y="77556"/>
                    </a:cubicBezTo>
                    <a:cubicBezTo>
                      <a:pt x="21948" y="86062"/>
                      <a:pt x="33486" y="90841"/>
                      <a:pt x="45515" y="90841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7" name="任意多边形: 形状 2636"/>
              <p:cNvSpPr/>
              <p:nvPr/>
            </p:nvSpPr>
            <p:spPr>
              <a:xfrm>
                <a:off x="6337987" y="22784614"/>
                <a:ext cx="180000" cy="180000"/>
              </a:xfrm>
              <a:custGeom>
                <a:avLst/>
                <a:gdLst>
                  <a:gd name="csX0" fmla="*/ 45535 w 90714"/>
                  <a:gd name="csY0" fmla="*/ 90865 h 90713"/>
                  <a:gd name="csX1" fmla="*/ 77608 w 90714"/>
                  <a:gd name="csY1" fmla="*/ 77580 h 90713"/>
                  <a:gd name="csX2" fmla="*/ 90892 w 90714"/>
                  <a:gd name="csY2" fmla="*/ 45508 h 90713"/>
                  <a:gd name="csX3" fmla="*/ 77608 w 90714"/>
                  <a:gd name="csY3" fmla="*/ 13436 h 90713"/>
                  <a:gd name="csX4" fmla="*/ 45535 w 90714"/>
                  <a:gd name="csY4" fmla="*/ 151 h 90713"/>
                  <a:gd name="csX5" fmla="*/ 13463 w 90714"/>
                  <a:gd name="csY5" fmla="*/ 13436 h 90713"/>
                  <a:gd name="csX6" fmla="*/ 178 w 90714"/>
                  <a:gd name="csY6" fmla="*/ 45508 h 90713"/>
                  <a:gd name="csX7" fmla="*/ 13463 w 90714"/>
                  <a:gd name="csY7" fmla="*/ 77580 h 90713"/>
                  <a:gd name="csX8" fmla="*/ 45535 w 90714"/>
                  <a:gd name="csY8" fmla="*/ 90865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35" y="90865"/>
                    </a:moveTo>
                    <a:cubicBezTo>
                      <a:pt x="57564" y="90865"/>
                      <a:pt x="69102" y="86085"/>
                      <a:pt x="77608" y="77580"/>
                    </a:cubicBezTo>
                    <a:cubicBezTo>
                      <a:pt x="86113" y="69074"/>
                      <a:pt x="90892" y="57537"/>
                      <a:pt x="90892" y="45508"/>
                    </a:cubicBezTo>
                    <a:cubicBezTo>
                      <a:pt x="90892" y="33479"/>
                      <a:pt x="86113" y="21941"/>
                      <a:pt x="77608" y="13436"/>
                    </a:cubicBezTo>
                    <a:cubicBezTo>
                      <a:pt x="69102" y="4930"/>
                      <a:pt x="57564" y="151"/>
                      <a:pt x="45535" y="151"/>
                    </a:cubicBezTo>
                    <a:cubicBezTo>
                      <a:pt x="33506" y="151"/>
                      <a:pt x="21968" y="4930"/>
                      <a:pt x="13463" y="13436"/>
                    </a:cubicBezTo>
                    <a:cubicBezTo>
                      <a:pt x="4957" y="21941"/>
                      <a:pt x="178" y="33479"/>
                      <a:pt x="178" y="45508"/>
                    </a:cubicBezTo>
                    <a:cubicBezTo>
                      <a:pt x="178" y="57537"/>
                      <a:pt x="4957" y="69074"/>
                      <a:pt x="13463" y="77580"/>
                    </a:cubicBezTo>
                    <a:cubicBezTo>
                      <a:pt x="21968" y="86085"/>
                      <a:pt x="33506" y="90865"/>
                      <a:pt x="45535" y="90865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8" name="任意多边形: 形状 2637"/>
              <p:cNvSpPr/>
              <p:nvPr/>
            </p:nvSpPr>
            <p:spPr>
              <a:xfrm>
                <a:off x="7675900" y="23655702"/>
                <a:ext cx="180000" cy="180000"/>
              </a:xfrm>
              <a:custGeom>
                <a:avLst/>
                <a:gdLst>
                  <a:gd name="csX0" fmla="*/ 45577 w 90714"/>
                  <a:gd name="csY0" fmla="*/ 90892 h 90713"/>
                  <a:gd name="csX1" fmla="*/ 77649 w 90714"/>
                  <a:gd name="csY1" fmla="*/ 77607 h 90713"/>
                  <a:gd name="csX2" fmla="*/ 90934 w 90714"/>
                  <a:gd name="csY2" fmla="*/ 45535 h 90713"/>
                  <a:gd name="csX3" fmla="*/ 77649 w 90714"/>
                  <a:gd name="csY3" fmla="*/ 13463 h 90713"/>
                  <a:gd name="csX4" fmla="*/ 45577 w 90714"/>
                  <a:gd name="csY4" fmla="*/ 178 h 90713"/>
                  <a:gd name="csX5" fmla="*/ 13504 w 90714"/>
                  <a:gd name="csY5" fmla="*/ 13463 h 90713"/>
                  <a:gd name="csX6" fmla="*/ 220 w 90714"/>
                  <a:gd name="csY6" fmla="*/ 45535 h 90713"/>
                  <a:gd name="csX7" fmla="*/ 13504 w 90714"/>
                  <a:gd name="csY7" fmla="*/ 77607 h 90713"/>
                  <a:gd name="csX8" fmla="*/ 45577 w 90714"/>
                  <a:gd name="csY8" fmla="*/ 9089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7" y="90892"/>
                    </a:moveTo>
                    <a:cubicBezTo>
                      <a:pt x="57606" y="90892"/>
                      <a:pt x="69144" y="86113"/>
                      <a:pt x="77649" y="77607"/>
                    </a:cubicBezTo>
                    <a:cubicBezTo>
                      <a:pt x="86155" y="69101"/>
                      <a:pt x="90934" y="57564"/>
                      <a:pt x="90934" y="45535"/>
                    </a:cubicBezTo>
                    <a:cubicBezTo>
                      <a:pt x="90934" y="33506"/>
                      <a:pt x="86155" y="21969"/>
                      <a:pt x="77649" y="13463"/>
                    </a:cubicBezTo>
                    <a:cubicBezTo>
                      <a:pt x="69144" y="4957"/>
                      <a:pt x="57606" y="178"/>
                      <a:pt x="45577" y="178"/>
                    </a:cubicBezTo>
                    <a:cubicBezTo>
                      <a:pt x="33548" y="178"/>
                      <a:pt x="22010" y="4957"/>
                      <a:pt x="13504" y="13463"/>
                    </a:cubicBezTo>
                    <a:cubicBezTo>
                      <a:pt x="4999" y="21969"/>
                      <a:pt x="220" y="33506"/>
                      <a:pt x="220" y="45535"/>
                    </a:cubicBezTo>
                    <a:cubicBezTo>
                      <a:pt x="220" y="57564"/>
                      <a:pt x="4999" y="69101"/>
                      <a:pt x="13504" y="77607"/>
                    </a:cubicBezTo>
                    <a:cubicBezTo>
                      <a:pt x="22010" y="86113"/>
                      <a:pt x="33548" y="90892"/>
                      <a:pt x="45577" y="9089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39" name="任意多边形: 形状 2638"/>
              <p:cNvSpPr/>
              <p:nvPr/>
            </p:nvSpPr>
            <p:spPr>
              <a:xfrm>
                <a:off x="7023478" y="23146646"/>
                <a:ext cx="180000" cy="180000"/>
              </a:xfrm>
              <a:custGeom>
                <a:avLst/>
                <a:gdLst>
                  <a:gd name="csX0" fmla="*/ 45556 w 90714"/>
                  <a:gd name="csY0" fmla="*/ 90876 h 90713"/>
                  <a:gd name="csX1" fmla="*/ 77629 w 90714"/>
                  <a:gd name="csY1" fmla="*/ 77591 h 90713"/>
                  <a:gd name="csX2" fmla="*/ 90914 w 90714"/>
                  <a:gd name="csY2" fmla="*/ 45519 h 90713"/>
                  <a:gd name="csX3" fmla="*/ 77629 w 90714"/>
                  <a:gd name="csY3" fmla="*/ 13447 h 90713"/>
                  <a:gd name="csX4" fmla="*/ 45556 w 90714"/>
                  <a:gd name="csY4" fmla="*/ 162 h 90713"/>
                  <a:gd name="csX5" fmla="*/ 13484 w 90714"/>
                  <a:gd name="csY5" fmla="*/ 13447 h 90713"/>
                  <a:gd name="csX6" fmla="*/ 199 w 90714"/>
                  <a:gd name="csY6" fmla="*/ 45519 h 90713"/>
                  <a:gd name="csX7" fmla="*/ 13484 w 90714"/>
                  <a:gd name="csY7" fmla="*/ 77591 h 90713"/>
                  <a:gd name="csX8" fmla="*/ 45556 w 90714"/>
                  <a:gd name="csY8" fmla="*/ 9087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56" y="90876"/>
                    </a:moveTo>
                    <a:cubicBezTo>
                      <a:pt x="57585" y="90876"/>
                      <a:pt x="69123" y="86097"/>
                      <a:pt x="77629" y="77591"/>
                    </a:cubicBezTo>
                    <a:cubicBezTo>
                      <a:pt x="86135" y="69086"/>
                      <a:pt x="90914" y="57548"/>
                      <a:pt x="90914" y="45519"/>
                    </a:cubicBezTo>
                    <a:cubicBezTo>
                      <a:pt x="90914" y="33490"/>
                      <a:pt x="86135" y="21953"/>
                      <a:pt x="77629" y="13447"/>
                    </a:cubicBezTo>
                    <a:cubicBezTo>
                      <a:pt x="69123" y="4941"/>
                      <a:pt x="57585" y="162"/>
                      <a:pt x="45556" y="162"/>
                    </a:cubicBezTo>
                    <a:cubicBezTo>
                      <a:pt x="33528" y="162"/>
                      <a:pt x="21990" y="4941"/>
                      <a:pt x="13484" y="13447"/>
                    </a:cubicBezTo>
                    <a:cubicBezTo>
                      <a:pt x="4978" y="21953"/>
                      <a:pt x="199" y="33490"/>
                      <a:pt x="199" y="45519"/>
                    </a:cubicBezTo>
                    <a:cubicBezTo>
                      <a:pt x="199" y="57548"/>
                      <a:pt x="4978" y="69086"/>
                      <a:pt x="13484" y="77591"/>
                    </a:cubicBezTo>
                    <a:cubicBezTo>
                      <a:pt x="21990" y="86097"/>
                      <a:pt x="33528" y="90876"/>
                      <a:pt x="45556" y="9087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40" name="任意多边形: 形状 2639"/>
              <p:cNvSpPr/>
              <p:nvPr/>
            </p:nvSpPr>
            <p:spPr>
              <a:xfrm>
                <a:off x="5855913" y="22056142"/>
                <a:ext cx="180000" cy="180000"/>
              </a:xfrm>
              <a:custGeom>
                <a:avLst/>
                <a:gdLst>
                  <a:gd name="csX0" fmla="*/ 45520 w 90714"/>
                  <a:gd name="csY0" fmla="*/ 90842 h 90713"/>
                  <a:gd name="csX1" fmla="*/ 77593 w 90714"/>
                  <a:gd name="csY1" fmla="*/ 77557 h 90713"/>
                  <a:gd name="csX2" fmla="*/ 90877 w 90714"/>
                  <a:gd name="csY2" fmla="*/ 45485 h 90713"/>
                  <a:gd name="csX3" fmla="*/ 77593 w 90714"/>
                  <a:gd name="csY3" fmla="*/ 13413 h 90713"/>
                  <a:gd name="csX4" fmla="*/ 45520 w 90714"/>
                  <a:gd name="csY4" fmla="*/ 128 h 90713"/>
                  <a:gd name="csX5" fmla="*/ 13448 w 90714"/>
                  <a:gd name="csY5" fmla="*/ 13413 h 90713"/>
                  <a:gd name="csX6" fmla="*/ 163 w 90714"/>
                  <a:gd name="csY6" fmla="*/ 45485 h 90713"/>
                  <a:gd name="csX7" fmla="*/ 13448 w 90714"/>
                  <a:gd name="csY7" fmla="*/ 77557 h 90713"/>
                  <a:gd name="csX8" fmla="*/ 45520 w 90714"/>
                  <a:gd name="csY8" fmla="*/ 90842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20" y="90842"/>
                    </a:moveTo>
                    <a:cubicBezTo>
                      <a:pt x="57549" y="90842"/>
                      <a:pt x="69087" y="86063"/>
                      <a:pt x="77593" y="77557"/>
                    </a:cubicBezTo>
                    <a:cubicBezTo>
                      <a:pt x="86098" y="69052"/>
                      <a:pt x="90877" y="57514"/>
                      <a:pt x="90877" y="45485"/>
                    </a:cubicBezTo>
                    <a:cubicBezTo>
                      <a:pt x="90877" y="33456"/>
                      <a:pt x="86098" y="21919"/>
                      <a:pt x="77593" y="13413"/>
                    </a:cubicBezTo>
                    <a:cubicBezTo>
                      <a:pt x="69087" y="4907"/>
                      <a:pt x="57549" y="128"/>
                      <a:pt x="45520" y="128"/>
                    </a:cubicBezTo>
                    <a:cubicBezTo>
                      <a:pt x="33491" y="128"/>
                      <a:pt x="21953" y="4907"/>
                      <a:pt x="13448" y="13413"/>
                    </a:cubicBezTo>
                    <a:cubicBezTo>
                      <a:pt x="4942" y="21919"/>
                      <a:pt x="163" y="33456"/>
                      <a:pt x="163" y="45485"/>
                    </a:cubicBezTo>
                    <a:cubicBezTo>
                      <a:pt x="163" y="57514"/>
                      <a:pt x="4942" y="69052"/>
                      <a:pt x="13448" y="77557"/>
                    </a:cubicBezTo>
                    <a:cubicBezTo>
                      <a:pt x="21953" y="86063"/>
                      <a:pt x="33491" y="90842"/>
                      <a:pt x="45520" y="90842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41" name="任意多边形: 形状 2640"/>
              <p:cNvSpPr/>
              <p:nvPr/>
            </p:nvSpPr>
            <p:spPr>
              <a:xfrm>
                <a:off x="5146268" y="21563580"/>
                <a:ext cx="180000" cy="180000"/>
              </a:xfrm>
              <a:custGeom>
                <a:avLst/>
                <a:gdLst>
                  <a:gd name="csX0" fmla="*/ 45498 w 90714"/>
                  <a:gd name="csY0" fmla="*/ 90826 h 90713"/>
                  <a:gd name="csX1" fmla="*/ 77570 w 90714"/>
                  <a:gd name="csY1" fmla="*/ 77542 h 90713"/>
                  <a:gd name="csX2" fmla="*/ 90855 w 90714"/>
                  <a:gd name="csY2" fmla="*/ 45470 h 90713"/>
                  <a:gd name="csX3" fmla="*/ 77570 w 90714"/>
                  <a:gd name="csY3" fmla="*/ 13398 h 90713"/>
                  <a:gd name="csX4" fmla="*/ 45498 w 90714"/>
                  <a:gd name="csY4" fmla="*/ 113 h 90713"/>
                  <a:gd name="csX5" fmla="*/ 13426 w 90714"/>
                  <a:gd name="csY5" fmla="*/ 13398 h 90713"/>
                  <a:gd name="csX6" fmla="*/ 141 w 90714"/>
                  <a:gd name="csY6" fmla="*/ 45470 h 90713"/>
                  <a:gd name="csX7" fmla="*/ 13426 w 90714"/>
                  <a:gd name="csY7" fmla="*/ 77542 h 90713"/>
                  <a:gd name="csX8" fmla="*/ 45498 w 90714"/>
                  <a:gd name="csY8" fmla="*/ 9082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8" y="90826"/>
                    </a:moveTo>
                    <a:cubicBezTo>
                      <a:pt x="57527" y="90826"/>
                      <a:pt x="69065" y="86047"/>
                      <a:pt x="77570" y="77542"/>
                    </a:cubicBezTo>
                    <a:cubicBezTo>
                      <a:pt x="86076" y="69036"/>
                      <a:pt x="90855" y="57498"/>
                      <a:pt x="90855" y="45470"/>
                    </a:cubicBezTo>
                    <a:cubicBezTo>
                      <a:pt x="90855" y="33441"/>
                      <a:pt x="86076" y="21903"/>
                      <a:pt x="77570" y="13398"/>
                    </a:cubicBezTo>
                    <a:cubicBezTo>
                      <a:pt x="69065" y="4892"/>
                      <a:pt x="57527" y="113"/>
                      <a:pt x="45498" y="113"/>
                    </a:cubicBezTo>
                    <a:cubicBezTo>
                      <a:pt x="33469" y="113"/>
                      <a:pt x="21931" y="4892"/>
                      <a:pt x="13426" y="13398"/>
                    </a:cubicBezTo>
                    <a:cubicBezTo>
                      <a:pt x="4920" y="21903"/>
                      <a:pt x="141" y="33441"/>
                      <a:pt x="141" y="45470"/>
                    </a:cubicBezTo>
                    <a:cubicBezTo>
                      <a:pt x="141" y="57498"/>
                      <a:pt x="4920" y="69036"/>
                      <a:pt x="13426" y="77542"/>
                    </a:cubicBezTo>
                    <a:cubicBezTo>
                      <a:pt x="21931" y="86047"/>
                      <a:pt x="33469" y="90826"/>
                      <a:pt x="45498" y="9082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42" name="任意多边形: 形状 2641"/>
              <p:cNvSpPr/>
              <p:nvPr/>
            </p:nvSpPr>
            <p:spPr>
              <a:xfrm>
                <a:off x="5564265" y="25084235"/>
                <a:ext cx="180000" cy="180000"/>
              </a:xfrm>
              <a:custGeom>
                <a:avLst/>
                <a:gdLst>
                  <a:gd name="csX0" fmla="*/ 45511 w 90714"/>
                  <a:gd name="csY0" fmla="*/ 90936 h 90713"/>
                  <a:gd name="csX1" fmla="*/ 77583 w 90714"/>
                  <a:gd name="csY1" fmla="*/ 77652 h 90713"/>
                  <a:gd name="csX2" fmla="*/ 90868 w 90714"/>
                  <a:gd name="csY2" fmla="*/ 45580 h 90713"/>
                  <a:gd name="csX3" fmla="*/ 77583 w 90714"/>
                  <a:gd name="csY3" fmla="*/ 13507 h 90713"/>
                  <a:gd name="csX4" fmla="*/ 45511 w 90714"/>
                  <a:gd name="csY4" fmla="*/ 223 h 90713"/>
                  <a:gd name="csX5" fmla="*/ 13439 w 90714"/>
                  <a:gd name="csY5" fmla="*/ 13507 h 90713"/>
                  <a:gd name="csX6" fmla="*/ 154 w 90714"/>
                  <a:gd name="csY6" fmla="*/ 45580 h 90713"/>
                  <a:gd name="csX7" fmla="*/ 13439 w 90714"/>
                  <a:gd name="csY7" fmla="*/ 77652 h 90713"/>
                  <a:gd name="csX8" fmla="*/ 45511 w 90714"/>
                  <a:gd name="csY8" fmla="*/ 90936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11" y="90936"/>
                    </a:moveTo>
                    <a:cubicBezTo>
                      <a:pt x="57540" y="90936"/>
                      <a:pt x="69078" y="86157"/>
                      <a:pt x="77583" y="77652"/>
                    </a:cubicBezTo>
                    <a:cubicBezTo>
                      <a:pt x="86089" y="69146"/>
                      <a:pt x="90868" y="57608"/>
                      <a:pt x="90868" y="45580"/>
                    </a:cubicBezTo>
                    <a:cubicBezTo>
                      <a:pt x="90868" y="33551"/>
                      <a:pt x="86089" y="22013"/>
                      <a:pt x="77583" y="13507"/>
                    </a:cubicBezTo>
                    <a:cubicBezTo>
                      <a:pt x="69078" y="5002"/>
                      <a:pt x="57540" y="223"/>
                      <a:pt x="45511" y="223"/>
                    </a:cubicBezTo>
                    <a:cubicBezTo>
                      <a:pt x="33482" y="223"/>
                      <a:pt x="21944" y="5002"/>
                      <a:pt x="13439" y="13507"/>
                    </a:cubicBezTo>
                    <a:cubicBezTo>
                      <a:pt x="4933" y="22013"/>
                      <a:pt x="154" y="33551"/>
                      <a:pt x="154" y="45580"/>
                    </a:cubicBezTo>
                    <a:cubicBezTo>
                      <a:pt x="154" y="57608"/>
                      <a:pt x="4933" y="69146"/>
                      <a:pt x="13439" y="77652"/>
                    </a:cubicBezTo>
                    <a:cubicBezTo>
                      <a:pt x="21944" y="86157"/>
                      <a:pt x="33482" y="90936"/>
                      <a:pt x="45511" y="90936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43" name="任意多边形: 形状 2642"/>
              <p:cNvSpPr/>
              <p:nvPr/>
            </p:nvSpPr>
            <p:spPr>
              <a:xfrm>
                <a:off x="5079993" y="21898735"/>
                <a:ext cx="180000" cy="180000"/>
              </a:xfrm>
              <a:custGeom>
                <a:avLst/>
                <a:gdLst>
                  <a:gd name="csX0" fmla="*/ 45496 w 90714"/>
                  <a:gd name="csY0" fmla="*/ 90837 h 90713"/>
                  <a:gd name="csX1" fmla="*/ 77568 w 90714"/>
                  <a:gd name="csY1" fmla="*/ 77552 h 90713"/>
                  <a:gd name="csX2" fmla="*/ 90853 w 90714"/>
                  <a:gd name="csY2" fmla="*/ 45480 h 90713"/>
                  <a:gd name="csX3" fmla="*/ 77568 w 90714"/>
                  <a:gd name="csY3" fmla="*/ 13408 h 90713"/>
                  <a:gd name="csX4" fmla="*/ 45496 w 90714"/>
                  <a:gd name="csY4" fmla="*/ 123 h 90713"/>
                  <a:gd name="csX5" fmla="*/ 13423 w 90714"/>
                  <a:gd name="csY5" fmla="*/ 13408 h 90713"/>
                  <a:gd name="csX6" fmla="*/ 139 w 90714"/>
                  <a:gd name="csY6" fmla="*/ 45480 h 90713"/>
                  <a:gd name="csX7" fmla="*/ 13423 w 90714"/>
                  <a:gd name="csY7" fmla="*/ 77552 h 90713"/>
                  <a:gd name="csX8" fmla="*/ 45496 w 90714"/>
                  <a:gd name="csY8" fmla="*/ 90837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496" y="90837"/>
                    </a:moveTo>
                    <a:cubicBezTo>
                      <a:pt x="57525" y="90837"/>
                      <a:pt x="69063" y="86058"/>
                      <a:pt x="77568" y="77552"/>
                    </a:cubicBezTo>
                    <a:cubicBezTo>
                      <a:pt x="86074" y="69047"/>
                      <a:pt x="90853" y="57509"/>
                      <a:pt x="90853" y="45480"/>
                    </a:cubicBezTo>
                    <a:cubicBezTo>
                      <a:pt x="90853" y="33451"/>
                      <a:pt x="86074" y="21914"/>
                      <a:pt x="77568" y="13408"/>
                    </a:cubicBezTo>
                    <a:cubicBezTo>
                      <a:pt x="69063" y="4903"/>
                      <a:pt x="57525" y="123"/>
                      <a:pt x="45496" y="123"/>
                    </a:cubicBezTo>
                    <a:cubicBezTo>
                      <a:pt x="33467" y="123"/>
                      <a:pt x="21929" y="4903"/>
                      <a:pt x="13423" y="13408"/>
                    </a:cubicBezTo>
                    <a:cubicBezTo>
                      <a:pt x="4918" y="21914"/>
                      <a:pt x="139" y="33451"/>
                      <a:pt x="139" y="45480"/>
                    </a:cubicBezTo>
                    <a:cubicBezTo>
                      <a:pt x="139" y="57509"/>
                      <a:pt x="4918" y="69047"/>
                      <a:pt x="13423" y="77552"/>
                    </a:cubicBezTo>
                    <a:cubicBezTo>
                      <a:pt x="21929" y="86058"/>
                      <a:pt x="33467" y="90837"/>
                      <a:pt x="45496" y="90837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44" name="任意多边形: 形状 2643"/>
              <p:cNvSpPr/>
              <p:nvPr/>
            </p:nvSpPr>
            <p:spPr>
              <a:xfrm>
                <a:off x="9780140" y="23704271"/>
                <a:ext cx="180000" cy="180000"/>
              </a:xfrm>
              <a:custGeom>
                <a:avLst/>
                <a:gdLst>
                  <a:gd name="csX0" fmla="*/ 45642 w 90714"/>
                  <a:gd name="csY0" fmla="*/ 90893 h 90713"/>
                  <a:gd name="csX1" fmla="*/ 77715 w 90714"/>
                  <a:gd name="csY1" fmla="*/ 77609 h 90713"/>
                  <a:gd name="csX2" fmla="*/ 91000 w 90714"/>
                  <a:gd name="csY2" fmla="*/ 45536 h 90713"/>
                  <a:gd name="csX3" fmla="*/ 77715 w 90714"/>
                  <a:gd name="csY3" fmla="*/ 13464 h 90713"/>
                  <a:gd name="csX4" fmla="*/ 45642 w 90714"/>
                  <a:gd name="csY4" fmla="*/ 180 h 90713"/>
                  <a:gd name="csX5" fmla="*/ 13570 w 90714"/>
                  <a:gd name="csY5" fmla="*/ 13464 h 90713"/>
                  <a:gd name="csX6" fmla="*/ 285 w 90714"/>
                  <a:gd name="csY6" fmla="*/ 45536 h 90713"/>
                  <a:gd name="csX7" fmla="*/ 13570 w 90714"/>
                  <a:gd name="csY7" fmla="*/ 77609 h 90713"/>
                  <a:gd name="csX8" fmla="*/ 45642 w 90714"/>
                  <a:gd name="csY8" fmla="*/ 9089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642" y="90893"/>
                    </a:moveTo>
                    <a:cubicBezTo>
                      <a:pt x="57671" y="90893"/>
                      <a:pt x="69209" y="86114"/>
                      <a:pt x="77715" y="77609"/>
                    </a:cubicBezTo>
                    <a:cubicBezTo>
                      <a:pt x="86221" y="69103"/>
                      <a:pt x="91000" y="57565"/>
                      <a:pt x="91000" y="45536"/>
                    </a:cubicBezTo>
                    <a:cubicBezTo>
                      <a:pt x="91000" y="33508"/>
                      <a:pt x="86221" y="21970"/>
                      <a:pt x="77715" y="13464"/>
                    </a:cubicBezTo>
                    <a:cubicBezTo>
                      <a:pt x="69209" y="4959"/>
                      <a:pt x="57671" y="180"/>
                      <a:pt x="45642" y="180"/>
                    </a:cubicBezTo>
                    <a:cubicBezTo>
                      <a:pt x="33614" y="180"/>
                      <a:pt x="22076" y="4959"/>
                      <a:pt x="13570" y="13464"/>
                    </a:cubicBezTo>
                    <a:cubicBezTo>
                      <a:pt x="5064" y="21970"/>
                      <a:pt x="285" y="33508"/>
                      <a:pt x="285" y="45536"/>
                    </a:cubicBezTo>
                    <a:cubicBezTo>
                      <a:pt x="285" y="57565"/>
                      <a:pt x="5064" y="69103"/>
                      <a:pt x="13570" y="77609"/>
                    </a:cubicBezTo>
                    <a:cubicBezTo>
                      <a:pt x="22076" y="86114"/>
                      <a:pt x="33614" y="90893"/>
                      <a:pt x="45642" y="9089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45" name="任意多边形: 形状 2644"/>
              <p:cNvSpPr/>
              <p:nvPr/>
            </p:nvSpPr>
            <p:spPr>
              <a:xfrm>
                <a:off x="7482356" y="23385428"/>
                <a:ext cx="180000" cy="180000"/>
              </a:xfrm>
              <a:custGeom>
                <a:avLst/>
                <a:gdLst>
                  <a:gd name="csX0" fmla="*/ 45571 w 90714"/>
                  <a:gd name="csY0" fmla="*/ 90883 h 90713"/>
                  <a:gd name="csX1" fmla="*/ 77643 w 90714"/>
                  <a:gd name="csY1" fmla="*/ 77599 h 90713"/>
                  <a:gd name="csX2" fmla="*/ 90928 w 90714"/>
                  <a:gd name="csY2" fmla="*/ 45527 h 90713"/>
                  <a:gd name="csX3" fmla="*/ 77643 w 90714"/>
                  <a:gd name="csY3" fmla="*/ 13455 h 90713"/>
                  <a:gd name="csX4" fmla="*/ 45571 w 90714"/>
                  <a:gd name="csY4" fmla="*/ 170 h 90713"/>
                  <a:gd name="csX5" fmla="*/ 13498 w 90714"/>
                  <a:gd name="csY5" fmla="*/ 13455 h 90713"/>
                  <a:gd name="csX6" fmla="*/ 214 w 90714"/>
                  <a:gd name="csY6" fmla="*/ 45527 h 90713"/>
                  <a:gd name="csX7" fmla="*/ 13498 w 90714"/>
                  <a:gd name="csY7" fmla="*/ 77599 h 90713"/>
                  <a:gd name="csX8" fmla="*/ 45571 w 90714"/>
                  <a:gd name="csY8" fmla="*/ 90883 h 907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714" h="90713">
                    <a:moveTo>
                      <a:pt x="45571" y="90883"/>
                    </a:moveTo>
                    <a:cubicBezTo>
                      <a:pt x="57600" y="90883"/>
                      <a:pt x="69138" y="86104"/>
                      <a:pt x="77643" y="77599"/>
                    </a:cubicBezTo>
                    <a:cubicBezTo>
                      <a:pt x="86149" y="69093"/>
                      <a:pt x="90928" y="57555"/>
                      <a:pt x="90928" y="45527"/>
                    </a:cubicBezTo>
                    <a:cubicBezTo>
                      <a:pt x="90928" y="33498"/>
                      <a:pt x="86149" y="21960"/>
                      <a:pt x="77643" y="13455"/>
                    </a:cubicBezTo>
                    <a:cubicBezTo>
                      <a:pt x="69138" y="4949"/>
                      <a:pt x="57600" y="170"/>
                      <a:pt x="45571" y="170"/>
                    </a:cubicBezTo>
                    <a:cubicBezTo>
                      <a:pt x="33542" y="170"/>
                      <a:pt x="22004" y="4949"/>
                      <a:pt x="13498" y="13455"/>
                    </a:cubicBezTo>
                    <a:cubicBezTo>
                      <a:pt x="4993" y="21960"/>
                      <a:pt x="214" y="33498"/>
                      <a:pt x="214" y="45527"/>
                    </a:cubicBezTo>
                    <a:cubicBezTo>
                      <a:pt x="214" y="57555"/>
                      <a:pt x="4993" y="69093"/>
                      <a:pt x="13498" y="77599"/>
                    </a:cubicBezTo>
                    <a:cubicBezTo>
                      <a:pt x="22004" y="86104"/>
                      <a:pt x="33542" y="90883"/>
                      <a:pt x="45571" y="90883"/>
                    </a:cubicBezTo>
                    <a:close/>
                  </a:path>
                </a:pathLst>
              </a:custGeom>
              <a:solidFill>
                <a:srgbClr val="2196F3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</p:grpSp>
        <p:sp>
          <p:nvSpPr>
            <p:cNvPr id="2650" name="任意多边形: 形状 2649"/>
            <p:cNvSpPr/>
            <p:nvPr/>
          </p:nvSpPr>
          <p:spPr>
            <a:xfrm>
              <a:off x="2156483" y="18215157"/>
              <a:ext cx="9571057" cy="0"/>
            </a:xfrm>
            <a:custGeom>
              <a:avLst/>
              <a:gdLst>
                <a:gd name="csX0" fmla="*/ 0 w 9571057"/>
                <a:gd name="csY0" fmla="*/ 0 h 32072"/>
                <a:gd name="csX1" fmla="*/ 9571057 w 9571057"/>
                <a:gd name="csY1" fmla="*/ 0 h 320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71057" h="32072">
                  <a:moveTo>
                    <a:pt x="0" y="0"/>
                  </a:moveTo>
                  <a:lnTo>
                    <a:pt x="9571057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2651" name="任意多边形: 形状 2650"/>
            <p:cNvSpPr/>
            <p:nvPr/>
          </p:nvSpPr>
          <p:spPr>
            <a:xfrm>
              <a:off x="11758968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3" name="任意多边形: 形状 2"/>
            <p:cNvSpPr/>
            <p:nvPr/>
          </p:nvSpPr>
          <p:spPr>
            <a:xfrm>
              <a:off x="2156483" y="18215157"/>
              <a:ext cx="0" cy="9570938"/>
            </a:xfrm>
            <a:custGeom>
              <a:avLst/>
              <a:gdLst>
                <a:gd name="csX0" fmla="*/ 0 w 32072"/>
                <a:gd name="csY0" fmla="*/ 9570938 h 9570938"/>
                <a:gd name="csX1" fmla="*/ 0 w 32072"/>
                <a:gd name="csY1" fmla="*/ 0 h 957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72" h="9570938">
                  <a:moveTo>
                    <a:pt x="0" y="9570938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</p:grpSp>
      <p:grpSp>
        <p:nvGrpSpPr>
          <p:cNvPr id="3703" name="组合 3702"/>
          <p:cNvGrpSpPr>
            <a:grpSpLocks noChangeAspect="1"/>
          </p:cNvGrpSpPr>
          <p:nvPr/>
        </p:nvGrpSpPr>
        <p:grpSpPr>
          <a:xfrm>
            <a:off x="21431523" y="10018021"/>
            <a:ext cx="7919720" cy="7946488"/>
            <a:chOff x="13563711" y="18225304"/>
            <a:chExt cx="9639206" cy="9671386"/>
          </a:xfrm>
        </p:grpSpPr>
        <p:sp>
          <p:nvSpPr>
            <p:cNvPr id="2653" name="任意多边形: 形状 2652"/>
            <p:cNvSpPr/>
            <p:nvPr/>
          </p:nvSpPr>
          <p:spPr>
            <a:xfrm>
              <a:off x="13563711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2654" name="任意多边形: 形状 2653"/>
            <p:cNvSpPr/>
            <p:nvPr/>
          </p:nvSpPr>
          <p:spPr>
            <a:xfrm>
              <a:off x="23202917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2655" name="任意多边形: 形状 2654"/>
            <p:cNvSpPr/>
            <p:nvPr/>
          </p:nvSpPr>
          <p:spPr>
            <a:xfrm>
              <a:off x="13563711" y="27864390"/>
              <a:ext cx="9639205" cy="3230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2656" name="任意多边形: 形状 2655"/>
            <p:cNvSpPr/>
            <p:nvPr/>
          </p:nvSpPr>
          <p:spPr>
            <a:xfrm>
              <a:off x="13563711" y="18225304"/>
              <a:ext cx="9639205" cy="3230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2657" name="任意多边形: 形状 2656"/>
            <p:cNvSpPr/>
            <p:nvPr/>
          </p:nvSpPr>
          <p:spPr>
            <a:xfrm>
              <a:off x="13563711" y="27175884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58" name="任意多边形: 形状 2657"/>
            <p:cNvSpPr/>
            <p:nvPr/>
          </p:nvSpPr>
          <p:spPr>
            <a:xfrm>
              <a:off x="13563711" y="25798872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59" name="任意多边形: 形状 2658"/>
            <p:cNvSpPr/>
            <p:nvPr/>
          </p:nvSpPr>
          <p:spPr>
            <a:xfrm>
              <a:off x="13563711" y="24421860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0" name="任意多边形: 形状 2659"/>
            <p:cNvSpPr/>
            <p:nvPr/>
          </p:nvSpPr>
          <p:spPr>
            <a:xfrm>
              <a:off x="13563711" y="23044847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1" name="任意多边形: 形状 2660"/>
            <p:cNvSpPr/>
            <p:nvPr/>
          </p:nvSpPr>
          <p:spPr>
            <a:xfrm>
              <a:off x="13563711" y="21667835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2" name="任意多边形: 形状 2661"/>
            <p:cNvSpPr/>
            <p:nvPr/>
          </p:nvSpPr>
          <p:spPr>
            <a:xfrm>
              <a:off x="13563711" y="20290823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3" name="任意多边形: 形状 2662"/>
            <p:cNvSpPr/>
            <p:nvPr/>
          </p:nvSpPr>
          <p:spPr>
            <a:xfrm>
              <a:off x="13563711" y="18913811"/>
              <a:ext cx="9639205" cy="0"/>
            </a:xfrm>
            <a:custGeom>
              <a:avLst/>
              <a:gdLst>
                <a:gd name="csX0" fmla="*/ 0 w 9639205"/>
                <a:gd name="csY0" fmla="*/ 0 h 32300"/>
                <a:gd name="csX1" fmla="*/ 9639205 w 9639205"/>
                <a:gd name="csY1" fmla="*/ 0 h 32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639205" h="32300">
                  <a:moveTo>
                    <a:pt x="0" y="0"/>
                  </a:moveTo>
                  <a:lnTo>
                    <a:pt x="9639205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4" name="任意多边形: 形状 2663"/>
            <p:cNvSpPr/>
            <p:nvPr/>
          </p:nvSpPr>
          <p:spPr>
            <a:xfrm>
              <a:off x="14252226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5" name="任意多边形: 形状 2664"/>
            <p:cNvSpPr/>
            <p:nvPr/>
          </p:nvSpPr>
          <p:spPr>
            <a:xfrm>
              <a:off x="15629255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6" name="任意多边形: 形状 2665"/>
            <p:cNvSpPr/>
            <p:nvPr/>
          </p:nvSpPr>
          <p:spPr>
            <a:xfrm>
              <a:off x="17006285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7" name="任意多边形: 形状 2666"/>
            <p:cNvSpPr/>
            <p:nvPr/>
          </p:nvSpPr>
          <p:spPr>
            <a:xfrm>
              <a:off x="18383314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8" name="任意多边形: 形状 2667"/>
            <p:cNvSpPr/>
            <p:nvPr/>
          </p:nvSpPr>
          <p:spPr>
            <a:xfrm>
              <a:off x="19760343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69" name="任意多边形: 形状 2668"/>
            <p:cNvSpPr/>
            <p:nvPr/>
          </p:nvSpPr>
          <p:spPr>
            <a:xfrm>
              <a:off x="21137373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70" name="任意多边形: 形状 2669"/>
            <p:cNvSpPr/>
            <p:nvPr/>
          </p:nvSpPr>
          <p:spPr>
            <a:xfrm>
              <a:off x="22514401" y="18225304"/>
              <a:ext cx="0" cy="9639085"/>
            </a:xfrm>
            <a:custGeom>
              <a:avLst/>
              <a:gdLst>
                <a:gd name="csX0" fmla="*/ 0 w 32300"/>
                <a:gd name="csY0" fmla="*/ 9639086 h 9639085"/>
                <a:gd name="csX1" fmla="*/ 0 w 32300"/>
                <a:gd name="csY1" fmla="*/ 0 h 9639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300" h="9639085">
                  <a:moveTo>
                    <a:pt x="0" y="9639086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2671" name="任意多边形: 形状 2670"/>
            <p:cNvSpPr/>
            <p:nvPr/>
          </p:nvSpPr>
          <p:spPr>
            <a:xfrm>
              <a:off x="17694799" y="22356341"/>
              <a:ext cx="1377029" cy="1377012"/>
            </a:xfrm>
            <a:custGeom>
              <a:avLst/>
              <a:gdLst>
                <a:gd name="csX0" fmla="*/ 688515 w 1377029"/>
                <a:gd name="csY0" fmla="*/ 1377012 h 1377012"/>
                <a:gd name="csX1" fmla="*/ 1175368 w 1377029"/>
                <a:gd name="csY1" fmla="*/ 1175354 h 1377012"/>
                <a:gd name="csX2" fmla="*/ 1377030 w 1377029"/>
                <a:gd name="csY2" fmla="*/ 688506 h 1377012"/>
                <a:gd name="csX3" fmla="*/ 1175368 w 1377029"/>
                <a:gd name="csY3" fmla="*/ 201659 h 1377012"/>
                <a:gd name="csX4" fmla="*/ 688515 w 1377029"/>
                <a:gd name="csY4" fmla="*/ 0 h 1377012"/>
                <a:gd name="csX5" fmla="*/ 201661 w 1377029"/>
                <a:gd name="csY5" fmla="*/ 201659 h 1377012"/>
                <a:gd name="csX6" fmla="*/ 0 w 1377029"/>
                <a:gd name="csY6" fmla="*/ 688506 h 1377012"/>
                <a:gd name="csX7" fmla="*/ 201661 w 1377029"/>
                <a:gd name="csY7" fmla="*/ 1175354 h 1377012"/>
                <a:gd name="csX8" fmla="*/ 688515 w 1377029"/>
                <a:gd name="csY8" fmla="*/ 1377012 h 1377012"/>
                <a:gd name="csX9" fmla="*/ 688515 w 1377029"/>
                <a:gd name="csY9" fmla="*/ 1377012 h 1377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77029" h="1377012">
                  <a:moveTo>
                    <a:pt x="688515" y="1377012"/>
                  </a:moveTo>
                  <a:cubicBezTo>
                    <a:pt x="871111" y="1377012"/>
                    <a:pt x="1046253" y="1304467"/>
                    <a:pt x="1175368" y="1175354"/>
                  </a:cubicBezTo>
                  <a:cubicBezTo>
                    <a:pt x="1304483" y="1046240"/>
                    <a:pt x="1377030" y="871100"/>
                    <a:pt x="1377030" y="688506"/>
                  </a:cubicBezTo>
                  <a:cubicBezTo>
                    <a:pt x="1377030" y="505912"/>
                    <a:pt x="1304483" y="330772"/>
                    <a:pt x="1175368" y="201659"/>
                  </a:cubicBezTo>
                  <a:cubicBezTo>
                    <a:pt x="1046253" y="72545"/>
                    <a:pt x="871111" y="0"/>
                    <a:pt x="688515" y="0"/>
                  </a:cubicBezTo>
                  <a:cubicBezTo>
                    <a:pt x="505918" y="0"/>
                    <a:pt x="330777" y="72545"/>
                    <a:pt x="201661" y="201659"/>
                  </a:cubicBezTo>
                  <a:cubicBezTo>
                    <a:pt x="72546" y="330772"/>
                    <a:pt x="0" y="505912"/>
                    <a:pt x="0" y="688506"/>
                  </a:cubicBezTo>
                  <a:cubicBezTo>
                    <a:pt x="0" y="871100"/>
                    <a:pt x="72546" y="1046240"/>
                    <a:pt x="201661" y="1175354"/>
                  </a:cubicBezTo>
                  <a:cubicBezTo>
                    <a:pt x="330777" y="1304467"/>
                    <a:pt x="505918" y="1377012"/>
                    <a:pt x="688515" y="1377012"/>
                  </a:cubicBezTo>
                  <a:lnTo>
                    <a:pt x="688515" y="1377012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2672" name="任意多边形: 形状 2671"/>
            <p:cNvSpPr/>
            <p:nvPr/>
          </p:nvSpPr>
          <p:spPr>
            <a:xfrm>
              <a:off x="17006285" y="21667835"/>
              <a:ext cx="2754058" cy="2754024"/>
            </a:xfrm>
            <a:custGeom>
              <a:avLst/>
              <a:gdLst>
                <a:gd name="csX0" fmla="*/ 1377029 w 2754058"/>
                <a:gd name="csY0" fmla="*/ 2754025 h 2754024"/>
                <a:gd name="csX1" fmla="*/ 2350736 w 2754058"/>
                <a:gd name="csY1" fmla="*/ 2350707 h 2754024"/>
                <a:gd name="csX2" fmla="*/ 2754058 w 2754058"/>
                <a:gd name="csY2" fmla="*/ 1377012 h 2754024"/>
                <a:gd name="csX3" fmla="*/ 2350736 w 2754058"/>
                <a:gd name="csY3" fmla="*/ 403318 h 2754024"/>
                <a:gd name="csX4" fmla="*/ 1377029 w 2754058"/>
                <a:gd name="csY4" fmla="*/ 0 h 2754024"/>
                <a:gd name="csX5" fmla="*/ 403322 w 2754058"/>
                <a:gd name="csY5" fmla="*/ 403318 h 2754024"/>
                <a:gd name="csX6" fmla="*/ 0 w 2754058"/>
                <a:gd name="csY6" fmla="*/ 1377012 h 2754024"/>
                <a:gd name="csX7" fmla="*/ 403322 w 2754058"/>
                <a:gd name="csY7" fmla="*/ 2350707 h 2754024"/>
                <a:gd name="csX8" fmla="*/ 1377029 w 2754058"/>
                <a:gd name="csY8" fmla="*/ 2754025 h 2754024"/>
                <a:gd name="csX9" fmla="*/ 1377029 w 2754058"/>
                <a:gd name="csY9" fmla="*/ 2754025 h 2754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54058" h="2754024">
                  <a:moveTo>
                    <a:pt x="1377029" y="2754025"/>
                  </a:moveTo>
                  <a:cubicBezTo>
                    <a:pt x="1742222" y="2754025"/>
                    <a:pt x="2092506" y="2608934"/>
                    <a:pt x="2350736" y="2350707"/>
                  </a:cubicBezTo>
                  <a:cubicBezTo>
                    <a:pt x="2608966" y="2092480"/>
                    <a:pt x="2754058" y="1742200"/>
                    <a:pt x="2754058" y="1377012"/>
                  </a:cubicBezTo>
                  <a:cubicBezTo>
                    <a:pt x="2754058" y="1011825"/>
                    <a:pt x="2608966" y="661544"/>
                    <a:pt x="2350736" y="403318"/>
                  </a:cubicBezTo>
                  <a:cubicBezTo>
                    <a:pt x="2092506" y="145091"/>
                    <a:pt x="1742222" y="0"/>
                    <a:pt x="1377029" y="0"/>
                  </a:cubicBezTo>
                  <a:cubicBezTo>
                    <a:pt x="1011837" y="0"/>
                    <a:pt x="661552" y="145091"/>
                    <a:pt x="403322" y="403318"/>
                  </a:cubicBezTo>
                  <a:cubicBezTo>
                    <a:pt x="145092" y="661544"/>
                    <a:pt x="0" y="1011825"/>
                    <a:pt x="0" y="1377012"/>
                  </a:cubicBezTo>
                  <a:cubicBezTo>
                    <a:pt x="0" y="1742200"/>
                    <a:pt x="145092" y="2092480"/>
                    <a:pt x="403322" y="2350707"/>
                  </a:cubicBezTo>
                  <a:cubicBezTo>
                    <a:pt x="661552" y="2608934"/>
                    <a:pt x="1011837" y="2754025"/>
                    <a:pt x="1377029" y="2754025"/>
                  </a:cubicBezTo>
                  <a:lnTo>
                    <a:pt x="1377029" y="2754025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2673" name="任意多边形: 形状 2672"/>
            <p:cNvSpPr/>
            <p:nvPr/>
          </p:nvSpPr>
          <p:spPr>
            <a:xfrm>
              <a:off x="16317770" y="20979329"/>
              <a:ext cx="4131087" cy="4131036"/>
            </a:xfrm>
            <a:custGeom>
              <a:avLst/>
              <a:gdLst>
                <a:gd name="csX0" fmla="*/ 2065544 w 4131087"/>
                <a:gd name="csY0" fmla="*/ 4131037 h 4131036"/>
                <a:gd name="csX1" fmla="*/ 3526104 w 4131087"/>
                <a:gd name="csY1" fmla="*/ 3526060 h 4131036"/>
                <a:gd name="csX2" fmla="*/ 4131088 w 4131087"/>
                <a:gd name="csY2" fmla="*/ 2065518 h 4131036"/>
                <a:gd name="csX3" fmla="*/ 3526104 w 4131087"/>
                <a:gd name="csY3" fmla="*/ 604976 h 4131036"/>
                <a:gd name="csX4" fmla="*/ 2065544 w 4131087"/>
                <a:gd name="csY4" fmla="*/ 0 h 4131036"/>
                <a:gd name="csX5" fmla="*/ 604984 w 4131087"/>
                <a:gd name="csY5" fmla="*/ 604976 h 4131036"/>
                <a:gd name="csX6" fmla="*/ 0 w 4131087"/>
                <a:gd name="csY6" fmla="*/ 2065518 h 4131036"/>
                <a:gd name="csX7" fmla="*/ 604984 w 4131087"/>
                <a:gd name="csY7" fmla="*/ 3526060 h 4131036"/>
                <a:gd name="csX8" fmla="*/ 2065544 w 4131087"/>
                <a:gd name="csY8" fmla="*/ 4131037 h 4131036"/>
                <a:gd name="csX9" fmla="*/ 2065544 w 4131087"/>
                <a:gd name="csY9" fmla="*/ 4131037 h 41310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31087" h="4131036">
                  <a:moveTo>
                    <a:pt x="2065544" y="4131037"/>
                  </a:moveTo>
                  <a:cubicBezTo>
                    <a:pt x="2613333" y="4131037"/>
                    <a:pt x="3138759" y="3913401"/>
                    <a:pt x="3526104" y="3526060"/>
                  </a:cubicBezTo>
                  <a:cubicBezTo>
                    <a:pt x="3913449" y="3138720"/>
                    <a:pt x="4131088" y="2613301"/>
                    <a:pt x="4131088" y="2065518"/>
                  </a:cubicBezTo>
                  <a:cubicBezTo>
                    <a:pt x="4131088" y="1517736"/>
                    <a:pt x="3913449" y="992316"/>
                    <a:pt x="3526104" y="604976"/>
                  </a:cubicBezTo>
                  <a:cubicBezTo>
                    <a:pt x="3138759" y="217636"/>
                    <a:pt x="2613333" y="0"/>
                    <a:pt x="2065544" y="0"/>
                  </a:cubicBezTo>
                  <a:cubicBezTo>
                    <a:pt x="1517755" y="0"/>
                    <a:pt x="992329" y="217636"/>
                    <a:pt x="604984" y="604976"/>
                  </a:cubicBezTo>
                  <a:cubicBezTo>
                    <a:pt x="217639" y="992316"/>
                    <a:pt x="0" y="1517736"/>
                    <a:pt x="0" y="2065518"/>
                  </a:cubicBezTo>
                  <a:cubicBezTo>
                    <a:pt x="0" y="2613301"/>
                    <a:pt x="217639" y="3138720"/>
                    <a:pt x="604984" y="3526060"/>
                  </a:cubicBezTo>
                  <a:cubicBezTo>
                    <a:pt x="992329" y="3913401"/>
                    <a:pt x="1517755" y="4131037"/>
                    <a:pt x="2065544" y="4131037"/>
                  </a:cubicBezTo>
                  <a:lnTo>
                    <a:pt x="2065544" y="4131037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2674" name="任意多边形: 形状 2673"/>
            <p:cNvSpPr/>
            <p:nvPr/>
          </p:nvSpPr>
          <p:spPr>
            <a:xfrm>
              <a:off x="15629255" y="20290823"/>
              <a:ext cx="5508117" cy="5508048"/>
            </a:xfrm>
            <a:custGeom>
              <a:avLst/>
              <a:gdLst>
                <a:gd name="csX0" fmla="*/ 2754059 w 5508117"/>
                <a:gd name="csY0" fmla="*/ 5508049 h 5508048"/>
                <a:gd name="csX1" fmla="*/ 4701472 w 5508117"/>
                <a:gd name="csY1" fmla="*/ 4701415 h 5508048"/>
                <a:gd name="csX2" fmla="*/ 5508118 w 5508117"/>
                <a:gd name="csY2" fmla="*/ 2754025 h 5508048"/>
                <a:gd name="csX3" fmla="*/ 4701472 w 5508117"/>
                <a:gd name="csY3" fmla="*/ 806635 h 5508048"/>
                <a:gd name="csX4" fmla="*/ 2754059 w 5508117"/>
                <a:gd name="csY4" fmla="*/ 0 h 5508048"/>
                <a:gd name="csX5" fmla="*/ 806645 w 5508117"/>
                <a:gd name="csY5" fmla="*/ 806635 h 5508048"/>
                <a:gd name="csX6" fmla="*/ 0 w 5508117"/>
                <a:gd name="csY6" fmla="*/ 2754025 h 5508048"/>
                <a:gd name="csX7" fmla="*/ 806645 w 5508117"/>
                <a:gd name="csY7" fmla="*/ 4701415 h 5508048"/>
                <a:gd name="csX8" fmla="*/ 2754059 w 5508117"/>
                <a:gd name="csY8" fmla="*/ 5508049 h 5508048"/>
                <a:gd name="csX9" fmla="*/ 2754059 w 5508117"/>
                <a:gd name="csY9" fmla="*/ 5508049 h 55080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508117" h="5508048">
                  <a:moveTo>
                    <a:pt x="2754059" y="5508049"/>
                  </a:moveTo>
                  <a:cubicBezTo>
                    <a:pt x="3484443" y="5508049"/>
                    <a:pt x="4185012" y="5217868"/>
                    <a:pt x="4701472" y="4701415"/>
                  </a:cubicBezTo>
                  <a:cubicBezTo>
                    <a:pt x="5217933" y="4184960"/>
                    <a:pt x="5508118" y="3484401"/>
                    <a:pt x="5508118" y="2754025"/>
                  </a:cubicBezTo>
                  <a:cubicBezTo>
                    <a:pt x="5508118" y="2023649"/>
                    <a:pt x="5217933" y="1323089"/>
                    <a:pt x="4701472" y="806635"/>
                  </a:cubicBezTo>
                  <a:cubicBezTo>
                    <a:pt x="4185012" y="290181"/>
                    <a:pt x="3484443" y="0"/>
                    <a:pt x="2754059" y="0"/>
                  </a:cubicBezTo>
                  <a:cubicBezTo>
                    <a:pt x="2023674" y="0"/>
                    <a:pt x="1323105" y="290181"/>
                    <a:pt x="806645" y="806635"/>
                  </a:cubicBezTo>
                  <a:cubicBezTo>
                    <a:pt x="290185" y="1323089"/>
                    <a:pt x="0" y="2023649"/>
                    <a:pt x="0" y="2754025"/>
                  </a:cubicBezTo>
                  <a:cubicBezTo>
                    <a:pt x="0" y="3484401"/>
                    <a:pt x="290185" y="4184960"/>
                    <a:pt x="806645" y="4701415"/>
                  </a:cubicBezTo>
                  <a:cubicBezTo>
                    <a:pt x="1323105" y="5217868"/>
                    <a:pt x="2023674" y="5508049"/>
                    <a:pt x="2754059" y="5508049"/>
                  </a:cubicBezTo>
                  <a:lnTo>
                    <a:pt x="2754059" y="5508049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grpSp>
          <p:nvGrpSpPr>
            <p:cNvPr id="3176" name="组合 3175"/>
            <p:cNvGrpSpPr/>
            <p:nvPr/>
          </p:nvGrpSpPr>
          <p:grpSpPr>
            <a:xfrm>
              <a:off x="16291458" y="20928101"/>
              <a:ext cx="4188924" cy="4267740"/>
              <a:chOff x="16291458" y="20928101"/>
              <a:chExt cx="4188924" cy="4267740"/>
            </a:xfrm>
          </p:grpSpPr>
          <p:sp>
            <p:nvSpPr>
              <p:cNvPr id="2676" name="任意多边形: 形状 2675"/>
              <p:cNvSpPr/>
              <p:nvPr/>
            </p:nvSpPr>
            <p:spPr>
              <a:xfrm>
                <a:off x="18869423" y="22414712"/>
                <a:ext cx="180000" cy="180000"/>
              </a:xfrm>
              <a:custGeom>
                <a:avLst/>
                <a:gdLst>
                  <a:gd name="csX0" fmla="*/ 45892 w 91360"/>
                  <a:gd name="csY0" fmla="*/ 91498 h 91359"/>
                  <a:gd name="csX1" fmla="*/ 78193 w 91360"/>
                  <a:gd name="csY1" fmla="*/ 78118 h 91359"/>
                  <a:gd name="csX2" fmla="*/ 91572 w 91360"/>
                  <a:gd name="csY2" fmla="*/ 45818 h 91359"/>
                  <a:gd name="csX3" fmla="*/ 78193 w 91360"/>
                  <a:gd name="csY3" fmla="*/ 13518 h 91359"/>
                  <a:gd name="csX4" fmla="*/ 45892 w 91360"/>
                  <a:gd name="csY4" fmla="*/ 138 h 91359"/>
                  <a:gd name="csX5" fmla="*/ 13591 w 91360"/>
                  <a:gd name="csY5" fmla="*/ 13518 h 91359"/>
                  <a:gd name="csX6" fmla="*/ 212 w 91360"/>
                  <a:gd name="csY6" fmla="*/ 45818 h 91359"/>
                  <a:gd name="csX7" fmla="*/ 13591 w 91360"/>
                  <a:gd name="csY7" fmla="*/ 78118 h 91359"/>
                  <a:gd name="csX8" fmla="*/ 45892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2" y="91498"/>
                    </a:moveTo>
                    <a:cubicBezTo>
                      <a:pt x="58006" y="91498"/>
                      <a:pt x="69626" y="86685"/>
                      <a:pt x="78193" y="78118"/>
                    </a:cubicBezTo>
                    <a:cubicBezTo>
                      <a:pt x="86759" y="69552"/>
                      <a:pt x="91572" y="57932"/>
                      <a:pt x="91572" y="45818"/>
                    </a:cubicBezTo>
                    <a:cubicBezTo>
                      <a:pt x="91572" y="33704"/>
                      <a:pt x="86759" y="22084"/>
                      <a:pt x="78193" y="13518"/>
                    </a:cubicBezTo>
                    <a:cubicBezTo>
                      <a:pt x="69626" y="4951"/>
                      <a:pt x="58006" y="138"/>
                      <a:pt x="45892" y="138"/>
                    </a:cubicBezTo>
                    <a:cubicBezTo>
                      <a:pt x="33777" y="138"/>
                      <a:pt x="22157" y="4951"/>
                      <a:pt x="13591" y="13518"/>
                    </a:cubicBezTo>
                    <a:cubicBezTo>
                      <a:pt x="5025" y="22084"/>
                      <a:pt x="212" y="33704"/>
                      <a:pt x="212" y="45818"/>
                    </a:cubicBezTo>
                    <a:cubicBezTo>
                      <a:pt x="212" y="57932"/>
                      <a:pt x="5025" y="69552"/>
                      <a:pt x="13591" y="78118"/>
                    </a:cubicBezTo>
                    <a:cubicBezTo>
                      <a:pt x="22157" y="86685"/>
                      <a:pt x="33777" y="91498"/>
                      <a:pt x="45892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77" name="任意多边形: 形状 2676"/>
              <p:cNvSpPr/>
              <p:nvPr/>
            </p:nvSpPr>
            <p:spPr>
              <a:xfrm>
                <a:off x="18545660" y="24222298"/>
                <a:ext cx="180000" cy="180000"/>
              </a:xfrm>
              <a:custGeom>
                <a:avLst/>
                <a:gdLst>
                  <a:gd name="csX0" fmla="*/ 45882 w 91360"/>
                  <a:gd name="csY0" fmla="*/ 91554 h 91359"/>
                  <a:gd name="csX1" fmla="*/ 78183 w 91360"/>
                  <a:gd name="csY1" fmla="*/ 78174 h 91359"/>
                  <a:gd name="csX2" fmla="*/ 91562 w 91360"/>
                  <a:gd name="csY2" fmla="*/ 45874 h 91359"/>
                  <a:gd name="csX3" fmla="*/ 78183 w 91360"/>
                  <a:gd name="csY3" fmla="*/ 13574 h 91359"/>
                  <a:gd name="csX4" fmla="*/ 45882 w 91360"/>
                  <a:gd name="csY4" fmla="*/ 194 h 91359"/>
                  <a:gd name="csX5" fmla="*/ 13581 w 91360"/>
                  <a:gd name="csY5" fmla="*/ 13574 h 91359"/>
                  <a:gd name="csX6" fmla="*/ 202 w 91360"/>
                  <a:gd name="csY6" fmla="*/ 45874 h 91359"/>
                  <a:gd name="csX7" fmla="*/ 13581 w 91360"/>
                  <a:gd name="csY7" fmla="*/ 78174 h 91359"/>
                  <a:gd name="csX8" fmla="*/ 45882 w 91360"/>
                  <a:gd name="csY8" fmla="*/ 9155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2" y="91554"/>
                    </a:moveTo>
                    <a:cubicBezTo>
                      <a:pt x="57996" y="91554"/>
                      <a:pt x="69616" y="86741"/>
                      <a:pt x="78183" y="78174"/>
                    </a:cubicBezTo>
                    <a:cubicBezTo>
                      <a:pt x="86749" y="69608"/>
                      <a:pt x="91562" y="57988"/>
                      <a:pt x="91562" y="45874"/>
                    </a:cubicBezTo>
                    <a:cubicBezTo>
                      <a:pt x="91562" y="33760"/>
                      <a:pt x="86749" y="22140"/>
                      <a:pt x="78183" y="13574"/>
                    </a:cubicBezTo>
                    <a:cubicBezTo>
                      <a:pt x="69616" y="5007"/>
                      <a:pt x="57996" y="194"/>
                      <a:pt x="45882" y="194"/>
                    </a:cubicBezTo>
                    <a:cubicBezTo>
                      <a:pt x="33767" y="194"/>
                      <a:pt x="22147" y="5007"/>
                      <a:pt x="13581" y="13574"/>
                    </a:cubicBezTo>
                    <a:cubicBezTo>
                      <a:pt x="5015" y="22140"/>
                      <a:pt x="202" y="33760"/>
                      <a:pt x="202" y="45874"/>
                    </a:cubicBezTo>
                    <a:cubicBezTo>
                      <a:pt x="202" y="57988"/>
                      <a:pt x="5015" y="69608"/>
                      <a:pt x="13581" y="78174"/>
                    </a:cubicBezTo>
                    <a:cubicBezTo>
                      <a:pt x="22147" y="86741"/>
                      <a:pt x="33767" y="91554"/>
                      <a:pt x="45882" y="9155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78" name="任意多边形: 形状 2677"/>
              <p:cNvSpPr/>
              <p:nvPr/>
            </p:nvSpPr>
            <p:spPr>
              <a:xfrm>
                <a:off x="19233513" y="22495526"/>
                <a:ext cx="180000" cy="180000"/>
              </a:xfrm>
              <a:custGeom>
                <a:avLst/>
                <a:gdLst>
                  <a:gd name="csX0" fmla="*/ 45903 w 91360"/>
                  <a:gd name="csY0" fmla="*/ 91500 h 91359"/>
                  <a:gd name="csX1" fmla="*/ 78204 w 91360"/>
                  <a:gd name="csY1" fmla="*/ 78121 h 91359"/>
                  <a:gd name="csX2" fmla="*/ 91583 w 91360"/>
                  <a:gd name="csY2" fmla="*/ 45821 h 91359"/>
                  <a:gd name="csX3" fmla="*/ 78204 w 91360"/>
                  <a:gd name="csY3" fmla="*/ 13520 h 91359"/>
                  <a:gd name="csX4" fmla="*/ 45903 w 91360"/>
                  <a:gd name="csY4" fmla="*/ 141 h 91359"/>
                  <a:gd name="csX5" fmla="*/ 13602 w 91360"/>
                  <a:gd name="csY5" fmla="*/ 13520 h 91359"/>
                  <a:gd name="csX6" fmla="*/ 223 w 91360"/>
                  <a:gd name="csY6" fmla="*/ 45821 h 91359"/>
                  <a:gd name="csX7" fmla="*/ 13602 w 91360"/>
                  <a:gd name="csY7" fmla="*/ 78121 h 91359"/>
                  <a:gd name="csX8" fmla="*/ 45903 w 91360"/>
                  <a:gd name="csY8" fmla="*/ 9150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3" y="91500"/>
                    </a:moveTo>
                    <a:cubicBezTo>
                      <a:pt x="58018" y="91500"/>
                      <a:pt x="69638" y="86687"/>
                      <a:pt x="78204" y="78121"/>
                    </a:cubicBezTo>
                    <a:cubicBezTo>
                      <a:pt x="86770" y="69555"/>
                      <a:pt x="91583" y="57935"/>
                      <a:pt x="91583" y="45821"/>
                    </a:cubicBezTo>
                    <a:cubicBezTo>
                      <a:pt x="91583" y="33706"/>
                      <a:pt x="86770" y="22086"/>
                      <a:pt x="78204" y="13520"/>
                    </a:cubicBezTo>
                    <a:cubicBezTo>
                      <a:pt x="69638" y="4954"/>
                      <a:pt x="58018" y="141"/>
                      <a:pt x="45903" y="141"/>
                    </a:cubicBezTo>
                    <a:cubicBezTo>
                      <a:pt x="33789" y="141"/>
                      <a:pt x="22169" y="4954"/>
                      <a:pt x="13602" y="13520"/>
                    </a:cubicBezTo>
                    <a:cubicBezTo>
                      <a:pt x="5036" y="22086"/>
                      <a:pt x="223" y="33706"/>
                      <a:pt x="223" y="45821"/>
                    </a:cubicBezTo>
                    <a:cubicBezTo>
                      <a:pt x="223" y="57935"/>
                      <a:pt x="5036" y="69555"/>
                      <a:pt x="13602" y="78121"/>
                    </a:cubicBezTo>
                    <a:cubicBezTo>
                      <a:pt x="22169" y="86687"/>
                      <a:pt x="33789" y="91500"/>
                      <a:pt x="45903" y="9150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79" name="任意多边形: 形状 2678"/>
              <p:cNvSpPr/>
              <p:nvPr/>
            </p:nvSpPr>
            <p:spPr>
              <a:xfrm>
                <a:off x="18162911" y="24846878"/>
                <a:ext cx="180000" cy="180000"/>
              </a:xfrm>
              <a:custGeom>
                <a:avLst/>
                <a:gdLst>
                  <a:gd name="csX0" fmla="*/ 45870 w 91360"/>
                  <a:gd name="csY0" fmla="*/ 91573 h 91359"/>
                  <a:gd name="csX1" fmla="*/ 78171 w 91360"/>
                  <a:gd name="csY1" fmla="*/ 78194 h 91359"/>
                  <a:gd name="csX2" fmla="*/ 91550 w 91360"/>
                  <a:gd name="csY2" fmla="*/ 45893 h 91359"/>
                  <a:gd name="csX3" fmla="*/ 78171 w 91360"/>
                  <a:gd name="csY3" fmla="*/ 13593 h 91359"/>
                  <a:gd name="csX4" fmla="*/ 45870 w 91360"/>
                  <a:gd name="csY4" fmla="*/ 214 h 91359"/>
                  <a:gd name="csX5" fmla="*/ 13569 w 91360"/>
                  <a:gd name="csY5" fmla="*/ 13593 h 91359"/>
                  <a:gd name="csX6" fmla="*/ 190 w 91360"/>
                  <a:gd name="csY6" fmla="*/ 45893 h 91359"/>
                  <a:gd name="csX7" fmla="*/ 13569 w 91360"/>
                  <a:gd name="csY7" fmla="*/ 78194 h 91359"/>
                  <a:gd name="csX8" fmla="*/ 45870 w 91360"/>
                  <a:gd name="csY8" fmla="*/ 9157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0" y="91573"/>
                    </a:moveTo>
                    <a:cubicBezTo>
                      <a:pt x="57985" y="91573"/>
                      <a:pt x="69605" y="86760"/>
                      <a:pt x="78171" y="78194"/>
                    </a:cubicBezTo>
                    <a:cubicBezTo>
                      <a:pt x="86737" y="69628"/>
                      <a:pt x="91550" y="58008"/>
                      <a:pt x="91550" y="45893"/>
                    </a:cubicBezTo>
                    <a:cubicBezTo>
                      <a:pt x="91550" y="33779"/>
                      <a:pt x="86737" y="22159"/>
                      <a:pt x="78171" y="13593"/>
                    </a:cubicBezTo>
                    <a:cubicBezTo>
                      <a:pt x="69605" y="5027"/>
                      <a:pt x="57985" y="214"/>
                      <a:pt x="45870" y="214"/>
                    </a:cubicBezTo>
                    <a:cubicBezTo>
                      <a:pt x="33756" y="214"/>
                      <a:pt x="22136" y="5027"/>
                      <a:pt x="13569" y="13593"/>
                    </a:cubicBezTo>
                    <a:cubicBezTo>
                      <a:pt x="5003" y="22159"/>
                      <a:pt x="190" y="33779"/>
                      <a:pt x="190" y="45893"/>
                    </a:cubicBezTo>
                    <a:cubicBezTo>
                      <a:pt x="190" y="58008"/>
                      <a:pt x="5003" y="69628"/>
                      <a:pt x="13569" y="78194"/>
                    </a:cubicBezTo>
                    <a:cubicBezTo>
                      <a:pt x="22136" y="86760"/>
                      <a:pt x="33756" y="91573"/>
                      <a:pt x="45870" y="9157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0" name="任意多边形: 形状 2679"/>
              <p:cNvSpPr/>
              <p:nvPr/>
            </p:nvSpPr>
            <p:spPr>
              <a:xfrm>
                <a:off x="17484143" y="22376234"/>
                <a:ext cx="180000" cy="180000"/>
              </a:xfrm>
              <a:custGeom>
                <a:avLst/>
                <a:gdLst>
                  <a:gd name="csX0" fmla="*/ 45849 w 91360"/>
                  <a:gd name="csY0" fmla="*/ 91496 h 91359"/>
                  <a:gd name="csX1" fmla="*/ 78150 w 91360"/>
                  <a:gd name="csY1" fmla="*/ 78117 h 91359"/>
                  <a:gd name="csX2" fmla="*/ 91529 w 91360"/>
                  <a:gd name="csY2" fmla="*/ 45817 h 91359"/>
                  <a:gd name="csX3" fmla="*/ 78150 w 91360"/>
                  <a:gd name="csY3" fmla="*/ 13516 h 91359"/>
                  <a:gd name="csX4" fmla="*/ 45849 w 91360"/>
                  <a:gd name="csY4" fmla="*/ 137 h 91359"/>
                  <a:gd name="csX5" fmla="*/ 13548 w 91360"/>
                  <a:gd name="csY5" fmla="*/ 13516 h 91359"/>
                  <a:gd name="csX6" fmla="*/ 169 w 91360"/>
                  <a:gd name="csY6" fmla="*/ 45817 h 91359"/>
                  <a:gd name="csX7" fmla="*/ 13548 w 91360"/>
                  <a:gd name="csY7" fmla="*/ 78117 h 91359"/>
                  <a:gd name="csX8" fmla="*/ 45849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496"/>
                    </a:moveTo>
                    <a:cubicBezTo>
                      <a:pt x="57964" y="91496"/>
                      <a:pt x="69584" y="86683"/>
                      <a:pt x="78150" y="78117"/>
                    </a:cubicBezTo>
                    <a:cubicBezTo>
                      <a:pt x="86716" y="69551"/>
                      <a:pt x="91529" y="57931"/>
                      <a:pt x="91529" y="45817"/>
                    </a:cubicBezTo>
                    <a:cubicBezTo>
                      <a:pt x="91529" y="33702"/>
                      <a:pt x="86716" y="22083"/>
                      <a:pt x="78150" y="13516"/>
                    </a:cubicBezTo>
                    <a:cubicBezTo>
                      <a:pt x="69584" y="4950"/>
                      <a:pt x="57964" y="137"/>
                      <a:pt x="45849" y="137"/>
                    </a:cubicBezTo>
                    <a:cubicBezTo>
                      <a:pt x="33735" y="137"/>
                      <a:pt x="22115" y="4950"/>
                      <a:pt x="13548" y="13516"/>
                    </a:cubicBezTo>
                    <a:cubicBezTo>
                      <a:pt x="4982" y="22083"/>
                      <a:pt x="169" y="33702"/>
                      <a:pt x="169" y="45817"/>
                    </a:cubicBezTo>
                    <a:cubicBezTo>
                      <a:pt x="169" y="57931"/>
                      <a:pt x="4982" y="69551"/>
                      <a:pt x="13548" y="78117"/>
                    </a:cubicBezTo>
                    <a:cubicBezTo>
                      <a:pt x="22115" y="86683"/>
                      <a:pt x="33735" y="91496"/>
                      <a:pt x="45849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1" name="任意多边形: 形状 2680"/>
              <p:cNvSpPr/>
              <p:nvPr/>
            </p:nvSpPr>
            <p:spPr>
              <a:xfrm>
                <a:off x="18809083" y="23641863"/>
                <a:ext cx="180000" cy="180000"/>
              </a:xfrm>
              <a:custGeom>
                <a:avLst/>
                <a:gdLst>
                  <a:gd name="csX0" fmla="*/ 45890 w 91360"/>
                  <a:gd name="csY0" fmla="*/ 91536 h 91359"/>
                  <a:gd name="csX1" fmla="*/ 78191 w 91360"/>
                  <a:gd name="csY1" fmla="*/ 78156 h 91359"/>
                  <a:gd name="csX2" fmla="*/ 91570 w 91360"/>
                  <a:gd name="csY2" fmla="*/ 45856 h 91359"/>
                  <a:gd name="csX3" fmla="*/ 78191 w 91360"/>
                  <a:gd name="csY3" fmla="*/ 13556 h 91359"/>
                  <a:gd name="csX4" fmla="*/ 45890 w 91360"/>
                  <a:gd name="csY4" fmla="*/ 176 h 91359"/>
                  <a:gd name="csX5" fmla="*/ 13589 w 91360"/>
                  <a:gd name="csY5" fmla="*/ 13556 h 91359"/>
                  <a:gd name="csX6" fmla="*/ 210 w 91360"/>
                  <a:gd name="csY6" fmla="*/ 45856 h 91359"/>
                  <a:gd name="csX7" fmla="*/ 13589 w 91360"/>
                  <a:gd name="csY7" fmla="*/ 78156 h 91359"/>
                  <a:gd name="csX8" fmla="*/ 45890 w 91360"/>
                  <a:gd name="csY8" fmla="*/ 9153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536"/>
                    </a:moveTo>
                    <a:cubicBezTo>
                      <a:pt x="58005" y="91536"/>
                      <a:pt x="69625" y="86723"/>
                      <a:pt x="78191" y="78156"/>
                    </a:cubicBezTo>
                    <a:cubicBezTo>
                      <a:pt x="86757" y="69590"/>
                      <a:pt x="91570" y="57970"/>
                      <a:pt x="91570" y="45856"/>
                    </a:cubicBezTo>
                    <a:cubicBezTo>
                      <a:pt x="91570" y="33742"/>
                      <a:pt x="86757" y="22122"/>
                      <a:pt x="78191" y="13556"/>
                    </a:cubicBezTo>
                    <a:cubicBezTo>
                      <a:pt x="69625" y="4989"/>
                      <a:pt x="58005" y="176"/>
                      <a:pt x="45890" y="176"/>
                    </a:cubicBezTo>
                    <a:cubicBezTo>
                      <a:pt x="33776" y="176"/>
                      <a:pt x="22156" y="4989"/>
                      <a:pt x="13589" y="13556"/>
                    </a:cubicBezTo>
                    <a:cubicBezTo>
                      <a:pt x="5023" y="22122"/>
                      <a:pt x="210" y="33742"/>
                      <a:pt x="210" y="45856"/>
                    </a:cubicBezTo>
                    <a:cubicBezTo>
                      <a:pt x="210" y="57970"/>
                      <a:pt x="5023" y="69590"/>
                      <a:pt x="13589" y="78156"/>
                    </a:cubicBezTo>
                    <a:cubicBezTo>
                      <a:pt x="22156" y="86723"/>
                      <a:pt x="33776" y="91536"/>
                      <a:pt x="45890" y="9153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2" name="任意多边形: 形状 2681"/>
              <p:cNvSpPr/>
              <p:nvPr/>
            </p:nvSpPr>
            <p:spPr>
              <a:xfrm>
                <a:off x="17291140" y="23010774"/>
                <a:ext cx="180000" cy="180000"/>
              </a:xfrm>
              <a:custGeom>
                <a:avLst/>
                <a:gdLst>
                  <a:gd name="csX0" fmla="*/ 45843 w 91360"/>
                  <a:gd name="csY0" fmla="*/ 91516 h 91359"/>
                  <a:gd name="csX1" fmla="*/ 78144 w 91360"/>
                  <a:gd name="csY1" fmla="*/ 78137 h 91359"/>
                  <a:gd name="csX2" fmla="*/ 91523 w 91360"/>
                  <a:gd name="csY2" fmla="*/ 45836 h 91359"/>
                  <a:gd name="csX3" fmla="*/ 78144 w 91360"/>
                  <a:gd name="csY3" fmla="*/ 13536 h 91359"/>
                  <a:gd name="csX4" fmla="*/ 45843 w 91360"/>
                  <a:gd name="csY4" fmla="*/ 157 h 91359"/>
                  <a:gd name="csX5" fmla="*/ 13542 w 91360"/>
                  <a:gd name="csY5" fmla="*/ 13536 h 91359"/>
                  <a:gd name="csX6" fmla="*/ 163 w 91360"/>
                  <a:gd name="csY6" fmla="*/ 45836 h 91359"/>
                  <a:gd name="csX7" fmla="*/ 13542 w 91360"/>
                  <a:gd name="csY7" fmla="*/ 78137 h 91359"/>
                  <a:gd name="csX8" fmla="*/ 45843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516"/>
                    </a:moveTo>
                    <a:cubicBezTo>
                      <a:pt x="57958" y="91516"/>
                      <a:pt x="69578" y="86703"/>
                      <a:pt x="78144" y="78137"/>
                    </a:cubicBezTo>
                    <a:cubicBezTo>
                      <a:pt x="86710" y="69571"/>
                      <a:pt x="91523" y="57951"/>
                      <a:pt x="91523" y="45836"/>
                    </a:cubicBezTo>
                    <a:cubicBezTo>
                      <a:pt x="91523" y="33722"/>
                      <a:pt x="86710" y="22102"/>
                      <a:pt x="78144" y="13536"/>
                    </a:cubicBezTo>
                    <a:cubicBezTo>
                      <a:pt x="69578" y="4970"/>
                      <a:pt x="57958" y="157"/>
                      <a:pt x="45843" y="157"/>
                    </a:cubicBezTo>
                    <a:cubicBezTo>
                      <a:pt x="33729" y="157"/>
                      <a:pt x="22109" y="4970"/>
                      <a:pt x="13542" y="13536"/>
                    </a:cubicBezTo>
                    <a:cubicBezTo>
                      <a:pt x="4976" y="22102"/>
                      <a:pt x="163" y="33722"/>
                      <a:pt x="163" y="45836"/>
                    </a:cubicBezTo>
                    <a:cubicBezTo>
                      <a:pt x="163" y="57951"/>
                      <a:pt x="4976" y="69571"/>
                      <a:pt x="13542" y="78137"/>
                    </a:cubicBezTo>
                    <a:cubicBezTo>
                      <a:pt x="22109" y="86703"/>
                      <a:pt x="33729" y="91516"/>
                      <a:pt x="45843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3" name="任意多边形: 形状 2682"/>
              <p:cNvSpPr/>
              <p:nvPr/>
            </p:nvSpPr>
            <p:spPr>
              <a:xfrm>
                <a:off x="18018243" y="23287975"/>
                <a:ext cx="180000" cy="180000"/>
              </a:xfrm>
              <a:custGeom>
                <a:avLst/>
                <a:gdLst>
                  <a:gd name="csX0" fmla="*/ 45866 w 91360"/>
                  <a:gd name="csY0" fmla="*/ 91525 h 91359"/>
                  <a:gd name="csX1" fmla="*/ 78166 w 91360"/>
                  <a:gd name="csY1" fmla="*/ 78145 h 91359"/>
                  <a:gd name="csX2" fmla="*/ 91546 w 91360"/>
                  <a:gd name="csY2" fmla="*/ 45845 h 91359"/>
                  <a:gd name="csX3" fmla="*/ 78166 w 91360"/>
                  <a:gd name="csY3" fmla="*/ 13545 h 91359"/>
                  <a:gd name="csX4" fmla="*/ 45866 w 91360"/>
                  <a:gd name="csY4" fmla="*/ 165 h 91359"/>
                  <a:gd name="csX5" fmla="*/ 13565 w 91360"/>
                  <a:gd name="csY5" fmla="*/ 13545 h 91359"/>
                  <a:gd name="csX6" fmla="*/ 185 w 91360"/>
                  <a:gd name="csY6" fmla="*/ 45845 h 91359"/>
                  <a:gd name="csX7" fmla="*/ 13565 w 91360"/>
                  <a:gd name="csY7" fmla="*/ 78145 h 91359"/>
                  <a:gd name="csX8" fmla="*/ 45866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25"/>
                    </a:moveTo>
                    <a:cubicBezTo>
                      <a:pt x="57980" y="91525"/>
                      <a:pt x="69600" y="86712"/>
                      <a:pt x="78166" y="78145"/>
                    </a:cubicBezTo>
                    <a:cubicBezTo>
                      <a:pt x="86733" y="69579"/>
                      <a:pt x="91546" y="57959"/>
                      <a:pt x="91546" y="45845"/>
                    </a:cubicBezTo>
                    <a:cubicBezTo>
                      <a:pt x="91546" y="33731"/>
                      <a:pt x="86733" y="22111"/>
                      <a:pt x="78166" y="13545"/>
                    </a:cubicBezTo>
                    <a:cubicBezTo>
                      <a:pt x="69600" y="4978"/>
                      <a:pt x="57980" y="165"/>
                      <a:pt x="45866" y="165"/>
                    </a:cubicBezTo>
                    <a:cubicBezTo>
                      <a:pt x="33751" y="165"/>
                      <a:pt x="22131" y="4978"/>
                      <a:pt x="13565" y="13545"/>
                    </a:cubicBezTo>
                    <a:cubicBezTo>
                      <a:pt x="4999" y="22111"/>
                      <a:pt x="185" y="33731"/>
                      <a:pt x="185" y="45845"/>
                    </a:cubicBezTo>
                    <a:cubicBezTo>
                      <a:pt x="185" y="57959"/>
                      <a:pt x="4999" y="69579"/>
                      <a:pt x="13565" y="78145"/>
                    </a:cubicBezTo>
                    <a:cubicBezTo>
                      <a:pt x="22131" y="86712"/>
                      <a:pt x="33751" y="91525"/>
                      <a:pt x="45866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4" name="任意多边形: 形状 2683"/>
              <p:cNvSpPr/>
              <p:nvPr/>
            </p:nvSpPr>
            <p:spPr>
              <a:xfrm>
                <a:off x="18073027" y="23406280"/>
                <a:ext cx="180000" cy="180000"/>
              </a:xfrm>
              <a:custGeom>
                <a:avLst/>
                <a:gdLst>
                  <a:gd name="csX0" fmla="*/ 45867 w 91360"/>
                  <a:gd name="csY0" fmla="*/ 91528 h 91359"/>
                  <a:gd name="csX1" fmla="*/ 78168 w 91360"/>
                  <a:gd name="csY1" fmla="*/ 78149 h 91359"/>
                  <a:gd name="csX2" fmla="*/ 91548 w 91360"/>
                  <a:gd name="csY2" fmla="*/ 45849 h 91359"/>
                  <a:gd name="csX3" fmla="*/ 78168 w 91360"/>
                  <a:gd name="csY3" fmla="*/ 13548 h 91359"/>
                  <a:gd name="csX4" fmla="*/ 45867 w 91360"/>
                  <a:gd name="csY4" fmla="*/ 169 h 91359"/>
                  <a:gd name="csX5" fmla="*/ 13566 w 91360"/>
                  <a:gd name="csY5" fmla="*/ 13548 h 91359"/>
                  <a:gd name="csX6" fmla="*/ 187 w 91360"/>
                  <a:gd name="csY6" fmla="*/ 45849 h 91359"/>
                  <a:gd name="csX7" fmla="*/ 13566 w 91360"/>
                  <a:gd name="csY7" fmla="*/ 78149 h 91359"/>
                  <a:gd name="csX8" fmla="*/ 45867 w 91360"/>
                  <a:gd name="csY8" fmla="*/ 9152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7" y="91528"/>
                    </a:moveTo>
                    <a:cubicBezTo>
                      <a:pt x="57982" y="91528"/>
                      <a:pt x="69602" y="86715"/>
                      <a:pt x="78168" y="78149"/>
                    </a:cubicBezTo>
                    <a:cubicBezTo>
                      <a:pt x="86734" y="69583"/>
                      <a:pt x="91548" y="57963"/>
                      <a:pt x="91548" y="45849"/>
                    </a:cubicBezTo>
                    <a:cubicBezTo>
                      <a:pt x="91548" y="33734"/>
                      <a:pt x="86734" y="22114"/>
                      <a:pt x="78168" y="13548"/>
                    </a:cubicBezTo>
                    <a:cubicBezTo>
                      <a:pt x="69602" y="4982"/>
                      <a:pt x="57982" y="169"/>
                      <a:pt x="45867" y="169"/>
                    </a:cubicBezTo>
                    <a:cubicBezTo>
                      <a:pt x="33753" y="169"/>
                      <a:pt x="22133" y="4982"/>
                      <a:pt x="13566" y="13548"/>
                    </a:cubicBezTo>
                    <a:cubicBezTo>
                      <a:pt x="5000" y="22114"/>
                      <a:pt x="187" y="33734"/>
                      <a:pt x="187" y="45849"/>
                    </a:cubicBezTo>
                    <a:cubicBezTo>
                      <a:pt x="187" y="57963"/>
                      <a:pt x="5000" y="69583"/>
                      <a:pt x="13566" y="78149"/>
                    </a:cubicBezTo>
                    <a:cubicBezTo>
                      <a:pt x="22133" y="86715"/>
                      <a:pt x="33753" y="91528"/>
                      <a:pt x="45867" y="9152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5" name="任意多边形: 形状 2684"/>
              <p:cNvSpPr/>
              <p:nvPr/>
            </p:nvSpPr>
            <p:spPr>
              <a:xfrm>
                <a:off x="19556795" y="23900764"/>
                <a:ext cx="180000" cy="180000"/>
              </a:xfrm>
              <a:custGeom>
                <a:avLst/>
                <a:gdLst>
                  <a:gd name="csX0" fmla="*/ 45913 w 91360"/>
                  <a:gd name="csY0" fmla="*/ 91544 h 91359"/>
                  <a:gd name="csX1" fmla="*/ 78214 w 91360"/>
                  <a:gd name="csY1" fmla="*/ 78164 h 91359"/>
                  <a:gd name="csX2" fmla="*/ 91593 w 91360"/>
                  <a:gd name="csY2" fmla="*/ 45864 h 91359"/>
                  <a:gd name="csX3" fmla="*/ 78214 w 91360"/>
                  <a:gd name="csY3" fmla="*/ 13564 h 91359"/>
                  <a:gd name="csX4" fmla="*/ 45913 w 91360"/>
                  <a:gd name="csY4" fmla="*/ 184 h 91359"/>
                  <a:gd name="csX5" fmla="*/ 13612 w 91360"/>
                  <a:gd name="csY5" fmla="*/ 13564 h 91359"/>
                  <a:gd name="csX6" fmla="*/ 233 w 91360"/>
                  <a:gd name="csY6" fmla="*/ 45864 h 91359"/>
                  <a:gd name="csX7" fmla="*/ 13612 w 91360"/>
                  <a:gd name="csY7" fmla="*/ 78164 h 91359"/>
                  <a:gd name="csX8" fmla="*/ 45913 w 91360"/>
                  <a:gd name="csY8" fmla="*/ 9154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3" y="91544"/>
                    </a:moveTo>
                    <a:cubicBezTo>
                      <a:pt x="58028" y="91544"/>
                      <a:pt x="69648" y="86731"/>
                      <a:pt x="78214" y="78164"/>
                    </a:cubicBezTo>
                    <a:cubicBezTo>
                      <a:pt x="86780" y="69598"/>
                      <a:pt x="91593" y="57978"/>
                      <a:pt x="91593" y="45864"/>
                    </a:cubicBezTo>
                    <a:cubicBezTo>
                      <a:pt x="91593" y="33750"/>
                      <a:pt x="86780" y="22130"/>
                      <a:pt x="78214" y="13564"/>
                    </a:cubicBezTo>
                    <a:cubicBezTo>
                      <a:pt x="69648" y="4997"/>
                      <a:pt x="58028" y="184"/>
                      <a:pt x="45913" y="184"/>
                    </a:cubicBezTo>
                    <a:cubicBezTo>
                      <a:pt x="33799" y="184"/>
                      <a:pt x="22179" y="4997"/>
                      <a:pt x="13612" y="13564"/>
                    </a:cubicBezTo>
                    <a:cubicBezTo>
                      <a:pt x="5046" y="22130"/>
                      <a:pt x="233" y="33750"/>
                      <a:pt x="233" y="45864"/>
                    </a:cubicBezTo>
                    <a:cubicBezTo>
                      <a:pt x="233" y="57978"/>
                      <a:pt x="5046" y="69598"/>
                      <a:pt x="13612" y="78164"/>
                    </a:cubicBezTo>
                    <a:cubicBezTo>
                      <a:pt x="22179" y="86731"/>
                      <a:pt x="33799" y="91544"/>
                      <a:pt x="45913" y="9154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6" name="任意多边形: 形状 2685"/>
              <p:cNvSpPr/>
              <p:nvPr/>
            </p:nvSpPr>
            <p:spPr>
              <a:xfrm>
                <a:off x="18535839" y="23467957"/>
                <a:ext cx="180000" cy="180000"/>
              </a:xfrm>
              <a:custGeom>
                <a:avLst/>
                <a:gdLst>
                  <a:gd name="csX0" fmla="*/ 45882 w 91360"/>
                  <a:gd name="csY0" fmla="*/ 91530 h 91359"/>
                  <a:gd name="csX1" fmla="*/ 78182 w 91360"/>
                  <a:gd name="csY1" fmla="*/ 78151 h 91359"/>
                  <a:gd name="csX2" fmla="*/ 91562 w 91360"/>
                  <a:gd name="csY2" fmla="*/ 45851 h 91359"/>
                  <a:gd name="csX3" fmla="*/ 78182 w 91360"/>
                  <a:gd name="csY3" fmla="*/ 13550 h 91359"/>
                  <a:gd name="csX4" fmla="*/ 45882 w 91360"/>
                  <a:gd name="csY4" fmla="*/ 171 h 91359"/>
                  <a:gd name="csX5" fmla="*/ 13581 w 91360"/>
                  <a:gd name="csY5" fmla="*/ 13550 h 91359"/>
                  <a:gd name="csX6" fmla="*/ 201 w 91360"/>
                  <a:gd name="csY6" fmla="*/ 45851 h 91359"/>
                  <a:gd name="csX7" fmla="*/ 13581 w 91360"/>
                  <a:gd name="csY7" fmla="*/ 78151 h 91359"/>
                  <a:gd name="csX8" fmla="*/ 45882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2" y="91530"/>
                    </a:moveTo>
                    <a:cubicBezTo>
                      <a:pt x="57996" y="91530"/>
                      <a:pt x="69616" y="86717"/>
                      <a:pt x="78182" y="78151"/>
                    </a:cubicBezTo>
                    <a:cubicBezTo>
                      <a:pt x="86749" y="69585"/>
                      <a:pt x="91562" y="57965"/>
                      <a:pt x="91562" y="45851"/>
                    </a:cubicBezTo>
                    <a:cubicBezTo>
                      <a:pt x="91562" y="33736"/>
                      <a:pt x="86749" y="22116"/>
                      <a:pt x="78182" y="13550"/>
                    </a:cubicBezTo>
                    <a:cubicBezTo>
                      <a:pt x="69616" y="4984"/>
                      <a:pt x="57996" y="171"/>
                      <a:pt x="45882" y="171"/>
                    </a:cubicBezTo>
                    <a:cubicBezTo>
                      <a:pt x="33767" y="171"/>
                      <a:pt x="22147" y="4984"/>
                      <a:pt x="13581" y="13550"/>
                    </a:cubicBezTo>
                    <a:cubicBezTo>
                      <a:pt x="5015" y="22116"/>
                      <a:pt x="201" y="33736"/>
                      <a:pt x="201" y="45851"/>
                    </a:cubicBezTo>
                    <a:cubicBezTo>
                      <a:pt x="201" y="57965"/>
                      <a:pt x="5015" y="69585"/>
                      <a:pt x="13581" y="78151"/>
                    </a:cubicBezTo>
                    <a:cubicBezTo>
                      <a:pt x="22147" y="86717"/>
                      <a:pt x="33767" y="91530"/>
                      <a:pt x="45882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7" name="任意多边形: 形状 2686"/>
              <p:cNvSpPr/>
              <p:nvPr/>
            </p:nvSpPr>
            <p:spPr>
              <a:xfrm>
                <a:off x="18741556" y="23506941"/>
                <a:ext cx="180000" cy="180000"/>
              </a:xfrm>
              <a:custGeom>
                <a:avLst/>
                <a:gdLst>
                  <a:gd name="csX0" fmla="*/ 45888 w 91360"/>
                  <a:gd name="csY0" fmla="*/ 91531 h 91359"/>
                  <a:gd name="csX1" fmla="*/ 78189 w 91360"/>
                  <a:gd name="csY1" fmla="*/ 78152 h 91359"/>
                  <a:gd name="csX2" fmla="*/ 91568 w 91360"/>
                  <a:gd name="csY2" fmla="*/ 45852 h 91359"/>
                  <a:gd name="csX3" fmla="*/ 78189 w 91360"/>
                  <a:gd name="csY3" fmla="*/ 13551 h 91359"/>
                  <a:gd name="csX4" fmla="*/ 45888 w 91360"/>
                  <a:gd name="csY4" fmla="*/ 172 h 91359"/>
                  <a:gd name="csX5" fmla="*/ 13587 w 91360"/>
                  <a:gd name="csY5" fmla="*/ 13551 h 91359"/>
                  <a:gd name="csX6" fmla="*/ 208 w 91360"/>
                  <a:gd name="csY6" fmla="*/ 45852 h 91359"/>
                  <a:gd name="csX7" fmla="*/ 13587 w 91360"/>
                  <a:gd name="csY7" fmla="*/ 78152 h 91359"/>
                  <a:gd name="csX8" fmla="*/ 45888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31"/>
                    </a:moveTo>
                    <a:cubicBezTo>
                      <a:pt x="58003" y="91531"/>
                      <a:pt x="69623" y="86718"/>
                      <a:pt x="78189" y="78152"/>
                    </a:cubicBezTo>
                    <a:cubicBezTo>
                      <a:pt x="86755" y="69586"/>
                      <a:pt x="91568" y="57966"/>
                      <a:pt x="91568" y="45852"/>
                    </a:cubicBezTo>
                    <a:cubicBezTo>
                      <a:pt x="91568" y="33737"/>
                      <a:pt x="86755" y="22118"/>
                      <a:pt x="78189" y="13551"/>
                    </a:cubicBezTo>
                    <a:cubicBezTo>
                      <a:pt x="69623" y="4985"/>
                      <a:pt x="58003" y="172"/>
                      <a:pt x="45888" y="172"/>
                    </a:cubicBezTo>
                    <a:cubicBezTo>
                      <a:pt x="33773" y="172"/>
                      <a:pt x="22153" y="4985"/>
                      <a:pt x="13587" y="13551"/>
                    </a:cubicBezTo>
                    <a:cubicBezTo>
                      <a:pt x="5021" y="22118"/>
                      <a:pt x="208" y="33737"/>
                      <a:pt x="208" y="45852"/>
                    </a:cubicBezTo>
                    <a:cubicBezTo>
                      <a:pt x="208" y="57966"/>
                      <a:pt x="5021" y="69586"/>
                      <a:pt x="13587" y="78152"/>
                    </a:cubicBezTo>
                    <a:cubicBezTo>
                      <a:pt x="22153" y="86718"/>
                      <a:pt x="33773" y="91531"/>
                      <a:pt x="45888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8" name="任意多边形: 形状 2687"/>
              <p:cNvSpPr/>
              <p:nvPr/>
            </p:nvSpPr>
            <p:spPr>
              <a:xfrm>
                <a:off x="18042920" y="22099771"/>
                <a:ext cx="180000" cy="180000"/>
              </a:xfrm>
              <a:custGeom>
                <a:avLst/>
                <a:gdLst>
                  <a:gd name="csX0" fmla="*/ 45866 w 91360"/>
                  <a:gd name="csY0" fmla="*/ 91488 h 91359"/>
                  <a:gd name="csX1" fmla="*/ 78167 w 91360"/>
                  <a:gd name="csY1" fmla="*/ 78109 h 91359"/>
                  <a:gd name="csX2" fmla="*/ 91547 w 91360"/>
                  <a:gd name="csY2" fmla="*/ 45808 h 91359"/>
                  <a:gd name="csX3" fmla="*/ 78167 w 91360"/>
                  <a:gd name="csY3" fmla="*/ 13508 h 91359"/>
                  <a:gd name="csX4" fmla="*/ 45866 w 91360"/>
                  <a:gd name="csY4" fmla="*/ 129 h 91359"/>
                  <a:gd name="csX5" fmla="*/ 13566 w 91360"/>
                  <a:gd name="csY5" fmla="*/ 13508 h 91359"/>
                  <a:gd name="csX6" fmla="*/ 186 w 91360"/>
                  <a:gd name="csY6" fmla="*/ 45808 h 91359"/>
                  <a:gd name="csX7" fmla="*/ 13566 w 91360"/>
                  <a:gd name="csY7" fmla="*/ 78109 h 91359"/>
                  <a:gd name="csX8" fmla="*/ 45866 w 91360"/>
                  <a:gd name="csY8" fmla="*/ 9148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488"/>
                    </a:moveTo>
                    <a:cubicBezTo>
                      <a:pt x="57981" y="91488"/>
                      <a:pt x="69601" y="86675"/>
                      <a:pt x="78167" y="78109"/>
                    </a:cubicBezTo>
                    <a:cubicBezTo>
                      <a:pt x="86733" y="69542"/>
                      <a:pt x="91547" y="57923"/>
                      <a:pt x="91547" y="45808"/>
                    </a:cubicBezTo>
                    <a:cubicBezTo>
                      <a:pt x="91547" y="33694"/>
                      <a:pt x="86733" y="22074"/>
                      <a:pt x="78167" y="13508"/>
                    </a:cubicBezTo>
                    <a:cubicBezTo>
                      <a:pt x="69601" y="4942"/>
                      <a:pt x="57981" y="129"/>
                      <a:pt x="45866" y="129"/>
                    </a:cubicBezTo>
                    <a:cubicBezTo>
                      <a:pt x="33752" y="129"/>
                      <a:pt x="22132" y="4942"/>
                      <a:pt x="13566" y="13508"/>
                    </a:cubicBezTo>
                    <a:cubicBezTo>
                      <a:pt x="4999" y="22074"/>
                      <a:pt x="186" y="33694"/>
                      <a:pt x="186" y="45808"/>
                    </a:cubicBezTo>
                    <a:cubicBezTo>
                      <a:pt x="186" y="57923"/>
                      <a:pt x="4999" y="69542"/>
                      <a:pt x="13566" y="78109"/>
                    </a:cubicBezTo>
                    <a:cubicBezTo>
                      <a:pt x="22132" y="86675"/>
                      <a:pt x="33752" y="91488"/>
                      <a:pt x="45866" y="9148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89" name="任意多边形: 形状 2688"/>
              <p:cNvSpPr/>
              <p:nvPr/>
            </p:nvSpPr>
            <p:spPr>
              <a:xfrm>
                <a:off x="17784940" y="21617676"/>
                <a:ext cx="180000" cy="180000"/>
              </a:xfrm>
              <a:custGeom>
                <a:avLst/>
                <a:gdLst>
                  <a:gd name="csX0" fmla="*/ 45858 w 91360"/>
                  <a:gd name="csY0" fmla="*/ 91473 h 91359"/>
                  <a:gd name="csX1" fmla="*/ 78159 w 91360"/>
                  <a:gd name="csY1" fmla="*/ 78094 h 91359"/>
                  <a:gd name="csX2" fmla="*/ 91539 w 91360"/>
                  <a:gd name="csY2" fmla="*/ 45793 h 91359"/>
                  <a:gd name="csX3" fmla="*/ 78159 w 91360"/>
                  <a:gd name="csY3" fmla="*/ 13493 h 91359"/>
                  <a:gd name="csX4" fmla="*/ 45858 w 91360"/>
                  <a:gd name="csY4" fmla="*/ 114 h 91359"/>
                  <a:gd name="csX5" fmla="*/ 13558 w 91360"/>
                  <a:gd name="csY5" fmla="*/ 13493 h 91359"/>
                  <a:gd name="csX6" fmla="*/ 178 w 91360"/>
                  <a:gd name="csY6" fmla="*/ 45793 h 91359"/>
                  <a:gd name="csX7" fmla="*/ 13558 w 91360"/>
                  <a:gd name="csY7" fmla="*/ 78094 h 91359"/>
                  <a:gd name="csX8" fmla="*/ 45858 w 91360"/>
                  <a:gd name="csY8" fmla="*/ 9147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8" y="91473"/>
                    </a:moveTo>
                    <a:cubicBezTo>
                      <a:pt x="57973" y="91473"/>
                      <a:pt x="69593" y="86660"/>
                      <a:pt x="78159" y="78094"/>
                    </a:cubicBezTo>
                    <a:cubicBezTo>
                      <a:pt x="86725" y="69528"/>
                      <a:pt x="91539" y="57908"/>
                      <a:pt x="91539" y="45793"/>
                    </a:cubicBezTo>
                    <a:cubicBezTo>
                      <a:pt x="91539" y="33679"/>
                      <a:pt x="86725" y="22059"/>
                      <a:pt x="78159" y="13493"/>
                    </a:cubicBezTo>
                    <a:cubicBezTo>
                      <a:pt x="69593" y="4927"/>
                      <a:pt x="57973" y="114"/>
                      <a:pt x="45858" y="114"/>
                    </a:cubicBezTo>
                    <a:cubicBezTo>
                      <a:pt x="33744" y="114"/>
                      <a:pt x="22124" y="4927"/>
                      <a:pt x="13558" y="13493"/>
                    </a:cubicBezTo>
                    <a:cubicBezTo>
                      <a:pt x="4991" y="22059"/>
                      <a:pt x="178" y="33679"/>
                      <a:pt x="178" y="45793"/>
                    </a:cubicBezTo>
                    <a:cubicBezTo>
                      <a:pt x="178" y="57908"/>
                      <a:pt x="4991" y="69528"/>
                      <a:pt x="13558" y="78094"/>
                    </a:cubicBezTo>
                    <a:cubicBezTo>
                      <a:pt x="22124" y="86660"/>
                      <a:pt x="33744" y="91473"/>
                      <a:pt x="45858" y="9147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0" name="任意多边形: 形状 2689"/>
              <p:cNvSpPr/>
              <p:nvPr/>
            </p:nvSpPr>
            <p:spPr>
              <a:xfrm>
                <a:off x="18344786" y="21652120"/>
                <a:ext cx="180000" cy="180000"/>
              </a:xfrm>
              <a:custGeom>
                <a:avLst/>
                <a:gdLst>
                  <a:gd name="csX0" fmla="*/ 45876 w 91360"/>
                  <a:gd name="csY0" fmla="*/ 91474 h 91359"/>
                  <a:gd name="csX1" fmla="*/ 78177 w 91360"/>
                  <a:gd name="csY1" fmla="*/ 78095 h 91359"/>
                  <a:gd name="csX2" fmla="*/ 91556 w 91360"/>
                  <a:gd name="csY2" fmla="*/ 45794 h 91359"/>
                  <a:gd name="csX3" fmla="*/ 78177 w 91360"/>
                  <a:gd name="csY3" fmla="*/ 13494 h 91359"/>
                  <a:gd name="csX4" fmla="*/ 45876 w 91360"/>
                  <a:gd name="csY4" fmla="*/ 115 h 91359"/>
                  <a:gd name="csX5" fmla="*/ 13575 w 91360"/>
                  <a:gd name="csY5" fmla="*/ 13494 h 91359"/>
                  <a:gd name="csX6" fmla="*/ 195 w 91360"/>
                  <a:gd name="csY6" fmla="*/ 45794 h 91359"/>
                  <a:gd name="csX7" fmla="*/ 13575 w 91360"/>
                  <a:gd name="csY7" fmla="*/ 78095 h 91359"/>
                  <a:gd name="csX8" fmla="*/ 45876 w 91360"/>
                  <a:gd name="csY8" fmla="*/ 9147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474"/>
                    </a:moveTo>
                    <a:cubicBezTo>
                      <a:pt x="57990" y="91474"/>
                      <a:pt x="69610" y="86661"/>
                      <a:pt x="78177" y="78095"/>
                    </a:cubicBezTo>
                    <a:cubicBezTo>
                      <a:pt x="86743" y="69529"/>
                      <a:pt x="91556" y="57909"/>
                      <a:pt x="91556" y="45794"/>
                    </a:cubicBezTo>
                    <a:cubicBezTo>
                      <a:pt x="91556" y="33680"/>
                      <a:pt x="86743" y="22060"/>
                      <a:pt x="78177" y="13494"/>
                    </a:cubicBezTo>
                    <a:cubicBezTo>
                      <a:pt x="69610" y="4928"/>
                      <a:pt x="57990" y="115"/>
                      <a:pt x="45876" y="115"/>
                    </a:cubicBezTo>
                    <a:cubicBezTo>
                      <a:pt x="33761" y="115"/>
                      <a:pt x="22141" y="4928"/>
                      <a:pt x="13575" y="13494"/>
                    </a:cubicBezTo>
                    <a:cubicBezTo>
                      <a:pt x="5009" y="22060"/>
                      <a:pt x="195" y="33680"/>
                      <a:pt x="195" y="45794"/>
                    </a:cubicBezTo>
                    <a:cubicBezTo>
                      <a:pt x="195" y="57909"/>
                      <a:pt x="5009" y="69529"/>
                      <a:pt x="13575" y="78095"/>
                    </a:cubicBezTo>
                    <a:cubicBezTo>
                      <a:pt x="22141" y="86661"/>
                      <a:pt x="33761" y="91474"/>
                      <a:pt x="45876" y="9147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1" name="任意多边形: 形状 2690"/>
              <p:cNvSpPr/>
              <p:nvPr/>
            </p:nvSpPr>
            <p:spPr>
              <a:xfrm>
                <a:off x="18455210" y="25015841"/>
                <a:ext cx="180000" cy="180000"/>
              </a:xfrm>
              <a:custGeom>
                <a:avLst/>
                <a:gdLst>
                  <a:gd name="csX0" fmla="*/ 45879 w 91360"/>
                  <a:gd name="csY0" fmla="*/ 91578 h 91359"/>
                  <a:gd name="csX1" fmla="*/ 78180 w 91360"/>
                  <a:gd name="csY1" fmla="*/ 78199 h 91359"/>
                  <a:gd name="csX2" fmla="*/ 91559 w 91360"/>
                  <a:gd name="csY2" fmla="*/ 45899 h 91359"/>
                  <a:gd name="csX3" fmla="*/ 78180 w 91360"/>
                  <a:gd name="csY3" fmla="*/ 13598 h 91359"/>
                  <a:gd name="csX4" fmla="*/ 45879 w 91360"/>
                  <a:gd name="csY4" fmla="*/ 219 h 91359"/>
                  <a:gd name="csX5" fmla="*/ 13578 w 91360"/>
                  <a:gd name="csY5" fmla="*/ 13598 h 91359"/>
                  <a:gd name="csX6" fmla="*/ 199 w 91360"/>
                  <a:gd name="csY6" fmla="*/ 45899 h 91359"/>
                  <a:gd name="csX7" fmla="*/ 13578 w 91360"/>
                  <a:gd name="csY7" fmla="*/ 78199 h 91359"/>
                  <a:gd name="csX8" fmla="*/ 45879 w 91360"/>
                  <a:gd name="csY8" fmla="*/ 9157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9" y="91578"/>
                    </a:moveTo>
                    <a:cubicBezTo>
                      <a:pt x="57994" y="91578"/>
                      <a:pt x="69614" y="86765"/>
                      <a:pt x="78180" y="78199"/>
                    </a:cubicBezTo>
                    <a:cubicBezTo>
                      <a:pt x="86746" y="69633"/>
                      <a:pt x="91559" y="58013"/>
                      <a:pt x="91559" y="45899"/>
                    </a:cubicBezTo>
                    <a:cubicBezTo>
                      <a:pt x="91559" y="33784"/>
                      <a:pt x="86746" y="22164"/>
                      <a:pt x="78180" y="13598"/>
                    </a:cubicBezTo>
                    <a:cubicBezTo>
                      <a:pt x="69614" y="5032"/>
                      <a:pt x="57994" y="219"/>
                      <a:pt x="45879" y="219"/>
                    </a:cubicBezTo>
                    <a:cubicBezTo>
                      <a:pt x="33765" y="219"/>
                      <a:pt x="22145" y="5032"/>
                      <a:pt x="13578" y="13598"/>
                    </a:cubicBezTo>
                    <a:cubicBezTo>
                      <a:pt x="5012" y="22164"/>
                      <a:pt x="199" y="33784"/>
                      <a:pt x="199" y="45899"/>
                    </a:cubicBezTo>
                    <a:cubicBezTo>
                      <a:pt x="199" y="58013"/>
                      <a:pt x="5012" y="69633"/>
                      <a:pt x="13578" y="78199"/>
                    </a:cubicBezTo>
                    <a:cubicBezTo>
                      <a:pt x="22145" y="86765"/>
                      <a:pt x="33765" y="91578"/>
                      <a:pt x="45879" y="9157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2" name="任意多边形: 形状 2691"/>
              <p:cNvSpPr/>
              <p:nvPr/>
            </p:nvSpPr>
            <p:spPr>
              <a:xfrm>
                <a:off x="18421836" y="22337873"/>
                <a:ext cx="180000" cy="180000"/>
              </a:xfrm>
              <a:custGeom>
                <a:avLst/>
                <a:gdLst>
                  <a:gd name="csX0" fmla="*/ 45878 w 91360"/>
                  <a:gd name="csY0" fmla="*/ 91495 h 91359"/>
                  <a:gd name="csX1" fmla="*/ 78179 w 91360"/>
                  <a:gd name="csY1" fmla="*/ 78116 h 91359"/>
                  <a:gd name="csX2" fmla="*/ 91558 w 91360"/>
                  <a:gd name="csY2" fmla="*/ 45816 h 91359"/>
                  <a:gd name="csX3" fmla="*/ 78179 w 91360"/>
                  <a:gd name="csY3" fmla="*/ 13515 h 91359"/>
                  <a:gd name="csX4" fmla="*/ 45878 w 91360"/>
                  <a:gd name="csY4" fmla="*/ 136 h 91359"/>
                  <a:gd name="csX5" fmla="*/ 13577 w 91360"/>
                  <a:gd name="csY5" fmla="*/ 13515 h 91359"/>
                  <a:gd name="csX6" fmla="*/ 198 w 91360"/>
                  <a:gd name="csY6" fmla="*/ 45816 h 91359"/>
                  <a:gd name="csX7" fmla="*/ 13577 w 91360"/>
                  <a:gd name="csY7" fmla="*/ 78116 h 91359"/>
                  <a:gd name="csX8" fmla="*/ 45878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495"/>
                    </a:moveTo>
                    <a:cubicBezTo>
                      <a:pt x="57993" y="91495"/>
                      <a:pt x="69613" y="86682"/>
                      <a:pt x="78179" y="78116"/>
                    </a:cubicBezTo>
                    <a:cubicBezTo>
                      <a:pt x="86745" y="69550"/>
                      <a:pt x="91558" y="57930"/>
                      <a:pt x="91558" y="45816"/>
                    </a:cubicBezTo>
                    <a:cubicBezTo>
                      <a:pt x="91558" y="33701"/>
                      <a:pt x="86745" y="22081"/>
                      <a:pt x="78179" y="13515"/>
                    </a:cubicBezTo>
                    <a:cubicBezTo>
                      <a:pt x="69613" y="4949"/>
                      <a:pt x="57993" y="136"/>
                      <a:pt x="45878" y="136"/>
                    </a:cubicBezTo>
                    <a:cubicBezTo>
                      <a:pt x="33764" y="136"/>
                      <a:pt x="22144" y="4949"/>
                      <a:pt x="13577" y="13515"/>
                    </a:cubicBezTo>
                    <a:cubicBezTo>
                      <a:pt x="5011" y="22081"/>
                      <a:pt x="198" y="33701"/>
                      <a:pt x="198" y="45816"/>
                    </a:cubicBezTo>
                    <a:cubicBezTo>
                      <a:pt x="198" y="57930"/>
                      <a:pt x="5011" y="69550"/>
                      <a:pt x="13577" y="78116"/>
                    </a:cubicBezTo>
                    <a:cubicBezTo>
                      <a:pt x="22144" y="86682"/>
                      <a:pt x="33764" y="91495"/>
                      <a:pt x="45878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3" name="任意多边形: 形状 2692"/>
              <p:cNvSpPr/>
              <p:nvPr/>
            </p:nvSpPr>
            <p:spPr>
              <a:xfrm>
                <a:off x="17038007" y="23086380"/>
                <a:ext cx="180000" cy="180000"/>
              </a:xfrm>
              <a:custGeom>
                <a:avLst/>
                <a:gdLst>
                  <a:gd name="csX0" fmla="*/ 45835 w 91360"/>
                  <a:gd name="csY0" fmla="*/ 91518 h 91359"/>
                  <a:gd name="csX1" fmla="*/ 78136 w 91360"/>
                  <a:gd name="csY1" fmla="*/ 78139 h 91359"/>
                  <a:gd name="csX2" fmla="*/ 91516 w 91360"/>
                  <a:gd name="csY2" fmla="*/ 45839 h 91359"/>
                  <a:gd name="csX3" fmla="*/ 78136 w 91360"/>
                  <a:gd name="csY3" fmla="*/ 13538 h 91359"/>
                  <a:gd name="csX4" fmla="*/ 45835 w 91360"/>
                  <a:gd name="csY4" fmla="*/ 159 h 91359"/>
                  <a:gd name="csX5" fmla="*/ 13534 w 91360"/>
                  <a:gd name="csY5" fmla="*/ 13538 h 91359"/>
                  <a:gd name="csX6" fmla="*/ 155 w 91360"/>
                  <a:gd name="csY6" fmla="*/ 45839 h 91359"/>
                  <a:gd name="csX7" fmla="*/ 13534 w 91360"/>
                  <a:gd name="csY7" fmla="*/ 78139 h 91359"/>
                  <a:gd name="csX8" fmla="*/ 45835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5" y="91518"/>
                    </a:moveTo>
                    <a:cubicBezTo>
                      <a:pt x="57950" y="91518"/>
                      <a:pt x="69570" y="86705"/>
                      <a:pt x="78136" y="78139"/>
                    </a:cubicBezTo>
                    <a:cubicBezTo>
                      <a:pt x="86702" y="69573"/>
                      <a:pt x="91516" y="57953"/>
                      <a:pt x="91516" y="45839"/>
                    </a:cubicBezTo>
                    <a:cubicBezTo>
                      <a:pt x="91516" y="33724"/>
                      <a:pt x="86702" y="22105"/>
                      <a:pt x="78136" y="13538"/>
                    </a:cubicBezTo>
                    <a:cubicBezTo>
                      <a:pt x="69570" y="4972"/>
                      <a:pt x="57950" y="159"/>
                      <a:pt x="45835" y="159"/>
                    </a:cubicBezTo>
                    <a:cubicBezTo>
                      <a:pt x="33721" y="159"/>
                      <a:pt x="22101" y="4972"/>
                      <a:pt x="13534" y="13538"/>
                    </a:cubicBezTo>
                    <a:cubicBezTo>
                      <a:pt x="4968" y="22105"/>
                      <a:pt x="155" y="33724"/>
                      <a:pt x="155" y="45839"/>
                    </a:cubicBezTo>
                    <a:cubicBezTo>
                      <a:pt x="155" y="57953"/>
                      <a:pt x="4968" y="69573"/>
                      <a:pt x="13534" y="78139"/>
                    </a:cubicBezTo>
                    <a:cubicBezTo>
                      <a:pt x="22101" y="86705"/>
                      <a:pt x="33721" y="91518"/>
                      <a:pt x="45835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4" name="任意多边形: 形状 2693"/>
              <p:cNvSpPr/>
              <p:nvPr/>
            </p:nvSpPr>
            <p:spPr>
              <a:xfrm>
                <a:off x="19993058" y="22674674"/>
                <a:ext cx="180000" cy="180000"/>
              </a:xfrm>
              <a:custGeom>
                <a:avLst/>
                <a:gdLst>
                  <a:gd name="csX0" fmla="*/ 45927 w 91360"/>
                  <a:gd name="csY0" fmla="*/ 91506 h 91359"/>
                  <a:gd name="csX1" fmla="*/ 78228 w 91360"/>
                  <a:gd name="csY1" fmla="*/ 78126 h 91359"/>
                  <a:gd name="csX2" fmla="*/ 91607 w 91360"/>
                  <a:gd name="csY2" fmla="*/ 45826 h 91359"/>
                  <a:gd name="csX3" fmla="*/ 78228 w 91360"/>
                  <a:gd name="csY3" fmla="*/ 13526 h 91359"/>
                  <a:gd name="csX4" fmla="*/ 45927 w 91360"/>
                  <a:gd name="csY4" fmla="*/ 146 h 91359"/>
                  <a:gd name="csX5" fmla="*/ 13626 w 91360"/>
                  <a:gd name="csY5" fmla="*/ 13526 h 91359"/>
                  <a:gd name="csX6" fmla="*/ 246 w 91360"/>
                  <a:gd name="csY6" fmla="*/ 45826 h 91359"/>
                  <a:gd name="csX7" fmla="*/ 13626 w 91360"/>
                  <a:gd name="csY7" fmla="*/ 78126 h 91359"/>
                  <a:gd name="csX8" fmla="*/ 45927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7" y="91506"/>
                    </a:moveTo>
                    <a:cubicBezTo>
                      <a:pt x="58041" y="91506"/>
                      <a:pt x="69661" y="86693"/>
                      <a:pt x="78228" y="78126"/>
                    </a:cubicBezTo>
                    <a:cubicBezTo>
                      <a:pt x="86794" y="69560"/>
                      <a:pt x="91607" y="57940"/>
                      <a:pt x="91607" y="45826"/>
                    </a:cubicBezTo>
                    <a:cubicBezTo>
                      <a:pt x="91607" y="33712"/>
                      <a:pt x="86794" y="22092"/>
                      <a:pt x="78228" y="13526"/>
                    </a:cubicBezTo>
                    <a:cubicBezTo>
                      <a:pt x="69661" y="4959"/>
                      <a:pt x="58041" y="146"/>
                      <a:pt x="45927" y="146"/>
                    </a:cubicBezTo>
                    <a:cubicBezTo>
                      <a:pt x="33812" y="146"/>
                      <a:pt x="22192" y="4959"/>
                      <a:pt x="13626" y="13526"/>
                    </a:cubicBezTo>
                    <a:cubicBezTo>
                      <a:pt x="5060" y="22092"/>
                      <a:pt x="246" y="33712"/>
                      <a:pt x="246" y="45826"/>
                    </a:cubicBezTo>
                    <a:cubicBezTo>
                      <a:pt x="246" y="57940"/>
                      <a:pt x="5060" y="69560"/>
                      <a:pt x="13626" y="78126"/>
                    </a:cubicBezTo>
                    <a:cubicBezTo>
                      <a:pt x="22192" y="86693"/>
                      <a:pt x="33812" y="91506"/>
                      <a:pt x="45927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5" name="任意多边形: 形状 2694"/>
              <p:cNvSpPr/>
              <p:nvPr/>
            </p:nvSpPr>
            <p:spPr>
              <a:xfrm>
                <a:off x="18364198" y="22381981"/>
                <a:ext cx="180000" cy="180000"/>
              </a:xfrm>
              <a:custGeom>
                <a:avLst/>
                <a:gdLst>
                  <a:gd name="csX0" fmla="*/ 45876 w 91360"/>
                  <a:gd name="csY0" fmla="*/ 91497 h 91359"/>
                  <a:gd name="csX1" fmla="*/ 78177 w 91360"/>
                  <a:gd name="csY1" fmla="*/ 78117 h 91359"/>
                  <a:gd name="csX2" fmla="*/ 91557 w 91360"/>
                  <a:gd name="csY2" fmla="*/ 45817 h 91359"/>
                  <a:gd name="csX3" fmla="*/ 78177 w 91360"/>
                  <a:gd name="csY3" fmla="*/ 13517 h 91359"/>
                  <a:gd name="csX4" fmla="*/ 45876 w 91360"/>
                  <a:gd name="csY4" fmla="*/ 137 h 91359"/>
                  <a:gd name="csX5" fmla="*/ 13576 w 91360"/>
                  <a:gd name="csY5" fmla="*/ 13517 h 91359"/>
                  <a:gd name="csX6" fmla="*/ 196 w 91360"/>
                  <a:gd name="csY6" fmla="*/ 45817 h 91359"/>
                  <a:gd name="csX7" fmla="*/ 13576 w 91360"/>
                  <a:gd name="csY7" fmla="*/ 78117 h 91359"/>
                  <a:gd name="csX8" fmla="*/ 45876 w 91360"/>
                  <a:gd name="csY8" fmla="*/ 9149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497"/>
                    </a:moveTo>
                    <a:cubicBezTo>
                      <a:pt x="57991" y="91497"/>
                      <a:pt x="69611" y="86684"/>
                      <a:pt x="78177" y="78117"/>
                    </a:cubicBezTo>
                    <a:cubicBezTo>
                      <a:pt x="86743" y="69551"/>
                      <a:pt x="91557" y="57931"/>
                      <a:pt x="91557" y="45817"/>
                    </a:cubicBezTo>
                    <a:cubicBezTo>
                      <a:pt x="91557" y="33703"/>
                      <a:pt x="86743" y="22083"/>
                      <a:pt x="78177" y="13517"/>
                    </a:cubicBezTo>
                    <a:cubicBezTo>
                      <a:pt x="69611" y="4950"/>
                      <a:pt x="57991" y="137"/>
                      <a:pt x="45876" y="137"/>
                    </a:cubicBezTo>
                    <a:cubicBezTo>
                      <a:pt x="33762" y="137"/>
                      <a:pt x="22142" y="4950"/>
                      <a:pt x="13576" y="13517"/>
                    </a:cubicBezTo>
                    <a:cubicBezTo>
                      <a:pt x="5009" y="22083"/>
                      <a:pt x="196" y="33703"/>
                      <a:pt x="196" y="45817"/>
                    </a:cubicBezTo>
                    <a:cubicBezTo>
                      <a:pt x="196" y="57931"/>
                      <a:pt x="5009" y="69551"/>
                      <a:pt x="13576" y="78117"/>
                    </a:cubicBezTo>
                    <a:cubicBezTo>
                      <a:pt x="22142" y="86684"/>
                      <a:pt x="33762" y="91497"/>
                      <a:pt x="45876" y="9149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6" name="任意多边形: 形状 2695"/>
              <p:cNvSpPr/>
              <p:nvPr/>
            </p:nvSpPr>
            <p:spPr>
              <a:xfrm>
                <a:off x="17415965" y="22260592"/>
                <a:ext cx="180000" cy="180000"/>
              </a:xfrm>
              <a:custGeom>
                <a:avLst/>
                <a:gdLst>
                  <a:gd name="csX0" fmla="*/ 45847 w 91360"/>
                  <a:gd name="csY0" fmla="*/ 91493 h 91359"/>
                  <a:gd name="csX1" fmla="*/ 78148 w 91360"/>
                  <a:gd name="csY1" fmla="*/ 78114 h 91359"/>
                  <a:gd name="csX2" fmla="*/ 91527 w 91360"/>
                  <a:gd name="csY2" fmla="*/ 45813 h 91359"/>
                  <a:gd name="csX3" fmla="*/ 78148 w 91360"/>
                  <a:gd name="csY3" fmla="*/ 13513 h 91359"/>
                  <a:gd name="csX4" fmla="*/ 45847 w 91360"/>
                  <a:gd name="csY4" fmla="*/ 134 h 91359"/>
                  <a:gd name="csX5" fmla="*/ 13546 w 91360"/>
                  <a:gd name="csY5" fmla="*/ 13513 h 91359"/>
                  <a:gd name="csX6" fmla="*/ 167 w 91360"/>
                  <a:gd name="csY6" fmla="*/ 45813 h 91359"/>
                  <a:gd name="csX7" fmla="*/ 13546 w 91360"/>
                  <a:gd name="csY7" fmla="*/ 78114 h 91359"/>
                  <a:gd name="csX8" fmla="*/ 45847 w 91360"/>
                  <a:gd name="csY8" fmla="*/ 9149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7" y="91493"/>
                    </a:moveTo>
                    <a:cubicBezTo>
                      <a:pt x="57961" y="91493"/>
                      <a:pt x="69581" y="86680"/>
                      <a:pt x="78148" y="78114"/>
                    </a:cubicBezTo>
                    <a:cubicBezTo>
                      <a:pt x="86714" y="69547"/>
                      <a:pt x="91527" y="57928"/>
                      <a:pt x="91527" y="45813"/>
                    </a:cubicBezTo>
                    <a:cubicBezTo>
                      <a:pt x="91527" y="33699"/>
                      <a:pt x="86714" y="22079"/>
                      <a:pt x="78148" y="13513"/>
                    </a:cubicBezTo>
                    <a:cubicBezTo>
                      <a:pt x="69581" y="4947"/>
                      <a:pt x="57961" y="134"/>
                      <a:pt x="45847" y="134"/>
                    </a:cubicBezTo>
                    <a:cubicBezTo>
                      <a:pt x="33732" y="134"/>
                      <a:pt x="22112" y="4947"/>
                      <a:pt x="13546" y="13513"/>
                    </a:cubicBezTo>
                    <a:cubicBezTo>
                      <a:pt x="4980" y="22079"/>
                      <a:pt x="167" y="33699"/>
                      <a:pt x="167" y="45813"/>
                    </a:cubicBezTo>
                    <a:cubicBezTo>
                      <a:pt x="167" y="57928"/>
                      <a:pt x="4980" y="69547"/>
                      <a:pt x="13546" y="78114"/>
                    </a:cubicBezTo>
                    <a:cubicBezTo>
                      <a:pt x="22112" y="86680"/>
                      <a:pt x="33732" y="91493"/>
                      <a:pt x="45847" y="9149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7" name="任意多边形: 形状 2696"/>
              <p:cNvSpPr/>
              <p:nvPr/>
            </p:nvSpPr>
            <p:spPr>
              <a:xfrm>
                <a:off x="18888481" y="22437809"/>
                <a:ext cx="180000" cy="180000"/>
              </a:xfrm>
              <a:custGeom>
                <a:avLst/>
                <a:gdLst>
                  <a:gd name="csX0" fmla="*/ 45893 w 91360"/>
                  <a:gd name="csY0" fmla="*/ 91498 h 91359"/>
                  <a:gd name="csX1" fmla="*/ 78193 w 91360"/>
                  <a:gd name="csY1" fmla="*/ 78119 h 91359"/>
                  <a:gd name="csX2" fmla="*/ 91573 w 91360"/>
                  <a:gd name="csY2" fmla="*/ 45819 h 91359"/>
                  <a:gd name="csX3" fmla="*/ 78193 w 91360"/>
                  <a:gd name="csY3" fmla="*/ 13518 h 91359"/>
                  <a:gd name="csX4" fmla="*/ 45893 w 91360"/>
                  <a:gd name="csY4" fmla="*/ 139 h 91359"/>
                  <a:gd name="csX5" fmla="*/ 13592 w 91360"/>
                  <a:gd name="csY5" fmla="*/ 13518 h 91359"/>
                  <a:gd name="csX6" fmla="*/ 212 w 91360"/>
                  <a:gd name="csY6" fmla="*/ 45819 h 91359"/>
                  <a:gd name="csX7" fmla="*/ 13592 w 91360"/>
                  <a:gd name="csY7" fmla="*/ 78119 h 91359"/>
                  <a:gd name="csX8" fmla="*/ 45893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498"/>
                    </a:moveTo>
                    <a:cubicBezTo>
                      <a:pt x="58007" y="91498"/>
                      <a:pt x="69627" y="86685"/>
                      <a:pt x="78193" y="78119"/>
                    </a:cubicBezTo>
                    <a:cubicBezTo>
                      <a:pt x="86760" y="69553"/>
                      <a:pt x="91573" y="57933"/>
                      <a:pt x="91573" y="45819"/>
                    </a:cubicBezTo>
                    <a:cubicBezTo>
                      <a:pt x="91573" y="33704"/>
                      <a:pt x="86760" y="22084"/>
                      <a:pt x="78193" y="13518"/>
                    </a:cubicBezTo>
                    <a:cubicBezTo>
                      <a:pt x="69627" y="4952"/>
                      <a:pt x="58007" y="139"/>
                      <a:pt x="45893" y="139"/>
                    </a:cubicBezTo>
                    <a:cubicBezTo>
                      <a:pt x="33778" y="139"/>
                      <a:pt x="22158" y="4952"/>
                      <a:pt x="13592" y="13518"/>
                    </a:cubicBezTo>
                    <a:cubicBezTo>
                      <a:pt x="5025" y="22084"/>
                      <a:pt x="212" y="33704"/>
                      <a:pt x="212" y="45819"/>
                    </a:cubicBezTo>
                    <a:cubicBezTo>
                      <a:pt x="212" y="57933"/>
                      <a:pt x="5025" y="69553"/>
                      <a:pt x="13592" y="78119"/>
                    </a:cubicBezTo>
                    <a:cubicBezTo>
                      <a:pt x="22158" y="86685"/>
                      <a:pt x="33778" y="91498"/>
                      <a:pt x="45893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8" name="任意多边形: 形状 2697"/>
              <p:cNvSpPr/>
              <p:nvPr/>
            </p:nvSpPr>
            <p:spPr>
              <a:xfrm>
                <a:off x="18731419" y="24301531"/>
                <a:ext cx="180000" cy="180000"/>
              </a:xfrm>
              <a:custGeom>
                <a:avLst/>
                <a:gdLst>
                  <a:gd name="csX0" fmla="*/ 45888 w 91360"/>
                  <a:gd name="csY0" fmla="*/ 91556 h 91359"/>
                  <a:gd name="csX1" fmla="*/ 78188 w 91360"/>
                  <a:gd name="csY1" fmla="*/ 78177 h 91359"/>
                  <a:gd name="csX2" fmla="*/ 91568 w 91360"/>
                  <a:gd name="csY2" fmla="*/ 45876 h 91359"/>
                  <a:gd name="csX3" fmla="*/ 78188 w 91360"/>
                  <a:gd name="csY3" fmla="*/ 13576 h 91359"/>
                  <a:gd name="csX4" fmla="*/ 45888 w 91360"/>
                  <a:gd name="csY4" fmla="*/ 197 h 91359"/>
                  <a:gd name="csX5" fmla="*/ 13587 w 91360"/>
                  <a:gd name="csY5" fmla="*/ 13576 h 91359"/>
                  <a:gd name="csX6" fmla="*/ 207 w 91360"/>
                  <a:gd name="csY6" fmla="*/ 45876 h 91359"/>
                  <a:gd name="csX7" fmla="*/ 13587 w 91360"/>
                  <a:gd name="csY7" fmla="*/ 78177 h 91359"/>
                  <a:gd name="csX8" fmla="*/ 45888 w 91360"/>
                  <a:gd name="csY8" fmla="*/ 9155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56"/>
                    </a:moveTo>
                    <a:cubicBezTo>
                      <a:pt x="58002" y="91556"/>
                      <a:pt x="69622" y="86743"/>
                      <a:pt x="78188" y="78177"/>
                    </a:cubicBezTo>
                    <a:cubicBezTo>
                      <a:pt x="86755" y="69611"/>
                      <a:pt x="91568" y="57991"/>
                      <a:pt x="91568" y="45876"/>
                    </a:cubicBezTo>
                    <a:cubicBezTo>
                      <a:pt x="91568" y="33762"/>
                      <a:pt x="86755" y="22142"/>
                      <a:pt x="78188" y="13576"/>
                    </a:cubicBezTo>
                    <a:cubicBezTo>
                      <a:pt x="69622" y="5010"/>
                      <a:pt x="58002" y="197"/>
                      <a:pt x="45888" y="197"/>
                    </a:cubicBezTo>
                    <a:cubicBezTo>
                      <a:pt x="33773" y="197"/>
                      <a:pt x="22153" y="5010"/>
                      <a:pt x="13587" y="13576"/>
                    </a:cubicBezTo>
                    <a:cubicBezTo>
                      <a:pt x="5021" y="22142"/>
                      <a:pt x="207" y="33762"/>
                      <a:pt x="207" y="45876"/>
                    </a:cubicBezTo>
                    <a:cubicBezTo>
                      <a:pt x="207" y="57991"/>
                      <a:pt x="5021" y="69611"/>
                      <a:pt x="13587" y="78177"/>
                    </a:cubicBezTo>
                    <a:cubicBezTo>
                      <a:pt x="22153" y="86743"/>
                      <a:pt x="33773" y="91556"/>
                      <a:pt x="45888" y="9155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699" name="任意多边形: 形状 2698"/>
              <p:cNvSpPr/>
              <p:nvPr/>
            </p:nvSpPr>
            <p:spPr>
              <a:xfrm>
                <a:off x="18627233" y="21183143"/>
                <a:ext cx="180000" cy="180000"/>
              </a:xfrm>
              <a:custGeom>
                <a:avLst/>
                <a:gdLst>
                  <a:gd name="csX0" fmla="*/ 45884 w 91360"/>
                  <a:gd name="csY0" fmla="*/ 91460 h 91359"/>
                  <a:gd name="csX1" fmla="*/ 78185 w 91360"/>
                  <a:gd name="csY1" fmla="*/ 78080 h 91359"/>
                  <a:gd name="csX2" fmla="*/ 91565 w 91360"/>
                  <a:gd name="csY2" fmla="*/ 45780 h 91359"/>
                  <a:gd name="csX3" fmla="*/ 78185 w 91360"/>
                  <a:gd name="csY3" fmla="*/ 13479 h 91359"/>
                  <a:gd name="csX4" fmla="*/ 45884 w 91360"/>
                  <a:gd name="csY4" fmla="*/ 100 h 91359"/>
                  <a:gd name="csX5" fmla="*/ 13584 w 91360"/>
                  <a:gd name="csY5" fmla="*/ 13479 h 91359"/>
                  <a:gd name="csX6" fmla="*/ 204 w 91360"/>
                  <a:gd name="csY6" fmla="*/ 45780 h 91359"/>
                  <a:gd name="csX7" fmla="*/ 13584 w 91360"/>
                  <a:gd name="csY7" fmla="*/ 78080 h 91359"/>
                  <a:gd name="csX8" fmla="*/ 45884 w 91360"/>
                  <a:gd name="csY8" fmla="*/ 9146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4" y="91460"/>
                    </a:moveTo>
                    <a:cubicBezTo>
                      <a:pt x="57999" y="91460"/>
                      <a:pt x="69619" y="86646"/>
                      <a:pt x="78185" y="78080"/>
                    </a:cubicBezTo>
                    <a:cubicBezTo>
                      <a:pt x="86752" y="69514"/>
                      <a:pt x="91565" y="57894"/>
                      <a:pt x="91565" y="45780"/>
                    </a:cubicBezTo>
                    <a:cubicBezTo>
                      <a:pt x="91565" y="33665"/>
                      <a:pt x="86752" y="22046"/>
                      <a:pt x="78185" y="13479"/>
                    </a:cubicBezTo>
                    <a:cubicBezTo>
                      <a:pt x="69619" y="4913"/>
                      <a:pt x="57999" y="100"/>
                      <a:pt x="45884" y="100"/>
                    </a:cubicBezTo>
                    <a:cubicBezTo>
                      <a:pt x="33770" y="100"/>
                      <a:pt x="22150" y="4913"/>
                      <a:pt x="13584" y="13479"/>
                    </a:cubicBezTo>
                    <a:cubicBezTo>
                      <a:pt x="5017" y="22046"/>
                      <a:pt x="204" y="33665"/>
                      <a:pt x="204" y="45780"/>
                    </a:cubicBezTo>
                    <a:cubicBezTo>
                      <a:pt x="204" y="57894"/>
                      <a:pt x="5017" y="69514"/>
                      <a:pt x="13584" y="78080"/>
                    </a:cubicBezTo>
                    <a:cubicBezTo>
                      <a:pt x="22150" y="86646"/>
                      <a:pt x="33770" y="91460"/>
                      <a:pt x="45884" y="9146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0" name="任意多边形: 形状 2699"/>
              <p:cNvSpPr/>
              <p:nvPr/>
            </p:nvSpPr>
            <p:spPr>
              <a:xfrm>
                <a:off x="19732631" y="22421099"/>
                <a:ext cx="180000" cy="180000"/>
              </a:xfrm>
              <a:custGeom>
                <a:avLst/>
                <a:gdLst>
                  <a:gd name="csX0" fmla="*/ 45919 w 91360"/>
                  <a:gd name="csY0" fmla="*/ 91498 h 91359"/>
                  <a:gd name="csX1" fmla="*/ 78219 w 91360"/>
                  <a:gd name="csY1" fmla="*/ 78119 h 91359"/>
                  <a:gd name="csX2" fmla="*/ 91599 w 91360"/>
                  <a:gd name="csY2" fmla="*/ 45818 h 91359"/>
                  <a:gd name="csX3" fmla="*/ 78219 w 91360"/>
                  <a:gd name="csY3" fmla="*/ 13518 h 91359"/>
                  <a:gd name="csX4" fmla="*/ 45919 w 91360"/>
                  <a:gd name="csY4" fmla="*/ 139 h 91359"/>
                  <a:gd name="csX5" fmla="*/ 13618 w 91360"/>
                  <a:gd name="csY5" fmla="*/ 13518 h 91359"/>
                  <a:gd name="csX6" fmla="*/ 238 w 91360"/>
                  <a:gd name="csY6" fmla="*/ 45818 h 91359"/>
                  <a:gd name="csX7" fmla="*/ 13618 w 91360"/>
                  <a:gd name="csY7" fmla="*/ 78119 h 91359"/>
                  <a:gd name="csX8" fmla="*/ 45919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9" y="91498"/>
                    </a:moveTo>
                    <a:cubicBezTo>
                      <a:pt x="58033" y="91498"/>
                      <a:pt x="69653" y="86685"/>
                      <a:pt x="78219" y="78119"/>
                    </a:cubicBezTo>
                    <a:cubicBezTo>
                      <a:pt x="86786" y="69552"/>
                      <a:pt x="91599" y="57933"/>
                      <a:pt x="91599" y="45818"/>
                    </a:cubicBezTo>
                    <a:cubicBezTo>
                      <a:pt x="91599" y="33704"/>
                      <a:pt x="86786" y="22084"/>
                      <a:pt x="78219" y="13518"/>
                    </a:cubicBezTo>
                    <a:cubicBezTo>
                      <a:pt x="69653" y="4952"/>
                      <a:pt x="58033" y="139"/>
                      <a:pt x="45919" y="139"/>
                    </a:cubicBezTo>
                    <a:cubicBezTo>
                      <a:pt x="33804" y="139"/>
                      <a:pt x="22184" y="4952"/>
                      <a:pt x="13618" y="13518"/>
                    </a:cubicBezTo>
                    <a:cubicBezTo>
                      <a:pt x="5052" y="22084"/>
                      <a:pt x="238" y="33704"/>
                      <a:pt x="238" y="45818"/>
                    </a:cubicBezTo>
                    <a:cubicBezTo>
                      <a:pt x="238" y="57933"/>
                      <a:pt x="5052" y="69552"/>
                      <a:pt x="13618" y="78119"/>
                    </a:cubicBezTo>
                    <a:cubicBezTo>
                      <a:pt x="22184" y="86685"/>
                      <a:pt x="33804" y="91498"/>
                      <a:pt x="45919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1" name="任意多边形: 形状 2700"/>
              <p:cNvSpPr/>
              <p:nvPr/>
            </p:nvSpPr>
            <p:spPr>
              <a:xfrm>
                <a:off x="18125924" y="23650600"/>
                <a:ext cx="180000" cy="180000"/>
              </a:xfrm>
              <a:custGeom>
                <a:avLst/>
                <a:gdLst>
                  <a:gd name="csX0" fmla="*/ 45869 w 91360"/>
                  <a:gd name="csY0" fmla="*/ 91536 h 91359"/>
                  <a:gd name="csX1" fmla="*/ 78170 w 91360"/>
                  <a:gd name="csY1" fmla="*/ 78157 h 91359"/>
                  <a:gd name="csX2" fmla="*/ 91549 w 91360"/>
                  <a:gd name="csY2" fmla="*/ 45856 h 91359"/>
                  <a:gd name="csX3" fmla="*/ 78170 w 91360"/>
                  <a:gd name="csY3" fmla="*/ 13556 h 91359"/>
                  <a:gd name="csX4" fmla="*/ 45869 w 91360"/>
                  <a:gd name="csY4" fmla="*/ 177 h 91359"/>
                  <a:gd name="csX5" fmla="*/ 13568 w 91360"/>
                  <a:gd name="csY5" fmla="*/ 13556 h 91359"/>
                  <a:gd name="csX6" fmla="*/ 189 w 91360"/>
                  <a:gd name="csY6" fmla="*/ 45856 h 91359"/>
                  <a:gd name="csX7" fmla="*/ 13568 w 91360"/>
                  <a:gd name="csY7" fmla="*/ 78157 h 91359"/>
                  <a:gd name="csX8" fmla="*/ 45869 w 91360"/>
                  <a:gd name="csY8" fmla="*/ 9153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9" y="91536"/>
                    </a:moveTo>
                    <a:cubicBezTo>
                      <a:pt x="57983" y="91536"/>
                      <a:pt x="69603" y="86723"/>
                      <a:pt x="78170" y="78157"/>
                    </a:cubicBezTo>
                    <a:cubicBezTo>
                      <a:pt x="86736" y="69591"/>
                      <a:pt x="91549" y="57971"/>
                      <a:pt x="91549" y="45856"/>
                    </a:cubicBezTo>
                    <a:cubicBezTo>
                      <a:pt x="91549" y="33742"/>
                      <a:pt x="86736" y="22122"/>
                      <a:pt x="78170" y="13556"/>
                    </a:cubicBezTo>
                    <a:cubicBezTo>
                      <a:pt x="69603" y="4990"/>
                      <a:pt x="57983" y="177"/>
                      <a:pt x="45869" y="177"/>
                    </a:cubicBezTo>
                    <a:cubicBezTo>
                      <a:pt x="33754" y="177"/>
                      <a:pt x="22134" y="4990"/>
                      <a:pt x="13568" y="13556"/>
                    </a:cubicBezTo>
                    <a:cubicBezTo>
                      <a:pt x="5002" y="22122"/>
                      <a:pt x="189" y="33742"/>
                      <a:pt x="189" y="45856"/>
                    </a:cubicBezTo>
                    <a:cubicBezTo>
                      <a:pt x="189" y="57971"/>
                      <a:pt x="5002" y="69591"/>
                      <a:pt x="13568" y="78157"/>
                    </a:cubicBezTo>
                    <a:cubicBezTo>
                      <a:pt x="22134" y="86723"/>
                      <a:pt x="33754" y="91536"/>
                      <a:pt x="45869" y="9153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2" name="任意多边形: 形状 2701"/>
              <p:cNvSpPr/>
              <p:nvPr/>
            </p:nvSpPr>
            <p:spPr>
              <a:xfrm>
                <a:off x="18858775" y="23011284"/>
                <a:ext cx="180000" cy="180000"/>
              </a:xfrm>
              <a:custGeom>
                <a:avLst/>
                <a:gdLst>
                  <a:gd name="csX0" fmla="*/ 45892 w 91360"/>
                  <a:gd name="csY0" fmla="*/ 91516 h 91359"/>
                  <a:gd name="csX1" fmla="*/ 78192 w 91360"/>
                  <a:gd name="csY1" fmla="*/ 78137 h 91359"/>
                  <a:gd name="csX2" fmla="*/ 91572 w 91360"/>
                  <a:gd name="csY2" fmla="*/ 45836 h 91359"/>
                  <a:gd name="csX3" fmla="*/ 78192 w 91360"/>
                  <a:gd name="csY3" fmla="*/ 13536 h 91359"/>
                  <a:gd name="csX4" fmla="*/ 45892 w 91360"/>
                  <a:gd name="csY4" fmla="*/ 157 h 91359"/>
                  <a:gd name="csX5" fmla="*/ 13591 w 91360"/>
                  <a:gd name="csY5" fmla="*/ 13536 h 91359"/>
                  <a:gd name="csX6" fmla="*/ 211 w 91360"/>
                  <a:gd name="csY6" fmla="*/ 45836 h 91359"/>
                  <a:gd name="csX7" fmla="*/ 13591 w 91360"/>
                  <a:gd name="csY7" fmla="*/ 78137 h 91359"/>
                  <a:gd name="csX8" fmla="*/ 45892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2" y="91516"/>
                    </a:moveTo>
                    <a:cubicBezTo>
                      <a:pt x="58006" y="91516"/>
                      <a:pt x="69626" y="86703"/>
                      <a:pt x="78192" y="78137"/>
                    </a:cubicBezTo>
                    <a:cubicBezTo>
                      <a:pt x="86759" y="69571"/>
                      <a:pt x="91572" y="57951"/>
                      <a:pt x="91572" y="45836"/>
                    </a:cubicBezTo>
                    <a:cubicBezTo>
                      <a:pt x="91572" y="33722"/>
                      <a:pt x="86759" y="22102"/>
                      <a:pt x="78192" y="13536"/>
                    </a:cubicBezTo>
                    <a:cubicBezTo>
                      <a:pt x="69626" y="4970"/>
                      <a:pt x="58006" y="157"/>
                      <a:pt x="45892" y="157"/>
                    </a:cubicBezTo>
                    <a:cubicBezTo>
                      <a:pt x="33777" y="157"/>
                      <a:pt x="22157" y="4970"/>
                      <a:pt x="13591" y="13536"/>
                    </a:cubicBezTo>
                    <a:cubicBezTo>
                      <a:pt x="5025" y="22102"/>
                      <a:pt x="211" y="33722"/>
                      <a:pt x="211" y="45836"/>
                    </a:cubicBezTo>
                    <a:cubicBezTo>
                      <a:pt x="211" y="57951"/>
                      <a:pt x="5025" y="69571"/>
                      <a:pt x="13591" y="78137"/>
                    </a:cubicBezTo>
                    <a:cubicBezTo>
                      <a:pt x="22157" y="86703"/>
                      <a:pt x="33777" y="91516"/>
                      <a:pt x="45892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3" name="任意多边形: 形状 2702"/>
              <p:cNvSpPr/>
              <p:nvPr/>
            </p:nvSpPr>
            <p:spPr>
              <a:xfrm>
                <a:off x="17511441" y="22972886"/>
                <a:ext cx="180000" cy="180000"/>
              </a:xfrm>
              <a:custGeom>
                <a:avLst/>
                <a:gdLst>
                  <a:gd name="csX0" fmla="*/ 45850 w 91360"/>
                  <a:gd name="csY0" fmla="*/ 91515 h 91359"/>
                  <a:gd name="csX1" fmla="*/ 78151 w 91360"/>
                  <a:gd name="csY1" fmla="*/ 78136 h 91359"/>
                  <a:gd name="csX2" fmla="*/ 91530 w 91360"/>
                  <a:gd name="csY2" fmla="*/ 45835 h 91359"/>
                  <a:gd name="csX3" fmla="*/ 78151 w 91360"/>
                  <a:gd name="csY3" fmla="*/ 13535 h 91359"/>
                  <a:gd name="csX4" fmla="*/ 45850 w 91360"/>
                  <a:gd name="csY4" fmla="*/ 156 h 91359"/>
                  <a:gd name="csX5" fmla="*/ 13549 w 91360"/>
                  <a:gd name="csY5" fmla="*/ 13535 h 91359"/>
                  <a:gd name="csX6" fmla="*/ 170 w 91360"/>
                  <a:gd name="csY6" fmla="*/ 45835 h 91359"/>
                  <a:gd name="csX7" fmla="*/ 13549 w 91360"/>
                  <a:gd name="csY7" fmla="*/ 78136 h 91359"/>
                  <a:gd name="csX8" fmla="*/ 45850 w 91360"/>
                  <a:gd name="csY8" fmla="*/ 9151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0" y="91515"/>
                    </a:moveTo>
                    <a:cubicBezTo>
                      <a:pt x="57964" y="91515"/>
                      <a:pt x="69584" y="86702"/>
                      <a:pt x="78151" y="78136"/>
                    </a:cubicBezTo>
                    <a:cubicBezTo>
                      <a:pt x="86717" y="69570"/>
                      <a:pt x="91530" y="57950"/>
                      <a:pt x="91530" y="45835"/>
                    </a:cubicBezTo>
                    <a:cubicBezTo>
                      <a:pt x="91530" y="33721"/>
                      <a:pt x="86717" y="22101"/>
                      <a:pt x="78151" y="13535"/>
                    </a:cubicBezTo>
                    <a:cubicBezTo>
                      <a:pt x="69584" y="4969"/>
                      <a:pt x="57964" y="156"/>
                      <a:pt x="45850" y="156"/>
                    </a:cubicBezTo>
                    <a:cubicBezTo>
                      <a:pt x="33735" y="156"/>
                      <a:pt x="22115" y="4969"/>
                      <a:pt x="13549" y="13535"/>
                    </a:cubicBezTo>
                    <a:cubicBezTo>
                      <a:pt x="4983" y="22101"/>
                      <a:pt x="170" y="33721"/>
                      <a:pt x="170" y="45835"/>
                    </a:cubicBezTo>
                    <a:cubicBezTo>
                      <a:pt x="170" y="57950"/>
                      <a:pt x="4983" y="69570"/>
                      <a:pt x="13549" y="78136"/>
                    </a:cubicBezTo>
                    <a:cubicBezTo>
                      <a:pt x="22115" y="86702"/>
                      <a:pt x="33735" y="91515"/>
                      <a:pt x="45850" y="9151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4" name="任意多边形: 形状 2703"/>
              <p:cNvSpPr/>
              <p:nvPr/>
            </p:nvSpPr>
            <p:spPr>
              <a:xfrm>
                <a:off x="17910025" y="22156639"/>
                <a:ext cx="180000" cy="180000"/>
              </a:xfrm>
              <a:custGeom>
                <a:avLst/>
                <a:gdLst>
                  <a:gd name="csX0" fmla="*/ 45862 w 91360"/>
                  <a:gd name="csY0" fmla="*/ 91490 h 91359"/>
                  <a:gd name="csX1" fmla="*/ 78163 w 91360"/>
                  <a:gd name="csY1" fmla="*/ 78110 h 91359"/>
                  <a:gd name="csX2" fmla="*/ 91542 w 91360"/>
                  <a:gd name="csY2" fmla="*/ 45810 h 91359"/>
                  <a:gd name="csX3" fmla="*/ 78163 w 91360"/>
                  <a:gd name="csY3" fmla="*/ 13510 h 91359"/>
                  <a:gd name="csX4" fmla="*/ 45862 w 91360"/>
                  <a:gd name="csY4" fmla="*/ 130 h 91359"/>
                  <a:gd name="csX5" fmla="*/ 13561 w 91360"/>
                  <a:gd name="csY5" fmla="*/ 13510 h 91359"/>
                  <a:gd name="csX6" fmla="*/ 182 w 91360"/>
                  <a:gd name="csY6" fmla="*/ 45810 h 91359"/>
                  <a:gd name="csX7" fmla="*/ 13561 w 91360"/>
                  <a:gd name="csY7" fmla="*/ 78110 h 91359"/>
                  <a:gd name="csX8" fmla="*/ 45862 w 91360"/>
                  <a:gd name="csY8" fmla="*/ 9149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2" y="91490"/>
                    </a:moveTo>
                    <a:cubicBezTo>
                      <a:pt x="57977" y="91490"/>
                      <a:pt x="69597" y="86677"/>
                      <a:pt x="78163" y="78110"/>
                    </a:cubicBezTo>
                    <a:cubicBezTo>
                      <a:pt x="86729" y="69544"/>
                      <a:pt x="91542" y="57924"/>
                      <a:pt x="91542" y="45810"/>
                    </a:cubicBezTo>
                    <a:cubicBezTo>
                      <a:pt x="91542" y="33696"/>
                      <a:pt x="86729" y="22076"/>
                      <a:pt x="78163" y="13510"/>
                    </a:cubicBezTo>
                    <a:cubicBezTo>
                      <a:pt x="69597" y="4943"/>
                      <a:pt x="57977" y="130"/>
                      <a:pt x="45862" y="130"/>
                    </a:cubicBezTo>
                    <a:cubicBezTo>
                      <a:pt x="33748" y="130"/>
                      <a:pt x="22128" y="4943"/>
                      <a:pt x="13561" y="13510"/>
                    </a:cubicBezTo>
                    <a:cubicBezTo>
                      <a:pt x="4995" y="22076"/>
                      <a:pt x="182" y="33696"/>
                      <a:pt x="182" y="45810"/>
                    </a:cubicBezTo>
                    <a:cubicBezTo>
                      <a:pt x="182" y="57924"/>
                      <a:pt x="4995" y="69544"/>
                      <a:pt x="13561" y="78110"/>
                    </a:cubicBezTo>
                    <a:cubicBezTo>
                      <a:pt x="22128" y="86677"/>
                      <a:pt x="33748" y="91490"/>
                      <a:pt x="45862" y="9149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5" name="任意多边形: 形状 2704"/>
              <p:cNvSpPr/>
              <p:nvPr/>
            </p:nvSpPr>
            <p:spPr>
              <a:xfrm>
                <a:off x="17708331" y="22702872"/>
                <a:ext cx="180000" cy="180000"/>
              </a:xfrm>
              <a:custGeom>
                <a:avLst/>
                <a:gdLst>
                  <a:gd name="csX0" fmla="*/ 45856 w 91360"/>
                  <a:gd name="csY0" fmla="*/ 91507 h 91359"/>
                  <a:gd name="csX1" fmla="*/ 78157 w 91360"/>
                  <a:gd name="csY1" fmla="*/ 78127 h 91359"/>
                  <a:gd name="csX2" fmla="*/ 91536 w 91360"/>
                  <a:gd name="csY2" fmla="*/ 45827 h 91359"/>
                  <a:gd name="csX3" fmla="*/ 78157 w 91360"/>
                  <a:gd name="csY3" fmla="*/ 13527 h 91359"/>
                  <a:gd name="csX4" fmla="*/ 45856 w 91360"/>
                  <a:gd name="csY4" fmla="*/ 147 h 91359"/>
                  <a:gd name="csX5" fmla="*/ 13555 w 91360"/>
                  <a:gd name="csY5" fmla="*/ 13527 h 91359"/>
                  <a:gd name="csX6" fmla="*/ 176 w 91360"/>
                  <a:gd name="csY6" fmla="*/ 45827 h 91359"/>
                  <a:gd name="csX7" fmla="*/ 13555 w 91360"/>
                  <a:gd name="csY7" fmla="*/ 78127 h 91359"/>
                  <a:gd name="csX8" fmla="*/ 45856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07"/>
                    </a:moveTo>
                    <a:cubicBezTo>
                      <a:pt x="57971" y="91507"/>
                      <a:pt x="69591" y="86693"/>
                      <a:pt x="78157" y="78127"/>
                    </a:cubicBezTo>
                    <a:cubicBezTo>
                      <a:pt x="86723" y="69561"/>
                      <a:pt x="91536" y="57941"/>
                      <a:pt x="91536" y="45827"/>
                    </a:cubicBezTo>
                    <a:cubicBezTo>
                      <a:pt x="91536" y="33713"/>
                      <a:pt x="86723" y="22093"/>
                      <a:pt x="78157" y="13527"/>
                    </a:cubicBezTo>
                    <a:cubicBezTo>
                      <a:pt x="69591" y="4960"/>
                      <a:pt x="57971" y="147"/>
                      <a:pt x="45856" y="147"/>
                    </a:cubicBezTo>
                    <a:cubicBezTo>
                      <a:pt x="33741" y="147"/>
                      <a:pt x="22121" y="4960"/>
                      <a:pt x="13555" y="13527"/>
                    </a:cubicBezTo>
                    <a:cubicBezTo>
                      <a:pt x="4989" y="22093"/>
                      <a:pt x="176" y="33713"/>
                      <a:pt x="176" y="45827"/>
                    </a:cubicBezTo>
                    <a:cubicBezTo>
                      <a:pt x="176" y="57941"/>
                      <a:pt x="4989" y="69561"/>
                      <a:pt x="13555" y="78127"/>
                    </a:cubicBezTo>
                    <a:cubicBezTo>
                      <a:pt x="22121" y="86693"/>
                      <a:pt x="33741" y="91507"/>
                      <a:pt x="45856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6" name="任意多边形: 形状 2705"/>
              <p:cNvSpPr/>
              <p:nvPr/>
            </p:nvSpPr>
            <p:spPr>
              <a:xfrm>
                <a:off x="19245973" y="22739349"/>
                <a:ext cx="180000" cy="180000"/>
              </a:xfrm>
              <a:custGeom>
                <a:avLst/>
                <a:gdLst>
                  <a:gd name="csX0" fmla="*/ 45904 w 91360"/>
                  <a:gd name="csY0" fmla="*/ 91508 h 91359"/>
                  <a:gd name="csX1" fmla="*/ 78204 w 91360"/>
                  <a:gd name="csY1" fmla="*/ 78128 h 91359"/>
                  <a:gd name="csX2" fmla="*/ 91584 w 91360"/>
                  <a:gd name="csY2" fmla="*/ 45828 h 91359"/>
                  <a:gd name="csX3" fmla="*/ 78204 w 91360"/>
                  <a:gd name="csY3" fmla="*/ 13528 h 91359"/>
                  <a:gd name="csX4" fmla="*/ 45904 w 91360"/>
                  <a:gd name="csY4" fmla="*/ 148 h 91359"/>
                  <a:gd name="csX5" fmla="*/ 13603 w 91360"/>
                  <a:gd name="csY5" fmla="*/ 13528 h 91359"/>
                  <a:gd name="csX6" fmla="*/ 223 w 91360"/>
                  <a:gd name="csY6" fmla="*/ 45828 h 91359"/>
                  <a:gd name="csX7" fmla="*/ 13603 w 91360"/>
                  <a:gd name="csY7" fmla="*/ 78128 h 91359"/>
                  <a:gd name="csX8" fmla="*/ 45904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4" y="91508"/>
                    </a:moveTo>
                    <a:cubicBezTo>
                      <a:pt x="58018" y="91508"/>
                      <a:pt x="69638" y="86695"/>
                      <a:pt x="78204" y="78128"/>
                    </a:cubicBezTo>
                    <a:cubicBezTo>
                      <a:pt x="86771" y="69562"/>
                      <a:pt x="91584" y="57942"/>
                      <a:pt x="91584" y="45828"/>
                    </a:cubicBezTo>
                    <a:cubicBezTo>
                      <a:pt x="91584" y="33714"/>
                      <a:pt x="86771" y="22094"/>
                      <a:pt x="78204" y="13528"/>
                    </a:cubicBezTo>
                    <a:cubicBezTo>
                      <a:pt x="69638" y="4961"/>
                      <a:pt x="58018" y="148"/>
                      <a:pt x="45904" y="148"/>
                    </a:cubicBezTo>
                    <a:cubicBezTo>
                      <a:pt x="33789" y="148"/>
                      <a:pt x="22169" y="4961"/>
                      <a:pt x="13603" y="13528"/>
                    </a:cubicBezTo>
                    <a:cubicBezTo>
                      <a:pt x="5037" y="22094"/>
                      <a:pt x="223" y="33714"/>
                      <a:pt x="223" y="45828"/>
                    </a:cubicBezTo>
                    <a:cubicBezTo>
                      <a:pt x="223" y="57942"/>
                      <a:pt x="5037" y="69562"/>
                      <a:pt x="13603" y="78128"/>
                    </a:cubicBezTo>
                    <a:cubicBezTo>
                      <a:pt x="22169" y="86695"/>
                      <a:pt x="33789" y="91508"/>
                      <a:pt x="45904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7" name="任意多边形: 形状 2706"/>
              <p:cNvSpPr/>
              <p:nvPr/>
            </p:nvSpPr>
            <p:spPr>
              <a:xfrm>
                <a:off x="19021637" y="23774467"/>
                <a:ext cx="180000" cy="180000"/>
              </a:xfrm>
              <a:custGeom>
                <a:avLst/>
                <a:gdLst>
                  <a:gd name="csX0" fmla="*/ 45897 w 91360"/>
                  <a:gd name="csY0" fmla="*/ 91540 h 91359"/>
                  <a:gd name="csX1" fmla="*/ 78197 w 91360"/>
                  <a:gd name="csY1" fmla="*/ 78160 h 91359"/>
                  <a:gd name="csX2" fmla="*/ 91577 w 91360"/>
                  <a:gd name="csY2" fmla="*/ 45860 h 91359"/>
                  <a:gd name="csX3" fmla="*/ 78197 w 91360"/>
                  <a:gd name="csY3" fmla="*/ 13560 h 91359"/>
                  <a:gd name="csX4" fmla="*/ 45897 w 91360"/>
                  <a:gd name="csY4" fmla="*/ 180 h 91359"/>
                  <a:gd name="csX5" fmla="*/ 13596 w 91360"/>
                  <a:gd name="csY5" fmla="*/ 13560 h 91359"/>
                  <a:gd name="csX6" fmla="*/ 216 w 91360"/>
                  <a:gd name="csY6" fmla="*/ 45860 h 91359"/>
                  <a:gd name="csX7" fmla="*/ 13596 w 91360"/>
                  <a:gd name="csY7" fmla="*/ 78160 h 91359"/>
                  <a:gd name="csX8" fmla="*/ 45897 w 91360"/>
                  <a:gd name="csY8" fmla="*/ 9154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7" y="91540"/>
                    </a:moveTo>
                    <a:cubicBezTo>
                      <a:pt x="58011" y="91540"/>
                      <a:pt x="69631" y="86727"/>
                      <a:pt x="78197" y="78160"/>
                    </a:cubicBezTo>
                    <a:cubicBezTo>
                      <a:pt x="86764" y="69594"/>
                      <a:pt x="91577" y="57974"/>
                      <a:pt x="91577" y="45860"/>
                    </a:cubicBezTo>
                    <a:cubicBezTo>
                      <a:pt x="91577" y="33746"/>
                      <a:pt x="86764" y="22126"/>
                      <a:pt x="78197" y="13560"/>
                    </a:cubicBezTo>
                    <a:cubicBezTo>
                      <a:pt x="69631" y="4994"/>
                      <a:pt x="58011" y="180"/>
                      <a:pt x="45897" y="180"/>
                    </a:cubicBezTo>
                    <a:cubicBezTo>
                      <a:pt x="33782" y="180"/>
                      <a:pt x="22162" y="4994"/>
                      <a:pt x="13596" y="13560"/>
                    </a:cubicBezTo>
                    <a:cubicBezTo>
                      <a:pt x="5030" y="22126"/>
                      <a:pt x="216" y="33746"/>
                      <a:pt x="216" y="45860"/>
                    </a:cubicBezTo>
                    <a:cubicBezTo>
                      <a:pt x="216" y="57974"/>
                      <a:pt x="5030" y="69594"/>
                      <a:pt x="13596" y="78160"/>
                    </a:cubicBezTo>
                    <a:cubicBezTo>
                      <a:pt x="22162" y="86727"/>
                      <a:pt x="33782" y="91540"/>
                      <a:pt x="45897" y="9154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8" name="任意多边形: 形状 2707"/>
              <p:cNvSpPr/>
              <p:nvPr/>
            </p:nvSpPr>
            <p:spPr>
              <a:xfrm>
                <a:off x="17343276" y="21582707"/>
                <a:ext cx="180000" cy="180000"/>
              </a:xfrm>
              <a:custGeom>
                <a:avLst/>
                <a:gdLst>
                  <a:gd name="csX0" fmla="*/ 45845 w 91360"/>
                  <a:gd name="csY0" fmla="*/ 91472 h 91359"/>
                  <a:gd name="csX1" fmla="*/ 78146 w 91360"/>
                  <a:gd name="csY1" fmla="*/ 78093 h 91359"/>
                  <a:gd name="csX2" fmla="*/ 91525 w 91360"/>
                  <a:gd name="csY2" fmla="*/ 45792 h 91359"/>
                  <a:gd name="csX3" fmla="*/ 78146 w 91360"/>
                  <a:gd name="csY3" fmla="*/ 13492 h 91359"/>
                  <a:gd name="csX4" fmla="*/ 45845 w 91360"/>
                  <a:gd name="csY4" fmla="*/ 113 h 91359"/>
                  <a:gd name="csX5" fmla="*/ 13544 w 91360"/>
                  <a:gd name="csY5" fmla="*/ 13492 h 91359"/>
                  <a:gd name="csX6" fmla="*/ 164 w 91360"/>
                  <a:gd name="csY6" fmla="*/ 45792 h 91359"/>
                  <a:gd name="csX7" fmla="*/ 13544 w 91360"/>
                  <a:gd name="csY7" fmla="*/ 78093 h 91359"/>
                  <a:gd name="csX8" fmla="*/ 45845 w 91360"/>
                  <a:gd name="csY8" fmla="*/ 9147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5" y="91472"/>
                    </a:moveTo>
                    <a:cubicBezTo>
                      <a:pt x="57959" y="91472"/>
                      <a:pt x="69579" y="86659"/>
                      <a:pt x="78146" y="78093"/>
                    </a:cubicBezTo>
                    <a:cubicBezTo>
                      <a:pt x="86712" y="69526"/>
                      <a:pt x="91525" y="57907"/>
                      <a:pt x="91525" y="45792"/>
                    </a:cubicBezTo>
                    <a:cubicBezTo>
                      <a:pt x="91525" y="33678"/>
                      <a:pt x="86712" y="22058"/>
                      <a:pt x="78146" y="13492"/>
                    </a:cubicBezTo>
                    <a:cubicBezTo>
                      <a:pt x="69579" y="4926"/>
                      <a:pt x="57959" y="113"/>
                      <a:pt x="45845" y="113"/>
                    </a:cubicBezTo>
                    <a:cubicBezTo>
                      <a:pt x="33730" y="113"/>
                      <a:pt x="22110" y="4926"/>
                      <a:pt x="13544" y="13492"/>
                    </a:cubicBezTo>
                    <a:cubicBezTo>
                      <a:pt x="4978" y="22058"/>
                      <a:pt x="164" y="33678"/>
                      <a:pt x="164" y="45792"/>
                    </a:cubicBezTo>
                    <a:cubicBezTo>
                      <a:pt x="164" y="57907"/>
                      <a:pt x="4978" y="69526"/>
                      <a:pt x="13544" y="78093"/>
                    </a:cubicBezTo>
                    <a:cubicBezTo>
                      <a:pt x="22110" y="86659"/>
                      <a:pt x="33730" y="91472"/>
                      <a:pt x="45845" y="9147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09" name="任意多边形: 形状 2708"/>
              <p:cNvSpPr/>
              <p:nvPr/>
            </p:nvSpPr>
            <p:spPr>
              <a:xfrm>
                <a:off x="18430300" y="22487969"/>
                <a:ext cx="180000" cy="180000"/>
              </a:xfrm>
              <a:custGeom>
                <a:avLst/>
                <a:gdLst>
                  <a:gd name="csX0" fmla="*/ 45878 w 91360"/>
                  <a:gd name="csY0" fmla="*/ 91500 h 91359"/>
                  <a:gd name="csX1" fmla="*/ 78179 w 91360"/>
                  <a:gd name="csY1" fmla="*/ 78121 h 91359"/>
                  <a:gd name="csX2" fmla="*/ 91559 w 91360"/>
                  <a:gd name="csY2" fmla="*/ 45820 h 91359"/>
                  <a:gd name="csX3" fmla="*/ 78179 w 91360"/>
                  <a:gd name="csY3" fmla="*/ 13520 h 91359"/>
                  <a:gd name="csX4" fmla="*/ 45878 w 91360"/>
                  <a:gd name="csY4" fmla="*/ 141 h 91359"/>
                  <a:gd name="csX5" fmla="*/ 13578 w 91360"/>
                  <a:gd name="csY5" fmla="*/ 13520 h 91359"/>
                  <a:gd name="csX6" fmla="*/ 198 w 91360"/>
                  <a:gd name="csY6" fmla="*/ 45820 h 91359"/>
                  <a:gd name="csX7" fmla="*/ 13578 w 91360"/>
                  <a:gd name="csY7" fmla="*/ 78121 h 91359"/>
                  <a:gd name="csX8" fmla="*/ 45878 w 91360"/>
                  <a:gd name="csY8" fmla="*/ 9150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500"/>
                    </a:moveTo>
                    <a:cubicBezTo>
                      <a:pt x="57993" y="91500"/>
                      <a:pt x="69613" y="86687"/>
                      <a:pt x="78179" y="78121"/>
                    </a:cubicBezTo>
                    <a:cubicBezTo>
                      <a:pt x="86745" y="69555"/>
                      <a:pt x="91559" y="57935"/>
                      <a:pt x="91559" y="45820"/>
                    </a:cubicBezTo>
                    <a:cubicBezTo>
                      <a:pt x="91559" y="33706"/>
                      <a:pt x="86745" y="22086"/>
                      <a:pt x="78179" y="13520"/>
                    </a:cubicBezTo>
                    <a:cubicBezTo>
                      <a:pt x="69613" y="4954"/>
                      <a:pt x="57993" y="141"/>
                      <a:pt x="45878" y="141"/>
                    </a:cubicBezTo>
                    <a:cubicBezTo>
                      <a:pt x="33764" y="141"/>
                      <a:pt x="22144" y="4954"/>
                      <a:pt x="13578" y="13520"/>
                    </a:cubicBezTo>
                    <a:cubicBezTo>
                      <a:pt x="5011" y="22086"/>
                      <a:pt x="198" y="33706"/>
                      <a:pt x="198" y="45820"/>
                    </a:cubicBezTo>
                    <a:cubicBezTo>
                      <a:pt x="198" y="57935"/>
                      <a:pt x="5011" y="69555"/>
                      <a:pt x="13578" y="78121"/>
                    </a:cubicBezTo>
                    <a:cubicBezTo>
                      <a:pt x="22144" y="86687"/>
                      <a:pt x="33764" y="91500"/>
                      <a:pt x="45878" y="9150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0" name="任意多边形: 形状 2709"/>
              <p:cNvSpPr/>
              <p:nvPr/>
            </p:nvSpPr>
            <p:spPr>
              <a:xfrm>
                <a:off x="18289455" y="23378636"/>
                <a:ext cx="180000" cy="180000"/>
              </a:xfrm>
              <a:custGeom>
                <a:avLst/>
                <a:gdLst>
                  <a:gd name="csX0" fmla="*/ 45874 w 91360"/>
                  <a:gd name="csY0" fmla="*/ 91528 h 91359"/>
                  <a:gd name="csX1" fmla="*/ 78175 w 91360"/>
                  <a:gd name="csY1" fmla="*/ 78148 h 91359"/>
                  <a:gd name="csX2" fmla="*/ 91554 w 91360"/>
                  <a:gd name="csY2" fmla="*/ 45848 h 91359"/>
                  <a:gd name="csX3" fmla="*/ 78175 w 91360"/>
                  <a:gd name="csY3" fmla="*/ 13547 h 91359"/>
                  <a:gd name="csX4" fmla="*/ 45874 w 91360"/>
                  <a:gd name="csY4" fmla="*/ 168 h 91359"/>
                  <a:gd name="csX5" fmla="*/ 13573 w 91360"/>
                  <a:gd name="csY5" fmla="*/ 13547 h 91359"/>
                  <a:gd name="csX6" fmla="*/ 194 w 91360"/>
                  <a:gd name="csY6" fmla="*/ 45848 h 91359"/>
                  <a:gd name="csX7" fmla="*/ 13573 w 91360"/>
                  <a:gd name="csY7" fmla="*/ 78148 h 91359"/>
                  <a:gd name="csX8" fmla="*/ 45874 w 91360"/>
                  <a:gd name="csY8" fmla="*/ 9152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4" y="91528"/>
                    </a:moveTo>
                    <a:cubicBezTo>
                      <a:pt x="57989" y="91528"/>
                      <a:pt x="69609" y="86714"/>
                      <a:pt x="78175" y="78148"/>
                    </a:cubicBezTo>
                    <a:cubicBezTo>
                      <a:pt x="86741" y="69582"/>
                      <a:pt x="91554" y="57962"/>
                      <a:pt x="91554" y="45848"/>
                    </a:cubicBezTo>
                    <a:cubicBezTo>
                      <a:pt x="91554" y="33733"/>
                      <a:pt x="86741" y="22114"/>
                      <a:pt x="78175" y="13547"/>
                    </a:cubicBezTo>
                    <a:cubicBezTo>
                      <a:pt x="69609" y="4981"/>
                      <a:pt x="57989" y="168"/>
                      <a:pt x="45874" y="168"/>
                    </a:cubicBezTo>
                    <a:cubicBezTo>
                      <a:pt x="33759" y="168"/>
                      <a:pt x="22139" y="4981"/>
                      <a:pt x="13573" y="13547"/>
                    </a:cubicBezTo>
                    <a:cubicBezTo>
                      <a:pt x="5007" y="22114"/>
                      <a:pt x="194" y="33733"/>
                      <a:pt x="194" y="45848"/>
                    </a:cubicBezTo>
                    <a:cubicBezTo>
                      <a:pt x="194" y="57962"/>
                      <a:pt x="5007" y="69582"/>
                      <a:pt x="13573" y="78148"/>
                    </a:cubicBezTo>
                    <a:cubicBezTo>
                      <a:pt x="22139" y="86714"/>
                      <a:pt x="33759" y="91528"/>
                      <a:pt x="45874" y="9152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1" name="任意多边形: 形状 2710"/>
              <p:cNvSpPr/>
              <p:nvPr/>
            </p:nvSpPr>
            <p:spPr>
              <a:xfrm>
                <a:off x="18693565" y="22029654"/>
                <a:ext cx="180000" cy="180000"/>
              </a:xfrm>
              <a:custGeom>
                <a:avLst/>
                <a:gdLst>
                  <a:gd name="csX0" fmla="*/ 45887 w 91360"/>
                  <a:gd name="csY0" fmla="*/ 91486 h 91359"/>
                  <a:gd name="csX1" fmla="*/ 78187 w 91360"/>
                  <a:gd name="csY1" fmla="*/ 78106 h 91359"/>
                  <a:gd name="csX2" fmla="*/ 91567 w 91360"/>
                  <a:gd name="csY2" fmla="*/ 45806 h 91359"/>
                  <a:gd name="csX3" fmla="*/ 78187 w 91360"/>
                  <a:gd name="csY3" fmla="*/ 13506 h 91359"/>
                  <a:gd name="csX4" fmla="*/ 45887 w 91360"/>
                  <a:gd name="csY4" fmla="*/ 126 h 91359"/>
                  <a:gd name="csX5" fmla="*/ 13586 w 91360"/>
                  <a:gd name="csY5" fmla="*/ 13506 h 91359"/>
                  <a:gd name="csX6" fmla="*/ 206 w 91360"/>
                  <a:gd name="csY6" fmla="*/ 45806 h 91359"/>
                  <a:gd name="csX7" fmla="*/ 13586 w 91360"/>
                  <a:gd name="csY7" fmla="*/ 78106 h 91359"/>
                  <a:gd name="csX8" fmla="*/ 45887 w 91360"/>
                  <a:gd name="csY8" fmla="*/ 9148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486"/>
                    </a:moveTo>
                    <a:cubicBezTo>
                      <a:pt x="58001" y="91486"/>
                      <a:pt x="69621" y="86673"/>
                      <a:pt x="78187" y="78106"/>
                    </a:cubicBezTo>
                    <a:cubicBezTo>
                      <a:pt x="86754" y="69540"/>
                      <a:pt x="91567" y="57920"/>
                      <a:pt x="91567" y="45806"/>
                    </a:cubicBezTo>
                    <a:cubicBezTo>
                      <a:pt x="91567" y="33692"/>
                      <a:pt x="86754" y="22072"/>
                      <a:pt x="78187" y="13506"/>
                    </a:cubicBezTo>
                    <a:cubicBezTo>
                      <a:pt x="69621" y="4940"/>
                      <a:pt x="58001" y="126"/>
                      <a:pt x="45887" y="126"/>
                    </a:cubicBezTo>
                    <a:cubicBezTo>
                      <a:pt x="33772" y="126"/>
                      <a:pt x="22152" y="4940"/>
                      <a:pt x="13586" y="13506"/>
                    </a:cubicBezTo>
                    <a:cubicBezTo>
                      <a:pt x="5019" y="22072"/>
                      <a:pt x="206" y="33692"/>
                      <a:pt x="206" y="45806"/>
                    </a:cubicBezTo>
                    <a:cubicBezTo>
                      <a:pt x="206" y="57920"/>
                      <a:pt x="5019" y="69540"/>
                      <a:pt x="13586" y="78106"/>
                    </a:cubicBezTo>
                    <a:cubicBezTo>
                      <a:pt x="22152" y="86673"/>
                      <a:pt x="33772" y="91486"/>
                      <a:pt x="45887" y="9148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2" name="任意多边形: 形状 2711"/>
              <p:cNvSpPr/>
              <p:nvPr/>
            </p:nvSpPr>
            <p:spPr>
              <a:xfrm>
                <a:off x="19387290" y="21802972"/>
                <a:ext cx="180000" cy="180000"/>
              </a:xfrm>
              <a:custGeom>
                <a:avLst/>
                <a:gdLst>
                  <a:gd name="csX0" fmla="*/ 45908 w 91360"/>
                  <a:gd name="csY0" fmla="*/ 91479 h 91359"/>
                  <a:gd name="csX1" fmla="*/ 78209 w 91360"/>
                  <a:gd name="csY1" fmla="*/ 78099 h 91359"/>
                  <a:gd name="csX2" fmla="*/ 91588 w 91360"/>
                  <a:gd name="csY2" fmla="*/ 45799 h 91359"/>
                  <a:gd name="csX3" fmla="*/ 78209 w 91360"/>
                  <a:gd name="csY3" fmla="*/ 13499 h 91359"/>
                  <a:gd name="csX4" fmla="*/ 45908 w 91360"/>
                  <a:gd name="csY4" fmla="*/ 119 h 91359"/>
                  <a:gd name="csX5" fmla="*/ 13607 w 91360"/>
                  <a:gd name="csY5" fmla="*/ 13499 h 91359"/>
                  <a:gd name="csX6" fmla="*/ 228 w 91360"/>
                  <a:gd name="csY6" fmla="*/ 45799 h 91359"/>
                  <a:gd name="csX7" fmla="*/ 13607 w 91360"/>
                  <a:gd name="csY7" fmla="*/ 78099 h 91359"/>
                  <a:gd name="csX8" fmla="*/ 45908 w 91360"/>
                  <a:gd name="csY8" fmla="*/ 9147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479"/>
                    </a:moveTo>
                    <a:cubicBezTo>
                      <a:pt x="58023" y="91479"/>
                      <a:pt x="69643" y="86666"/>
                      <a:pt x="78209" y="78099"/>
                    </a:cubicBezTo>
                    <a:cubicBezTo>
                      <a:pt x="86775" y="69533"/>
                      <a:pt x="91588" y="57913"/>
                      <a:pt x="91588" y="45799"/>
                    </a:cubicBezTo>
                    <a:cubicBezTo>
                      <a:pt x="91588" y="33685"/>
                      <a:pt x="86775" y="22065"/>
                      <a:pt x="78209" y="13499"/>
                    </a:cubicBezTo>
                    <a:cubicBezTo>
                      <a:pt x="69643" y="4932"/>
                      <a:pt x="58023" y="119"/>
                      <a:pt x="45908" y="119"/>
                    </a:cubicBezTo>
                    <a:cubicBezTo>
                      <a:pt x="33793" y="119"/>
                      <a:pt x="22173" y="4932"/>
                      <a:pt x="13607" y="13499"/>
                    </a:cubicBezTo>
                    <a:cubicBezTo>
                      <a:pt x="5041" y="22065"/>
                      <a:pt x="228" y="33685"/>
                      <a:pt x="228" y="45799"/>
                    </a:cubicBezTo>
                    <a:cubicBezTo>
                      <a:pt x="228" y="57913"/>
                      <a:pt x="5041" y="69533"/>
                      <a:pt x="13607" y="78099"/>
                    </a:cubicBezTo>
                    <a:cubicBezTo>
                      <a:pt x="22173" y="86666"/>
                      <a:pt x="33793" y="91479"/>
                      <a:pt x="45908" y="9147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3" name="任意多边形: 形状 2712"/>
              <p:cNvSpPr/>
              <p:nvPr/>
            </p:nvSpPr>
            <p:spPr>
              <a:xfrm>
                <a:off x="17588832" y="24289776"/>
                <a:ext cx="180000" cy="180000"/>
              </a:xfrm>
              <a:custGeom>
                <a:avLst/>
                <a:gdLst>
                  <a:gd name="csX0" fmla="*/ 45852 w 91360"/>
                  <a:gd name="csY0" fmla="*/ 91556 h 91359"/>
                  <a:gd name="csX1" fmla="*/ 78153 w 91360"/>
                  <a:gd name="csY1" fmla="*/ 78176 h 91359"/>
                  <a:gd name="csX2" fmla="*/ 91533 w 91360"/>
                  <a:gd name="csY2" fmla="*/ 45876 h 91359"/>
                  <a:gd name="csX3" fmla="*/ 78153 w 91360"/>
                  <a:gd name="csY3" fmla="*/ 13576 h 91359"/>
                  <a:gd name="csX4" fmla="*/ 45852 w 91360"/>
                  <a:gd name="csY4" fmla="*/ 196 h 91359"/>
                  <a:gd name="csX5" fmla="*/ 13552 w 91360"/>
                  <a:gd name="csY5" fmla="*/ 13576 h 91359"/>
                  <a:gd name="csX6" fmla="*/ 172 w 91360"/>
                  <a:gd name="csY6" fmla="*/ 45876 h 91359"/>
                  <a:gd name="csX7" fmla="*/ 13552 w 91360"/>
                  <a:gd name="csY7" fmla="*/ 78176 h 91359"/>
                  <a:gd name="csX8" fmla="*/ 45852 w 91360"/>
                  <a:gd name="csY8" fmla="*/ 9155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556"/>
                    </a:moveTo>
                    <a:cubicBezTo>
                      <a:pt x="57967" y="91556"/>
                      <a:pt x="69587" y="86743"/>
                      <a:pt x="78153" y="78176"/>
                    </a:cubicBezTo>
                    <a:cubicBezTo>
                      <a:pt x="86719" y="69610"/>
                      <a:pt x="91533" y="57990"/>
                      <a:pt x="91533" y="45876"/>
                    </a:cubicBezTo>
                    <a:cubicBezTo>
                      <a:pt x="91533" y="33762"/>
                      <a:pt x="86719" y="22142"/>
                      <a:pt x="78153" y="13576"/>
                    </a:cubicBezTo>
                    <a:cubicBezTo>
                      <a:pt x="69587" y="5009"/>
                      <a:pt x="57967" y="196"/>
                      <a:pt x="45852" y="196"/>
                    </a:cubicBezTo>
                    <a:cubicBezTo>
                      <a:pt x="33738" y="196"/>
                      <a:pt x="22118" y="5009"/>
                      <a:pt x="13552" y="13576"/>
                    </a:cubicBezTo>
                    <a:cubicBezTo>
                      <a:pt x="4985" y="22142"/>
                      <a:pt x="172" y="33762"/>
                      <a:pt x="172" y="45876"/>
                    </a:cubicBezTo>
                    <a:cubicBezTo>
                      <a:pt x="172" y="57990"/>
                      <a:pt x="4985" y="69610"/>
                      <a:pt x="13552" y="78176"/>
                    </a:cubicBezTo>
                    <a:cubicBezTo>
                      <a:pt x="22118" y="86743"/>
                      <a:pt x="33738" y="91556"/>
                      <a:pt x="45852" y="9155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4" name="任意多边形: 形状 2713"/>
              <p:cNvSpPr/>
              <p:nvPr/>
            </p:nvSpPr>
            <p:spPr>
              <a:xfrm>
                <a:off x="19518151" y="23166658"/>
                <a:ext cx="180000" cy="180000"/>
              </a:xfrm>
              <a:custGeom>
                <a:avLst/>
                <a:gdLst>
                  <a:gd name="csX0" fmla="*/ 45912 w 91360"/>
                  <a:gd name="csY0" fmla="*/ 91521 h 91359"/>
                  <a:gd name="csX1" fmla="*/ 78213 w 91360"/>
                  <a:gd name="csY1" fmla="*/ 78142 h 91359"/>
                  <a:gd name="csX2" fmla="*/ 91592 w 91360"/>
                  <a:gd name="csY2" fmla="*/ 45841 h 91359"/>
                  <a:gd name="csX3" fmla="*/ 78213 w 91360"/>
                  <a:gd name="csY3" fmla="*/ 13541 h 91359"/>
                  <a:gd name="csX4" fmla="*/ 45912 w 91360"/>
                  <a:gd name="csY4" fmla="*/ 162 h 91359"/>
                  <a:gd name="csX5" fmla="*/ 13611 w 91360"/>
                  <a:gd name="csY5" fmla="*/ 13541 h 91359"/>
                  <a:gd name="csX6" fmla="*/ 232 w 91360"/>
                  <a:gd name="csY6" fmla="*/ 45841 h 91359"/>
                  <a:gd name="csX7" fmla="*/ 13611 w 91360"/>
                  <a:gd name="csY7" fmla="*/ 78142 h 91359"/>
                  <a:gd name="csX8" fmla="*/ 45912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2" y="91521"/>
                    </a:moveTo>
                    <a:cubicBezTo>
                      <a:pt x="58027" y="91521"/>
                      <a:pt x="69647" y="86708"/>
                      <a:pt x="78213" y="78142"/>
                    </a:cubicBezTo>
                    <a:cubicBezTo>
                      <a:pt x="86779" y="69576"/>
                      <a:pt x="91592" y="57956"/>
                      <a:pt x="91592" y="45841"/>
                    </a:cubicBezTo>
                    <a:cubicBezTo>
                      <a:pt x="91592" y="33727"/>
                      <a:pt x="86779" y="22107"/>
                      <a:pt x="78213" y="13541"/>
                    </a:cubicBezTo>
                    <a:cubicBezTo>
                      <a:pt x="69647" y="4975"/>
                      <a:pt x="58027" y="162"/>
                      <a:pt x="45912" y="162"/>
                    </a:cubicBezTo>
                    <a:cubicBezTo>
                      <a:pt x="33797" y="162"/>
                      <a:pt x="22178" y="4975"/>
                      <a:pt x="13611" y="13541"/>
                    </a:cubicBezTo>
                    <a:cubicBezTo>
                      <a:pt x="5045" y="22107"/>
                      <a:pt x="232" y="33727"/>
                      <a:pt x="232" y="45841"/>
                    </a:cubicBezTo>
                    <a:cubicBezTo>
                      <a:pt x="232" y="57956"/>
                      <a:pt x="5045" y="69576"/>
                      <a:pt x="13611" y="78142"/>
                    </a:cubicBezTo>
                    <a:cubicBezTo>
                      <a:pt x="22178" y="86708"/>
                      <a:pt x="33797" y="91521"/>
                      <a:pt x="45912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5" name="任意多边形: 形状 2714"/>
              <p:cNvSpPr/>
              <p:nvPr/>
            </p:nvSpPr>
            <p:spPr>
              <a:xfrm>
                <a:off x="18785468" y="22172132"/>
                <a:ext cx="180000" cy="180000"/>
              </a:xfrm>
              <a:custGeom>
                <a:avLst/>
                <a:gdLst>
                  <a:gd name="csX0" fmla="*/ 45889 w 91360"/>
                  <a:gd name="csY0" fmla="*/ 91490 h 91359"/>
                  <a:gd name="csX1" fmla="*/ 78190 w 91360"/>
                  <a:gd name="csY1" fmla="*/ 78111 h 91359"/>
                  <a:gd name="csX2" fmla="*/ 91570 w 91360"/>
                  <a:gd name="csY2" fmla="*/ 45810 h 91359"/>
                  <a:gd name="csX3" fmla="*/ 78190 w 91360"/>
                  <a:gd name="csY3" fmla="*/ 13510 h 91359"/>
                  <a:gd name="csX4" fmla="*/ 45889 w 91360"/>
                  <a:gd name="csY4" fmla="*/ 131 h 91359"/>
                  <a:gd name="csX5" fmla="*/ 13589 w 91360"/>
                  <a:gd name="csY5" fmla="*/ 13510 h 91359"/>
                  <a:gd name="csX6" fmla="*/ 209 w 91360"/>
                  <a:gd name="csY6" fmla="*/ 45810 h 91359"/>
                  <a:gd name="csX7" fmla="*/ 13589 w 91360"/>
                  <a:gd name="csY7" fmla="*/ 78111 h 91359"/>
                  <a:gd name="csX8" fmla="*/ 45889 w 91360"/>
                  <a:gd name="csY8" fmla="*/ 9149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490"/>
                    </a:moveTo>
                    <a:cubicBezTo>
                      <a:pt x="58004" y="91490"/>
                      <a:pt x="69624" y="86677"/>
                      <a:pt x="78190" y="78111"/>
                    </a:cubicBezTo>
                    <a:cubicBezTo>
                      <a:pt x="86756" y="69545"/>
                      <a:pt x="91570" y="57925"/>
                      <a:pt x="91570" y="45810"/>
                    </a:cubicBezTo>
                    <a:cubicBezTo>
                      <a:pt x="91570" y="33696"/>
                      <a:pt x="86756" y="22076"/>
                      <a:pt x="78190" y="13510"/>
                    </a:cubicBezTo>
                    <a:cubicBezTo>
                      <a:pt x="69624" y="4944"/>
                      <a:pt x="58004" y="131"/>
                      <a:pt x="45889" y="131"/>
                    </a:cubicBezTo>
                    <a:cubicBezTo>
                      <a:pt x="33775" y="131"/>
                      <a:pt x="22155" y="4944"/>
                      <a:pt x="13589" y="13510"/>
                    </a:cubicBezTo>
                    <a:cubicBezTo>
                      <a:pt x="5022" y="22076"/>
                      <a:pt x="209" y="33696"/>
                      <a:pt x="209" y="45810"/>
                    </a:cubicBezTo>
                    <a:cubicBezTo>
                      <a:pt x="209" y="57925"/>
                      <a:pt x="5022" y="69545"/>
                      <a:pt x="13589" y="78111"/>
                    </a:cubicBezTo>
                    <a:cubicBezTo>
                      <a:pt x="22155" y="86677"/>
                      <a:pt x="33775" y="91490"/>
                      <a:pt x="45889" y="9149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6" name="任意多边形: 形状 2715"/>
              <p:cNvSpPr/>
              <p:nvPr/>
            </p:nvSpPr>
            <p:spPr>
              <a:xfrm>
                <a:off x="16983593" y="24140682"/>
                <a:ext cx="180000" cy="180000"/>
              </a:xfrm>
              <a:custGeom>
                <a:avLst/>
                <a:gdLst>
                  <a:gd name="csX0" fmla="*/ 45834 w 91360"/>
                  <a:gd name="csY0" fmla="*/ 91551 h 91359"/>
                  <a:gd name="csX1" fmla="*/ 78134 w 91360"/>
                  <a:gd name="csY1" fmla="*/ 78172 h 91359"/>
                  <a:gd name="csX2" fmla="*/ 91514 w 91360"/>
                  <a:gd name="csY2" fmla="*/ 45871 h 91359"/>
                  <a:gd name="csX3" fmla="*/ 78134 w 91360"/>
                  <a:gd name="csY3" fmla="*/ 13571 h 91359"/>
                  <a:gd name="csX4" fmla="*/ 45834 w 91360"/>
                  <a:gd name="csY4" fmla="*/ 192 h 91359"/>
                  <a:gd name="csX5" fmla="*/ 13533 w 91360"/>
                  <a:gd name="csY5" fmla="*/ 13571 h 91359"/>
                  <a:gd name="csX6" fmla="*/ 153 w 91360"/>
                  <a:gd name="csY6" fmla="*/ 45871 h 91359"/>
                  <a:gd name="csX7" fmla="*/ 13533 w 91360"/>
                  <a:gd name="csY7" fmla="*/ 78172 h 91359"/>
                  <a:gd name="csX8" fmla="*/ 45834 w 91360"/>
                  <a:gd name="csY8" fmla="*/ 9155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4" y="91551"/>
                    </a:moveTo>
                    <a:cubicBezTo>
                      <a:pt x="57948" y="91551"/>
                      <a:pt x="69568" y="86738"/>
                      <a:pt x="78134" y="78172"/>
                    </a:cubicBezTo>
                    <a:cubicBezTo>
                      <a:pt x="86701" y="69606"/>
                      <a:pt x="91514" y="57986"/>
                      <a:pt x="91514" y="45871"/>
                    </a:cubicBezTo>
                    <a:cubicBezTo>
                      <a:pt x="91514" y="33757"/>
                      <a:pt x="86701" y="22137"/>
                      <a:pt x="78134" y="13571"/>
                    </a:cubicBezTo>
                    <a:cubicBezTo>
                      <a:pt x="69568" y="5005"/>
                      <a:pt x="57948" y="192"/>
                      <a:pt x="45834" y="192"/>
                    </a:cubicBezTo>
                    <a:cubicBezTo>
                      <a:pt x="33719" y="192"/>
                      <a:pt x="22099" y="5005"/>
                      <a:pt x="13533" y="13571"/>
                    </a:cubicBezTo>
                    <a:cubicBezTo>
                      <a:pt x="4966" y="22137"/>
                      <a:pt x="153" y="33757"/>
                      <a:pt x="153" y="45871"/>
                    </a:cubicBezTo>
                    <a:cubicBezTo>
                      <a:pt x="153" y="57986"/>
                      <a:pt x="4966" y="69606"/>
                      <a:pt x="13533" y="78172"/>
                    </a:cubicBezTo>
                    <a:cubicBezTo>
                      <a:pt x="22099" y="86738"/>
                      <a:pt x="33719" y="91551"/>
                      <a:pt x="45834" y="9155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7" name="任意多边形: 形状 2716"/>
              <p:cNvSpPr/>
              <p:nvPr/>
            </p:nvSpPr>
            <p:spPr>
              <a:xfrm>
                <a:off x="17536767" y="23168085"/>
                <a:ext cx="180000" cy="180000"/>
              </a:xfrm>
              <a:custGeom>
                <a:avLst/>
                <a:gdLst>
                  <a:gd name="csX0" fmla="*/ 45851 w 91360"/>
                  <a:gd name="csY0" fmla="*/ 91521 h 91359"/>
                  <a:gd name="csX1" fmla="*/ 78151 w 91360"/>
                  <a:gd name="csY1" fmla="*/ 78142 h 91359"/>
                  <a:gd name="csX2" fmla="*/ 91531 w 91360"/>
                  <a:gd name="csY2" fmla="*/ 45841 h 91359"/>
                  <a:gd name="csX3" fmla="*/ 78151 w 91360"/>
                  <a:gd name="csY3" fmla="*/ 13541 h 91359"/>
                  <a:gd name="csX4" fmla="*/ 45851 w 91360"/>
                  <a:gd name="csY4" fmla="*/ 162 h 91359"/>
                  <a:gd name="csX5" fmla="*/ 13550 w 91360"/>
                  <a:gd name="csY5" fmla="*/ 13541 h 91359"/>
                  <a:gd name="csX6" fmla="*/ 170 w 91360"/>
                  <a:gd name="csY6" fmla="*/ 45841 h 91359"/>
                  <a:gd name="csX7" fmla="*/ 13550 w 91360"/>
                  <a:gd name="csY7" fmla="*/ 78142 h 91359"/>
                  <a:gd name="csX8" fmla="*/ 45851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1" y="91521"/>
                    </a:moveTo>
                    <a:cubicBezTo>
                      <a:pt x="57965" y="91521"/>
                      <a:pt x="69585" y="86708"/>
                      <a:pt x="78151" y="78142"/>
                    </a:cubicBezTo>
                    <a:cubicBezTo>
                      <a:pt x="86718" y="69576"/>
                      <a:pt x="91531" y="57956"/>
                      <a:pt x="91531" y="45841"/>
                    </a:cubicBezTo>
                    <a:cubicBezTo>
                      <a:pt x="91531" y="33727"/>
                      <a:pt x="86718" y="22107"/>
                      <a:pt x="78151" y="13541"/>
                    </a:cubicBezTo>
                    <a:cubicBezTo>
                      <a:pt x="69585" y="4975"/>
                      <a:pt x="57965" y="162"/>
                      <a:pt x="45851" y="162"/>
                    </a:cubicBezTo>
                    <a:cubicBezTo>
                      <a:pt x="33736" y="162"/>
                      <a:pt x="22116" y="4975"/>
                      <a:pt x="13550" y="13541"/>
                    </a:cubicBezTo>
                    <a:cubicBezTo>
                      <a:pt x="4984" y="22107"/>
                      <a:pt x="170" y="33727"/>
                      <a:pt x="170" y="45841"/>
                    </a:cubicBezTo>
                    <a:cubicBezTo>
                      <a:pt x="170" y="57956"/>
                      <a:pt x="4984" y="69576"/>
                      <a:pt x="13550" y="78142"/>
                    </a:cubicBezTo>
                    <a:cubicBezTo>
                      <a:pt x="22116" y="86708"/>
                      <a:pt x="33736" y="91521"/>
                      <a:pt x="45851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8" name="任意多边形: 形状 2717"/>
              <p:cNvSpPr/>
              <p:nvPr/>
            </p:nvSpPr>
            <p:spPr>
              <a:xfrm>
                <a:off x="17873958" y="22408923"/>
                <a:ext cx="180000" cy="180000"/>
              </a:xfrm>
              <a:custGeom>
                <a:avLst/>
                <a:gdLst>
                  <a:gd name="csX0" fmla="*/ 45861 w 91360"/>
                  <a:gd name="csY0" fmla="*/ 91498 h 91359"/>
                  <a:gd name="csX1" fmla="*/ 78162 w 91360"/>
                  <a:gd name="csY1" fmla="*/ 78118 h 91359"/>
                  <a:gd name="csX2" fmla="*/ 91541 w 91360"/>
                  <a:gd name="csY2" fmla="*/ 45818 h 91359"/>
                  <a:gd name="csX3" fmla="*/ 78162 w 91360"/>
                  <a:gd name="csY3" fmla="*/ 13517 h 91359"/>
                  <a:gd name="csX4" fmla="*/ 45861 w 91360"/>
                  <a:gd name="csY4" fmla="*/ 138 h 91359"/>
                  <a:gd name="csX5" fmla="*/ 13560 w 91360"/>
                  <a:gd name="csY5" fmla="*/ 13517 h 91359"/>
                  <a:gd name="csX6" fmla="*/ 181 w 91360"/>
                  <a:gd name="csY6" fmla="*/ 45818 h 91359"/>
                  <a:gd name="csX7" fmla="*/ 13560 w 91360"/>
                  <a:gd name="csY7" fmla="*/ 78118 h 91359"/>
                  <a:gd name="csX8" fmla="*/ 45861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1" y="91498"/>
                    </a:moveTo>
                    <a:cubicBezTo>
                      <a:pt x="57976" y="91498"/>
                      <a:pt x="69596" y="86684"/>
                      <a:pt x="78162" y="78118"/>
                    </a:cubicBezTo>
                    <a:cubicBezTo>
                      <a:pt x="86728" y="69552"/>
                      <a:pt x="91541" y="57932"/>
                      <a:pt x="91541" y="45818"/>
                    </a:cubicBezTo>
                    <a:cubicBezTo>
                      <a:pt x="91541" y="33703"/>
                      <a:pt x="86728" y="22084"/>
                      <a:pt x="78162" y="13517"/>
                    </a:cubicBezTo>
                    <a:cubicBezTo>
                      <a:pt x="69596" y="4951"/>
                      <a:pt x="57976" y="138"/>
                      <a:pt x="45861" y="138"/>
                    </a:cubicBezTo>
                    <a:cubicBezTo>
                      <a:pt x="33747" y="138"/>
                      <a:pt x="22127" y="4951"/>
                      <a:pt x="13560" y="13517"/>
                    </a:cubicBezTo>
                    <a:cubicBezTo>
                      <a:pt x="4994" y="22084"/>
                      <a:pt x="181" y="33703"/>
                      <a:pt x="181" y="45818"/>
                    </a:cubicBezTo>
                    <a:cubicBezTo>
                      <a:pt x="181" y="57932"/>
                      <a:pt x="4994" y="69552"/>
                      <a:pt x="13560" y="78118"/>
                    </a:cubicBezTo>
                    <a:cubicBezTo>
                      <a:pt x="22127" y="86684"/>
                      <a:pt x="33747" y="91498"/>
                      <a:pt x="45861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19" name="任意多边形: 形状 2718"/>
              <p:cNvSpPr/>
              <p:nvPr/>
            </p:nvSpPr>
            <p:spPr>
              <a:xfrm>
                <a:off x="17763898" y="23982320"/>
                <a:ext cx="180000" cy="180000"/>
              </a:xfrm>
              <a:custGeom>
                <a:avLst/>
                <a:gdLst>
                  <a:gd name="csX0" fmla="*/ 45858 w 91360"/>
                  <a:gd name="csY0" fmla="*/ 91546 h 91359"/>
                  <a:gd name="csX1" fmla="*/ 78159 w 91360"/>
                  <a:gd name="csY1" fmla="*/ 78167 h 91359"/>
                  <a:gd name="csX2" fmla="*/ 91538 w 91360"/>
                  <a:gd name="csY2" fmla="*/ 45867 h 91359"/>
                  <a:gd name="csX3" fmla="*/ 78159 w 91360"/>
                  <a:gd name="csY3" fmla="*/ 13566 h 91359"/>
                  <a:gd name="csX4" fmla="*/ 45858 w 91360"/>
                  <a:gd name="csY4" fmla="*/ 187 h 91359"/>
                  <a:gd name="csX5" fmla="*/ 13557 w 91360"/>
                  <a:gd name="csY5" fmla="*/ 13566 h 91359"/>
                  <a:gd name="csX6" fmla="*/ 177 w 91360"/>
                  <a:gd name="csY6" fmla="*/ 45867 h 91359"/>
                  <a:gd name="csX7" fmla="*/ 13557 w 91360"/>
                  <a:gd name="csY7" fmla="*/ 78167 h 91359"/>
                  <a:gd name="csX8" fmla="*/ 45858 w 91360"/>
                  <a:gd name="csY8" fmla="*/ 9154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8" y="91546"/>
                    </a:moveTo>
                    <a:cubicBezTo>
                      <a:pt x="57972" y="91546"/>
                      <a:pt x="69592" y="86733"/>
                      <a:pt x="78159" y="78167"/>
                    </a:cubicBezTo>
                    <a:cubicBezTo>
                      <a:pt x="86725" y="69601"/>
                      <a:pt x="91538" y="57981"/>
                      <a:pt x="91538" y="45867"/>
                    </a:cubicBezTo>
                    <a:cubicBezTo>
                      <a:pt x="91538" y="33752"/>
                      <a:pt x="86725" y="22132"/>
                      <a:pt x="78159" y="13566"/>
                    </a:cubicBezTo>
                    <a:cubicBezTo>
                      <a:pt x="69592" y="5000"/>
                      <a:pt x="57972" y="187"/>
                      <a:pt x="45858" y="187"/>
                    </a:cubicBezTo>
                    <a:cubicBezTo>
                      <a:pt x="33743" y="187"/>
                      <a:pt x="22123" y="5000"/>
                      <a:pt x="13557" y="13566"/>
                    </a:cubicBezTo>
                    <a:cubicBezTo>
                      <a:pt x="4991" y="22132"/>
                      <a:pt x="177" y="33752"/>
                      <a:pt x="177" y="45867"/>
                    </a:cubicBezTo>
                    <a:cubicBezTo>
                      <a:pt x="177" y="57981"/>
                      <a:pt x="4991" y="69601"/>
                      <a:pt x="13557" y="78167"/>
                    </a:cubicBezTo>
                    <a:cubicBezTo>
                      <a:pt x="22123" y="86733"/>
                      <a:pt x="33743" y="91546"/>
                      <a:pt x="45858" y="9154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0" name="任意多边形: 形状 2719"/>
              <p:cNvSpPr/>
              <p:nvPr/>
            </p:nvSpPr>
            <p:spPr>
              <a:xfrm>
                <a:off x="18395264" y="23505325"/>
                <a:ext cx="180000" cy="180000"/>
              </a:xfrm>
              <a:custGeom>
                <a:avLst/>
                <a:gdLst>
                  <a:gd name="csX0" fmla="*/ 45877 w 91360"/>
                  <a:gd name="csY0" fmla="*/ 91531 h 91359"/>
                  <a:gd name="csX1" fmla="*/ 78178 w 91360"/>
                  <a:gd name="csY1" fmla="*/ 78152 h 91359"/>
                  <a:gd name="csX2" fmla="*/ 91558 w 91360"/>
                  <a:gd name="csY2" fmla="*/ 45852 h 91359"/>
                  <a:gd name="csX3" fmla="*/ 78178 w 91360"/>
                  <a:gd name="csY3" fmla="*/ 13551 h 91359"/>
                  <a:gd name="csX4" fmla="*/ 45877 w 91360"/>
                  <a:gd name="csY4" fmla="*/ 172 h 91359"/>
                  <a:gd name="csX5" fmla="*/ 13576 w 91360"/>
                  <a:gd name="csY5" fmla="*/ 13551 h 91359"/>
                  <a:gd name="csX6" fmla="*/ 197 w 91360"/>
                  <a:gd name="csY6" fmla="*/ 45852 h 91359"/>
                  <a:gd name="csX7" fmla="*/ 13576 w 91360"/>
                  <a:gd name="csY7" fmla="*/ 78152 h 91359"/>
                  <a:gd name="csX8" fmla="*/ 45877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531"/>
                    </a:moveTo>
                    <a:cubicBezTo>
                      <a:pt x="57992" y="91531"/>
                      <a:pt x="69612" y="86718"/>
                      <a:pt x="78178" y="78152"/>
                    </a:cubicBezTo>
                    <a:cubicBezTo>
                      <a:pt x="86744" y="69586"/>
                      <a:pt x="91558" y="57966"/>
                      <a:pt x="91558" y="45852"/>
                    </a:cubicBezTo>
                    <a:cubicBezTo>
                      <a:pt x="91558" y="33737"/>
                      <a:pt x="86744" y="22118"/>
                      <a:pt x="78178" y="13551"/>
                    </a:cubicBezTo>
                    <a:cubicBezTo>
                      <a:pt x="69612" y="4985"/>
                      <a:pt x="57992" y="172"/>
                      <a:pt x="45877" y="172"/>
                    </a:cubicBezTo>
                    <a:cubicBezTo>
                      <a:pt x="33763" y="172"/>
                      <a:pt x="22143" y="4985"/>
                      <a:pt x="13576" y="13551"/>
                    </a:cubicBezTo>
                    <a:cubicBezTo>
                      <a:pt x="5010" y="22118"/>
                      <a:pt x="197" y="33737"/>
                      <a:pt x="197" y="45852"/>
                    </a:cubicBezTo>
                    <a:cubicBezTo>
                      <a:pt x="197" y="57966"/>
                      <a:pt x="5010" y="69586"/>
                      <a:pt x="13576" y="78152"/>
                    </a:cubicBezTo>
                    <a:cubicBezTo>
                      <a:pt x="22143" y="86718"/>
                      <a:pt x="33763" y="91531"/>
                      <a:pt x="45877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1" name="任意多边形: 形状 2720"/>
              <p:cNvSpPr/>
              <p:nvPr/>
            </p:nvSpPr>
            <p:spPr>
              <a:xfrm>
                <a:off x="19009876" y="22498640"/>
                <a:ext cx="180000" cy="180000"/>
              </a:xfrm>
              <a:custGeom>
                <a:avLst/>
                <a:gdLst>
                  <a:gd name="csX0" fmla="*/ 45896 w 91360"/>
                  <a:gd name="csY0" fmla="*/ 91500 h 91359"/>
                  <a:gd name="csX1" fmla="*/ 78197 w 91360"/>
                  <a:gd name="csY1" fmla="*/ 78121 h 91359"/>
                  <a:gd name="csX2" fmla="*/ 91577 w 91360"/>
                  <a:gd name="csY2" fmla="*/ 45821 h 91359"/>
                  <a:gd name="csX3" fmla="*/ 78197 w 91360"/>
                  <a:gd name="csY3" fmla="*/ 13520 h 91359"/>
                  <a:gd name="csX4" fmla="*/ 45896 w 91360"/>
                  <a:gd name="csY4" fmla="*/ 141 h 91359"/>
                  <a:gd name="csX5" fmla="*/ 13595 w 91360"/>
                  <a:gd name="csY5" fmla="*/ 13520 h 91359"/>
                  <a:gd name="csX6" fmla="*/ 216 w 91360"/>
                  <a:gd name="csY6" fmla="*/ 45821 h 91359"/>
                  <a:gd name="csX7" fmla="*/ 13595 w 91360"/>
                  <a:gd name="csY7" fmla="*/ 78121 h 91359"/>
                  <a:gd name="csX8" fmla="*/ 45896 w 91360"/>
                  <a:gd name="csY8" fmla="*/ 9150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00"/>
                    </a:moveTo>
                    <a:cubicBezTo>
                      <a:pt x="58011" y="91500"/>
                      <a:pt x="69631" y="86687"/>
                      <a:pt x="78197" y="78121"/>
                    </a:cubicBezTo>
                    <a:cubicBezTo>
                      <a:pt x="86763" y="69555"/>
                      <a:pt x="91577" y="57935"/>
                      <a:pt x="91577" y="45821"/>
                    </a:cubicBezTo>
                    <a:cubicBezTo>
                      <a:pt x="91577" y="33706"/>
                      <a:pt x="86763" y="22086"/>
                      <a:pt x="78197" y="13520"/>
                    </a:cubicBezTo>
                    <a:cubicBezTo>
                      <a:pt x="69631" y="4954"/>
                      <a:pt x="58011" y="141"/>
                      <a:pt x="45896" y="141"/>
                    </a:cubicBezTo>
                    <a:cubicBezTo>
                      <a:pt x="33782" y="141"/>
                      <a:pt x="22162" y="4954"/>
                      <a:pt x="13595" y="13520"/>
                    </a:cubicBezTo>
                    <a:cubicBezTo>
                      <a:pt x="5029" y="22086"/>
                      <a:pt x="216" y="33706"/>
                      <a:pt x="216" y="45821"/>
                    </a:cubicBezTo>
                    <a:cubicBezTo>
                      <a:pt x="216" y="57935"/>
                      <a:pt x="5029" y="69555"/>
                      <a:pt x="13595" y="78121"/>
                    </a:cubicBezTo>
                    <a:cubicBezTo>
                      <a:pt x="22162" y="86687"/>
                      <a:pt x="33782" y="91500"/>
                      <a:pt x="45896" y="9150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2" name="任意多边形: 形状 2721"/>
              <p:cNvSpPr/>
              <p:nvPr/>
            </p:nvSpPr>
            <p:spPr>
              <a:xfrm>
                <a:off x="19071833" y="23142802"/>
                <a:ext cx="180000" cy="180000"/>
              </a:xfrm>
              <a:custGeom>
                <a:avLst/>
                <a:gdLst>
                  <a:gd name="csX0" fmla="*/ 45898 w 91360"/>
                  <a:gd name="csY0" fmla="*/ 91520 h 91359"/>
                  <a:gd name="csX1" fmla="*/ 78199 w 91360"/>
                  <a:gd name="csY1" fmla="*/ 78141 h 91359"/>
                  <a:gd name="csX2" fmla="*/ 91578 w 91360"/>
                  <a:gd name="csY2" fmla="*/ 45841 h 91359"/>
                  <a:gd name="csX3" fmla="*/ 78199 w 91360"/>
                  <a:gd name="csY3" fmla="*/ 13540 h 91359"/>
                  <a:gd name="csX4" fmla="*/ 45898 w 91360"/>
                  <a:gd name="csY4" fmla="*/ 161 h 91359"/>
                  <a:gd name="csX5" fmla="*/ 13597 w 91360"/>
                  <a:gd name="csY5" fmla="*/ 13540 h 91359"/>
                  <a:gd name="csX6" fmla="*/ 218 w 91360"/>
                  <a:gd name="csY6" fmla="*/ 45841 h 91359"/>
                  <a:gd name="csX7" fmla="*/ 13597 w 91360"/>
                  <a:gd name="csY7" fmla="*/ 78141 h 91359"/>
                  <a:gd name="csX8" fmla="*/ 45898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8" y="91520"/>
                    </a:moveTo>
                    <a:cubicBezTo>
                      <a:pt x="58013" y="91520"/>
                      <a:pt x="69633" y="86707"/>
                      <a:pt x="78199" y="78141"/>
                    </a:cubicBezTo>
                    <a:cubicBezTo>
                      <a:pt x="86765" y="69575"/>
                      <a:pt x="91578" y="57955"/>
                      <a:pt x="91578" y="45841"/>
                    </a:cubicBezTo>
                    <a:cubicBezTo>
                      <a:pt x="91578" y="33726"/>
                      <a:pt x="86765" y="22106"/>
                      <a:pt x="78199" y="13540"/>
                    </a:cubicBezTo>
                    <a:cubicBezTo>
                      <a:pt x="69633" y="4974"/>
                      <a:pt x="58013" y="161"/>
                      <a:pt x="45898" y="161"/>
                    </a:cubicBezTo>
                    <a:cubicBezTo>
                      <a:pt x="33784" y="161"/>
                      <a:pt x="22164" y="4974"/>
                      <a:pt x="13597" y="13540"/>
                    </a:cubicBezTo>
                    <a:cubicBezTo>
                      <a:pt x="5031" y="22106"/>
                      <a:pt x="218" y="33726"/>
                      <a:pt x="218" y="45841"/>
                    </a:cubicBezTo>
                    <a:cubicBezTo>
                      <a:pt x="218" y="57955"/>
                      <a:pt x="5031" y="69575"/>
                      <a:pt x="13597" y="78141"/>
                    </a:cubicBezTo>
                    <a:cubicBezTo>
                      <a:pt x="22164" y="86707"/>
                      <a:pt x="33784" y="91520"/>
                      <a:pt x="45898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3" name="任意多边形: 形状 2722"/>
              <p:cNvSpPr/>
              <p:nvPr/>
            </p:nvSpPr>
            <p:spPr>
              <a:xfrm>
                <a:off x="17464141" y="23239312"/>
                <a:ext cx="180000" cy="180000"/>
              </a:xfrm>
              <a:custGeom>
                <a:avLst/>
                <a:gdLst>
                  <a:gd name="csX0" fmla="*/ 45848 w 91360"/>
                  <a:gd name="csY0" fmla="*/ 91523 h 91359"/>
                  <a:gd name="csX1" fmla="*/ 78149 w 91360"/>
                  <a:gd name="csY1" fmla="*/ 78144 h 91359"/>
                  <a:gd name="csX2" fmla="*/ 91529 w 91360"/>
                  <a:gd name="csY2" fmla="*/ 45844 h 91359"/>
                  <a:gd name="csX3" fmla="*/ 78149 w 91360"/>
                  <a:gd name="csY3" fmla="*/ 13543 h 91359"/>
                  <a:gd name="csX4" fmla="*/ 45848 w 91360"/>
                  <a:gd name="csY4" fmla="*/ 164 h 91359"/>
                  <a:gd name="csX5" fmla="*/ 13548 w 91360"/>
                  <a:gd name="csY5" fmla="*/ 13543 h 91359"/>
                  <a:gd name="csX6" fmla="*/ 168 w 91360"/>
                  <a:gd name="csY6" fmla="*/ 45844 h 91359"/>
                  <a:gd name="csX7" fmla="*/ 13548 w 91360"/>
                  <a:gd name="csY7" fmla="*/ 78144 h 91359"/>
                  <a:gd name="csX8" fmla="*/ 45848 w 91360"/>
                  <a:gd name="csY8" fmla="*/ 9152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8" y="91523"/>
                    </a:moveTo>
                    <a:cubicBezTo>
                      <a:pt x="57963" y="91523"/>
                      <a:pt x="69583" y="86710"/>
                      <a:pt x="78149" y="78144"/>
                    </a:cubicBezTo>
                    <a:cubicBezTo>
                      <a:pt x="86716" y="69578"/>
                      <a:pt x="91529" y="57958"/>
                      <a:pt x="91529" y="45844"/>
                    </a:cubicBezTo>
                    <a:cubicBezTo>
                      <a:pt x="91529" y="33729"/>
                      <a:pt x="86716" y="22109"/>
                      <a:pt x="78149" y="13543"/>
                    </a:cubicBezTo>
                    <a:cubicBezTo>
                      <a:pt x="69583" y="4977"/>
                      <a:pt x="57963" y="164"/>
                      <a:pt x="45848" y="164"/>
                    </a:cubicBezTo>
                    <a:cubicBezTo>
                      <a:pt x="33734" y="164"/>
                      <a:pt x="22114" y="4977"/>
                      <a:pt x="13548" y="13543"/>
                    </a:cubicBezTo>
                    <a:cubicBezTo>
                      <a:pt x="4981" y="22109"/>
                      <a:pt x="168" y="33729"/>
                      <a:pt x="168" y="45844"/>
                    </a:cubicBezTo>
                    <a:cubicBezTo>
                      <a:pt x="168" y="57958"/>
                      <a:pt x="4981" y="69578"/>
                      <a:pt x="13548" y="78144"/>
                    </a:cubicBezTo>
                    <a:cubicBezTo>
                      <a:pt x="22114" y="86710"/>
                      <a:pt x="33734" y="91523"/>
                      <a:pt x="45848" y="9152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4" name="任意多边形: 形状 2723"/>
              <p:cNvSpPr/>
              <p:nvPr/>
            </p:nvSpPr>
            <p:spPr>
              <a:xfrm>
                <a:off x="17116504" y="21739859"/>
                <a:ext cx="180000" cy="180000"/>
              </a:xfrm>
              <a:custGeom>
                <a:avLst/>
                <a:gdLst>
                  <a:gd name="csX0" fmla="*/ 45838 w 91360"/>
                  <a:gd name="csY0" fmla="*/ 91477 h 91359"/>
                  <a:gd name="csX1" fmla="*/ 78138 w 91360"/>
                  <a:gd name="csY1" fmla="*/ 78098 h 91359"/>
                  <a:gd name="csX2" fmla="*/ 91518 w 91360"/>
                  <a:gd name="csY2" fmla="*/ 45797 h 91359"/>
                  <a:gd name="csX3" fmla="*/ 78138 w 91360"/>
                  <a:gd name="csY3" fmla="*/ 13497 h 91359"/>
                  <a:gd name="csX4" fmla="*/ 45838 w 91360"/>
                  <a:gd name="csY4" fmla="*/ 117 h 91359"/>
                  <a:gd name="csX5" fmla="*/ 13537 w 91360"/>
                  <a:gd name="csY5" fmla="*/ 13497 h 91359"/>
                  <a:gd name="csX6" fmla="*/ 157 w 91360"/>
                  <a:gd name="csY6" fmla="*/ 45797 h 91359"/>
                  <a:gd name="csX7" fmla="*/ 13537 w 91360"/>
                  <a:gd name="csY7" fmla="*/ 78098 h 91359"/>
                  <a:gd name="csX8" fmla="*/ 45838 w 91360"/>
                  <a:gd name="csY8" fmla="*/ 9147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8" y="91477"/>
                    </a:moveTo>
                    <a:cubicBezTo>
                      <a:pt x="57952" y="91477"/>
                      <a:pt x="69572" y="86664"/>
                      <a:pt x="78138" y="78098"/>
                    </a:cubicBezTo>
                    <a:cubicBezTo>
                      <a:pt x="86705" y="69531"/>
                      <a:pt x="91518" y="57912"/>
                      <a:pt x="91518" y="45797"/>
                    </a:cubicBezTo>
                    <a:cubicBezTo>
                      <a:pt x="91518" y="33683"/>
                      <a:pt x="86705" y="22063"/>
                      <a:pt x="78138" y="13497"/>
                    </a:cubicBezTo>
                    <a:cubicBezTo>
                      <a:pt x="69572" y="4931"/>
                      <a:pt x="57952" y="117"/>
                      <a:pt x="45838" y="117"/>
                    </a:cubicBezTo>
                    <a:cubicBezTo>
                      <a:pt x="33723" y="117"/>
                      <a:pt x="22103" y="4931"/>
                      <a:pt x="13537" y="13497"/>
                    </a:cubicBezTo>
                    <a:cubicBezTo>
                      <a:pt x="4971" y="22063"/>
                      <a:pt x="157" y="33683"/>
                      <a:pt x="157" y="45797"/>
                    </a:cubicBezTo>
                    <a:cubicBezTo>
                      <a:pt x="157" y="57912"/>
                      <a:pt x="4971" y="69531"/>
                      <a:pt x="13537" y="78098"/>
                    </a:cubicBezTo>
                    <a:cubicBezTo>
                      <a:pt x="22103" y="86664"/>
                      <a:pt x="33723" y="91477"/>
                      <a:pt x="45838" y="9147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5" name="任意多边形: 形状 2724"/>
              <p:cNvSpPr/>
              <p:nvPr/>
            </p:nvSpPr>
            <p:spPr>
              <a:xfrm>
                <a:off x="17686312" y="24060607"/>
                <a:ext cx="180000" cy="180000"/>
              </a:xfrm>
              <a:custGeom>
                <a:avLst/>
                <a:gdLst>
                  <a:gd name="csX0" fmla="*/ 45855 w 91360"/>
                  <a:gd name="csY0" fmla="*/ 91549 h 91359"/>
                  <a:gd name="csX1" fmla="*/ 78156 w 91360"/>
                  <a:gd name="csY1" fmla="*/ 78169 h 91359"/>
                  <a:gd name="csX2" fmla="*/ 91536 w 91360"/>
                  <a:gd name="csY2" fmla="*/ 45869 h 91359"/>
                  <a:gd name="csX3" fmla="*/ 78156 w 91360"/>
                  <a:gd name="csY3" fmla="*/ 13569 h 91359"/>
                  <a:gd name="csX4" fmla="*/ 45855 w 91360"/>
                  <a:gd name="csY4" fmla="*/ 189 h 91359"/>
                  <a:gd name="csX5" fmla="*/ 13555 w 91360"/>
                  <a:gd name="csY5" fmla="*/ 13569 h 91359"/>
                  <a:gd name="csX6" fmla="*/ 175 w 91360"/>
                  <a:gd name="csY6" fmla="*/ 45869 h 91359"/>
                  <a:gd name="csX7" fmla="*/ 13555 w 91360"/>
                  <a:gd name="csY7" fmla="*/ 78169 h 91359"/>
                  <a:gd name="csX8" fmla="*/ 45855 w 91360"/>
                  <a:gd name="csY8" fmla="*/ 9154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49"/>
                    </a:moveTo>
                    <a:cubicBezTo>
                      <a:pt x="57970" y="91549"/>
                      <a:pt x="69590" y="86736"/>
                      <a:pt x="78156" y="78169"/>
                    </a:cubicBezTo>
                    <a:cubicBezTo>
                      <a:pt x="86722" y="69603"/>
                      <a:pt x="91536" y="57983"/>
                      <a:pt x="91536" y="45869"/>
                    </a:cubicBezTo>
                    <a:cubicBezTo>
                      <a:pt x="91536" y="33755"/>
                      <a:pt x="86722" y="22135"/>
                      <a:pt x="78156" y="13569"/>
                    </a:cubicBezTo>
                    <a:cubicBezTo>
                      <a:pt x="69590" y="5002"/>
                      <a:pt x="57970" y="189"/>
                      <a:pt x="45855" y="189"/>
                    </a:cubicBezTo>
                    <a:cubicBezTo>
                      <a:pt x="33741" y="189"/>
                      <a:pt x="22121" y="5002"/>
                      <a:pt x="13555" y="13569"/>
                    </a:cubicBezTo>
                    <a:cubicBezTo>
                      <a:pt x="4988" y="22135"/>
                      <a:pt x="175" y="33755"/>
                      <a:pt x="175" y="45869"/>
                    </a:cubicBezTo>
                    <a:cubicBezTo>
                      <a:pt x="175" y="57983"/>
                      <a:pt x="4988" y="69603"/>
                      <a:pt x="13555" y="78169"/>
                    </a:cubicBezTo>
                    <a:cubicBezTo>
                      <a:pt x="22121" y="86736"/>
                      <a:pt x="33741" y="91549"/>
                      <a:pt x="45855" y="9154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6" name="任意多边形: 形状 2725"/>
              <p:cNvSpPr/>
              <p:nvPr/>
            </p:nvSpPr>
            <p:spPr>
              <a:xfrm>
                <a:off x="18992106" y="23966640"/>
                <a:ext cx="180000" cy="180000"/>
              </a:xfrm>
              <a:custGeom>
                <a:avLst/>
                <a:gdLst>
                  <a:gd name="csX0" fmla="*/ 45896 w 91360"/>
                  <a:gd name="csY0" fmla="*/ 91546 h 91359"/>
                  <a:gd name="csX1" fmla="*/ 78197 w 91360"/>
                  <a:gd name="csY1" fmla="*/ 78166 h 91359"/>
                  <a:gd name="csX2" fmla="*/ 91576 w 91360"/>
                  <a:gd name="csY2" fmla="*/ 45866 h 91359"/>
                  <a:gd name="csX3" fmla="*/ 78197 w 91360"/>
                  <a:gd name="csY3" fmla="*/ 13566 h 91359"/>
                  <a:gd name="csX4" fmla="*/ 45896 w 91360"/>
                  <a:gd name="csY4" fmla="*/ 186 h 91359"/>
                  <a:gd name="csX5" fmla="*/ 13595 w 91360"/>
                  <a:gd name="csY5" fmla="*/ 13566 h 91359"/>
                  <a:gd name="csX6" fmla="*/ 216 w 91360"/>
                  <a:gd name="csY6" fmla="*/ 45866 h 91359"/>
                  <a:gd name="csX7" fmla="*/ 13595 w 91360"/>
                  <a:gd name="csY7" fmla="*/ 78166 h 91359"/>
                  <a:gd name="csX8" fmla="*/ 45896 w 91360"/>
                  <a:gd name="csY8" fmla="*/ 9154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46"/>
                    </a:moveTo>
                    <a:cubicBezTo>
                      <a:pt x="58010" y="91546"/>
                      <a:pt x="69630" y="86733"/>
                      <a:pt x="78197" y="78166"/>
                    </a:cubicBezTo>
                    <a:cubicBezTo>
                      <a:pt x="86763" y="69600"/>
                      <a:pt x="91576" y="57980"/>
                      <a:pt x="91576" y="45866"/>
                    </a:cubicBezTo>
                    <a:cubicBezTo>
                      <a:pt x="91576" y="33752"/>
                      <a:pt x="86763" y="22132"/>
                      <a:pt x="78197" y="13566"/>
                    </a:cubicBezTo>
                    <a:cubicBezTo>
                      <a:pt x="69630" y="4999"/>
                      <a:pt x="58010" y="186"/>
                      <a:pt x="45896" y="186"/>
                    </a:cubicBezTo>
                    <a:cubicBezTo>
                      <a:pt x="33781" y="186"/>
                      <a:pt x="22161" y="4999"/>
                      <a:pt x="13595" y="13566"/>
                    </a:cubicBezTo>
                    <a:cubicBezTo>
                      <a:pt x="5029" y="22132"/>
                      <a:pt x="216" y="33752"/>
                      <a:pt x="216" y="45866"/>
                    </a:cubicBezTo>
                    <a:cubicBezTo>
                      <a:pt x="216" y="57980"/>
                      <a:pt x="5029" y="69600"/>
                      <a:pt x="13595" y="78166"/>
                    </a:cubicBezTo>
                    <a:cubicBezTo>
                      <a:pt x="22161" y="86733"/>
                      <a:pt x="33781" y="91546"/>
                      <a:pt x="45896" y="9154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7" name="任意多边形: 形状 2726"/>
              <p:cNvSpPr/>
              <p:nvPr/>
            </p:nvSpPr>
            <p:spPr>
              <a:xfrm>
                <a:off x="18032622" y="23460106"/>
                <a:ext cx="180000" cy="180000"/>
              </a:xfrm>
              <a:custGeom>
                <a:avLst/>
                <a:gdLst>
                  <a:gd name="csX0" fmla="*/ 45866 w 91360"/>
                  <a:gd name="csY0" fmla="*/ 91530 h 91359"/>
                  <a:gd name="csX1" fmla="*/ 78167 w 91360"/>
                  <a:gd name="csY1" fmla="*/ 78151 h 91359"/>
                  <a:gd name="csX2" fmla="*/ 91546 w 91360"/>
                  <a:gd name="csY2" fmla="*/ 45850 h 91359"/>
                  <a:gd name="csX3" fmla="*/ 78167 w 91360"/>
                  <a:gd name="csY3" fmla="*/ 13550 h 91359"/>
                  <a:gd name="csX4" fmla="*/ 45866 w 91360"/>
                  <a:gd name="csY4" fmla="*/ 171 h 91359"/>
                  <a:gd name="csX5" fmla="*/ 13565 w 91360"/>
                  <a:gd name="csY5" fmla="*/ 13550 h 91359"/>
                  <a:gd name="csX6" fmla="*/ 186 w 91360"/>
                  <a:gd name="csY6" fmla="*/ 45850 h 91359"/>
                  <a:gd name="csX7" fmla="*/ 13565 w 91360"/>
                  <a:gd name="csY7" fmla="*/ 78151 h 91359"/>
                  <a:gd name="csX8" fmla="*/ 45866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30"/>
                    </a:moveTo>
                    <a:cubicBezTo>
                      <a:pt x="57981" y="91530"/>
                      <a:pt x="69601" y="86717"/>
                      <a:pt x="78167" y="78151"/>
                    </a:cubicBezTo>
                    <a:cubicBezTo>
                      <a:pt x="86733" y="69585"/>
                      <a:pt x="91546" y="57965"/>
                      <a:pt x="91546" y="45850"/>
                    </a:cubicBezTo>
                    <a:cubicBezTo>
                      <a:pt x="91546" y="33736"/>
                      <a:pt x="86733" y="22116"/>
                      <a:pt x="78167" y="13550"/>
                    </a:cubicBezTo>
                    <a:cubicBezTo>
                      <a:pt x="69601" y="4984"/>
                      <a:pt x="57981" y="171"/>
                      <a:pt x="45866" y="171"/>
                    </a:cubicBezTo>
                    <a:cubicBezTo>
                      <a:pt x="33752" y="171"/>
                      <a:pt x="22132" y="4984"/>
                      <a:pt x="13565" y="13550"/>
                    </a:cubicBezTo>
                    <a:cubicBezTo>
                      <a:pt x="4999" y="22116"/>
                      <a:pt x="186" y="33736"/>
                      <a:pt x="186" y="45850"/>
                    </a:cubicBezTo>
                    <a:cubicBezTo>
                      <a:pt x="186" y="57965"/>
                      <a:pt x="4999" y="69585"/>
                      <a:pt x="13565" y="78151"/>
                    </a:cubicBezTo>
                    <a:cubicBezTo>
                      <a:pt x="22132" y="86717"/>
                      <a:pt x="33752" y="91530"/>
                      <a:pt x="45866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8" name="任意多边形: 形状 2727"/>
              <p:cNvSpPr/>
              <p:nvPr/>
            </p:nvSpPr>
            <p:spPr>
              <a:xfrm>
                <a:off x="18326877" y="23575843"/>
                <a:ext cx="180000" cy="180000"/>
              </a:xfrm>
              <a:custGeom>
                <a:avLst/>
                <a:gdLst>
                  <a:gd name="csX0" fmla="*/ 45875 w 91360"/>
                  <a:gd name="csY0" fmla="*/ 91534 h 91359"/>
                  <a:gd name="csX1" fmla="*/ 78176 w 91360"/>
                  <a:gd name="csY1" fmla="*/ 78154 h 91359"/>
                  <a:gd name="csX2" fmla="*/ 91555 w 91360"/>
                  <a:gd name="csY2" fmla="*/ 45854 h 91359"/>
                  <a:gd name="csX3" fmla="*/ 78176 w 91360"/>
                  <a:gd name="csY3" fmla="*/ 13554 h 91359"/>
                  <a:gd name="csX4" fmla="*/ 45875 w 91360"/>
                  <a:gd name="csY4" fmla="*/ 174 h 91359"/>
                  <a:gd name="csX5" fmla="*/ 13574 w 91360"/>
                  <a:gd name="csY5" fmla="*/ 13554 h 91359"/>
                  <a:gd name="csX6" fmla="*/ 195 w 91360"/>
                  <a:gd name="csY6" fmla="*/ 45854 h 91359"/>
                  <a:gd name="csX7" fmla="*/ 13574 w 91360"/>
                  <a:gd name="csY7" fmla="*/ 78154 h 91359"/>
                  <a:gd name="csX8" fmla="*/ 45875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534"/>
                    </a:moveTo>
                    <a:cubicBezTo>
                      <a:pt x="57990" y="91534"/>
                      <a:pt x="69610" y="86721"/>
                      <a:pt x="78176" y="78154"/>
                    </a:cubicBezTo>
                    <a:cubicBezTo>
                      <a:pt x="86742" y="69588"/>
                      <a:pt x="91555" y="57968"/>
                      <a:pt x="91555" y="45854"/>
                    </a:cubicBezTo>
                    <a:cubicBezTo>
                      <a:pt x="91555" y="33740"/>
                      <a:pt x="86742" y="22120"/>
                      <a:pt x="78176" y="13554"/>
                    </a:cubicBezTo>
                    <a:cubicBezTo>
                      <a:pt x="69610" y="4987"/>
                      <a:pt x="57990" y="174"/>
                      <a:pt x="45875" y="174"/>
                    </a:cubicBezTo>
                    <a:cubicBezTo>
                      <a:pt x="33761" y="174"/>
                      <a:pt x="22141" y="4987"/>
                      <a:pt x="13574" y="13554"/>
                    </a:cubicBezTo>
                    <a:cubicBezTo>
                      <a:pt x="5008" y="22120"/>
                      <a:pt x="195" y="33740"/>
                      <a:pt x="195" y="45854"/>
                    </a:cubicBezTo>
                    <a:cubicBezTo>
                      <a:pt x="195" y="57968"/>
                      <a:pt x="5008" y="69588"/>
                      <a:pt x="13574" y="78154"/>
                    </a:cubicBezTo>
                    <a:cubicBezTo>
                      <a:pt x="22141" y="86721"/>
                      <a:pt x="33761" y="91534"/>
                      <a:pt x="45875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29" name="任意多边形: 形状 2728"/>
              <p:cNvSpPr/>
              <p:nvPr/>
            </p:nvSpPr>
            <p:spPr>
              <a:xfrm>
                <a:off x="18136130" y="22291787"/>
                <a:ext cx="180000" cy="180000"/>
              </a:xfrm>
              <a:custGeom>
                <a:avLst/>
                <a:gdLst>
                  <a:gd name="csX0" fmla="*/ 45869 w 91360"/>
                  <a:gd name="csY0" fmla="*/ 91494 h 91359"/>
                  <a:gd name="csX1" fmla="*/ 78170 w 91360"/>
                  <a:gd name="csY1" fmla="*/ 78115 h 91359"/>
                  <a:gd name="csX2" fmla="*/ 91549 w 91360"/>
                  <a:gd name="csY2" fmla="*/ 45814 h 91359"/>
                  <a:gd name="csX3" fmla="*/ 78170 w 91360"/>
                  <a:gd name="csY3" fmla="*/ 13514 h 91359"/>
                  <a:gd name="csX4" fmla="*/ 45869 w 91360"/>
                  <a:gd name="csY4" fmla="*/ 135 h 91359"/>
                  <a:gd name="csX5" fmla="*/ 13568 w 91360"/>
                  <a:gd name="csY5" fmla="*/ 13514 h 91359"/>
                  <a:gd name="csX6" fmla="*/ 189 w 91360"/>
                  <a:gd name="csY6" fmla="*/ 45814 h 91359"/>
                  <a:gd name="csX7" fmla="*/ 13568 w 91360"/>
                  <a:gd name="csY7" fmla="*/ 78115 h 91359"/>
                  <a:gd name="csX8" fmla="*/ 45869 w 91360"/>
                  <a:gd name="csY8" fmla="*/ 9149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9" y="91494"/>
                    </a:moveTo>
                    <a:cubicBezTo>
                      <a:pt x="57984" y="91494"/>
                      <a:pt x="69604" y="86681"/>
                      <a:pt x="78170" y="78115"/>
                    </a:cubicBezTo>
                    <a:cubicBezTo>
                      <a:pt x="86736" y="69548"/>
                      <a:pt x="91549" y="57929"/>
                      <a:pt x="91549" y="45814"/>
                    </a:cubicBezTo>
                    <a:cubicBezTo>
                      <a:pt x="91549" y="33700"/>
                      <a:pt x="86736" y="22080"/>
                      <a:pt x="78170" y="13514"/>
                    </a:cubicBezTo>
                    <a:cubicBezTo>
                      <a:pt x="69604" y="4948"/>
                      <a:pt x="57984" y="135"/>
                      <a:pt x="45869" y="135"/>
                    </a:cubicBezTo>
                    <a:cubicBezTo>
                      <a:pt x="33755" y="135"/>
                      <a:pt x="22135" y="4948"/>
                      <a:pt x="13568" y="13514"/>
                    </a:cubicBezTo>
                    <a:cubicBezTo>
                      <a:pt x="5002" y="22080"/>
                      <a:pt x="189" y="33700"/>
                      <a:pt x="189" y="45814"/>
                    </a:cubicBezTo>
                    <a:cubicBezTo>
                      <a:pt x="189" y="57929"/>
                      <a:pt x="5002" y="69548"/>
                      <a:pt x="13568" y="78115"/>
                    </a:cubicBezTo>
                    <a:cubicBezTo>
                      <a:pt x="22135" y="86681"/>
                      <a:pt x="33755" y="91494"/>
                      <a:pt x="45869" y="9149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0" name="任意多边形: 形状 2729"/>
              <p:cNvSpPr/>
              <p:nvPr/>
            </p:nvSpPr>
            <p:spPr>
              <a:xfrm>
                <a:off x="16356524" y="23236740"/>
                <a:ext cx="180000" cy="180000"/>
              </a:xfrm>
              <a:custGeom>
                <a:avLst/>
                <a:gdLst>
                  <a:gd name="csX0" fmla="*/ 45814 w 91360"/>
                  <a:gd name="csY0" fmla="*/ 91523 h 91359"/>
                  <a:gd name="csX1" fmla="*/ 78115 w 91360"/>
                  <a:gd name="csY1" fmla="*/ 78144 h 91359"/>
                  <a:gd name="csX2" fmla="*/ 91494 w 91360"/>
                  <a:gd name="csY2" fmla="*/ 45843 h 91359"/>
                  <a:gd name="csX3" fmla="*/ 78115 w 91360"/>
                  <a:gd name="csY3" fmla="*/ 13543 h 91359"/>
                  <a:gd name="csX4" fmla="*/ 45814 w 91360"/>
                  <a:gd name="csY4" fmla="*/ 164 h 91359"/>
                  <a:gd name="csX5" fmla="*/ 13513 w 91360"/>
                  <a:gd name="csY5" fmla="*/ 13543 h 91359"/>
                  <a:gd name="csX6" fmla="*/ 134 w 91360"/>
                  <a:gd name="csY6" fmla="*/ 45843 h 91359"/>
                  <a:gd name="csX7" fmla="*/ 13513 w 91360"/>
                  <a:gd name="csY7" fmla="*/ 78144 h 91359"/>
                  <a:gd name="csX8" fmla="*/ 45814 w 91360"/>
                  <a:gd name="csY8" fmla="*/ 9152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14" y="91523"/>
                    </a:moveTo>
                    <a:cubicBezTo>
                      <a:pt x="57929" y="91523"/>
                      <a:pt x="69549" y="86710"/>
                      <a:pt x="78115" y="78144"/>
                    </a:cubicBezTo>
                    <a:cubicBezTo>
                      <a:pt x="86681" y="69578"/>
                      <a:pt x="91494" y="57958"/>
                      <a:pt x="91494" y="45843"/>
                    </a:cubicBezTo>
                    <a:cubicBezTo>
                      <a:pt x="91494" y="33729"/>
                      <a:pt x="86681" y="22109"/>
                      <a:pt x="78115" y="13543"/>
                    </a:cubicBezTo>
                    <a:cubicBezTo>
                      <a:pt x="69549" y="4977"/>
                      <a:pt x="57929" y="164"/>
                      <a:pt x="45814" y="164"/>
                    </a:cubicBezTo>
                    <a:cubicBezTo>
                      <a:pt x="33700" y="164"/>
                      <a:pt x="22080" y="4977"/>
                      <a:pt x="13513" y="13543"/>
                    </a:cubicBezTo>
                    <a:cubicBezTo>
                      <a:pt x="4947" y="22109"/>
                      <a:pt x="134" y="33729"/>
                      <a:pt x="134" y="45843"/>
                    </a:cubicBezTo>
                    <a:cubicBezTo>
                      <a:pt x="134" y="57958"/>
                      <a:pt x="4947" y="69578"/>
                      <a:pt x="13513" y="78144"/>
                    </a:cubicBezTo>
                    <a:cubicBezTo>
                      <a:pt x="22080" y="86710"/>
                      <a:pt x="33700" y="91523"/>
                      <a:pt x="45814" y="9152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1" name="任意多边形: 形状 2730"/>
              <p:cNvSpPr/>
              <p:nvPr/>
            </p:nvSpPr>
            <p:spPr>
              <a:xfrm>
                <a:off x="18508270" y="23492608"/>
                <a:ext cx="180000" cy="180000"/>
              </a:xfrm>
              <a:custGeom>
                <a:avLst/>
                <a:gdLst>
                  <a:gd name="csX0" fmla="*/ 45881 w 91360"/>
                  <a:gd name="csY0" fmla="*/ 91531 h 91359"/>
                  <a:gd name="csX1" fmla="*/ 78182 w 91360"/>
                  <a:gd name="csY1" fmla="*/ 78152 h 91359"/>
                  <a:gd name="csX2" fmla="*/ 91561 w 91360"/>
                  <a:gd name="csY2" fmla="*/ 45851 h 91359"/>
                  <a:gd name="csX3" fmla="*/ 78182 w 91360"/>
                  <a:gd name="csY3" fmla="*/ 13551 h 91359"/>
                  <a:gd name="csX4" fmla="*/ 45881 w 91360"/>
                  <a:gd name="csY4" fmla="*/ 172 h 91359"/>
                  <a:gd name="csX5" fmla="*/ 13580 w 91360"/>
                  <a:gd name="csY5" fmla="*/ 13551 h 91359"/>
                  <a:gd name="csX6" fmla="*/ 201 w 91360"/>
                  <a:gd name="csY6" fmla="*/ 45851 h 91359"/>
                  <a:gd name="csX7" fmla="*/ 13580 w 91360"/>
                  <a:gd name="csY7" fmla="*/ 78152 h 91359"/>
                  <a:gd name="csX8" fmla="*/ 45881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1" y="91531"/>
                    </a:moveTo>
                    <a:cubicBezTo>
                      <a:pt x="57995" y="91531"/>
                      <a:pt x="69615" y="86718"/>
                      <a:pt x="78182" y="78152"/>
                    </a:cubicBezTo>
                    <a:cubicBezTo>
                      <a:pt x="86748" y="69586"/>
                      <a:pt x="91561" y="57966"/>
                      <a:pt x="91561" y="45851"/>
                    </a:cubicBezTo>
                    <a:cubicBezTo>
                      <a:pt x="91561" y="33737"/>
                      <a:pt x="86748" y="22117"/>
                      <a:pt x="78182" y="13551"/>
                    </a:cubicBezTo>
                    <a:cubicBezTo>
                      <a:pt x="69615" y="4985"/>
                      <a:pt x="57995" y="172"/>
                      <a:pt x="45881" y="172"/>
                    </a:cubicBezTo>
                    <a:cubicBezTo>
                      <a:pt x="33766" y="172"/>
                      <a:pt x="22146" y="4985"/>
                      <a:pt x="13580" y="13551"/>
                    </a:cubicBezTo>
                    <a:cubicBezTo>
                      <a:pt x="5014" y="22117"/>
                      <a:pt x="201" y="33737"/>
                      <a:pt x="201" y="45851"/>
                    </a:cubicBezTo>
                    <a:cubicBezTo>
                      <a:pt x="201" y="57966"/>
                      <a:pt x="5014" y="69586"/>
                      <a:pt x="13580" y="78152"/>
                    </a:cubicBezTo>
                    <a:cubicBezTo>
                      <a:pt x="22146" y="86718"/>
                      <a:pt x="33766" y="91531"/>
                      <a:pt x="45881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2" name="任意多边形: 形状 2731"/>
              <p:cNvSpPr/>
              <p:nvPr/>
            </p:nvSpPr>
            <p:spPr>
              <a:xfrm>
                <a:off x="17729955" y="24873162"/>
                <a:ext cx="180000" cy="180000"/>
              </a:xfrm>
              <a:custGeom>
                <a:avLst/>
                <a:gdLst>
                  <a:gd name="csX0" fmla="*/ 45865 w 91360"/>
                  <a:gd name="csY0" fmla="*/ 91530 h 91359"/>
                  <a:gd name="csX1" fmla="*/ 78165 w 91360"/>
                  <a:gd name="csY1" fmla="*/ 78151 h 91359"/>
                  <a:gd name="csX2" fmla="*/ 91545 w 91360"/>
                  <a:gd name="csY2" fmla="*/ 45851 h 91359"/>
                  <a:gd name="csX3" fmla="*/ 78165 w 91360"/>
                  <a:gd name="csY3" fmla="*/ 13550 h 91359"/>
                  <a:gd name="csX4" fmla="*/ 45865 w 91360"/>
                  <a:gd name="csY4" fmla="*/ 171 h 91359"/>
                  <a:gd name="csX5" fmla="*/ 13564 w 91360"/>
                  <a:gd name="csY5" fmla="*/ 13550 h 91359"/>
                  <a:gd name="csX6" fmla="*/ 184 w 91360"/>
                  <a:gd name="csY6" fmla="*/ 45851 h 91359"/>
                  <a:gd name="csX7" fmla="*/ 13564 w 91360"/>
                  <a:gd name="csY7" fmla="*/ 78151 h 91359"/>
                  <a:gd name="csX8" fmla="*/ 45865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530"/>
                    </a:moveTo>
                    <a:cubicBezTo>
                      <a:pt x="57979" y="91530"/>
                      <a:pt x="69599" y="86717"/>
                      <a:pt x="78165" y="78151"/>
                    </a:cubicBezTo>
                    <a:cubicBezTo>
                      <a:pt x="86732" y="69585"/>
                      <a:pt x="91545" y="57965"/>
                      <a:pt x="91545" y="45851"/>
                    </a:cubicBezTo>
                    <a:cubicBezTo>
                      <a:pt x="91545" y="33736"/>
                      <a:pt x="86732" y="22116"/>
                      <a:pt x="78165" y="13550"/>
                    </a:cubicBezTo>
                    <a:cubicBezTo>
                      <a:pt x="69599" y="4984"/>
                      <a:pt x="57979" y="171"/>
                      <a:pt x="45865" y="171"/>
                    </a:cubicBezTo>
                    <a:cubicBezTo>
                      <a:pt x="33750" y="171"/>
                      <a:pt x="22130" y="4984"/>
                      <a:pt x="13564" y="13550"/>
                    </a:cubicBezTo>
                    <a:cubicBezTo>
                      <a:pt x="4998" y="22116"/>
                      <a:pt x="184" y="33736"/>
                      <a:pt x="184" y="45851"/>
                    </a:cubicBezTo>
                    <a:cubicBezTo>
                      <a:pt x="184" y="57965"/>
                      <a:pt x="4998" y="69585"/>
                      <a:pt x="13564" y="78151"/>
                    </a:cubicBezTo>
                    <a:cubicBezTo>
                      <a:pt x="22130" y="86717"/>
                      <a:pt x="33750" y="91530"/>
                      <a:pt x="45865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3" name="任意多边形: 形状 2732"/>
              <p:cNvSpPr/>
              <p:nvPr/>
            </p:nvSpPr>
            <p:spPr>
              <a:xfrm>
                <a:off x="19393404" y="23148749"/>
                <a:ext cx="180000" cy="180000"/>
              </a:xfrm>
              <a:custGeom>
                <a:avLst/>
                <a:gdLst>
                  <a:gd name="csX0" fmla="*/ 45908 w 91360"/>
                  <a:gd name="csY0" fmla="*/ 91520 h 91359"/>
                  <a:gd name="csX1" fmla="*/ 78209 w 91360"/>
                  <a:gd name="csY1" fmla="*/ 78141 h 91359"/>
                  <a:gd name="csX2" fmla="*/ 91588 w 91360"/>
                  <a:gd name="csY2" fmla="*/ 45841 h 91359"/>
                  <a:gd name="csX3" fmla="*/ 78209 w 91360"/>
                  <a:gd name="csY3" fmla="*/ 13540 h 91359"/>
                  <a:gd name="csX4" fmla="*/ 45908 w 91360"/>
                  <a:gd name="csY4" fmla="*/ 161 h 91359"/>
                  <a:gd name="csX5" fmla="*/ 13607 w 91360"/>
                  <a:gd name="csY5" fmla="*/ 13540 h 91359"/>
                  <a:gd name="csX6" fmla="*/ 228 w 91360"/>
                  <a:gd name="csY6" fmla="*/ 45841 h 91359"/>
                  <a:gd name="csX7" fmla="*/ 13607 w 91360"/>
                  <a:gd name="csY7" fmla="*/ 78141 h 91359"/>
                  <a:gd name="csX8" fmla="*/ 45908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520"/>
                    </a:moveTo>
                    <a:cubicBezTo>
                      <a:pt x="58023" y="91520"/>
                      <a:pt x="69643" y="86707"/>
                      <a:pt x="78209" y="78141"/>
                    </a:cubicBezTo>
                    <a:cubicBezTo>
                      <a:pt x="86775" y="69575"/>
                      <a:pt x="91588" y="57955"/>
                      <a:pt x="91588" y="45841"/>
                    </a:cubicBezTo>
                    <a:cubicBezTo>
                      <a:pt x="91588" y="33726"/>
                      <a:pt x="86775" y="22106"/>
                      <a:pt x="78209" y="13540"/>
                    </a:cubicBezTo>
                    <a:cubicBezTo>
                      <a:pt x="69643" y="4974"/>
                      <a:pt x="58023" y="161"/>
                      <a:pt x="45908" y="161"/>
                    </a:cubicBezTo>
                    <a:cubicBezTo>
                      <a:pt x="33794" y="161"/>
                      <a:pt x="22174" y="4974"/>
                      <a:pt x="13607" y="13540"/>
                    </a:cubicBezTo>
                    <a:cubicBezTo>
                      <a:pt x="5041" y="22106"/>
                      <a:pt x="228" y="33726"/>
                      <a:pt x="228" y="45841"/>
                    </a:cubicBezTo>
                    <a:cubicBezTo>
                      <a:pt x="228" y="57955"/>
                      <a:pt x="5041" y="69575"/>
                      <a:pt x="13607" y="78141"/>
                    </a:cubicBezTo>
                    <a:cubicBezTo>
                      <a:pt x="22174" y="86707"/>
                      <a:pt x="33794" y="91520"/>
                      <a:pt x="45908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4" name="任意多边形: 形状 2733"/>
              <p:cNvSpPr/>
              <p:nvPr/>
            </p:nvSpPr>
            <p:spPr>
              <a:xfrm>
                <a:off x="19646220" y="23929103"/>
                <a:ext cx="180000" cy="180000"/>
              </a:xfrm>
              <a:custGeom>
                <a:avLst/>
                <a:gdLst>
                  <a:gd name="csX0" fmla="*/ 45916 w 91360"/>
                  <a:gd name="csY0" fmla="*/ 91545 h 91359"/>
                  <a:gd name="csX1" fmla="*/ 78217 w 91360"/>
                  <a:gd name="csY1" fmla="*/ 78165 h 91359"/>
                  <a:gd name="csX2" fmla="*/ 91596 w 91360"/>
                  <a:gd name="csY2" fmla="*/ 45865 h 91359"/>
                  <a:gd name="csX3" fmla="*/ 78217 w 91360"/>
                  <a:gd name="csY3" fmla="*/ 13564 h 91359"/>
                  <a:gd name="csX4" fmla="*/ 45916 w 91360"/>
                  <a:gd name="csY4" fmla="*/ 185 h 91359"/>
                  <a:gd name="csX5" fmla="*/ 13615 w 91360"/>
                  <a:gd name="csY5" fmla="*/ 13564 h 91359"/>
                  <a:gd name="csX6" fmla="*/ 236 w 91360"/>
                  <a:gd name="csY6" fmla="*/ 45865 h 91359"/>
                  <a:gd name="csX7" fmla="*/ 13615 w 91360"/>
                  <a:gd name="csY7" fmla="*/ 78165 h 91359"/>
                  <a:gd name="csX8" fmla="*/ 45916 w 91360"/>
                  <a:gd name="csY8" fmla="*/ 9154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6" y="91545"/>
                    </a:moveTo>
                    <a:cubicBezTo>
                      <a:pt x="58031" y="91545"/>
                      <a:pt x="69651" y="86731"/>
                      <a:pt x="78217" y="78165"/>
                    </a:cubicBezTo>
                    <a:cubicBezTo>
                      <a:pt x="86783" y="69599"/>
                      <a:pt x="91596" y="57979"/>
                      <a:pt x="91596" y="45865"/>
                    </a:cubicBezTo>
                    <a:cubicBezTo>
                      <a:pt x="91596" y="33750"/>
                      <a:pt x="86783" y="22131"/>
                      <a:pt x="78217" y="13564"/>
                    </a:cubicBezTo>
                    <a:cubicBezTo>
                      <a:pt x="69651" y="4998"/>
                      <a:pt x="58031" y="185"/>
                      <a:pt x="45916" y="185"/>
                    </a:cubicBezTo>
                    <a:cubicBezTo>
                      <a:pt x="33801" y="185"/>
                      <a:pt x="22181" y="4998"/>
                      <a:pt x="13615" y="13564"/>
                    </a:cubicBezTo>
                    <a:cubicBezTo>
                      <a:pt x="5049" y="22131"/>
                      <a:pt x="236" y="33750"/>
                      <a:pt x="236" y="45865"/>
                    </a:cubicBezTo>
                    <a:cubicBezTo>
                      <a:pt x="236" y="57979"/>
                      <a:pt x="5049" y="69599"/>
                      <a:pt x="13615" y="78165"/>
                    </a:cubicBezTo>
                    <a:cubicBezTo>
                      <a:pt x="22181" y="86731"/>
                      <a:pt x="33801" y="91545"/>
                      <a:pt x="45916" y="9154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5" name="任意多边形: 形状 2734"/>
              <p:cNvSpPr/>
              <p:nvPr/>
            </p:nvSpPr>
            <p:spPr>
              <a:xfrm>
                <a:off x="19178554" y="21962152"/>
                <a:ext cx="180000" cy="180000"/>
              </a:xfrm>
              <a:custGeom>
                <a:avLst/>
                <a:gdLst>
                  <a:gd name="csX0" fmla="*/ 45902 w 91360"/>
                  <a:gd name="csY0" fmla="*/ 91484 h 91359"/>
                  <a:gd name="csX1" fmla="*/ 78202 w 91360"/>
                  <a:gd name="csY1" fmla="*/ 78104 h 91359"/>
                  <a:gd name="csX2" fmla="*/ 91582 w 91360"/>
                  <a:gd name="csY2" fmla="*/ 45804 h 91359"/>
                  <a:gd name="csX3" fmla="*/ 78202 w 91360"/>
                  <a:gd name="csY3" fmla="*/ 13504 h 91359"/>
                  <a:gd name="csX4" fmla="*/ 45902 w 91360"/>
                  <a:gd name="csY4" fmla="*/ 124 h 91359"/>
                  <a:gd name="csX5" fmla="*/ 13601 w 91360"/>
                  <a:gd name="csY5" fmla="*/ 13504 h 91359"/>
                  <a:gd name="csX6" fmla="*/ 221 w 91360"/>
                  <a:gd name="csY6" fmla="*/ 45804 h 91359"/>
                  <a:gd name="csX7" fmla="*/ 13601 w 91360"/>
                  <a:gd name="csY7" fmla="*/ 78104 h 91359"/>
                  <a:gd name="csX8" fmla="*/ 45902 w 91360"/>
                  <a:gd name="csY8" fmla="*/ 9148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484"/>
                    </a:moveTo>
                    <a:cubicBezTo>
                      <a:pt x="58016" y="91484"/>
                      <a:pt x="69636" y="86671"/>
                      <a:pt x="78202" y="78104"/>
                    </a:cubicBezTo>
                    <a:cubicBezTo>
                      <a:pt x="86769" y="69538"/>
                      <a:pt x="91582" y="57918"/>
                      <a:pt x="91582" y="45804"/>
                    </a:cubicBezTo>
                    <a:cubicBezTo>
                      <a:pt x="91582" y="33690"/>
                      <a:pt x="86769" y="22070"/>
                      <a:pt x="78202" y="13504"/>
                    </a:cubicBezTo>
                    <a:cubicBezTo>
                      <a:pt x="69636" y="4937"/>
                      <a:pt x="58016" y="124"/>
                      <a:pt x="45902" y="124"/>
                    </a:cubicBezTo>
                    <a:cubicBezTo>
                      <a:pt x="33787" y="124"/>
                      <a:pt x="22167" y="4937"/>
                      <a:pt x="13601" y="13504"/>
                    </a:cubicBezTo>
                    <a:cubicBezTo>
                      <a:pt x="5034" y="22070"/>
                      <a:pt x="221" y="33690"/>
                      <a:pt x="221" y="45804"/>
                    </a:cubicBezTo>
                    <a:cubicBezTo>
                      <a:pt x="221" y="57918"/>
                      <a:pt x="5034" y="69538"/>
                      <a:pt x="13601" y="78104"/>
                    </a:cubicBezTo>
                    <a:cubicBezTo>
                      <a:pt x="22167" y="86671"/>
                      <a:pt x="33787" y="91484"/>
                      <a:pt x="45902" y="9148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6" name="任意多边形: 形状 2735"/>
              <p:cNvSpPr/>
              <p:nvPr/>
            </p:nvSpPr>
            <p:spPr>
              <a:xfrm>
                <a:off x="17007220" y="23818527"/>
                <a:ext cx="180000" cy="180000"/>
              </a:xfrm>
              <a:custGeom>
                <a:avLst/>
                <a:gdLst>
                  <a:gd name="csX0" fmla="*/ 45834 w 91360"/>
                  <a:gd name="csY0" fmla="*/ 91541 h 91359"/>
                  <a:gd name="csX1" fmla="*/ 78135 w 91360"/>
                  <a:gd name="csY1" fmla="*/ 78162 h 91359"/>
                  <a:gd name="csX2" fmla="*/ 91515 w 91360"/>
                  <a:gd name="csY2" fmla="*/ 45861 h 91359"/>
                  <a:gd name="csX3" fmla="*/ 78135 w 91360"/>
                  <a:gd name="csY3" fmla="*/ 13561 h 91359"/>
                  <a:gd name="csX4" fmla="*/ 45834 w 91360"/>
                  <a:gd name="csY4" fmla="*/ 182 h 91359"/>
                  <a:gd name="csX5" fmla="*/ 13533 w 91360"/>
                  <a:gd name="csY5" fmla="*/ 13561 h 91359"/>
                  <a:gd name="csX6" fmla="*/ 154 w 91360"/>
                  <a:gd name="csY6" fmla="*/ 45861 h 91359"/>
                  <a:gd name="csX7" fmla="*/ 13533 w 91360"/>
                  <a:gd name="csY7" fmla="*/ 78162 h 91359"/>
                  <a:gd name="csX8" fmla="*/ 45834 w 91360"/>
                  <a:gd name="csY8" fmla="*/ 9154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4" y="91541"/>
                    </a:moveTo>
                    <a:cubicBezTo>
                      <a:pt x="57949" y="91541"/>
                      <a:pt x="69569" y="86728"/>
                      <a:pt x="78135" y="78162"/>
                    </a:cubicBezTo>
                    <a:cubicBezTo>
                      <a:pt x="86701" y="69596"/>
                      <a:pt x="91515" y="57976"/>
                      <a:pt x="91515" y="45861"/>
                    </a:cubicBezTo>
                    <a:cubicBezTo>
                      <a:pt x="91515" y="33747"/>
                      <a:pt x="86701" y="22127"/>
                      <a:pt x="78135" y="13561"/>
                    </a:cubicBezTo>
                    <a:cubicBezTo>
                      <a:pt x="69569" y="4995"/>
                      <a:pt x="57949" y="182"/>
                      <a:pt x="45834" y="182"/>
                    </a:cubicBezTo>
                    <a:cubicBezTo>
                      <a:pt x="33720" y="182"/>
                      <a:pt x="22100" y="4995"/>
                      <a:pt x="13533" y="13561"/>
                    </a:cubicBezTo>
                    <a:cubicBezTo>
                      <a:pt x="4967" y="22127"/>
                      <a:pt x="154" y="33747"/>
                      <a:pt x="154" y="45861"/>
                    </a:cubicBezTo>
                    <a:cubicBezTo>
                      <a:pt x="154" y="57976"/>
                      <a:pt x="4967" y="69596"/>
                      <a:pt x="13533" y="78162"/>
                    </a:cubicBezTo>
                    <a:cubicBezTo>
                      <a:pt x="22100" y="86728"/>
                      <a:pt x="33720" y="91541"/>
                      <a:pt x="45834" y="9154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7" name="任意多边形: 形状 2736"/>
              <p:cNvSpPr/>
              <p:nvPr/>
            </p:nvSpPr>
            <p:spPr>
              <a:xfrm>
                <a:off x="18272643" y="21713399"/>
                <a:ext cx="180000" cy="180000"/>
              </a:xfrm>
              <a:custGeom>
                <a:avLst/>
                <a:gdLst>
                  <a:gd name="csX0" fmla="*/ 45873 w 91360"/>
                  <a:gd name="csY0" fmla="*/ 91476 h 91359"/>
                  <a:gd name="csX1" fmla="*/ 78174 w 91360"/>
                  <a:gd name="csY1" fmla="*/ 78097 h 91359"/>
                  <a:gd name="csX2" fmla="*/ 91554 w 91360"/>
                  <a:gd name="csY2" fmla="*/ 45796 h 91359"/>
                  <a:gd name="csX3" fmla="*/ 78174 w 91360"/>
                  <a:gd name="csY3" fmla="*/ 13496 h 91359"/>
                  <a:gd name="csX4" fmla="*/ 45873 w 91360"/>
                  <a:gd name="csY4" fmla="*/ 117 h 91359"/>
                  <a:gd name="csX5" fmla="*/ 13573 w 91360"/>
                  <a:gd name="csY5" fmla="*/ 13496 h 91359"/>
                  <a:gd name="csX6" fmla="*/ 193 w 91360"/>
                  <a:gd name="csY6" fmla="*/ 45796 h 91359"/>
                  <a:gd name="csX7" fmla="*/ 13573 w 91360"/>
                  <a:gd name="csY7" fmla="*/ 78097 h 91359"/>
                  <a:gd name="csX8" fmla="*/ 45873 w 91360"/>
                  <a:gd name="csY8" fmla="*/ 9147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3" y="91476"/>
                    </a:moveTo>
                    <a:cubicBezTo>
                      <a:pt x="57988" y="91476"/>
                      <a:pt x="69608" y="86663"/>
                      <a:pt x="78174" y="78097"/>
                    </a:cubicBezTo>
                    <a:cubicBezTo>
                      <a:pt x="86741" y="69531"/>
                      <a:pt x="91554" y="57911"/>
                      <a:pt x="91554" y="45796"/>
                    </a:cubicBezTo>
                    <a:cubicBezTo>
                      <a:pt x="91554" y="33682"/>
                      <a:pt x="86741" y="22062"/>
                      <a:pt x="78174" y="13496"/>
                    </a:cubicBezTo>
                    <a:cubicBezTo>
                      <a:pt x="69608" y="4930"/>
                      <a:pt x="57988" y="117"/>
                      <a:pt x="45873" y="117"/>
                    </a:cubicBezTo>
                    <a:cubicBezTo>
                      <a:pt x="33759" y="117"/>
                      <a:pt x="22139" y="4930"/>
                      <a:pt x="13573" y="13496"/>
                    </a:cubicBezTo>
                    <a:cubicBezTo>
                      <a:pt x="5006" y="22062"/>
                      <a:pt x="193" y="33682"/>
                      <a:pt x="193" y="45796"/>
                    </a:cubicBezTo>
                    <a:cubicBezTo>
                      <a:pt x="193" y="57911"/>
                      <a:pt x="5006" y="69531"/>
                      <a:pt x="13573" y="78097"/>
                    </a:cubicBezTo>
                    <a:cubicBezTo>
                      <a:pt x="22139" y="86663"/>
                      <a:pt x="33759" y="91476"/>
                      <a:pt x="45873" y="9147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8" name="任意多边形: 形状 2737"/>
              <p:cNvSpPr/>
              <p:nvPr/>
            </p:nvSpPr>
            <p:spPr>
              <a:xfrm>
                <a:off x="16844370" y="23380323"/>
                <a:ext cx="180000" cy="180000"/>
              </a:xfrm>
              <a:custGeom>
                <a:avLst/>
                <a:gdLst>
                  <a:gd name="csX0" fmla="*/ 45829 w 91360"/>
                  <a:gd name="csY0" fmla="*/ 91528 h 91359"/>
                  <a:gd name="csX1" fmla="*/ 78130 w 91360"/>
                  <a:gd name="csY1" fmla="*/ 78148 h 91359"/>
                  <a:gd name="csX2" fmla="*/ 91510 w 91360"/>
                  <a:gd name="csY2" fmla="*/ 45848 h 91359"/>
                  <a:gd name="csX3" fmla="*/ 78130 w 91360"/>
                  <a:gd name="csY3" fmla="*/ 13547 h 91359"/>
                  <a:gd name="csX4" fmla="*/ 45829 w 91360"/>
                  <a:gd name="csY4" fmla="*/ 168 h 91359"/>
                  <a:gd name="csX5" fmla="*/ 13528 w 91360"/>
                  <a:gd name="csY5" fmla="*/ 13547 h 91359"/>
                  <a:gd name="csX6" fmla="*/ 149 w 91360"/>
                  <a:gd name="csY6" fmla="*/ 45848 h 91359"/>
                  <a:gd name="csX7" fmla="*/ 13528 w 91360"/>
                  <a:gd name="csY7" fmla="*/ 78148 h 91359"/>
                  <a:gd name="csX8" fmla="*/ 45829 w 91360"/>
                  <a:gd name="csY8" fmla="*/ 9152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9" y="91528"/>
                    </a:moveTo>
                    <a:cubicBezTo>
                      <a:pt x="57944" y="91528"/>
                      <a:pt x="69564" y="86714"/>
                      <a:pt x="78130" y="78148"/>
                    </a:cubicBezTo>
                    <a:cubicBezTo>
                      <a:pt x="86696" y="69582"/>
                      <a:pt x="91510" y="57962"/>
                      <a:pt x="91510" y="45848"/>
                    </a:cubicBezTo>
                    <a:cubicBezTo>
                      <a:pt x="91510" y="33733"/>
                      <a:pt x="86696" y="22114"/>
                      <a:pt x="78130" y="13547"/>
                    </a:cubicBezTo>
                    <a:cubicBezTo>
                      <a:pt x="69564" y="4981"/>
                      <a:pt x="57944" y="168"/>
                      <a:pt x="45829" y="168"/>
                    </a:cubicBezTo>
                    <a:cubicBezTo>
                      <a:pt x="33715" y="168"/>
                      <a:pt x="22095" y="4981"/>
                      <a:pt x="13528" y="13547"/>
                    </a:cubicBezTo>
                    <a:cubicBezTo>
                      <a:pt x="4962" y="22114"/>
                      <a:pt x="149" y="33733"/>
                      <a:pt x="149" y="45848"/>
                    </a:cubicBezTo>
                    <a:cubicBezTo>
                      <a:pt x="149" y="57962"/>
                      <a:pt x="4962" y="69582"/>
                      <a:pt x="13528" y="78148"/>
                    </a:cubicBezTo>
                    <a:cubicBezTo>
                      <a:pt x="22095" y="86714"/>
                      <a:pt x="33715" y="91528"/>
                      <a:pt x="45829" y="9152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39" name="任意多边形: 形状 2738"/>
              <p:cNvSpPr/>
              <p:nvPr/>
            </p:nvSpPr>
            <p:spPr>
              <a:xfrm>
                <a:off x="19067556" y="23268318"/>
                <a:ext cx="180000" cy="180000"/>
              </a:xfrm>
              <a:custGeom>
                <a:avLst/>
                <a:gdLst>
                  <a:gd name="csX0" fmla="*/ 45898 w 91360"/>
                  <a:gd name="csY0" fmla="*/ 91524 h 91359"/>
                  <a:gd name="csX1" fmla="*/ 78199 w 91360"/>
                  <a:gd name="csY1" fmla="*/ 78145 h 91359"/>
                  <a:gd name="csX2" fmla="*/ 91578 w 91360"/>
                  <a:gd name="csY2" fmla="*/ 45844 h 91359"/>
                  <a:gd name="csX3" fmla="*/ 78199 w 91360"/>
                  <a:gd name="csY3" fmla="*/ 13544 h 91359"/>
                  <a:gd name="csX4" fmla="*/ 45898 w 91360"/>
                  <a:gd name="csY4" fmla="*/ 165 h 91359"/>
                  <a:gd name="csX5" fmla="*/ 13597 w 91360"/>
                  <a:gd name="csY5" fmla="*/ 13544 h 91359"/>
                  <a:gd name="csX6" fmla="*/ 218 w 91360"/>
                  <a:gd name="csY6" fmla="*/ 45844 h 91359"/>
                  <a:gd name="csX7" fmla="*/ 13597 w 91360"/>
                  <a:gd name="csY7" fmla="*/ 78145 h 91359"/>
                  <a:gd name="csX8" fmla="*/ 45898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8" y="91524"/>
                    </a:moveTo>
                    <a:cubicBezTo>
                      <a:pt x="58013" y="91524"/>
                      <a:pt x="69633" y="86711"/>
                      <a:pt x="78199" y="78145"/>
                    </a:cubicBezTo>
                    <a:cubicBezTo>
                      <a:pt x="86765" y="69579"/>
                      <a:pt x="91578" y="57959"/>
                      <a:pt x="91578" y="45844"/>
                    </a:cubicBezTo>
                    <a:cubicBezTo>
                      <a:pt x="91578" y="33730"/>
                      <a:pt x="86765" y="22110"/>
                      <a:pt x="78199" y="13544"/>
                    </a:cubicBezTo>
                    <a:cubicBezTo>
                      <a:pt x="69633" y="4978"/>
                      <a:pt x="58013" y="165"/>
                      <a:pt x="45898" y="165"/>
                    </a:cubicBezTo>
                    <a:cubicBezTo>
                      <a:pt x="33784" y="165"/>
                      <a:pt x="22164" y="4978"/>
                      <a:pt x="13597" y="13544"/>
                    </a:cubicBezTo>
                    <a:cubicBezTo>
                      <a:pt x="5031" y="22110"/>
                      <a:pt x="218" y="33730"/>
                      <a:pt x="218" y="45844"/>
                    </a:cubicBezTo>
                    <a:cubicBezTo>
                      <a:pt x="218" y="57959"/>
                      <a:pt x="5031" y="69579"/>
                      <a:pt x="13597" y="78145"/>
                    </a:cubicBezTo>
                    <a:cubicBezTo>
                      <a:pt x="22164" y="86711"/>
                      <a:pt x="33784" y="91524"/>
                      <a:pt x="45898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0" name="任意多边形: 形状 2739"/>
              <p:cNvSpPr/>
              <p:nvPr/>
            </p:nvSpPr>
            <p:spPr>
              <a:xfrm>
                <a:off x="18796465" y="23640650"/>
                <a:ext cx="180000" cy="180000"/>
              </a:xfrm>
              <a:custGeom>
                <a:avLst/>
                <a:gdLst>
                  <a:gd name="csX0" fmla="*/ 45890 w 91360"/>
                  <a:gd name="csY0" fmla="*/ 91536 h 91359"/>
                  <a:gd name="csX1" fmla="*/ 78190 w 91360"/>
                  <a:gd name="csY1" fmla="*/ 78156 h 91359"/>
                  <a:gd name="csX2" fmla="*/ 91570 w 91360"/>
                  <a:gd name="csY2" fmla="*/ 45856 h 91359"/>
                  <a:gd name="csX3" fmla="*/ 78190 w 91360"/>
                  <a:gd name="csY3" fmla="*/ 13556 h 91359"/>
                  <a:gd name="csX4" fmla="*/ 45890 w 91360"/>
                  <a:gd name="csY4" fmla="*/ 176 h 91359"/>
                  <a:gd name="csX5" fmla="*/ 13589 w 91360"/>
                  <a:gd name="csY5" fmla="*/ 13556 h 91359"/>
                  <a:gd name="csX6" fmla="*/ 209 w 91360"/>
                  <a:gd name="csY6" fmla="*/ 45856 h 91359"/>
                  <a:gd name="csX7" fmla="*/ 13589 w 91360"/>
                  <a:gd name="csY7" fmla="*/ 78156 h 91359"/>
                  <a:gd name="csX8" fmla="*/ 45890 w 91360"/>
                  <a:gd name="csY8" fmla="*/ 9153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536"/>
                    </a:moveTo>
                    <a:cubicBezTo>
                      <a:pt x="58004" y="91536"/>
                      <a:pt x="69624" y="86723"/>
                      <a:pt x="78190" y="78156"/>
                    </a:cubicBezTo>
                    <a:cubicBezTo>
                      <a:pt x="86757" y="69590"/>
                      <a:pt x="91570" y="57970"/>
                      <a:pt x="91570" y="45856"/>
                    </a:cubicBezTo>
                    <a:cubicBezTo>
                      <a:pt x="91570" y="33742"/>
                      <a:pt x="86757" y="22122"/>
                      <a:pt x="78190" y="13556"/>
                    </a:cubicBezTo>
                    <a:cubicBezTo>
                      <a:pt x="69624" y="4989"/>
                      <a:pt x="58004" y="176"/>
                      <a:pt x="45890" y="176"/>
                    </a:cubicBezTo>
                    <a:cubicBezTo>
                      <a:pt x="33775" y="176"/>
                      <a:pt x="22155" y="4989"/>
                      <a:pt x="13589" y="13556"/>
                    </a:cubicBezTo>
                    <a:cubicBezTo>
                      <a:pt x="5023" y="22122"/>
                      <a:pt x="209" y="33742"/>
                      <a:pt x="209" y="45856"/>
                    </a:cubicBezTo>
                    <a:cubicBezTo>
                      <a:pt x="209" y="57970"/>
                      <a:pt x="5023" y="69590"/>
                      <a:pt x="13589" y="78156"/>
                    </a:cubicBezTo>
                    <a:cubicBezTo>
                      <a:pt x="22155" y="86723"/>
                      <a:pt x="33775" y="91536"/>
                      <a:pt x="45890" y="9153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1" name="任意多边形: 形状 2740"/>
              <p:cNvSpPr/>
              <p:nvPr/>
            </p:nvSpPr>
            <p:spPr>
              <a:xfrm>
                <a:off x="18666542" y="22295990"/>
                <a:ext cx="180000" cy="180000"/>
              </a:xfrm>
              <a:custGeom>
                <a:avLst/>
                <a:gdLst>
                  <a:gd name="csX0" fmla="*/ 45886 w 91360"/>
                  <a:gd name="csY0" fmla="*/ 91494 h 91359"/>
                  <a:gd name="csX1" fmla="*/ 78186 w 91360"/>
                  <a:gd name="csY1" fmla="*/ 78115 h 91359"/>
                  <a:gd name="csX2" fmla="*/ 91566 w 91360"/>
                  <a:gd name="csY2" fmla="*/ 45814 h 91359"/>
                  <a:gd name="csX3" fmla="*/ 78186 w 91360"/>
                  <a:gd name="csY3" fmla="*/ 13514 h 91359"/>
                  <a:gd name="csX4" fmla="*/ 45886 w 91360"/>
                  <a:gd name="csY4" fmla="*/ 135 h 91359"/>
                  <a:gd name="csX5" fmla="*/ 13585 w 91360"/>
                  <a:gd name="csY5" fmla="*/ 13514 h 91359"/>
                  <a:gd name="csX6" fmla="*/ 205 w 91360"/>
                  <a:gd name="csY6" fmla="*/ 45814 h 91359"/>
                  <a:gd name="csX7" fmla="*/ 13585 w 91360"/>
                  <a:gd name="csY7" fmla="*/ 78115 h 91359"/>
                  <a:gd name="csX8" fmla="*/ 45886 w 91360"/>
                  <a:gd name="csY8" fmla="*/ 9149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494"/>
                    </a:moveTo>
                    <a:cubicBezTo>
                      <a:pt x="58000" y="91494"/>
                      <a:pt x="69620" y="86681"/>
                      <a:pt x="78186" y="78115"/>
                    </a:cubicBezTo>
                    <a:cubicBezTo>
                      <a:pt x="86753" y="69549"/>
                      <a:pt x="91566" y="57929"/>
                      <a:pt x="91566" y="45814"/>
                    </a:cubicBezTo>
                    <a:cubicBezTo>
                      <a:pt x="91566" y="33700"/>
                      <a:pt x="86753" y="22080"/>
                      <a:pt x="78186" y="13514"/>
                    </a:cubicBezTo>
                    <a:cubicBezTo>
                      <a:pt x="69620" y="4948"/>
                      <a:pt x="58000" y="135"/>
                      <a:pt x="45886" y="135"/>
                    </a:cubicBezTo>
                    <a:cubicBezTo>
                      <a:pt x="33771" y="135"/>
                      <a:pt x="22151" y="4948"/>
                      <a:pt x="13585" y="13514"/>
                    </a:cubicBezTo>
                    <a:cubicBezTo>
                      <a:pt x="5019" y="22080"/>
                      <a:pt x="205" y="33700"/>
                      <a:pt x="205" y="45814"/>
                    </a:cubicBezTo>
                    <a:cubicBezTo>
                      <a:pt x="205" y="57929"/>
                      <a:pt x="5019" y="69549"/>
                      <a:pt x="13585" y="78115"/>
                    </a:cubicBezTo>
                    <a:cubicBezTo>
                      <a:pt x="22151" y="86681"/>
                      <a:pt x="33771" y="91494"/>
                      <a:pt x="45886" y="9149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2" name="任意多边形: 形状 2741"/>
              <p:cNvSpPr/>
              <p:nvPr/>
            </p:nvSpPr>
            <p:spPr>
              <a:xfrm>
                <a:off x="18838101" y="22073550"/>
                <a:ext cx="180000" cy="180000"/>
              </a:xfrm>
              <a:custGeom>
                <a:avLst/>
                <a:gdLst>
                  <a:gd name="csX0" fmla="*/ 45891 w 91360"/>
                  <a:gd name="csY0" fmla="*/ 91487 h 91359"/>
                  <a:gd name="csX1" fmla="*/ 78192 w 91360"/>
                  <a:gd name="csY1" fmla="*/ 78108 h 91359"/>
                  <a:gd name="csX2" fmla="*/ 91571 w 91360"/>
                  <a:gd name="csY2" fmla="*/ 45807 h 91359"/>
                  <a:gd name="csX3" fmla="*/ 78192 w 91360"/>
                  <a:gd name="csY3" fmla="*/ 13507 h 91359"/>
                  <a:gd name="csX4" fmla="*/ 45891 w 91360"/>
                  <a:gd name="csY4" fmla="*/ 128 h 91359"/>
                  <a:gd name="csX5" fmla="*/ 13590 w 91360"/>
                  <a:gd name="csY5" fmla="*/ 13507 h 91359"/>
                  <a:gd name="csX6" fmla="*/ 211 w 91360"/>
                  <a:gd name="csY6" fmla="*/ 45807 h 91359"/>
                  <a:gd name="csX7" fmla="*/ 13590 w 91360"/>
                  <a:gd name="csY7" fmla="*/ 78108 h 91359"/>
                  <a:gd name="csX8" fmla="*/ 45891 w 91360"/>
                  <a:gd name="csY8" fmla="*/ 9148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487"/>
                    </a:moveTo>
                    <a:cubicBezTo>
                      <a:pt x="58006" y="91487"/>
                      <a:pt x="69626" y="86674"/>
                      <a:pt x="78192" y="78108"/>
                    </a:cubicBezTo>
                    <a:cubicBezTo>
                      <a:pt x="86758" y="69542"/>
                      <a:pt x="91571" y="57922"/>
                      <a:pt x="91571" y="45807"/>
                    </a:cubicBezTo>
                    <a:cubicBezTo>
                      <a:pt x="91571" y="33693"/>
                      <a:pt x="86758" y="22073"/>
                      <a:pt x="78192" y="13507"/>
                    </a:cubicBezTo>
                    <a:cubicBezTo>
                      <a:pt x="69626" y="4941"/>
                      <a:pt x="58006" y="128"/>
                      <a:pt x="45891" y="128"/>
                    </a:cubicBezTo>
                    <a:cubicBezTo>
                      <a:pt x="33776" y="128"/>
                      <a:pt x="22156" y="4941"/>
                      <a:pt x="13590" y="13507"/>
                    </a:cubicBezTo>
                    <a:cubicBezTo>
                      <a:pt x="5024" y="22073"/>
                      <a:pt x="211" y="33693"/>
                      <a:pt x="211" y="45807"/>
                    </a:cubicBezTo>
                    <a:cubicBezTo>
                      <a:pt x="211" y="57922"/>
                      <a:pt x="5024" y="69542"/>
                      <a:pt x="13590" y="78108"/>
                    </a:cubicBezTo>
                    <a:cubicBezTo>
                      <a:pt x="22156" y="86674"/>
                      <a:pt x="33776" y="91487"/>
                      <a:pt x="45891" y="9148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3" name="任意多边形: 形状 2742"/>
              <p:cNvSpPr/>
              <p:nvPr/>
            </p:nvSpPr>
            <p:spPr>
              <a:xfrm>
                <a:off x="18953774" y="23567536"/>
                <a:ext cx="180000" cy="180000"/>
              </a:xfrm>
              <a:custGeom>
                <a:avLst/>
                <a:gdLst>
                  <a:gd name="csX0" fmla="*/ 45895 w 91360"/>
                  <a:gd name="csY0" fmla="*/ 91533 h 91359"/>
                  <a:gd name="csX1" fmla="*/ 78195 w 91360"/>
                  <a:gd name="csY1" fmla="*/ 78154 h 91359"/>
                  <a:gd name="csX2" fmla="*/ 91575 w 91360"/>
                  <a:gd name="csY2" fmla="*/ 45854 h 91359"/>
                  <a:gd name="csX3" fmla="*/ 78195 w 91360"/>
                  <a:gd name="csY3" fmla="*/ 13553 h 91359"/>
                  <a:gd name="csX4" fmla="*/ 45895 w 91360"/>
                  <a:gd name="csY4" fmla="*/ 174 h 91359"/>
                  <a:gd name="csX5" fmla="*/ 13594 w 91360"/>
                  <a:gd name="csY5" fmla="*/ 13553 h 91359"/>
                  <a:gd name="csX6" fmla="*/ 214 w 91360"/>
                  <a:gd name="csY6" fmla="*/ 45854 h 91359"/>
                  <a:gd name="csX7" fmla="*/ 13594 w 91360"/>
                  <a:gd name="csY7" fmla="*/ 78154 h 91359"/>
                  <a:gd name="csX8" fmla="*/ 45895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5" y="91533"/>
                    </a:moveTo>
                    <a:cubicBezTo>
                      <a:pt x="58009" y="91533"/>
                      <a:pt x="69629" y="86720"/>
                      <a:pt x="78195" y="78154"/>
                    </a:cubicBezTo>
                    <a:cubicBezTo>
                      <a:pt x="86762" y="69588"/>
                      <a:pt x="91575" y="57968"/>
                      <a:pt x="91575" y="45854"/>
                    </a:cubicBezTo>
                    <a:cubicBezTo>
                      <a:pt x="91575" y="33739"/>
                      <a:pt x="86762" y="22119"/>
                      <a:pt x="78195" y="13553"/>
                    </a:cubicBezTo>
                    <a:cubicBezTo>
                      <a:pt x="69629" y="4987"/>
                      <a:pt x="58009" y="174"/>
                      <a:pt x="45895" y="174"/>
                    </a:cubicBezTo>
                    <a:cubicBezTo>
                      <a:pt x="33780" y="174"/>
                      <a:pt x="22160" y="4987"/>
                      <a:pt x="13594" y="13553"/>
                    </a:cubicBezTo>
                    <a:cubicBezTo>
                      <a:pt x="5027" y="22119"/>
                      <a:pt x="214" y="33739"/>
                      <a:pt x="214" y="45854"/>
                    </a:cubicBezTo>
                    <a:cubicBezTo>
                      <a:pt x="214" y="57968"/>
                      <a:pt x="5027" y="69588"/>
                      <a:pt x="13594" y="78154"/>
                    </a:cubicBezTo>
                    <a:cubicBezTo>
                      <a:pt x="22160" y="86720"/>
                      <a:pt x="33780" y="91533"/>
                      <a:pt x="45895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4" name="任意多边形: 形状 2743"/>
              <p:cNvSpPr/>
              <p:nvPr/>
            </p:nvSpPr>
            <p:spPr>
              <a:xfrm>
                <a:off x="19208805" y="24399234"/>
                <a:ext cx="180000" cy="180000"/>
              </a:xfrm>
              <a:custGeom>
                <a:avLst/>
                <a:gdLst>
                  <a:gd name="csX0" fmla="*/ 45902 w 91360"/>
                  <a:gd name="csY0" fmla="*/ 91559 h 91359"/>
                  <a:gd name="csX1" fmla="*/ 78203 w 91360"/>
                  <a:gd name="csY1" fmla="*/ 78180 h 91359"/>
                  <a:gd name="csX2" fmla="*/ 91583 w 91360"/>
                  <a:gd name="csY2" fmla="*/ 45879 h 91359"/>
                  <a:gd name="csX3" fmla="*/ 78203 w 91360"/>
                  <a:gd name="csY3" fmla="*/ 13579 h 91359"/>
                  <a:gd name="csX4" fmla="*/ 45902 w 91360"/>
                  <a:gd name="csY4" fmla="*/ 200 h 91359"/>
                  <a:gd name="csX5" fmla="*/ 13602 w 91360"/>
                  <a:gd name="csY5" fmla="*/ 13579 h 91359"/>
                  <a:gd name="csX6" fmla="*/ 222 w 91360"/>
                  <a:gd name="csY6" fmla="*/ 45879 h 91359"/>
                  <a:gd name="csX7" fmla="*/ 13602 w 91360"/>
                  <a:gd name="csY7" fmla="*/ 78180 h 91359"/>
                  <a:gd name="csX8" fmla="*/ 45902 w 91360"/>
                  <a:gd name="csY8" fmla="*/ 9155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59"/>
                    </a:moveTo>
                    <a:cubicBezTo>
                      <a:pt x="58017" y="91559"/>
                      <a:pt x="69637" y="86746"/>
                      <a:pt x="78203" y="78180"/>
                    </a:cubicBezTo>
                    <a:cubicBezTo>
                      <a:pt x="86770" y="69614"/>
                      <a:pt x="91583" y="57994"/>
                      <a:pt x="91583" y="45879"/>
                    </a:cubicBezTo>
                    <a:cubicBezTo>
                      <a:pt x="91583" y="33765"/>
                      <a:pt x="86770" y="22145"/>
                      <a:pt x="78203" y="13579"/>
                    </a:cubicBezTo>
                    <a:cubicBezTo>
                      <a:pt x="69637" y="5013"/>
                      <a:pt x="58017" y="200"/>
                      <a:pt x="45902" y="200"/>
                    </a:cubicBezTo>
                    <a:cubicBezTo>
                      <a:pt x="33788" y="200"/>
                      <a:pt x="22168" y="5013"/>
                      <a:pt x="13602" y="13579"/>
                    </a:cubicBezTo>
                    <a:cubicBezTo>
                      <a:pt x="5035" y="22145"/>
                      <a:pt x="222" y="33765"/>
                      <a:pt x="222" y="45879"/>
                    </a:cubicBezTo>
                    <a:cubicBezTo>
                      <a:pt x="222" y="57994"/>
                      <a:pt x="5035" y="69614"/>
                      <a:pt x="13602" y="78180"/>
                    </a:cubicBezTo>
                    <a:cubicBezTo>
                      <a:pt x="22168" y="86746"/>
                      <a:pt x="33788" y="91559"/>
                      <a:pt x="45902" y="9155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5" name="任意多边形: 形状 2744"/>
              <p:cNvSpPr/>
              <p:nvPr/>
            </p:nvSpPr>
            <p:spPr>
              <a:xfrm>
                <a:off x="19146466" y="21902529"/>
                <a:ext cx="180000" cy="180000"/>
              </a:xfrm>
              <a:custGeom>
                <a:avLst/>
                <a:gdLst>
                  <a:gd name="csX0" fmla="*/ 45901 w 91360"/>
                  <a:gd name="csY0" fmla="*/ 91482 h 91359"/>
                  <a:gd name="csX1" fmla="*/ 78201 w 91360"/>
                  <a:gd name="csY1" fmla="*/ 78103 h 91359"/>
                  <a:gd name="csX2" fmla="*/ 91581 w 91360"/>
                  <a:gd name="csY2" fmla="*/ 45802 h 91359"/>
                  <a:gd name="csX3" fmla="*/ 78201 w 91360"/>
                  <a:gd name="csY3" fmla="*/ 13502 h 91359"/>
                  <a:gd name="csX4" fmla="*/ 45901 w 91360"/>
                  <a:gd name="csY4" fmla="*/ 122 h 91359"/>
                  <a:gd name="csX5" fmla="*/ 13600 w 91360"/>
                  <a:gd name="csY5" fmla="*/ 13502 h 91359"/>
                  <a:gd name="csX6" fmla="*/ 220 w 91360"/>
                  <a:gd name="csY6" fmla="*/ 45802 h 91359"/>
                  <a:gd name="csX7" fmla="*/ 13600 w 91360"/>
                  <a:gd name="csY7" fmla="*/ 78103 h 91359"/>
                  <a:gd name="csX8" fmla="*/ 45901 w 91360"/>
                  <a:gd name="csY8" fmla="*/ 9148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1" y="91482"/>
                    </a:moveTo>
                    <a:cubicBezTo>
                      <a:pt x="58015" y="91482"/>
                      <a:pt x="69635" y="86669"/>
                      <a:pt x="78201" y="78103"/>
                    </a:cubicBezTo>
                    <a:cubicBezTo>
                      <a:pt x="86768" y="69536"/>
                      <a:pt x="91581" y="57917"/>
                      <a:pt x="91581" y="45802"/>
                    </a:cubicBezTo>
                    <a:cubicBezTo>
                      <a:pt x="91581" y="33688"/>
                      <a:pt x="86768" y="22068"/>
                      <a:pt x="78201" y="13502"/>
                    </a:cubicBezTo>
                    <a:cubicBezTo>
                      <a:pt x="69635" y="4936"/>
                      <a:pt x="58015" y="122"/>
                      <a:pt x="45901" y="122"/>
                    </a:cubicBezTo>
                    <a:cubicBezTo>
                      <a:pt x="33786" y="122"/>
                      <a:pt x="22166" y="4936"/>
                      <a:pt x="13600" y="13502"/>
                    </a:cubicBezTo>
                    <a:cubicBezTo>
                      <a:pt x="5033" y="22068"/>
                      <a:pt x="220" y="33688"/>
                      <a:pt x="220" y="45802"/>
                    </a:cubicBezTo>
                    <a:cubicBezTo>
                      <a:pt x="220" y="57917"/>
                      <a:pt x="5033" y="69536"/>
                      <a:pt x="13600" y="78103"/>
                    </a:cubicBezTo>
                    <a:cubicBezTo>
                      <a:pt x="22166" y="86669"/>
                      <a:pt x="33786" y="91482"/>
                      <a:pt x="45901" y="9148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6" name="任意多边形: 形状 2745"/>
              <p:cNvSpPr/>
              <p:nvPr/>
            </p:nvSpPr>
            <p:spPr>
              <a:xfrm>
                <a:off x="18646644" y="22041758"/>
                <a:ext cx="180000" cy="180000"/>
              </a:xfrm>
              <a:custGeom>
                <a:avLst/>
                <a:gdLst>
                  <a:gd name="csX0" fmla="*/ 45885 w 91360"/>
                  <a:gd name="csY0" fmla="*/ 91486 h 91359"/>
                  <a:gd name="csX1" fmla="*/ 78186 w 91360"/>
                  <a:gd name="csY1" fmla="*/ 78107 h 91359"/>
                  <a:gd name="csX2" fmla="*/ 91565 w 91360"/>
                  <a:gd name="csY2" fmla="*/ 45806 h 91359"/>
                  <a:gd name="csX3" fmla="*/ 78186 w 91360"/>
                  <a:gd name="csY3" fmla="*/ 13506 h 91359"/>
                  <a:gd name="csX4" fmla="*/ 45885 w 91360"/>
                  <a:gd name="csY4" fmla="*/ 127 h 91359"/>
                  <a:gd name="csX5" fmla="*/ 13584 w 91360"/>
                  <a:gd name="csY5" fmla="*/ 13506 h 91359"/>
                  <a:gd name="csX6" fmla="*/ 205 w 91360"/>
                  <a:gd name="csY6" fmla="*/ 45806 h 91359"/>
                  <a:gd name="csX7" fmla="*/ 13584 w 91360"/>
                  <a:gd name="csY7" fmla="*/ 78107 h 91359"/>
                  <a:gd name="csX8" fmla="*/ 45885 w 91360"/>
                  <a:gd name="csY8" fmla="*/ 9148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486"/>
                    </a:moveTo>
                    <a:cubicBezTo>
                      <a:pt x="58000" y="91486"/>
                      <a:pt x="69620" y="86673"/>
                      <a:pt x="78186" y="78107"/>
                    </a:cubicBezTo>
                    <a:cubicBezTo>
                      <a:pt x="86752" y="69541"/>
                      <a:pt x="91565" y="57921"/>
                      <a:pt x="91565" y="45806"/>
                    </a:cubicBezTo>
                    <a:cubicBezTo>
                      <a:pt x="91565" y="33692"/>
                      <a:pt x="86752" y="22072"/>
                      <a:pt x="78186" y="13506"/>
                    </a:cubicBezTo>
                    <a:cubicBezTo>
                      <a:pt x="69620" y="4940"/>
                      <a:pt x="58000" y="127"/>
                      <a:pt x="45885" y="127"/>
                    </a:cubicBezTo>
                    <a:cubicBezTo>
                      <a:pt x="33771" y="127"/>
                      <a:pt x="22151" y="4940"/>
                      <a:pt x="13584" y="13506"/>
                    </a:cubicBezTo>
                    <a:cubicBezTo>
                      <a:pt x="5018" y="22072"/>
                      <a:pt x="205" y="33692"/>
                      <a:pt x="205" y="45806"/>
                    </a:cubicBezTo>
                    <a:cubicBezTo>
                      <a:pt x="205" y="57921"/>
                      <a:pt x="5018" y="69541"/>
                      <a:pt x="13584" y="78107"/>
                    </a:cubicBezTo>
                    <a:cubicBezTo>
                      <a:pt x="22151" y="86673"/>
                      <a:pt x="33771" y="91486"/>
                      <a:pt x="45885" y="9148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7" name="任意多边形: 形状 2746"/>
              <p:cNvSpPr/>
              <p:nvPr/>
            </p:nvSpPr>
            <p:spPr>
              <a:xfrm>
                <a:off x="18040211" y="21960598"/>
                <a:ext cx="180000" cy="180000"/>
              </a:xfrm>
              <a:custGeom>
                <a:avLst/>
                <a:gdLst>
                  <a:gd name="csX0" fmla="*/ 45866 w 91360"/>
                  <a:gd name="csY0" fmla="*/ 91484 h 91359"/>
                  <a:gd name="csX1" fmla="*/ 78167 w 91360"/>
                  <a:gd name="csY1" fmla="*/ 78104 h 91359"/>
                  <a:gd name="csX2" fmla="*/ 91547 w 91360"/>
                  <a:gd name="csY2" fmla="*/ 45804 h 91359"/>
                  <a:gd name="csX3" fmla="*/ 78167 w 91360"/>
                  <a:gd name="csY3" fmla="*/ 13504 h 91359"/>
                  <a:gd name="csX4" fmla="*/ 45866 w 91360"/>
                  <a:gd name="csY4" fmla="*/ 124 h 91359"/>
                  <a:gd name="csX5" fmla="*/ 13565 w 91360"/>
                  <a:gd name="csY5" fmla="*/ 13504 h 91359"/>
                  <a:gd name="csX6" fmla="*/ 186 w 91360"/>
                  <a:gd name="csY6" fmla="*/ 45804 h 91359"/>
                  <a:gd name="csX7" fmla="*/ 13565 w 91360"/>
                  <a:gd name="csY7" fmla="*/ 78104 h 91359"/>
                  <a:gd name="csX8" fmla="*/ 45866 w 91360"/>
                  <a:gd name="csY8" fmla="*/ 9148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484"/>
                    </a:moveTo>
                    <a:cubicBezTo>
                      <a:pt x="57981" y="91484"/>
                      <a:pt x="69601" y="86671"/>
                      <a:pt x="78167" y="78104"/>
                    </a:cubicBezTo>
                    <a:cubicBezTo>
                      <a:pt x="86733" y="69538"/>
                      <a:pt x="91547" y="57918"/>
                      <a:pt x="91547" y="45804"/>
                    </a:cubicBezTo>
                    <a:cubicBezTo>
                      <a:pt x="91547" y="33690"/>
                      <a:pt x="86733" y="22070"/>
                      <a:pt x="78167" y="13504"/>
                    </a:cubicBezTo>
                    <a:cubicBezTo>
                      <a:pt x="69601" y="4937"/>
                      <a:pt x="57981" y="124"/>
                      <a:pt x="45866" y="124"/>
                    </a:cubicBezTo>
                    <a:cubicBezTo>
                      <a:pt x="33752" y="124"/>
                      <a:pt x="22132" y="4937"/>
                      <a:pt x="13565" y="13504"/>
                    </a:cubicBezTo>
                    <a:cubicBezTo>
                      <a:pt x="4999" y="22070"/>
                      <a:pt x="186" y="33690"/>
                      <a:pt x="186" y="45804"/>
                    </a:cubicBezTo>
                    <a:cubicBezTo>
                      <a:pt x="186" y="57918"/>
                      <a:pt x="4999" y="69538"/>
                      <a:pt x="13565" y="78104"/>
                    </a:cubicBezTo>
                    <a:cubicBezTo>
                      <a:pt x="22132" y="86671"/>
                      <a:pt x="33752" y="91484"/>
                      <a:pt x="45866" y="9148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8" name="任意多边形: 形状 2747"/>
              <p:cNvSpPr/>
              <p:nvPr/>
            </p:nvSpPr>
            <p:spPr>
              <a:xfrm>
                <a:off x="18754211" y="24018618"/>
                <a:ext cx="180000" cy="180000"/>
              </a:xfrm>
              <a:custGeom>
                <a:avLst/>
                <a:gdLst>
                  <a:gd name="csX0" fmla="*/ 45888 w 91360"/>
                  <a:gd name="csY0" fmla="*/ 91547 h 91359"/>
                  <a:gd name="csX1" fmla="*/ 78189 w 91360"/>
                  <a:gd name="csY1" fmla="*/ 78168 h 91359"/>
                  <a:gd name="csX2" fmla="*/ 91569 w 91360"/>
                  <a:gd name="csY2" fmla="*/ 45868 h 91359"/>
                  <a:gd name="csX3" fmla="*/ 78189 w 91360"/>
                  <a:gd name="csY3" fmla="*/ 13567 h 91359"/>
                  <a:gd name="csX4" fmla="*/ 45888 w 91360"/>
                  <a:gd name="csY4" fmla="*/ 188 h 91359"/>
                  <a:gd name="csX5" fmla="*/ 13588 w 91360"/>
                  <a:gd name="csY5" fmla="*/ 13567 h 91359"/>
                  <a:gd name="csX6" fmla="*/ 208 w 91360"/>
                  <a:gd name="csY6" fmla="*/ 45868 h 91359"/>
                  <a:gd name="csX7" fmla="*/ 13588 w 91360"/>
                  <a:gd name="csY7" fmla="*/ 78168 h 91359"/>
                  <a:gd name="csX8" fmla="*/ 45888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47"/>
                    </a:moveTo>
                    <a:cubicBezTo>
                      <a:pt x="58003" y="91547"/>
                      <a:pt x="69623" y="86734"/>
                      <a:pt x="78189" y="78168"/>
                    </a:cubicBezTo>
                    <a:cubicBezTo>
                      <a:pt x="86755" y="69602"/>
                      <a:pt x="91569" y="57982"/>
                      <a:pt x="91569" y="45868"/>
                    </a:cubicBezTo>
                    <a:cubicBezTo>
                      <a:pt x="91569" y="33753"/>
                      <a:pt x="86755" y="22133"/>
                      <a:pt x="78189" y="13567"/>
                    </a:cubicBezTo>
                    <a:cubicBezTo>
                      <a:pt x="69623" y="5001"/>
                      <a:pt x="58003" y="188"/>
                      <a:pt x="45888" y="188"/>
                    </a:cubicBezTo>
                    <a:cubicBezTo>
                      <a:pt x="33774" y="188"/>
                      <a:pt x="22154" y="5001"/>
                      <a:pt x="13588" y="13567"/>
                    </a:cubicBezTo>
                    <a:cubicBezTo>
                      <a:pt x="5021" y="22133"/>
                      <a:pt x="208" y="33753"/>
                      <a:pt x="208" y="45868"/>
                    </a:cubicBezTo>
                    <a:cubicBezTo>
                      <a:pt x="208" y="57982"/>
                      <a:pt x="5021" y="69602"/>
                      <a:pt x="13588" y="78168"/>
                    </a:cubicBezTo>
                    <a:cubicBezTo>
                      <a:pt x="22154" y="86734"/>
                      <a:pt x="33774" y="91547"/>
                      <a:pt x="45888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49" name="任意多边形: 形状 2748"/>
              <p:cNvSpPr/>
              <p:nvPr/>
            </p:nvSpPr>
            <p:spPr>
              <a:xfrm>
                <a:off x="17207590" y="23311317"/>
                <a:ext cx="180000" cy="180000"/>
              </a:xfrm>
              <a:custGeom>
                <a:avLst/>
                <a:gdLst>
                  <a:gd name="csX0" fmla="*/ 45841 w 91360"/>
                  <a:gd name="csY0" fmla="*/ 91525 h 91359"/>
                  <a:gd name="csX1" fmla="*/ 78141 w 91360"/>
                  <a:gd name="csY1" fmla="*/ 78146 h 91359"/>
                  <a:gd name="csX2" fmla="*/ 91521 w 91360"/>
                  <a:gd name="csY2" fmla="*/ 45846 h 91359"/>
                  <a:gd name="csX3" fmla="*/ 78141 w 91360"/>
                  <a:gd name="csY3" fmla="*/ 13545 h 91359"/>
                  <a:gd name="csX4" fmla="*/ 45841 w 91360"/>
                  <a:gd name="csY4" fmla="*/ 166 h 91359"/>
                  <a:gd name="csX5" fmla="*/ 13540 w 91360"/>
                  <a:gd name="csY5" fmla="*/ 13545 h 91359"/>
                  <a:gd name="csX6" fmla="*/ 160 w 91360"/>
                  <a:gd name="csY6" fmla="*/ 45846 h 91359"/>
                  <a:gd name="csX7" fmla="*/ 13540 w 91360"/>
                  <a:gd name="csY7" fmla="*/ 78146 h 91359"/>
                  <a:gd name="csX8" fmla="*/ 45841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1" y="91525"/>
                    </a:moveTo>
                    <a:cubicBezTo>
                      <a:pt x="57955" y="91525"/>
                      <a:pt x="69575" y="86712"/>
                      <a:pt x="78141" y="78146"/>
                    </a:cubicBezTo>
                    <a:cubicBezTo>
                      <a:pt x="86708" y="69580"/>
                      <a:pt x="91521" y="57960"/>
                      <a:pt x="91521" y="45846"/>
                    </a:cubicBezTo>
                    <a:cubicBezTo>
                      <a:pt x="91521" y="33731"/>
                      <a:pt x="86708" y="22112"/>
                      <a:pt x="78141" y="13545"/>
                    </a:cubicBezTo>
                    <a:cubicBezTo>
                      <a:pt x="69575" y="4979"/>
                      <a:pt x="57955" y="166"/>
                      <a:pt x="45841" y="166"/>
                    </a:cubicBezTo>
                    <a:cubicBezTo>
                      <a:pt x="33726" y="166"/>
                      <a:pt x="22106" y="4979"/>
                      <a:pt x="13540" y="13545"/>
                    </a:cubicBezTo>
                    <a:cubicBezTo>
                      <a:pt x="4973" y="22112"/>
                      <a:pt x="160" y="33731"/>
                      <a:pt x="160" y="45846"/>
                    </a:cubicBezTo>
                    <a:cubicBezTo>
                      <a:pt x="160" y="57960"/>
                      <a:pt x="4973" y="69580"/>
                      <a:pt x="13540" y="78146"/>
                    </a:cubicBezTo>
                    <a:cubicBezTo>
                      <a:pt x="22106" y="86712"/>
                      <a:pt x="33726" y="91525"/>
                      <a:pt x="45841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0" name="任意多边形: 形状 2749"/>
              <p:cNvSpPr/>
              <p:nvPr/>
            </p:nvSpPr>
            <p:spPr>
              <a:xfrm>
                <a:off x="18727850" y="22008471"/>
                <a:ext cx="180000" cy="180000"/>
              </a:xfrm>
              <a:custGeom>
                <a:avLst/>
                <a:gdLst>
                  <a:gd name="csX0" fmla="*/ 45888 w 91360"/>
                  <a:gd name="csY0" fmla="*/ 91485 h 91359"/>
                  <a:gd name="csX1" fmla="*/ 78188 w 91360"/>
                  <a:gd name="csY1" fmla="*/ 78106 h 91359"/>
                  <a:gd name="csX2" fmla="*/ 91568 w 91360"/>
                  <a:gd name="csY2" fmla="*/ 45805 h 91359"/>
                  <a:gd name="csX3" fmla="*/ 78188 w 91360"/>
                  <a:gd name="csY3" fmla="*/ 13505 h 91359"/>
                  <a:gd name="csX4" fmla="*/ 45888 w 91360"/>
                  <a:gd name="csY4" fmla="*/ 126 h 91359"/>
                  <a:gd name="csX5" fmla="*/ 13587 w 91360"/>
                  <a:gd name="csY5" fmla="*/ 13505 h 91359"/>
                  <a:gd name="csX6" fmla="*/ 207 w 91360"/>
                  <a:gd name="csY6" fmla="*/ 45805 h 91359"/>
                  <a:gd name="csX7" fmla="*/ 13587 w 91360"/>
                  <a:gd name="csY7" fmla="*/ 78106 h 91359"/>
                  <a:gd name="csX8" fmla="*/ 45888 w 91360"/>
                  <a:gd name="csY8" fmla="*/ 9148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485"/>
                    </a:moveTo>
                    <a:cubicBezTo>
                      <a:pt x="58002" y="91485"/>
                      <a:pt x="69622" y="86672"/>
                      <a:pt x="78188" y="78106"/>
                    </a:cubicBezTo>
                    <a:cubicBezTo>
                      <a:pt x="86755" y="69540"/>
                      <a:pt x="91568" y="57920"/>
                      <a:pt x="91568" y="45805"/>
                    </a:cubicBezTo>
                    <a:cubicBezTo>
                      <a:pt x="91568" y="33691"/>
                      <a:pt x="86755" y="22071"/>
                      <a:pt x="78188" y="13505"/>
                    </a:cubicBezTo>
                    <a:cubicBezTo>
                      <a:pt x="69622" y="4939"/>
                      <a:pt x="58002" y="126"/>
                      <a:pt x="45888" y="126"/>
                    </a:cubicBezTo>
                    <a:cubicBezTo>
                      <a:pt x="33773" y="126"/>
                      <a:pt x="22153" y="4939"/>
                      <a:pt x="13587" y="13505"/>
                    </a:cubicBezTo>
                    <a:cubicBezTo>
                      <a:pt x="5020" y="22071"/>
                      <a:pt x="207" y="33691"/>
                      <a:pt x="207" y="45805"/>
                    </a:cubicBezTo>
                    <a:cubicBezTo>
                      <a:pt x="207" y="57920"/>
                      <a:pt x="5020" y="69540"/>
                      <a:pt x="13587" y="78106"/>
                    </a:cubicBezTo>
                    <a:cubicBezTo>
                      <a:pt x="22153" y="86672"/>
                      <a:pt x="33773" y="91485"/>
                      <a:pt x="45888" y="9148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1" name="任意多边形: 形状 2750"/>
              <p:cNvSpPr/>
              <p:nvPr/>
            </p:nvSpPr>
            <p:spPr>
              <a:xfrm>
                <a:off x="17696241" y="24585368"/>
                <a:ext cx="180000" cy="180000"/>
              </a:xfrm>
              <a:custGeom>
                <a:avLst/>
                <a:gdLst>
                  <a:gd name="csX0" fmla="*/ 45856 w 91360"/>
                  <a:gd name="csY0" fmla="*/ 91565 h 91359"/>
                  <a:gd name="csX1" fmla="*/ 78156 w 91360"/>
                  <a:gd name="csY1" fmla="*/ 78186 h 91359"/>
                  <a:gd name="csX2" fmla="*/ 91536 w 91360"/>
                  <a:gd name="csY2" fmla="*/ 45885 h 91359"/>
                  <a:gd name="csX3" fmla="*/ 78156 w 91360"/>
                  <a:gd name="csY3" fmla="*/ 13585 h 91359"/>
                  <a:gd name="csX4" fmla="*/ 45856 w 91360"/>
                  <a:gd name="csY4" fmla="*/ 206 h 91359"/>
                  <a:gd name="csX5" fmla="*/ 13555 w 91360"/>
                  <a:gd name="csY5" fmla="*/ 13585 h 91359"/>
                  <a:gd name="csX6" fmla="*/ 175 w 91360"/>
                  <a:gd name="csY6" fmla="*/ 45885 h 91359"/>
                  <a:gd name="csX7" fmla="*/ 13555 w 91360"/>
                  <a:gd name="csY7" fmla="*/ 78186 h 91359"/>
                  <a:gd name="csX8" fmla="*/ 45856 w 91360"/>
                  <a:gd name="csY8" fmla="*/ 9156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65"/>
                    </a:moveTo>
                    <a:cubicBezTo>
                      <a:pt x="57970" y="91565"/>
                      <a:pt x="69590" y="86752"/>
                      <a:pt x="78156" y="78186"/>
                    </a:cubicBezTo>
                    <a:cubicBezTo>
                      <a:pt x="86723" y="69619"/>
                      <a:pt x="91536" y="58000"/>
                      <a:pt x="91536" y="45885"/>
                    </a:cubicBezTo>
                    <a:cubicBezTo>
                      <a:pt x="91536" y="33771"/>
                      <a:pt x="86723" y="22151"/>
                      <a:pt x="78156" y="13585"/>
                    </a:cubicBezTo>
                    <a:cubicBezTo>
                      <a:pt x="69590" y="5019"/>
                      <a:pt x="57970" y="206"/>
                      <a:pt x="45856" y="206"/>
                    </a:cubicBezTo>
                    <a:cubicBezTo>
                      <a:pt x="33741" y="206"/>
                      <a:pt x="22121" y="5019"/>
                      <a:pt x="13555" y="13585"/>
                    </a:cubicBezTo>
                    <a:cubicBezTo>
                      <a:pt x="4989" y="22151"/>
                      <a:pt x="175" y="33771"/>
                      <a:pt x="175" y="45885"/>
                    </a:cubicBezTo>
                    <a:cubicBezTo>
                      <a:pt x="175" y="58000"/>
                      <a:pt x="4989" y="69619"/>
                      <a:pt x="13555" y="78186"/>
                    </a:cubicBezTo>
                    <a:cubicBezTo>
                      <a:pt x="22121" y="86752"/>
                      <a:pt x="33741" y="91565"/>
                      <a:pt x="45856" y="9156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2" name="任意多边形: 形状 2751"/>
              <p:cNvSpPr/>
              <p:nvPr/>
            </p:nvSpPr>
            <p:spPr>
              <a:xfrm>
                <a:off x="18066866" y="22123329"/>
                <a:ext cx="180000" cy="180000"/>
              </a:xfrm>
              <a:custGeom>
                <a:avLst/>
                <a:gdLst>
                  <a:gd name="csX0" fmla="*/ 45867 w 91360"/>
                  <a:gd name="csY0" fmla="*/ 91489 h 91359"/>
                  <a:gd name="csX1" fmla="*/ 78168 w 91360"/>
                  <a:gd name="csY1" fmla="*/ 78109 h 91359"/>
                  <a:gd name="csX2" fmla="*/ 91547 w 91360"/>
                  <a:gd name="csY2" fmla="*/ 45809 h 91359"/>
                  <a:gd name="csX3" fmla="*/ 78168 w 91360"/>
                  <a:gd name="csY3" fmla="*/ 13509 h 91359"/>
                  <a:gd name="csX4" fmla="*/ 45867 w 91360"/>
                  <a:gd name="csY4" fmla="*/ 129 h 91359"/>
                  <a:gd name="csX5" fmla="*/ 13566 w 91360"/>
                  <a:gd name="csY5" fmla="*/ 13509 h 91359"/>
                  <a:gd name="csX6" fmla="*/ 187 w 91360"/>
                  <a:gd name="csY6" fmla="*/ 45809 h 91359"/>
                  <a:gd name="csX7" fmla="*/ 13566 w 91360"/>
                  <a:gd name="csY7" fmla="*/ 78109 h 91359"/>
                  <a:gd name="csX8" fmla="*/ 45867 w 91360"/>
                  <a:gd name="csY8" fmla="*/ 9148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7" y="91489"/>
                    </a:moveTo>
                    <a:cubicBezTo>
                      <a:pt x="57982" y="91489"/>
                      <a:pt x="69602" y="86676"/>
                      <a:pt x="78168" y="78109"/>
                    </a:cubicBezTo>
                    <a:cubicBezTo>
                      <a:pt x="86734" y="69543"/>
                      <a:pt x="91547" y="57923"/>
                      <a:pt x="91547" y="45809"/>
                    </a:cubicBezTo>
                    <a:cubicBezTo>
                      <a:pt x="91547" y="33695"/>
                      <a:pt x="86734" y="22075"/>
                      <a:pt x="78168" y="13509"/>
                    </a:cubicBezTo>
                    <a:cubicBezTo>
                      <a:pt x="69602" y="4942"/>
                      <a:pt x="57982" y="129"/>
                      <a:pt x="45867" y="129"/>
                    </a:cubicBezTo>
                    <a:cubicBezTo>
                      <a:pt x="33753" y="129"/>
                      <a:pt x="22133" y="4942"/>
                      <a:pt x="13566" y="13509"/>
                    </a:cubicBezTo>
                    <a:cubicBezTo>
                      <a:pt x="5000" y="22075"/>
                      <a:pt x="187" y="33695"/>
                      <a:pt x="187" y="45809"/>
                    </a:cubicBezTo>
                    <a:cubicBezTo>
                      <a:pt x="187" y="57923"/>
                      <a:pt x="5000" y="69543"/>
                      <a:pt x="13566" y="78109"/>
                    </a:cubicBezTo>
                    <a:cubicBezTo>
                      <a:pt x="22133" y="86676"/>
                      <a:pt x="33753" y="91489"/>
                      <a:pt x="45867" y="9148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3" name="任意多边形: 形状 2752"/>
              <p:cNvSpPr/>
              <p:nvPr/>
            </p:nvSpPr>
            <p:spPr>
              <a:xfrm>
                <a:off x="18716669" y="21502606"/>
                <a:ext cx="180000" cy="180000"/>
              </a:xfrm>
              <a:custGeom>
                <a:avLst/>
                <a:gdLst>
                  <a:gd name="csX0" fmla="*/ 45887 w 91360"/>
                  <a:gd name="csY0" fmla="*/ 91469 h 91359"/>
                  <a:gd name="csX1" fmla="*/ 78188 w 91360"/>
                  <a:gd name="csY1" fmla="*/ 78090 h 91359"/>
                  <a:gd name="csX2" fmla="*/ 91567 w 91360"/>
                  <a:gd name="csY2" fmla="*/ 45790 h 91359"/>
                  <a:gd name="csX3" fmla="*/ 78188 w 91360"/>
                  <a:gd name="csY3" fmla="*/ 13489 h 91359"/>
                  <a:gd name="csX4" fmla="*/ 45887 w 91360"/>
                  <a:gd name="csY4" fmla="*/ 110 h 91359"/>
                  <a:gd name="csX5" fmla="*/ 13586 w 91360"/>
                  <a:gd name="csY5" fmla="*/ 13489 h 91359"/>
                  <a:gd name="csX6" fmla="*/ 207 w 91360"/>
                  <a:gd name="csY6" fmla="*/ 45790 h 91359"/>
                  <a:gd name="csX7" fmla="*/ 13586 w 91360"/>
                  <a:gd name="csY7" fmla="*/ 78090 h 91359"/>
                  <a:gd name="csX8" fmla="*/ 45887 w 91360"/>
                  <a:gd name="csY8" fmla="*/ 9146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469"/>
                    </a:moveTo>
                    <a:cubicBezTo>
                      <a:pt x="58002" y="91469"/>
                      <a:pt x="69622" y="86656"/>
                      <a:pt x="78188" y="78090"/>
                    </a:cubicBezTo>
                    <a:cubicBezTo>
                      <a:pt x="86754" y="69524"/>
                      <a:pt x="91567" y="57904"/>
                      <a:pt x="91567" y="45790"/>
                    </a:cubicBezTo>
                    <a:cubicBezTo>
                      <a:pt x="91567" y="33675"/>
                      <a:pt x="86754" y="22056"/>
                      <a:pt x="78188" y="13489"/>
                    </a:cubicBezTo>
                    <a:cubicBezTo>
                      <a:pt x="69622" y="4923"/>
                      <a:pt x="58002" y="110"/>
                      <a:pt x="45887" y="110"/>
                    </a:cubicBezTo>
                    <a:cubicBezTo>
                      <a:pt x="33773" y="110"/>
                      <a:pt x="22153" y="4923"/>
                      <a:pt x="13586" y="13489"/>
                    </a:cubicBezTo>
                    <a:cubicBezTo>
                      <a:pt x="5020" y="22056"/>
                      <a:pt x="207" y="33675"/>
                      <a:pt x="207" y="45790"/>
                    </a:cubicBezTo>
                    <a:cubicBezTo>
                      <a:pt x="207" y="57904"/>
                      <a:pt x="5020" y="69524"/>
                      <a:pt x="13586" y="78090"/>
                    </a:cubicBezTo>
                    <a:cubicBezTo>
                      <a:pt x="22153" y="86656"/>
                      <a:pt x="33773" y="91469"/>
                      <a:pt x="45887" y="9146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4" name="任意多边形: 形状 2753"/>
              <p:cNvSpPr/>
              <p:nvPr/>
            </p:nvSpPr>
            <p:spPr>
              <a:xfrm>
                <a:off x="16549164" y="23959021"/>
                <a:ext cx="180000" cy="180000"/>
              </a:xfrm>
              <a:custGeom>
                <a:avLst/>
                <a:gdLst>
                  <a:gd name="csX0" fmla="*/ 45820 w 91360"/>
                  <a:gd name="csY0" fmla="*/ 91545 h 91359"/>
                  <a:gd name="csX1" fmla="*/ 78121 w 91360"/>
                  <a:gd name="csY1" fmla="*/ 78166 h 91359"/>
                  <a:gd name="csX2" fmla="*/ 91500 w 91360"/>
                  <a:gd name="csY2" fmla="*/ 45866 h 91359"/>
                  <a:gd name="csX3" fmla="*/ 78121 w 91360"/>
                  <a:gd name="csY3" fmla="*/ 13565 h 91359"/>
                  <a:gd name="csX4" fmla="*/ 45820 w 91360"/>
                  <a:gd name="csY4" fmla="*/ 186 h 91359"/>
                  <a:gd name="csX5" fmla="*/ 13519 w 91360"/>
                  <a:gd name="csY5" fmla="*/ 13565 h 91359"/>
                  <a:gd name="csX6" fmla="*/ 140 w 91360"/>
                  <a:gd name="csY6" fmla="*/ 45866 h 91359"/>
                  <a:gd name="csX7" fmla="*/ 13519 w 91360"/>
                  <a:gd name="csY7" fmla="*/ 78166 h 91359"/>
                  <a:gd name="csX8" fmla="*/ 45820 w 91360"/>
                  <a:gd name="csY8" fmla="*/ 9154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0" y="91545"/>
                    </a:moveTo>
                    <a:cubicBezTo>
                      <a:pt x="57935" y="91545"/>
                      <a:pt x="69555" y="86732"/>
                      <a:pt x="78121" y="78166"/>
                    </a:cubicBezTo>
                    <a:cubicBezTo>
                      <a:pt x="86687" y="69600"/>
                      <a:pt x="91500" y="57980"/>
                      <a:pt x="91500" y="45866"/>
                    </a:cubicBezTo>
                    <a:cubicBezTo>
                      <a:pt x="91500" y="33751"/>
                      <a:pt x="86687" y="22132"/>
                      <a:pt x="78121" y="13565"/>
                    </a:cubicBezTo>
                    <a:cubicBezTo>
                      <a:pt x="69555" y="4999"/>
                      <a:pt x="57935" y="186"/>
                      <a:pt x="45820" y="186"/>
                    </a:cubicBezTo>
                    <a:cubicBezTo>
                      <a:pt x="33706" y="186"/>
                      <a:pt x="22086" y="4999"/>
                      <a:pt x="13519" y="13565"/>
                    </a:cubicBezTo>
                    <a:cubicBezTo>
                      <a:pt x="4953" y="22132"/>
                      <a:pt x="140" y="33751"/>
                      <a:pt x="140" y="45866"/>
                    </a:cubicBezTo>
                    <a:cubicBezTo>
                      <a:pt x="140" y="57980"/>
                      <a:pt x="4953" y="69600"/>
                      <a:pt x="13519" y="78166"/>
                    </a:cubicBezTo>
                    <a:cubicBezTo>
                      <a:pt x="22086" y="86732"/>
                      <a:pt x="33706" y="91545"/>
                      <a:pt x="45820" y="9154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5" name="任意多边形: 形状 2754"/>
              <p:cNvSpPr/>
              <p:nvPr/>
            </p:nvSpPr>
            <p:spPr>
              <a:xfrm>
                <a:off x="18737463" y="22726004"/>
                <a:ext cx="180000" cy="180000"/>
              </a:xfrm>
              <a:custGeom>
                <a:avLst/>
                <a:gdLst>
                  <a:gd name="csX0" fmla="*/ 45888 w 91360"/>
                  <a:gd name="csY0" fmla="*/ 91507 h 91359"/>
                  <a:gd name="csX1" fmla="*/ 78189 w 91360"/>
                  <a:gd name="csY1" fmla="*/ 78128 h 91359"/>
                  <a:gd name="csX2" fmla="*/ 91568 w 91360"/>
                  <a:gd name="csY2" fmla="*/ 45828 h 91359"/>
                  <a:gd name="csX3" fmla="*/ 78189 w 91360"/>
                  <a:gd name="csY3" fmla="*/ 13527 h 91359"/>
                  <a:gd name="csX4" fmla="*/ 45888 w 91360"/>
                  <a:gd name="csY4" fmla="*/ 148 h 91359"/>
                  <a:gd name="csX5" fmla="*/ 13587 w 91360"/>
                  <a:gd name="csY5" fmla="*/ 13527 h 91359"/>
                  <a:gd name="csX6" fmla="*/ 208 w 91360"/>
                  <a:gd name="csY6" fmla="*/ 45828 h 91359"/>
                  <a:gd name="csX7" fmla="*/ 13587 w 91360"/>
                  <a:gd name="csY7" fmla="*/ 78128 h 91359"/>
                  <a:gd name="csX8" fmla="*/ 45888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07"/>
                    </a:moveTo>
                    <a:cubicBezTo>
                      <a:pt x="58002" y="91507"/>
                      <a:pt x="69622" y="86694"/>
                      <a:pt x="78189" y="78128"/>
                    </a:cubicBezTo>
                    <a:cubicBezTo>
                      <a:pt x="86755" y="69562"/>
                      <a:pt x="91568" y="57942"/>
                      <a:pt x="91568" y="45828"/>
                    </a:cubicBezTo>
                    <a:cubicBezTo>
                      <a:pt x="91568" y="33713"/>
                      <a:pt x="86755" y="22093"/>
                      <a:pt x="78189" y="13527"/>
                    </a:cubicBezTo>
                    <a:cubicBezTo>
                      <a:pt x="69622" y="4961"/>
                      <a:pt x="58002" y="148"/>
                      <a:pt x="45888" y="148"/>
                    </a:cubicBezTo>
                    <a:cubicBezTo>
                      <a:pt x="33773" y="148"/>
                      <a:pt x="22153" y="4961"/>
                      <a:pt x="13587" y="13527"/>
                    </a:cubicBezTo>
                    <a:cubicBezTo>
                      <a:pt x="5021" y="22093"/>
                      <a:pt x="208" y="33713"/>
                      <a:pt x="208" y="45828"/>
                    </a:cubicBezTo>
                    <a:cubicBezTo>
                      <a:pt x="208" y="57942"/>
                      <a:pt x="5021" y="69562"/>
                      <a:pt x="13587" y="78128"/>
                    </a:cubicBezTo>
                    <a:cubicBezTo>
                      <a:pt x="22153" y="86694"/>
                      <a:pt x="33773" y="91507"/>
                      <a:pt x="45888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6" name="任意多边形: 形状 2755"/>
              <p:cNvSpPr/>
              <p:nvPr/>
            </p:nvSpPr>
            <p:spPr>
              <a:xfrm>
                <a:off x="19456816" y="24677344"/>
                <a:ext cx="180000" cy="180000"/>
              </a:xfrm>
              <a:custGeom>
                <a:avLst/>
                <a:gdLst>
                  <a:gd name="csX0" fmla="*/ 45910 w 91360"/>
                  <a:gd name="csY0" fmla="*/ 91568 h 91359"/>
                  <a:gd name="csX1" fmla="*/ 78211 w 91360"/>
                  <a:gd name="csY1" fmla="*/ 78188 h 91359"/>
                  <a:gd name="csX2" fmla="*/ 91590 w 91360"/>
                  <a:gd name="csY2" fmla="*/ 45888 h 91359"/>
                  <a:gd name="csX3" fmla="*/ 78211 w 91360"/>
                  <a:gd name="csY3" fmla="*/ 13588 h 91359"/>
                  <a:gd name="csX4" fmla="*/ 45910 w 91360"/>
                  <a:gd name="csY4" fmla="*/ 208 h 91359"/>
                  <a:gd name="csX5" fmla="*/ 13609 w 91360"/>
                  <a:gd name="csY5" fmla="*/ 13588 h 91359"/>
                  <a:gd name="csX6" fmla="*/ 230 w 91360"/>
                  <a:gd name="csY6" fmla="*/ 45888 h 91359"/>
                  <a:gd name="csX7" fmla="*/ 13609 w 91360"/>
                  <a:gd name="csY7" fmla="*/ 78188 h 91359"/>
                  <a:gd name="csX8" fmla="*/ 45910 w 91360"/>
                  <a:gd name="csY8" fmla="*/ 9156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568"/>
                    </a:moveTo>
                    <a:cubicBezTo>
                      <a:pt x="58025" y="91568"/>
                      <a:pt x="69645" y="86755"/>
                      <a:pt x="78211" y="78188"/>
                    </a:cubicBezTo>
                    <a:cubicBezTo>
                      <a:pt x="86777" y="69622"/>
                      <a:pt x="91590" y="58002"/>
                      <a:pt x="91590" y="45888"/>
                    </a:cubicBezTo>
                    <a:cubicBezTo>
                      <a:pt x="91590" y="33774"/>
                      <a:pt x="86777" y="22154"/>
                      <a:pt x="78211" y="13588"/>
                    </a:cubicBezTo>
                    <a:cubicBezTo>
                      <a:pt x="69645" y="5021"/>
                      <a:pt x="58025" y="208"/>
                      <a:pt x="45910" y="208"/>
                    </a:cubicBezTo>
                    <a:cubicBezTo>
                      <a:pt x="33796" y="208"/>
                      <a:pt x="22176" y="5021"/>
                      <a:pt x="13609" y="13588"/>
                    </a:cubicBezTo>
                    <a:cubicBezTo>
                      <a:pt x="5043" y="22154"/>
                      <a:pt x="230" y="33774"/>
                      <a:pt x="230" y="45888"/>
                    </a:cubicBezTo>
                    <a:cubicBezTo>
                      <a:pt x="230" y="58002"/>
                      <a:pt x="5043" y="69622"/>
                      <a:pt x="13609" y="78188"/>
                    </a:cubicBezTo>
                    <a:cubicBezTo>
                      <a:pt x="22176" y="86755"/>
                      <a:pt x="33796" y="91568"/>
                      <a:pt x="45910" y="9156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7" name="任意多边形: 形状 2756"/>
              <p:cNvSpPr/>
              <p:nvPr/>
            </p:nvSpPr>
            <p:spPr>
              <a:xfrm>
                <a:off x="17749071" y="22425570"/>
                <a:ext cx="180000" cy="180000"/>
              </a:xfrm>
              <a:custGeom>
                <a:avLst/>
                <a:gdLst>
                  <a:gd name="csX0" fmla="*/ 45857 w 91360"/>
                  <a:gd name="csY0" fmla="*/ 91498 h 91359"/>
                  <a:gd name="csX1" fmla="*/ 78158 w 91360"/>
                  <a:gd name="csY1" fmla="*/ 78119 h 91359"/>
                  <a:gd name="csX2" fmla="*/ 91538 w 91360"/>
                  <a:gd name="csY2" fmla="*/ 45818 h 91359"/>
                  <a:gd name="csX3" fmla="*/ 78158 w 91360"/>
                  <a:gd name="csY3" fmla="*/ 13518 h 91359"/>
                  <a:gd name="csX4" fmla="*/ 45857 w 91360"/>
                  <a:gd name="csY4" fmla="*/ 139 h 91359"/>
                  <a:gd name="csX5" fmla="*/ 13556 w 91360"/>
                  <a:gd name="csY5" fmla="*/ 13518 h 91359"/>
                  <a:gd name="csX6" fmla="*/ 177 w 91360"/>
                  <a:gd name="csY6" fmla="*/ 45818 h 91359"/>
                  <a:gd name="csX7" fmla="*/ 13556 w 91360"/>
                  <a:gd name="csY7" fmla="*/ 78119 h 91359"/>
                  <a:gd name="csX8" fmla="*/ 45857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7" y="91498"/>
                    </a:moveTo>
                    <a:cubicBezTo>
                      <a:pt x="57972" y="91498"/>
                      <a:pt x="69592" y="86685"/>
                      <a:pt x="78158" y="78119"/>
                    </a:cubicBezTo>
                    <a:cubicBezTo>
                      <a:pt x="86724" y="69553"/>
                      <a:pt x="91538" y="57933"/>
                      <a:pt x="91538" y="45818"/>
                    </a:cubicBezTo>
                    <a:cubicBezTo>
                      <a:pt x="91538" y="33704"/>
                      <a:pt x="86724" y="22084"/>
                      <a:pt x="78158" y="13518"/>
                    </a:cubicBezTo>
                    <a:cubicBezTo>
                      <a:pt x="69592" y="4952"/>
                      <a:pt x="57972" y="139"/>
                      <a:pt x="45857" y="139"/>
                    </a:cubicBezTo>
                    <a:cubicBezTo>
                      <a:pt x="33743" y="139"/>
                      <a:pt x="22123" y="4952"/>
                      <a:pt x="13556" y="13518"/>
                    </a:cubicBezTo>
                    <a:cubicBezTo>
                      <a:pt x="4990" y="22084"/>
                      <a:pt x="177" y="33704"/>
                      <a:pt x="177" y="45818"/>
                    </a:cubicBezTo>
                    <a:cubicBezTo>
                      <a:pt x="177" y="57933"/>
                      <a:pt x="4990" y="69553"/>
                      <a:pt x="13556" y="78119"/>
                    </a:cubicBezTo>
                    <a:cubicBezTo>
                      <a:pt x="22123" y="86685"/>
                      <a:pt x="33743" y="91498"/>
                      <a:pt x="45857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8" name="任意多边形: 形状 2757"/>
              <p:cNvSpPr/>
              <p:nvPr/>
            </p:nvSpPr>
            <p:spPr>
              <a:xfrm>
                <a:off x="18044371" y="24003983"/>
                <a:ext cx="180000" cy="180000"/>
              </a:xfrm>
              <a:custGeom>
                <a:avLst/>
                <a:gdLst>
                  <a:gd name="csX0" fmla="*/ 45866 w 91360"/>
                  <a:gd name="csY0" fmla="*/ 91547 h 91359"/>
                  <a:gd name="csX1" fmla="*/ 78167 w 91360"/>
                  <a:gd name="csY1" fmla="*/ 78168 h 91359"/>
                  <a:gd name="csX2" fmla="*/ 91547 w 91360"/>
                  <a:gd name="csY2" fmla="*/ 45867 h 91359"/>
                  <a:gd name="csX3" fmla="*/ 78167 w 91360"/>
                  <a:gd name="csY3" fmla="*/ 13567 h 91359"/>
                  <a:gd name="csX4" fmla="*/ 45866 w 91360"/>
                  <a:gd name="csY4" fmla="*/ 188 h 91359"/>
                  <a:gd name="csX5" fmla="*/ 13566 w 91360"/>
                  <a:gd name="csY5" fmla="*/ 13567 h 91359"/>
                  <a:gd name="csX6" fmla="*/ 186 w 91360"/>
                  <a:gd name="csY6" fmla="*/ 45867 h 91359"/>
                  <a:gd name="csX7" fmla="*/ 13566 w 91360"/>
                  <a:gd name="csY7" fmla="*/ 78168 h 91359"/>
                  <a:gd name="csX8" fmla="*/ 45866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47"/>
                    </a:moveTo>
                    <a:cubicBezTo>
                      <a:pt x="57981" y="91547"/>
                      <a:pt x="69601" y="86734"/>
                      <a:pt x="78167" y="78168"/>
                    </a:cubicBezTo>
                    <a:cubicBezTo>
                      <a:pt x="86733" y="69601"/>
                      <a:pt x="91547" y="57982"/>
                      <a:pt x="91547" y="45867"/>
                    </a:cubicBezTo>
                    <a:cubicBezTo>
                      <a:pt x="91547" y="33753"/>
                      <a:pt x="86733" y="22133"/>
                      <a:pt x="78167" y="13567"/>
                    </a:cubicBezTo>
                    <a:cubicBezTo>
                      <a:pt x="69601" y="5001"/>
                      <a:pt x="57981" y="188"/>
                      <a:pt x="45866" y="188"/>
                    </a:cubicBezTo>
                    <a:cubicBezTo>
                      <a:pt x="33752" y="188"/>
                      <a:pt x="22132" y="5001"/>
                      <a:pt x="13566" y="13567"/>
                    </a:cubicBezTo>
                    <a:cubicBezTo>
                      <a:pt x="4999" y="22133"/>
                      <a:pt x="186" y="33753"/>
                      <a:pt x="186" y="45867"/>
                    </a:cubicBezTo>
                    <a:cubicBezTo>
                      <a:pt x="186" y="57982"/>
                      <a:pt x="4999" y="69601"/>
                      <a:pt x="13566" y="78168"/>
                    </a:cubicBezTo>
                    <a:cubicBezTo>
                      <a:pt x="22132" y="86734"/>
                      <a:pt x="33752" y="91547"/>
                      <a:pt x="45866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59" name="任意多边形: 形状 2758"/>
              <p:cNvSpPr/>
              <p:nvPr/>
            </p:nvSpPr>
            <p:spPr>
              <a:xfrm>
                <a:off x="17167867" y="23142910"/>
                <a:ext cx="180000" cy="180000"/>
              </a:xfrm>
              <a:custGeom>
                <a:avLst/>
                <a:gdLst>
                  <a:gd name="csX0" fmla="*/ 45839 w 91360"/>
                  <a:gd name="csY0" fmla="*/ 91520 h 91359"/>
                  <a:gd name="csX1" fmla="*/ 78140 w 91360"/>
                  <a:gd name="csY1" fmla="*/ 78141 h 91359"/>
                  <a:gd name="csX2" fmla="*/ 91520 w 91360"/>
                  <a:gd name="csY2" fmla="*/ 45841 h 91359"/>
                  <a:gd name="csX3" fmla="*/ 78140 w 91360"/>
                  <a:gd name="csY3" fmla="*/ 13540 h 91359"/>
                  <a:gd name="csX4" fmla="*/ 45839 w 91360"/>
                  <a:gd name="csY4" fmla="*/ 161 h 91359"/>
                  <a:gd name="csX5" fmla="*/ 13538 w 91360"/>
                  <a:gd name="csY5" fmla="*/ 13540 h 91359"/>
                  <a:gd name="csX6" fmla="*/ 159 w 91360"/>
                  <a:gd name="csY6" fmla="*/ 45841 h 91359"/>
                  <a:gd name="csX7" fmla="*/ 13538 w 91360"/>
                  <a:gd name="csY7" fmla="*/ 78141 h 91359"/>
                  <a:gd name="csX8" fmla="*/ 45839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9" y="91520"/>
                    </a:moveTo>
                    <a:cubicBezTo>
                      <a:pt x="57954" y="91520"/>
                      <a:pt x="69574" y="86707"/>
                      <a:pt x="78140" y="78141"/>
                    </a:cubicBezTo>
                    <a:cubicBezTo>
                      <a:pt x="86706" y="69575"/>
                      <a:pt x="91520" y="57955"/>
                      <a:pt x="91520" y="45841"/>
                    </a:cubicBezTo>
                    <a:cubicBezTo>
                      <a:pt x="91520" y="33726"/>
                      <a:pt x="86706" y="22106"/>
                      <a:pt x="78140" y="13540"/>
                    </a:cubicBezTo>
                    <a:cubicBezTo>
                      <a:pt x="69574" y="4974"/>
                      <a:pt x="57954" y="161"/>
                      <a:pt x="45839" y="161"/>
                    </a:cubicBezTo>
                    <a:cubicBezTo>
                      <a:pt x="33725" y="161"/>
                      <a:pt x="22105" y="4974"/>
                      <a:pt x="13538" y="13540"/>
                    </a:cubicBezTo>
                    <a:cubicBezTo>
                      <a:pt x="4972" y="22106"/>
                      <a:pt x="159" y="33726"/>
                      <a:pt x="159" y="45841"/>
                    </a:cubicBezTo>
                    <a:cubicBezTo>
                      <a:pt x="159" y="57955"/>
                      <a:pt x="4972" y="69575"/>
                      <a:pt x="13538" y="78141"/>
                    </a:cubicBezTo>
                    <a:cubicBezTo>
                      <a:pt x="22105" y="86707"/>
                      <a:pt x="33725" y="91520"/>
                      <a:pt x="45839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0" name="任意多边形: 形状 2759"/>
              <p:cNvSpPr/>
              <p:nvPr/>
            </p:nvSpPr>
            <p:spPr>
              <a:xfrm>
                <a:off x="18111065" y="21648585"/>
                <a:ext cx="180000" cy="180000"/>
              </a:xfrm>
              <a:custGeom>
                <a:avLst/>
                <a:gdLst>
                  <a:gd name="csX0" fmla="*/ 45868 w 91360"/>
                  <a:gd name="csY0" fmla="*/ 91474 h 91359"/>
                  <a:gd name="csX1" fmla="*/ 78169 w 91360"/>
                  <a:gd name="csY1" fmla="*/ 78095 h 91359"/>
                  <a:gd name="csX2" fmla="*/ 91549 w 91360"/>
                  <a:gd name="csY2" fmla="*/ 45794 h 91359"/>
                  <a:gd name="csX3" fmla="*/ 78169 w 91360"/>
                  <a:gd name="csY3" fmla="*/ 13494 h 91359"/>
                  <a:gd name="csX4" fmla="*/ 45868 w 91360"/>
                  <a:gd name="csY4" fmla="*/ 115 h 91359"/>
                  <a:gd name="csX5" fmla="*/ 13568 w 91360"/>
                  <a:gd name="csY5" fmla="*/ 13494 h 91359"/>
                  <a:gd name="csX6" fmla="*/ 188 w 91360"/>
                  <a:gd name="csY6" fmla="*/ 45794 h 91359"/>
                  <a:gd name="csX7" fmla="*/ 13568 w 91360"/>
                  <a:gd name="csY7" fmla="*/ 78095 h 91359"/>
                  <a:gd name="csX8" fmla="*/ 45868 w 91360"/>
                  <a:gd name="csY8" fmla="*/ 9147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474"/>
                    </a:moveTo>
                    <a:cubicBezTo>
                      <a:pt x="57983" y="91474"/>
                      <a:pt x="69603" y="86661"/>
                      <a:pt x="78169" y="78095"/>
                    </a:cubicBezTo>
                    <a:cubicBezTo>
                      <a:pt x="86736" y="69529"/>
                      <a:pt x="91549" y="57909"/>
                      <a:pt x="91549" y="45794"/>
                    </a:cubicBezTo>
                    <a:cubicBezTo>
                      <a:pt x="91549" y="33680"/>
                      <a:pt x="86736" y="22060"/>
                      <a:pt x="78169" y="13494"/>
                    </a:cubicBezTo>
                    <a:cubicBezTo>
                      <a:pt x="69603" y="4928"/>
                      <a:pt x="57983" y="115"/>
                      <a:pt x="45868" y="115"/>
                    </a:cubicBezTo>
                    <a:cubicBezTo>
                      <a:pt x="33754" y="115"/>
                      <a:pt x="22134" y="4928"/>
                      <a:pt x="13568" y="13494"/>
                    </a:cubicBezTo>
                    <a:cubicBezTo>
                      <a:pt x="5001" y="22060"/>
                      <a:pt x="188" y="33680"/>
                      <a:pt x="188" y="45794"/>
                    </a:cubicBezTo>
                    <a:cubicBezTo>
                      <a:pt x="188" y="57909"/>
                      <a:pt x="5001" y="69529"/>
                      <a:pt x="13568" y="78095"/>
                    </a:cubicBezTo>
                    <a:cubicBezTo>
                      <a:pt x="22134" y="86661"/>
                      <a:pt x="33754" y="91474"/>
                      <a:pt x="45868" y="9147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1" name="任意多边形: 形状 2760"/>
              <p:cNvSpPr/>
              <p:nvPr/>
            </p:nvSpPr>
            <p:spPr>
              <a:xfrm>
                <a:off x="18478977" y="22740598"/>
                <a:ext cx="180000" cy="180000"/>
              </a:xfrm>
              <a:custGeom>
                <a:avLst/>
                <a:gdLst>
                  <a:gd name="csX0" fmla="*/ 45880 w 91360"/>
                  <a:gd name="csY0" fmla="*/ 91508 h 91359"/>
                  <a:gd name="csX1" fmla="*/ 78181 w 91360"/>
                  <a:gd name="csY1" fmla="*/ 78128 h 91359"/>
                  <a:gd name="csX2" fmla="*/ 91560 w 91360"/>
                  <a:gd name="csY2" fmla="*/ 45828 h 91359"/>
                  <a:gd name="csX3" fmla="*/ 78181 w 91360"/>
                  <a:gd name="csY3" fmla="*/ 13528 h 91359"/>
                  <a:gd name="csX4" fmla="*/ 45880 w 91360"/>
                  <a:gd name="csY4" fmla="*/ 148 h 91359"/>
                  <a:gd name="csX5" fmla="*/ 13579 w 91360"/>
                  <a:gd name="csY5" fmla="*/ 13528 h 91359"/>
                  <a:gd name="csX6" fmla="*/ 200 w 91360"/>
                  <a:gd name="csY6" fmla="*/ 45828 h 91359"/>
                  <a:gd name="csX7" fmla="*/ 13579 w 91360"/>
                  <a:gd name="csY7" fmla="*/ 78128 h 91359"/>
                  <a:gd name="csX8" fmla="*/ 45880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508"/>
                    </a:moveTo>
                    <a:cubicBezTo>
                      <a:pt x="57994" y="91508"/>
                      <a:pt x="69614" y="86695"/>
                      <a:pt x="78181" y="78128"/>
                    </a:cubicBezTo>
                    <a:cubicBezTo>
                      <a:pt x="86747" y="69562"/>
                      <a:pt x="91560" y="57942"/>
                      <a:pt x="91560" y="45828"/>
                    </a:cubicBezTo>
                    <a:cubicBezTo>
                      <a:pt x="91560" y="33714"/>
                      <a:pt x="86747" y="22094"/>
                      <a:pt x="78181" y="13528"/>
                    </a:cubicBezTo>
                    <a:cubicBezTo>
                      <a:pt x="69614" y="4962"/>
                      <a:pt x="57994" y="148"/>
                      <a:pt x="45880" y="148"/>
                    </a:cubicBezTo>
                    <a:cubicBezTo>
                      <a:pt x="33765" y="148"/>
                      <a:pt x="22145" y="4962"/>
                      <a:pt x="13579" y="13528"/>
                    </a:cubicBezTo>
                    <a:cubicBezTo>
                      <a:pt x="5013" y="22094"/>
                      <a:pt x="200" y="33714"/>
                      <a:pt x="200" y="45828"/>
                    </a:cubicBezTo>
                    <a:cubicBezTo>
                      <a:pt x="200" y="57942"/>
                      <a:pt x="5013" y="69562"/>
                      <a:pt x="13579" y="78128"/>
                    </a:cubicBezTo>
                    <a:cubicBezTo>
                      <a:pt x="22145" y="86695"/>
                      <a:pt x="33765" y="91508"/>
                      <a:pt x="45880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2" name="任意多边形: 形状 2761"/>
              <p:cNvSpPr/>
              <p:nvPr/>
            </p:nvSpPr>
            <p:spPr>
              <a:xfrm>
                <a:off x="19589999" y="23696455"/>
                <a:ext cx="180000" cy="180000"/>
              </a:xfrm>
              <a:custGeom>
                <a:avLst/>
                <a:gdLst>
                  <a:gd name="csX0" fmla="*/ 45914 w 91360"/>
                  <a:gd name="csY0" fmla="*/ 91537 h 91359"/>
                  <a:gd name="csX1" fmla="*/ 78215 w 91360"/>
                  <a:gd name="csY1" fmla="*/ 78158 h 91359"/>
                  <a:gd name="csX2" fmla="*/ 91595 w 91360"/>
                  <a:gd name="csY2" fmla="*/ 45858 h 91359"/>
                  <a:gd name="csX3" fmla="*/ 78215 w 91360"/>
                  <a:gd name="csY3" fmla="*/ 13557 h 91359"/>
                  <a:gd name="csX4" fmla="*/ 45914 w 91360"/>
                  <a:gd name="csY4" fmla="*/ 178 h 91359"/>
                  <a:gd name="csX5" fmla="*/ 13613 w 91360"/>
                  <a:gd name="csY5" fmla="*/ 13557 h 91359"/>
                  <a:gd name="csX6" fmla="*/ 234 w 91360"/>
                  <a:gd name="csY6" fmla="*/ 45858 h 91359"/>
                  <a:gd name="csX7" fmla="*/ 13613 w 91360"/>
                  <a:gd name="csY7" fmla="*/ 78158 h 91359"/>
                  <a:gd name="csX8" fmla="*/ 45914 w 91360"/>
                  <a:gd name="csY8" fmla="*/ 9153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4" y="91537"/>
                    </a:moveTo>
                    <a:cubicBezTo>
                      <a:pt x="58029" y="91537"/>
                      <a:pt x="69649" y="86724"/>
                      <a:pt x="78215" y="78158"/>
                    </a:cubicBezTo>
                    <a:cubicBezTo>
                      <a:pt x="86781" y="69592"/>
                      <a:pt x="91595" y="57972"/>
                      <a:pt x="91595" y="45858"/>
                    </a:cubicBezTo>
                    <a:cubicBezTo>
                      <a:pt x="91595" y="33743"/>
                      <a:pt x="86781" y="22123"/>
                      <a:pt x="78215" y="13557"/>
                    </a:cubicBezTo>
                    <a:cubicBezTo>
                      <a:pt x="69649" y="4991"/>
                      <a:pt x="58029" y="178"/>
                      <a:pt x="45914" y="178"/>
                    </a:cubicBezTo>
                    <a:cubicBezTo>
                      <a:pt x="33800" y="178"/>
                      <a:pt x="22180" y="4991"/>
                      <a:pt x="13613" y="13557"/>
                    </a:cubicBezTo>
                    <a:cubicBezTo>
                      <a:pt x="5047" y="22123"/>
                      <a:pt x="234" y="33743"/>
                      <a:pt x="234" y="45858"/>
                    </a:cubicBezTo>
                    <a:cubicBezTo>
                      <a:pt x="234" y="57972"/>
                      <a:pt x="5047" y="69592"/>
                      <a:pt x="13613" y="78158"/>
                    </a:cubicBezTo>
                    <a:cubicBezTo>
                      <a:pt x="22180" y="86724"/>
                      <a:pt x="33800" y="91537"/>
                      <a:pt x="45914" y="9153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3" name="任意多边形: 形状 2762"/>
              <p:cNvSpPr/>
              <p:nvPr/>
            </p:nvSpPr>
            <p:spPr>
              <a:xfrm>
                <a:off x="17906530" y="21361053"/>
                <a:ext cx="180000" cy="180000"/>
              </a:xfrm>
              <a:custGeom>
                <a:avLst/>
                <a:gdLst>
                  <a:gd name="csX0" fmla="*/ 45862 w 91360"/>
                  <a:gd name="csY0" fmla="*/ 91465 h 91359"/>
                  <a:gd name="csX1" fmla="*/ 78163 w 91360"/>
                  <a:gd name="csY1" fmla="*/ 78086 h 91359"/>
                  <a:gd name="csX2" fmla="*/ 91542 w 91360"/>
                  <a:gd name="csY2" fmla="*/ 45785 h 91359"/>
                  <a:gd name="csX3" fmla="*/ 78163 w 91360"/>
                  <a:gd name="csY3" fmla="*/ 13485 h 91359"/>
                  <a:gd name="csX4" fmla="*/ 45862 w 91360"/>
                  <a:gd name="csY4" fmla="*/ 106 h 91359"/>
                  <a:gd name="csX5" fmla="*/ 13561 w 91360"/>
                  <a:gd name="csY5" fmla="*/ 13485 h 91359"/>
                  <a:gd name="csX6" fmla="*/ 182 w 91360"/>
                  <a:gd name="csY6" fmla="*/ 45785 h 91359"/>
                  <a:gd name="csX7" fmla="*/ 13561 w 91360"/>
                  <a:gd name="csY7" fmla="*/ 78086 h 91359"/>
                  <a:gd name="csX8" fmla="*/ 45862 w 91360"/>
                  <a:gd name="csY8" fmla="*/ 9146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2" y="91465"/>
                    </a:moveTo>
                    <a:cubicBezTo>
                      <a:pt x="57977" y="91465"/>
                      <a:pt x="69597" y="86652"/>
                      <a:pt x="78163" y="78086"/>
                    </a:cubicBezTo>
                    <a:cubicBezTo>
                      <a:pt x="86729" y="69520"/>
                      <a:pt x="91542" y="57900"/>
                      <a:pt x="91542" y="45785"/>
                    </a:cubicBezTo>
                    <a:cubicBezTo>
                      <a:pt x="91542" y="33671"/>
                      <a:pt x="86729" y="22051"/>
                      <a:pt x="78163" y="13485"/>
                    </a:cubicBezTo>
                    <a:cubicBezTo>
                      <a:pt x="69597" y="4919"/>
                      <a:pt x="57977" y="106"/>
                      <a:pt x="45862" y="106"/>
                    </a:cubicBezTo>
                    <a:cubicBezTo>
                      <a:pt x="33748" y="106"/>
                      <a:pt x="22128" y="4919"/>
                      <a:pt x="13561" y="13485"/>
                    </a:cubicBezTo>
                    <a:cubicBezTo>
                      <a:pt x="4995" y="22051"/>
                      <a:pt x="182" y="33671"/>
                      <a:pt x="182" y="45785"/>
                    </a:cubicBezTo>
                    <a:cubicBezTo>
                      <a:pt x="182" y="57900"/>
                      <a:pt x="4995" y="69520"/>
                      <a:pt x="13561" y="78086"/>
                    </a:cubicBezTo>
                    <a:cubicBezTo>
                      <a:pt x="22128" y="86652"/>
                      <a:pt x="33748" y="91465"/>
                      <a:pt x="45862" y="9146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4" name="任意多边形: 形状 2763"/>
              <p:cNvSpPr/>
              <p:nvPr/>
            </p:nvSpPr>
            <p:spPr>
              <a:xfrm>
                <a:off x="18957657" y="22841654"/>
                <a:ext cx="180000" cy="180000"/>
              </a:xfrm>
              <a:custGeom>
                <a:avLst/>
                <a:gdLst>
                  <a:gd name="csX0" fmla="*/ 45895 w 91360"/>
                  <a:gd name="csY0" fmla="*/ 91511 h 91359"/>
                  <a:gd name="csX1" fmla="*/ 78195 w 91360"/>
                  <a:gd name="csY1" fmla="*/ 78132 h 91359"/>
                  <a:gd name="csX2" fmla="*/ 91575 w 91360"/>
                  <a:gd name="csY2" fmla="*/ 45831 h 91359"/>
                  <a:gd name="csX3" fmla="*/ 78195 w 91360"/>
                  <a:gd name="csY3" fmla="*/ 13531 h 91359"/>
                  <a:gd name="csX4" fmla="*/ 45895 w 91360"/>
                  <a:gd name="csY4" fmla="*/ 152 h 91359"/>
                  <a:gd name="csX5" fmla="*/ 13594 w 91360"/>
                  <a:gd name="csY5" fmla="*/ 13531 h 91359"/>
                  <a:gd name="csX6" fmla="*/ 214 w 91360"/>
                  <a:gd name="csY6" fmla="*/ 45831 h 91359"/>
                  <a:gd name="csX7" fmla="*/ 13594 w 91360"/>
                  <a:gd name="csY7" fmla="*/ 78132 h 91359"/>
                  <a:gd name="csX8" fmla="*/ 45895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5" y="91511"/>
                    </a:moveTo>
                    <a:cubicBezTo>
                      <a:pt x="58009" y="91511"/>
                      <a:pt x="69629" y="86698"/>
                      <a:pt x="78195" y="78132"/>
                    </a:cubicBezTo>
                    <a:cubicBezTo>
                      <a:pt x="86762" y="69565"/>
                      <a:pt x="91575" y="57946"/>
                      <a:pt x="91575" y="45831"/>
                    </a:cubicBezTo>
                    <a:cubicBezTo>
                      <a:pt x="91575" y="33717"/>
                      <a:pt x="86762" y="22097"/>
                      <a:pt x="78195" y="13531"/>
                    </a:cubicBezTo>
                    <a:cubicBezTo>
                      <a:pt x="69629" y="4965"/>
                      <a:pt x="58009" y="152"/>
                      <a:pt x="45895" y="152"/>
                    </a:cubicBezTo>
                    <a:cubicBezTo>
                      <a:pt x="33780" y="152"/>
                      <a:pt x="22160" y="4965"/>
                      <a:pt x="13594" y="13531"/>
                    </a:cubicBezTo>
                    <a:cubicBezTo>
                      <a:pt x="5028" y="22097"/>
                      <a:pt x="214" y="33717"/>
                      <a:pt x="214" y="45831"/>
                    </a:cubicBezTo>
                    <a:cubicBezTo>
                      <a:pt x="214" y="57946"/>
                      <a:pt x="5028" y="69565"/>
                      <a:pt x="13594" y="78132"/>
                    </a:cubicBezTo>
                    <a:cubicBezTo>
                      <a:pt x="22160" y="86698"/>
                      <a:pt x="33780" y="91511"/>
                      <a:pt x="45895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5" name="任意多边形: 形状 2764"/>
              <p:cNvSpPr/>
              <p:nvPr/>
            </p:nvSpPr>
            <p:spPr>
              <a:xfrm>
                <a:off x="18633207" y="24335285"/>
                <a:ext cx="180000" cy="180000"/>
              </a:xfrm>
              <a:custGeom>
                <a:avLst/>
                <a:gdLst>
                  <a:gd name="csX0" fmla="*/ 45885 w 91360"/>
                  <a:gd name="csY0" fmla="*/ 91557 h 91359"/>
                  <a:gd name="csX1" fmla="*/ 78185 w 91360"/>
                  <a:gd name="csY1" fmla="*/ 78178 h 91359"/>
                  <a:gd name="csX2" fmla="*/ 91565 w 91360"/>
                  <a:gd name="csY2" fmla="*/ 45877 h 91359"/>
                  <a:gd name="csX3" fmla="*/ 78185 w 91360"/>
                  <a:gd name="csY3" fmla="*/ 13577 h 91359"/>
                  <a:gd name="csX4" fmla="*/ 45885 w 91360"/>
                  <a:gd name="csY4" fmla="*/ 198 h 91359"/>
                  <a:gd name="csX5" fmla="*/ 13584 w 91360"/>
                  <a:gd name="csY5" fmla="*/ 13577 h 91359"/>
                  <a:gd name="csX6" fmla="*/ 204 w 91360"/>
                  <a:gd name="csY6" fmla="*/ 45877 h 91359"/>
                  <a:gd name="csX7" fmla="*/ 13584 w 91360"/>
                  <a:gd name="csY7" fmla="*/ 78178 h 91359"/>
                  <a:gd name="csX8" fmla="*/ 45885 w 91360"/>
                  <a:gd name="csY8" fmla="*/ 9155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557"/>
                    </a:moveTo>
                    <a:cubicBezTo>
                      <a:pt x="57999" y="91557"/>
                      <a:pt x="69619" y="86744"/>
                      <a:pt x="78185" y="78178"/>
                    </a:cubicBezTo>
                    <a:cubicBezTo>
                      <a:pt x="86752" y="69612"/>
                      <a:pt x="91565" y="57992"/>
                      <a:pt x="91565" y="45877"/>
                    </a:cubicBezTo>
                    <a:cubicBezTo>
                      <a:pt x="91565" y="33763"/>
                      <a:pt x="86752" y="22143"/>
                      <a:pt x="78185" y="13577"/>
                    </a:cubicBezTo>
                    <a:cubicBezTo>
                      <a:pt x="69619" y="5011"/>
                      <a:pt x="57999" y="198"/>
                      <a:pt x="45885" y="198"/>
                    </a:cubicBezTo>
                    <a:cubicBezTo>
                      <a:pt x="33770" y="198"/>
                      <a:pt x="22150" y="5011"/>
                      <a:pt x="13584" y="13577"/>
                    </a:cubicBezTo>
                    <a:cubicBezTo>
                      <a:pt x="5018" y="22143"/>
                      <a:pt x="204" y="33763"/>
                      <a:pt x="204" y="45877"/>
                    </a:cubicBezTo>
                    <a:cubicBezTo>
                      <a:pt x="204" y="57992"/>
                      <a:pt x="5018" y="69612"/>
                      <a:pt x="13584" y="78178"/>
                    </a:cubicBezTo>
                    <a:cubicBezTo>
                      <a:pt x="22150" y="86744"/>
                      <a:pt x="33770" y="91557"/>
                      <a:pt x="45885" y="9155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6" name="任意多边形: 形状 2765"/>
              <p:cNvSpPr/>
              <p:nvPr/>
            </p:nvSpPr>
            <p:spPr>
              <a:xfrm>
                <a:off x="18844973" y="22433868"/>
                <a:ext cx="180000" cy="180000"/>
              </a:xfrm>
              <a:custGeom>
                <a:avLst/>
                <a:gdLst>
                  <a:gd name="csX0" fmla="*/ 45891 w 91360"/>
                  <a:gd name="csY0" fmla="*/ 91498 h 91359"/>
                  <a:gd name="csX1" fmla="*/ 78192 w 91360"/>
                  <a:gd name="csY1" fmla="*/ 78119 h 91359"/>
                  <a:gd name="csX2" fmla="*/ 91571 w 91360"/>
                  <a:gd name="csY2" fmla="*/ 45819 h 91359"/>
                  <a:gd name="csX3" fmla="*/ 78192 w 91360"/>
                  <a:gd name="csY3" fmla="*/ 13518 h 91359"/>
                  <a:gd name="csX4" fmla="*/ 45891 w 91360"/>
                  <a:gd name="csY4" fmla="*/ 139 h 91359"/>
                  <a:gd name="csX5" fmla="*/ 13590 w 91360"/>
                  <a:gd name="csY5" fmla="*/ 13518 h 91359"/>
                  <a:gd name="csX6" fmla="*/ 211 w 91360"/>
                  <a:gd name="csY6" fmla="*/ 45819 h 91359"/>
                  <a:gd name="csX7" fmla="*/ 13590 w 91360"/>
                  <a:gd name="csY7" fmla="*/ 78119 h 91359"/>
                  <a:gd name="csX8" fmla="*/ 45891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498"/>
                    </a:moveTo>
                    <a:cubicBezTo>
                      <a:pt x="58006" y="91498"/>
                      <a:pt x="69626" y="86685"/>
                      <a:pt x="78192" y="78119"/>
                    </a:cubicBezTo>
                    <a:cubicBezTo>
                      <a:pt x="86758" y="69553"/>
                      <a:pt x="91571" y="57933"/>
                      <a:pt x="91571" y="45819"/>
                    </a:cubicBezTo>
                    <a:cubicBezTo>
                      <a:pt x="91571" y="33704"/>
                      <a:pt x="86758" y="22084"/>
                      <a:pt x="78192" y="13518"/>
                    </a:cubicBezTo>
                    <a:cubicBezTo>
                      <a:pt x="69626" y="4952"/>
                      <a:pt x="58006" y="139"/>
                      <a:pt x="45891" y="139"/>
                    </a:cubicBezTo>
                    <a:cubicBezTo>
                      <a:pt x="33777" y="139"/>
                      <a:pt x="22157" y="4952"/>
                      <a:pt x="13590" y="13518"/>
                    </a:cubicBezTo>
                    <a:cubicBezTo>
                      <a:pt x="5024" y="22084"/>
                      <a:pt x="211" y="33704"/>
                      <a:pt x="211" y="45819"/>
                    </a:cubicBezTo>
                    <a:cubicBezTo>
                      <a:pt x="211" y="57933"/>
                      <a:pt x="5024" y="69553"/>
                      <a:pt x="13590" y="78119"/>
                    </a:cubicBezTo>
                    <a:cubicBezTo>
                      <a:pt x="22157" y="86685"/>
                      <a:pt x="33777" y="91498"/>
                      <a:pt x="45891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7" name="任意多边形: 形状 2766"/>
              <p:cNvSpPr/>
              <p:nvPr/>
            </p:nvSpPr>
            <p:spPr>
              <a:xfrm>
                <a:off x="18759309" y="23640095"/>
                <a:ext cx="180000" cy="180000"/>
              </a:xfrm>
              <a:custGeom>
                <a:avLst/>
                <a:gdLst>
                  <a:gd name="csX0" fmla="*/ 45889 w 91360"/>
                  <a:gd name="csY0" fmla="*/ 91536 h 91359"/>
                  <a:gd name="csX1" fmla="*/ 78189 w 91360"/>
                  <a:gd name="csY1" fmla="*/ 78156 h 91359"/>
                  <a:gd name="csX2" fmla="*/ 91569 w 91360"/>
                  <a:gd name="csY2" fmla="*/ 45856 h 91359"/>
                  <a:gd name="csX3" fmla="*/ 78189 w 91360"/>
                  <a:gd name="csY3" fmla="*/ 13556 h 91359"/>
                  <a:gd name="csX4" fmla="*/ 45889 w 91360"/>
                  <a:gd name="csY4" fmla="*/ 176 h 91359"/>
                  <a:gd name="csX5" fmla="*/ 13588 w 91360"/>
                  <a:gd name="csY5" fmla="*/ 13556 h 91359"/>
                  <a:gd name="csX6" fmla="*/ 208 w 91360"/>
                  <a:gd name="csY6" fmla="*/ 45856 h 91359"/>
                  <a:gd name="csX7" fmla="*/ 13588 w 91360"/>
                  <a:gd name="csY7" fmla="*/ 78156 h 91359"/>
                  <a:gd name="csX8" fmla="*/ 45889 w 91360"/>
                  <a:gd name="csY8" fmla="*/ 9153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536"/>
                    </a:moveTo>
                    <a:cubicBezTo>
                      <a:pt x="58003" y="91536"/>
                      <a:pt x="69623" y="86723"/>
                      <a:pt x="78189" y="78156"/>
                    </a:cubicBezTo>
                    <a:cubicBezTo>
                      <a:pt x="86756" y="69590"/>
                      <a:pt x="91569" y="57970"/>
                      <a:pt x="91569" y="45856"/>
                    </a:cubicBezTo>
                    <a:cubicBezTo>
                      <a:pt x="91569" y="33742"/>
                      <a:pt x="86756" y="22122"/>
                      <a:pt x="78189" y="13556"/>
                    </a:cubicBezTo>
                    <a:cubicBezTo>
                      <a:pt x="69623" y="4989"/>
                      <a:pt x="58003" y="176"/>
                      <a:pt x="45889" y="176"/>
                    </a:cubicBezTo>
                    <a:cubicBezTo>
                      <a:pt x="33774" y="176"/>
                      <a:pt x="22154" y="4989"/>
                      <a:pt x="13588" y="13556"/>
                    </a:cubicBezTo>
                    <a:cubicBezTo>
                      <a:pt x="5021" y="22122"/>
                      <a:pt x="208" y="33742"/>
                      <a:pt x="208" y="45856"/>
                    </a:cubicBezTo>
                    <a:cubicBezTo>
                      <a:pt x="208" y="57970"/>
                      <a:pt x="5021" y="69590"/>
                      <a:pt x="13588" y="78156"/>
                    </a:cubicBezTo>
                    <a:cubicBezTo>
                      <a:pt x="22154" y="86723"/>
                      <a:pt x="33774" y="91536"/>
                      <a:pt x="45889" y="9153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8" name="任意多边形: 形状 2767"/>
              <p:cNvSpPr/>
              <p:nvPr/>
            </p:nvSpPr>
            <p:spPr>
              <a:xfrm>
                <a:off x="18746363" y="22508896"/>
                <a:ext cx="180000" cy="180000"/>
              </a:xfrm>
              <a:custGeom>
                <a:avLst/>
                <a:gdLst>
                  <a:gd name="csX0" fmla="*/ 45888 w 91360"/>
                  <a:gd name="csY0" fmla="*/ 91501 h 91359"/>
                  <a:gd name="csX1" fmla="*/ 78189 w 91360"/>
                  <a:gd name="csY1" fmla="*/ 78121 h 91359"/>
                  <a:gd name="csX2" fmla="*/ 91568 w 91360"/>
                  <a:gd name="csY2" fmla="*/ 45821 h 91359"/>
                  <a:gd name="csX3" fmla="*/ 78189 w 91360"/>
                  <a:gd name="csY3" fmla="*/ 13521 h 91359"/>
                  <a:gd name="csX4" fmla="*/ 45888 w 91360"/>
                  <a:gd name="csY4" fmla="*/ 141 h 91359"/>
                  <a:gd name="csX5" fmla="*/ 13587 w 91360"/>
                  <a:gd name="csY5" fmla="*/ 13521 h 91359"/>
                  <a:gd name="csX6" fmla="*/ 208 w 91360"/>
                  <a:gd name="csY6" fmla="*/ 45821 h 91359"/>
                  <a:gd name="csX7" fmla="*/ 13587 w 91360"/>
                  <a:gd name="csY7" fmla="*/ 78121 h 91359"/>
                  <a:gd name="csX8" fmla="*/ 45888 w 91360"/>
                  <a:gd name="csY8" fmla="*/ 9150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01"/>
                    </a:moveTo>
                    <a:cubicBezTo>
                      <a:pt x="58003" y="91501"/>
                      <a:pt x="69623" y="86687"/>
                      <a:pt x="78189" y="78121"/>
                    </a:cubicBezTo>
                    <a:cubicBezTo>
                      <a:pt x="86755" y="69555"/>
                      <a:pt x="91568" y="57935"/>
                      <a:pt x="91568" y="45821"/>
                    </a:cubicBezTo>
                    <a:cubicBezTo>
                      <a:pt x="91568" y="33707"/>
                      <a:pt x="86755" y="22087"/>
                      <a:pt x="78189" y="13521"/>
                    </a:cubicBezTo>
                    <a:cubicBezTo>
                      <a:pt x="69623" y="4954"/>
                      <a:pt x="58003" y="141"/>
                      <a:pt x="45888" y="141"/>
                    </a:cubicBezTo>
                    <a:cubicBezTo>
                      <a:pt x="33774" y="141"/>
                      <a:pt x="22154" y="4954"/>
                      <a:pt x="13587" y="13521"/>
                    </a:cubicBezTo>
                    <a:cubicBezTo>
                      <a:pt x="5021" y="22087"/>
                      <a:pt x="208" y="33707"/>
                      <a:pt x="208" y="45821"/>
                    </a:cubicBezTo>
                    <a:cubicBezTo>
                      <a:pt x="208" y="57935"/>
                      <a:pt x="5021" y="69555"/>
                      <a:pt x="13587" y="78121"/>
                    </a:cubicBezTo>
                    <a:cubicBezTo>
                      <a:pt x="22154" y="86687"/>
                      <a:pt x="33774" y="91501"/>
                      <a:pt x="45888" y="9150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69" name="任意多边形: 形状 2768"/>
              <p:cNvSpPr/>
              <p:nvPr/>
            </p:nvSpPr>
            <p:spPr>
              <a:xfrm>
                <a:off x="18271886" y="22694567"/>
                <a:ext cx="180000" cy="180000"/>
              </a:xfrm>
              <a:custGeom>
                <a:avLst/>
                <a:gdLst>
                  <a:gd name="csX0" fmla="*/ 45873 w 91360"/>
                  <a:gd name="csY0" fmla="*/ 91506 h 91359"/>
                  <a:gd name="csX1" fmla="*/ 78174 w 91360"/>
                  <a:gd name="csY1" fmla="*/ 78127 h 91359"/>
                  <a:gd name="csX2" fmla="*/ 91554 w 91360"/>
                  <a:gd name="csY2" fmla="*/ 45827 h 91359"/>
                  <a:gd name="csX3" fmla="*/ 78174 w 91360"/>
                  <a:gd name="csY3" fmla="*/ 13526 h 91359"/>
                  <a:gd name="csX4" fmla="*/ 45873 w 91360"/>
                  <a:gd name="csY4" fmla="*/ 147 h 91359"/>
                  <a:gd name="csX5" fmla="*/ 13573 w 91360"/>
                  <a:gd name="csY5" fmla="*/ 13526 h 91359"/>
                  <a:gd name="csX6" fmla="*/ 193 w 91360"/>
                  <a:gd name="csY6" fmla="*/ 45827 h 91359"/>
                  <a:gd name="csX7" fmla="*/ 13573 w 91360"/>
                  <a:gd name="csY7" fmla="*/ 78127 h 91359"/>
                  <a:gd name="csX8" fmla="*/ 45873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3" y="91506"/>
                    </a:moveTo>
                    <a:cubicBezTo>
                      <a:pt x="57988" y="91506"/>
                      <a:pt x="69608" y="86693"/>
                      <a:pt x="78174" y="78127"/>
                    </a:cubicBezTo>
                    <a:cubicBezTo>
                      <a:pt x="86741" y="69561"/>
                      <a:pt x="91554" y="57941"/>
                      <a:pt x="91554" y="45827"/>
                    </a:cubicBezTo>
                    <a:cubicBezTo>
                      <a:pt x="91554" y="33712"/>
                      <a:pt x="86741" y="22092"/>
                      <a:pt x="78174" y="13526"/>
                    </a:cubicBezTo>
                    <a:cubicBezTo>
                      <a:pt x="69608" y="4960"/>
                      <a:pt x="57988" y="147"/>
                      <a:pt x="45873" y="147"/>
                    </a:cubicBezTo>
                    <a:cubicBezTo>
                      <a:pt x="33759" y="147"/>
                      <a:pt x="22139" y="4960"/>
                      <a:pt x="13573" y="13526"/>
                    </a:cubicBezTo>
                    <a:cubicBezTo>
                      <a:pt x="5006" y="22092"/>
                      <a:pt x="193" y="33712"/>
                      <a:pt x="193" y="45827"/>
                    </a:cubicBezTo>
                    <a:cubicBezTo>
                      <a:pt x="193" y="57941"/>
                      <a:pt x="5006" y="69561"/>
                      <a:pt x="13573" y="78127"/>
                    </a:cubicBezTo>
                    <a:cubicBezTo>
                      <a:pt x="22139" y="86693"/>
                      <a:pt x="33759" y="91506"/>
                      <a:pt x="45873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0" name="任意多边形: 形状 2769"/>
              <p:cNvSpPr/>
              <p:nvPr/>
            </p:nvSpPr>
            <p:spPr>
              <a:xfrm>
                <a:off x="17097720" y="22893937"/>
                <a:ext cx="180000" cy="180000"/>
              </a:xfrm>
              <a:custGeom>
                <a:avLst/>
                <a:gdLst>
                  <a:gd name="csX0" fmla="*/ 45864 w 91360"/>
                  <a:gd name="csY0" fmla="*/ 91530 h 91359"/>
                  <a:gd name="csX1" fmla="*/ 78165 w 91360"/>
                  <a:gd name="csY1" fmla="*/ 78150 h 91359"/>
                  <a:gd name="csX2" fmla="*/ 91545 w 91360"/>
                  <a:gd name="csY2" fmla="*/ 45850 h 91359"/>
                  <a:gd name="csX3" fmla="*/ 78165 w 91360"/>
                  <a:gd name="csY3" fmla="*/ 13550 h 91359"/>
                  <a:gd name="csX4" fmla="*/ 45864 w 91360"/>
                  <a:gd name="csY4" fmla="*/ 170 h 91359"/>
                  <a:gd name="csX5" fmla="*/ 13564 w 91360"/>
                  <a:gd name="csY5" fmla="*/ 13550 h 91359"/>
                  <a:gd name="csX6" fmla="*/ 184 w 91360"/>
                  <a:gd name="csY6" fmla="*/ 45850 h 91359"/>
                  <a:gd name="csX7" fmla="*/ 13564 w 91360"/>
                  <a:gd name="csY7" fmla="*/ 78150 h 91359"/>
                  <a:gd name="csX8" fmla="*/ 45864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530"/>
                    </a:moveTo>
                    <a:cubicBezTo>
                      <a:pt x="57979" y="91530"/>
                      <a:pt x="69599" y="86717"/>
                      <a:pt x="78165" y="78150"/>
                    </a:cubicBezTo>
                    <a:cubicBezTo>
                      <a:pt x="86731" y="69584"/>
                      <a:pt x="91545" y="57964"/>
                      <a:pt x="91545" y="45850"/>
                    </a:cubicBezTo>
                    <a:cubicBezTo>
                      <a:pt x="91545" y="33736"/>
                      <a:pt x="86731" y="22116"/>
                      <a:pt x="78165" y="13550"/>
                    </a:cubicBezTo>
                    <a:cubicBezTo>
                      <a:pt x="69599" y="4983"/>
                      <a:pt x="57979" y="170"/>
                      <a:pt x="45864" y="170"/>
                    </a:cubicBezTo>
                    <a:cubicBezTo>
                      <a:pt x="33750" y="170"/>
                      <a:pt x="22130" y="4983"/>
                      <a:pt x="13564" y="13550"/>
                    </a:cubicBezTo>
                    <a:cubicBezTo>
                      <a:pt x="4997" y="22116"/>
                      <a:pt x="184" y="33736"/>
                      <a:pt x="184" y="45850"/>
                    </a:cubicBezTo>
                    <a:cubicBezTo>
                      <a:pt x="184" y="57964"/>
                      <a:pt x="4997" y="69584"/>
                      <a:pt x="13564" y="78150"/>
                    </a:cubicBezTo>
                    <a:cubicBezTo>
                      <a:pt x="22130" y="86717"/>
                      <a:pt x="33750" y="91530"/>
                      <a:pt x="45864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1" name="任意多边形: 形状 2770"/>
              <p:cNvSpPr/>
              <p:nvPr/>
            </p:nvSpPr>
            <p:spPr>
              <a:xfrm>
                <a:off x="17697262" y="22928823"/>
                <a:ext cx="180000" cy="180000"/>
              </a:xfrm>
              <a:custGeom>
                <a:avLst/>
                <a:gdLst>
                  <a:gd name="csX0" fmla="*/ 45856 w 91360"/>
                  <a:gd name="csY0" fmla="*/ 91514 h 91359"/>
                  <a:gd name="csX1" fmla="*/ 78156 w 91360"/>
                  <a:gd name="csY1" fmla="*/ 78134 h 91359"/>
                  <a:gd name="csX2" fmla="*/ 91536 w 91360"/>
                  <a:gd name="csY2" fmla="*/ 45834 h 91359"/>
                  <a:gd name="csX3" fmla="*/ 78156 w 91360"/>
                  <a:gd name="csY3" fmla="*/ 13534 h 91359"/>
                  <a:gd name="csX4" fmla="*/ 45856 w 91360"/>
                  <a:gd name="csY4" fmla="*/ 154 h 91359"/>
                  <a:gd name="csX5" fmla="*/ 13555 w 91360"/>
                  <a:gd name="csY5" fmla="*/ 13534 h 91359"/>
                  <a:gd name="csX6" fmla="*/ 175 w 91360"/>
                  <a:gd name="csY6" fmla="*/ 45834 h 91359"/>
                  <a:gd name="csX7" fmla="*/ 13555 w 91360"/>
                  <a:gd name="csY7" fmla="*/ 78134 h 91359"/>
                  <a:gd name="csX8" fmla="*/ 45856 w 91360"/>
                  <a:gd name="csY8" fmla="*/ 9151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14"/>
                    </a:moveTo>
                    <a:cubicBezTo>
                      <a:pt x="57970" y="91514"/>
                      <a:pt x="69590" y="86700"/>
                      <a:pt x="78156" y="78134"/>
                    </a:cubicBezTo>
                    <a:cubicBezTo>
                      <a:pt x="86723" y="69568"/>
                      <a:pt x="91536" y="57948"/>
                      <a:pt x="91536" y="45834"/>
                    </a:cubicBezTo>
                    <a:cubicBezTo>
                      <a:pt x="91536" y="33720"/>
                      <a:pt x="86723" y="22100"/>
                      <a:pt x="78156" y="13534"/>
                    </a:cubicBezTo>
                    <a:cubicBezTo>
                      <a:pt x="69590" y="4967"/>
                      <a:pt x="57970" y="154"/>
                      <a:pt x="45856" y="154"/>
                    </a:cubicBezTo>
                    <a:cubicBezTo>
                      <a:pt x="33741" y="154"/>
                      <a:pt x="22121" y="4967"/>
                      <a:pt x="13555" y="13534"/>
                    </a:cubicBezTo>
                    <a:cubicBezTo>
                      <a:pt x="4989" y="22100"/>
                      <a:pt x="175" y="33720"/>
                      <a:pt x="175" y="45834"/>
                    </a:cubicBezTo>
                    <a:cubicBezTo>
                      <a:pt x="175" y="57948"/>
                      <a:pt x="4989" y="69568"/>
                      <a:pt x="13555" y="78134"/>
                    </a:cubicBezTo>
                    <a:cubicBezTo>
                      <a:pt x="22121" y="86700"/>
                      <a:pt x="33741" y="91514"/>
                      <a:pt x="45856" y="9151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2" name="任意多边形: 形状 2771"/>
              <p:cNvSpPr/>
              <p:nvPr/>
            </p:nvSpPr>
            <p:spPr>
              <a:xfrm>
                <a:off x="18899588" y="22707699"/>
                <a:ext cx="180000" cy="180000"/>
              </a:xfrm>
              <a:custGeom>
                <a:avLst/>
                <a:gdLst>
                  <a:gd name="csX0" fmla="*/ 45893 w 91360"/>
                  <a:gd name="csY0" fmla="*/ 91507 h 91359"/>
                  <a:gd name="csX1" fmla="*/ 78194 w 91360"/>
                  <a:gd name="csY1" fmla="*/ 78127 h 91359"/>
                  <a:gd name="csX2" fmla="*/ 91573 w 91360"/>
                  <a:gd name="csY2" fmla="*/ 45827 h 91359"/>
                  <a:gd name="csX3" fmla="*/ 78194 w 91360"/>
                  <a:gd name="csY3" fmla="*/ 13527 h 91359"/>
                  <a:gd name="csX4" fmla="*/ 45893 w 91360"/>
                  <a:gd name="csY4" fmla="*/ 147 h 91359"/>
                  <a:gd name="csX5" fmla="*/ 13592 w 91360"/>
                  <a:gd name="csY5" fmla="*/ 13527 h 91359"/>
                  <a:gd name="csX6" fmla="*/ 213 w 91360"/>
                  <a:gd name="csY6" fmla="*/ 45827 h 91359"/>
                  <a:gd name="csX7" fmla="*/ 13592 w 91360"/>
                  <a:gd name="csY7" fmla="*/ 78127 h 91359"/>
                  <a:gd name="csX8" fmla="*/ 45893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507"/>
                    </a:moveTo>
                    <a:cubicBezTo>
                      <a:pt x="58007" y="91507"/>
                      <a:pt x="69627" y="86694"/>
                      <a:pt x="78194" y="78127"/>
                    </a:cubicBezTo>
                    <a:cubicBezTo>
                      <a:pt x="86760" y="69561"/>
                      <a:pt x="91573" y="57941"/>
                      <a:pt x="91573" y="45827"/>
                    </a:cubicBezTo>
                    <a:cubicBezTo>
                      <a:pt x="91573" y="33713"/>
                      <a:pt x="86760" y="22093"/>
                      <a:pt x="78194" y="13527"/>
                    </a:cubicBezTo>
                    <a:cubicBezTo>
                      <a:pt x="69627" y="4961"/>
                      <a:pt x="58007" y="147"/>
                      <a:pt x="45893" y="147"/>
                    </a:cubicBezTo>
                    <a:cubicBezTo>
                      <a:pt x="33778" y="147"/>
                      <a:pt x="22158" y="4961"/>
                      <a:pt x="13592" y="13527"/>
                    </a:cubicBezTo>
                    <a:cubicBezTo>
                      <a:pt x="5026" y="22093"/>
                      <a:pt x="213" y="33713"/>
                      <a:pt x="213" y="45827"/>
                    </a:cubicBezTo>
                    <a:cubicBezTo>
                      <a:pt x="213" y="57941"/>
                      <a:pt x="5026" y="69561"/>
                      <a:pt x="13592" y="78127"/>
                    </a:cubicBezTo>
                    <a:cubicBezTo>
                      <a:pt x="22158" y="86694"/>
                      <a:pt x="33778" y="91507"/>
                      <a:pt x="45893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3" name="任意多边形: 形状 2772"/>
              <p:cNvSpPr/>
              <p:nvPr/>
            </p:nvSpPr>
            <p:spPr>
              <a:xfrm>
                <a:off x="17287226" y="22733584"/>
                <a:ext cx="180000" cy="180000"/>
              </a:xfrm>
              <a:custGeom>
                <a:avLst/>
                <a:gdLst>
                  <a:gd name="csX0" fmla="*/ 45843 w 91360"/>
                  <a:gd name="csY0" fmla="*/ 91508 h 91359"/>
                  <a:gd name="csX1" fmla="*/ 78144 w 91360"/>
                  <a:gd name="csY1" fmla="*/ 78128 h 91359"/>
                  <a:gd name="csX2" fmla="*/ 91523 w 91360"/>
                  <a:gd name="csY2" fmla="*/ 45828 h 91359"/>
                  <a:gd name="csX3" fmla="*/ 78144 w 91360"/>
                  <a:gd name="csY3" fmla="*/ 13527 h 91359"/>
                  <a:gd name="csX4" fmla="*/ 45843 w 91360"/>
                  <a:gd name="csY4" fmla="*/ 148 h 91359"/>
                  <a:gd name="csX5" fmla="*/ 13542 w 91360"/>
                  <a:gd name="csY5" fmla="*/ 13527 h 91359"/>
                  <a:gd name="csX6" fmla="*/ 163 w 91360"/>
                  <a:gd name="csY6" fmla="*/ 45828 h 91359"/>
                  <a:gd name="csX7" fmla="*/ 13542 w 91360"/>
                  <a:gd name="csY7" fmla="*/ 78128 h 91359"/>
                  <a:gd name="csX8" fmla="*/ 45843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508"/>
                    </a:moveTo>
                    <a:cubicBezTo>
                      <a:pt x="57958" y="91508"/>
                      <a:pt x="69578" y="86694"/>
                      <a:pt x="78144" y="78128"/>
                    </a:cubicBezTo>
                    <a:cubicBezTo>
                      <a:pt x="86710" y="69562"/>
                      <a:pt x="91523" y="57942"/>
                      <a:pt x="91523" y="45828"/>
                    </a:cubicBezTo>
                    <a:cubicBezTo>
                      <a:pt x="91523" y="33713"/>
                      <a:pt x="86710" y="22094"/>
                      <a:pt x="78144" y="13527"/>
                    </a:cubicBezTo>
                    <a:cubicBezTo>
                      <a:pt x="69578" y="4961"/>
                      <a:pt x="57958" y="148"/>
                      <a:pt x="45843" y="148"/>
                    </a:cubicBezTo>
                    <a:cubicBezTo>
                      <a:pt x="33728" y="148"/>
                      <a:pt x="22108" y="4961"/>
                      <a:pt x="13542" y="13527"/>
                    </a:cubicBezTo>
                    <a:cubicBezTo>
                      <a:pt x="4976" y="22094"/>
                      <a:pt x="163" y="33713"/>
                      <a:pt x="163" y="45828"/>
                    </a:cubicBezTo>
                    <a:cubicBezTo>
                      <a:pt x="163" y="57942"/>
                      <a:pt x="4976" y="69562"/>
                      <a:pt x="13542" y="78128"/>
                    </a:cubicBezTo>
                    <a:cubicBezTo>
                      <a:pt x="22108" y="86694"/>
                      <a:pt x="33728" y="91508"/>
                      <a:pt x="45843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4" name="任意多边形: 形状 2773"/>
              <p:cNvSpPr/>
              <p:nvPr/>
            </p:nvSpPr>
            <p:spPr>
              <a:xfrm>
                <a:off x="19139574" y="23489088"/>
                <a:ext cx="180000" cy="180000"/>
              </a:xfrm>
              <a:custGeom>
                <a:avLst/>
                <a:gdLst>
                  <a:gd name="csX0" fmla="*/ 45900 w 91360"/>
                  <a:gd name="csY0" fmla="*/ 91531 h 91359"/>
                  <a:gd name="csX1" fmla="*/ 78201 w 91360"/>
                  <a:gd name="csY1" fmla="*/ 78152 h 91359"/>
                  <a:gd name="csX2" fmla="*/ 91581 w 91360"/>
                  <a:gd name="csY2" fmla="*/ 45851 h 91359"/>
                  <a:gd name="csX3" fmla="*/ 78201 w 91360"/>
                  <a:gd name="csY3" fmla="*/ 13551 h 91359"/>
                  <a:gd name="csX4" fmla="*/ 45900 w 91360"/>
                  <a:gd name="csY4" fmla="*/ 172 h 91359"/>
                  <a:gd name="csX5" fmla="*/ 13600 w 91360"/>
                  <a:gd name="csY5" fmla="*/ 13551 h 91359"/>
                  <a:gd name="csX6" fmla="*/ 220 w 91360"/>
                  <a:gd name="csY6" fmla="*/ 45851 h 91359"/>
                  <a:gd name="csX7" fmla="*/ 13600 w 91360"/>
                  <a:gd name="csY7" fmla="*/ 78152 h 91359"/>
                  <a:gd name="csX8" fmla="*/ 45900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531"/>
                    </a:moveTo>
                    <a:cubicBezTo>
                      <a:pt x="58015" y="91531"/>
                      <a:pt x="69635" y="86718"/>
                      <a:pt x="78201" y="78152"/>
                    </a:cubicBezTo>
                    <a:cubicBezTo>
                      <a:pt x="86767" y="69586"/>
                      <a:pt x="91581" y="57966"/>
                      <a:pt x="91581" y="45851"/>
                    </a:cubicBezTo>
                    <a:cubicBezTo>
                      <a:pt x="91581" y="33737"/>
                      <a:pt x="86767" y="22117"/>
                      <a:pt x="78201" y="13551"/>
                    </a:cubicBezTo>
                    <a:cubicBezTo>
                      <a:pt x="69635" y="4985"/>
                      <a:pt x="58015" y="172"/>
                      <a:pt x="45900" y="172"/>
                    </a:cubicBezTo>
                    <a:cubicBezTo>
                      <a:pt x="33786" y="172"/>
                      <a:pt x="22166" y="4985"/>
                      <a:pt x="13600" y="13551"/>
                    </a:cubicBezTo>
                    <a:cubicBezTo>
                      <a:pt x="5033" y="22117"/>
                      <a:pt x="220" y="33737"/>
                      <a:pt x="220" y="45851"/>
                    </a:cubicBezTo>
                    <a:cubicBezTo>
                      <a:pt x="220" y="57966"/>
                      <a:pt x="5033" y="69586"/>
                      <a:pt x="13600" y="78152"/>
                    </a:cubicBezTo>
                    <a:cubicBezTo>
                      <a:pt x="22166" y="86718"/>
                      <a:pt x="33786" y="91531"/>
                      <a:pt x="45900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5" name="任意多边形: 形状 2774"/>
              <p:cNvSpPr/>
              <p:nvPr/>
            </p:nvSpPr>
            <p:spPr>
              <a:xfrm>
                <a:off x="19173071" y="22999675"/>
                <a:ext cx="180000" cy="180000"/>
              </a:xfrm>
              <a:custGeom>
                <a:avLst/>
                <a:gdLst>
                  <a:gd name="csX0" fmla="*/ 45901 w 91360"/>
                  <a:gd name="csY0" fmla="*/ 91516 h 91359"/>
                  <a:gd name="csX1" fmla="*/ 78202 w 91360"/>
                  <a:gd name="csY1" fmla="*/ 78137 h 91359"/>
                  <a:gd name="csX2" fmla="*/ 91582 w 91360"/>
                  <a:gd name="csY2" fmla="*/ 45836 h 91359"/>
                  <a:gd name="csX3" fmla="*/ 78202 w 91360"/>
                  <a:gd name="csY3" fmla="*/ 13536 h 91359"/>
                  <a:gd name="csX4" fmla="*/ 45901 w 91360"/>
                  <a:gd name="csY4" fmla="*/ 156 h 91359"/>
                  <a:gd name="csX5" fmla="*/ 13601 w 91360"/>
                  <a:gd name="csY5" fmla="*/ 13536 h 91359"/>
                  <a:gd name="csX6" fmla="*/ 221 w 91360"/>
                  <a:gd name="csY6" fmla="*/ 45836 h 91359"/>
                  <a:gd name="csX7" fmla="*/ 13601 w 91360"/>
                  <a:gd name="csY7" fmla="*/ 78137 h 91359"/>
                  <a:gd name="csX8" fmla="*/ 45901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1" y="91516"/>
                    </a:moveTo>
                    <a:cubicBezTo>
                      <a:pt x="58016" y="91516"/>
                      <a:pt x="69636" y="86703"/>
                      <a:pt x="78202" y="78137"/>
                    </a:cubicBezTo>
                    <a:cubicBezTo>
                      <a:pt x="86768" y="69570"/>
                      <a:pt x="91582" y="57951"/>
                      <a:pt x="91582" y="45836"/>
                    </a:cubicBezTo>
                    <a:cubicBezTo>
                      <a:pt x="91582" y="33722"/>
                      <a:pt x="86768" y="22102"/>
                      <a:pt x="78202" y="13536"/>
                    </a:cubicBezTo>
                    <a:cubicBezTo>
                      <a:pt x="69636" y="4970"/>
                      <a:pt x="58016" y="156"/>
                      <a:pt x="45901" y="156"/>
                    </a:cubicBezTo>
                    <a:cubicBezTo>
                      <a:pt x="33787" y="156"/>
                      <a:pt x="22167" y="4970"/>
                      <a:pt x="13601" y="13536"/>
                    </a:cubicBezTo>
                    <a:cubicBezTo>
                      <a:pt x="5034" y="22102"/>
                      <a:pt x="221" y="33722"/>
                      <a:pt x="221" y="45836"/>
                    </a:cubicBezTo>
                    <a:cubicBezTo>
                      <a:pt x="221" y="57951"/>
                      <a:pt x="5034" y="69570"/>
                      <a:pt x="13601" y="78137"/>
                    </a:cubicBezTo>
                    <a:cubicBezTo>
                      <a:pt x="22167" y="86703"/>
                      <a:pt x="33787" y="91516"/>
                      <a:pt x="45901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6" name="任意多边形: 形状 2775"/>
              <p:cNvSpPr/>
              <p:nvPr/>
            </p:nvSpPr>
            <p:spPr>
              <a:xfrm>
                <a:off x="16861073" y="23025873"/>
                <a:ext cx="180000" cy="180000"/>
              </a:xfrm>
              <a:custGeom>
                <a:avLst/>
                <a:gdLst>
                  <a:gd name="csX0" fmla="*/ 45830 w 91360"/>
                  <a:gd name="csY0" fmla="*/ 91517 h 91359"/>
                  <a:gd name="csX1" fmla="*/ 78131 w 91360"/>
                  <a:gd name="csY1" fmla="*/ 78137 h 91359"/>
                  <a:gd name="csX2" fmla="*/ 91510 w 91360"/>
                  <a:gd name="csY2" fmla="*/ 45837 h 91359"/>
                  <a:gd name="csX3" fmla="*/ 78131 w 91360"/>
                  <a:gd name="csY3" fmla="*/ 13537 h 91359"/>
                  <a:gd name="csX4" fmla="*/ 45830 w 91360"/>
                  <a:gd name="csY4" fmla="*/ 157 h 91359"/>
                  <a:gd name="csX5" fmla="*/ 13529 w 91360"/>
                  <a:gd name="csY5" fmla="*/ 13537 h 91359"/>
                  <a:gd name="csX6" fmla="*/ 150 w 91360"/>
                  <a:gd name="csY6" fmla="*/ 45837 h 91359"/>
                  <a:gd name="csX7" fmla="*/ 13529 w 91360"/>
                  <a:gd name="csY7" fmla="*/ 78137 h 91359"/>
                  <a:gd name="csX8" fmla="*/ 45830 w 91360"/>
                  <a:gd name="csY8" fmla="*/ 9151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0" y="91517"/>
                    </a:moveTo>
                    <a:cubicBezTo>
                      <a:pt x="57944" y="91517"/>
                      <a:pt x="69564" y="86703"/>
                      <a:pt x="78131" y="78137"/>
                    </a:cubicBezTo>
                    <a:cubicBezTo>
                      <a:pt x="86697" y="69571"/>
                      <a:pt x="91510" y="57951"/>
                      <a:pt x="91510" y="45837"/>
                    </a:cubicBezTo>
                    <a:cubicBezTo>
                      <a:pt x="91510" y="33723"/>
                      <a:pt x="86697" y="22103"/>
                      <a:pt x="78131" y="13537"/>
                    </a:cubicBezTo>
                    <a:cubicBezTo>
                      <a:pt x="69564" y="4970"/>
                      <a:pt x="57944" y="157"/>
                      <a:pt x="45830" y="157"/>
                    </a:cubicBezTo>
                    <a:cubicBezTo>
                      <a:pt x="33715" y="157"/>
                      <a:pt x="22095" y="4970"/>
                      <a:pt x="13529" y="13537"/>
                    </a:cubicBezTo>
                    <a:cubicBezTo>
                      <a:pt x="4963" y="22103"/>
                      <a:pt x="150" y="33723"/>
                      <a:pt x="150" y="45837"/>
                    </a:cubicBezTo>
                    <a:cubicBezTo>
                      <a:pt x="150" y="57951"/>
                      <a:pt x="4963" y="69571"/>
                      <a:pt x="13529" y="78137"/>
                    </a:cubicBezTo>
                    <a:cubicBezTo>
                      <a:pt x="22095" y="86703"/>
                      <a:pt x="33715" y="91517"/>
                      <a:pt x="45830" y="9151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7" name="任意多边形: 形状 2776"/>
              <p:cNvSpPr/>
              <p:nvPr/>
            </p:nvSpPr>
            <p:spPr>
              <a:xfrm>
                <a:off x="18912316" y="23449176"/>
                <a:ext cx="180000" cy="180000"/>
              </a:xfrm>
              <a:custGeom>
                <a:avLst/>
                <a:gdLst>
                  <a:gd name="csX0" fmla="*/ 45893 w 91360"/>
                  <a:gd name="csY0" fmla="*/ 91530 h 91359"/>
                  <a:gd name="csX1" fmla="*/ 78194 w 91360"/>
                  <a:gd name="csY1" fmla="*/ 78150 h 91359"/>
                  <a:gd name="csX2" fmla="*/ 91574 w 91360"/>
                  <a:gd name="csY2" fmla="*/ 45850 h 91359"/>
                  <a:gd name="csX3" fmla="*/ 78194 w 91360"/>
                  <a:gd name="csY3" fmla="*/ 13550 h 91359"/>
                  <a:gd name="csX4" fmla="*/ 45893 w 91360"/>
                  <a:gd name="csY4" fmla="*/ 170 h 91359"/>
                  <a:gd name="csX5" fmla="*/ 13592 w 91360"/>
                  <a:gd name="csY5" fmla="*/ 13550 h 91359"/>
                  <a:gd name="csX6" fmla="*/ 213 w 91360"/>
                  <a:gd name="csY6" fmla="*/ 45850 h 91359"/>
                  <a:gd name="csX7" fmla="*/ 13592 w 91360"/>
                  <a:gd name="csY7" fmla="*/ 78150 h 91359"/>
                  <a:gd name="csX8" fmla="*/ 45893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530"/>
                    </a:moveTo>
                    <a:cubicBezTo>
                      <a:pt x="58008" y="91530"/>
                      <a:pt x="69628" y="86717"/>
                      <a:pt x="78194" y="78150"/>
                    </a:cubicBezTo>
                    <a:cubicBezTo>
                      <a:pt x="86760" y="69584"/>
                      <a:pt x="91574" y="57964"/>
                      <a:pt x="91574" y="45850"/>
                    </a:cubicBezTo>
                    <a:cubicBezTo>
                      <a:pt x="91574" y="33736"/>
                      <a:pt x="86760" y="22116"/>
                      <a:pt x="78194" y="13550"/>
                    </a:cubicBezTo>
                    <a:cubicBezTo>
                      <a:pt x="69628" y="4983"/>
                      <a:pt x="58008" y="170"/>
                      <a:pt x="45893" y="170"/>
                    </a:cubicBezTo>
                    <a:cubicBezTo>
                      <a:pt x="33779" y="170"/>
                      <a:pt x="22159" y="4983"/>
                      <a:pt x="13592" y="13550"/>
                    </a:cubicBezTo>
                    <a:cubicBezTo>
                      <a:pt x="5026" y="22116"/>
                      <a:pt x="213" y="33736"/>
                      <a:pt x="213" y="45850"/>
                    </a:cubicBezTo>
                    <a:cubicBezTo>
                      <a:pt x="213" y="57964"/>
                      <a:pt x="5026" y="69584"/>
                      <a:pt x="13592" y="78150"/>
                    </a:cubicBezTo>
                    <a:cubicBezTo>
                      <a:pt x="22159" y="86717"/>
                      <a:pt x="33779" y="91530"/>
                      <a:pt x="45893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8" name="任意多边形: 形状 2777"/>
              <p:cNvSpPr/>
              <p:nvPr/>
            </p:nvSpPr>
            <p:spPr>
              <a:xfrm>
                <a:off x="16979350" y="21568463"/>
                <a:ext cx="180000" cy="180000"/>
              </a:xfrm>
              <a:custGeom>
                <a:avLst/>
                <a:gdLst>
                  <a:gd name="csX0" fmla="*/ 45833 w 91360"/>
                  <a:gd name="csY0" fmla="*/ 91471 h 91359"/>
                  <a:gd name="csX1" fmla="*/ 78134 w 91360"/>
                  <a:gd name="csY1" fmla="*/ 78092 h 91359"/>
                  <a:gd name="csX2" fmla="*/ 91514 w 91360"/>
                  <a:gd name="csY2" fmla="*/ 45792 h 91359"/>
                  <a:gd name="csX3" fmla="*/ 78134 w 91360"/>
                  <a:gd name="csY3" fmla="*/ 13491 h 91359"/>
                  <a:gd name="csX4" fmla="*/ 45833 w 91360"/>
                  <a:gd name="csY4" fmla="*/ 112 h 91359"/>
                  <a:gd name="csX5" fmla="*/ 13533 w 91360"/>
                  <a:gd name="csY5" fmla="*/ 13491 h 91359"/>
                  <a:gd name="csX6" fmla="*/ 153 w 91360"/>
                  <a:gd name="csY6" fmla="*/ 45792 h 91359"/>
                  <a:gd name="csX7" fmla="*/ 13533 w 91360"/>
                  <a:gd name="csY7" fmla="*/ 78092 h 91359"/>
                  <a:gd name="csX8" fmla="*/ 45833 w 91360"/>
                  <a:gd name="csY8" fmla="*/ 9147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3" y="91471"/>
                    </a:moveTo>
                    <a:cubicBezTo>
                      <a:pt x="57948" y="91471"/>
                      <a:pt x="69568" y="86658"/>
                      <a:pt x="78134" y="78092"/>
                    </a:cubicBezTo>
                    <a:cubicBezTo>
                      <a:pt x="86701" y="69526"/>
                      <a:pt x="91514" y="57906"/>
                      <a:pt x="91514" y="45792"/>
                    </a:cubicBezTo>
                    <a:cubicBezTo>
                      <a:pt x="91514" y="33677"/>
                      <a:pt x="86701" y="22058"/>
                      <a:pt x="78134" y="13491"/>
                    </a:cubicBezTo>
                    <a:cubicBezTo>
                      <a:pt x="69568" y="4925"/>
                      <a:pt x="57948" y="112"/>
                      <a:pt x="45833" y="112"/>
                    </a:cubicBezTo>
                    <a:cubicBezTo>
                      <a:pt x="33719" y="112"/>
                      <a:pt x="22099" y="4925"/>
                      <a:pt x="13533" y="13491"/>
                    </a:cubicBezTo>
                    <a:cubicBezTo>
                      <a:pt x="4966" y="22058"/>
                      <a:pt x="153" y="33677"/>
                      <a:pt x="153" y="45792"/>
                    </a:cubicBezTo>
                    <a:cubicBezTo>
                      <a:pt x="153" y="57906"/>
                      <a:pt x="4966" y="69526"/>
                      <a:pt x="13533" y="78092"/>
                    </a:cubicBezTo>
                    <a:cubicBezTo>
                      <a:pt x="22099" y="86658"/>
                      <a:pt x="33719" y="91471"/>
                      <a:pt x="45833" y="9147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79" name="任意多边形: 形状 2778"/>
              <p:cNvSpPr/>
              <p:nvPr/>
            </p:nvSpPr>
            <p:spPr>
              <a:xfrm>
                <a:off x="19368108" y="22314518"/>
                <a:ext cx="180000" cy="180000"/>
              </a:xfrm>
              <a:custGeom>
                <a:avLst/>
                <a:gdLst>
                  <a:gd name="csX0" fmla="*/ 45907 w 91360"/>
                  <a:gd name="csY0" fmla="*/ 91495 h 91359"/>
                  <a:gd name="csX1" fmla="*/ 78208 w 91360"/>
                  <a:gd name="csY1" fmla="*/ 78115 h 91359"/>
                  <a:gd name="csX2" fmla="*/ 91588 w 91360"/>
                  <a:gd name="csY2" fmla="*/ 45815 h 91359"/>
                  <a:gd name="csX3" fmla="*/ 78208 w 91360"/>
                  <a:gd name="csY3" fmla="*/ 13514 h 91359"/>
                  <a:gd name="csX4" fmla="*/ 45907 w 91360"/>
                  <a:gd name="csY4" fmla="*/ 135 h 91359"/>
                  <a:gd name="csX5" fmla="*/ 13607 w 91360"/>
                  <a:gd name="csY5" fmla="*/ 13514 h 91359"/>
                  <a:gd name="csX6" fmla="*/ 227 w 91360"/>
                  <a:gd name="csY6" fmla="*/ 45815 h 91359"/>
                  <a:gd name="csX7" fmla="*/ 13607 w 91360"/>
                  <a:gd name="csY7" fmla="*/ 78115 h 91359"/>
                  <a:gd name="csX8" fmla="*/ 45907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7" y="91495"/>
                    </a:moveTo>
                    <a:cubicBezTo>
                      <a:pt x="58022" y="91495"/>
                      <a:pt x="69642" y="86681"/>
                      <a:pt x="78208" y="78115"/>
                    </a:cubicBezTo>
                    <a:cubicBezTo>
                      <a:pt x="86774" y="69549"/>
                      <a:pt x="91588" y="57929"/>
                      <a:pt x="91588" y="45815"/>
                    </a:cubicBezTo>
                    <a:cubicBezTo>
                      <a:pt x="91588" y="33701"/>
                      <a:pt x="86774" y="22081"/>
                      <a:pt x="78208" y="13514"/>
                    </a:cubicBezTo>
                    <a:cubicBezTo>
                      <a:pt x="69642" y="4948"/>
                      <a:pt x="58022" y="135"/>
                      <a:pt x="45907" y="135"/>
                    </a:cubicBezTo>
                    <a:cubicBezTo>
                      <a:pt x="33793" y="135"/>
                      <a:pt x="22173" y="4948"/>
                      <a:pt x="13607" y="13514"/>
                    </a:cubicBezTo>
                    <a:cubicBezTo>
                      <a:pt x="5040" y="22081"/>
                      <a:pt x="227" y="33701"/>
                      <a:pt x="227" y="45815"/>
                    </a:cubicBezTo>
                    <a:cubicBezTo>
                      <a:pt x="227" y="57929"/>
                      <a:pt x="5040" y="69549"/>
                      <a:pt x="13607" y="78115"/>
                    </a:cubicBezTo>
                    <a:cubicBezTo>
                      <a:pt x="22173" y="86681"/>
                      <a:pt x="33793" y="91495"/>
                      <a:pt x="45907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0" name="任意多边形: 形状 2779"/>
              <p:cNvSpPr/>
              <p:nvPr/>
            </p:nvSpPr>
            <p:spPr>
              <a:xfrm>
                <a:off x="17287782" y="22693350"/>
                <a:ext cx="180000" cy="180000"/>
              </a:xfrm>
              <a:custGeom>
                <a:avLst/>
                <a:gdLst>
                  <a:gd name="csX0" fmla="*/ 45843 w 91360"/>
                  <a:gd name="csY0" fmla="*/ 91506 h 91359"/>
                  <a:gd name="csX1" fmla="*/ 78144 w 91360"/>
                  <a:gd name="csY1" fmla="*/ 78127 h 91359"/>
                  <a:gd name="csX2" fmla="*/ 91523 w 91360"/>
                  <a:gd name="csY2" fmla="*/ 45827 h 91359"/>
                  <a:gd name="csX3" fmla="*/ 78144 w 91360"/>
                  <a:gd name="csY3" fmla="*/ 13526 h 91359"/>
                  <a:gd name="csX4" fmla="*/ 45843 w 91360"/>
                  <a:gd name="csY4" fmla="*/ 147 h 91359"/>
                  <a:gd name="csX5" fmla="*/ 13542 w 91360"/>
                  <a:gd name="csY5" fmla="*/ 13526 h 91359"/>
                  <a:gd name="csX6" fmla="*/ 163 w 91360"/>
                  <a:gd name="csY6" fmla="*/ 45827 h 91359"/>
                  <a:gd name="csX7" fmla="*/ 13542 w 91360"/>
                  <a:gd name="csY7" fmla="*/ 78127 h 91359"/>
                  <a:gd name="csX8" fmla="*/ 45843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506"/>
                    </a:moveTo>
                    <a:cubicBezTo>
                      <a:pt x="57958" y="91506"/>
                      <a:pt x="69578" y="86693"/>
                      <a:pt x="78144" y="78127"/>
                    </a:cubicBezTo>
                    <a:cubicBezTo>
                      <a:pt x="86710" y="69561"/>
                      <a:pt x="91523" y="57941"/>
                      <a:pt x="91523" y="45827"/>
                    </a:cubicBezTo>
                    <a:cubicBezTo>
                      <a:pt x="91523" y="33712"/>
                      <a:pt x="86710" y="22092"/>
                      <a:pt x="78144" y="13526"/>
                    </a:cubicBezTo>
                    <a:cubicBezTo>
                      <a:pt x="69578" y="4960"/>
                      <a:pt x="57958" y="147"/>
                      <a:pt x="45843" y="147"/>
                    </a:cubicBezTo>
                    <a:cubicBezTo>
                      <a:pt x="33728" y="147"/>
                      <a:pt x="22108" y="4960"/>
                      <a:pt x="13542" y="13526"/>
                    </a:cubicBezTo>
                    <a:cubicBezTo>
                      <a:pt x="4976" y="22092"/>
                      <a:pt x="163" y="33712"/>
                      <a:pt x="163" y="45827"/>
                    </a:cubicBezTo>
                    <a:cubicBezTo>
                      <a:pt x="163" y="57941"/>
                      <a:pt x="4976" y="69561"/>
                      <a:pt x="13542" y="78127"/>
                    </a:cubicBezTo>
                    <a:cubicBezTo>
                      <a:pt x="22108" y="86693"/>
                      <a:pt x="33728" y="91506"/>
                      <a:pt x="45843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1" name="任意多边形: 形状 2780"/>
              <p:cNvSpPr/>
              <p:nvPr/>
            </p:nvSpPr>
            <p:spPr>
              <a:xfrm>
                <a:off x="18859621" y="24527933"/>
                <a:ext cx="180000" cy="180000"/>
              </a:xfrm>
              <a:custGeom>
                <a:avLst/>
                <a:gdLst>
                  <a:gd name="csX0" fmla="*/ 45892 w 91360"/>
                  <a:gd name="csY0" fmla="*/ 91563 h 91359"/>
                  <a:gd name="csX1" fmla="*/ 78192 w 91360"/>
                  <a:gd name="csY1" fmla="*/ 78184 h 91359"/>
                  <a:gd name="csX2" fmla="*/ 91572 w 91360"/>
                  <a:gd name="csY2" fmla="*/ 45883 h 91359"/>
                  <a:gd name="csX3" fmla="*/ 78192 w 91360"/>
                  <a:gd name="csY3" fmla="*/ 13583 h 91359"/>
                  <a:gd name="csX4" fmla="*/ 45892 w 91360"/>
                  <a:gd name="csY4" fmla="*/ 204 h 91359"/>
                  <a:gd name="csX5" fmla="*/ 13591 w 91360"/>
                  <a:gd name="csY5" fmla="*/ 13583 h 91359"/>
                  <a:gd name="csX6" fmla="*/ 211 w 91360"/>
                  <a:gd name="csY6" fmla="*/ 45883 h 91359"/>
                  <a:gd name="csX7" fmla="*/ 13591 w 91360"/>
                  <a:gd name="csY7" fmla="*/ 78184 h 91359"/>
                  <a:gd name="csX8" fmla="*/ 45892 w 91360"/>
                  <a:gd name="csY8" fmla="*/ 9156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2" y="91563"/>
                    </a:moveTo>
                    <a:cubicBezTo>
                      <a:pt x="58006" y="91563"/>
                      <a:pt x="69626" y="86750"/>
                      <a:pt x="78192" y="78184"/>
                    </a:cubicBezTo>
                    <a:cubicBezTo>
                      <a:pt x="86759" y="69618"/>
                      <a:pt x="91572" y="57998"/>
                      <a:pt x="91572" y="45883"/>
                    </a:cubicBezTo>
                    <a:cubicBezTo>
                      <a:pt x="91572" y="33769"/>
                      <a:pt x="86759" y="22149"/>
                      <a:pt x="78192" y="13583"/>
                    </a:cubicBezTo>
                    <a:cubicBezTo>
                      <a:pt x="69626" y="5017"/>
                      <a:pt x="58006" y="204"/>
                      <a:pt x="45892" y="204"/>
                    </a:cubicBezTo>
                    <a:cubicBezTo>
                      <a:pt x="33777" y="204"/>
                      <a:pt x="22157" y="5017"/>
                      <a:pt x="13591" y="13583"/>
                    </a:cubicBezTo>
                    <a:cubicBezTo>
                      <a:pt x="5025" y="22149"/>
                      <a:pt x="211" y="33769"/>
                      <a:pt x="211" y="45883"/>
                    </a:cubicBezTo>
                    <a:cubicBezTo>
                      <a:pt x="211" y="57998"/>
                      <a:pt x="5025" y="69618"/>
                      <a:pt x="13591" y="78184"/>
                    </a:cubicBezTo>
                    <a:cubicBezTo>
                      <a:pt x="22157" y="86750"/>
                      <a:pt x="33777" y="91563"/>
                      <a:pt x="45892" y="9156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2" name="任意多边形: 形状 2781"/>
              <p:cNvSpPr/>
              <p:nvPr/>
            </p:nvSpPr>
            <p:spPr>
              <a:xfrm>
                <a:off x="16838218" y="23634771"/>
                <a:ext cx="180000" cy="180000"/>
              </a:xfrm>
              <a:custGeom>
                <a:avLst/>
                <a:gdLst>
                  <a:gd name="csX0" fmla="*/ 45829 w 91360"/>
                  <a:gd name="csY0" fmla="*/ 91535 h 91359"/>
                  <a:gd name="csX1" fmla="*/ 78130 w 91360"/>
                  <a:gd name="csY1" fmla="*/ 78156 h 91359"/>
                  <a:gd name="csX2" fmla="*/ 91509 w 91360"/>
                  <a:gd name="csY2" fmla="*/ 45856 h 91359"/>
                  <a:gd name="csX3" fmla="*/ 78130 w 91360"/>
                  <a:gd name="csY3" fmla="*/ 13555 h 91359"/>
                  <a:gd name="csX4" fmla="*/ 45829 w 91360"/>
                  <a:gd name="csY4" fmla="*/ 176 h 91359"/>
                  <a:gd name="csX5" fmla="*/ 13528 w 91360"/>
                  <a:gd name="csY5" fmla="*/ 13555 h 91359"/>
                  <a:gd name="csX6" fmla="*/ 149 w 91360"/>
                  <a:gd name="csY6" fmla="*/ 45856 h 91359"/>
                  <a:gd name="csX7" fmla="*/ 13528 w 91360"/>
                  <a:gd name="csY7" fmla="*/ 78156 h 91359"/>
                  <a:gd name="csX8" fmla="*/ 45829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9" y="91535"/>
                    </a:moveTo>
                    <a:cubicBezTo>
                      <a:pt x="57944" y="91535"/>
                      <a:pt x="69564" y="86722"/>
                      <a:pt x="78130" y="78156"/>
                    </a:cubicBezTo>
                    <a:cubicBezTo>
                      <a:pt x="86696" y="69590"/>
                      <a:pt x="91509" y="57970"/>
                      <a:pt x="91509" y="45856"/>
                    </a:cubicBezTo>
                    <a:cubicBezTo>
                      <a:pt x="91509" y="33741"/>
                      <a:pt x="86696" y="22122"/>
                      <a:pt x="78130" y="13555"/>
                    </a:cubicBezTo>
                    <a:cubicBezTo>
                      <a:pt x="69564" y="4989"/>
                      <a:pt x="57944" y="176"/>
                      <a:pt x="45829" y="176"/>
                    </a:cubicBezTo>
                    <a:cubicBezTo>
                      <a:pt x="33715" y="176"/>
                      <a:pt x="22095" y="4989"/>
                      <a:pt x="13528" y="13555"/>
                    </a:cubicBezTo>
                    <a:cubicBezTo>
                      <a:pt x="4962" y="22122"/>
                      <a:pt x="149" y="33741"/>
                      <a:pt x="149" y="45856"/>
                    </a:cubicBezTo>
                    <a:cubicBezTo>
                      <a:pt x="149" y="57970"/>
                      <a:pt x="4962" y="69590"/>
                      <a:pt x="13528" y="78156"/>
                    </a:cubicBezTo>
                    <a:cubicBezTo>
                      <a:pt x="22095" y="86722"/>
                      <a:pt x="33715" y="91535"/>
                      <a:pt x="45829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3" name="任意多边形: 形状 2782"/>
              <p:cNvSpPr/>
              <p:nvPr/>
            </p:nvSpPr>
            <p:spPr>
              <a:xfrm>
                <a:off x="20120705" y="22968200"/>
                <a:ext cx="180000" cy="180000"/>
              </a:xfrm>
              <a:custGeom>
                <a:avLst/>
                <a:gdLst>
                  <a:gd name="csX0" fmla="*/ 45931 w 91360"/>
                  <a:gd name="csY0" fmla="*/ 91515 h 91359"/>
                  <a:gd name="csX1" fmla="*/ 78231 w 91360"/>
                  <a:gd name="csY1" fmla="*/ 78136 h 91359"/>
                  <a:gd name="csX2" fmla="*/ 91611 w 91360"/>
                  <a:gd name="csY2" fmla="*/ 45835 h 91359"/>
                  <a:gd name="csX3" fmla="*/ 78231 w 91360"/>
                  <a:gd name="csY3" fmla="*/ 13535 h 91359"/>
                  <a:gd name="csX4" fmla="*/ 45931 w 91360"/>
                  <a:gd name="csY4" fmla="*/ 155 h 91359"/>
                  <a:gd name="csX5" fmla="*/ 13630 w 91360"/>
                  <a:gd name="csY5" fmla="*/ 13535 h 91359"/>
                  <a:gd name="csX6" fmla="*/ 250 w 91360"/>
                  <a:gd name="csY6" fmla="*/ 45835 h 91359"/>
                  <a:gd name="csX7" fmla="*/ 13630 w 91360"/>
                  <a:gd name="csY7" fmla="*/ 78136 h 91359"/>
                  <a:gd name="csX8" fmla="*/ 45931 w 91360"/>
                  <a:gd name="csY8" fmla="*/ 9151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1" y="91515"/>
                    </a:moveTo>
                    <a:cubicBezTo>
                      <a:pt x="58045" y="91515"/>
                      <a:pt x="69665" y="86702"/>
                      <a:pt x="78231" y="78136"/>
                    </a:cubicBezTo>
                    <a:cubicBezTo>
                      <a:pt x="86798" y="69569"/>
                      <a:pt x="91611" y="57950"/>
                      <a:pt x="91611" y="45835"/>
                    </a:cubicBezTo>
                    <a:cubicBezTo>
                      <a:pt x="91611" y="33721"/>
                      <a:pt x="86798" y="22101"/>
                      <a:pt x="78231" y="13535"/>
                    </a:cubicBezTo>
                    <a:cubicBezTo>
                      <a:pt x="69665" y="4969"/>
                      <a:pt x="58045" y="155"/>
                      <a:pt x="45931" y="155"/>
                    </a:cubicBezTo>
                    <a:cubicBezTo>
                      <a:pt x="33816" y="155"/>
                      <a:pt x="22196" y="4969"/>
                      <a:pt x="13630" y="13535"/>
                    </a:cubicBezTo>
                    <a:cubicBezTo>
                      <a:pt x="5064" y="22101"/>
                      <a:pt x="250" y="33721"/>
                      <a:pt x="250" y="45835"/>
                    </a:cubicBezTo>
                    <a:cubicBezTo>
                      <a:pt x="250" y="57950"/>
                      <a:pt x="5064" y="69569"/>
                      <a:pt x="13630" y="78136"/>
                    </a:cubicBezTo>
                    <a:cubicBezTo>
                      <a:pt x="22196" y="86702"/>
                      <a:pt x="33816" y="91515"/>
                      <a:pt x="45931" y="9151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4" name="任意多边形: 形状 2783"/>
              <p:cNvSpPr/>
              <p:nvPr/>
            </p:nvSpPr>
            <p:spPr>
              <a:xfrm>
                <a:off x="18988333" y="23154609"/>
                <a:ext cx="180000" cy="180000"/>
              </a:xfrm>
              <a:custGeom>
                <a:avLst/>
                <a:gdLst>
                  <a:gd name="csX0" fmla="*/ 45896 w 91360"/>
                  <a:gd name="csY0" fmla="*/ 91521 h 91359"/>
                  <a:gd name="csX1" fmla="*/ 78196 w 91360"/>
                  <a:gd name="csY1" fmla="*/ 78141 h 91359"/>
                  <a:gd name="csX2" fmla="*/ 91576 w 91360"/>
                  <a:gd name="csY2" fmla="*/ 45841 h 91359"/>
                  <a:gd name="csX3" fmla="*/ 78196 w 91360"/>
                  <a:gd name="csY3" fmla="*/ 13541 h 91359"/>
                  <a:gd name="csX4" fmla="*/ 45896 w 91360"/>
                  <a:gd name="csY4" fmla="*/ 161 h 91359"/>
                  <a:gd name="csX5" fmla="*/ 13595 w 91360"/>
                  <a:gd name="csY5" fmla="*/ 13541 h 91359"/>
                  <a:gd name="csX6" fmla="*/ 215 w 91360"/>
                  <a:gd name="csY6" fmla="*/ 45841 h 91359"/>
                  <a:gd name="csX7" fmla="*/ 13595 w 91360"/>
                  <a:gd name="csY7" fmla="*/ 78141 h 91359"/>
                  <a:gd name="csX8" fmla="*/ 45896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21"/>
                    </a:moveTo>
                    <a:cubicBezTo>
                      <a:pt x="58010" y="91521"/>
                      <a:pt x="69630" y="86707"/>
                      <a:pt x="78196" y="78141"/>
                    </a:cubicBezTo>
                    <a:cubicBezTo>
                      <a:pt x="86763" y="69575"/>
                      <a:pt x="91576" y="57955"/>
                      <a:pt x="91576" y="45841"/>
                    </a:cubicBezTo>
                    <a:cubicBezTo>
                      <a:pt x="91576" y="33727"/>
                      <a:pt x="86763" y="22107"/>
                      <a:pt x="78196" y="13541"/>
                    </a:cubicBezTo>
                    <a:cubicBezTo>
                      <a:pt x="69630" y="4974"/>
                      <a:pt x="58010" y="161"/>
                      <a:pt x="45896" y="161"/>
                    </a:cubicBezTo>
                    <a:cubicBezTo>
                      <a:pt x="33781" y="161"/>
                      <a:pt x="22161" y="4974"/>
                      <a:pt x="13595" y="13541"/>
                    </a:cubicBezTo>
                    <a:cubicBezTo>
                      <a:pt x="5029" y="22107"/>
                      <a:pt x="215" y="33727"/>
                      <a:pt x="215" y="45841"/>
                    </a:cubicBezTo>
                    <a:cubicBezTo>
                      <a:pt x="215" y="57955"/>
                      <a:pt x="5029" y="69575"/>
                      <a:pt x="13595" y="78141"/>
                    </a:cubicBezTo>
                    <a:cubicBezTo>
                      <a:pt x="22161" y="86707"/>
                      <a:pt x="33781" y="91521"/>
                      <a:pt x="45896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5" name="任意多边形: 形状 2784"/>
              <p:cNvSpPr/>
              <p:nvPr/>
            </p:nvSpPr>
            <p:spPr>
              <a:xfrm>
                <a:off x="18779619" y="24134148"/>
                <a:ext cx="180000" cy="180000"/>
              </a:xfrm>
              <a:custGeom>
                <a:avLst/>
                <a:gdLst>
                  <a:gd name="csX0" fmla="*/ 45889 w 91360"/>
                  <a:gd name="csY0" fmla="*/ 91551 h 91359"/>
                  <a:gd name="csX1" fmla="*/ 78190 w 91360"/>
                  <a:gd name="csY1" fmla="*/ 78172 h 91359"/>
                  <a:gd name="csX2" fmla="*/ 91569 w 91360"/>
                  <a:gd name="csY2" fmla="*/ 45871 h 91359"/>
                  <a:gd name="csX3" fmla="*/ 78190 w 91360"/>
                  <a:gd name="csY3" fmla="*/ 13571 h 91359"/>
                  <a:gd name="csX4" fmla="*/ 45889 w 91360"/>
                  <a:gd name="csY4" fmla="*/ 192 h 91359"/>
                  <a:gd name="csX5" fmla="*/ 13588 w 91360"/>
                  <a:gd name="csY5" fmla="*/ 13571 h 91359"/>
                  <a:gd name="csX6" fmla="*/ 209 w 91360"/>
                  <a:gd name="csY6" fmla="*/ 45871 h 91359"/>
                  <a:gd name="csX7" fmla="*/ 13588 w 91360"/>
                  <a:gd name="csY7" fmla="*/ 78172 h 91359"/>
                  <a:gd name="csX8" fmla="*/ 45889 w 91360"/>
                  <a:gd name="csY8" fmla="*/ 9155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551"/>
                    </a:moveTo>
                    <a:cubicBezTo>
                      <a:pt x="58004" y="91551"/>
                      <a:pt x="69624" y="86738"/>
                      <a:pt x="78190" y="78172"/>
                    </a:cubicBezTo>
                    <a:cubicBezTo>
                      <a:pt x="86756" y="69605"/>
                      <a:pt x="91569" y="57986"/>
                      <a:pt x="91569" y="45871"/>
                    </a:cubicBezTo>
                    <a:cubicBezTo>
                      <a:pt x="91569" y="33757"/>
                      <a:pt x="86756" y="22137"/>
                      <a:pt x="78190" y="13571"/>
                    </a:cubicBezTo>
                    <a:cubicBezTo>
                      <a:pt x="69624" y="5005"/>
                      <a:pt x="58004" y="192"/>
                      <a:pt x="45889" y="192"/>
                    </a:cubicBezTo>
                    <a:cubicBezTo>
                      <a:pt x="33775" y="192"/>
                      <a:pt x="22155" y="5005"/>
                      <a:pt x="13588" y="13571"/>
                    </a:cubicBezTo>
                    <a:cubicBezTo>
                      <a:pt x="5022" y="22137"/>
                      <a:pt x="209" y="33757"/>
                      <a:pt x="209" y="45871"/>
                    </a:cubicBezTo>
                    <a:cubicBezTo>
                      <a:pt x="209" y="57986"/>
                      <a:pt x="5022" y="69605"/>
                      <a:pt x="13588" y="78172"/>
                    </a:cubicBezTo>
                    <a:cubicBezTo>
                      <a:pt x="22155" y="86738"/>
                      <a:pt x="33775" y="91551"/>
                      <a:pt x="45889" y="9155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6" name="任意多边形: 形状 2785"/>
              <p:cNvSpPr/>
              <p:nvPr/>
            </p:nvSpPr>
            <p:spPr>
              <a:xfrm>
                <a:off x="19402481" y="23212480"/>
                <a:ext cx="180000" cy="180000"/>
              </a:xfrm>
              <a:custGeom>
                <a:avLst/>
                <a:gdLst>
                  <a:gd name="csX0" fmla="*/ 45908 w 91360"/>
                  <a:gd name="csY0" fmla="*/ 91522 h 91359"/>
                  <a:gd name="csX1" fmla="*/ 78209 w 91360"/>
                  <a:gd name="csY1" fmla="*/ 78143 h 91359"/>
                  <a:gd name="csX2" fmla="*/ 91589 w 91360"/>
                  <a:gd name="csY2" fmla="*/ 45843 h 91359"/>
                  <a:gd name="csX3" fmla="*/ 78209 w 91360"/>
                  <a:gd name="csY3" fmla="*/ 13542 h 91359"/>
                  <a:gd name="csX4" fmla="*/ 45908 w 91360"/>
                  <a:gd name="csY4" fmla="*/ 163 h 91359"/>
                  <a:gd name="csX5" fmla="*/ 13608 w 91360"/>
                  <a:gd name="csY5" fmla="*/ 13542 h 91359"/>
                  <a:gd name="csX6" fmla="*/ 228 w 91360"/>
                  <a:gd name="csY6" fmla="*/ 45843 h 91359"/>
                  <a:gd name="csX7" fmla="*/ 13608 w 91360"/>
                  <a:gd name="csY7" fmla="*/ 78143 h 91359"/>
                  <a:gd name="csX8" fmla="*/ 45908 w 91360"/>
                  <a:gd name="csY8" fmla="*/ 9152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522"/>
                    </a:moveTo>
                    <a:cubicBezTo>
                      <a:pt x="58023" y="91522"/>
                      <a:pt x="69643" y="86709"/>
                      <a:pt x="78209" y="78143"/>
                    </a:cubicBezTo>
                    <a:cubicBezTo>
                      <a:pt x="86776" y="69577"/>
                      <a:pt x="91589" y="57957"/>
                      <a:pt x="91589" y="45843"/>
                    </a:cubicBezTo>
                    <a:cubicBezTo>
                      <a:pt x="91589" y="33728"/>
                      <a:pt x="86776" y="22108"/>
                      <a:pt x="78209" y="13542"/>
                    </a:cubicBezTo>
                    <a:cubicBezTo>
                      <a:pt x="69643" y="4976"/>
                      <a:pt x="58023" y="163"/>
                      <a:pt x="45908" y="163"/>
                    </a:cubicBezTo>
                    <a:cubicBezTo>
                      <a:pt x="33794" y="163"/>
                      <a:pt x="22174" y="4976"/>
                      <a:pt x="13608" y="13542"/>
                    </a:cubicBezTo>
                    <a:cubicBezTo>
                      <a:pt x="5041" y="22108"/>
                      <a:pt x="228" y="33728"/>
                      <a:pt x="228" y="45843"/>
                    </a:cubicBezTo>
                    <a:cubicBezTo>
                      <a:pt x="228" y="57957"/>
                      <a:pt x="5041" y="69577"/>
                      <a:pt x="13608" y="78143"/>
                    </a:cubicBezTo>
                    <a:cubicBezTo>
                      <a:pt x="22174" y="86709"/>
                      <a:pt x="33794" y="91522"/>
                      <a:pt x="45908" y="9152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7" name="任意多边形: 形状 2786"/>
              <p:cNvSpPr/>
              <p:nvPr/>
            </p:nvSpPr>
            <p:spPr>
              <a:xfrm>
                <a:off x="17593516" y="22383898"/>
                <a:ext cx="180000" cy="180000"/>
              </a:xfrm>
              <a:custGeom>
                <a:avLst/>
                <a:gdLst>
                  <a:gd name="csX0" fmla="*/ 45852 w 91360"/>
                  <a:gd name="csY0" fmla="*/ 91497 h 91359"/>
                  <a:gd name="csX1" fmla="*/ 78153 w 91360"/>
                  <a:gd name="csY1" fmla="*/ 78117 h 91359"/>
                  <a:gd name="csX2" fmla="*/ 91533 w 91360"/>
                  <a:gd name="csY2" fmla="*/ 45817 h 91359"/>
                  <a:gd name="csX3" fmla="*/ 78153 w 91360"/>
                  <a:gd name="csY3" fmla="*/ 13517 h 91359"/>
                  <a:gd name="csX4" fmla="*/ 45852 w 91360"/>
                  <a:gd name="csY4" fmla="*/ 137 h 91359"/>
                  <a:gd name="csX5" fmla="*/ 13552 w 91360"/>
                  <a:gd name="csY5" fmla="*/ 13517 h 91359"/>
                  <a:gd name="csX6" fmla="*/ 172 w 91360"/>
                  <a:gd name="csY6" fmla="*/ 45817 h 91359"/>
                  <a:gd name="csX7" fmla="*/ 13552 w 91360"/>
                  <a:gd name="csY7" fmla="*/ 78117 h 91359"/>
                  <a:gd name="csX8" fmla="*/ 45852 w 91360"/>
                  <a:gd name="csY8" fmla="*/ 9149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497"/>
                    </a:moveTo>
                    <a:cubicBezTo>
                      <a:pt x="57967" y="91497"/>
                      <a:pt x="69587" y="86684"/>
                      <a:pt x="78153" y="78117"/>
                    </a:cubicBezTo>
                    <a:cubicBezTo>
                      <a:pt x="86720" y="69551"/>
                      <a:pt x="91533" y="57931"/>
                      <a:pt x="91533" y="45817"/>
                    </a:cubicBezTo>
                    <a:cubicBezTo>
                      <a:pt x="91533" y="33703"/>
                      <a:pt x="86720" y="22083"/>
                      <a:pt x="78153" y="13517"/>
                    </a:cubicBezTo>
                    <a:cubicBezTo>
                      <a:pt x="69587" y="4950"/>
                      <a:pt x="57967" y="137"/>
                      <a:pt x="45852" y="137"/>
                    </a:cubicBezTo>
                    <a:cubicBezTo>
                      <a:pt x="33738" y="137"/>
                      <a:pt x="22118" y="4950"/>
                      <a:pt x="13552" y="13517"/>
                    </a:cubicBezTo>
                    <a:cubicBezTo>
                      <a:pt x="4985" y="22083"/>
                      <a:pt x="172" y="33703"/>
                      <a:pt x="172" y="45817"/>
                    </a:cubicBezTo>
                    <a:cubicBezTo>
                      <a:pt x="172" y="57931"/>
                      <a:pt x="4985" y="69551"/>
                      <a:pt x="13552" y="78117"/>
                    </a:cubicBezTo>
                    <a:cubicBezTo>
                      <a:pt x="22118" y="86684"/>
                      <a:pt x="33738" y="91497"/>
                      <a:pt x="45852" y="9149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8" name="任意多边形: 形状 2787"/>
              <p:cNvSpPr/>
              <p:nvPr/>
            </p:nvSpPr>
            <p:spPr>
              <a:xfrm>
                <a:off x="19231951" y="24280260"/>
                <a:ext cx="180000" cy="180000"/>
              </a:xfrm>
              <a:custGeom>
                <a:avLst/>
                <a:gdLst>
                  <a:gd name="csX0" fmla="*/ 45903 w 91360"/>
                  <a:gd name="csY0" fmla="*/ 91555 h 91359"/>
                  <a:gd name="csX1" fmla="*/ 78204 w 91360"/>
                  <a:gd name="csY1" fmla="*/ 78176 h 91359"/>
                  <a:gd name="csX2" fmla="*/ 91583 w 91360"/>
                  <a:gd name="csY2" fmla="*/ 45876 h 91359"/>
                  <a:gd name="csX3" fmla="*/ 78204 w 91360"/>
                  <a:gd name="csY3" fmla="*/ 13575 h 91359"/>
                  <a:gd name="csX4" fmla="*/ 45903 w 91360"/>
                  <a:gd name="csY4" fmla="*/ 196 h 91359"/>
                  <a:gd name="csX5" fmla="*/ 13602 w 91360"/>
                  <a:gd name="csY5" fmla="*/ 13575 h 91359"/>
                  <a:gd name="csX6" fmla="*/ 223 w 91360"/>
                  <a:gd name="csY6" fmla="*/ 45876 h 91359"/>
                  <a:gd name="csX7" fmla="*/ 13602 w 91360"/>
                  <a:gd name="csY7" fmla="*/ 78176 h 91359"/>
                  <a:gd name="csX8" fmla="*/ 45903 w 91360"/>
                  <a:gd name="csY8" fmla="*/ 9155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3" y="91555"/>
                    </a:moveTo>
                    <a:cubicBezTo>
                      <a:pt x="58018" y="91555"/>
                      <a:pt x="69638" y="86742"/>
                      <a:pt x="78204" y="78176"/>
                    </a:cubicBezTo>
                    <a:cubicBezTo>
                      <a:pt x="86770" y="69610"/>
                      <a:pt x="91583" y="57990"/>
                      <a:pt x="91583" y="45876"/>
                    </a:cubicBezTo>
                    <a:cubicBezTo>
                      <a:pt x="91583" y="33761"/>
                      <a:pt x="86770" y="22142"/>
                      <a:pt x="78204" y="13575"/>
                    </a:cubicBezTo>
                    <a:cubicBezTo>
                      <a:pt x="69638" y="5009"/>
                      <a:pt x="58018" y="196"/>
                      <a:pt x="45903" y="196"/>
                    </a:cubicBezTo>
                    <a:cubicBezTo>
                      <a:pt x="33789" y="196"/>
                      <a:pt x="22169" y="5009"/>
                      <a:pt x="13602" y="13575"/>
                    </a:cubicBezTo>
                    <a:cubicBezTo>
                      <a:pt x="5036" y="22142"/>
                      <a:pt x="223" y="33761"/>
                      <a:pt x="223" y="45876"/>
                    </a:cubicBezTo>
                    <a:cubicBezTo>
                      <a:pt x="223" y="57990"/>
                      <a:pt x="5036" y="69610"/>
                      <a:pt x="13602" y="78176"/>
                    </a:cubicBezTo>
                    <a:cubicBezTo>
                      <a:pt x="22169" y="86742"/>
                      <a:pt x="33789" y="91555"/>
                      <a:pt x="45903" y="9155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89" name="任意多边形: 形状 2788"/>
              <p:cNvSpPr/>
              <p:nvPr/>
            </p:nvSpPr>
            <p:spPr>
              <a:xfrm>
                <a:off x="18306995" y="23653275"/>
                <a:ext cx="180000" cy="180000"/>
              </a:xfrm>
              <a:custGeom>
                <a:avLst/>
                <a:gdLst>
                  <a:gd name="csX0" fmla="*/ 45875 w 91360"/>
                  <a:gd name="csY0" fmla="*/ 91536 h 91359"/>
                  <a:gd name="csX1" fmla="*/ 78175 w 91360"/>
                  <a:gd name="csY1" fmla="*/ 78157 h 91359"/>
                  <a:gd name="csX2" fmla="*/ 91555 w 91360"/>
                  <a:gd name="csY2" fmla="*/ 45856 h 91359"/>
                  <a:gd name="csX3" fmla="*/ 78175 w 91360"/>
                  <a:gd name="csY3" fmla="*/ 13556 h 91359"/>
                  <a:gd name="csX4" fmla="*/ 45875 w 91360"/>
                  <a:gd name="csY4" fmla="*/ 177 h 91359"/>
                  <a:gd name="csX5" fmla="*/ 13574 w 91360"/>
                  <a:gd name="csY5" fmla="*/ 13556 h 91359"/>
                  <a:gd name="csX6" fmla="*/ 194 w 91360"/>
                  <a:gd name="csY6" fmla="*/ 45856 h 91359"/>
                  <a:gd name="csX7" fmla="*/ 13574 w 91360"/>
                  <a:gd name="csY7" fmla="*/ 78157 h 91359"/>
                  <a:gd name="csX8" fmla="*/ 45875 w 91360"/>
                  <a:gd name="csY8" fmla="*/ 9153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536"/>
                    </a:moveTo>
                    <a:cubicBezTo>
                      <a:pt x="57989" y="91536"/>
                      <a:pt x="69609" y="86723"/>
                      <a:pt x="78175" y="78157"/>
                    </a:cubicBezTo>
                    <a:cubicBezTo>
                      <a:pt x="86742" y="69591"/>
                      <a:pt x="91555" y="57971"/>
                      <a:pt x="91555" y="45856"/>
                    </a:cubicBezTo>
                    <a:cubicBezTo>
                      <a:pt x="91555" y="33742"/>
                      <a:pt x="86742" y="22122"/>
                      <a:pt x="78175" y="13556"/>
                    </a:cubicBezTo>
                    <a:cubicBezTo>
                      <a:pt x="69609" y="4990"/>
                      <a:pt x="57989" y="177"/>
                      <a:pt x="45875" y="177"/>
                    </a:cubicBezTo>
                    <a:cubicBezTo>
                      <a:pt x="33760" y="177"/>
                      <a:pt x="22140" y="4990"/>
                      <a:pt x="13574" y="13556"/>
                    </a:cubicBezTo>
                    <a:cubicBezTo>
                      <a:pt x="5007" y="22122"/>
                      <a:pt x="194" y="33742"/>
                      <a:pt x="194" y="45856"/>
                    </a:cubicBezTo>
                    <a:cubicBezTo>
                      <a:pt x="194" y="57971"/>
                      <a:pt x="5007" y="69591"/>
                      <a:pt x="13574" y="78157"/>
                    </a:cubicBezTo>
                    <a:cubicBezTo>
                      <a:pt x="22140" y="86723"/>
                      <a:pt x="33760" y="91536"/>
                      <a:pt x="45875" y="9153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0" name="任意多边形: 形状 2789"/>
              <p:cNvSpPr/>
              <p:nvPr/>
            </p:nvSpPr>
            <p:spPr>
              <a:xfrm>
                <a:off x="17237655" y="21313105"/>
                <a:ext cx="180000" cy="180000"/>
              </a:xfrm>
              <a:custGeom>
                <a:avLst/>
                <a:gdLst>
                  <a:gd name="csX0" fmla="*/ 45841 w 91360"/>
                  <a:gd name="csY0" fmla="*/ 91464 h 91359"/>
                  <a:gd name="csX1" fmla="*/ 78142 w 91360"/>
                  <a:gd name="csY1" fmla="*/ 78084 h 91359"/>
                  <a:gd name="csX2" fmla="*/ 91522 w 91360"/>
                  <a:gd name="csY2" fmla="*/ 45784 h 91359"/>
                  <a:gd name="csX3" fmla="*/ 78142 w 91360"/>
                  <a:gd name="csY3" fmla="*/ 13483 h 91359"/>
                  <a:gd name="csX4" fmla="*/ 45841 w 91360"/>
                  <a:gd name="csY4" fmla="*/ 104 h 91359"/>
                  <a:gd name="csX5" fmla="*/ 13541 w 91360"/>
                  <a:gd name="csY5" fmla="*/ 13483 h 91359"/>
                  <a:gd name="csX6" fmla="*/ 161 w 91360"/>
                  <a:gd name="csY6" fmla="*/ 45784 h 91359"/>
                  <a:gd name="csX7" fmla="*/ 13541 w 91360"/>
                  <a:gd name="csY7" fmla="*/ 78084 h 91359"/>
                  <a:gd name="csX8" fmla="*/ 45841 w 91360"/>
                  <a:gd name="csY8" fmla="*/ 9146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1" y="91464"/>
                    </a:moveTo>
                    <a:cubicBezTo>
                      <a:pt x="57956" y="91464"/>
                      <a:pt x="69576" y="86650"/>
                      <a:pt x="78142" y="78084"/>
                    </a:cubicBezTo>
                    <a:cubicBezTo>
                      <a:pt x="86709" y="69518"/>
                      <a:pt x="91522" y="57898"/>
                      <a:pt x="91522" y="45784"/>
                    </a:cubicBezTo>
                    <a:cubicBezTo>
                      <a:pt x="91522" y="33669"/>
                      <a:pt x="86709" y="22050"/>
                      <a:pt x="78142" y="13483"/>
                    </a:cubicBezTo>
                    <a:cubicBezTo>
                      <a:pt x="69576" y="4917"/>
                      <a:pt x="57956" y="104"/>
                      <a:pt x="45841" y="104"/>
                    </a:cubicBezTo>
                    <a:cubicBezTo>
                      <a:pt x="33727" y="104"/>
                      <a:pt x="22107" y="4917"/>
                      <a:pt x="13541" y="13483"/>
                    </a:cubicBezTo>
                    <a:cubicBezTo>
                      <a:pt x="4974" y="22050"/>
                      <a:pt x="161" y="33669"/>
                      <a:pt x="161" y="45784"/>
                    </a:cubicBezTo>
                    <a:cubicBezTo>
                      <a:pt x="161" y="57898"/>
                      <a:pt x="4974" y="69518"/>
                      <a:pt x="13541" y="78084"/>
                    </a:cubicBezTo>
                    <a:cubicBezTo>
                      <a:pt x="22107" y="86650"/>
                      <a:pt x="33727" y="91464"/>
                      <a:pt x="45841" y="9146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1" name="任意多边形: 形状 2790"/>
              <p:cNvSpPr/>
              <p:nvPr/>
            </p:nvSpPr>
            <p:spPr>
              <a:xfrm>
                <a:off x="19435188" y="23621435"/>
                <a:ext cx="180000" cy="180000"/>
              </a:xfrm>
              <a:custGeom>
                <a:avLst/>
                <a:gdLst>
                  <a:gd name="csX0" fmla="*/ 45909 w 91360"/>
                  <a:gd name="csY0" fmla="*/ 91535 h 91359"/>
                  <a:gd name="csX1" fmla="*/ 78210 w 91360"/>
                  <a:gd name="csY1" fmla="*/ 78156 h 91359"/>
                  <a:gd name="csX2" fmla="*/ 91590 w 91360"/>
                  <a:gd name="csY2" fmla="*/ 45855 h 91359"/>
                  <a:gd name="csX3" fmla="*/ 78210 w 91360"/>
                  <a:gd name="csY3" fmla="*/ 13555 h 91359"/>
                  <a:gd name="csX4" fmla="*/ 45909 w 91360"/>
                  <a:gd name="csY4" fmla="*/ 176 h 91359"/>
                  <a:gd name="csX5" fmla="*/ 13609 w 91360"/>
                  <a:gd name="csY5" fmla="*/ 13555 h 91359"/>
                  <a:gd name="csX6" fmla="*/ 229 w 91360"/>
                  <a:gd name="csY6" fmla="*/ 45855 h 91359"/>
                  <a:gd name="csX7" fmla="*/ 13609 w 91360"/>
                  <a:gd name="csY7" fmla="*/ 78156 h 91359"/>
                  <a:gd name="csX8" fmla="*/ 45909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9" y="91535"/>
                    </a:moveTo>
                    <a:cubicBezTo>
                      <a:pt x="58024" y="91535"/>
                      <a:pt x="69644" y="86722"/>
                      <a:pt x="78210" y="78156"/>
                    </a:cubicBezTo>
                    <a:cubicBezTo>
                      <a:pt x="86777" y="69590"/>
                      <a:pt x="91590" y="57970"/>
                      <a:pt x="91590" y="45855"/>
                    </a:cubicBezTo>
                    <a:cubicBezTo>
                      <a:pt x="91590" y="33741"/>
                      <a:pt x="86777" y="22121"/>
                      <a:pt x="78210" y="13555"/>
                    </a:cubicBezTo>
                    <a:cubicBezTo>
                      <a:pt x="69644" y="4989"/>
                      <a:pt x="58024" y="176"/>
                      <a:pt x="45909" y="176"/>
                    </a:cubicBezTo>
                    <a:cubicBezTo>
                      <a:pt x="33795" y="176"/>
                      <a:pt x="22175" y="4989"/>
                      <a:pt x="13609" y="13555"/>
                    </a:cubicBezTo>
                    <a:cubicBezTo>
                      <a:pt x="5042" y="22121"/>
                      <a:pt x="229" y="33741"/>
                      <a:pt x="229" y="45855"/>
                    </a:cubicBezTo>
                    <a:cubicBezTo>
                      <a:pt x="229" y="57970"/>
                      <a:pt x="5042" y="69590"/>
                      <a:pt x="13609" y="78156"/>
                    </a:cubicBezTo>
                    <a:cubicBezTo>
                      <a:pt x="22175" y="86722"/>
                      <a:pt x="33795" y="91535"/>
                      <a:pt x="45909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2" name="任意多边形: 形状 2791"/>
              <p:cNvSpPr/>
              <p:nvPr/>
            </p:nvSpPr>
            <p:spPr>
              <a:xfrm>
                <a:off x="17309842" y="21805250"/>
                <a:ext cx="180000" cy="180000"/>
              </a:xfrm>
              <a:custGeom>
                <a:avLst/>
                <a:gdLst>
                  <a:gd name="csX0" fmla="*/ 45844 w 91360"/>
                  <a:gd name="csY0" fmla="*/ 91479 h 91359"/>
                  <a:gd name="csX1" fmla="*/ 78144 w 91360"/>
                  <a:gd name="csY1" fmla="*/ 78100 h 91359"/>
                  <a:gd name="csX2" fmla="*/ 91524 w 91360"/>
                  <a:gd name="csY2" fmla="*/ 45799 h 91359"/>
                  <a:gd name="csX3" fmla="*/ 78144 w 91360"/>
                  <a:gd name="csY3" fmla="*/ 13499 h 91359"/>
                  <a:gd name="csX4" fmla="*/ 45844 w 91360"/>
                  <a:gd name="csY4" fmla="*/ 119 h 91359"/>
                  <a:gd name="csX5" fmla="*/ 13543 w 91360"/>
                  <a:gd name="csY5" fmla="*/ 13499 h 91359"/>
                  <a:gd name="csX6" fmla="*/ 163 w 91360"/>
                  <a:gd name="csY6" fmla="*/ 45799 h 91359"/>
                  <a:gd name="csX7" fmla="*/ 13543 w 91360"/>
                  <a:gd name="csY7" fmla="*/ 78100 h 91359"/>
                  <a:gd name="csX8" fmla="*/ 45844 w 91360"/>
                  <a:gd name="csY8" fmla="*/ 9147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4" y="91479"/>
                    </a:moveTo>
                    <a:cubicBezTo>
                      <a:pt x="57958" y="91479"/>
                      <a:pt x="69578" y="86666"/>
                      <a:pt x="78144" y="78100"/>
                    </a:cubicBezTo>
                    <a:cubicBezTo>
                      <a:pt x="86711" y="69533"/>
                      <a:pt x="91524" y="57914"/>
                      <a:pt x="91524" y="45799"/>
                    </a:cubicBezTo>
                    <a:cubicBezTo>
                      <a:pt x="91524" y="33685"/>
                      <a:pt x="86711" y="22065"/>
                      <a:pt x="78144" y="13499"/>
                    </a:cubicBezTo>
                    <a:cubicBezTo>
                      <a:pt x="69578" y="4933"/>
                      <a:pt x="57958" y="119"/>
                      <a:pt x="45844" y="119"/>
                    </a:cubicBezTo>
                    <a:cubicBezTo>
                      <a:pt x="33729" y="119"/>
                      <a:pt x="22109" y="4933"/>
                      <a:pt x="13543" y="13499"/>
                    </a:cubicBezTo>
                    <a:cubicBezTo>
                      <a:pt x="4977" y="22065"/>
                      <a:pt x="163" y="33685"/>
                      <a:pt x="163" y="45799"/>
                    </a:cubicBezTo>
                    <a:cubicBezTo>
                      <a:pt x="163" y="57914"/>
                      <a:pt x="4977" y="69533"/>
                      <a:pt x="13543" y="78100"/>
                    </a:cubicBezTo>
                    <a:cubicBezTo>
                      <a:pt x="22109" y="86666"/>
                      <a:pt x="33729" y="91479"/>
                      <a:pt x="45844" y="9147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3" name="任意多边形: 形状 2792"/>
              <p:cNvSpPr/>
              <p:nvPr/>
            </p:nvSpPr>
            <p:spPr>
              <a:xfrm>
                <a:off x="18010913" y="22327064"/>
                <a:ext cx="180000" cy="180000"/>
              </a:xfrm>
              <a:custGeom>
                <a:avLst/>
                <a:gdLst>
                  <a:gd name="csX0" fmla="*/ 45865 w 91360"/>
                  <a:gd name="csY0" fmla="*/ 91495 h 91359"/>
                  <a:gd name="csX1" fmla="*/ 78166 w 91360"/>
                  <a:gd name="csY1" fmla="*/ 78116 h 91359"/>
                  <a:gd name="csX2" fmla="*/ 91546 w 91360"/>
                  <a:gd name="csY2" fmla="*/ 45815 h 91359"/>
                  <a:gd name="csX3" fmla="*/ 78166 w 91360"/>
                  <a:gd name="csY3" fmla="*/ 13515 h 91359"/>
                  <a:gd name="csX4" fmla="*/ 45865 w 91360"/>
                  <a:gd name="csY4" fmla="*/ 136 h 91359"/>
                  <a:gd name="csX5" fmla="*/ 13565 w 91360"/>
                  <a:gd name="csY5" fmla="*/ 13515 h 91359"/>
                  <a:gd name="csX6" fmla="*/ 185 w 91360"/>
                  <a:gd name="csY6" fmla="*/ 45815 h 91359"/>
                  <a:gd name="csX7" fmla="*/ 13565 w 91360"/>
                  <a:gd name="csY7" fmla="*/ 78116 h 91359"/>
                  <a:gd name="csX8" fmla="*/ 45865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495"/>
                    </a:moveTo>
                    <a:cubicBezTo>
                      <a:pt x="57980" y="91495"/>
                      <a:pt x="69600" y="86682"/>
                      <a:pt x="78166" y="78116"/>
                    </a:cubicBezTo>
                    <a:cubicBezTo>
                      <a:pt x="86732" y="69550"/>
                      <a:pt x="91546" y="57930"/>
                      <a:pt x="91546" y="45815"/>
                    </a:cubicBezTo>
                    <a:cubicBezTo>
                      <a:pt x="91546" y="33701"/>
                      <a:pt x="86732" y="22081"/>
                      <a:pt x="78166" y="13515"/>
                    </a:cubicBezTo>
                    <a:cubicBezTo>
                      <a:pt x="69600" y="4949"/>
                      <a:pt x="57980" y="136"/>
                      <a:pt x="45865" y="136"/>
                    </a:cubicBezTo>
                    <a:cubicBezTo>
                      <a:pt x="33751" y="136"/>
                      <a:pt x="22131" y="4949"/>
                      <a:pt x="13565" y="13515"/>
                    </a:cubicBezTo>
                    <a:cubicBezTo>
                      <a:pt x="4998" y="22081"/>
                      <a:pt x="185" y="33701"/>
                      <a:pt x="185" y="45815"/>
                    </a:cubicBezTo>
                    <a:cubicBezTo>
                      <a:pt x="185" y="57930"/>
                      <a:pt x="4998" y="69550"/>
                      <a:pt x="13565" y="78116"/>
                    </a:cubicBezTo>
                    <a:cubicBezTo>
                      <a:pt x="22131" y="86682"/>
                      <a:pt x="33751" y="91495"/>
                      <a:pt x="45865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4" name="任意多边形: 形状 2793"/>
              <p:cNvSpPr/>
              <p:nvPr/>
            </p:nvSpPr>
            <p:spPr>
              <a:xfrm>
                <a:off x="19744645" y="22373814"/>
                <a:ext cx="180000" cy="180000"/>
              </a:xfrm>
              <a:custGeom>
                <a:avLst/>
                <a:gdLst>
                  <a:gd name="csX0" fmla="*/ 45919 w 91360"/>
                  <a:gd name="csY0" fmla="*/ 91496 h 91359"/>
                  <a:gd name="csX1" fmla="*/ 78220 w 91360"/>
                  <a:gd name="csY1" fmla="*/ 78117 h 91359"/>
                  <a:gd name="csX2" fmla="*/ 91599 w 91360"/>
                  <a:gd name="csY2" fmla="*/ 45817 h 91359"/>
                  <a:gd name="csX3" fmla="*/ 78220 w 91360"/>
                  <a:gd name="csY3" fmla="*/ 13516 h 91359"/>
                  <a:gd name="csX4" fmla="*/ 45919 w 91360"/>
                  <a:gd name="csY4" fmla="*/ 137 h 91359"/>
                  <a:gd name="csX5" fmla="*/ 13618 w 91360"/>
                  <a:gd name="csY5" fmla="*/ 13516 h 91359"/>
                  <a:gd name="csX6" fmla="*/ 239 w 91360"/>
                  <a:gd name="csY6" fmla="*/ 45817 h 91359"/>
                  <a:gd name="csX7" fmla="*/ 13618 w 91360"/>
                  <a:gd name="csY7" fmla="*/ 78117 h 91359"/>
                  <a:gd name="csX8" fmla="*/ 45919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9" y="91496"/>
                    </a:moveTo>
                    <a:cubicBezTo>
                      <a:pt x="58034" y="91496"/>
                      <a:pt x="69654" y="86683"/>
                      <a:pt x="78220" y="78117"/>
                    </a:cubicBezTo>
                    <a:cubicBezTo>
                      <a:pt x="86786" y="69551"/>
                      <a:pt x="91599" y="57931"/>
                      <a:pt x="91599" y="45817"/>
                    </a:cubicBezTo>
                    <a:cubicBezTo>
                      <a:pt x="91599" y="33702"/>
                      <a:pt x="86786" y="22082"/>
                      <a:pt x="78220" y="13516"/>
                    </a:cubicBezTo>
                    <a:cubicBezTo>
                      <a:pt x="69654" y="4950"/>
                      <a:pt x="58034" y="137"/>
                      <a:pt x="45919" y="137"/>
                    </a:cubicBezTo>
                    <a:cubicBezTo>
                      <a:pt x="33805" y="137"/>
                      <a:pt x="22185" y="4950"/>
                      <a:pt x="13618" y="13516"/>
                    </a:cubicBezTo>
                    <a:cubicBezTo>
                      <a:pt x="5052" y="22082"/>
                      <a:pt x="239" y="33702"/>
                      <a:pt x="239" y="45817"/>
                    </a:cubicBezTo>
                    <a:cubicBezTo>
                      <a:pt x="239" y="57931"/>
                      <a:pt x="5052" y="69551"/>
                      <a:pt x="13618" y="78117"/>
                    </a:cubicBezTo>
                    <a:cubicBezTo>
                      <a:pt x="22185" y="86683"/>
                      <a:pt x="33805" y="91496"/>
                      <a:pt x="45919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5" name="任意多边形: 形状 2794"/>
              <p:cNvSpPr/>
              <p:nvPr/>
            </p:nvSpPr>
            <p:spPr>
              <a:xfrm>
                <a:off x="19197719" y="24015332"/>
                <a:ext cx="180000" cy="180000"/>
              </a:xfrm>
              <a:custGeom>
                <a:avLst/>
                <a:gdLst>
                  <a:gd name="csX0" fmla="*/ 45902 w 91360"/>
                  <a:gd name="csY0" fmla="*/ 91547 h 91359"/>
                  <a:gd name="csX1" fmla="*/ 78203 w 91360"/>
                  <a:gd name="csY1" fmla="*/ 78168 h 91359"/>
                  <a:gd name="csX2" fmla="*/ 91582 w 91360"/>
                  <a:gd name="csY2" fmla="*/ 45868 h 91359"/>
                  <a:gd name="csX3" fmla="*/ 78203 w 91360"/>
                  <a:gd name="csY3" fmla="*/ 13567 h 91359"/>
                  <a:gd name="csX4" fmla="*/ 45902 w 91360"/>
                  <a:gd name="csY4" fmla="*/ 188 h 91359"/>
                  <a:gd name="csX5" fmla="*/ 13601 w 91360"/>
                  <a:gd name="csY5" fmla="*/ 13567 h 91359"/>
                  <a:gd name="csX6" fmla="*/ 222 w 91360"/>
                  <a:gd name="csY6" fmla="*/ 45868 h 91359"/>
                  <a:gd name="csX7" fmla="*/ 13601 w 91360"/>
                  <a:gd name="csY7" fmla="*/ 78168 h 91359"/>
                  <a:gd name="csX8" fmla="*/ 45902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47"/>
                    </a:moveTo>
                    <a:cubicBezTo>
                      <a:pt x="58017" y="91547"/>
                      <a:pt x="69637" y="86734"/>
                      <a:pt x="78203" y="78168"/>
                    </a:cubicBezTo>
                    <a:cubicBezTo>
                      <a:pt x="86769" y="69602"/>
                      <a:pt x="91582" y="57982"/>
                      <a:pt x="91582" y="45868"/>
                    </a:cubicBezTo>
                    <a:cubicBezTo>
                      <a:pt x="91582" y="33753"/>
                      <a:pt x="86769" y="22133"/>
                      <a:pt x="78203" y="13567"/>
                    </a:cubicBezTo>
                    <a:cubicBezTo>
                      <a:pt x="69637" y="5001"/>
                      <a:pt x="58017" y="188"/>
                      <a:pt x="45902" y="188"/>
                    </a:cubicBezTo>
                    <a:cubicBezTo>
                      <a:pt x="33788" y="188"/>
                      <a:pt x="22168" y="5001"/>
                      <a:pt x="13601" y="13567"/>
                    </a:cubicBezTo>
                    <a:cubicBezTo>
                      <a:pt x="5035" y="22133"/>
                      <a:pt x="222" y="33753"/>
                      <a:pt x="222" y="45868"/>
                    </a:cubicBezTo>
                    <a:cubicBezTo>
                      <a:pt x="222" y="57982"/>
                      <a:pt x="5035" y="69602"/>
                      <a:pt x="13601" y="78168"/>
                    </a:cubicBezTo>
                    <a:cubicBezTo>
                      <a:pt x="22168" y="86734"/>
                      <a:pt x="33788" y="91547"/>
                      <a:pt x="45902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6" name="任意多边形: 形状 2795"/>
              <p:cNvSpPr/>
              <p:nvPr/>
            </p:nvSpPr>
            <p:spPr>
              <a:xfrm>
                <a:off x="19126162" y="23464344"/>
                <a:ext cx="180000" cy="180000"/>
              </a:xfrm>
              <a:custGeom>
                <a:avLst/>
                <a:gdLst>
                  <a:gd name="csX0" fmla="*/ 45900 w 91360"/>
                  <a:gd name="csY0" fmla="*/ 91530 h 91359"/>
                  <a:gd name="csX1" fmla="*/ 78201 w 91360"/>
                  <a:gd name="csY1" fmla="*/ 78151 h 91359"/>
                  <a:gd name="csX2" fmla="*/ 91580 w 91360"/>
                  <a:gd name="csY2" fmla="*/ 45850 h 91359"/>
                  <a:gd name="csX3" fmla="*/ 78201 w 91360"/>
                  <a:gd name="csY3" fmla="*/ 13550 h 91359"/>
                  <a:gd name="csX4" fmla="*/ 45900 w 91360"/>
                  <a:gd name="csY4" fmla="*/ 171 h 91359"/>
                  <a:gd name="csX5" fmla="*/ 13599 w 91360"/>
                  <a:gd name="csY5" fmla="*/ 13550 h 91359"/>
                  <a:gd name="csX6" fmla="*/ 220 w 91360"/>
                  <a:gd name="csY6" fmla="*/ 45850 h 91359"/>
                  <a:gd name="csX7" fmla="*/ 13599 w 91360"/>
                  <a:gd name="csY7" fmla="*/ 78151 h 91359"/>
                  <a:gd name="csX8" fmla="*/ 45900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530"/>
                    </a:moveTo>
                    <a:cubicBezTo>
                      <a:pt x="58014" y="91530"/>
                      <a:pt x="69634" y="86717"/>
                      <a:pt x="78201" y="78151"/>
                    </a:cubicBezTo>
                    <a:cubicBezTo>
                      <a:pt x="86767" y="69585"/>
                      <a:pt x="91580" y="57965"/>
                      <a:pt x="91580" y="45850"/>
                    </a:cubicBezTo>
                    <a:cubicBezTo>
                      <a:pt x="91580" y="33736"/>
                      <a:pt x="86767" y="22116"/>
                      <a:pt x="78201" y="13550"/>
                    </a:cubicBezTo>
                    <a:cubicBezTo>
                      <a:pt x="69634" y="4984"/>
                      <a:pt x="58014" y="171"/>
                      <a:pt x="45900" y="171"/>
                    </a:cubicBezTo>
                    <a:cubicBezTo>
                      <a:pt x="33785" y="171"/>
                      <a:pt x="22165" y="4984"/>
                      <a:pt x="13599" y="13550"/>
                    </a:cubicBezTo>
                    <a:cubicBezTo>
                      <a:pt x="5033" y="22116"/>
                      <a:pt x="220" y="33736"/>
                      <a:pt x="220" y="45850"/>
                    </a:cubicBezTo>
                    <a:cubicBezTo>
                      <a:pt x="220" y="57965"/>
                      <a:pt x="5033" y="69585"/>
                      <a:pt x="13599" y="78151"/>
                    </a:cubicBezTo>
                    <a:cubicBezTo>
                      <a:pt x="22165" y="86717"/>
                      <a:pt x="33785" y="91530"/>
                      <a:pt x="45900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7" name="任意多边形: 形状 2796"/>
              <p:cNvSpPr/>
              <p:nvPr/>
            </p:nvSpPr>
            <p:spPr>
              <a:xfrm>
                <a:off x="18743620" y="24130895"/>
                <a:ext cx="180000" cy="180000"/>
              </a:xfrm>
              <a:custGeom>
                <a:avLst/>
                <a:gdLst>
                  <a:gd name="csX0" fmla="*/ 45888 w 91360"/>
                  <a:gd name="csY0" fmla="*/ 91551 h 91359"/>
                  <a:gd name="csX1" fmla="*/ 78189 w 91360"/>
                  <a:gd name="csY1" fmla="*/ 78172 h 91359"/>
                  <a:gd name="csX2" fmla="*/ 91568 w 91360"/>
                  <a:gd name="csY2" fmla="*/ 45871 h 91359"/>
                  <a:gd name="csX3" fmla="*/ 78189 w 91360"/>
                  <a:gd name="csY3" fmla="*/ 13571 h 91359"/>
                  <a:gd name="csX4" fmla="*/ 45888 w 91360"/>
                  <a:gd name="csY4" fmla="*/ 191 h 91359"/>
                  <a:gd name="csX5" fmla="*/ 13587 w 91360"/>
                  <a:gd name="csY5" fmla="*/ 13571 h 91359"/>
                  <a:gd name="csX6" fmla="*/ 208 w 91360"/>
                  <a:gd name="csY6" fmla="*/ 45871 h 91359"/>
                  <a:gd name="csX7" fmla="*/ 13587 w 91360"/>
                  <a:gd name="csY7" fmla="*/ 78172 h 91359"/>
                  <a:gd name="csX8" fmla="*/ 45888 w 91360"/>
                  <a:gd name="csY8" fmla="*/ 9155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51"/>
                    </a:moveTo>
                    <a:cubicBezTo>
                      <a:pt x="58003" y="91551"/>
                      <a:pt x="69623" y="86738"/>
                      <a:pt x="78189" y="78172"/>
                    </a:cubicBezTo>
                    <a:cubicBezTo>
                      <a:pt x="86755" y="69605"/>
                      <a:pt x="91568" y="57986"/>
                      <a:pt x="91568" y="45871"/>
                    </a:cubicBezTo>
                    <a:cubicBezTo>
                      <a:pt x="91568" y="33757"/>
                      <a:pt x="86755" y="22137"/>
                      <a:pt x="78189" y="13571"/>
                    </a:cubicBezTo>
                    <a:cubicBezTo>
                      <a:pt x="69623" y="5005"/>
                      <a:pt x="58003" y="191"/>
                      <a:pt x="45888" y="191"/>
                    </a:cubicBezTo>
                    <a:cubicBezTo>
                      <a:pt x="33774" y="191"/>
                      <a:pt x="22154" y="5005"/>
                      <a:pt x="13587" y="13571"/>
                    </a:cubicBezTo>
                    <a:cubicBezTo>
                      <a:pt x="5021" y="22137"/>
                      <a:pt x="208" y="33757"/>
                      <a:pt x="208" y="45871"/>
                    </a:cubicBezTo>
                    <a:cubicBezTo>
                      <a:pt x="208" y="57986"/>
                      <a:pt x="5021" y="69605"/>
                      <a:pt x="13587" y="78172"/>
                    </a:cubicBezTo>
                    <a:cubicBezTo>
                      <a:pt x="22154" y="86738"/>
                      <a:pt x="33774" y="91551"/>
                      <a:pt x="45888" y="9155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8" name="任意多边形: 形状 2797"/>
              <p:cNvSpPr/>
              <p:nvPr/>
            </p:nvSpPr>
            <p:spPr>
              <a:xfrm>
                <a:off x="19671201" y="23123053"/>
                <a:ext cx="180000" cy="180000"/>
              </a:xfrm>
              <a:custGeom>
                <a:avLst/>
                <a:gdLst>
                  <a:gd name="csX0" fmla="*/ 45917 w 91360"/>
                  <a:gd name="csY0" fmla="*/ 91520 h 91359"/>
                  <a:gd name="csX1" fmla="*/ 78218 w 91360"/>
                  <a:gd name="csY1" fmla="*/ 78140 h 91359"/>
                  <a:gd name="csX2" fmla="*/ 91597 w 91360"/>
                  <a:gd name="csY2" fmla="*/ 45840 h 91359"/>
                  <a:gd name="csX3" fmla="*/ 78218 w 91360"/>
                  <a:gd name="csY3" fmla="*/ 13540 h 91359"/>
                  <a:gd name="csX4" fmla="*/ 45917 w 91360"/>
                  <a:gd name="csY4" fmla="*/ 160 h 91359"/>
                  <a:gd name="csX5" fmla="*/ 13616 w 91360"/>
                  <a:gd name="csY5" fmla="*/ 13540 h 91359"/>
                  <a:gd name="csX6" fmla="*/ 237 w 91360"/>
                  <a:gd name="csY6" fmla="*/ 45840 h 91359"/>
                  <a:gd name="csX7" fmla="*/ 13616 w 91360"/>
                  <a:gd name="csY7" fmla="*/ 78140 h 91359"/>
                  <a:gd name="csX8" fmla="*/ 45917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7" y="91520"/>
                    </a:moveTo>
                    <a:cubicBezTo>
                      <a:pt x="58031" y="91520"/>
                      <a:pt x="69651" y="86706"/>
                      <a:pt x="78218" y="78140"/>
                    </a:cubicBezTo>
                    <a:cubicBezTo>
                      <a:pt x="86784" y="69574"/>
                      <a:pt x="91597" y="57954"/>
                      <a:pt x="91597" y="45840"/>
                    </a:cubicBezTo>
                    <a:cubicBezTo>
                      <a:pt x="91597" y="33726"/>
                      <a:pt x="86784" y="22106"/>
                      <a:pt x="78218" y="13540"/>
                    </a:cubicBezTo>
                    <a:cubicBezTo>
                      <a:pt x="69651" y="4973"/>
                      <a:pt x="58031" y="160"/>
                      <a:pt x="45917" y="160"/>
                    </a:cubicBezTo>
                    <a:cubicBezTo>
                      <a:pt x="33802" y="160"/>
                      <a:pt x="22182" y="4973"/>
                      <a:pt x="13616" y="13540"/>
                    </a:cubicBezTo>
                    <a:cubicBezTo>
                      <a:pt x="5050" y="22106"/>
                      <a:pt x="237" y="33726"/>
                      <a:pt x="237" y="45840"/>
                    </a:cubicBezTo>
                    <a:cubicBezTo>
                      <a:pt x="237" y="57954"/>
                      <a:pt x="5050" y="69574"/>
                      <a:pt x="13616" y="78140"/>
                    </a:cubicBezTo>
                    <a:cubicBezTo>
                      <a:pt x="22182" y="86706"/>
                      <a:pt x="33802" y="91520"/>
                      <a:pt x="45917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799" name="任意多边形: 形状 2798"/>
              <p:cNvSpPr/>
              <p:nvPr/>
            </p:nvSpPr>
            <p:spPr>
              <a:xfrm>
                <a:off x="19485281" y="24310490"/>
                <a:ext cx="180000" cy="180000"/>
              </a:xfrm>
              <a:custGeom>
                <a:avLst/>
                <a:gdLst>
                  <a:gd name="csX0" fmla="*/ 45911 w 91360"/>
                  <a:gd name="csY0" fmla="*/ 91556 h 91359"/>
                  <a:gd name="csX1" fmla="*/ 78212 w 91360"/>
                  <a:gd name="csY1" fmla="*/ 78177 h 91359"/>
                  <a:gd name="csX2" fmla="*/ 91591 w 91360"/>
                  <a:gd name="csY2" fmla="*/ 45877 h 91359"/>
                  <a:gd name="csX3" fmla="*/ 78212 w 91360"/>
                  <a:gd name="csY3" fmla="*/ 13576 h 91359"/>
                  <a:gd name="csX4" fmla="*/ 45911 w 91360"/>
                  <a:gd name="csY4" fmla="*/ 197 h 91359"/>
                  <a:gd name="csX5" fmla="*/ 13610 w 91360"/>
                  <a:gd name="csY5" fmla="*/ 13576 h 91359"/>
                  <a:gd name="csX6" fmla="*/ 231 w 91360"/>
                  <a:gd name="csY6" fmla="*/ 45877 h 91359"/>
                  <a:gd name="csX7" fmla="*/ 13610 w 91360"/>
                  <a:gd name="csY7" fmla="*/ 78177 h 91359"/>
                  <a:gd name="csX8" fmla="*/ 45911 w 91360"/>
                  <a:gd name="csY8" fmla="*/ 9155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1" y="91556"/>
                    </a:moveTo>
                    <a:cubicBezTo>
                      <a:pt x="58026" y="91556"/>
                      <a:pt x="69646" y="86743"/>
                      <a:pt x="78212" y="78177"/>
                    </a:cubicBezTo>
                    <a:cubicBezTo>
                      <a:pt x="86778" y="69611"/>
                      <a:pt x="91591" y="57991"/>
                      <a:pt x="91591" y="45877"/>
                    </a:cubicBezTo>
                    <a:cubicBezTo>
                      <a:pt x="91591" y="33762"/>
                      <a:pt x="86778" y="22142"/>
                      <a:pt x="78212" y="13576"/>
                    </a:cubicBezTo>
                    <a:cubicBezTo>
                      <a:pt x="69646" y="5010"/>
                      <a:pt x="58026" y="197"/>
                      <a:pt x="45911" y="197"/>
                    </a:cubicBezTo>
                    <a:cubicBezTo>
                      <a:pt x="33796" y="197"/>
                      <a:pt x="22176" y="5010"/>
                      <a:pt x="13610" y="13576"/>
                    </a:cubicBezTo>
                    <a:cubicBezTo>
                      <a:pt x="5044" y="22142"/>
                      <a:pt x="231" y="33762"/>
                      <a:pt x="231" y="45877"/>
                    </a:cubicBezTo>
                    <a:cubicBezTo>
                      <a:pt x="231" y="57991"/>
                      <a:pt x="5044" y="69611"/>
                      <a:pt x="13610" y="78177"/>
                    </a:cubicBezTo>
                    <a:cubicBezTo>
                      <a:pt x="22176" y="86743"/>
                      <a:pt x="33796" y="91556"/>
                      <a:pt x="45911" y="9155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0" name="任意多边形: 形状 2799"/>
              <p:cNvSpPr/>
              <p:nvPr/>
            </p:nvSpPr>
            <p:spPr>
              <a:xfrm>
                <a:off x="19708938" y="23436507"/>
                <a:ext cx="180000" cy="180000"/>
              </a:xfrm>
              <a:custGeom>
                <a:avLst/>
                <a:gdLst>
                  <a:gd name="csX0" fmla="*/ 45918 w 91360"/>
                  <a:gd name="csY0" fmla="*/ 91529 h 91359"/>
                  <a:gd name="csX1" fmla="*/ 78219 w 91360"/>
                  <a:gd name="csY1" fmla="*/ 78150 h 91359"/>
                  <a:gd name="csX2" fmla="*/ 91598 w 91360"/>
                  <a:gd name="csY2" fmla="*/ 45850 h 91359"/>
                  <a:gd name="csX3" fmla="*/ 78219 w 91360"/>
                  <a:gd name="csY3" fmla="*/ 13549 h 91359"/>
                  <a:gd name="csX4" fmla="*/ 45918 w 91360"/>
                  <a:gd name="csY4" fmla="*/ 170 h 91359"/>
                  <a:gd name="csX5" fmla="*/ 13617 w 91360"/>
                  <a:gd name="csY5" fmla="*/ 13549 h 91359"/>
                  <a:gd name="csX6" fmla="*/ 238 w 91360"/>
                  <a:gd name="csY6" fmla="*/ 45850 h 91359"/>
                  <a:gd name="csX7" fmla="*/ 13617 w 91360"/>
                  <a:gd name="csY7" fmla="*/ 78150 h 91359"/>
                  <a:gd name="csX8" fmla="*/ 45918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8" y="91529"/>
                    </a:moveTo>
                    <a:cubicBezTo>
                      <a:pt x="58032" y="91529"/>
                      <a:pt x="69652" y="86716"/>
                      <a:pt x="78219" y="78150"/>
                    </a:cubicBezTo>
                    <a:cubicBezTo>
                      <a:pt x="86785" y="69584"/>
                      <a:pt x="91598" y="57964"/>
                      <a:pt x="91598" y="45850"/>
                    </a:cubicBezTo>
                    <a:cubicBezTo>
                      <a:pt x="91598" y="33735"/>
                      <a:pt x="86785" y="22115"/>
                      <a:pt x="78219" y="13549"/>
                    </a:cubicBezTo>
                    <a:cubicBezTo>
                      <a:pt x="69652" y="4983"/>
                      <a:pt x="58032" y="170"/>
                      <a:pt x="45918" y="170"/>
                    </a:cubicBezTo>
                    <a:cubicBezTo>
                      <a:pt x="33803" y="170"/>
                      <a:pt x="22183" y="4983"/>
                      <a:pt x="13617" y="13549"/>
                    </a:cubicBezTo>
                    <a:cubicBezTo>
                      <a:pt x="5051" y="22115"/>
                      <a:pt x="238" y="33735"/>
                      <a:pt x="238" y="45850"/>
                    </a:cubicBezTo>
                    <a:cubicBezTo>
                      <a:pt x="238" y="57964"/>
                      <a:pt x="5051" y="69584"/>
                      <a:pt x="13617" y="78150"/>
                    </a:cubicBezTo>
                    <a:cubicBezTo>
                      <a:pt x="22183" y="86716"/>
                      <a:pt x="33803" y="91529"/>
                      <a:pt x="45918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1" name="任意多边形: 形状 2800"/>
              <p:cNvSpPr/>
              <p:nvPr/>
            </p:nvSpPr>
            <p:spPr>
              <a:xfrm>
                <a:off x="19915512" y="23072472"/>
                <a:ext cx="180000" cy="180000"/>
              </a:xfrm>
              <a:custGeom>
                <a:avLst/>
                <a:gdLst>
                  <a:gd name="csX0" fmla="*/ 45924 w 91360"/>
                  <a:gd name="csY0" fmla="*/ 91518 h 91359"/>
                  <a:gd name="csX1" fmla="*/ 78225 w 91360"/>
                  <a:gd name="csY1" fmla="*/ 78139 h 91359"/>
                  <a:gd name="csX2" fmla="*/ 91605 w 91360"/>
                  <a:gd name="csY2" fmla="*/ 45838 h 91359"/>
                  <a:gd name="csX3" fmla="*/ 78225 w 91360"/>
                  <a:gd name="csY3" fmla="*/ 13538 h 91359"/>
                  <a:gd name="csX4" fmla="*/ 45924 w 91360"/>
                  <a:gd name="csY4" fmla="*/ 159 h 91359"/>
                  <a:gd name="csX5" fmla="*/ 13624 w 91360"/>
                  <a:gd name="csY5" fmla="*/ 13538 h 91359"/>
                  <a:gd name="csX6" fmla="*/ 244 w 91360"/>
                  <a:gd name="csY6" fmla="*/ 45838 h 91359"/>
                  <a:gd name="csX7" fmla="*/ 13624 w 91360"/>
                  <a:gd name="csY7" fmla="*/ 78139 h 91359"/>
                  <a:gd name="csX8" fmla="*/ 45924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4" y="91518"/>
                    </a:moveTo>
                    <a:cubicBezTo>
                      <a:pt x="58039" y="91518"/>
                      <a:pt x="69659" y="86705"/>
                      <a:pt x="78225" y="78139"/>
                    </a:cubicBezTo>
                    <a:cubicBezTo>
                      <a:pt x="86791" y="69573"/>
                      <a:pt x="91605" y="57953"/>
                      <a:pt x="91605" y="45838"/>
                    </a:cubicBezTo>
                    <a:cubicBezTo>
                      <a:pt x="91605" y="33724"/>
                      <a:pt x="86791" y="22104"/>
                      <a:pt x="78225" y="13538"/>
                    </a:cubicBezTo>
                    <a:cubicBezTo>
                      <a:pt x="69659" y="4972"/>
                      <a:pt x="58039" y="159"/>
                      <a:pt x="45924" y="159"/>
                    </a:cubicBezTo>
                    <a:cubicBezTo>
                      <a:pt x="33810" y="159"/>
                      <a:pt x="22190" y="4972"/>
                      <a:pt x="13624" y="13538"/>
                    </a:cubicBezTo>
                    <a:cubicBezTo>
                      <a:pt x="5057" y="22104"/>
                      <a:pt x="244" y="33724"/>
                      <a:pt x="244" y="45838"/>
                    </a:cubicBezTo>
                    <a:cubicBezTo>
                      <a:pt x="244" y="57953"/>
                      <a:pt x="5057" y="69573"/>
                      <a:pt x="13624" y="78139"/>
                    </a:cubicBezTo>
                    <a:cubicBezTo>
                      <a:pt x="22190" y="86705"/>
                      <a:pt x="33810" y="91518"/>
                      <a:pt x="45924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2" name="任意多边形: 形状 2801"/>
              <p:cNvSpPr/>
              <p:nvPr/>
            </p:nvSpPr>
            <p:spPr>
              <a:xfrm>
                <a:off x="18953385" y="24427903"/>
                <a:ext cx="180000" cy="180000"/>
              </a:xfrm>
              <a:custGeom>
                <a:avLst/>
                <a:gdLst>
                  <a:gd name="csX0" fmla="*/ 45895 w 91360"/>
                  <a:gd name="csY0" fmla="*/ 91560 h 91359"/>
                  <a:gd name="csX1" fmla="*/ 78195 w 91360"/>
                  <a:gd name="csY1" fmla="*/ 78181 h 91359"/>
                  <a:gd name="csX2" fmla="*/ 91575 w 91360"/>
                  <a:gd name="csY2" fmla="*/ 45880 h 91359"/>
                  <a:gd name="csX3" fmla="*/ 78195 w 91360"/>
                  <a:gd name="csY3" fmla="*/ 13580 h 91359"/>
                  <a:gd name="csX4" fmla="*/ 45895 w 91360"/>
                  <a:gd name="csY4" fmla="*/ 201 h 91359"/>
                  <a:gd name="csX5" fmla="*/ 13594 w 91360"/>
                  <a:gd name="csY5" fmla="*/ 13580 h 91359"/>
                  <a:gd name="csX6" fmla="*/ 214 w 91360"/>
                  <a:gd name="csY6" fmla="*/ 45880 h 91359"/>
                  <a:gd name="csX7" fmla="*/ 13594 w 91360"/>
                  <a:gd name="csY7" fmla="*/ 78181 h 91359"/>
                  <a:gd name="csX8" fmla="*/ 45895 w 91360"/>
                  <a:gd name="csY8" fmla="*/ 9156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5" y="91560"/>
                    </a:moveTo>
                    <a:cubicBezTo>
                      <a:pt x="58009" y="91560"/>
                      <a:pt x="69629" y="86747"/>
                      <a:pt x="78195" y="78181"/>
                    </a:cubicBezTo>
                    <a:cubicBezTo>
                      <a:pt x="86762" y="69615"/>
                      <a:pt x="91575" y="57995"/>
                      <a:pt x="91575" y="45880"/>
                    </a:cubicBezTo>
                    <a:cubicBezTo>
                      <a:pt x="91575" y="33766"/>
                      <a:pt x="86762" y="22146"/>
                      <a:pt x="78195" y="13580"/>
                    </a:cubicBezTo>
                    <a:cubicBezTo>
                      <a:pt x="69629" y="5014"/>
                      <a:pt x="58009" y="201"/>
                      <a:pt x="45895" y="201"/>
                    </a:cubicBezTo>
                    <a:cubicBezTo>
                      <a:pt x="33780" y="201"/>
                      <a:pt x="22160" y="5014"/>
                      <a:pt x="13594" y="13580"/>
                    </a:cubicBezTo>
                    <a:cubicBezTo>
                      <a:pt x="5027" y="22146"/>
                      <a:pt x="214" y="33766"/>
                      <a:pt x="214" y="45880"/>
                    </a:cubicBezTo>
                    <a:cubicBezTo>
                      <a:pt x="214" y="57995"/>
                      <a:pt x="5027" y="69615"/>
                      <a:pt x="13594" y="78181"/>
                    </a:cubicBezTo>
                    <a:cubicBezTo>
                      <a:pt x="22160" y="86747"/>
                      <a:pt x="33780" y="91560"/>
                      <a:pt x="45895" y="9156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3" name="任意多边形: 形状 2802"/>
              <p:cNvSpPr/>
              <p:nvPr/>
            </p:nvSpPr>
            <p:spPr>
              <a:xfrm>
                <a:off x="18639697" y="21036184"/>
                <a:ext cx="180000" cy="180000"/>
              </a:xfrm>
              <a:custGeom>
                <a:avLst/>
                <a:gdLst>
                  <a:gd name="csX0" fmla="*/ 45885 w 91360"/>
                  <a:gd name="csY0" fmla="*/ 91455 h 91359"/>
                  <a:gd name="csX1" fmla="*/ 78186 w 91360"/>
                  <a:gd name="csY1" fmla="*/ 78076 h 91359"/>
                  <a:gd name="csX2" fmla="*/ 91565 w 91360"/>
                  <a:gd name="csY2" fmla="*/ 45775 h 91359"/>
                  <a:gd name="csX3" fmla="*/ 78186 w 91360"/>
                  <a:gd name="csY3" fmla="*/ 13475 h 91359"/>
                  <a:gd name="csX4" fmla="*/ 45885 w 91360"/>
                  <a:gd name="csY4" fmla="*/ 96 h 91359"/>
                  <a:gd name="csX5" fmla="*/ 13584 w 91360"/>
                  <a:gd name="csY5" fmla="*/ 13475 h 91359"/>
                  <a:gd name="csX6" fmla="*/ 205 w 91360"/>
                  <a:gd name="csY6" fmla="*/ 45775 h 91359"/>
                  <a:gd name="csX7" fmla="*/ 13584 w 91360"/>
                  <a:gd name="csY7" fmla="*/ 78076 h 91359"/>
                  <a:gd name="csX8" fmla="*/ 45885 w 91360"/>
                  <a:gd name="csY8" fmla="*/ 9145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455"/>
                    </a:moveTo>
                    <a:cubicBezTo>
                      <a:pt x="57999" y="91455"/>
                      <a:pt x="69619" y="86642"/>
                      <a:pt x="78186" y="78076"/>
                    </a:cubicBezTo>
                    <a:cubicBezTo>
                      <a:pt x="86752" y="69510"/>
                      <a:pt x="91565" y="57890"/>
                      <a:pt x="91565" y="45775"/>
                    </a:cubicBezTo>
                    <a:cubicBezTo>
                      <a:pt x="91565" y="33661"/>
                      <a:pt x="86752" y="22041"/>
                      <a:pt x="78186" y="13475"/>
                    </a:cubicBezTo>
                    <a:cubicBezTo>
                      <a:pt x="69619" y="4909"/>
                      <a:pt x="57999" y="96"/>
                      <a:pt x="45885" y="96"/>
                    </a:cubicBezTo>
                    <a:cubicBezTo>
                      <a:pt x="33770" y="96"/>
                      <a:pt x="22150" y="4909"/>
                      <a:pt x="13584" y="13475"/>
                    </a:cubicBezTo>
                    <a:cubicBezTo>
                      <a:pt x="5018" y="22041"/>
                      <a:pt x="205" y="33661"/>
                      <a:pt x="205" y="45775"/>
                    </a:cubicBezTo>
                    <a:cubicBezTo>
                      <a:pt x="205" y="57890"/>
                      <a:pt x="5018" y="69510"/>
                      <a:pt x="13584" y="78076"/>
                    </a:cubicBezTo>
                    <a:cubicBezTo>
                      <a:pt x="22150" y="86642"/>
                      <a:pt x="33770" y="91455"/>
                      <a:pt x="45885" y="9145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4" name="任意多边形: 形状 2803"/>
              <p:cNvSpPr/>
              <p:nvPr/>
            </p:nvSpPr>
            <p:spPr>
              <a:xfrm>
                <a:off x="17958594" y="22794642"/>
                <a:ext cx="180000" cy="180000"/>
              </a:xfrm>
              <a:custGeom>
                <a:avLst/>
                <a:gdLst>
                  <a:gd name="csX0" fmla="*/ 45864 w 91360"/>
                  <a:gd name="csY0" fmla="*/ 91509 h 91359"/>
                  <a:gd name="csX1" fmla="*/ 78165 w 91360"/>
                  <a:gd name="csY1" fmla="*/ 78130 h 91359"/>
                  <a:gd name="csX2" fmla="*/ 91544 w 91360"/>
                  <a:gd name="csY2" fmla="*/ 45830 h 91359"/>
                  <a:gd name="csX3" fmla="*/ 78165 w 91360"/>
                  <a:gd name="csY3" fmla="*/ 13529 h 91359"/>
                  <a:gd name="csX4" fmla="*/ 45864 w 91360"/>
                  <a:gd name="csY4" fmla="*/ 150 h 91359"/>
                  <a:gd name="csX5" fmla="*/ 13563 w 91360"/>
                  <a:gd name="csY5" fmla="*/ 13529 h 91359"/>
                  <a:gd name="csX6" fmla="*/ 184 w 91360"/>
                  <a:gd name="csY6" fmla="*/ 45830 h 91359"/>
                  <a:gd name="csX7" fmla="*/ 13563 w 91360"/>
                  <a:gd name="csY7" fmla="*/ 78130 h 91359"/>
                  <a:gd name="csX8" fmla="*/ 45864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509"/>
                    </a:moveTo>
                    <a:cubicBezTo>
                      <a:pt x="57978" y="91509"/>
                      <a:pt x="69598" y="86696"/>
                      <a:pt x="78165" y="78130"/>
                    </a:cubicBezTo>
                    <a:cubicBezTo>
                      <a:pt x="86731" y="69564"/>
                      <a:pt x="91544" y="57944"/>
                      <a:pt x="91544" y="45830"/>
                    </a:cubicBezTo>
                    <a:cubicBezTo>
                      <a:pt x="91544" y="33715"/>
                      <a:pt x="86731" y="22096"/>
                      <a:pt x="78165" y="13529"/>
                    </a:cubicBezTo>
                    <a:cubicBezTo>
                      <a:pt x="69598" y="4963"/>
                      <a:pt x="57978" y="150"/>
                      <a:pt x="45864" y="150"/>
                    </a:cubicBezTo>
                    <a:cubicBezTo>
                      <a:pt x="33749" y="150"/>
                      <a:pt x="22129" y="4963"/>
                      <a:pt x="13563" y="13529"/>
                    </a:cubicBezTo>
                    <a:cubicBezTo>
                      <a:pt x="4997" y="22096"/>
                      <a:pt x="184" y="33715"/>
                      <a:pt x="184" y="45830"/>
                    </a:cubicBezTo>
                    <a:cubicBezTo>
                      <a:pt x="184" y="57944"/>
                      <a:pt x="4997" y="69564"/>
                      <a:pt x="13563" y="78130"/>
                    </a:cubicBezTo>
                    <a:cubicBezTo>
                      <a:pt x="22129" y="86696"/>
                      <a:pt x="33749" y="91509"/>
                      <a:pt x="45864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5" name="任意多边形: 形状 2804"/>
              <p:cNvSpPr/>
              <p:nvPr/>
            </p:nvSpPr>
            <p:spPr>
              <a:xfrm>
                <a:off x="19381797" y="23184220"/>
                <a:ext cx="180000" cy="180000"/>
              </a:xfrm>
              <a:custGeom>
                <a:avLst/>
                <a:gdLst>
                  <a:gd name="csX0" fmla="*/ 45908 w 91360"/>
                  <a:gd name="csY0" fmla="*/ 91522 h 91359"/>
                  <a:gd name="csX1" fmla="*/ 78209 w 91360"/>
                  <a:gd name="csY1" fmla="*/ 78142 h 91359"/>
                  <a:gd name="csX2" fmla="*/ 91588 w 91360"/>
                  <a:gd name="csY2" fmla="*/ 45842 h 91359"/>
                  <a:gd name="csX3" fmla="*/ 78209 w 91360"/>
                  <a:gd name="csY3" fmla="*/ 13541 h 91359"/>
                  <a:gd name="csX4" fmla="*/ 45908 w 91360"/>
                  <a:gd name="csY4" fmla="*/ 162 h 91359"/>
                  <a:gd name="csX5" fmla="*/ 13607 w 91360"/>
                  <a:gd name="csY5" fmla="*/ 13541 h 91359"/>
                  <a:gd name="csX6" fmla="*/ 228 w 91360"/>
                  <a:gd name="csY6" fmla="*/ 45842 h 91359"/>
                  <a:gd name="csX7" fmla="*/ 13607 w 91360"/>
                  <a:gd name="csY7" fmla="*/ 78142 h 91359"/>
                  <a:gd name="csX8" fmla="*/ 45908 w 91360"/>
                  <a:gd name="csY8" fmla="*/ 9152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522"/>
                    </a:moveTo>
                    <a:cubicBezTo>
                      <a:pt x="58022" y="91522"/>
                      <a:pt x="69642" y="86708"/>
                      <a:pt x="78209" y="78142"/>
                    </a:cubicBezTo>
                    <a:cubicBezTo>
                      <a:pt x="86775" y="69576"/>
                      <a:pt x="91588" y="57956"/>
                      <a:pt x="91588" y="45842"/>
                    </a:cubicBezTo>
                    <a:cubicBezTo>
                      <a:pt x="91588" y="33727"/>
                      <a:pt x="86775" y="22108"/>
                      <a:pt x="78209" y="13541"/>
                    </a:cubicBezTo>
                    <a:cubicBezTo>
                      <a:pt x="69642" y="4975"/>
                      <a:pt x="58022" y="162"/>
                      <a:pt x="45908" y="162"/>
                    </a:cubicBezTo>
                    <a:cubicBezTo>
                      <a:pt x="33793" y="162"/>
                      <a:pt x="22173" y="4975"/>
                      <a:pt x="13607" y="13541"/>
                    </a:cubicBezTo>
                    <a:cubicBezTo>
                      <a:pt x="5041" y="22108"/>
                      <a:pt x="228" y="33727"/>
                      <a:pt x="228" y="45842"/>
                    </a:cubicBezTo>
                    <a:cubicBezTo>
                      <a:pt x="228" y="57956"/>
                      <a:pt x="5041" y="69576"/>
                      <a:pt x="13607" y="78142"/>
                    </a:cubicBezTo>
                    <a:cubicBezTo>
                      <a:pt x="22173" y="86708"/>
                      <a:pt x="33793" y="91522"/>
                      <a:pt x="45908" y="9152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6" name="任意多边形: 形状 2805"/>
              <p:cNvSpPr/>
              <p:nvPr/>
            </p:nvSpPr>
            <p:spPr>
              <a:xfrm>
                <a:off x="19104723" y="22668948"/>
                <a:ext cx="180000" cy="180000"/>
              </a:xfrm>
              <a:custGeom>
                <a:avLst/>
                <a:gdLst>
                  <a:gd name="csX0" fmla="*/ 45899 w 91360"/>
                  <a:gd name="csY0" fmla="*/ 91506 h 91359"/>
                  <a:gd name="csX1" fmla="*/ 78200 w 91360"/>
                  <a:gd name="csY1" fmla="*/ 78126 h 91359"/>
                  <a:gd name="csX2" fmla="*/ 91579 w 91360"/>
                  <a:gd name="csY2" fmla="*/ 45826 h 91359"/>
                  <a:gd name="csX3" fmla="*/ 78200 w 91360"/>
                  <a:gd name="csY3" fmla="*/ 13525 h 91359"/>
                  <a:gd name="csX4" fmla="*/ 45899 w 91360"/>
                  <a:gd name="csY4" fmla="*/ 146 h 91359"/>
                  <a:gd name="csX5" fmla="*/ 13598 w 91360"/>
                  <a:gd name="csY5" fmla="*/ 13525 h 91359"/>
                  <a:gd name="csX6" fmla="*/ 219 w 91360"/>
                  <a:gd name="csY6" fmla="*/ 45826 h 91359"/>
                  <a:gd name="csX7" fmla="*/ 13598 w 91360"/>
                  <a:gd name="csY7" fmla="*/ 78126 h 91359"/>
                  <a:gd name="csX8" fmla="*/ 45899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506"/>
                    </a:moveTo>
                    <a:cubicBezTo>
                      <a:pt x="58014" y="91506"/>
                      <a:pt x="69634" y="86692"/>
                      <a:pt x="78200" y="78126"/>
                    </a:cubicBezTo>
                    <a:cubicBezTo>
                      <a:pt x="86766" y="69560"/>
                      <a:pt x="91579" y="57940"/>
                      <a:pt x="91579" y="45826"/>
                    </a:cubicBezTo>
                    <a:cubicBezTo>
                      <a:pt x="91579" y="33711"/>
                      <a:pt x="86766" y="22092"/>
                      <a:pt x="78200" y="13525"/>
                    </a:cubicBezTo>
                    <a:cubicBezTo>
                      <a:pt x="69634" y="4959"/>
                      <a:pt x="58014" y="146"/>
                      <a:pt x="45899" y="146"/>
                    </a:cubicBezTo>
                    <a:cubicBezTo>
                      <a:pt x="33785" y="146"/>
                      <a:pt x="22165" y="4959"/>
                      <a:pt x="13598" y="13525"/>
                    </a:cubicBezTo>
                    <a:cubicBezTo>
                      <a:pt x="5032" y="22092"/>
                      <a:pt x="219" y="33711"/>
                      <a:pt x="219" y="45826"/>
                    </a:cubicBezTo>
                    <a:cubicBezTo>
                      <a:pt x="219" y="57940"/>
                      <a:pt x="5032" y="69560"/>
                      <a:pt x="13598" y="78126"/>
                    </a:cubicBezTo>
                    <a:cubicBezTo>
                      <a:pt x="22165" y="86692"/>
                      <a:pt x="33785" y="91506"/>
                      <a:pt x="45899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7" name="任意多边形: 形状 2806"/>
              <p:cNvSpPr/>
              <p:nvPr/>
            </p:nvSpPr>
            <p:spPr>
              <a:xfrm>
                <a:off x="17665998" y="23274219"/>
                <a:ext cx="180000" cy="180000"/>
              </a:xfrm>
              <a:custGeom>
                <a:avLst/>
                <a:gdLst>
                  <a:gd name="csX0" fmla="*/ 45855 w 91360"/>
                  <a:gd name="csY0" fmla="*/ 91524 h 91359"/>
                  <a:gd name="csX1" fmla="*/ 78155 w 91360"/>
                  <a:gd name="csY1" fmla="*/ 78145 h 91359"/>
                  <a:gd name="csX2" fmla="*/ 91535 w 91360"/>
                  <a:gd name="csY2" fmla="*/ 45845 h 91359"/>
                  <a:gd name="csX3" fmla="*/ 78155 w 91360"/>
                  <a:gd name="csY3" fmla="*/ 13544 h 91359"/>
                  <a:gd name="csX4" fmla="*/ 45855 w 91360"/>
                  <a:gd name="csY4" fmla="*/ 165 h 91359"/>
                  <a:gd name="csX5" fmla="*/ 13554 w 91360"/>
                  <a:gd name="csY5" fmla="*/ 13544 h 91359"/>
                  <a:gd name="csX6" fmla="*/ 174 w 91360"/>
                  <a:gd name="csY6" fmla="*/ 45845 h 91359"/>
                  <a:gd name="csX7" fmla="*/ 13554 w 91360"/>
                  <a:gd name="csY7" fmla="*/ 78145 h 91359"/>
                  <a:gd name="csX8" fmla="*/ 45855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24"/>
                    </a:moveTo>
                    <a:cubicBezTo>
                      <a:pt x="57969" y="91524"/>
                      <a:pt x="69589" y="86711"/>
                      <a:pt x="78155" y="78145"/>
                    </a:cubicBezTo>
                    <a:cubicBezTo>
                      <a:pt x="86722" y="69579"/>
                      <a:pt x="91535" y="57959"/>
                      <a:pt x="91535" y="45845"/>
                    </a:cubicBezTo>
                    <a:cubicBezTo>
                      <a:pt x="91535" y="33730"/>
                      <a:pt x="86722" y="22110"/>
                      <a:pt x="78155" y="13544"/>
                    </a:cubicBezTo>
                    <a:cubicBezTo>
                      <a:pt x="69589" y="4978"/>
                      <a:pt x="57969" y="165"/>
                      <a:pt x="45855" y="165"/>
                    </a:cubicBezTo>
                    <a:cubicBezTo>
                      <a:pt x="33740" y="165"/>
                      <a:pt x="22120" y="4978"/>
                      <a:pt x="13554" y="13544"/>
                    </a:cubicBezTo>
                    <a:cubicBezTo>
                      <a:pt x="4988" y="22110"/>
                      <a:pt x="174" y="33730"/>
                      <a:pt x="174" y="45845"/>
                    </a:cubicBezTo>
                    <a:cubicBezTo>
                      <a:pt x="174" y="57959"/>
                      <a:pt x="4988" y="69579"/>
                      <a:pt x="13554" y="78145"/>
                    </a:cubicBezTo>
                    <a:cubicBezTo>
                      <a:pt x="22120" y="86711"/>
                      <a:pt x="33740" y="91524"/>
                      <a:pt x="45855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8" name="任意多边形: 形状 2807"/>
              <p:cNvSpPr/>
              <p:nvPr/>
            </p:nvSpPr>
            <p:spPr>
              <a:xfrm>
                <a:off x="19452731" y="23038054"/>
                <a:ext cx="180000" cy="180000"/>
              </a:xfrm>
              <a:custGeom>
                <a:avLst/>
                <a:gdLst>
                  <a:gd name="csX0" fmla="*/ 45910 w 91360"/>
                  <a:gd name="csY0" fmla="*/ 91517 h 91359"/>
                  <a:gd name="csX1" fmla="*/ 78211 w 91360"/>
                  <a:gd name="csY1" fmla="*/ 78138 h 91359"/>
                  <a:gd name="csX2" fmla="*/ 91590 w 91360"/>
                  <a:gd name="csY2" fmla="*/ 45837 h 91359"/>
                  <a:gd name="csX3" fmla="*/ 78211 w 91360"/>
                  <a:gd name="csY3" fmla="*/ 13537 h 91359"/>
                  <a:gd name="csX4" fmla="*/ 45910 w 91360"/>
                  <a:gd name="csY4" fmla="*/ 158 h 91359"/>
                  <a:gd name="csX5" fmla="*/ 13609 w 91360"/>
                  <a:gd name="csY5" fmla="*/ 13537 h 91359"/>
                  <a:gd name="csX6" fmla="*/ 230 w 91360"/>
                  <a:gd name="csY6" fmla="*/ 45837 h 91359"/>
                  <a:gd name="csX7" fmla="*/ 13609 w 91360"/>
                  <a:gd name="csY7" fmla="*/ 78138 h 91359"/>
                  <a:gd name="csX8" fmla="*/ 45910 w 91360"/>
                  <a:gd name="csY8" fmla="*/ 9151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517"/>
                    </a:moveTo>
                    <a:cubicBezTo>
                      <a:pt x="58025" y="91517"/>
                      <a:pt x="69645" y="86704"/>
                      <a:pt x="78211" y="78138"/>
                    </a:cubicBezTo>
                    <a:cubicBezTo>
                      <a:pt x="86777" y="69572"/>
                      <a:pt x="91590" y="57952"/>
                      <a:pt x="91590" y="45837"/>
                    </a:cubicBezTo>
                    <a:cubicBezTo>
                      <a:pt x="91590" y="33723"/>
                      <a:pt x="86777" y="22103"/>
                      <a:pt x="78211" y="13537"/>
                    </a:cubicBezTo>
                    <a:cubicBezTo>
                      <a:pt x="69645" y="4971"/>
                      <a:pt x="58025" y="158"/>
                      <a:pt x="45910" y="158"/>
                    </a:cubicBezTo>
                    <a:cubicBezTo>
                      <a:pt x="33795" y="158"/>
                      <a:pt x="22175" y="4971"/>
                      <a:pt x="13609" y="13537"/>
                    </a:cubicBezTo>
                    <a:cubicBezTo>
                      <a:pt x="5043" y="22103"/>
                      <a:pt x="230" y="33723"/>
                      <a:pt x="230" y="45837"/>
                    </a:cubicBezTo>
                    <a:cubicBezTo>
                      <a:pt x="230" y="57952"/>
                      <a:pt x="5043" y="69572"/>
                      <a:pt x="13609" y="78138"/>
                    </a:cubicBezTo>
                    <a:cubicBezTo>
                      <a:pt x="22175" y="86704"/>
                      <a:pt x="33795" y="91517"/>
                      <a:pt x="45910" y="9151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09" name="任意多边形: 形状 2808"/>
              <p:cNvSpPr/>
              <p:nvPr/>
            </p:nvSpPr>
            <p:spPr>
              <a:xfrm>
                <a:off x="19688560" y="22603260"/>
                <a:ext cx="180000" cy="180000"/>
              </a:xfrm>
              <a:custGeom>
                <a:avLst/>
                <a:gdLst>
                  <a:gd name="csX0" fmla="*/ 45917 w 91360"/>
                  <a:gd name="csY0" fmla="*/ 91504 h 91359"/>
                  <a:gd name="csX1" fmla="*/ 78218 w 91360"/>
                  <a:gd name="csY1" fmla="*/ 78124 h 91359"/>
                  <a:gd name="csX2" fmla="*/ 91598 w 91360"/>
                  <a:gd name="csY2" fmla="*/ 45824 h 91359"/>
                  <a:gd name="csX3" fmla="*/ 78218 w 91360"/>
                  <a:gd name="csY3" fmla="*/ 13523 h 91359"/>
                  <a:gd name="csX4" fmla="*/ 45917 w 91360"/>
                  <a:gd name="csY4" fmla="*/ 144 h 91359"/>
                  <a:gd name="csX5" fmla="*/ 13617 w 91360"/>
                  <a:gd name="csY5" fmla="*/ 13523 h 91359"/>
                  <a:gd name="csX6" fmla="*/ 237 w 91360"/>
                  <a:gd name="csY6" fmla="*/ 45824 h 91359"/>
                  <a:gd name="csX7" fmla="*/ 13617 w 91360"/>
                  <a:gd name="csY7" fmla="*/ 78124 h 91359"/>
                  <a:gd name="csX8" fmla="*/ 45917 w 91360"/>
                  <a:gd name="csY8" fmla="*/ 9150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7" y="91504"/>
                    </a:moveTo>
                    <a:cubicBezTo>
                      <a:pt x="58032" y="91504"/>
                      <a:pt x="69652" y="86690"/>
                      <a:pt x="78218" y="78124"/>
                    </a:cubicBezTo>
                    <a:cubicBezTo>
                      <a:pt x="86784" y="69558"/>
                      <a:pt x="91598" y="57938"/>
                      <a:pt x="91598" y="45824"/>
                    </a:cubicBezTo>
                    <a:cubicBezTo>
                      <a:pt x="91598" y="33709"/>
                      <a:pt x="86784" y="22090"/>
                      <a:pt x="78218" y="13523"/>
                    </a:cubicBezTo>
                    <a:cubicBezTo>
                      <a:pt x="69652" y="4957"/>
                      <a:pt x="58032" y="144"/>
                      <a:pt x="45917" y="144"/>
                    </a:cubicBezTo>
                    <a:cubicBezTo>
                      <a:pt x="33803" y="144"/>
                      <a:pt x="22183" y="4957"/>
                      <a:pt x="13617" y="13523"/>
                    </a:cubicBezTo>
                    <a:cubicBezTo>
                      <a:pt x="5050" y="22090"/>
                      <a:pt x="237" y="33709"/>
                      <a:pt x="237" y="45824"/>
                    </a:cubicBezTo>
                    <a:cubicBezTo>
                      <a:pt x="237" y="57938"/>
                      <a:pt x="5050" y="69558"/>
                      <a:pt x="13617" y="78124"/>
                    </a:cubicBezTo>
                    <a:cubicBezTo>
                      <a:pt x="22183" y="86690"/>
                      <a:pt x="33803" y="91504"/>
                      <a:pt x="45917" y="9150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0" name="任意多边形: 形状 2809"/>
              <p:cNvSpPr/>
              <p:nvPr/>
            </p:nvSpPr>
            <p:spPr>
              <a:xfrm>
                <a:off x="19214407" y="22932866"/>
                <a:ext cx="180000" cy="180000"/>
              </a:xfrm>
              <a:custGeom>
                <a:avLst/>
                <a:gdLst>
                  <a:gd name="csX0" fmla="*/ 45903 w 91360"/>
                  <a:gd name="csY0" fmla="*/ 91514 h 91359"/>
                  <a:gd name="csX1" fmla="*/ 78203 w 91360"/>
                  <a:gd name="csY1" fmla="*/ 78134 h 91359"/>
                  <a:gd name="csX2" fmla="*/ 91583 w 91360"/>
                  <a:gd name="csY2" fmla="*/ 45834 h 91359"/>
                  <a:gd name="csX3" fmla="*/ 78203 w 91360"/>
                  <a:gd name="csY3" fmla="*/ 13534 h 91359"/>
                  <a:gd name="csX4" fmla="*/ 45903 w 91360"/>
                  <a:gd name="csY4" fmla="*/ 154 h 91359"/>
                  <a:gd name="csX5" fmla="*/ 13602 w 91360"/>
                  <a:gd name="csY5" fmla="*/ 13534 h 91359"/>
                  <a:gd name="csX6" fmla="*/ 222 w 91360"/>
                  <a:gd name="csY6" fmla="*/ 45834 h 91359"/>
                  <a:gd name="csX7" fmla="*/ 13602 w 91360"/>
                  <a:gd name="csY7" fmla="*/ 78134 h 91359"/>
                  <a:gd name="csX8" fmla="*/ 45903 w 91360"/>
                  <a:gd name="csY8" fmla="*/ 9151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3" y="91514"/>
                    </a:moveTo>
                    <a:cubicBezTo>
                      <a:pt x="58017" y="91514"/>
                      <a:pt x="69637" y="86701"/>
                      <a:pt x="78203" y="78134"/>
                    </a:cubicBezTo>
                    <a:cubicBezTo>
                      <a:pt x="86770" y="69568"/>
                      <a:pt x="91583" y="57948"/>
                      <a:pt x="91583" y="45834"/>
                    </a:cubicBezTo>
                    <a:cubicBezTo>
                      <a:pt x="91583" y="33720"/>
                      <a:pt x="86770" y="22100"/>
                      <a:pt x="78203" y="13534"/>
                    </a:cubicBezTo>
                    <a:cubicBezTo>
                      <a:pt x="69637" y="4967"/>
                      <a:pt x="58017" y="154"/>
                      <a:pt x="45903" y="154"/>
                    </a:cubicBezTo>
                    <a:cubicBezTo>
                      <a:pt x="33788" y="154"/>
                      <a:pt x="22168" y="4967"/>
                      <a:pt x="13602" y="13534"/>
                    </a:cubicBezTo>
                    <a:cubicBezTo>
                      <a:pt x="5036" y="22100"/>
                      <a:pt x="222" y="33720"/>
                      <a:pt x="222" y="45834"/>
                    </a:cubicBezTo>
                    <a:cubicBezTo>
                      <a:pt x="222" y="57948"/>
                      <a:pt x="5036" y="69568"/>
                      <a:pt x="13602" y="78134"/>
                    </a:cubicBezTo>
                    <a:cubicBezTo>
                      <a:pt x="22168" y="86701"/>
                      <a:pt x="33788" y="91514"/>
                      <a:pt x="45903" y="9151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1" name="任意多边形: 形状 2810"/>
              <p:cNvSpPr/>
              <p:nvPr/>
            </p:nvSpPr>
            <p:spPr>
              <a:xfrm>
                <a:off x="19204048" y="22691611"/>
                <a:ext cx="180000" cy="180000"/>
              </a:xfrm>
              <a:custGeom>
                <a:avLst/>
                <a:gdLst>
                  <a:gd name="csX0" fmla="*/ 45902 w 91360"/>
                  <a:gd name="csY0" fmla="*/ 91506 h 91359"/>
                  <a:gd name="csX1" fmla="*/ 78203 w 91360"/>
                  <a:gd name="csY1" fmla="*/ 78127 h 91359"/>
                  <a:gd name="csX2" fmla="*/ 91583 w 91360"/>
                  <a:gd name="csY2" fmla="*/ 45827 h 91359"/>
                  <a:gd name="csX3" fmla="*/ 78203 w 91360"/>
                  <a:gd name="csY3" fmla="*/ 13526 h 91359"/>
                  <a:gd name="csX4" fmla="*/ 45902 w 91360"/>
                  <a:gd name="csY4" fmla="*/ 147 h 91359"/>
                  <a:gd name="csX5" fmla="*/ 13602 w 91360"/>
                  <a:gd name="csY5" fmla="*/ 13526 h 91359"/>
                  <a:gd name="csX6" fmla="*/ 222 w 91360"/>
                  <a:gd name="csY6" fmla="*/ 45827 h 91359"/>
                  <a:gd name="csX7" fmla="*/ 13602 w 91360"/>
                  <a:gd name="csY7" fmla="*/ 78127 h 91359"/>
                  <a:gd name="csX8" fmla="*/ 45902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06"/>
                    </a:moveTo>
                    <a:cubicBezTo>
                      <a:pt x="58017" y="91506"/>
                      <a:pt x="69637" y="86693"/>
                      <a:pt x="78203" y="78127"/>
                    </a:cubicBezTo>
                    <a:cubicBezTo>
                      <a:pt x="86769" y="69561"/>
                      <a:pt x="91583" y="57941"/>
                      <a:pt x="91583" y="45827"/>
                    </a:cubicBezTo>
                    <a:cubicBezTo>
                      <a:pt x="91583" y="33712"/>
                      <a:pt x="86769" y="22092"/>
                      <a:pt x="78203" y="13526"/>
                    </a:cubicBezTo>
                    <a:cubicBezTo>
                      <a:pt x="69637" y="4960"/>
                      <a:pt x="58017" y="147"/>
                      <a:pt x="45902" y="147"/>
                    </a:cubicBezTo>
                    <a:cubicBezTo>
                      <a:pt x="33788" y="147"/>
                      <a:pt x="22168" y="4960"/>
                      <a:pt x="13602" y="13526"/>
                    </a:cubicBezTo>
                    <a:cubicBezTo>
                      <a:pt x="5035" y="22092"/>
                      <a:pt x="222" y="33712"/>
                      <a:pt x="222" y="45827"/>
                    </a:cubicBezTo>
                    <a:cubicBezTo>
                      <a:pt x="222" y="57941"/>
                      <a:pt x="5035" y="69561"/>
                      <a:pt x="13602" y="78127"/>
                    </a:cubicBezTo>
                    <a:cubicBezTo>
                      <a:pt x="22168" y="86693"/>
                      <a:pt x="33788" y="91506"/>
                      <a:pt x="45902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2" name="任意多边形: 形状 2811"/>
              <p:cNvSpPr/>
              <p:nvPr/>
            </p:nvSpPr>
            <p:spPr>
              <a:xfrm>
                <a:off x="19209164" y="23738337"/>
                <a:ext cx="180000" cy="180000"/>
              </a:xfrm>
              <a:custGeom>
                <a:avLst/>
                <a:gdLst>
                  <a:gd name="csX0" fmla="*/ 45902 w 91360"/>
                  <a:gd name="csY0" fmla="*/ 91539 h 91359"/>
                  <a:gd name="csX1" fmla="*/ 78203 w 91360"/>
                  <a:gd name="csY1" fmla="*/ 78159 h 91359"/>
                  <a:gd name="csX2" fmla="*/ 91583 w 91360"/>
                  <a:gd name="csY2" fmla="*/ 45859 h 91359"/>
                  <a:gd name="csX3" fmla="*/ 78203 w 91360"/>
                  <a:gd name="csY3" fmla="*/ 13559 h 91359"/>
                  <a:gd name="csX4" fmla="*/ 45902 w 91360"/>
                  <a:gd name="csY4" fmla="*/ 179 h 91359"/>
                  <a:gd name="csX5" fmla="*/ 13602 w 91360"/>
                  <a:gd name="csY5" fmla="*/ 13559 h 91359"/>
                  <a:gd name="csX6" fmla="*/ 222 w 91360"/>
                  <a:gd name="csY6" fmla="*/ 45859 h 91359"/>
                  <a:gd name="csX7" fmla="*/ 13602 w 91360"/>
                  <a:gd name="csY7" fmla="*/ 78159 h 91359"/>
                  <a:gd name="csX8" fmla="*/ 45902 w 91360"/>
                  <a:gd name="csY8" fmla="*/ 9153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39"/>
                    </a:moveTo>
                    <a:cubicBezTo>
                      <a:pt x="58017" y="91539"/>
                      <a:pt x="69637" y="86726"/>
                      <a:pt x="78203" y="78159"/>
                    </a:cubicBezTo>
                    <a:cubicBezTo>
                      <a:pt x="86770" y="69593"/>
                      <a:pt x="91583" y="57973"/>
                      <a:pt x="91583" y="45859"/>
                    </a:cubicBezTo>
                    <a:cubicBezTo>
                      <a:pt x="91583" y="33745"/>
                      <a:pt x="86770" y="22125"/>
                      <a:pt x="78203" y="13559"/>
                    </a:cubicBezTo>
                    <a:cubicBezTo>
                      <a:pt x="69637" y="4992"/>
                      <a:pt x="58017" y="179"/>
                      <a:pt x="45902" y="179"/>
                    </a:cubicBezTo>
                    <a:cubicBezTo>
                      <a:pt x="33788" y="179"/>
                      <a:pt x="22168" y="4992"/>
                      <a:pt x="13602" y="13559"/>
                    </a:cubicBezTo>
                    <a:cubicBezTo>
                      <a:pt x="5035" y="22125"/>
                      <a:pt x="222" y="33745"/>
                      <a:pt x="222" y="45859"/>
                    </a:cubicBezTo>
                    <a:cubicBezTo>
                      <a:pt x="222" y="57973"/>
                      <a:pt x="5035" y="69593"/>
                      <a:pt x="13602" y="78159"/>
                    </a:cubicBezTo>
                    <a:cubicBezTo>
                      <a:pt x="22168" y="86726"/>
                      <a:pt x="33788" y="91539"/>
                      <a:pt x="45902" y="9153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3" name="任意多边形: 形状 2812"/>
              <p:cNvSpPr/>
              <p:nvPr/>
            </p:nvSpPr>
            <p:spPr>
              <a:xfrm>
                <a:off x="17891433" y="24465151"/>
                <a:ext cx="180000" cy="180000"/>
              </a:xfrm>
              <a:custGeom>
                <a:avLst/>
                <a:gdLst>
                  <a:gd name="csX0" fmla="*/ 45862 w 91360"/>
                  <a:gd name="csY0" fmla="*/ 91561 h 91359"/>
                  <a:gd name="csX1" fmla="*/ 78162 w 91360"/>
                  <a:gd name="csY1" fmla="*/ 78182 h 91359"/>
                  <a:gd name="csX2" fmla="*/ 91542 w 91360"/>
                  <a:gd name="csY2" fmla="*/ 45881 h 91359"/>
                  <a:gd name="csX3" fmla="*/ 78162 w 91360"/>
                  <a:gd name="csY3" fmla="*/ 13581 h 91359"/>
                  <a:gd name="csX4" fmla="*/ 45862 w 91360"/>
                  <a:gd name="csY4" fmla="*/ 202 h 91359"/>
                  <a:gd name="csX5" fmla="*/ 13561 w 91360"/>
                  <a:gd name="csY5" fmla="*/ 13581 h 91359"/>
                  <a:gd name="csX6" fmla="*/ 181 w 91360"/>
                  <a:gd name="csY6" fmla="*/ 45881 h 91359"/>
                  <a:gd name="csX7" fmla="*/ 13561 w 91360"/>
                  <a:gd name="csY7" fmla="*/ 78182 h 91359"/>
                  <a:gd name="csX8" fmla="*/ 45862 w 91360"/>
                  <a:gd name="csY8" fmla="*/ 9156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2" y="91561"/>
                    </a:moveTo>
                    <a:cubicBezTo>
                      <a:pt x="57976" y="91561"/>
                      <a:pt x="69596" y="86748"/>
                      <a:pt x="78162" y="78182"/>
                    </a:cubicBezTo>
                    <a:cubicBezTo>
                      <a:pt x="86729" y="69616"/>
                      <a:pt x="91542" y="57996"/>
                      <a:pt x="91542" y="45881"/>
                    </a:cubicBezTo>
                    <a:cubicBezTo>
                      <a:pt x="91542" y="33767"/>
                      <a:pt x="86729" y="22147"/>
                      <a:pt x="78162" y="13581"/>
                    </a:cubicBezTo>
                    <a:cubicBezTo>
                      <a:pt x="69596" y="5015"/>
                      <a:pt x="57976" y="202"/>
                      <a:pt x="45862" y="202"/>
                    </a:cubicBezTo>
                    <a:cubicBezTo>
                      <a:pt x="33747" y="202"/>
                      <a:pt x="22127" y="5015"/>
                      <a:pt x="13561" y="13581"/>
                    </a:cubicBezTo>
                    <a:cubicBezTo>
                      <a:pt x="4995" y="22147"/>
                      <a:pt x="181" y="33767"/>
                      <a:pt x="181" y="45881"/>
                    </a:cubicBezTo>
                    <a:cubicBezTo>
                      <a:pt x="181" y="57996"/>
                      <a:pt x="4995" y="69616"/>
                      <a:pt x="13561" y="78182"/>
                    </a:cubicBezTo>
                    <a:cubicBezTo>
                      <a:pt x="22127" y="86748"/>
                      <a:pt x="33747" y="91561"/>
                      <a:pt x="45862" y="9156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4" name="任意多边形: 形状 2813"/>
              <p:cNvSpPr/>
              <p:nvPr/>
            </p:nvSpPr>
            <p:spPr>
              <a:xfrm>
                <a:off x="19089088" y="22160750"/>
                <a:ext cx="180000" cy="180000"/>
              </a:xfrm>
              <a:custGeom>
                <a:avLst/>
                <a:gdLst>
                  <a:gd name="csX0" fmla="*/ 45899 w 91360"/>
                  <a:gd name="csY0" fmla="*/ 91490 h 91359"/>
                  <a:gd name="csX1" fmla="*/ 78200 w 91360"/>
                  <a:gd name="csY1" fmla="*/ 78111 h 91359"/>
                  <a:gd name="csX2" fmla="*/ 91579 w 91360"/>
                  <a:gd name="csY2" fmla="*/ 45810 h 91359"/>
                  <a:gd name="csX3" fmla="*/ 78200 w 91360"/>
                  <a:gd name="csY3" fmla="*/ 13510 h 91359"/>
                  <a:gd name="csX4" fmla="*/ 45899 w 91360"/>
                  <a:gd name="csY4" fmla="*/ 130 h 91359"/>
                  <a:gd name="csX5" fmla="*/ 13598 w 91360"/>
                  <a:gd name="csY5" fmla="*/ 13510 h 91359"/>
                  <a:gd name="csX6" fmla="*/ 219 w 91360"/>
                  <a:gd name="csY6" fmla="*/ 45810 h 91359"/>
                  <a:gd name="csX7" fmla="*/ 13598 w 91360"/>
                  <a:gd name="csY7" fmla="*/ 78111 h 91359"/>
                  <a:gd name="csX8" fmla="*/ 45899 w 91360"/>
                  <a:gd name="csY8" fmla="*/ 9149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490"/>
                    </a:moveTo>
                    <a:cubicBezTo>
                      <a:pt x="58013" y="91490"/>
                      <a:pt x="69633" y="86677"/>
                      <a:pt x="78200" y="78111"/>
                    </a:cubicBezTo>
                    <a:cubicBezTo>
                      <a:pt x="86766" y="69544"/>
                      <a:pt x="91579" y="57925"/>
                      <a:pt x="91579" y="45810"/>
                    </a:cubicBezTo>
                    <a:cubicBezTo>
                      <a:pt x="91579" y="33696"/>
                      <a:pt x="86766" y="22076"/>
                      <a:pt x="78200" y="13510"/>
                    </a:cubicBezTo>
                    <a:cubicBezTo>
                      <a:pt x="69633" y="4944"/>
                      <a:pt x="58013" y="130"/>
                      <a:pt x="45899" y="130"/>
                    </a:cubicBezTo>
                    <a:cubicBezTo>
                      <a:pt x="33784" y="130"/>
                      <a:pt x="22164" y="4944"/>
                      <a:pt x="13598" y="13510"/>
                    </a:cubicBezTo>
                    <a:cubicBezTo>
                      <a:pt x="5032" y="22076"/>
                      <a:pt x="219" y="33696"/>
                      <a:pt x="219" y="45810"/>
                    </a:cubicBezTo>
                    <a:cubicBezTo>
                      <a:pt x="219" y="57925"/>
                      <a:pt x="5032" y="69544"/>
                      <a:pt x="13598" y="78111"/>
                    </a:cubicBezTo>
                    <a:cubicBezTo>
                      <a:pt x="22164" y="86677"/>
                      <a:pt x="33784" y="91490"/>
                      <a:pt x="45899" y="9149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5" name="任意多边形: 形状 2814"/>
              <p:cNvSpPr/>
              <p:nvPr/>
            </p:nvSpPr>
            <p:spPr>
              <a:xfrm>
                <a:off x="17572973" y="22794103"/>
                <a:ext cx="180000" cy="180000"/>
              </a:xfrm>
              <a:custGeom>
                <a:avLst/>
                <a:gdLst>
                  <a:gd name="csX0" fmla="*/ 45852 w 91360"/>
                  <a:gd name="csY0" fmla="*/ 91509 h 91359"/>
                  <a:gd name="csX1" fmla="*/ 78153 w 91360"/>
                  <a:gd name="csY1" fmla="*/ 78130 h 91359"/>
                  <a:gd name="csX2" fmla="*/ 91532 w 91360"/>
                  <a:gd name="csY2" fmla="*/ 45830 h 91359"/>
                  <a:gd name="csX3" fmla="*/ 78153 w 91360"/>
                  <a:gd name="csY3" fmla="*/ 13529 h 91359"/>
                  <a:gd name="csX4" fmla="*/ 45852 w 91360"/>
                  <a:gd name="csY4" fmla="*/ 150 h 91359"/>
                  <a:gd name="csX5" fmla="*/ 13551 w 91360"/>
                  <a:gd name="csY5" fmla="*/ 13529 h 91359"/>
                  <a:gd name="csX6" fmla="*/ 172 w 91360"/>
                  <a:gd name="csY6" fmla="*/ 45830 h 91359"/>
                  <a:gd name="csX7" fmla="*/ 13551 w 91360"/>
                  <a:gd name="csY7" fmla="*/ 78130 h 91359"/>
                  <a:gd name="csX8" fmla="*/ 45852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509"/>
                    </a:moveTo>
                    <a:cubicBezTo>
                      <a:pt x="57966" y="91509"/>
                      <a:pt x="69586" y="86696"/>
                      <a:pt x="78153" y="78130"/>
                    </a:cubicBezTo>
                    <a:cubicBezTo>
                      <a:pt x="86719" y="69564"/>
                      <a:pt x="91532" y="57944"/>
                      <a:pt x="91532" y="45830"/>
                    </a:cubicBezTo>
                    <a:cubicBezTo>
                      <a:pt x="91532" y="33715"/>
                      <a:pt x="86719" y="22096"/>
                      <a:pt x="78153" y="13529"/>
                    </a:cubicBezTo>
                    <a:cubicBezTo>
                      <a:pt x="69586" y="4963"/>
                      <a:pt x="57966" y="150"/>
                      <a:pt x="45852" y="150"/>
                    </a:cubicBezTo>
                    <a:cubicBezTo>
                      <a:pt x="33737" y="150"/>
                      <a:pt x="22117" y="4963"/>
                      <a:pt x="13551" y="13529"/>
                    </a:cubicBezTo>
                    <a:cubicBezTo>
                      <a:pt x="4985" y="22096"/>
                      <a:pt x="172" y="33715"/>
                      <a:pt x="172" y="45830"/>
                    </a:cubicBezTo>
                    <a:cubicBezTo>
                      <a:pt x="172" y="57944"/>
                      <a:pt x="4985" y="69564"/>
                      <a:pt x="13551" y="78130"/>
                    </a:cubicBezTo>
                    <a:cubicBezTo>
                      <a:pt x="22117" y="86696"/>
                      <a:pt x="33737" y="91509"/>
                      <a:pt x="45852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6" name="任意多边形: 形状 2815"/>
              <p:cNvSpPr/>
              <p:nvPr/>
            </p:nvSpPr>
            <p:spPr>
              <a:xfrm>
                <a:off x="18587393" y="22524710"/>
                <a:ext cx="180000" cy="180000"/>
              </a:xfrm>
              <a:custGeom>
                <a:avLst/>
                <a:gdLst>
                  <a:gd name="csX0" fmla="*/ 45883 w 91360"/>
                  <a:gd name="csY0" fmla="*/ 91501 h 91359"/>
                  <a:gd name="csX1" fmla="*/ 78184 w 91360"/>
                  <a:gd name="csY1" fmla="*/ 78122 h 91359"/>
                  <a:gd name="csX2" fmla="*/ 91563 w 91360"/>
                  <a:gd name="csY2" fmla="*/ 45821 h 91359"/>
                  <a:gd name="csX3" fmla="*/ 78184 w 91360"/>
                  <a:gd name="csY3" fmla="*/ 13521 h 91359"/>
                  <a:gd name="csX4" fmla="*/ 45883 w 91360"/>
                  <a:gd name="csY4" fmla="*/ 142 h 91359"/>
                  <a:gd name="csX5" fmla="*/ 13582 w 91360"/>
                  <a:gd name="csY5" fmla="*/ 13521 h 91359"/>
                  <a:gd name="csX6" fmla="*/ 203 w 91360"/>
                  <a:gd name="csY6" fmla="*/ 45821 h 91359"/>
                  <a:gd name="csX7" fmla="*/ 13582 w 91360"/>
                  <a:gd name="csY7" fmla="*/ 78122 h 91359"/>
                  <a:gd name="csX8" fmla="*/ 45883 w 91360"/>
                  <a:gd name="csY8" fmla="*/ 9150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3" y="91501"/>
                    </a:moveTo>
                    <a:cubicBezTo>
                      <a:pt x="57998" y="91501"/>
                      <a:pt x="69618" y="86688"/>
                      <a:pt x="78184" y="78122"/>
                    </a:cubicBezTo>
                    <a:cubicBezTo>
                      <a:pt x="86750" y="69556"/>
                      <a:pt x="91563" y="57936"/>
                      <a:pt x="91563" y="45821"/>
                    </a:cubicBezTo>
                    <a:cubicBezTo>
                      <a:pt x="91563" y="33707"/>
                      <a:pt x="86750" y="22087"/>
                      <a:pt x="78184" y="13521"/>
                    </a:cubicBezTo>
                    <a:cubicBezTo>
                      <a:pt x="69618" y="4955"/>
                      <a:pt x="57998" y="142"/>
                      <a:pt x="45883" y="142"/>
                    </a:cubicBezTo>
                    <a:cubicBezTo>
                      <a:pt x="33769" y="142"/>
                      <a:pt x="22149" y="4955"/>
                      <a:pt x="13582" y="13521"/>
                    </a:cubicBezTo>
                    <a:cubicBezTo>
                      <a:pt x="5016" y="22087"/>
                      <a:pt x="203" y="33707"/>
                      <a:pt x="203" y="45821"/>
                    </a:cubicBezTo>
                    <a:cubicBezTo>
                      <a:pt x="203" y="57936"/>
                      <a:pt x="5016" y="69556"/>
                      <a:pt x="13582" y="78122"/>
                    </a:cubicBezTo>
                    <a:cubicBezTo>
                      <a:pt x="22149" y="86688"/>
                      <a:pt x="33769" y="91501"/>
                      <a:pt x="45883" y="9150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7" name="任意多边形: 形状 2816"/>
              <p:cNvSpPr/>
              <p:nvPr/>
            </p:nvSpPr>
            <p:spPr>
              <a:xfrm>
                <a:off x="19460008" y="23276448"/>
                <a:ext cx="180000" cy="180000"/>
              </a:xfrm>
              <a:custGeom>
                <a:avLst/>
                <a:gdLst>
                  <a:gd name="csX0" fmla="*/ 45910 w 91360"/>
                  <a:gd name="csY0" fmla="*/ 91524 h 91359"/>
                  <a:gd name="csX1" fmla="*/ 78211 w 91360"/>
                  <a:gd name="csY1" fmla="*/ 78145 h 91359"/>
                  <a:gd name="csX2" fmla="*/ 91590 w 91360"/>
                  <a:gd name="csY2" fmla="*/ 45845 h 91359"/>
                  <a:gd name="csX3" fmla="*/ 78211 w 91360"/>
                  <a:gd name="csY3" fmla="*/ 13544 h 91359"/>
                  <a:gd name="csX4" fmla="*/ 45910 w 91360"/>
                  <a:gd name="csY4" fmla="*/ 165 h 91359"/>
                  <a:gd name="csX5" fmla="*/ 13609 w 91360"/>
                  <a:gd name="csY5" fmla="*/ 13544 h 91359"/>
                  <a:gd name="csX6" fmla="*/ 230 w 91360"/>
                  <a:gd name="csY6" fmla="*/ 45845 h 91359"/>
                  <a:gd name="csX7" fmla="*/ 13609 w 91360"/>
                  <a:gd name="csY7" fmla="*/ 78145 h 91359"/>
                  <a:gd name="csX8" fmla="*/ 45910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524"/>
                    </a:moveTo>
                    <a:cubicBezTo>
                      <a:pt x="58025" y="91524"/>
                      <a:pt x="69645" y="86711"/>
                      <a:pt x="78211" y="78145"/>
                    </a:cubicBezTo>
                    <a:cubicBezTo>
                      <a:pt x="86777" y="69579"/>
                      <a:pt x="91590" y="57959"/>
                      <a:pt x="91590" y="45845"/>
                    </a:cubicBezTo>
                    <a:cubicBezTo>
                      <a:pt x="91590" y="33730"/>
                      <a:pt x="86777" y="22110"/>
                      <a:pt x="78211" y="13544"/>
                    </a:cubicBezTo>
                    <a:cubicBezTo>
                      <a:pt x="69645" y="4978"/>
                      <a:pt x="58025" y="165"/>
                      <a:pt x="45910" y="165"/>
                    </a:cubicBezTo>
                    <a:cubicBezTo>
                      <a:pt x="33796" y="165"/>
                      <a:pt x="22176" y="4978"/>
                      <a:pt x="13609" y="13544"/>
                    </a:cubicBezTo>
                    <a:cubicBezTo>
                      <a:pt x="5043" y="22110"/>
                      <a:pt x="230" y="33730"/>
                      <a:pt x="230" y="45845"/>
                    </a:cubicBezTo>
                    <a:cubicBezTo>
                      <a:pt x="230" y="57959"/>
                      <a:pt x="5043" y="69579"/>
                      <a:pt x="13609" y="78145"/>
                    </a:cubicBezTo>
                    <a:cubicBezTo>
                      <a:pt x="22176" y="86711"/>
                      <a:pt x="33796" y="91524"/>
                      <a:pt x="45910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8" name="任意多边形: 形状 2817"/>
              <p:cNvSpPr/>
              <p:nvPr/>
            </p:nvSpPr>
            <p:spPr>
              <a:xfrm>
                <a:off x="17376763" y="21937588"/>
                <a:ext cx="180000" cy="180000"/>
              </a:xfrm>
              <a:custGeom>
                <a:avLst/>
                <a:gdLst>
                  <a:gd name="csX0" fmla="*/ 45846 w 91360"/>
                  <a:gd name="csY0" fmla="*/ 91483 h 91359"/>
                  <a:gd name="csX1" fmla="*/ 78147 w 91360"/>
                  <a:gd name="csY1" fmla="*/ 78104 h 91359"/>
                  <a:gd name="csX2" fmla="*/ 91526 w 91360"/>
                  <a:gd name="csY2" fmla="*/ 45803 h 91359"/>
                  <a:gd name="csX3" fmla="*/ 78147 w 91360"/>
                  <a:gd name="csY3" fmla="*/ 13503 h 91359"/>
                  <a:gd name="csX4" fmla="*/ 45846 w 91360"/>
                  <a:gd name="csY4" fmla="*/ 124 h 91359"/>
                  <a:gd name="csX5" fmla="*/ 13545 w 91360"/>
                  <a:gd name="csY5" fmla="*/ 13503 h 91359"/>
                  <a:gd name="csX6" fmla="*/ 165 w 91360"/>
                  <a:gd name="csY6" fmla="*/ 45803 h 91359"/>
                  <a:gd name="csX7" fmla="*/ 13545 w 91360"/>
                  <a:gd name="csY7" fmla="*/ 78104 h 91359"/>
                  <a:gd name="csX8" fmla="*/ 45846 w 91360"/>
                  <a:gd name="csY8" fmla="*/ 9148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6" y="91483"/>
                    </a:moveTo>
                    <a:cubicBezTo>
                      <a:pt x="57960" y="91483"/>
                      <a:pt x="69580" y="86670"/>
                      <a:pt x="78147" y="78104"/>
                    </a:cubicBezTo>
                    <a:cubicBezTo>
                      <a:pt x="86713" y="69537"/>
                      <a:pt x="91526" y="57918"/>
                      <a:pt x="91526" y="45803"/>
                    </a:cubicBezTo>
                    <a:cubicBezTo>
                      <a:pt x="91526" y="33689"/>
                      <a:pt x="86713" y="22069"/>
                      <a:pt x="78147" y="13503"/>
                    </a:cubicBezTo>
                    <a:cubicBezTo>
                      <a:pt x="69580" y="4937"/>
                      <a:pt x="57960" y="124"/>
                      <a:pt x="45846" y="124"/>
                    </a:cubicBezTo>
                    <a:cubicBezTo>
                      <a:pt x="33731" y="124"/>
                      <a:pt x="22111" y="4937"/>
                      <a:pt x="13545" y="13503"/>
                    </a:cubicBezTo>
                    <a:cubicBezTo>
                      <a:pt x="4979" y="22069"/>
                      <a:pt x="165" y="33689"/>
                      <a:pt x="165" y="45803"/>
                    </a:cubicBezTo>
                    <a:cubicBezTo>
                      <a:pt x="165" y="57918"/>
                      <a:pt x="4979" y="69537"/>
                      <a:pt x="13545" y="78104"/>
                    </a:cubicBezTo>
                    <a:cubicBezTo>
                      <a:pt x="22111" y="86670"/>
                      <a:pt x="33731" y="91483"/>
                      <a:pt x="45846" y="9148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19" name="任意多边形: 形状 2818"/>
              <p:cNvSpPr/>
              <p:nvPr/>
            </p:nvSpPr>
            <p:spPr>
              <a:xfrm>
                <a:off x="18316385" y="24517811"/>
                <a:ext cx="180000" cy="180000"/>
              </a:xfrm>
              <a:custGeom>
                <a:avLst/>
                <a:gdLst>
                  <a:gd name="csX0" fmla="*/ 45878 w 91360"/>
                  <a:gd name="csY0" fmla="*/ 91530 h 91359"/>
                  <a:gd name="csX1" fmla="*/ 78178 w 91360"/>
                  <a:gd name="csY1" fmla="*/ 78151 h 91359"/>
                  <a:gd name="csX2" fmla="*/ 91558 w 91360"/>
                  <a:gd name="csY2" fmla="*/ 45851 h 91359"/>
                  <a:gd name="csX3" fmla="*/ 78178 w 91360"/>
                  <a:gd name="csY3" fmla="*/ 13550 h 91359"/>
                  <a:gd name="csX4" fmla="*/ 45878 w 91360"/>
                  <a:gd name="csY4" fmla="*/ 171 h 91359"/>
                  <a:gd name="csX5" fmla="*/ 13577 w 91360"/>
                  <a:gd name="csY5" fmla="*/ 13550 h 91359"/>
                  <a:gd name="csX6" fmla="*/ 197 w 91360"/>
                  <a:gd name="csY6" fmla="*/ 45851 h 91359"/>
                  <a:gd name="csX7" fmla="*/ 13577 w 91360"/>
                  <a:gd name="csY7" fmla="*/ 78151 h 91359"/>
                  <a:gd name="csX8" fmla="*/ 45878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530"/>
                    </a:moveTo>
                    <a:cubicBezTo>
                      <a:pt x="57992" y="91530"/>
                      <a:pt x="69612" y="86717"/>
                      <a:pt x="78178" y="78151"/>
                    </a:cubicBezTo>
                    <a:cubicBezTo>
                      <a:pt x="86745" y="69585"/>
                      <a:pt x="91558" y="57965"/>
                      <a:pt x="91558" y="45851"/>
                    </a:cubicBezTo>
                    <a:cubicBezTo>
                      <a:pt x="91558" y="33736"/>
                      <a:pt x="86745" y="22117"/>
                      <a:pt x="78178" y="13550"/>
                    </a:cubicBezTo>
                    <a:cubicBezTo>
                      <a:pt x="69612" y="4984"/>
                      <a:pt x="57992" y="171"/>
                      <a:pt x="45878" y="171"/>
                    </a:cubicBezTo>
                    <a:cubicBezTo>
                      <a:pt x="33763" y="171"/>
                      <a:pt x="22143" y="4984"/>
                      <a:pt x="13577" y="13550"/>
                    </a:cubicBezTo>
                    <a:cubicBezTo>
                      <a:pt x="5011" y="22117"/>
                      <a:pt x="197" y="33736"/>
                      <a:pt x="197" y="45851"/>
                    </a:cubicBezTo>
                    <a:cubicBezTo>
                      <a:pt x="197" y="57965"/>
                      <a:pt x="5011" y="69585"/>
                      <a:pt x="13577" y="78151"/>
                    </a:cubicBezTo>
                    <a:cubicBezTo>
                      <a:pt x="22143" y="86717"/>
                      <a:pt x="33763" y="91530"/>
                      <a:pt x="45878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0" name="任意多边形: 形状 2819"/>
              <p:cNvSpPr/>
              <p:nvPr/>
            </p:nvSpPr>
            <p:spPr>
              <a:xfrm>
                <a:off x="17110586" y="23042250"/>
                <a:ext cx="180000" cy="180000"/>
              </a:xfrm>
              <a:custGeom>
                <a:avLst/>
                <a:gdLst>
                  <a:gd name="csX0" fmla="*/ 45837 w 91360"/>
                  <a:gd name="csY0" fmla="*/ 91517 h 91359"/>
                  <a:gd name="csX1" fmla="*/ 78138 w 91360"/>
                  <a:gd name="csY1" fmla="*/ 78138 h 91359"/>
                  <a:gd name="csX2" fmla="*/ 91518 w 91360"/>
                  <a:gd name="csY2" fmla="*/ 45837 h 91359"/>
                  <a:gd name="csX3" fmla="*/ 78138 w 91360"/>
                  <a:gd name="csY3" fmla="*/ 13537 h 91359"/>
                  <a:gd name="csX4" fmla="*/ 45837 w 91360"/>
                  <a:gd name="csY4" fmla="*/ 158 h 91359"/>
                  <a:gd name="csX5" fmla="*/ 13537 w 91360"/>
                  <a:gd name="csY5" fmla="*/ 13537 h 91359"/>
                  <a:gd name="csX6" fmla="*/ 157 w 91360"/>
                  <a:gd name="csY6" fmla="*/ 45837 h 91359"/>
                  <a:gd name="csX7" fmla="*/ 13537 w 91360"/>
                  <a:gd name="csY7" fmla="*/ 78138 h 91359"/>
                  <a:gd name="csX8" fmla="*/ 45837 w 91360"/>
                  <a:gd name="csY8" fmla="*/ 9151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7" y="91517"/>
                    </a:moveTo>
                    <a:cubicBezTo>
                      <a:pt x="57952" y="91517"/>
                      <a:pt x="69572" y="86704"/>
                      <a:pt x="78138" y="78138"/>
                    </a:cubicBezTo>
                    <a:cubicBezTo>
                      <a:pt x="86705" y="69572"/>
                      <a:pt x="91518" y="57952"/>
                      <a:pt x="91518" y="45837"/>
                    </a:cubicBezTo>
                    <a:cubicBezTo>
                      <a:pt x="91518" y="33723"/>
                      <a:pt x="86705" y="22103"/>
                      <a:pt x="78138" y="13537"/>
                    </a:cubicBezTo>
                    <a:cubicBezTo>
                      <a:pt x="69572" y="4971"/>
                      <a:pt x="57952" y="158"/>
                      <a:pt x="45837" y="158"/>
                    </a:cubicBezTo>
                    <a:cubicBezTo>
                      <a:pt x="33723" y="158"/>
                      <a:pt x="22103" y="4971"/>
                      <a:pt x="13537" y="13537"/>
                    </a:cubicBezTo>
                    <a:cubicBezTo>
                      <a:pt x="4970" y="22103"/>
                      <a:pt x="157" y="33723"/>
                      <a:pt x="157" y="45837"/>
                    </a:cubicBezTo>
                    <a:cubicBezTo>
                      <a:pt x="157" y="57952"/>
                      <a:pt x="4970" y="69572"/>
                      <a:pt x="13537" y="78138"/>
                    </a:cubicBezTo>
                    <a:cubicBezTo>
                      <a:pt x="22103" y="86704"/>
                      <a:pt x="33723" y="91517"/>
                      <a:pt x="45837" y="9151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1" name="任意多边形: 形状 2820"/>
              <p:cNvSpPr/>
              <p:nvPr/>
            </p:nvSpPr>
            <p:spPr>
              <a:xfrm>
                <a:off x="19594473" y="22014373"/>
                <a:ext cx="180000" cy="180000"/>
              </a:xfrm>
              <a:custGeom>
                <a:avLst/>
                <a:gdLst>
                  <a:gd name="csX0" fmla="*/ 45914 w 91360"/>
                  <a:gd name="csY0" fmla="*/ 91485 h 91359"/>
                  <a:gd name="csX1" fmla="*/ 78215 w 91360"/>
                  <a:gd name="csY1" fmla="*/ 78106 h 91359"/>
                  <a:gd name="csX2" fmla="*/ 91595 w 91360"/>
                  <a:gd name="csY2" fmla="*/ 45806 h 91359"/>
                  <a:gd name="csX3" fmla="*/ 78215 w 91360"/>
                  <a:gd name="csY3" fmla="*/ 13505 h 91359"/>
                  <a:gd name="csX4" fmla="*/ 45914 w 91360"/>
                  <a:gd name="csY4" fmla="*/ 126 h 91359"/>
                  <a:gd name="csX5" fmla="*/ 13614 w 91360"/>
                  <a:gd name="csY5" fmla="*/ 13505 h 91359"/>
                  <a:gd name="csX6" fmla="*/ 234 w 91360"/>
                  <a:gd name="csY6" fmla="*/ 45806 h 91359"/>
                  <a:gd name="csX7" fmla="*/ 13614 w 91360"/>
                  <a:gd name="csY7" fmla="*/ 78106 h 91359"/>
                  <a:gd name="csX8" fmla="*/ 45914 w 91360"/>
                  <a:gd name="csY8" fmla="*/ 9148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4" y="91485"/>
                    </a:moveTo>
                    <a:cubicBezTo>
                      <a:pt x="58029" y="91485"/>
                      <a:pt x="69649" y="86672"/>
                      <a:pt x="78215" y="78106"/>
                    </a:cubicBezTo>
                    <a:cubicBezTo>
                      <a:pt x="86781" y="69540"/>
                      <a:pt x="91595" y="57920"/>
                      <a:pt x="91595" y="45806"/>
                    </a:cubicBezTo>
                    <a:cubicBezTo>
                      <a:pt x="91595" y="33691"/>
                      <a:pt x="86781" y="22071"/>
                      <a:pt x="78215" y="13505"/>
                    </a:cubicBezTo>
                    <a:cubicBezTo>
                      <a:pt x="69649" y="4939"/>
                      <a:pt x="58029" y="126"/>
                      <a:pt x="45914" y="126"/>
                    </a:cubicBezTo>
                    <a:cubicBezTo>
                      <a:pt x="33800" y="126"/>
                      <a:pt x="22180" y="4939"/>
                      <a:pt x="13614" y="13505"/>
                    </a:cubicBezTo>
                    <a:cubicBezTo>
                      <a:pt x="5047" y="22071"/>
                      <a:pt x="234" y="33691"/>
                      <a:pt x="234" y="45806"/>
                    </a:cubicBezTo>
                    <a:cubicBezTo>
                      <a:pt x="234" y="57920"/>
                      <a:pt x="5047" y="69540"/>
                      <a:pt x="13614" y="78106"/>
                    </a:cubicBezTo>
                    <a:cubicBezTo>
                      <a:pt x="22180" y="86672"/>
                      <a:pt x="33800" y="91485"/>
                      <a:pt x="45914" y="9148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2" name="任意多边形: 形状 2821"/>
              <p:cNvSpPr/>
              <p:nvPr/>
            </p:nvSpPr>
            <p:spPr>
              <a:xfrm>
                <a:off x="18289436" y="24190618"/>
                <a:ext cx="180000" cy="180000"/>
              </a:xfrm>
              <a:custGeom>
                <a:avLst/>
                <a:gdLst>
                  <a:gd name="csX0" fmla="*/ 45874 w 91360"/>
                  <a:gd name="csY0" fmla="*/ 91553 h 91359"/>
                  <a:gd name="csX1" fmla="*/ 78175 w 91360"/>
                  <a:gd name="csY1" fmla="*/ 78173 h 91359"/>
                  <a:gd name="csX2" fmla="*/ 91554 w 91360"/>
                  <a:gd name="csY2" fmla="*/ 45873 h 91359"/>
                  <a:gd name="csX3" fmla="*/ 78175 w 91360"/>
                  <a:gd name="csY3" fmla="*/ 13573 h 91359"/>
                  <a:gd name="csX4" fmla="*/ 45874 w 91360"/>
                  <a:gd name="csY4" fmla="*/ 193 h 91359"/>
                  <a:gd name="csX5" fmla="*/ 13573 w 91360"/>
                  <a:gd name="csY5" fmla="*/ 13573 h 91359"/>
                  <a:gd name="csX6" fmla="*/ 194 w 91360"/>
                  <a:gd name="csY6" fmla="*/ 45873 h 91359"/>
                  <a:gd name="csX7" fmla="*/ 13573 w 91360"/>
                  <a:gd name="csY7" fmla="*/ 78173 h 91359"/>
                  <a:gd name="csX8" fmla="*/ 45874 w 91360"/>
                  <a:gd name="csY8" fmla="*/ 9155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4" y="91553"/>
                    </a:moveTo>
                    <a:cubicBezTo>
                      <a:pt x="57989" y="91553"/>
                      <a:pt x="69609" y="86740"/>
                      <a:pt x="78175" y="78173"/>
                    </a:cubicBezTo>
                    <a:cubicBezTo>
                      <a:pt x="86741" y="69607"/>
                      <a:pt x="91554" y="57987"/>
                      <a:pt x="91554" y="45873"/>
                    </a:cubicBezTo>
                    <a:cubicBezTo>
                      <a:pt x="91554" y="33759"/>
                      <a:pt x="86741" y="22139"/>
                      <a:pt x="78175" y="13573"/>
                    </a:cubicBezTo>
                    <a:cubicBezTo>
                      <a:pt x="69609" y="5006"/>
                      <a:pt x="57989" y="193"/>
                      <a:pt x="45874" y="193"/>
                    </a:cubicBezTo>
                    <a:cubicBezTo>
                      <a:pt x="33759" y="193"/>
                      <a:pt x="22139" y="5006"/>
                      <a:pt x="13573" y="13573"/>
                    </a:cubicBezTo>
                    <a:cubicBezTo>
                      <a:pt x="5007" y="22139"/>
                      <a:pt x="194" y="33759"/>
                      <a:pt x="194" y="45873"/>
                    </a:cubicBezTo>
                    <a:cubicBezTo>
                      <a:pt x="194" y="57987"/>
                      <a:pt x="5007" y="69607"/>
                      <a:pt x="13573" y="78173"/>
                    </a:cubicBezTo>
                    <a:cubicBezTo>
                      <a:pt x="22139" y="86740"/>
                      <a:pt x="33759" y="91553"/>
                      <a:pt x="45874" y="9155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3" name="任意多边形: 形状 2822"/>
              <p:cNvSpPr/>
              <p:nvPr/>
            </p:nvSpPr>
            <p:spPr>
              <a:xfrm>
                <a:off x="18996355" y="22691545"/>
                <a:ext cx="180000" cy="180000"/>
              </a:xfrm>
              <a:custGeom>
                <a:avLst/>
                <a:gdLst>
                  <a:gd name="csX0" fmla="*/ 45896 w 91360"/>
                  <a:gd name="csY0" fmla="*/ 91506 h 91359"/>
                  <a:gd name="csX1" fmla="*/ 78197 w 91360"/>
                  <a:gd name="csY1" fmla="*/ 78127 h 91359"/>
                  <a:gd name="csX2" fmla="*/ 91576 w 91360"/>
                  <a:gd name="csY2" fmla="*/ 45827 h 91359"/>
                  <a:gd name="csX3" fmla="*/ 78197 w 91360"/>
                  <a:gd name="csY3" fmla="*/ 13526 h 91359"/>
                  <a:gd name="csX4" fmla="*/ 45896 w 91360"/>
                  <a:gd name="csY4" fmla="*/ 147 h 91359"/>
                  <a:gd name="csX5" fmla="*/ 13595 w 91360"/>
                  <a:gd name="csY5" fmla="*/ 13526 h 91359"/>
                  <a:gd name="csX6" fmla="*/ 216 w 91360"/>
                  <a:gd name="csY6" fmla="*/ 45827 h 91359"/>
                  <a:gd name="csX7" fmla="*/ 13595 w 91360"/>
                  <a:gd name="csY7" fmla="*/ 78127 h 91359"/>
                  <a:gd name="csX8" fmla="*/ 45896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06"/>
                    </a:moveTo>
                    <a:cubicBezTo>
                      <a:pt x="58010" y="91506"/>
                      <a:pt x="69630" y="86693"/>
                      <a:pt x="78197" y="78127"/>
                    </a:cubicBezTo>
                    <a:cubicBezTo>
                      <a:pt x="86763" y="69561"/>
                      <a:pt x="91576" y="57941"/>
                      <a:pt x="91576" y="45827"/>
                    </a:cubicBezTo>
                    <a:cubicBezTo>
                      <a:pt x="91576" y="33712"/>
                      <a:pt x="86763" y="22092"/>
                      <a:pt x="78197" y="13526"/>
                    </a:cubicBezTo>
                    <a:cubicBezTo>
                      <a:pt x="69630" y="4960"/>
                      <a:pt x="58010" y="147"/>
                      <a:pt x="45896" y="147"/>
                    </a:cubicBezTo>
                    <a:cubicBezTo>
                      <a:pt x="33781" y="147"/>
                      <a:pt x="22161" y="4960"/>
                      <a:pt x="13595" y="13526"/>
                    </a:cubicBezTo>
                    <a:cubicBezTo>
                      <a:pt x="5029" y="22092"/>
                      <a:pt x="216" y="33712"/>
                      <a:pt x="216" y="45827"/>
                    </a:cubicBezTo>
                    <a:cubicBezTo>
                      <a:pt x="216" y="57941"/>
                      <a:pt x="5029" y="69561"/>
                      <a:pt x="13595" y="78127"/>
                    </a:cubicBezTo>
                    <a:cubicBezTo>
                      <a:pt x="22161" y="86693"/>
                      <a:pt x="33781" y="91506"/>
                      <a:pt x="45896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4" name="任意多边形: 形状 2823"/>
              <p:cNvSpPr/>
              <p:nvPr/>
            </p:nvSpPr>
            <p:spPr>
              <a:xfrm>
                <a:off x="17542844" y="21652707"/>
                <a:ext cx="180000" cy="180000"/>
              </a:xfrm>
              <a:custGeom>
                <a:avLst/>
                <a:gdLst>
                  <a:gd name="csX0" fmla="*/ 45851 w 91360"/>
                  <a:gd name="csY0" fmla="*/ 91474 h 91359"/>
                  <a:gd name="csX1" fmla="*/ 78152 w 91360"/>
                  <a:gd name="csY1" fmla="*/ 78095 h 91359"/>
                  <a:gd name="csX2" fmla="*/ 91531 w 91360"/>
                  <a:gd name="csY2" fmla="*/ 45794 h 91359"/>
                  <a:gd name="csX3" fmla="*/ 78152 w 91360"/>
                  <a:gd name="csY3" fmla="*/ 13494 h 91359"/>
                  <a:gd name="csX4" fmla="*/ 45851 w 91360"/>
                  <a:gd name="csY4" fmla="*/ 115 h 91359"/>
                  <a:gd name="csX5" fmla="*/ 13550 w 91360"/>
                  <a:gd name="csY5" fmla="*/ 13494 h 91359"/>
                  <a:gd name="csX6" fmla="*/ 171 w 91360"/>
                  <a:gd name="csY6" fmla="*/ 45794 h 91359"/>
                  <a:gd name="csX7" fmla="*/ 13550 w 91360"/>
                  <a:gd name="csY7" fmla="*/ 78095 h 91359"/>
                  <a:gd name="csX8" fmla="*/ 45851 w 91360"/>
                  <a:gd name="csY8" fmla="*/ 9147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1" y="91474"/>
                    </a:moveTo>
                    <a:cubicBezTo>
                      <a:pt x="57965" y="91474"/>
                      <a:pt x="69585" y="86661"/>
                      <a:pt x="78152" y="78095"/>
                    </a:cubicBezTo>
                    <a:cubicBezTo>
                      <a:pt x="86718" y="69529"/>
                      <a:pt x="91531" y="57909"/>
                      <a:pt x="91531" y="45794"/>
                    </a:cubicBezTo>
                    <a:cubicBezTo>
                      <a:pt x="91531" y="33680"/>
                      <a:pt x="86718" y="22060"/>
                      <a:pt x="78152" y="13494"/>
                    </a:cubicBezTo>
                    <a:cubicBezTo>
                      <a:pt x="69585" y="4928"/>
                      <a:pt x="57965" y="115"/>
                      <a:pt x="45851" y="115"/>
                    </a:cubicBezTo>
                    <a:cubicBezTo>
                      <a:pt x="33736" y="115"/>
                      <a:pt x="22116" y="4928"/>
                      <a:pt x="13550" y="13494"/>
                    </a:cubicBezTo>
                    <a:cubicBezTo>
                      <a:pt x="4984" y="22060"/>
                      <a:pt x="171" y="33680"/>
                      <a:pt x="171" y="45794"/>
                    </a:cubicBezTo>
                    <a:cubicBezTo>
                      <a:pt x="171" y="57909"/>
                      <a:pt x="4984" y="69529"/>
                      <a:pt x="13550" y="78095"/>
                    </a:cubicBezTo>
                    <a:cubicBezTo>
                      <a:pt x="22116" y="86661"/>
                      <a:pt x="33736" y="91474"/>
                      <a:pt x="45851" y="9147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5" name="任意多边形: 形状 2824"/>
              <p:cNvSpPr/>
              <p:nvPr/>
            </p:nvSpPr>
            <p:spPr>
              <a:xfrm>
                <a:off x="18025149" y="22892291"/>
                <a:ext cx="180000" cy="180000"/>
              </a:xfrm>
              <a:custGeom>
                <a:avLst/>
                <a:gdLst>
                  <a:gd name="csX0" fmla="*/ 45866 w 91360"/>
                  <a:gd name="csY0" fmla="*/ 91512 h 91359"/>
                  <a:gd name="csX1" fmla="*/ 78167 w 91360"/>
                  <a:gd name="csY1" fmla="*/ 78133 h 91359"/>
                  <a:gd name="csX2" fmla="*/ 91546 w 91360"/>
                  <a:gd name="csY2" fmla="*/ 45833 h 91359"/>
                  <a:gd name="csX3" fmla="*/ 78167 w 91360"/>
                  <a:gd name="csY3" fmla="*/ 13532 h 91359"/>
                  <a:gd name="csX4" fmla="*/ 45866 w 91360"/>
                  <a:gd name="csY4" fmla="*/ 153 h 91359"/>
                  <a:gd name="csX5" fmla="*/ 13565 w 91360"/>
                  <a:gd name="csY5" fmla="*/ 13532 h 91359"/>
                  <a:gd name="csX6" fmla="*/ 186 w 91360"/>
                  <a:gd name="csY6" fmla="*/ 45833 h 91359"/>
                  <a:gd name="csX7" fmla="*/ 13565 w 91360"/>
                  <a:gd name="csY7" fmla="*/ 78133 h 91359"/>
                  <a:gd name="csX8" fmla="*/ 45866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12"/>
                    </a:moveTo>
                    <a:cubicBezTo>
                      <a:pt x="57980" y="91512"/>
                      <a:pt x="69600" y="86699"/>
                      <a:pt x="78167" y="78133"/>
                    </a:cubicBezTo>
                    <a:cubicBezTo>
                      <a:pt x="86733" y="69567"/>
                      <a:pt x="91546" y="57947"/>
                      <a:pt x="91546" y="45833"/>
                    </a:cubicBezTo>
                    <a:cubicBezTo>
                      <a:pt x="91546" y="33718"/>
                      <a:pt x="86733" y="22099"/>
                      <a:pt x="78167" y="13532"/>
                    </a:cubicBezTo>
                    <a:cubicBezTo>
                      <a:pt x="69600" y="4966"/>
                      <a:pt x="57980" y="153"/>
                      <a:pt x="45866" y="153"/>
                    </a:cubicBezTo>
                    <a:cubicBezTo>
                      <a:pt x="33751" y="153"/>
                      <a:pt x="22131" y="4966"/>
                      <a:pt x="13565" y="13532"/>
                    </a:cubicBezTo>
                    <a:cubicBezTo>
                      <a:pt x="4999" y="22099"/>
                      <a:pt x="186" y="33718"/>
                      <a:pt x="186" y="45833"/>
                    </a:cubicBezTo>
                    <a:cubicBezTo>
                      <a:pt x="186" y="57947"/>
                      <a:pt x="4999" y="69567"/>
                      <a:pt x="13565" y="78133"/>
                    </a:cubicBezTo>
                    <a:cubicBezTo>
                      <a:pt x="22131" y="86699"/>
                      <a:pt x="33751" y="91512"/>
                      <a:pt x="45866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6" name="任意多边形: 形状 2825"/>
              <p:cNvSpPr/>
              <p:nvPr/>
            </p:nvSpPr>
            <p:spPr>
              <a:xfrm>
                <a:off x="19481826" y="22812305"/>
                <a:ext cx="180000" cy="180000"/>
              </a:xfrm>
              <a:custGeom>
                <a:avLst/>
                <a:gdLst>
                  <a:gd name="csX0" fmla="*/ 45911 w 91360"/>
                  <a:gd name="csY0" fmla="*/ 91510 h 91359"/>
                  <a:gd name="csX1" fmla="*/ 78212 w 91360"/>
                  <a:gd name="csY1" fmla="*/ 78131 h 91359"/>
                  <a:gd name="csX2" fmla="*/ 91591 w 91360"/>
                  <a:gd name="csY2" fmla="*/ 45830 h 91359"/>
                  <a:gd name="csX3" fmla="*/ 78212 w 91360"/>
                  <a:gd name="csY3" fmla="*/ 13530 h 91359"/>
                  <a:gd name="csX4" fmla="*/ 45911 w 91360"/>
                  <a:gd name="csY4" fmla="*/ 151 h 91359"/>
                  <a:gd name="csX5" fmla="*/ 13610 w 91360"/>
                  <a:gd name="csY5" fmla="*/ 13530 h 91359"/>
                  <a:gd name="csX6" fmla="*/ 231 w 91360"/>
                  <a:gd name="csY6" fmla="*/ 45830 h 91359"/>
                  <a:gd name="csX7" fmla="*/ 13610 w 91360"/>
                  <a:gd name="csY7" fmla="*/ 78131 h 91359"/>
                  <a:gd name="csX8" fmla="*/ 45911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1" y="91510"/>
                    </a:moveTo>
                    <a:cubicBezTo>
                      <a:pt x="58025" y="91510"/>
                      <a:pt x="69645" y="86697"/>
                      <a:pt x="78212" y="78131"/>
                    </a:cubicBezTo>
                    <a:cubicBezTo>
                      <a:pt x="86778" y="69565"/>
                      <a:pt x="91591" y="57945"/>
                      <a:pt x="91591" y="45830"/>
                    </a:cubicBezTo>
                    <a:cubicBezTo>
                      <a:pt x="91591" y="33716"/>
                      <a:pt x="86778" y="22096"/>
                      <a:pt x="78212" y="13530"/>
                    </a:cubicBezTo>
                    <a:cubicBezTo>
                      <a:pt x="69645" y="4964"/>
                      <a:pt x="58025" y="151"/>
                      <a:pt x="45911" y="151"/>
                    </a:cubicBezTo>
                    <a:cubicBezTo>
                      <a:pt x="33796" y="151"/>
                      <a:pt x="22176" y="4964"/>
                      <a:pt x="13610" y="13530"/>
                    </a:cubicBezTo>
                    <a:cubicBezTo>
                      <a:pt x="5044" y="22096"/>
                      <a:pt x="231" y="33716"/>
                      <a:pt x="231" y="45830"/>
                    </a:cubicBezTo>
                    <a:cubicBezTo>
                      <a:pt x="231" y="57945"/>
                      <a:pt x="5044" y="69565"/>
                      <a:pt x="13610" y="78131"/>
                    </a:cubicBezTo>
                    <a:cubicBezTo>
                      <a:pt x="22176" y="86697"/>
                      <a:pt x="33796" y="91510"/>
                      <a:pt x="45911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7" name="任意多边形: 形状 2826"/>
              <p:cNvSpPr/>
              <p:nvPr/>
            </p:nvSpPr>
            <p:spPr>
              <a:xfrm>
                <a:off x="18727869" y="23424153"/>
                <a:ext cx="180000" cy="180000"/>
              </a:xfrm>
              <a:custGeom>
                <a:avLst/>
                <a:gdLst>
                  <a:gd name="csX0" fmla="*/ 45888 w 91360"/>
                  <a:gd name="csY0" fmla="*/ 91529 h 91359"/>
                  <a:gd name="csX1" fmla="*/ 78188 w 91360"/>
                  <a:gd name="csY1" fmla="*/ 78150 h 91359"/>
                  <a:gd name="csX2" fmla="*/ 91568 w 91360"/>
                  <a:gd name="csY2" fmla="*/ 45849 h 91359"/>
                  <a:gd name="csX3" fmla="*/ 78188 w 91360"/>
                  <a:gd name="csY3" fmla="*/ 13549 h 91359"/>
                  <a:gd name="csX4" fmla="*/ 45888 w 91360"/>
                  <a:gd name="csY4" fmla="*/ 170 h 91359"/>
                  <a:gd name="csX5" fmla="*/ 13587 w 91360"/>
                  <a:gd name="csY5" fmla="*/ 13549 h 91359"/>
                  <a:gd name="csX6" fmla="*/ 207 w 91360"/>
                  <a:gd name="csY6" fmla="*/ 45849 h 91359"/>
                  <a:gd name="csX7" fmla="*/ 13587 w 91360"/>
                  <a:gd name="csY7" fmla="*/ 78150 h 91359"/>
                  <a:gd name="csX8" fmla="*/ 45888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29"/>
                    </a:moveTo>
                    <a:cubicBezTo>
                      <a:pt x="58002" y="91529"/>
                      <a:pt x="69622" y="86716"/>
                      <a:pt x="78188" y="78150"/>
                    </a:cubicBezTo>
                    <a:cubicBezTo>
                      <a:pt x="86755" y="69583"/>
                      <a:pt x="91568" y="57964"/>
                      <a:pt x="91568" y="45849"/>
                    </a:cubicBezTo>
                    <a:cubicBezTo>
                      <a:pt x="91568" y="33735"/>
                      <a:pt x="86755" y="22115"/>
                      <a:pt x="78188" y="13549"/>
                    </a:cubicBezTo>
                    <a:cubicBezTo>
                      <a:pt x="69622" y="4983"/>
                      <a:pt x="58002" y="170"/>
                      <a:pt x="45888" y="170"/>
                    </a:cubicBezTo>
                    <a:cubicBezTo>
                      <a:pt x="33773" y="170"/>
                      <a:pt x="22153" y="4983"/>
                      <a:pt x="13587" y="13549"/>
                    </a:cubicBezTo>
                    <a:cubicBezTo>
                      <a:pt x="5020" y="22115"/>
                      <a:pt x="207" y="33735"/>
                      <a:pt x="207" y="45849"/>
                    </a:cubicBezTo>
                    <a:cubicBezTo>
                      <a:pt x="207" y="57964"/>
                      <a:pt x="5020" y="69583"/>
                      <a:pt x="13587" y="78150"/>
                    </a:cubicBezTo>
                    <a:cubicBezTo>
                      <a:pt x="22153" y="86716"/>
                      <a:pt x="33773" y="91529"/>
                      <a:pt x="45888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8" name="任意多边形: 形状 2827"/>
              <p:cNvSpPr/>
              <p:nvPr/>
            </p:nvSpPr>
            <p:spPr>
              <a:xfrm>
                <a:off x="17489685" y="22528045"/>
                <a:ext cx="180000" cy="180000"/>
              </a:xfrm>
              <a:custGeom>
                <a:avLst/>
                <a:gdLst>
                  <a:gd name="csX0" fmla="*/ 45849 w 91360"/>
                  <a:gd name="csY0" fmla="*/ 91501 h 91359"/>
                  <a:gd name="csX1" fmla="*/ 78150 w 91360"/>
                  <a:gd name="csY1" fmla="*/ 78122 h 91359"/>
                  <a:gd name="csX2" fmla="*/ 91529 w 91360"/>
                  <a:gd name="csY2" fmla="*/ 45822 h 91359"/>
                  <a:gd name="csX3" fmla="*/ 78150 w 91360"/>
                  <a:gd name="csY3" fmla="*/ 13521 h 91359"/>
                  <a:gd name="csX4" fmla="*/ 45849 w 91360"/>
                  <a:gd name="csY4" fmla="*/ 142 h 91359"/>
                  <a:gd name="csX5" fmla="*/ 13548 w 91360"/>
                  <a:gd name="csY5" fmla="*/ 13521 h 91359"/>
                  <a:gd name="csX6" fmla="*/ 169 w 91360"/>
                  <a:gd name="csY6" fmla="*/ 45822 h 91359"/>
                  <a:gd name="csX7" fmla="*/ 13548 w 91360"/>
                  <a:gd name="csY7" fmla="*/ 78122 h 91359"/>
                  <a:gd name="csX8" fmla="*/ 45849 w 91360"/>
                  <a:gd name="csY8" fmla="*/ 9150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01"/>
                    </a:moveTo>
                    <a:cubicBezTo>
                      <a:pt x="57964" y="91501"/>
                      <a:pt x="69584" y="86688"/>
                      <a:pt x="78150" y="78122"/>
                    </a:cubicBezTo>
                    <a:cubicBezTo>
                      <a:pt x="86716" y="69556"/>
                      <a:pt x="91529" y="57936"/>
                      <a:pt x="91529" y="45822"/>
                    </a:cubicBezTo>
                    <a:cubicBezTo>
                      <a:pt x="91529" y="33707"/>
                      <a:pt x="86716" y="22087"/>
                      <a:pt x="78150" y="13521"/>
                    </a:cubicBezTo>
                    <a:cubicBezTo>
                      <a:pt x="69584" y="4955"/>
                      <a:pt x="57964" y="142"/>
                      <a:pt x="45849" y="142"/>
                    </a:cubicBezTo>
                    <a:cubicBezTo>
                      <a:pt x="33735" y="142"/>
                      <a:pt x="22115" y="4955"/>
                      <a:pt x="13548" y="13521"/>
                    </a:cubicBezTo>
                    <a:cubicBezTo>
                      <a:pt x="4982" y="22087"/>
                      <a:pt x="169" y="33707"/>
                      <a:pt x="169" y="45822"/>
                    </a:cubicBezTo>
                    <a:cubicBezTo>
                      <a:pt x="169" y="57936"/>
                      <a:pt x="4982" y="69556"/>
                      <a:pt x="13548" y="78122"/>
                    </a:cubicBezTo>
                    <a:cubicBezTo>
                      <a:pt x="22115" y="86688"/>
                      <a:pt x="33735" y="91501"/>
                      <a:pt x="45849" y="9150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29" name="任意多边形: 形状 2828"/>
              <p:cNvSpPr/>
              <p:nvPr/>
            </p:nvSpPr>
            <p:spPr>
              <a:xfrm>
                <a:off x="16909361" y="22840325"/>
                <a:ext cx="180000" cy="180000"/>
              </a:xfrm>
              <a:custGeom>
                <a:avLst/>
                <a:gdLst>
                  <a:gd name="csX0" fmla="*/ 45831 w 91360"/>
                  <a:gd name="csY0" fmla="*/ 91511 h 91359"/>
                  <a:gd name="csX1" fmla="*/ 78132 w 91360"/>
                  <a:gd name="csY1" fmla="*/ 78132 h 91359"/>
                  <a:gd name="csX2" fmla="*/ 91512 w 91360"/>
                  <a:gd name="csY2" fmla="*/ 45831 h 91359"/>
                  <a:gd name="csX3" fmla="*/ 78132 w 91360"/>
                  <a:gd name="csY3" fmla="*/ 13531 h 91359"/>
                  <a:gd name="csX4" fmla="*/ 45831 w 91360"/>
                  <a:gd name="csY4" fmla="*/ 151 h 91359"/>
                  <a:gd name="csX5" fmla="*/ 13530 w 91360"/>
                  <a:gd name="csY5" fmla="*/ 13531 h 91359"/>
                  <a:gd name="csX6" fmla="*/ 151 w 91360"/>
                  <a:gd name="csY6" fmla="*/ 45831 h 91359"/>
                  <a:gd name="csX7" fmla="*/ 13530 w 91360"/>
                  <a:gd name="csY7" fmla="*/ 78132 h 91359"/>
                  <a:gd name="csX8" fmla="*/ 45831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1" y="91511"/>
                    </a:moveTo>
                    <a:cubicBezTo>
                      <a:pt x="57946" y="91511"/>
                      <a:pt x="69566" y="86698"/>
                      <a:pt x="78132" y="78132"/>
                    </a:cubicBezTo>
                    <a:cubicBezTo>
                      <a:pt x="86698" y="69565"/>
                      <a:pt x="91512" y="57946"/>
                      <a:pt x="91512" y="45831"/>
                    </a:cubicBezTo>
                    <a:cubicBezTo>
                      <a:pt x="91512" y="33717"/>
                      <a:pt x="86698" y="22097"/>
                      <a:pt x="78132" y="13531"/>
                    </a:cubicBezTo>
                    <a:cubicBezTo>
                      <a:pt x="69566" y="4965"/>
                      <a:pt x="57946" y="151"/>
                      <a:pt x="45831" y="151"/>
                    </a:cubicBezTo>
                    <a:cubicBezTo>
                      <a:pt x="33717" y="151"/>
                      <a:pt x="22097" y="4965"/>
                      <a:pt x="13530" y="13531"/>
                    </a:cubicBezTo>
                    <a:cubicBezTo>
                      <a:pt x="4964" y="22097"/>
                      <a:pt x="151" y="33717"/>
                      <a:pt x="151" y="45831"/>
                    </a:cubicBezTo>
                    <a:cubicBezTo>
                      <a:pt x="151" y="57946"/>
                      <a:pt x="4964" y="69565"/>
                      <a:pt x="13530" y="78132"/>
                    </a:cubicBezTo>
                    <a:cubicBezTo>
                      <a:pt x="22097" y="86698"/>
                      <a:pt x="33717" y="91511"/>
                      <a:pt x="45831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0" name="任意多边形: 形状 2829"/>
              <p:cNvSpPr/>
              <p:nvPr/>
            </p:nvSpPr>
            <p:spPr>
              <a:xfrm>
                <a:off x="17780534" y="22014854"/>
                <a:ext cx="180000" cy="180000"/>
              </a:xfrm>
              <a:custGeom>
                <a:avLst/>
                <a:gdLst>
                  <a:gd name="csX0" fmla="*/ 45858 w 91360"/>
                  <a:gd name="csY0" fmla="*/ 91485 h 91359"/>
                  <a:gd name="csX1" fmla="*/ 78159 w 91360"/>
                  <a:gd name="csY1" fmla="*/ 78106 h 91359"/>
                  <a:gd name="csX2" fmla="*/ 91538 w 91360"/>
                  <a:gd name="csY2" fmla="*/ 45806 h 91359"/>
                  <a:gd name="csX3" fmla="*/ 78159 w 91360"/>
                  <a:gd name="csY3" fmla="*/ 13505 h 91359"/>
                  <a:gd name="csX4" fmla="*/ 45858 w 91360"/>
                  <a:gd name="csY4" fmla="*/ 126 h 91359"/>
                  <a:gd name="csX5" fmla="*/ 13557 w 91360"/>
                  <a:gd name="csY5" fmla="*/ 13505 h 91359"/>
                  <a:gd name="csX6" fmla="*/ 178 w 91360"/>
                  <a:gd name="csY6" fmla="*/ 45806 h 91359"/>
                  <a:gd name="csX7" fmla="*/ 13557 w 91360"/>
                  <a:gd name="csY7" fmla="*/ 78106 h 91359"/>
                  <a:gd name="csX8" fmla="*/ 45858 w 91360"/>
                  <a:gd name="csY8" fmla="*/ 9148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8" y="91485"/>
                    </a:moveTo>
                    <a:cubicBezTo>
                      <a:pt x="57973" y="91485"/>
                      <a:pt x="69593" y="86672"/>
                      <a:pt x="78159" y="78106"/>
                    </a:cubicBezTo>
                    <a:cubicBezTo>
                      <a:pt x="86725" y="69540"/>
                      <a:pt x="91538" y="57920"/>
                      <a:pt x="91538" y="45806"/>
                    </a:cubicBezTo>
                    <a:cubicBezTo>
                      <a:pt x="91538" y="33691"/>
                      <a:pt x="86725" y="22071"/>
                      <a:pt x="78159" y="13505"/>
                    </a:cubicBezTo>
                    <a:cubicBezTo>
                      <a:pt x="69593" y="4939"/>
                      <a:pt x="57973" y="126"/>
                      <a:pt x="45858" y="126"/>
                    </a:cubicBezTo>
                    <a:cubicBezTo>
                      <a:pt x="33744" y="126"/>
                      <a:pt x="22124" y="4939"/>
                      <a:pt x="13557" y="13505"/>
                    </a:cubicBezTo>
                    <a:cubicBezTo>
                      <a:pt x="4991" y="22071"/>
                      <a:pt x="178" y="33691"/>
                      <a:pt x="178" y="45806"/>
                    </a:cubicBezTo>
                    <a:cubicBezTo>
                      <a:pt x="178" y="57920"/>
                      <a:pt x="4991" y="69540"/>
                      <a:pt x="13557" y="78106"/>
                    </a:cubicBezTo>
                    <a:cubicBezTo>
                      <a:pt x="22124" y="86672"/>
                      <a:pt x="33744" y="91485"/>
                      <a:pt x="45858" y="9148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1" name="任意多边形: 形状 2830"/>
              <p:cNvSpPr/>
              <p:nvPr/>
            </p:nvSpPr>
            <p:spPr>
              <a:xfrm>
                <a:off x="17524377" y="22821404"/>
                <a:ext cx="180000" cy="180000"/>
              </a:xfrm>
              <a:custGeom>
                <a:avLst/>
                <a:gdLst>
                  <a:gd name="csX0" fmla="*/ 45850 w 91360"/>
                  <a:gd name="csY0" fmla="*/ 91510 h 91359"/>
                  <a:gd name="csX1" fmla="*/ 78151 w 91360"/>
                  <a:gd name="csY1" fmla="*/ 78131 h 91359"/>
                  <a:gd name="csX2" fmla="*/ 91531 w 91360"/>
                  <a:gd name="csY2" fmla="*/ 45831 h 91359"/>
                  <a:gd name="csX3" fmla="*/ 78151 w 91360"/>
                  <a:gd name="csY3" fmla="*/ 13530 h 91359"/>
                  <a:gd name="csX4" fmla="*/ 45850 w 91360"/>
                  <a:gd name="csY4" fmla="*/ 151 h 91359"/>
                  <a:gd name="csX5" fmla="*/ 13550 w 91360"/>
                  <a:gd name="csY5" fmla="*/ 13530 h 91359"/>
                  <a:gd name="csX6" fmla="*/ 170 w 91360"/>
                  <a:gd name="csY6" fmla="*/ 45831 h 91359"/>
                  <a:gd name="csX7" fmla="*/ 13550 w 91360"/>
                  <a:gd name="csY7" fmla="*/ 78131 h 91359"/>
                  <a:gd name="csX8" fmla="*/ 45850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0" y="91510"/>
                    </a:moveTo>
                    <a:cubicBezTo>
                      <a:pt x="57965" y="91510"/>
                      <a:pt x="69585" y="86697"/>
                      <a:pt x="78151" y="78131"/>
                    </a:cubicBezTo>
                    <a:cubicBezTo>
                      <a:pt x="86717" y="69565"/>
                      <a:pt x="91531" y="57945"/>
                      <a:pt x="91531" y="45831"/>
                    </a:cubicBezTo>
                    <a:cubicBezTo>
                      <a:pt x="91531" y="33716"/>
                      <a:pt x="86717" y="22096"/>
                      <a:pt x="78151" y="13530"/>
                    </a:cubicBezTo>
                    <a:cubicBezTo>
                      <a:pt x="69585" y="4964"/>
                      <a:pt x="57965" y="151"/>
                      <a:pt x="45850" y="151"/>
                    </a:cubicBezTo>
                    <a:cubicBezTo>
                      <a:pt x="33736" y="151"/>
                      <a:pt x="22116" y="4964"/>
                      <a:pt x="13550" y="13530"/>
                    </a:cubicBezTo>
                    <a:cubicBezTo>
                      <a:pt x="4983" y="22096"/>
                      <a:pt x="170" y="33716"/>
                      <a:pt x="170" y="45831"/>
                    </a:cubicBezTo>
                    <a:cubicBezTo>
                      <a:pt x="170" y="57945"/>
                      <a:pt x="4983" y="69565"/>
                      <a:pt x="13550" y="78131"/>
                    </a:cubicBezTo>
                    <a:cubicBezTo>
                      <a:pt x="22116" y="86697"/>
                      <a:pt x="33736" y="91510"/>
                      <a:pt x="45850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2" name="任意多边形: 形状 2831"/>
              <p:cNvSpPr/>
              <p:nvPr/>
            </p:nvSpPr>
            <p:spPr>
              <a:xfrm>
                <a:off x="18846697" y="22774467"/>
                <a:ext cx="180000" cy="180000"/>
              </a:xfrm>
              <a:custGeom>
                <a:avLst/>
                <a:gdLst>
                  <a:gd name="csX0" fmla="*/ 45891 w 91360"/>
                  <a:gd name="csY0" fmla="*/ 91509 h 91359"/>
                  <a:gd name="csX1" fmla="*/ 78192 w 91360"/>
                  <a:gd name="csY1" fmla="*/ 78130 h 91359"/>
                  <a:gd name="csX2" fmla="*/ 91571 w 91360"/>
                  <a:gd name="csY2" fmla="*/ 45829 h 91359"/>
                  <a:gd name="csX3" fmla="*/ 78192 w 91360"/>
                  <a:gd name="csY3" fmla="*/ 13529 h 91359"/>
                  <a:gd name="csX4" fmla="*/ 45891 w 91360"/>
                  <a:gd name="csY4" fmla="*/ 149 h 91359"/>
                  <a:gd name="csX5" fmla="*/ 13590 w 91360"/>
                  <a:gd name="csY5" fmla="*/ 13529 h 91359"/>
                  <a:gd name="csX6" fmla="*/ 211 w 91360"/>
                  <a:gd name="csY6" fmla="*/ 45829 h 91359"/>
                  <a:gd name="csX7" fmla="*/ 13590 w 91360"/>
                  <a:gd name="csY7" fmla="*/ 78130 h 91359"/>
                  <a:gd name="csX8" fmla="*/ 45891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09"/>
                    </a:moveTo>
                    <a:cubicBezTo>
                      <a:pt x="58006" y="91509"/>
                      <a:pt x="69626" y="86696"/>
                      <a:pt x="78192" y="78130"/>
                    </a:cubicBezTo>
                    <a:cubicBezTo>
                      <a:pt x="86758" y="69563"/>
                      <a:pt x="91571" y="57944"/>
                      <a:pt x="91571" y="45829"/>
                    </a:cubicBezTo>
                    <a:cubicBezTo>
                      <a:pt x="91571" y="33715"/>
                      <a:pt x="86758" y="22095"/>
                      <a:pt x="78192" y="13529"/>
                    </a:cubicBezTo>
                    <a:cubicBezTo>
                      <a:pt x="69626" y="4963"/>
                      <a:pt x="58006" y="149"/>
                      <a:pt x="45891" y="149"/>
                    </a:cubicBezTo>
                    <a:cubicBezTo>
                      <a:pt x="33777" y="149"/>
                      <a:pt x="22157" y="4963"/>
                      <a:pt x="13590" y="13529"/>
                    </a:cubicBezTo>
                    <a:cubicBezTo>
                      <a:pt x="5024" y="22095"/>
                      <a:pt x="211" y="33715"/>
                      <a:pt x="211" y="45829"/>
                    </a:cubicBezTo>
                    <a:cubicBezTo>
                      <a:pt x="211" y="57944"/>
                      <a:pt x="5024" y="69563"/>
                      <a:pt x="13590" y="78130"/>
                    </a:cubicBezTo>
                    <a:cubicBezTo>
                      <a:pt x="22157" y="86696"/>
                      <a:pt x="33777" y="91509"/>
                      <a:pt x="45891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3" name="任意多边形: 形状 2832"/>
              <p:cNvSpPr/>
              <p:nvPr/>
            </p:nvSpPr>
            <p:spPr>
              <a:xfrm>
                <a:off x="18227936" y="22727446"/>
                <a:ext cx="180000" cy="180000"/>
              </a:xfrm>
              <a:custGeom>
                <a:avLst/>
                <a:gdLst>
                  <a:gd name="csX0" fmla="*/ 45872 w 91360"/>
                  <a:gd name="csY0" fmla="*/ 91507 h 91359"/>
                  <a:gd name="csX1" fmla="*/ 78173 w 91360"/>
                  <a:gd name="csY1" fmla="*/ 78128 h 91359"/>
                  <a:gd name="csX2" fmla="*/ 91552 w 91360"/>
                  <a:gd name="csY2" fmla="*/ 45828 h 91359"/>
                  <a:gd name="csX3" fmla="*/ 78173 w 91360"/>
                  <a:gd name="csY3" fmla="*/ 13527 h 91359"/>
                  <a:gd name="csX4" fmla="*/ 45872 w 91360"/>
                  <a:gd name="csY4" fmla="*/ 148 h 91359"/>
                  <a:gd name="csX5" fmla="*/ 13571 w 91360"/>
                  <a:gd name="csY5" fmla="*/ 13527 h 91359"/>
                  <a:gd name="csX6" fmla="*/ 192 w 91360"/>
                  <a:gd name="csY6" fmla="*/ 45828 h 91359"/>
                  <a:gd name="csX7" fmla="*/ 13571 w 91360"/>
                  <a:gd name="csY7" fmla="*/ 78128 h 91359"/>
                  <a:gd name="csX8" fmla="*/ 45872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2" y="91507"/>
                    </a:moveTo>
                    <a:cubicBezTo>
                      <a:pt x="57987" y="91507"/>
                      <a:pt x="69607" y="86694"/>
                      <a:pt x="78173" y="78128"/>
                    </a:cubicBezTo>
                    <a:cubicBezTo>
                      <a:pt x="86739" y="69562"/>
                      <a:pt x="91552" y="57942"/>
                      <a:pt x="91552" y="45828"/>
                    </a:cubicBezTo>
                    <a:cubicBezTo>
                      <a:pt x="91552" y="33713"/>
                      <a:pt x="86739" y="22093"/>
                      <a:pt x="78173" y="13527"/>
                    </a:cubicBezTo>
                    <a:cubicBezTo>
                      <a:pt x="69607" y="4961"/>
                      <a:pt x="57987" y="148"/>
                      <a:pt x="45872" y="148"/>
                    </a:cubicBezTo>
                    <a:cubicBezTo>
                      <a:pt x="33758" y="148"/>
                      <a:pt x="22138" y="4961"/>
                      <a:pt x="13571" y="13527"/>
                    </a:cubicBezTo>
                    <a:cubicBezTo>
                      <a:pt x="5005" y="22093"/>
                      <a:pt x="192" y="33713"/>
                      <a:pt x="192" y="45828"/>
                    </a:cubicBezTo>
                    <a:cubicBezTo>
                      <a:pt x="192" y="57942"/>
                      <a:pt x="5005" y="69562"/>
                      <a:pt x="13571" y="78128"/>
                    </a:cubicBezTo>
                    <a:cubicBezTo>
                      <a:pt x="22138" y="86694"/>
                      <a:pt x="33758" y="91507"/>
                      <a:pt x="45872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4" name="任意多边形: 形状 2833"/>
              <p:cNvSpPr/>
              <p:nvPr/>
            </p:nvSpPr>
            <p:spPr>
              <a:xfrm>
                <a:off x="18759369" y="21483710"/>
                <a:ext cx="180000" cy="180000"/>
              </a:xfrm>
              <a:custGeom>
                <a:avLst/>
                <a:gdLst>
                  <a:gd name="csX0" fmla="*/ 45889 w 91360"/>
                  <a:gd name="csY0" fmla="*/ 91469 h 91359"/>
                  <a:gd name="csX1" fmla="*/ 78189 w 91360"/>
                  <a:gd name="csY1" fmla="*/ 78090 h 91359"/>
                  <a:gd name="csX2" fmla="*/ 91569 w 91360"/>
                  <a:gd name="csY2" fmla="*/ 45789 h 91359"/>
                  <a:gd name="csX3" fmla="*/ 78189 w 91360"/>
                  <a:gd name="csY3" fmla="*/ 13489 h 91359"/>
                  <a:gd name="csX4" fmla="*/ 45889 w 91360"/>
                  <a:gd name="csY4" fmla="*/ 109 h 91359"/>
                  <a:gd name="csX5" fmla="*/ 13588 w 91360"/>
                  <a:gd name="csY5" fmla="*/ 13489 h 91359"/>
                  <a:gd name="csX6" fmla="*/ 208 w 91360"/>
                  <a:gd name="csY6" fmla="*/ 45789 h 91359"/>
                  <a:gd name="csX7" fmla="*/ 13588 w 91360"/>
                  <a:gd name="csY7" fmla="*/ 78090 h 91359"/>
                  <a:gd name="csX8" fmla="*/ 45889 w 91360"/>
                  <a:gd name="csY8" fmla="*/ 9146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469"/>
                    </a:moveTo>
                    <a:cubicBezTo>
                      <a:pt x="58003" y="91469"/>
                      <a:pt x="69623" y="86656"/>
                      <a:pt x="78189" y="78090"/>
                    </a:cubicBezTo>
                    <a:cubicBezTo>
                      <a:pt x="86756" y="69523"/>
                      <a:pt x="91569" y="57904"/>
                      <a:pt x="91569" y="45789"/>
                    </a:cubicBezTo>
                    <a:cubicBezTo>
                      <a:pt x="91569" y="33675"/>
                      <a:pt x="86756" y="22055"/>
                      <a:pt x="78189" y="13489"/>
                    </a:cubicBezTo>
                    <a:cubicBezTo>
                      <a:pt x="69623" y="4923"/>
                      <a:pt x="58003" y="109"/>
                      <a:pt x="45889" y="109"/>
                    </a:cubicBezTo>
                    <a:cubicBezTo>
                      <a:pt x="33774" y="109"/>
                      <a:pt x="22154" y="4923"/>
                      <a:pt x="13588" y="13489"/>
                    </a:cubicBezTo>
                    <a:cubicBezTo>
                      <a:pt x="5021" y="22055"/>
                      <a:pt x="208" y="33675"/>
                      <a:pt x="208" y="45789"/>
                    </a:cubicBezTo>
                    <a:cubicBezTo>
                      <a:pt x="208" y="57904"/>
                      <a:pt x="5021" y="69523"/>
                      <a:pt x="13588" y="78090"/>
                    </a:cubicBezTo>
                    <a:cubicBezTo>
                      <a:pt x="22154" y="86656"/>
                      <a:pt x="33774" y="91469"/>
                      <a:pt x="45889" y="9146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5" name="任意多边形: 形状 2834"/>
              <p:cNvSpPr/>
              <p:nvPr/>
            </p:nvSpPr>
            <p:spPr>
              <a:xfrm>
                <a:off x="16700903" y="22171590"/>
                <a:ext cx="180000" cy="180000"/>
              </a:xfrm>
              <a:custGeom>
                <a:avLst/>
                <a:gdLst>
                  <a:gd name="csX0" fmla="*/ 45825 w 91360"/>
                  <a:gd name="csY0" fmla="*/ 91490 h 91359"/>
                  <a:gd name="csX1" fmla="*/ 78126 w 91360"/>
                  <a:gd name="csY1" fmla="*/ 78111 h 91359"/>
                  <a:gd name="csX2" fmla="*/ 91505 w 91360"/>
                  <a:gd name="csY2" fmla="*/ 45810 h 91359"/>
                  <a:gd name="csX3" fmla="*/ 78126 w 91360"/>
                  <a:gd name="csY3" fmla="*/ 13510 h 91359"/>
                  <a:gd name="csX4" fmla="*/ 45825 w 91360"/>
                  <a:gd name="csY4" fmla="*/ 131 h 91359"/>
                  <a:gd name="csX5" fmla="*/ 13524 w 91360"/>
                  <a:gd name="csY5" fmla="*/ 13510 h 91359"/>
                  <a:gd name="csX6" fmla="*/ 145 w 91360"/>
                  <a:gd name="csY6" fmla="*/ 45810 h 91359"/>
                  <a:gd name="csX7" fmla="*/ 13524 w 91360"/>
                  <a:gd name="csY7" fmla="*/ 78111 h 91359"/>
                  <a:gd name="csX8" fmla="*/ 45825 w 91360"/>
                  <a:gd name="csY8" fmla="*/ 9149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5" y="91490"/>
                    </a:moveTo>
                    <a:cubicBezTo>
                      <a:pt x="57939" y="91490"/>
                      <a:pt x="69559" y="86677"/>
                      <a:pt x="78126" y="78111"/>
                    </a:cubicBezTo>
                    <a:cubicBezTo>
                      <a:pt x="86692" y="69545"/>
                      <a:pt x="91505" y="57925"/>
                      <a:pt x="91505" y="45810"/>
                    </a:cubicBezTo>
                    <a:cubicBezTo>
                      <a:pt x="91505" y="33696"/>
                      <a:pt x="86692" y="22076"/>
                      <a:pt x="78126" y="13510"/>
                    </a:cubicBezTo>
                    <a:cubicBezTo>
                      <a:pt x="69559" y="4944"/>
                      <a:pt x="57939" y="131"/>
                      <a:pt x="45825" y="131"/>
                    </a:cubicBezTo>
                    <a:cubicBezTo>
                      <a:pt x="33710" y="131"/>
                      <a:pt x="22090" y="4944"/>
                      <a:pt x="13524" y="13510"/>
                    </a:cubicBezTo>
                    <a:cubicBezTo>
                      <a:pt x="4958" y="22076"/>
                      <a:pt x="145" y="33696"/>
                      <a:pt x="145" y="45810"/>
                    </a:cubicBezTo>
                    <a:cubicBezTo>
                      <a:pt x="145" y="57925"/>
                      <a:pt x="4958" y="69545"/>
                      <a:pt x="13524" y="78111"/>
                    </a:cubicBezTo>
                    <a:cubicBezTo>
                      <a:pt x="22090" y="86677"/>
                      <a:pt x="33710" y="91490"/>
                      <a:pt x="45825" y="9149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6" name="任意多边形: 形状 2835"/>
              <p:cNvSpPr/>
              <p:nvPr/>
            </p:nvSpPr>
            <p:spPr>
              <a:xfrm>
                <a:off x="18743911" y="23706962"/>
                <a:ext cx="180000" cy="180000"/>
              </a:xfrm>
              <a:custGeom>
                <a:avLst/>
                <a:gdLst>
                  <a:gd name="csX0" fmla="*/ 45888 w 91360"/>
                  <a:gd name="csY0" fmla="*/ 91538 h 91359"/>
                  <a:gd name="csX1" fmla="*/ 78189 w 91360"/>
                  <a:gd name="csY1" fmla="*/ 78158 h 91359"/>
                  <a:gd name="csX2" fmla="*/ 91568 w 91360"/>
                  <a:gd name="csY2" fmla="*/ 45858 h 91359"/>
                  <a:gd name="csX3" fmla="*/ 78189 w 91360"/>
                  <a:gd name="csY3" fmla="*/ 13558 h 91359"/>
                  <a:gd name="csX4" fmla="*/ 45888 w 91360"/>
                  <a:gd name="csY4" fmla="*/ 178 h 91359"/>
                  <a:gd name="csX5" fmla="*/ 13587 w 91360"/>
                  <a:gd name="csY5" fmla="*/ 13558 h 91359"/>
                  <a:gd name="csX6" fmla="*/ 208 w 91360"/>
                  <a:gd name="csY6" fmla="*/ 45858 h 91359"/>
                  <a:gd name="csX7" fmla="*/ 13587 w 91360"/>
                  <a:gd name="csY7" fmla="*/ 78158 h 91359"/>
                  <a:gd name="csX8" fmla="*/ 45888 w 91360"/>
                  <a:gd name="csY8" fmla="*/ 9153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38"/>
                    </a:moveTo>
                    <a:cubicBezTo>
                      <a:pt x="58003" y="91538"/>
                      <a:pt x="69623" y="86725"/>
                      <a:pt x="78189" y="78158"/>
                    </a:cubicBezTo>
                    <a:cubicBezTo>
                      <a:pt x="86755" y="69592"/>
                      <a:pt x="91568" y="57972"/>
                      <a:pt x="91568" y="45858"/>
                    </a:cubicBezTo>
                    <a:cubicBezTo>
                      <a:pt x="91568" y="33744"/>
                      <a:pt x="86755" y="22124"/>
                      <a:pt x="78189" y="13558"/>
                    </a:cubicBezTo>
                    <a:cubicBezTo>
                      <a:pt x="69623" y="4991"/>
                      <a:pt x="58003" y="178"/>
                      <a:pt x="45888" y="178"/>
                    </a:cubicBezTo>
                    <a:cubicBezTo>
                      <a:pt x="33774" y="178"/>
                      <a:pt x="22154" y="4991"/>
                      <a:pt x="13587" y="13558"/>
                    </a:cubicBezTo>
                    <a:cubicBezTo>
                      <a:pt x="5021" y="22124"/>
                      <a:pt x="208" y="33744"/>
                      <a:pt x="208" y="45858"/>
                    </a:cubicBezTo>
                    <a:cubicBezTo>
                      <a:pt x="208" y="57972"/>
                      <a:pt x="5021" y="69592"/>
                      <a:pt x="13587" y="78158"/>
                    </a:cubicBezTo>
                    <a:cubicBezTo>
                      <a:pt x="22154" y="86725"/>
                      <a:pt x="33774" y="91538"/>
                      <a:pt x="45888" y="9153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7" name="任意多边形: 形状 2836"/>
              <p:cNvSpPr/>
              <p:nvPr/>
            </p:nvSpPr>
            <p:spPr>
              <a:xfrm>
                <a:off x="18701780" y="22371040"/>
                <a:ext cx="180000" cy="180000"/>
              </a:xfrm>
              <a:custGeom>
                <a:avLst/>
                <a:gdLst>
                  <a:gd name="csX0" fmla="*/ 45887 w 91360"/>
                  <a:gd name="csY0" fmla="*/ 91496 h 91359"/>
                  <a:gd name="csX1" fmla="*/ 78188 w 91360"/>
                  <a:gd name="csY1" fmla="*/ 78117 h 91359"/>
                  <a:gd name="csX2" fmla="*/ 91567 w 91360"/>
                  <a:gd name="csY2" fmla="*/ 45817 h 91359"/>
                  <a:gd name="csX3" fmla="*/ 78188 w 91360"/>
                  <a:gd name="csY3" fmla="*/ 13516 h 91359"/>
                  <a:gd name="csX4" fmla="*/ 45887 w 91360"/>
                  <a:gd name="csY4" fmla="*/ 137 h 91359"/>
                  <a:gd name="csX5" fmla="*/ 13586 w 91360"/>
                  <a:gd name="csY5" fmla="*/ 13516 h 91359"/>
                  <a:gd name="csX6" fmla="*/ 207 w 91360"/>
                  <a:gd name="csY6" fmla="*/ 45817 h 91359"/>
                  <a:gd name="csX7" fmla="*/ 13586 w 91360"/>
                  <a:gd name="csY7" fmla="*/ 78117 h 91359"/>
                  <a:gd name="csX8" fmla="*/ 45887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496"/>
                    </a:moveTo>
                    <a:cubicBezTo>
                      <a:pt x="58001" y="91496"/>
                      <a:pt x="69621" y="86683"/>
                      <a:pt x="78188" y="78117"/>
                    </a:cubicBezTo>
                    <a:cubicBezTo>
                      <a:pt x="86754" y="69551"/>
                      <a:pt x="91567" y="57931"/>
                      <a:pt x="91567" y="45817"/>
                    </a:cubicBezTo>
                    <a:cubicBezTo>
                      <a:pt x="91567" y="33702"/>
                      <a:pt x="86754" y="22082"/>
                      <a:pt x="78188" y="13516"/>
                    </a:cubicBezTo>
                    <a:cubicBezTo>
                      <a:pt x="69621" y="4950"/>
                      <a:pt x="58001" y="137"/>
                      <a:pt x="45887" y="137"/>
                    </a:cubicBezTo>
                    <a:cubicBezTo>
                      <a:pt x="33772" y="137"/>
                      <a:pt x="22152" y="4950"/>
                      <a:pt x="13586" y="13516"/>
                    </a:cubicBezTo>
                    <a:cubicBezTo>
                      <a:pt x="5020" y="22082"/>
                      <a:pt x="207" y="33702"/>
                      <a:pt x="207" y="45817"/>
                    </a:cubicBezTo>
                    <a:cubicBezTo>
                      <a:pt x="207" y="57931"/>
                      <a:pt x="5020" y="69551"/>
                      <a:pt x="13586" y="78117"/>
                    </a:cubicBezTo>
                    <a:cubicBezTo>
                      <a:pt x="22152" y="86683"/>
                      <a:pt x="33772" y="91496"/>
                      <a:pt x="45887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8" name="任意多边形: 形状 2837"/>
              <p:cNvSpPr/>
              <p:nvPr/>
            </p:nvSpPr>
            <p:spPr>
              <a:xfrm>
                <a:off x="18853818" y="23372246"/>
                <a:ext cx="180000" cy="180000"/>
              </a:xfrm>
              <a:custGeom>
                <a:avLst/>
                <a:gdLst>
                  <a:gd name="csX0" fmla="*/ 45891 w 91360"/>
                  <a:gd name="csY0" fmla="*/ 91527 h 91359"/>
                  <a:gd name="csX1" fmla="*/ 78192 w 91360"/>
                  <a:gd name="csY1" fmla="*/ 78148 h 91359"/>
                  <a:gd name="csX2" fmla="*/ 91572 w 91360"/>
                  <a:gd name="csY2" fmla="*/ 45848 h 91359"/>
                  <a:gd name="csX3" fmla="*/ 78192 w 91360"/>
                  <a:gd name="csY3" fmla="*/ 13547 h 91359"/>
                  <a:gd name="csX4" fmla="*/ 45891 w 91360"/>
                  <a:gd name="csY4" fmla="*/ 168 h 91359"/>
                  <a:gd name="csX5" fmla="*/ 13591 w 91360"/>
                  <a:gd name="csY5" fmla="*/ 13547 h 91359"/>
                  <a:gd name="csX6" fmla="*/ 211 w 91360"/>
                  <a:gd name="csY6" fmla="*/ 45848 h 91359"/>
                  <a:gd name="csX7" fmla="*/ 13591 w 91360"/>
                  <a:gd name="csY7" fmla="*/ 78148 h 91359"/>
                  <a:gd name="csX8" fmla="*/ 45891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27"/>
                    </a:moveTo>
                    <a:cubicBezTo>
                      <a:pt x="58006" y="91527"/>
                      <a:pt x="69626" y="86714"/>
                      <a:pt x="78192" y="78148"/>
                    </a:cubicBezTo>
                    <a:cubicBezTo>
                      <a:pt x="86759" y="69582"/>
                      <a:pt x="91572" y="57962"/>
                      <a:pt x="91572" y="45848"/>
                    </a:cubicBezTo>
                    <a:cubicBezTo>
                      <a:pt x="91572" y="33733"/>
                      <a:pt x="86759" y="22113"/>
                      <a:pt x="78192" y="13547"/>
                    </a:cubicBezTo>
                    <a:cubicBezTo>
                      <a:pt x="69626" y="4981"/>
                      <a:pt x="58006" y="168"/>
                      <a:pt x="45891" y="168"/>
                    </a:cubicBezTo>
                    <a:cubicBezTo>
                      <a:pt x="33777" y="168"/>
                      <a:pt x="22157" y="4981"/>
                      <a:pt x="13591" y="13547"/>
                    </a:cubicBezTo>
                    <a:cubicBezTo>
                      <a:pt x="5024" y="22113"/>
                      <a:pt x="211" y="33733"/>
                      <a:pt x="211" y="45848"/>
                    </a:cubicBezTo>
                    <a:cubicBezTo>
                      <a:pt x="211" y="57962"/>
                      <a:pt x="5024" y="69582"/>
                      <a:pt x="13591" y="78148"/>
                    </a:cubicBezTo>
                    <a:cubicBezTo>
                      <a:pt x="22157" y="86714"/>
                      <a:pt x="33777" y="91527"/>
                      <a:pt x="45891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39" name="任意多边形: 形状 2838"/>
              <p:cNvSpPr/>
              <p:nvPr/>
            </p:nvSpPr>
            <p:spPr>
              <a:xfrm>
                <a:off x="18277368" y="24038331"/>
                <a:ext cx="180000" cy="180000"/>
              </a:xfrm>
              <a:custGeom>
                <a:avLst/>
                <a:gdLst>
                  <a:gd name="csX0" fmla="*/ 45874 w 91360"/>
                  <a:gd name="csY0" fmla="*/ 91548 h 91359"/>
                  <a:gd name="csX1" fmla="*/ 78174 w 91360"/>
                  <a:gd name="csY1" fmla="*/ 78169 h 91359"/>
                  <a:gd name="csX2" fmla="*/ 91554 w 91360"/>
                  <a:gd name="csY2" fmla="*/ 45868 h 91359"/>
                  <a:gd name="csX3" fmla="*/ 78174 w 91360"/>
                  <a:gd name="csY3" fmla="*/ 13568 h 91359"/>
                  <a:gd name="csX4" fmla="*/ 45874 w 91360"/>
                  <a:gd name="csY4" fmla="*/ 189 h 91359"/>
                  <a:gd name="csX5" fmla="*/ 13573 w 91360"/>
                  <a:gd name="csY5" fmla="*/ 13568 h 91359"/>
                  <a:gd name="csX6" fmla="*/ 193 w 91360"/>
                  <a:gd name="csY6" fmla="*/ 45868 h 91359"/>
                  <a:gd name="csX7" fmla="*/ 13573 w 91360"/>
                  <a:gd name="csY7" fmla="*/ 78169 h 91359"/>
                  <a:gd name="csX8" fmla="*/ 45874 w 91360"/>
                  <a:gd name="csY8" fmla="*/ 9154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4" y="91548"/>
                    </a:moveTo>
                    <a:cubicBezTo>
                      <a:pt x="57988" y="91548"/>
                      <a:pt x="69608" y="86735"/>
                      <a:pt x="78174" y="78169"/>
                    </a:cubicBezTo>
                    <a:cubicBezTo>
                      <a:pt x="86741" y="69603"/>
                      <a:pt x="91554" y="57983"/>
                      <a:pt x="91554" y="45868"/>
                    </a:cubicBezTo>
                    <a:cubicBezTo>
                      <a:pt x="91554" y="33754"/>
                      <a:pt x="86741" y="22134"/>
                      <a:pt x="78174" y="13568"/>
                    </a:cubicBezTo>
                    <a:cubicBezTo>
                      <a:pt x="69608" y="5002"/>
                      <a:pt x="57988" y="189"/>
                      <a:pt x="45874" y="189"/>
                    </a:cubicBezTo>
                    <a:cubicBezTo>
                      <a:pt x="33759" y="189"/>
                      <a:pt x="22139" y="5002"/>
                      <a:pt x="13573" y="13568"/>
                    </a:cubicBezTo>
                    <a:cubicBezTo>
                      <a:pt x="5007" y="22134"/>
                      <a:pt x="193" y="33754"/>
                      <a:pt x="193" y="45868"/>
                    </a:cubicBezTo>
                    <a:cubicBezTo>
                      <a:pt x="193" y="57983"/>
                      <a:pt x="5007" y="69603"/>
                      <a:pt x="13573" y="78169"/>
                    </a:cubicBezTo>
                    <a:cubicBezTo>
                      <a:pt x="22139" y="86735"/>
                      <a:pt x="33759" y="91548"/>
                      <a:pt x="45874" y="9154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0" name="任意多边形: 形状 2839"/>
              <p:cNvSpPr/>
              <p:nvPr/>
            </p:nvSpPr>
            <p:spPr>
              <a:xfrm>
                <a:off x="19353601" y="21933909"/>
                <a:ext cx="180000" cy="180000"/>
              </a:xfrm>
              <a:custGeom>
                <a:avLst/>
                <a:gdLst>
                  <a:gd name="csX0" fmla="*/ 45907 w 91360"/>
                  <a:gd name="csY0" fmla="*/ 91483 h 91359"/>
                  <a:gd name="csX1" fmla="*/ 78208 w 91360"/>
                  <a:gd name="csY1" fmla="*/ 78104 h 91359"/>
                  <a:gd name="csX2" fmla="*/ 91587 w 91360"/>
                  <a:gd name="csY2" fmla="*/ 45803 h 91359"/>
                  <a:gd name="csX3" fmla="*/ 78208 w 91360"/>
                  <a:gd name="csY3" fmla="*/ 13503 h 91359"/>
                  <a:gd name="csX4" fmla="*/ 45907 w 91360"/>
                  <a:gd name="csY4" fmla="*/ 123 h 91359"/>
                  <a:gd name="csX5" fmla="*/ 13606 w 91360"/>
                  <a:gd name="csY5" fmla="*/ 13503 h 91359"/>
                  <a:gd name="csX6" fmla="*/ 227 w 91360"/>
                  <a:gd name="csY6" fmla="*/ 45803 h 91359"/>
                  <a:gd name="csX7" fmla="*/ 13606 w 91360"/>
                  <a:gd name="csY7" fmla="*/ 78104 h 91359"/>
                  <a:gd name="csX8" fmla="*/ 45907 w 91360"/>
                  <a:gd name="csY8" fmla="*/ 9148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7" y="91483"/>
                    </a:moveTo>
                    <a:cubicBezTo>
                      <a:pt x="58021" y="91483"/>
                      <a:pt x="69641" y="86670"/>
                      <a:pt x="78208" y="78104"/>
                    </a:cubicBezTo>
                    <a:cubicBezTo>
                      <a:pt x="86774" y="69537"/>
                      <a:pt x="91587" y="57918"/>
                      <a:pt x="91587" y="45803"/>
                    </a:cubicBezTo>
                    <a:cubicBezTo>
                      <a:pt x="91587" y="33689"/>
                      <a:pt x="86774" y="22069"/>
                      <a:pt x="78208" y="13503"/>
                    </a:cubicBezTo>
                    <a:cubicBezTo>
                      <a:pt x="69641" y="4937"/>
                      <a:pt x="58021" y="123"/>
                      <a:pt x="45907" y="123"/>
                    </a:cubicBezTo>
                    <a:cubicBezTo>
                      <a:pt x="33792" y="123"/>
                      <a:pt x="22172" y="4937"/>
                      <a:pt x="13606" y="13503"/>
                    </a:cubicBezTo>
                    <a:cubicBezTo>
                      <a:pt x="5040" y="22069"/>
                      <a:pt x="227" y="33689"/>
                      <a:pt x="227" y="45803"/>
                    </a:cubicBezTo>
                    <a:cubicBezTo>
                      <a:pt x="227" y="57918"/>
                      <a:pt x="5040" y="69537"/>
                      <a:pt x="13606" y="78104"/>
                    </a:cubicBezTo>
                    <a:cubicBezTo>
                      <a:pt x="22172" y="86670"/>
                      <a:pt x="33792" y="91483"/>
                      <a:pt x="45907" y="9148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1" name="任意多边形: 形状 2840"/>
              <p:cNvSpPr/>
              <p:nvPr/>
            </p:nvSpPr>
            <p:spPr>
              <a:xfrm>
                <a:off x="16784737" y="23773102"/>
                <a:ext cx="180000" cy="180000"/>
              </a:xfrm>
              <a:custGeom>
                <a:avLst/>
                <a:gdLst>
                  <a:gd name="csX0" fmla="*/ 45827 w 91360"/>
                  <a:gd name="csY0" fmla="*/ 91540 h 91359"/>
                  <a:gd name="csX1" fmla="*/ 78128 w 91360"/>
                  <a:gd name="csY1" fmla="*/ 78160 h 91359"/>
                  <a:gd name="csX2" fmla="*/ 91508 w 91360"/>
                  <a:gd name="csY2" fmla="*/ 45860 h 91359"/>
                  <a:gd name="csX3" fmla="*/ 78128 w 91360"/>
                  <a:gd name="csY3" fmla="*/ 13560 h 91359"/>
                  <a:gd name="csX4" fmla="*/ 45827 w 91360"/>
                  <a:gd name="csY4" fmla="*/ 180 h 91359"/>
                  <a:gd name="csX5" fmla="*/ 13527 w 91360"/>
                  <a:gd name="csY5" fmla="*/ 13560 h 91359"/>
                  <a:gd name="csX6" fmla="*/ 147 w 91360"/>
                  <a:gd name="csY6" fmla="*/ 45860 h 91359"/>
                  <a:gd name="csX7" fmla="*/ 13527 w 91360"/>
                  <a:gd name="csY7" fmla="*/ 78160 h 91359"/>
                  <a:gd name="csX8" fmla="*/ 45827 w 91360"/>
                  <a:gd name="csY8" fmla="*/ 9154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7" y="91540"/>
                    </a:moveTo>
                    <a:cubicBezTo>
                      <a:pt x="57942" y="91540"/>
                      <a:pt x="69562" y="86727"/>
                      <a:pt x="78128" y="78160"/>
                    </a:cubicBezTo>
                    <a:cubicBezTo>
                      <a:pt x="86694" y="69594"/>
                      <a:pt x="91508" y="57974"/>
                      <a:pt x="91508" y="45860"/>
                    </a:cubicBezTo>
                    <a:cubicBezTo>
                      <a:pt x="91508" y="33746"/>
                      <a:pt x="86694" y="22126"/>
                      <a:pt x="78128" y="13560"/>
                    </a:cubicBezTo>
                    <a:cubicBezTo>
                      <a:pt x="69562" y="4993"/>
                      <a:pt x="57942" y="180"/>
                      <a:pt x="45827" y="180"/>
                    </a:cubicBezTo>
                    <a:cubicBezTo>
                      <a:pt x="33713" y="180"/>
                      <a:pt x="22093" y="4993"/>
                      <a:pt x="13527" y="13560"/>
                    </a:cubicBezTo>
                    <a:cubicBezTo>
                      <a:pt x="4960" y="22126"/>
                      <a:pt x="147" y="33746"/>
                      <a:pt x="147" y="45860"/>
                    </a:cubicBezTo>
                    <a:cubicBezTo>
                      <a:pt x="147" y="57974"/>
                      <a:pt x="4960" y="69594"/>
                      <a:pt x="13527" y="78160"/>
                    </a:cubicBezTo>
                    <a:cubicBezTo>
                      <a:pt x="22093" y="86727"/>
                      <a:pt x="33713" y="91540"/>
                      <a:pt x="45827" y="9154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2" name="任意多边形: 形状 2841"/>
              <p:cNvSpPr/>
              <p:nvPr/>
            </p:nvSpPr>
            <p:spPr>
              <a:xfrm>
                <a:off x="19240968" y="23443907"/>
                <a:ext cx="180000" cy="180000"/>
              </a:xfrm>
              <a:custGeom>
                <a:avLst/>
                <a:gdLst>
                  <a:gd name="csX0" fmla="*/ 45903 w 91360"/>
                  <a:gd name="csY0" fmla="*/ 91530 h 91359"/>
                  <a:gd name="csX1" fmla="*/ 78204 w 91360"/>
                  <a:gd name="csY1" fmla="*/ 78150 h 91359"/>
                  <a:gd name="csX2" fmla="*/ 91584 w 91360"/>
                  <a:gd name="csY2" fmla="*/ 45850 h 91359"/>
                  <a:gd name="csX3" fmla="*/ 78204 w 91360"/>
                  <a:gd name="csY3" fmla="*/ 13549 h 91359"/>
                  <a:gd name="csX4" fmla="*/ 45903 w 91360"/>
                  <a:gd name="csY4" fmla="*/ 170 h 91359"/>
                  <a:gd name="csX5" fmla="*/ 13603 w 91360"/>
                  <a:gd name="csY5" fmla="*/ 13549 h 91359"/>
                  <a:gd name="csX6" fmla="*/ 223 w 91360"/>
                  <a:gd name="csY6" fmla="*/ 45850 h 91359"/>
                  <a:gd name="csX7" fmla="*/ 13603 w 91360"/>
                  <a:gd name="csY7" fmla="*/ 78150 h 91359"/>
                  <a:gd name="csX8" fmla="*/ 45903 w 91360"/>
                  <a:gd name="csY8" fmla="*/ 9153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3" y="91530"/>
                    </a:moveTo>
                    <a:cubicBezTo>
                      <a:pt x="58018" y="91530"/>
                      <a:pt x="69638" y="86716"/>
                      <a:pt x="78204" y="78150"/>
                    </a:cubicBezTo>
                    <a:cubicBezTo>
                      <a:pt x="86771" y="69584"/>
                      <a:pt x="91584" y="57964"/>
                      <a:pt x="91584" y="45850"/>
                    </a:cubicBezTo>
                    <a:cubicBezTo>
                      <a:pt x="91584" y="33735"/>
                      <a:pt x="86771" y="22116"/>
                      <a:pt x="78204" y="13549"/>
                    </a:cubicBezTo>
                    <a:cubicBezTo>
                      <a:pt x="69638" y="4983"/>
                      <a:pt x="58018" y="170"/>
                      <a:pt x="45903" y="170"/>
                    </a:cubicBezTo>
                    <a:cubicBezTo>
                      <a:pt x="33789" y="170"/>
                      <a:pt x="22169" y="4983"/>
                      <a:pt x="13603" y="13549"/>
                    </a:cubicBezTo>
                    <a:cubicBezTo>
                      <a:pt x="5036" y="22116"/>
                      <a:pt x="223" y="33735"/>
                      <a:pt x="223" y="45850"/>
                    </a:cubicBezTo>
                    <a:cubicBezTo>
                      <a:pt x="223" y="57964"/>
                      <a:pt x="5036" y="69584"/>
                      <a:pt x="13603" y="78150"/>
                    </a:cubicBezTo>
                    <a:cubicBezTo>
                      <a:pt x="22169" y="86716"/>
                      <a:pt x="33789" y="91530"/>
                      <a:pt x="45903" y="9153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3" name="任意多边形: 形状 2842"/>
              <p:cNvSpPr/>
              <p:nvPr/>
            </p:nvSpPr>
            <p:spPr>
              <a:xfrm>
                <a:off x="19446039" y="22116862"/>
                <a:ext cx="180000" cy="180000"/>
              </a:xfrm>
              <a:custGeom>
                <a:avLst/>
                <a:gdLst>
                  <a:gd name="csX0" fmla="*/ 45910 w 91360"/>
                  <a:gd name="csY0" fmla="*/ 91488 h 91359"/>
                  <a:gd name="csX1" fmla="*/ 78211 w 91360"/>
                  <a:gd name="csY1" fmla="*/ 78109 h 91359"/>
                  <a:gd name="csX2" fmla="*/ 91590 w 91360"/>
                  <a:gd name="csY2" fmla="*/ 45809 h 91359"/>
                  <a:gd name="csX3" fmla="*/ 78211 w 91360"/>
                  <a:gd name="csY3" fmla="*/ 13508 h 91359"/>
                  <a:gd name="csX4" fmla="*/ 45910 w 91360"/>
                  <a:gd name="csY4" fmla="*/ 129 h 91359"/>
                  <a:gd name="csX5" fmla="*/ 13609 w 91360"/>
                  <a:gd name="csY5" fmla="*/ 13508 h 91359"/>
                  <a:gd name="csX6" fmla="*/ 230 w 91360"/>
                  <a:gd name="csY6" fmla="*/ 45809 h 91359"/>
                  <a:gd name="csX7" fmla="*/ 13609 w 91360"/>
                  <a:gd name="csY7" fmla="*/ 78109 h 91359"/>
                  <a:gd name="csX8" fmla="*/ 45910 w 91360"/>
                  <a:gd name="csY8" fmla="*/ 9148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488"/>
                    </a:moveTo>
                    <a:cubicBezTo>
                      <a:pt x="58024" y="91488"/>
                      <a:pt x="69644" y="86675"/>
                      <a:pt x="78211" y="78109"/>
                    </a:cubicBezTo>
                    <a:cubicBezTo>
                      <a:pt x="86777" y="69543"/>
                      <a:pt x="91590" y="57923"/>
                      <a:pt x="91590" y="45809"/>
                    </a:cubicBezTo>
                    <a:cubicBezTo>
                      <a:pt x="91590" y="33694"/>
                      <a:pt x="86777" y="22075"/>
                      <a:pt x="78211" y="13508"/>
                    </a:cubicBezTo>
                    <a:cubicBezTo>
                      <a:pt x="69644" y="4942"/>
                      <a:pt x="58024" y="129"/>
                      <a:pt x="45910" y="129"/>
                    </a:cubicBezTo>
                    <a:cubicBezTo>
                      <a:pt x="33795" y="129"/>
                      <a:pt x="22175" y="4942"/>
                      <a:pt x="13609" y="13508"/>
                    </a:cubicBezTo>
                    <a:cubicBezTo>
                      <a:pt x="5043" y="22075"/>
                      <a:pt x="230" y="33694"/>
                      <a:pt x="230" y="45809"/>
                    </a:cubicBezTo>
                    <a:cubicBezTo>
                      <a:pt x="230" y="57923"/>
                      <a:pt x="5043" y="69543"/>
                      <a:pt x="13609" y="78109"/>
                    </a:cubicBezTo>
                    <a:cubicBezTo>
                      <a:pt x="22175" y="86675"/>
                      <a:pt x="33795" y="91488"/>
                      <a:pt x="45910" y="9148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4" name="任意多边形: 形状 2843"/>
              <p:cNvSpPr/>
              <p:nvPr/>
            </p:nvSpPr>
            <p:spPr>
              <a:xfrm>
                <a:off x="18780049" y="23867180"/>
                <a:ext cx="180000" cy="180000"/>
              </a:xfrm>
              <a:custGeom>
                <a:avLst/>
                <a:gdLst>
                  <a:gd name="csX0" fmla="*/ 45895 w 91360"/>
                  <a:gd name="csY0" fmla="*/ 91537 h 91359"/>
                  <a:gd name="csX1" fmla="*/ 78196 w 91360"/>
                  <a:gd name="csY1" fmla="*/ 78158 h 91359"/>
                  <a:gd name="csX2" fmla="*/ 91575 w 91360"/>
                  <a:gd name="csY2" fmla="*/ 45857 h 91359"/>
                  <a:gd name="csX3" fmla="*/ 78196 w 91360"/>
                  <a:gd name="csY3" fmla="*/ 13557 h 91359"/>
                  <a:gd name="csX4" fmla="*/ 45895 w 91360"/>
                  <a:gd name="csY4" fmla="*/ 178 h 91359"/>
                  <a:gd name="csX5" fmla="*/ 13594 w 91360"/>
                  <a:gd name="csY5" fmla="*/ 13557 h 91359"/>
                  <a:gd name="csX6" fmla="*/ 215 w 91360"/>
                  <a:gd name="csY6" fmla="*/ 45857 h 91359"/>
                  <a:gd name="csX7" fmla="*/ 13594 w 91360"/>
                  <a:gd name="csY7" fmla="*/ 78158 h 91359"/>
                  <a:gd name="csX8" fmla="*/ 45895 w 91360"/>
                  <a:gd name="csY8" fmla="*/ 9153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5" y="91537"/>
                    </a:moveTo>
                    <a:cubicBezTo>
                      <a:pt x="58010" y="91537"/>
                      <a:pt x="69630" y="86724"/>
                      <a:pt x="78196" y="78158"/>
                    </a:cubicBezTo>
                    <a:cubicBezTo>
                      <a:pt x="86762" y="69591"/>
                      <a:pt x="91575" y="57972"/>
                      <a:pt x="91575" y="45857"/>
                    </a:cubicBezTo>
                    <a:cubicBezTo>
                      <a:pt x="91575" y="33743"/>
                      <a:pt x="86762" y="22123"/>
                      <a:pt x="78196" y="13557"/>
                    </a:cubicBezTo>
                    <a:cubicBezTo>
                      <a:pt x="69630" y="4991"/>
                      <a:pt x="58010" y="178"/>
                      <a:pt x="45895" y="178"/>
                    </a:cubicBezTo>
                    <a:cubicBezTo>
                      <a:pt x="33780" y="178"/>
                      <a:pt x="22160" y="4991"/>
                      <a:pt x="13594" y="13557"/>
                    </a:cubicBezTo>
                    <a:cubicBezTo>
                      <a:pt x="5028" y="22123"/>
                      <a:pt x="215" y="33743"/>
                      <a:pt x="215" y="45857"/>
                    </a:cubicBezTo>
                    <a:cubicBezTo>
                      <a:pt x="215" y="57972"/>
                      <a:pt x="5028" y="69591"/>
                      <a:pt x="13594" y="78158"/>
                    </a:cubicBezTo>
                    <a:cubicBezTo>
                      <a:pt x="22160" y="86724"/>
                      <a:pt x="33780" y="91537"/>
                      <a:pt x="45895" y="9153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5" name="任意多边形: 形状 2844"/>
              <p:cNvSpPr/>
              <p:nvPr/>
            </p:nvSpPr>
            <p:spPr>
              <a:xfrm>
                <a:off x="18884050" y="22337682"/>
                <a:ext cx="180000" cy="180000"/>
              </a:xfrm>
              <a:custGeom>
                <a:avLst/>
                <a:gdLst>
                  <a:gd name="csX0" fmla="*/ 45892 w 91360"/>
                  <a:gd name="csY0" fmla="*/ 91495 h 91359"/>
                  <a:gd name="csX1" fmla="*/ 78193 w 91360"/>
                  <a:gd name="csY1" fmla="*/ 78116 h 91359"/>
                  <a:gd name="csX2" fmla="*/ 91573 w 91360"/>
                  <a:gd name="csY2" fmla="*/ 45816 h 91359"/>
                  <a:gd name="csX3" fmla="*/ 78193 w 91360"/>
                  <a:gd name="csY3" fmla="*/ 13515 h 91359"/>
                  <a:gd name="csX4" fmla="*/ 45892 w 91360"/>
                  <a:gd name="csY4" fmla="*/ 136 h 91359"/>
                  <a:gd name="csX5" fmla="*/ 13592 w 91360"/>
                  <a:gd name="csY5" fmla="*/ 13515 h 91359"/>
                  <a:gd name="csX6" fmla="*/ 212 w 91360"/>
                  <a:gd name="csY6" fmla="*/ 45816 h 91359"/>
                  <a:gd name="csX7" fmla="*/ 13592 w 91360"/>
                  <a:gd name="csY7" fmla="*/ 78116 h 91359"/>
                  <a:gd name="csX8" fmla="*/ 45892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2" y="91495"/>
                    </a:moveTo>
                    <a:cubicBezTo>
                      <a:pt x="58007" y="91495"/>
                      <a:pt x="69627" y="86682"/>
                      <a:pt x="78193" y="78116"/>
                    </a:cubicBezTo>
                    <a:cubicBezTo>
                      <a:pt x="86759" y="69550"/>
                      <a:pt x="91573" y="57930"/>
                      <a:pt x="91573" y="45816"/>
                    </a:cubicBezTo>
                    <a:cubicBezTo>
                      <a:pt x="91573" y="33701"/>
                      <a:pt x="86759" y="22081"/>
                      <a:pt x="78193" y="13515"/>
                    </a:cubicBezTo>
                    <a:cubicBezTo>
                      <a:pt x="69627" y="4949"/>
                      <a:pt x="58007" y="136"/>
                      <a:pt x="45892" y="136"/>
                    </a:cubicBezTo>
                    <a:cubicBezTo>
                      <a:pt x="33778" y="136"/>
                      <a:pt x="22158" y="4949"/>
                      <a:pt x="13592" y="13515"/>
                    </a:cubicBezTo>
                    <a:cubicBezTo>
                      <a:pt x="5025" y="22081"/>
                      <a:pt x="212" y="33701"/>
                      <a:pt x="212" y="45816"/>
                    </a:cubicBezTo>
                    <a:cubicBezTo>
                      <a:pt x="212" y="57930"/>
                      <a:pt x="5025" y="69550"/>
                      <a:pt x="13592" y="78116"/>
                    </a:cubicBezTo>
                    <a:cubicBezTo>
                      <a:pt x="22158" y="86682"/>
                      <a:pt x="33778" y="91495"/>
                      <a:pt x="45892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6" name="任意多边形: 形状 2845"/>
              <p:cNvSpPr/>
              <p:nvPr/>
            </p:nvSpPr>
            <p:spPr>
              <a:xfrm>
                <a:off x="17890938" y="23073869"/>
                <a:ext cx="180000" cy="180000"/>
              </a:xfrm>
              <a:custGeom>
                <a:avLst/>
                <a:gdLst>
                  <a:gd name="csX0" fmla="*/ 45862 w 91360"/>
                  <a:gd name="csY0" fmla="*/ 91518 h 91359"/>
                  <a:gd name="csX1" fmla="*/ 78162 w 91360"/>
                  <a:gd name="csY1" fmla="*/ 78139 h 91359"/>
                  <a:gd name="csX2" fmla="*/ 91542 w 91360"/>
                  <a:gd name="csY2" fmla="*/ 45838 h 91359"/>
                  <a:gd name="csX3" fmla="*/ 78162 w 91360"/>
                  <a:gd name="csY3" fmla="*/ 13538 h 91359"/>
                  <a:gd name="csX4" fmla="*/ 45862 w 91360"/>
                  <a:gd name="csY4" fmla="*/ 159 h 91359"/>
                  <a:gd name="csX5" fmla="*/ 13561 w 91360"/>
                  <a:gd name="csY5" fmla="*/ 13538 h 91359"/>
                  <a:gd name="csX6" fmla="*/ 181 w 91360"/>
                  <a:gd name="csY6" fmla="*/ 45838 h 91359"/>
                  <a:gd name="csX7" fmla="*/ 13561 w 91360"/>
                  <a:gd name="csY7" fmla="*/ 78139 h 91359"/>
                  <a:gd name="csX8" fmla="*/ 45862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2" y="91518"/>
                    </a:moveTo>
                    <a:cubicBezTo>
                      <a:pt x="57976" y="91518"/>
                      <a:pt x="69596" y="86705"/>
                      <a:pt x="78162" y="78139"/>
                    </a:cubicBezTo>
                    <a:cubicBezTo>
                      <a:pt x="86729" y="69573"/>
                      <a:pt x="91542" y="57953"/>
                      <a:pt x="91542" y="45838"/>
                    </a:cubicBezTo>
                    <a:cubicBezTo>
                      <a:pt x="91542" y="33724"/>
                      <a:pt x="86729" y="22104"/>
                      <a:pt x="78162" y="13538"/>
                    </a:cubicBezTo>
                    <a:cubicBezTo>
                      <a:pt x="69596" y="4972"/>
                      <a:pt x="57976" y="159"/>
                      <a:pt x="45862" y="159"/>
                    </a:cubicBezTo>
                    <a:cubicBezTo>
                      <a:pt x="33747" y="159"/>
                      <a:pt x="22127" y="4972"/>
                      <a:pt x="13561" y="13538"/>
                    </a:cubicBezTo>
                    <a:cubicBezTo>
                      <a:pt x="4995" y="22104"/>
                      <a:pt x="181" y="33724"/>
                      <a:pt x="181" y="45838"/>
                    </a:cubicBezTo>
                    <a:cubicBezTo>
                      <a:pt x="181" y="57953"/>
                      <a:pt x="4995" y="69573"/>
                      <a:pt x="13561" y="78139"/>
                    </a:cubicBezTo>
                    <a:cubicBezTo>
                      <a:pt x="22127" y="86705"/>
                      <a:pt x="33747" y="91518"/>
                      <a:pt x="45862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7" name="任意多边形: 形状 2846"/>
              <p:cNvSpPr/>
              <p:nvPr/>
            </p:nvSpPr>
            <p:spPr>
              <a:xfrm>
                <a:off x="17285392" y="23581479"/>
                <a:ext cx="180000" cy="180000"/>
              </a:xfrm>
              <a:custGeom>
                <a:avLst/>
                <a:gdLst>
                  <a:gd name="csX0" fmla="*/ 45843 w 91360"/>
                  <a:gd name="csY0" fmla="*/ 91534 h 91359"/>
                  <a:gd name="csX1" fmla="*/ 78144 w 91360"/>
                  <a:gd name="csY1" fmla="*/ 78155 h 91359"/>
                  <a:gd name="csX2" fmla="*/ 91523 w 91360"/>
                  <a:gd name="csY2" fmla="*/ 45854 h 91359"/>
                  <a:gd name="csX3" fmla="*/ 78144 w 91360"/>
                  <a:gd name="csY3" fmla="*/ 13554 h 91359"/>
                  <a:gd name="csX4" fmla="*/ 45843 w 91360"/>
                  <a:gd name="csY4" fmla="*/ 174 h 91359"/>
                  <a:gd name="csX5" fmla="*/ 13542 w 91360"/>
                  <a:gd name="csY5" fmla="*/ 13554 h 91359"/>
                  <a:gd name="csX6" fmla="*/ 163 w 91360"/>
                  <a:gd name="csY6" fmla="*/ 45854 h 91359"/>
                  <a:gd name="csX7" fmla="*/ 13542 w 91360"/>
                  <a:gd name="csY7" fmla="*/ 78155 h 91359"/>
                  <a:gd name="csX8" fmla="*/ 45843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534"/>
                    </a:moveTo>
                    <a:cubicBezTo>
                      <a:pt x="57957" y="91534"/>
                      <a:pt x="69577" y="86721"/>
                      <a:pt x="78144" y="78155"/>
                    </a:cubicBezTo>
                    <a:cubicBezTo>
                      <a:pt x="86710" y="69588"/>
                      <a:pt x="91523" y="57969"/>
                      <a:pt x="91523" y="45854"/>
                    </a:cubicBezTo>
                    <a:cubicBezTo>
                      <a:pt x="91523" y="33740"/>
                      <a:pt x="86710" y="22120"/>
                      <a:pt x="78144" y="13554"/>
                    </a:cubicBezTo>
                    <a:cubicBezTo>
                      <a:pt x="69577" y="4988"/>
                      <a:pt x="57957" y="174"/>
                      <a:pt x="45843" y="174"/>
                    </a:cubicBezTo>
                    <a:cubicBezTo>
                      <a:pt x="33728" y="174"/>
                      <a:pt x="22108" y="4988"/>
                      <a:pt x="13542" y="13554"/>
                    </a:cubicBezTo>
                    <a:cubicBezTo>
                      <a:pt x="4976" y="22120"/>
                      <a:pt x="163" y="33740"/>
                      <a:pt x="163" y="45854"/>
                    </a:cubicBezTo>
                    <a:cubicBezTo>
                      <a:pt x="163" y="57969"/>
                      <a:pt x="4976" y="69588"/>
                      <a:pt x="13542" y="78155"/>
                    </a:cubicBezTo>
                    <a:cubicBezTo>
                      <a:pt x="22108" y="86721"/>
                      <a:pt x="33728" y="91534"/>
                      <a:pt x="45843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8" name="任意多边形: 形状 2847"/>
              <p:cNvSpPr/>
              <p:nvPr/>
            </p:nvSpPr>
            <p:spPr>
              <a:xfrm>
                <a:off x="18722616" y="23184439"/>
                <a:ext cx="180000" cy="180000"/>
              </a:xfrm>
              <a:custGeom>
                <a:avLst/>
                <a:gdLst>
                  <a:gd name="csX0" fmla="*/ 45887 w 91360"/>
                  <a:gd name="csY0" fmla="*/ 91522 h 91359"/>
                  <a:gd name="csX1" fmla="*/ 78188 w 91360"/>
                  <a:gd name="csY1" fmla="*/ 78142 h 91359"/>
                  <a:gd name="csX2" fmla="*/ 91568 w 91360"/>
                  <a:gd name="csY2" fmla="*/ 45842 h 91359"/>
                  <a:gd name="csX3" fmla="*/ 78188 w 91360"/>
                  <a:gd name="csY3" fmla="*/ 13541 h 91359"/>
                  <a:gd name="csX4" fmla="*/ 45887 w 91360"/>
                  <a:gd name="csY4" fmla="*/ 162 h 91359"/>
                  <a:gd name="csX5" fmla="*/ 13587 w 91360"/>
                  <a:gd name="csY5" fmla="*/ 13541 h 91359"/>
                  <a:gd name="csX6" fmla="*/ 207 w 91360"/>
                  <a:gd name="csY6" fmla="*/ 45842 h 91359"/>
                  <a:gd name="csX7" fmla="*/ 13587 w 91360"/>
                  <a:gd name="csY7" fmla="*/ 78142 h 91359"/>
                  <a:gd name="csX8" fmla="*/ 45887 w 91360"/>
                  <a:gd name="csY8" fmla="*/ 9152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522"/>
                    </a:moveTo>
                    <a:cubicBezTo>
                      <a:pt x="58002" y="91522"/>
                      <a:pt x="69622" y="86708"/>
                      <a:pt x="78188" y="78142"/>
                    </a:cubicBezTo>
                    <a:cubicBezTo>
                      <a:pt x="86754" y="69576"/>
                      <a:pt x="91568" y="57956"/>
                      <a:pt x="91568" y="45842"/>
                    </a:cubicBezTo>
                    <a:cubicBezTo>
                      <a:pt x="91568" y="33727"/>
                      <a:pt x="86754" y="22108"/>
                      <a:pt x="78188" y="13541"/>
                    </a:cubicBezTo>
                    <a:cubicBezTo>
                      <a:pt x="69622" y="4975"/>
                      <a:pt x="58002" y="162"/>
                      <a:pt x="45887" y="162"/>
                    </a:cubicBezTo>
                    <a:cubicBezTo>
                      <a:pt x="33773" y="162"/>
                      <a:pt x="22153" y="4975"/>
                      <a:pt x="13587" y="13541"/>
                    </a:cubicBezTo>
                    <a:cubicBezTo>
                      <a:pt x="5020" y="22108"/>
                      <a:pt x="207" y="33727"/>
                      <a:pt x="207" y="45842"/>
                    </a:cubicBezTo>
                    <a:cubicBezTo>
                      <a:pt x="207" y="57956"/>
                      <a:pt x="5020" y="69576"/>
                      <a:pt x="13587" y="78142"/>
                    </a:cubicBezTo>
                    <a:cubicBezTo>
                      <a:pt x="22153" y="86708"/>
                      <a:pt x="33773" y="91522"/>
                      <a:pt x="45887" y="9152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49" name="任意多边形: 形状 2848"/>
              <p:cNvSpPr/>
              <p:nvPr/>
            </p:nvSpPr>
            <p:spPr>
              <a:xfrm>
                <a:off x="19019104" y="21473493"/>
                <a:ext cx="180000" cy="180000"/>
              </a:xfrm>
              <a:custGeom>
                <a:avLst/>
                <a:gdLst>
                  <a:gd name="csX0" fmla="*/ 45897 w 91360"/>
                  <a:gd name="csY0" fmla="*/ 91469 h 91359"/>
                  <a:gd name="csX1" fmla="*/ 78197 w 91360"/>
                  <a:gd name="csY1" fmla="*/ 78089 h 91359"/>
                  <a:gd name="csX2" fmla="*/ 91577 w 91360"/>
                  <a:gd name="csY2" fmla="*/ 45789 h 91359"/>
                  <a:gd name="csX3" fmla="*/ 78197 w 91360"/>
                  <a:gd name="csY3" fmla="*/ 13488 h 91359"/>
                  <a:gd name="csX4" fmla="*/ 45897 w 91360"/>
                  <a:gd name="csY4" fmla="*/ 109 h 91359"/>
                  <a:gd name="csX5" fmla="*/ 13596 w 91360"/>
                  <a:gd name="csY5" fmla="*/ 13488 h 91359"/>
                  <a:gd name="csX6" fmla="*/ 216 w 91360"/>
                  <a:gd name="csY6" fmla="*/ 45789 h 91359"/>
                  <a:gd name="csX7" fmla="*/ 13596 w 91360"/>
                  <a:gd name="csY7" fmla="*/ 78089 h 91359"/>
                  <a:gd name="csX8" fmla="*/ 45897 w 91360"/>
                  <a:gd name="csY8" fmla="*/ 9146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7" y="91469"/>
                    </a:moveTo>
                    <a:cubicBezTo>
                      <a:pt x="58011" y="91469"/>
                      <a:pt x="69631" y="86655"/>
                      <a:pt x="78197" y="78089"/>
                    </a:cubicBezTo>
                    <a:cubicBezTo>
                      <a:pt x="86764" y="69523"/>
                      <a:pt x="91577" y="57903"/>
                      <a:pt x="91577" y="45789"/>
                    </a:cubicBezTo>
                    <a:cubicBezTo>
                      <a:pt x="91577" y="33674"/>
                      <a:pt x="86764" y="22055"/>
                      <a:pt x="78197" y="13488"/>
                    </a:cubicBezTo>
                    <a:cubicBezTo>
                      <a:pt x="69631" y="4922"/>
                      <a:pt x="58011" y="109"/>
                      <a:pt x="45897" y="109"/>
                    </a:cubicBezTo>
                    <a:cubicBezTo>
                      <a:pt x="33782" y="109"/>
                      <a:pt x="22162" y="4922"/>
                      <a:pt x="13596" y="13488"/>
                    </a:cubicBezTo>
                    <a:cubicBezTo>
                      <a:pt x="5030" y="22055"/>
                      <a:pt x="216" y="33674"/>
                      <a:pt x="216" y="45789"/>
                    </a:cubicBezTo>
                    <a:cubicBezTo>
                      <a:pt x="216" y="57903"/>
                      <a:pt x="5030" y="69523"/>
                      <a:pt x="13596" y="78089"/>
                    </a:cubicBezTo>
                    <a:cubicBezTo>
                      <a:pt x="22162" y="86655"/>
                      <a:pt x="33782" y="91469"/>
                      <a:pt x="45897" y="9146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0" name="任意多边形: 形状 2849"/>
              <p:cNvSpPr/>
              <p:nvPr/>
            </p:nvSpPr>
            <p:spPr>
              <a:xfrm>
                <a:off x="19082969" y="23259185"/>
                <a:ext cx="180000" cy="180000"/>
              </a:xfrm>
              <a:custGeom>
                <a:avLst/>
                <a:gdLst>
                  <a:gd name="csX0" fmla="*/ 45899 w 91360"/>
                  <a:gd name="csY0" fmla="*/ 91524 h 91359"/>
                  <a:gd name="csX1" fmla="*/ 78199 w 91360"/>
                  <a:gd name="csY1" fmla="*/ 78145 h 91359"/>
                  <a:gd name="csX2" fmla="*/ 91579 w 91360"/>
                  <a:gd name="csY2" fmla="*/ 45844 h 91359"/>
                  <a:gd name="csX3" fmla="*/ 78199 w 91360"/>
                  <a:gd name="csY3" fmla="*/ 13544 h 91359"/>
                  <a:gd name="csX4" fmla="*/ 45899 w 91360"/>
                  <a:gd name="csY4" fmla="*/ 164 h 91359"/>
                  <a:gd name="csX5" fmla="*/ 13598 w 91360"/>
                  <a:gd name="csY5" fmla="*/ 13544 h 91359"/>
                  <a:gd name="csX6" fmla="*/ 218 w 91360"/>
                  <a:gd name="csY6" fmla="*/ 45844 h 91359"/>
                  <a:gd name="csX7" fmla="*/ 13598 w 91360"/>
                  <a:gd name="csY7" fmla="*/ 78145 h 91359"/>
                  <a:gd name="csX8" fmla="*/ 45899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524"/>
                    </a:moveTo>
                    <a:cubicBezTo>
                      <a:pt x="58013" y="91524"/>
                      <a:pt x="69633" y="86711"/>
                      <a:pt x="78199" y="78145"/>
                    </a:cubicBezTo>
                    <a:cubicBezTo>
                      <a:pt x="86766" y="69578"/>
                      <a:pt x="91579" y="57959"/>
                      <a:pt x="91579" y="45844"/>
                    </a:cubicBezTo>
                    <a:cubicBezTo>
                      <a:pt x="91579" y="33730"/>
                      <a:pt x="86766" y="22110"/>
                      <a:pt x="78199" y="13544"/>
                    </a:cubicBezTo>
                    <a:cubicBezTo>
                      <a:pt x="69633" y="4978"/>
                      <a:pt x="58013" y="164"/>
                      <a:pt x="45899" y="164"/>
                    </a:cubicBezTo>
                    <a:cubicBezTo>
                      <a:pt x="33784" y="164"/>
                      <a:pt x="22164" y="4978"/>
                      <a:pt x="13598" y="13544"/>
                    </a:cubicBezTo>
                    <a:cubicBezTo>
                      <a:pt x="5031" y="22110"/>
                      <a:pt x="218" y="33730"/>
                      <a:pt x="218" y="45844"/>
                    </a:cubicBezTo>
                    <a:cubicBezTo>
                      <a:pt x="218" y="57959"/>
                      <a:pt x="5031" y="69578"/>
                      <a:pt x="13598" y="78145"/>
                    </a:cubicBezTo>
                    <a:cubicBezTo>
                      <a:pt x="22164" y="86711"/>
                      <a:pt x="33784" y="91524"/>
                      <a:pt x="45899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1" name="任意多边形: 形状 2850"/>
              <p:cNvSpPr/>
              <p:nvPr/>
            </p:nvSpPr>
            <p:spPr>
              <a:xfrm>
                <a:off x="18479946" y="22110623"/>
                <a:ext cx="180000" cy="180000"/>
              </a:xfrm>
              <a:custGeom>
                <a:avLst/>
                <a:gdLst>
                  <a:gd name="csX0" fmla="*/ 45880 w 91360"/>
                  <a:gd name="csY0" fmla="*/ 91488 h 91359"/>
                  <a:gd name="csX1" fmla="*/ 78181 w 91360"/>
                  <a:gd name="csY1" fmla="*/ 78109 h 91359"/>
                  <a:gd name="csX2" fmla="*/ 91560 w 91360"/>
                  <a:gd name="csY2" fmla="*/ 45809 h 91359"/>
                  <a:gd name="csX3" fmla="*/ 78181 w 91360"/>
                  <a:gd name="csY3" fmla="*/ 13508 h 91359"/>
                  <a:gd name="csX4" fmla="*/ 45880 w 91360"/>
                  <a:gd name="csY4" fmla="*/ 129 h 91359"/>
                  <a:gd name="csX5" fmla="*/ 13579 w 91360"/>
                  <a:gd name="csY5" fmla="*/ 13508 h 91359"/>
                  <a:gd name="csX6" fmla="*/ 200 w 91360"/>
                  <a:gd name="csY6" fmla="*/ 45809 h 91359"/>
                  <a:gd name="csX7" fmla="*/ 13579 w 91360"/>
                  <a:gd name="csY7" fmla="*/ 78109 h 91359"/>
                  <a:gd name="csX8" fmla="*/ 45880 w 91360"/>
                  <a:gd name="csY8" fmla="*/ 9148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488"/>
                    </a:moveTo>
                    <a:cubicBezTo>
                      <a:pt x="57994" y="91488"/>
                      <a:pt x="69614" y="86675"/>
                      <a:pt x="78181" y="78109"/>
                    </a:cubicBezTo>
                    <a:cubicBezTo>
                      <a:pt x="86747" y="69543"/>
                      <a:pt x="91560" y="57923"/>
                      <a:pt x="91560" y="45809"/>
                    </a:cubicBezTo>
                    <a:cubicBezTo>
                      <a:pt x="91560" y="33694"/>
                      <a:pt x="86747" y="22074"/>
                      <a:pt x="78181" y="13508"/>
                    </a:cubicBezTo>
                    <a:cubicBezTo>
                      <a:pt x="69614" y="4942"/>
                      <a:pt x="57994" y="129"/>
                      <a:pt x="45880" y="129"/>
                    </a:cubicBezTo>
                    <a:cubicBezTo>
                      <a:pt x="33765" y="129"/>
                      <a:pt x="22145" y="4942"/>
                      <a:pt x="13579" y="13508"/>
                    </a:cubicBezTo>
                    <a:cubicBezTo>
                      <a:pt x="5013" y="22074"/>
                      <a:pt x="200" y="33694"/>
                      <a:pt x="200" y="45809"/>
                    </a:cubicBezTo>
                    <a:cubicBezTo>
                      <a:pt x="200" y="57923"/>
                      <a:pt x="5013" y="69543"/>
                      <a:pt x="13579" y="78109"/>
                    </a:cubicBezTo>
                    <a:cubicBezTo>
                      <a:pt x="22145" y="86675"/>
                      <a:pt x="33765" y="91488"/>
                      <a:pt x="45880" y="9148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2" name="任意多边形: 形状 2851"/>
              <p:cNvSpPr/>
              <p:nvPr/>
            </p:nvSpPr>
            <p:spPr>
              <a:xfrm>
                <a:off x="18842802" y="24229660"/>
                <a:ext cx="180000" cy="180000"/>
              </a:xfrm>
              <a:custGeom>
                <a:avLst/>
                <a:gdLst>
                  <a:gd name="csX0" fmla="*/ 45891 w 91360"/>
                  <a:gd name="csY0" fmla="*/ 91554 h 91359"/>
                  <a:gd name="csX1" fmla="*/ 78192 w 91360"/>
                  <a:gd name="csY1" fmla="*/ 78175 h 91359"/>
                  <a:gd name="csX2" fmla="*/ 91571 w 91360"/>
                  <a:gd name="csY2" fmla="*/ 45874 h 91359"/>
                  <a:gd name="csX3" fmla="*/ 78192 w 91360"/>
                  <a:gd name="csY3" fmla="*/ 13574 h 91359"/>
                  <a:gd name="csX4" fmla="*/ 45891 w 91360"/>
                  <a:gd name="csY4" fmla="*/ 195 h 91359"/>
                  <a:gd name="csX5" fmla="*/ 13590 w 91360"/>
                  <a:gd name="csY5" fmla="*/ 13574 h 91359"/>
                  <a:gd name="csX6" fmla="*/ 211 w 91360"/>
                  <a:gd name="csY6" fmla="*/ 45874 h 91359"/>
                  <a:gd name="csX7" fmla="*/ 13590 w 91360"/>
                  <a:gd name="csY7" fmla="*/ 78175 h 91359"/>
                  <a:gd name="csX8" fmla="*/ 45891 w 91360"/>
                  <a:gd name="csY8" fmla="*/ 9155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54"/>
                    </a:moveTo>
                    <a:cubicBezTo>
                      <a:pt x="58006" y="91554"/>
                      <a:pt x="69626" y="86741"/>
                      <a:pt x="78192" y="78175"/>
                    </a:cubicBezTo>
                    <a:cubicBezTo>
                      <a:pt x="86758" y="69608"/>
                      <a:pt x="91571" y="57989"/>
                      <a:pt x="91571" y="45874"/>
                    </a:cubicBezTo>
                    <a:cubicBezTo>
                      <a:pt x="91571" y="33760"/>
                      <a:pt x="86758" y="22140"/>
                      <a:pt x="78192" y="13574"/>
                    </a:cubicBezTo>
                    <a:cubicBezTo>
                      <a:pt x="69626" y="5008"/>
                      <a:pt x="58006" y="195"/>
                      <a:pt x="45891" y="195"/>
                    </a:cubicBezTo>
                    <a:cubicBezTo>
                      <a:pt x="33777" y="195"/>
                      <a:pt x="22157" y="5008"/>
                      <a:pt x="13590" y="13574"/>
                    </a:cubicBezTo>
                    <a:cubicBezTo>
                      <a:pt x="5024" y="22140"/>
                      <a:pt x="211" y="33760"/>
                      <a:pt x="211" y="45874"/>
                    </a:cubicBezTo>
                    <a:cubicBezTo>
                      <a:pt x="211" y="57989"/>
                      <a:pt x="5024" y="69608"/>
                      <a:pt x="13590" y="78175"/>
                    </a:cubicBezTo>
                    <a:cubicBezTo>
                      <a:pt x="22157" y="86741"/>
                      <a:pt x="33777" y="91554"/>
                      <a:pt x="45891" y="9155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3" name="任意多边形: 形状 2852"/>
              <p:cNvSpPr/>
              <p:nvPr/>
            </p:nvSpPr>
            <p:spPr>
              <a:xfrm>
                <a:off x="19749240" y="22676639"/>
                <a:ext cx="180000" cy="180000"/>
              </a:xfrm>
              <a:custGeom>
                <a:avLst/>
                <a:gdLst>
                  <a:gd name="csX0" fmla="*/ 45919 w 91360"/>
                  <a:gd name="csY0" fmla="*/ 91506 h 91359"/>
                  <a:gd name="csX1" fmla="*/ 78220 w 91360"/>
                  <a:gd name="csY1" fmla="*/ 78127 h 91359"/>
                  <a:gd name="csX2" fmla="*/ 91599 w 91360"/>
                  <a:gd name="csY2" fmla="*/ 45826 h 91359"/>
                  <a:gd name="csX3" fmla="*/ 78220 w 91360"/>
                  <a:gd name="csY3" fmla="*/ 13526 h 91359"/>
                  <a:gd name="csX4" fmla="*/ 45919 w 91360"/>
                  <a:gd name="csY4" fmla="*/ 146 h 91359"/>
                  <a:gd name="csX5" fmla="*/ 13618 w 91360"/>
                  <a:gd name="csY5" fmla="*/ 13526 h 91359"/>
                  <a:gd name="csX6" fmla="*/ 239 w 91360"/>
                  <a:gd name="csY6" fmla="*/ 45826 h 91359"/>
                  <a:gd name="csX7" fmla="*/ 13618 w 91360"/>
                  <a:gd name="csY7" fmla="*/ 78127 h 91359"/>
                  <a:gd name="csX8" fmla="*/ 45919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9" y="91506"/>
                    </a:moveTo>
                    <a:cubicBezTo>
                      <a:pt x="58034" y="91506"/>
                      <a:pt x="69654" y="86693"/>
                      <a:pt x="78220" y="78127"/>
                    </a:cubicBezTo>
                    <a:cubicBezTo>
                      <a:pt x="86786" y="69560"/>
                      <a:pt x="91599" y="57941"/>
                      <a:pt x="91599" y="45826"/>
                    </a:cubicBezTo>
                    <a:cubicBezTo>
                      <a:pt x="91599" y="33712"/>
                      <a:pt x="86786" y="22092"/>
                      <a:pt x="78220" y="13526"/>
                    </a:cubicBezTo>
                    <a:cubicBezTo>
                      <a:pt x="69654" y="4960"/>
                      <a:pt x="58034" y="146"/>
                      <a:pt x="45919" y="146"/>
                    </a:cubicBezTo>
                    <a:cubicBezTo>
                      <a:pt x="33805" y="146"/>
                      <a:pt x="22185" y="4960"/>
                      <a:pt x="13618" y="13526"/>
                    </a:cubicBezTo>
                    <a:cubicBezTo>
                      <a:pt x="5052" y="22092"/>
                      <a:pt x="239" y="33712"/>
                      <a:pt x="239" y="45826"/>
                    </a:cubicBezTo>
                    <a:cubicBezTo>
                      <a:pt x="239" y="57941"/>
                      <a:pt x="5052" y="69560"/>
                      <a:pt x="13618" y="78127"/>
                    </a:cubicBezTo>
                    <a:cubicBezTo>
                      <a:pt x="22185" y="86693"/>
                      <a:pt x="33805" y="91506"/>
                      <a:pt x="45919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4" name="任意多边形: 形状 2853"/>
              <p:cNvSpPr/>
              <p:nvPr/>
            </p:nvSpPr>
            <p:spPr>
              <a:xfrm>
                <a:off x="16955045" y="23121298"/>
                <a:ext cx="180000" cy="180000"/>
              </a:xfrm>
              <a:custGeom>
                <a:avLst/>
                <a:gdLst>
                  <a:gd name="csX0" fmla="*/ 45833 w 91360"/>
                  <a:gd name="csY0" fmla="*/ 91520 h 91359"/>
                  <a:gd name="csX1" fmla="*/ 78133 w 91360"/>
                  <a:gd name="csY1" fmla="*/ 78140 h 91359"/>
                  <a:gd name="csX2" fmla="*/ 91513 w 91360"/>
                  <a:gd name="csY2" fmla="*/ 45840 h 91359"/>
                  <a:gd name="csX3" fmla="*/ 78133 w 91360"/>
                  <a:gd name="csY3" fmla="*/ 13539 h 91359"/>
                  <a:gd name="csX4" fmla="*/ 45833 w 91360"/>
                  <a:gd name="csY4" fmla="*/ 160 h 91359"/>
                  <a:gd name="csX5" fmla="*/ 13532 w 91360"/>
                  <a:gd name="csY5" fmla="*/ 13539 h 91359"/>
                  <a:gd name="csX6" fmla="*/ 152 w 91360"/>
                  <a:gd name="csY6" fmla="*/ 45840 h 91359"/>
                  <a:gd name="csX7" fmla="*/ 13532 w 91360"/>
                  <a:gd name="csY7" fmla="*/ 78140 h 91359"/>
                  <a:gd name="csX8" fmla="*/ 45833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3" y="91520"/>
                    </a:moveTo>
                    <a:cubicBezTo>
                      <a:pt x="57947" y="91520"/>
                      <a:pt x="69567" y="86706"/>
                      <a:pt x="78133" y="78140"/>
                    </a:cubicBezTo>
                    <a:cubicBezTo>
                      <a:pt x="86700" y="69574"/>
                      <a:pt x="91513" y="57954"/>
                      <a:pt x="91513" y="45840"/>
                    </a:cubicBezTo>
                    <a:cubicBezTo>
                      <a:pt x="91513" y="33725"/>
                      <a:pt x="86700" y="22106"/>
                      <a:pt x="78133" y="13539"/>
                    </a:cubicBezTo>
                    <a:cubicBezTo>
                      <a:pt x="69567" y="4973"/>
                      <a:pt x="57947" y="160"/>
                      <a:pt x="45833" y="160"/>
                    </a:cubicBezTo>
                    <a:cubicBezTo>
                      <a:pt x="33718" y="160"/>
                      <a:pt x="22098" y="4973"/>
                      <a:pt x="13532" y="13539"/>
                    </a:cubicBezTo>
                    <a:cubicBezTo>
                      <a:pt x="4966" y="22106"/>
                      <a:pt x="152" y="33725"/>
                      <a:pt x="152" y="45840"/>
                    </a:cubicBezTo>
                    <a:cubicBezTo>
                      <a:pt x="152" y="57954"/>
                      <a:pt x="4966" y="69574"/>
                      <a:pt x="13532" y="78140"/>
                    </a:cubicBezTo>
                    <a:cubicBezTo>
                      <a:pt x="22098" y="86706"/>
                      <a:pt x="33718" y="91520"/>
                      <a:pt x="45833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5" name="任意多边形: 形状 2854"/>
              <p:cNvSpPr/>
              <p:nvPr/>
            </p:nvSpPr>
            <p:spPr>
              <a:xfrm>
                <a:off x="17305590" y="22831651"/>
                <a:ext cx="180000" cy="180000"/>
              </a:xfrm>
              <a:custGeom>
                <a:avLst/>
                <a:gdLst>
                  <a:gd name="csX0" fmla="*/ 45844 w 91360"/>
                  <a:gd name="csY0" fmla="*/ 91511 h 91359"/>
                  <a:gd name="csX1" fmla="*/ 78144 w 91360"/>
                  <a:gd name="csY1" fmla="*/ 78131 h 91359"/>
                  <a:gd name="csX2" fmla="*/ 91524 w 91360"/>
                  <a:gd name="csY2" fmla="*/ 45831 h 91359"/>
                  <a:gd name="csX3" fmla="*/ 78144 w 91360"/>
                  <a:gd name="csY3" fmla="*/ 13531 h 91359"/>
                  <a:gd name="csX4" fmla="*/ 45844 w 91360"/>
                  <a:gd name="csY4" fmla="*/ 151 h 91359"/>
                  <a:gd name="csX5" fmla="*/ 13543 w 91360"/>
                  <a:gd name="csY5" fmla="*/ 13531 h 91359"/>
                  <a:gd name="csX6" fmla="*/ 163 w 91360"/>
                  <a:gd name="csY6" fmla="*/ 45831 h 91359"/>
                  <a:gd name="csX7" fmla="*/ 13543 w 91360"/>
                  <a:gd name="csY7" fmla="*/ 78131 h 91359"/>
                  <a:gd name="csX8" fmla="*/ 45844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4" y="91511"/>
                    </a:moveTo>
                    <a:cubicBezTo>
                      <a:pt x="57958" y="91511"/>
                      <a:pt x="69578" y="86697"/>
                      <a:pt x="78144" y="78131"/>
                    </a:cubicBezTo>
                    <a:cubicBezTo>
                      <a:pt x="86711" y="69565"/>
                      <a:pt x="91524" y="57945"/>
                      <a:pt x="91524" y="45831"/>
                    </a:cubicBezTo>
                    <a:cubicBezTo>
                      <a:pt x="91524" y="33717"/>
                      <a:pt x="86711" y="22097"/>
                      <a:pt x="78144" y="13531"/>
                    </a:cubicBezTo>
                    <a:cubicBezTo>
                      <a:pt x="69578" y="4964"/>
                      <a:pt x="57958" y="151"/>
                      <a:pt x="45844" y="151"/>
                    </a:cubicBezTo>
                    <a:cubicBezTo>
                      <a:pt x="33729" y="151"/>
                      <a:pt x="22109" y="4964"/>
                      <a:pt x="13543" y="13531"/>
                    </a:cubicBezTo>
                    <a:cubicBezTo>
                      <a:pt x="4976" y="22097"/>
                      <a:pt x="163" y="33717"/>
                      <a:pt x="163" y="45831"/>
                    </a:cubicBezTo>
                    <a:cubicBezTo>
                      <a:pt x="163" y="57945"/>
                      <a:pt x="4976" y="69565"/>
                      <a:pt x="13543" y="78131"/>
                    </a:cubicBezTo>
                    <a:cubicBezTo>
                      <a:pt x="22109" y="86697"/>
                      <a:pt x="33729" y="91511"/>
                      <a:pt x="45844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6" name="任意多边形: 形状 2855"/>
              <p:cNvSpPr/>
              <p:nvPr/>
            </p:nvSpPr>
            <p:spPr>
              <a:xfrm>
                <a:off x="17098079" y="23692547"/>
                <a:ext cx="180000" cy="180000"/>
              </a:xfrm>
              <a:custGeom>
                <a:avLst/>
                <a:gdLst>
                  <a:gd name="csX0" fmla="*/ 45876 w 91360"/>
                  <a:gd name="csY0" fmla="*/ 91525 h 91359"/>
                  <a:gd name="csX1" fmla="*/ 78177 w 91360"/>
                  <a:gd name="csY1" fmla="*/ 78146 h 91359"/>
                  <a:gd name="csX2" fmla="*/ 91556 w 91360"/>
                  <a:gd name="csY2" fmla="*/ 45846 h 91359"/>
                  <a:gd name="csX3" fmla="*/ 78177 w 91360"/>
                  <a:gd name="csY3" fmla="*/ 13545 h 91359"/>
                  <a:gd name="csX4" fmla="*/ 45876 w 91360"/>
                  <a:gd name="csY4" fmla="*/ 166 h 91359"/>
                  <a:gd name="csX5" fmla="*/ 13575 w 91360"/>
                  <a:gd name="csY5" fmla="*/ 13545 h 91359"/>
                  <a:gd name="csX6" fmla="*/ 196 w 91360"/>
                  <a:gd name="csY6" fmla="*/ 45846 h 91359"/>
                  <a:gd name="csX7" fmla="*/ 13575 w 91360"/>
                  <a:gd name="csY7" fmla="*/ 78146 h 91359"/>
                  <a:gd name="csX8" fmla="*/ 45876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525"/>
                    </a:moveTo>
                    <a:cubicBezTo>
                      <a:pt x="57990" y="91525"/>
                      <a:pt x="69610" y="86712"/>
                      <a:pt x="78177" y="78146"/>
                    </a:cubicBezTo>
                    <a:cubicBezTo>
                      <a:pt x="86743" y="69580"/>
                      <a:pt x="91556" y="57960"/>
                      <a:pt x="91556" y="45846"/>
                    </a:cubicBezTo>
                    <a:cubicBezTo>
                      <a:pt x="91556" y="33731"/>
                      <a:pt x="86743" y="22111"/>
                      <a:pt x="78177" y="13545"/>
                    </a:cubicBezTo>
                    <a:cubicBezTo>
                      <a:pt x="69610" y="4979"/>
                      <a:pt x="57990" y="166"/>
                      <a:pt x="45876" y="166"/>
                    </a:cubicBezTo>
                    <a:cubicBezTo>
                      <a:pt x="33761" y="166"/>
                      <a:pt x="22141" y="4979"/>
                      <a:pt x="13575" y="13545"/>
                    </a:cubicBezTo>
                    <a:cubicBezTo>
                      <a:pt x="5009" y="22111"/>
                      <a:pt x="196" y="33731"/>
                      <a:pt x="196" y="45846"/>
                    </a:cubicBezTo>
                    <a:cubicBezTo>
                      <a:pt x="196" y="57960"/>
                      <a:pt x="5009" y="69580"/>
                      <a:pt x="13575" y="78146"/>
                    </a:cubicBezTo>
                    <a:cubicBezTo>
                      <a:pt x="22141" y="86712"/>
                      <a:pt x="33761" y="91525"/>
                      <a:pt x="45876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7" name="任意多边形: 形状 2856"/>
              <p:cNvSpPr/>
              <p:nvPr/>
            </p:nvSpPr>
            <p:spPr>
              <a:xfrm>
                <a:off x="17396853" y="22892555"/>
                <a:ext cx="180000" cy="180000"/>
              </a:xfrm>
              <a:custGeom>
                <a:avLst/>
                <a:gdLst>
                  <a:gd name="csX0" fmla="*/ 45846 w 91360"/>
                  <a:gd name="csY0" fmla="*/ 91512 h 91359"/>
                  <a:gd name="csX1" fmla="*/ 78147 w 91360"/>
                  <a:gd name="csY1" fmla="*/ 78133 h 91359"/>
                  <a:gd name="csX2" fmla="*/ 91527 w 91360"/>
                  <a:gd name="csY2" fmla="*/ 45833 h 91359"/>
                  <a:gd name="csX3" fmla="*/ 78147 w 91360"/>
                  <a:gd name="csY3" fmla="*/ 13532 h 91359"/>
                  <a:gd name="csX4" fmla="*/ 45846 w 91360"/>
                  <a:gd name="csY4" fmla="*/ 153 h 91359"/>
                  <a:gd name="csX5" fmla="*/ 13546 w 91360"/>
                  <a:gd name="csY5" fmla="*/ 13532 h 91359"/>
                  <a:gd name="csX6" fmla="*/ 166 w 91360"/>
                  <a:gd name="csY6" fmla="*/ 45833 h 91359"/>
                  <a:gd name="csX7" fmla="*/ 13546 w 91360"/>
                  <a:gd name="csY7" fmla="*/ 78133 h 91359"/>
                  <a:gd name="csX8" fmla="*/ 45846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6" y="91512"/>
                    </a:moveTo>
                    <a:cubicBezTo>
                      <a:pt x="57961" y="91512"/>
                      <a:pt x="69581" y="86699"/>
                      <a:pt x="78147" y="78133"/>
                    </a:cubicBezTo>
                    <a:cubicBezTo>
                      <a:pt x="86713" y="69567"/>
                      <a:pt x="91527" y="57947"/>
                      <a:pt x="91527" y="45833"/>
                    </a:cubicBezTo>
                    <a:cubicBezTo>
                      <a:pt x="91527" y="33718"/>
                      <a:pt x="86713" y="22099"/>
                      <a:pt x="78147" y="13532"/>
                    </a:cubicBezTo>
                    <a:cubicBezTo>
                      <a:pt x="69581" y="4966"/>
                      <a:pt x="57961" y="153"/>
                      <a:pt x="45846" y="153"/>
                    </a:cubicBezTo>
                    <a:cubicBezTo>
                      <a:pt x="33732" y="153"/>
                      <a:pt x="22112" y="4966"/>
                      <a:pt x="13546" y="13532"/>
                    </a:cubicBezTo>
                    <a:cubicBezTo>
                      <a:pt x="4979" y="22099"/>
                      <a:pt x="166" y="33718"/>
                      <a:pt x="166" y="45833"/>
                    </a:cubicBezTo>
                    <a:cubicBezTo>
                      <a:pt x="166" y="57947"/>
                      <a:pt x="4979" y="69567"/>
                      <a:pt x="13546" y="78133"/>
                    </a:cubicBezTo>
                    <a:cubicBezTo>
                      <a:pt x="22112" y="86699"/>
                      <a:pt x="33732" y="91512"/>
                      <a:pt x="45846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8" name="任意多边形: 形状 2857"/>
              <p:cNvSpPr/>
              <p:nvPr/>
            </p:nvSpPr>
            <p:spPr>
              <a:xfrm>
                <a:off x="19414487" y="21743344"/>
                <a:ext cx="180000" cy="180000"/>
              </a:xfrm>
              <a:custGeom>
                <a:avLst/>
                <a:gdLst>
                  <a:gd name="csX0" fmla="*/ 45909 w 91360"/>
                  <a:gd name="csY0" fmla="*/ 91477 h 91359"/>
                  <a:gd name="csX1" fmla="*/ 78210 w 91360"/>
                  <a:gd name="csY1" fmla="*/ 78098 h 91359"/>
                  <a:gd name="csX2" fmla="*/ 91589 w 91360"/>
                  <a:gd name="csY2" fmla="*/ 45797 h 91359"/>
                  <a:gd name="csX3" fmla="*/ 78210 w 91360"/>
                  <a:gd name="csY3" fmla="*/ 13497 h 91359"/>
                  <a:gd name="csX4" fmla="*/ 45909 w 91360"/>
                  <a:gd name="csY4" fmla="*/ 118 h 91359"/>
                  <a:gd name="csX5" fmla="*/ 13608 w 91360"/>
                  <a:gd name="csY5" fmla="*/ 13497 h 91359"/>
                  <a:gd name="csX6" fmla="*/ 229 w 91360"/>
                  <a:gd name="csY6" fmla="*/ 45797 h 91359"/>
                  <a:gd name="csX7" fmla="*/ 13608 w 91360"/>
                  <a:gd name="csY7" fmla="*/ 78098 h 91359"/>
                  <a:gd name="csX8" fmla="*/ 45909 w 91360"/>
                  <a:gd name="csY8" fmla="*/ 9147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9" y="91477"/>
                    </a:moveTo>
                    <a:cubicBezTo>
                      <a:pt x="58023" y="91477"/>
                      <a:pt x="69643" y="86664"/>
                      <a:pt x="78210" y="78098"/>
                    </a:cubicBezTo>
                    <a:cubicBezTo>
                      <a:pt x="86776" y="69531"/>
                      <a:pt x="91589" y="57912"/>
                      <a:pt x="91589" y="45797"/>
                    </a:cubicBezTo>
                    <a:cubicBezTo>
                      <a:pt x="91589" y="33683"/>
                      <a:pt x="86776" y="22063"/>
                      <a:pt x="78210" y="13497"/>
                    </a:cubicBezTo>
                    <a:cubicBezTo>
                      <a:pt x="69643" y="4931"/>
                      <a:pt x="58023" y="118"/>
                      <a:pt x="45909" y="118"/>
                    </a:cubicBezTo>
                    <a:cubicBezTo>
                      <a:pt x="33794" y="118"/>
                      <a:pt x="22174" y="4931"/>
                      <a:pt x="13608" y="13497"/>
                    </a:cubicBezTo>
                    <a:cubicBezTo>
                      <a:pt x="5042" y="22063"/>
                      <a:pt x="229" y="33683"/>
                      <a:pt x="229" y="45797"/>
                    </a:cubicBezTo>
                    <a:cubicBezTo>
                      <a:pt x="229" y="57912"/>
                      <a:pt x="5042" y="69531"/>
                      <a:pt x="13608" y="78098"/>
                    </a:cubicBezTo>
                    <a:cubicBezTo>
                      <a:pt x="22174" y="86664"/>
                      <a:pt x="33794" y="91477"/>
                      <a:pt x="45909" y="9147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59" name="任意多边形: 形状 2858"/>
              <p:cNvSpPr/>
              <p:nvPr/>
            </p:nvSpPr>
            <p:spPr>
              <a:xfrm>
                <a:off x="17633540" y="23565183"/>
                <a:ext cx="180000" cy="180000"/>
              </a:xfrm>
              <a:custGeom>
                <a:avLst/>
                <a:gdLst>
                  <a:gd name="csX0" fmla="*/ 45854 w 91360"/>
                  <a:gd name="csY0" fmla="*/ 91533 h 91359"/>
                  <a:gd name="csX1" fmla="*/ 78154 w 91360"/>
                  <a:gd name="csY1" fmla="*/ 78154 h 91359"/>
                  <a:gd name="csX2" fmla="*/ 91534 w 91360"/>
                  <a:gd name="csY2" fmla="*/ 45854 h 91359"/>
                  <a:gd name="csX3" fmla="*/ 78154 w 91360"/>
                  <a:gd name="csY3" fmla="*/ 13553 h 91359"/>
                  <a:gd name="csX4" fmla="*/ 45854 w 91360"/>
                  <a:gd name="csY4" fmla="*/ 174 h 91359"/>
                  <a:gd name="csX5" fmla="*/ 13553 w 91360"/>
                  <a:gd name="csY5" fmla="*/ 13553 h 91359"/>
                  <a:gd name="csX6" fmla="*/ 173 w 91360"/>
                  <a:gd name="csY6" fmla="*/ 45854 h 91359"/>
                  <a:gd name="csX7" fmla="*/ 13553 w 91360"/>
                  <a:gd name="csY7" fmla="*/ 78154 h 91359"/>
                  <a:gd name="csX8" fmla="*/ 45854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4" y="91533"/>
                    </a:moveTo>
                    <a:cubicBezTo>
                      <a:pt x="57968" y="91533"/>
                      <a:pt x="69588" y="86720"/>
                      <a:pt x="78154" y="78154"/>
                    </a:cubicBezTo>
                    <a:cubicBezTo>
                      <a:pt x="86721" y="69588"/>
                      <a:pt x="91534" y="57968"/>
                      <a:pt x="91534" y="45854"/>
                    </a:cubicBezTo>
                    <a:cubicBezTo>
                      <a:pt x="91534" y="33739"/>
                      <a:pt x="86721" y="22119"/>
                      <a:pt x="78154" y="13553"/>
                    </a:cubicBezTo>
                    <a:cubicBezTo>
                      <a:pt x="69588" y="4987"/>
                      <a:pt x="57968" y="174"/>
                      <a:pt x="45854" y="174"/>
                    </a:cubicBezTo>
                    <a:cubicBezTo>
                      <a:pt x="33739" y="174"/>
                      <a:pt x="22119" y="4987"/>
                      <a:pt x="13553" y="13553"/>
                    </a:cubicBezTo>
                    <a:cubicBezTo>
                      <a:pt x="4987" y="22119"/>
                      <a:pt x="173" y="33739"/>
                      <a:pt x="173" y="45854"/>
                    </a:cubicBezTo>
                    <a:cubicBezTo>
                      <a:pt x="173" y="57968"/>
                      <a:pt x="4987" y="69588"/>
                      <a:pt x="13553" y="78154"/>
                    </a:cubicBezTo>
                    <a:cubicBezTo>
                      <a:pt x="22119" y="86720"/>
                      <a:pt x="33739" y="91533"/>
                      <a:pt x="45854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0" name="任意多边形: 形状 2859"/>
              <p:cNvSpPr/>
              <p:nvPr/>
            </p:nvSpPr>
            <p:spPr>
              <a:xfrm>
                <a:off x="20264708" y="22887358"/>
                <a:ext cx="180000" cy="180000"/>
              </a:xfrm>
              <a:custGeom>
                <a:avLst/>
                <a:gdLst>
                  <a:gd name="csX0" fmla="*/ 45935 w 91360"/>
                  <a:gd name="csY0" fmla="*/ 91512 h 91359"/>
                  <a:gd name="csX1" fmla="*/ 78236 w 91360"/>
                  <a:gd name="csY1" fmla="*/ 78133 h 91359"/>
                  <a:gd name="csX2" fmla="*/ 91615 w 91360"/>
                  <a:gd name="csY2" fmla="*/ 45833 h 91359"/>
                  <a:gd name="csX3" fmla="*/ 78236 w 91360"/>
                  <a:gd name="csY3" fmla="*/ 13532 h 91359"/>
                  <a:gd name="csX4" fmla="*/ 45935 w 91360"/>
                  <a:gd name="csY4" fmla="*/ 153 h 91359"/>
                  <a:gd name="csX5" fmla="*/ 13634 w 91360"/>
                  <a:gd name="csY5" fmla="*/ 13532 h 91359"/>
                  <a:gd name="csX6" fmla="*/ 255 w 91360"/>
                  <a:gd name="csY6" fmla="*/ 45833 h 91359"/>
                  <a:gd name="csX7" fmla="*/ 13634 w 91360"/>
                  <a:gd name="csY7" fmla="*/ 78133 h 91359"/>
                  <a:gd name="csX8" fmla="*/ 45935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5" y="91512"/>
                    </a:moveTo>
                    <a:cubicBezTo>
                      <a:pt x="58050" y="91512"/>
                      <a:pt x="69670" y="86699"/>
                      <a:pt x="78236" y="78133"/>
                    </a:cubicBezTo>
                    <a:cubicBezTo>
                      <a:pt x="86802" y="69567"/>
                      <a:pt x="91615" y="57947"/>
                      <a:pt x="91615" y="45833"/>
                    </a:cubicBezTo>
                    <a:cubicBezTo>
                      <a:pt x="91615" y="33718"/>
                      <a:pt x="86802" y="22098"/>
                      <a:pt x="78236" y="13532"/>
                    </a:cubicBezTo>
                    <a:cubicBezTo>
                      <a:pt x="69670" y="4966"/>
                      <a:pt x="58050" y="153"/>
                      <a:pt x="45935" y="153"/>
                    </a:cubicBezTo>
                    <a:cubicBezTo>
                      <a:pt x="33821" y="153"/>
                      <a:pt x="22201" y="4966"/>
                      <a:pt x="13634" y="13532"/>
                    </a:cubicBezTo>
                    <a:cubicBezTo>
                      <a:pt x="5068" y="22098"/>
                      <a:pt x="255" y="33718"/>
                      <a:pt x="255" y="45833"/>
                    </a:cubicBezTo>
                    <a:cubicBezTo>
                      <a:pt x="255" y="57947"/>
                      <a:pt x="5068" y="69567"/>
                      <a:pt x="13634" y="78133"/>
                    </a:cubicBezTo>
                    <a:cubicBezTo>
                      <a:pt x="22201" y="86699"/>
                      <a:pt x="33821" y="91512"/>
                      <a:pt x="45935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1" name="任意多边形: 形状 2860"/>
              <p:cNvSpPr/>
              <p:nvPr/>
            </p:nvSpPr>
            <p:spPr>
              <a:xfrm>
                <a:off x="19360548" y="23402770"/>
                <a:ext cx="180000" cy="180000"/>
              </a:xfrm>
              <a:custGeom>
                <a:avLst/>
                <a:gdLst>
                  <a:gd name="csX0" fmla="*/ 45899 w 91360"/>
                  <a:gd name="csY0" fmla="*/ 91507 h 91359"/>
                  <a:gd name="csX1" fmla="*/ 78200 w 91360"/>
                  <a:gd name="csY1" fmla="*/ 78128 h 91359"/>
                  <a:gd name="csX2" fmla="*/ 91579 w 91360"/>
                  <a:gd name="csY2" fmla="*/ 45828 h 91359"/>
                  <a:gd name="csX3" fmla="*/ 78200 w 91360"/>
                  <a:gd name="csY3" fmla="*/ 13527 h 91359"/>
                  <a:gd name="csX4" fmla="*/ 45899 w 91360"/>
                  <a:gd name="csY4" fmla="*/ 148 h 91359"/>
                  <a:gd name="csX5" fmla="*/ 13598 w 91360"/>
                  <a:gd name="csY5" fmla="*/ 13527 h 91359"/>
                  <a:gd name="csX6" fmla="*/ 219 w 91360"/>
                  <a:gd name="csY6" fmla="*/ 45828 h 91359"/>
                  <a:gd name="csX7" fmla="*/ 13598 w 91360"/>
                  <a:gd name="csY7" fmla="*/ 78128 h 91359"/>
                  <a:gd name="csX8" fmla="*/ 45899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507"/>
                    </a:moveTo>
                    <a:cubicBezTo>
                      <a:pt x="58013" y="91507"/>
                      <a:pt x="69633" y="86694"/>
                      <a:pt x="78200" y="78128"/>
                    </a:cubicBezTo>
                    <a:cubicBezTo>
                      <a:pt x="86766" y="69562"/>
                      <a:pt x="91579" y="57942"/>
                      <a:pt x="91579" y="45828"/>
                    </a:cubicBezTo>
                    <a:cubicBezTo>
                      <a:pt x="91579" y="33713"/>
                      <a:pt x="86766" y="22094"/>
                      <a:pt x="78200" y="13527"/>
                    </a:cubicBezTo>
                    <a:cubicBezTo>
                      <a:pt x="69633" y="4961"/>
                      <a:pt x="58013" y="148"/>
                      <a:pt x="45899" y="148"/>
                    </a:cubicBezTo>
                    <a:cubicBezTo>
                      <a:pt x="33784" y="148"/>
                      <a:pt x="22164" y="4961"/>
                      <a:pt x="13598" y="13527"/>
                    </a:cubicBezTo>
                    <a:cubicBezTo>
                      <a:pt x="5032" y="22094"/>
                      <a:pt x="219" y="33713"/>
                      <a:pt x="219" y="45828"/>
                    </a:cubicBezTo>
                    <a:cubicBezTo>
                      <a:pt x="219" y="57942"/>
                      <a:pt x="5032" y="69562"/>
                      <a:pt x="13598" y="78128"/>
                    </a:cubicBezTo>
                    <a:cubicBezTo>
                      <a:pt x="22164" y="86694"/>
                      <a:pt x="33784" y="91507"/>
                      <a:pt x="45899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2" name="任意多边形: 形状 2861"/>
              <p:cNvSpPr/>
              <p:nvPr/>
            </p:nvSpPr>
            <p:spPr>
              <a:xfrm>
                <a:off x="16485627" y="22905245"/>
                <a:ext cx="180000" cy="180000"/>
              </a:xfrm>
              <a:custGeom>
                <a:avLst/>
                <a:gdLst>
                  <a:gd name="csX0" fmla="*/ 45818 w 91360"/>
                  <a:gd name="csY0" fmla="*/ 91513 h 91359"/>
                  <a:gd name="csX1" fmla="*/ 78119 w 91360"/>
                  <a:gd name="csY1" fmla="*/ 78134 h 91359"/>
                  <a:gd name="csX2" fmla="*/ 91498 w 91360"/>
                  <a:gd name="csY2" fmla="*/ 45833 h 91359"/>
                  <a:gd name="csX3" fmla="*/ 78119 w 91360"/>
                  <a:gd name="csY3" fmla="*/ 13533 h 91359"/>
                  <a:gd name="csX4" fmla="*/ 45818 w 91360"/>
                  <a:gd name="csY4" fmla="*/ 154 h 91359"/>
                  <a:gd name="csX5" fmla="*/ 13517 w 91360"/>
                  <a:gd name="csY5" fmla="*/ 13533 h 91359"/>
                  <a:gd name="csX6" fmla="*/ 138 w 91360"/>
                  <a:gd name="csY6" fmla="*/ 45833 h 91359"/>
                  <a:gd name="csX7" fmla="*/ 13517 w 91360"/>
                  <a:gd name="csY7" fmla="*/ 78134 h 91359"/>
                  <a:gd name="csX8" fmla="*/ 45818 w 91360"/>
                  <a:gd name="csY8" fmla="*/ 9151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18" y="91513"/>
                    </a:moveTo>
                    <a:cubicBezTo>
                      <a:pt x="57933" y="91513"/>
                      <a:pt x="69553" y="86700"/>
                      <a:pt x="78119" y="78134"/>
                    </a:cubicBezTo>
                    <a:cubicBezTo>
                      <a:pt x="86685" y="69567"/>
                      <a:pt x="91498" y="57948"/>
                      <a:pt x="91498" y="45833"/>
                    </a:cubicBezTo>
                    <a:cubicBezTo>
                      <a:pt x="91498" y="33719"/>
                      <a:pt x="86685" y="22099"/>
                      <a:pt x="78119" y="13533"/>
                    </a:cubicBezTo>
                    <a:cubicBezTo>
                      <a:pt x="69553" y="4967"/>
                      <a:pt x="57933" y="154"/>
                      <a:pt x="45818" y="154"/>
                    </a:cubicBezTo>
                    <a:cubicBezTo>
                      <a:pt x="33704" y="154"/>
                      <a:pt x="22084" y="4967"/>
                      <a:pt x="13517" y="13533"/>
                    </a:cubicBezTo>
                    <a:cubicBezTo>
                      <a:pt x="4951" y="22099"/>
                      <a:pt x="138" y="33719"/>
                      <a:pt x="138" y="45833"/>
                    </a:cubicBezTo>
                    <a:cubicBezTo>
                      <a:pt x="138" y="57948"/>
                      <a:pt x="4951" y="69567"/>
                      <a:pt x="13517" y="78134"/>
                    </a:cubicBezTo>
                    <a:cubicBezTo>
                      <a:pt x="22084" y="86700"/>
                      <a:pt x="33704" y="91513"/>
                      <a:pt x="45818" y="9151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3" name="任意多边形: 形状 2862"/>
              <p:cNvSpPr/>
              <p:nvPr/>
            </p:nvSpPr>
            <p:spPr>
              <a:xfrm>
                <a:off x="17401499" y="22653726"/>
                <a:ext cx="180000" cy="180000"/>
              </a:xfrm>
              <a:custGeom>
                <a:avLst/>
                <a:gdLst>
                  <a:gd name="csX0" fmla="*/ 45847 w 91360"/>
                  <a:gd name="csY0" fmla="*/ 91505 h 91359"/>
                  <a:gd name="csX1" fmla="*/ 78147 w 91360"/>
                  <a:gd name="csY1" fmla="*/ 78126 h 91359"/>
                  <a:gd name="csX2" fmla="*/ 91527 w 91360"/>
                  <a:gd name="csY2" fmla="*/ 45825 h 91359"/>
                  <a:gd name="csX3" fmla="*/ 78147 w 91360"/>
                  <a:gd name="csY3" fmla="*/ 13525 h 91359"/>
                  <a:gd name="csX4" fmla="*/ 45847 w 91360"/>
                  <a:gd name="csY4" fmla="*/ 146 h 91359"/>
                  <a:gd name="csX5" fmla="*/ 13546 w 91360"/>
                  <a:gd name="csY5" fmla="*/ 13525 h 91359"/>
                  <a:gd name="csX6" fmla="*/ 166 w 91360"/>
                  <a:gd name="csY6" fmla="*/ 45825 h 91359"/>
                  <a:gd name="csX7" fmla="*/ 13546 w 91360"/>
                  <a:gd name="csY7" fmla="*/ 78126 h 91359"/>
                  <a:gd name="csX8" fmla="*/ 45847 w 91360"/>
                  <a:gd name="csY8" fmla="*/ 9150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7" y="91505"/>
                    </a:moveTo>
                    <a:cubicBezTo>
                      <a:pt x="57961" y="91505"/>
                      <a:pt x="69581" y="86692"/>
                      <a:pt x="78147" y="78126"/>
                    </a:cubicBezTo>
                    <a:cubicBezTo>
                      <a:pt x="86714" y="69560"/>
                      <a:pt x="91527" y="57940"/>
                      <a:pt x="91527" y="45825"/>
                    </a:cubicBezTo>
                    <a:cubicBezTo>
                      <a:pt x="91527" y="33711"/>
                      <a:pt x="86714" y="22091"/>
                      <a:pt x="78147" y="13525"/>
                    </a:cubicBezTo>
                    <a:cubicBezTo>
                      <a:pt x="69581" y="4959"/>
                      <a:pt x="57961" y="146"/>
                      <a:pt x="45847" y="146"/>
                    </a:cubicBezTo>
                    <a:cubicBezTo>
                      <a:pt x="33732" y="146"/>
                      <a:pt x="22112" y="4959"/>
                      <a:pt x="13546" y="13525"/>
                    </a:cubicBezTo>
                    <a:cubicBezTo>
                      <a:pt x="4979" y="22091"/>
                      <a:pt x="166" y="33711"/>
                      <a:pt x="166" y="45825"/>
                    </a:cubicBezTo>
                    <a:cubicBezTo>
                      <a:pt x="166" y="57940"/>
                      <a:pt x="4979" y="69560"/>
                      <a:pt x="13546" y="78126"/>
                    </a:cubicBezTo>
                    <a:cubicBezTo>
                      <a:pt x="22112" y="86692"/>
                      <a:pt x="33732" y="91505"/>
                      <a:pt x="45847" y="9150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4" name="任意多边形: 形状 2863"/>
              <p:cNvSpPr/>
              <p:nvPr/>
            </p:nvSpPr>
            <p:spPr>
              <a:xfrm>
                <a:off x="19817665" y="22236680"/>
                <a:ext cx="180000" cy="180000"/>
              </a:xfrm>
              <a:custGeom>
                <a:avLst/>
                <a:gdLst>
                  <a:gd name="csX0" fmla="*/ 45921 w 91360"/>
                  <a:gd name="csY0" fmla="*/ 91492 h 91359"/>
                  <a:gd name="csX1" fmla="*/ 78222 w 91360"/>
                  <a:gd name="csY1" fmla="*/ 78113 h 91359"/>
                  <a:gd name="csX2" fmla="*/ 91602 w 91360"/>
                  <a:gd name="csY2" fmla="*/ 45812 h 91359"/>
                  <a:gd name="csX3" fmla="*/ 78222 w 91360"/>
                  <a:gd name="csY3" fmla="*/ 13512 h 91359"/>
                  <a:gd name="csX4" fmla="*/ 45921 w 91360"/>
                  <a:gd name="csY4" fmla="*/ 133 h 91359"/>
                  <a:gd name="csX5" fmla="*/ 13621 w 91360"/>
                  <a:gd name="csY5" fmla="*/ 13512 h 91359"/>
                  <a:gd name="csX6" fmla="*/ 241 w 91360"/>
                  <a:gd name="csY6" fmla="*/ 45812 h 91359"/>
                  <a:gd name="csX7" fmla="*/ 13621 w 91360"/>
                  <a:gd name="csY7" fmla="*/ 78113 h 91359"/>
                  <a:gd name="csX8" fmla="*/ 45921 w 91360"/>
                  <a:gd name="csY8" fmla="*/ 9149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1" y="91492"/>
                    </a:moveTo>
                    <a:cubicBezTo>
                      <a:pt x="58036" y="91492"/>
                      <a:pt x="69656" y="86679"/>
                      <a:pt x="78222" y="78113"/>
                    </a:cubicBezTo>
                    <a:cubicBezTo>
                      <a:pt x="86788" y="69547"/>
                      <a:pt x="91602" y="57927"/>
                      <a:pt x="91602" y="45812"/>
                    </a:cubicBezTo>
                    <a:cubicBezTo>
                      <a:pt x="91602" y="33698"/>
                      <a:pt x="86788" y="22078"/>
                      <a:pt x="78222" y="13512"/>
                    </a:cubicBezTo>
                    <a:cubicBezTo>
                      <a:pt x="69656" y="4946"/>
                      <a:pt x="58036" y="133"/>
                      <a:pt x="45921" y="133"/>
                    </a:cubicBezTo>
                    <a:cubicBezTo>
                      <a:pt x="33807" y="133"/>
                      <a:pt x="22187" y="4946"/>
                      <a:pt x="13621" y="13512"/>
                    </a:cubicBezTo>
                    <a:cubicBezTo>
                      <a:pt x="5054" y="22078"/>
                      <a:pt x="241" y="33698"/>
                      <a:pt x="241" y="45812"/>
                    </a:cubicBezTo>
                    <a:cubicBezTo>
                      <a:pt x="241" y="57927"/>
                      <a:pt x="5054" y="69547"/>
                      <a:pt x="13621" y="78113"/>
                    </a:cubicBezTo>
                    <a:cubicBezTo>
                      <a:pt x="22187" y="86679"/>
                      <a:pt x="33807" y="91492"/>
                      <a:pt x="45921" y="9149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5" name="任意多边形: 形状 2864"/>
              <p:cNvSpPr/>
              <p:nvPr/>
            </p:nvSpPr>
            <p:spPr>
              <a:xfrm>
                <a:off x="18468482" y="22961804"/>
                <a:ext cx="180000" cy="180000"/>
              </a:xfrm>
              <a:custGeom>
                <a:avLst/>
                <a:gdLst>
                  <a:gd name="csX0" fmla="*/ 45880 w 91360"/>
                  <a:gd name="csY0" fmla="*/ 91515 h 91359"/>
                  <a:gd name="csX1" fmla="*/ 78180 w 91360"/>
                  <a:gd name="csY1" fmla="*/ 78135 h 91359"/>
                  <a:gd name="csX2" fmla="*/ 91560 w 91360"/>
                  <a:gd name="csY2" fmla="*/ 45835 h 91359"/>
                  <a:gd name="csX3" fmla="*/ 78180 w 91360"/>
                  <a:gd name="csY3" fmla="*/ 13535 h 91359"/>
                  <a:gd name="csX4" fmla="*/ 45880 w 91360"/>
                  <a:gd name="csY4" fmla="*/ 155 h 91359"/>
                  <a:gd name="csX5" fmla="*/ 13579 w 91360"/>
                  <a:gd name="csY5" fmla="*/ 13535 h 91359"/>
                  <a:gd name="csX6" fmla="*/ 199 w 91360"/>
                  <a:gd name="csY6" fmla="*/ 45835 h 91359"/>
                  <a:gd name="csX7" fmla="*/ 13579 w 91360"/>
                  <a:gd name="csY7" fmla="*/ 78135 h 91359"/>
                  <a:gd name="csX8" fmla="*/ 45880 w 91360"/>
                  <a:gd name="csY8" fmla="*/ 9151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515"/>
                    </a:moveTo>
                    <a:cubicBezTo>
                      <a:pt x="57994" y="91515"/>
                      <a:pt x="69614" y="86702"/>
                      <a:pt x="78180" y="78135"/>
                    </a:cubicBezTo>
                    <a:cubicBezTo>
                      <a:pt x="86747" y="69569"/>
                      <a:pt x="91560" y="57949"/>
                      <a:pt x="91560" y="45835"/>
                    </a:cubicBezTo>
                    <a:cubicBezTo>
                      <a:pt x="91560" y="33721"/>
                      <a:pt x="86747" y="22101"/>
                      <a:pt x="78180" y="13535"/>
                    </a:cubicBezTo>
                    <a:cubicBezTo>
                      <a:pt x="69614" y="4968"/>
                      <a:pt x="57994" y="155"/>
                      <a:pt x="45880" y="155"/>
                    </a:cubicBezTo>
                    <a:cubicBezTo>
                      <a:pt x="33765" y="155"/>
                      <a:pt x="22145" y="4968"/>
                      <a:pt x="13579" y="13535"/>
                    </a:cubicBezTo>
                    <a:cubicBezTo>
                      <a:pt x="5012" y="22101"/>
                      <a:pt x="199" y="33721"/>
                      <a:pt x="199" y="45835"/>
                    </a:cubicBezTo>
                    <a:cubicBezTo>
                      <a:pt x="199" y="57949"/>
                      <a:pt x="5012" y="69569"/>
                      <a:pt x="13579" y="78135"/>
                    </a:cubicBezTo>
                    <a:cubicBezTo>
                      <a:pt x="22145" y="86702"/>
                      <a:pt x="33765" y="91515"/>
                      <a:pt x="45880" y="9151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6" name="任意多边形: 形状 2865"/>
              <p:cNvSpPr/>
              <p:nvPr/>
            </p:nvSpPr>
            <p:spPr>
              <a:xfrm>
                <a:off x="18492677" y="23298293"/>
                <a:ext cx="180000" cy="180000"/>
              </a:xfrm>
              <a:custGeom>
                <a:avLst/>
                <a:gdLst>
                  <a:gd name="csX0" fmla="*/ 45880 w 91360"/>
                  <a:gd name="csY0" fmla="*/ 91525 h 91359"/>
                  <a:gd name="csX1" fmla="*/ 78181 w 91360"/>
                  <a:gd name="csY1" fmla="*/ 78146 h 91359"/>
                  <a:gd name="csX2" fmla="*/ 91561 w 91360"/>
                  <a:gd name="csY2" fmla="*/ 45845 h 91359"/>
                  <a:gd name="csX3" fmla="*/ 78181 w 91360"/>
                  <a:gd name="csY3" fmla="*/ 13545 h 91359"/>
                  <a:gd name="csX4" fmla="*/ 45880 w 91360"/>
                  <a:gd name="csY4" fmla="*/ 166 h 91359"/>
                  <a:gd name="csX5" fmla="*/ 13579 w 91360"/>
                  <a:gd name="csY5" fmla="*/ 13545 h 91359"/>
                  <a:gd name="csX6" fmla="*/ 200 w 91360"/>
                  <a:gd name="csY6" fmla="*/ 45845 h 91359"/>
                  <a:gd name="csX7" fmla="*/ 13579 w 91360"/>
                  <a:gd name="csY7" fmla="*/ 78146 h 91359"/>
                  <a:gd name="csX8" fmla="*/ 45880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525"/>
                    </a:moveTo>
                    <a:cubicBezTo>
                      <a:pt x="57995" y="91525"/>
                      <a:pt x="69615" y="86712"/>
                      <a:pt x="78181" y="78146"/>
                    </a:cubicBezTo>
                    <a:cubicBezTo>
                      <a:pt x="86747" y="69580"/>
                      <a:pt x="91561" y="57960"/>
                      <a:pt x="91561" y="45845"/>
                    </a:cubicBezTo>
                    <a:cubicBezTo>
                      <a:pt x="91561" y="33731"/>
                      <a:pt x="86747" y="22111"/>
                      <a:pt x="78181" y="13545"/>
                    </a:cubicBezTo>
                    <a:cubicBezTo>
                      <a:pt x="69615" y="4979"/>
                      <a:pt x="57995" y="166"/>
                      <a:pt x="45880" y="166"/>
                    </a:cubicBezTo>
                    <a:cubicBezTo>
                      <a:pt x="33766" y="166"/>
                      <a:pt x="22146" y="4979"/>
                      <a:pt x="13579" y="13545"/>
                    </a:cubicBezTo>
                    <a:cubicBezTo>
                      <a:pt x="5013" y="22111"/>
                      <a:pt x="200" y="33731"/>
                      <a:pt x="200" y="45845"/>
                    </a:cubicBezTo>
                    <a:cubicBezTo>
                      <a:pt x="200" y="57960"/>
                      <a:pt x="5013" y="69580"/>
                      <a:pt x="13579" y="78146"/>
                    </a:cubicBezTo>
                    <a:cubicBezTo>
                      <a:pt x="22146" y="86712"/>
                      <a:pt x="33766" y="91525"/>
                      <a:pt x="45880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7" name="任意多边形: 形状 2866"/>
              <p:cNvSpPr/>
              <p:nvPr/>
            </p:nvSpPr>
            <p:spPr>
              <a:xfrm>
                <a:off x="16702236" y="23073966"/>
                <a:ext cx="180000" cy="180000"/>
              </a:xfrm>
              <a:custGeom>
                <a:avLst/>
                <a:gdLst>
                  <a:gd name="csX0" fmla="*/ 45825 w 91360"/>
                  <a:gd name="csY0" fmla="*/ 91518 h 91359"/>
                  <a:gd name="csX1" fmla="*/ 78126 w 91360"/>
                  <a:gd name="csY1" fmla="*/ 78139 h 91359"/>
                  <a:gd name="csX2" fmla="*/ 91505 w 91360"/>
                  <a:gd name="csY2" fmla="*/ 45838 h 91359"/>
                  <a:gd name="csX3" fmla="*/ 78126 w 91360"/>
                  <a:gd name="csY3" fmla="*/ 13538 h 91359"/>
                  <a:gd name="csX4" fmla="*/ 45825 w 91360"/>
                  <a:gd name="csY4" fmla="*/ 159 h 91359"/>
                  <a:gd name="csX5" fmla="*/ 13524 w 91360"/>
                  <a:gd name="csY5" fmla="*/ 13538 h 91359"/>
                  <a:gd name="csX6" fmla="*/ 145 w 91360"/>
                  <a:gd name="csY6" fmla="*/ 45838 h 91359"/>
                  <a:gd name="csX7" fmla="*/ 13524 w 91360"/>
                  <a:gd name="csY7" fmla="*/ 78139 h 91359"/>
                  <a:gd name="csX8" fmla="*/ 45825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5" y="91518"/>
                    </a:moveTo>
                    <a:cubicBezTo>
                      <a:pt x="57939" y="91518"/>
                      <a:pt x="69559" y="86705"/>
                      <a:pt x="78126" y="78139"/>
                    </a:cubicBezTo>
                    <a:cubicBezTo>
                      <a:pt x="86692" y="69573"/>
                      <a:pt x="91505" y="57953"/>
                      <a:pt x="91505" y="45838"/>
                    </a:cubicBezTo>
                    <a:cubicBezTo>
                      <a:pt x="91505" y="33724"/>
                      <a:pt x="86692" y="22104"/>
                      <a:pt x="78126" y="13538"/>
                    </a:cubicBezTo>
                    <a:cubicBezTo>
                      <a:pt x="69559" y="4972"/>
                      <a:pt x="57939" y="159"/>
                      <a:pt x="45825" y="159"/>
                    </a:cubicBezTo>
                    <a:cubicBezTo>
                      <a:pt x="33710" y="159"/>
                      <a:pt x="22090" y="4972"/>
                      <a:pt x="13524" y="13538"/>
                    </a:cubicBezTo>
                    <a:cubicBezTo>
                      <a:pt x="4958" y="22104"/>
                      <a:pt x="145" y="33724"/>
                      <a:pt x="145" y="45838"/>
                    </a:cubicBezTo>
                    <a:cubicBezTo>
                      <a:pt x="145" y="57953"/>
                      <a:pt x="4958" y="69573"/>
                      <a:pt x="13524" y="78139"/>
                    </a:cubicBezTo>
                    <a:cubicBezTo>
                      <a:pt x="22090" y="86705"/>
                      <a:pt x="33710" y="91518"/>
                      <a:pt x="45825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8" name="任意多边形: 形状 2867"/>
              <p:cNvSpPr/>
              <p:nvPr/>
            </p:nvSpPr>
            <p:spPr>
              <a:xfrm>
                <a:off x="18471682" y="23157700"/>
                <a:ext cx="180000" cy="180000"/>
              </a:xfrm>
              <a:custGeom>
                <a:avLst/>
                <a:gdLst>
                  <a:gd name="csX0" fmla="*/ 45880 w 91360"/>
                  <a:gd name="csY0" fmla="*/ 91521 h 91359"/>
                  <a:gd name="csX1" fmla="*/ 78180 w 91360"/>
                  <a:gd name="csY1" fmla="*/ 78141 h 91359"/>
                  <a:gd name="csX2" fmla="*/ 91560 w 91360"/>
                  <a:gd name="csY2" fmla="*/ 45841 h 91359"/>
                  <a:gd name="csX3" fmla="*/ 78180 w 91360"/>
                  <a:gd name="csY3" fmla="*/ 13541 h 91359"/>
                  <a:gd name="csX4" fmla="*/ 45880 w 91360"/>
                  <a:gd name="csY4" fmla="*/ 161 h 91359"/>
                  <a:gd name="csX5" fmla="*/ 13579 w 91360"/>
                  <a:gd name="csY5" fmla="*/ 13541 h 91359"/>
                  <a:gd name="csX6" fmla="*/ 199 w 91360"/>
                  <a:gd name="csY6" fmla="*/ 45841 h 91359"/>
                  <a:gd name="csX7" fmla="*/ 13579 w 91360"/>
                  <a:gd name="csY7" fmla="*/ 78141 h 91359"/>
                  <a:gd name="csX8" fmla="*/ 45880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521"/>
                    </a:moveTo>
                    <a:cubicBezTo>
                      <a:pt x="57994" y="91521"/>
                      <a:pt x="69614" y="86708"/>
                      <a:pt x="78180" y="78141"/>
                    </a:cubicBezTo>
                    <a:cubicBezTo>
                      <a:pt x="86747" y="69575"/>
                      <a:pt x="91560" y="57955"/>
                      <a:pt x="91560" y="45841"/>
                    </a:cubicBezTo>
                    <a:cubicBezTo>
                      <a:pt x="91560" y="33727"/>
                      <a:pt x="86747" y="22107"/>
                      <a:pt x="78180" y="13541"/>
                    </a:cubicBezTo>
                    <a:cubicBezTo>
                      <a:pt x="69614" y="4974"/>
                      <a:pt x="57994" y="161"/>
                      <a:pt x="45880" y="161"/>
                    </a:cubicBezTo>
                    <a:cubicBezTo>
                      <a:pt x="33765" y="161"/>
                      <a:pt x="22145" y="4974"/>
                      <a:pt x="13579" y="13541"/>
                    </a:cubicBezTo>
                    <a:cubicBezTo>
                      <a:pt x="5013" y="22107"/>
                      <a:pt x="199" y="33727"/>
                      <a:pt x="199" y="45841"/>
                    </a:cubicBezTo>
                    <a:cubicBezTo>
                      <a:pt x="199" y="57955"/>
                      <a:pt x="5013" y="69575"/>
                      <a:pt x="13579" y="78141"/>
                    </a:cubicBezTo>
                    <a:cubicBezTo>
                      <a:pt x="22145" y="86708"/>
                      <a:pt x="33765" y="91521"/>
                      <a:pt x="45880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69" name="任意多边形: 形状 2868"/>
              <p:cNvSpPr/>
              <p:nvPr/>
            </p:nvSpPr>
            <p:spPr>
              <a:xfrm>
                <a:off x="16964757" y="22287172"/>
                <a:ext cx="180000" cy="180000"/>
              </a:xfrm>
              <a:custGeom>
                <a:avLst/>
                <a:gdLst>
                  <a:gd name="csX0" fmla="*/ 45851 w 91360"/>
                  <a:gd name="csY0" fmla="*/ 91512 h 91359"/>
                  <a:gd name="csX1" fmla="*/ 78152 w 91360"/>
                  <a:gd name="csY1" fmla="*/ 78132 h 91359"/>
                  <a:gd name="csX2" fmla="*/ 91531 w 91360"/>
                  <a:gd name="csY2" fmla="*/ 45832 h 91359"/>
                  <a:gd name="csX3" fmla="*/ 78152 w 91360"/>
                  <a:gd name="csY3" fmla="*/ 13532 h 91359"/>
                  <a:gd name="csX4" fmla="*/ 45851 w 91360"/>
                  <a:gd name="csY4" fmla="*/ 152 h 91359"/>
                  <a:gd name="csX5" fmla="*/ 13550 w 91360"/>
                  <a:gd name="csY5" fmla="*/ 13532 h 91359"/>
                  <a:gd name="csX6" fmla="*/ 171 w 91360"/>
                  <a:gd name="csY6" fmla="*/ 45832 h 91359"/>
                  <a:gd name="csX7" fmla="*/ 13550 w 91360"/>
                  <a:gd name="csY7" fmla="*/ 78132 h 91359"/>
                  <a:gd name="csX8" fmla="*/ 45851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1" y="91512"/>
                    </a:moveTo>
                    <a:cubicBezTo>
                      <a:pt x="57965" y="91512"/>
                      <a:pt x="69585" y="86699"/>
                      <a:pt x="78152" y="78132"/>
                    </a:cubicBezTo>
                    <a:cubicBezTo>
                      <a:pt x="86718" y="69566"/>
                      <a:pt x="91531" y="57946"/>
                      <a:pt x="91531" y="45832"/>
                    </a:cubicBezTo>
                    <a:cubicBezTo>
                      <a:pt x="91531" y="33718"/>
                      <a:pt x="86718" y="22098"/>
                      <a:pt x="78152" y="13532"/>
                    </a:cubicBezTo>
                    <a:cubicBezTo>
                      <a:pt x="69585" y="4965"/>
                      <a:pt x="57965" y="152"/>
                      <a:pt x="45851" y="152"/>
                    </a:cubicBezTo>
                    <a:cubicBezTo>
                      <a:pt x="33736" y="152"/>
                      <a:pt x="22116" y="4965"/>
                      <a:pt x="13550" y="13532"/>
                    </a:cubicBezTo>
                    <a:cubicBezTo>
                      <a:pt x="4984" y="22098"/>
                      <a:pt x="171" y="33718"/>
                      <a:pt x="171" y="45832"/>
                    </a:cubicBezTo>
                    <a:cubicBezTo>
                      <a:pt x="171" y="57946"/>
                      <a:pt x="4984" y="69566"/>
                      <a:pt x="13550" y="78132"/>
                    </a:cubicBezTo>
                    <a:cubicBezTo>
                      <a:pt x="22116" y="86699"/>
                      <a:pt x="33736" y="91512"/>
                      <a:pt x="45851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0" name="任意多边形: 形状 2869"/>
              <p:cNvSpPr/>
              <p:nvPr/>
            </p:nvSpPr>
            <p:spPr>
              <a:xfrm>
                <a:off x="16692810" y="21731903"/>
                <a:ext cx="180000" cy="180000"/>
              </a:xfrm>
              <a:custGeom>
                <a:avLst/>
                <a:gdLst>
                  <a:gd name="csX0" fmla="*/ 45898 w 91360"/>
                  <a:gd name="csY0" fmla="*/ 91531 h 91359"/>
                  <a:gd name="csX1" fmla="*/ 78198 w 91360"/>
                  <a:gd name="csY1" fmla="*/ 78152 h 91359"/>
                  <a:gd name="csX2" fmla="*/ 91578 w 91360"/>
                  <a:gd name="csY2" fmla="*/ 45852 h 91359"/>
                  <a:gd name="csX3" fmla="*/ 78198 w 91360"/>
                  <a:gd name="csY3" fmla="*/ 13551 h 91359"/>
                  <a:gd name="csX4" fmla="*/ 45898 w 91360"/>
                  <a:gd name="csY4" fmla="*/ 172 h 91359"/>
                  <a:gd name="csX5" fmla="*/ 13597 w 91360"/>
                  <a:gd name="csY5" fmla="*/ 13551 h 91359"/>
                  <a:gd name="csX6" fmla="*/ 217 w 91360"/>
                  <a:gd name="csY6" fmla="*/ 45852 h 91359"/>
                  <a:gd name="csX7" fmla="*/ 13597 w 91360"/>
                  <a:gd name="csY7" fmla="*/ 78152 h 91359"/>
                  <a:gd name="csX8" fmla="*/ 45898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8" y="91531"/>
                    </a:moveTo>
                    <a:cubicBezTo>
                      <a:pt x="58012" y="91531"/>
                      <a:pt x="69632" y="86718"/>
                      <a:pt x="78198" y="78152"/>
                    </a:cubicBezTo>
                    <a:cubicBezTo>
                      <a:pt x="86765" y="69586"/>
                      <a:pt x="91578" y="57966"/>
                      <a:pt x="91578" y="45852"/>
                    </a:cubicBezTo>
                    <a:cubicBezTo>
                      <a:pt x="91578" y="33737"/>
                      <a:pt x="86765" y="22118"/>
                      <a:pt x="78198" y="13551"/>
                    </a:cubicBezTo>
                    <a:cubicBezTo>
                      <a:pt x="69632" y="4985"/>
                      <a:pt x="58012" y="172"/>
                      <a:pt x="45898" y="172"/>
                    </a:cubicBezTo>
                    <a:cubicBezTo>
                      <a:pt x="33783" y="172"/>
                      <a:pt x="22163" y="4985"/>
                      <a:pt x="13597" y="13551"/>
                    </a:cubicBezTo>
                    <a:cubicBezTo>
                      <a:pt x="5030" y="22118"/>
                      <a:pt x="217" y="33737"/>
                      <a:pt x="217" y="45852"/>
                    </a:cubicBezTo>
                    <a:cubicBezTo>
                      <a:pt x="217" y="57966"/>
                      <a:pt x="5030" y="69586"/>
                      <a:pt x="13597" y="78152"/>
                    </a:cubicBezTo>
                    <a:cubicBezTo>
                      <a:pt x="22163" y="86718"/>
                      <a:pt x="33783" y="91531"/>
                      <a:pt x="45898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1" name="任意多边形: 形状 2870"/>
              <p:cNvSpPr/>
              <p:nvPr/>
            </p:nvSpPr>
            <p:spPr>
              <a:xfrm>
                <a:off x="19053841" y="21839872"/>
                <a:ext cx="180000" cy="180000"/>
              </a:xfrm>
              <a:custGeom>
                <a:avLst/>
                <a:gdLst>
                  <a:gd name="csX0" fmla="*/ 45898 w 91360"/>
                  <a:gd name="csY0" fmla="*/ 91480 h 91359"/>
                  <a:gd name="csX1" fmla="*/ 78198 w 91360"/>
                  <a:gd name="csY1" fmla="*/ 78101 h 91359"/>
                  <a:gd name="csX2" fmla="*/ 91578 w 91360"/>
                  <a:gd name="csY2" fmla="*/ 45800 h 91359"/>
                  <a:gd name="csX3" fmla="*/ 78198 w 91360"/>
                  <a:gd name="csY3" fmla="*/ 13500 h 91359"/>
                  <a:gd name="csX4" fmla="*/ 45898 w 91360"/>
                  <a:gd name="csY4" fmla="*/ 121 h 91359"/>
                  <a:gd name="csX5" fmla="*/ 13597 w 91360"/>
                  <a:gd name="csY5" fmla="*/ 13500 h 91359"/>
                  <a:gd name="csX6" fmla="*/ 217 w 91360"/>
                  <a:gd name="csY6" fmla="*/ 45800 h 91359"/>
                  <a:gd name="csX7" fmla="*/ 13597 w 91360"/>
                  <a:gd name="csY7" fmla="*/ 78101 h 91359"/>
                  <a:gd name="csX8" fmla="*/ 45898 w 91360"/>
                  <a:gd name="csY8" fmla="*/ 9148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8" y="91480"/>
                    </a:moveTo>
                    <a:cubicBezTo>
                      <a:pt x="58012" y="91480"/>
                      <a:pt x="69632" y="86667"/>
                      <a:pt x="78198" y="78101"/>
                    </a:cubicBezTo>
                    <a:cubicBezTo>
                      <a:pt x="86765" y="69534"/>
                      <a:pt x="91578" y="57915"/>
                      <a:pt x="91578" y="45800"/>
                    </a:cubicBezTo>
                    <a:cubicBezTo>
                      <a:pt x="91578" y="33686"/>
                      <a:pt x="86765" y="22066"/>
                      <a:pt x="78198" y="13500"/>
                    </a:cubicBezTo>
                    <a:cubicBezTo>
                      <a:pt x="69632" y="4934"/>
                      <a:pt x="58012" y="121"/>
                      <a:pt x="45898" y="121"/>
                    </a:cubicBezTo>
                    <a:cubicBezTo>
                      <a:pt x="33783" y="121"/>
                      <a:pt x="22163" y="4934"/>
                      <a:pt x="13597" y="13500"/>
                    </a:cubicBezTo>
                    <a:cubicBezTo>
                      <a:pt x="5031" y="22066"/>
                      <a:pt x="217" y="33686"/>
                      <a:pt x="217" y="45800"/>
                    </a:cubicBezTo>
                    <a:cubicBezTo>
                      <a:pt x="217" y="57915"/>
                      <a:pt x="5031" y="69534"/>
                      <a:pt x="13597" y="78101"/>
                    </a:cubicBezTo>
                    <a:cubicBezTo>
                      <a:pt x="22163" y="86667"/>
                      <a:pt x="33783" y="91480"/>
                      <a:pt x="45898" y="9148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2" name="任意多边形: 形状 2871"/>
              <p:cNvSpPr/>
              <p:nvPr/>
            </p:nvSpPr>
            <p:spPr>
              <a:xfrm>
                <a:off x="17641726" y="23376609"/>
                <a:ext cx="180000" cy="180000"/>
              </a:xfrm>
              <a:custGeom>
                <a:avLst/>
                <a:gdLst>
                  <a:gd name="csX0" fmla="*/ 45854 w 91360"/>
                  <a:gd name="csY0" fmla="*/ 91527 h 91359"/>
                  <a:gd name="csX1" fmla="*/ 78155 w 91360"/>
                  <a:gd name="csY1" fmla="*/ 78148 h 91359"/>
                  <a:gd name="csX2" fmla="*/ 91534 w 91360"/>
                  <a:gd name="csY2" fmla="*/ 45848 h 91359"/>
                  <a:gd name="csX3" fmla="*/ 78155 w 91360"/>
                  <a:gd name="csY3" fmla="*/ 13547 h 91359"/>
                  <a:gd name="csX4" fmla="*/ 45854 w 91360"/>
                  <a:gd name="csY4" fmla="*/ 168 h 91359"/>
                  <a:gd name="csX5" fmla="*/ 13553 w 91360"/>
                  <a:gd name="csY5" fmla="*/ 13547 h 91359"/>
                  <a:gd name="csX6" fmla="*/ 174 w 91360"/>
                  <a:gd name="csY6" fmla="*/ 45848 h 91359"/>
                  <a:gd name="csX7" fmla="*/ 13553 w 91360"/>
                  <a:gd name="csY7" fmla="*/ 78148 h 91359"/>
                  <a:gd name="csX8" fmla="*/ 45854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4" y="91527"/>
                    </a:moveTo>
                    <a:cubicBezTo>
                      <a:pt x="57968" y="91527"/>
                      <a:pt x="69588" y="86714"/>
                      <a:pt x="78155" y="78148"/>
                    </a:cubicBezTo>
                    <a:cubicBezTo>
                      <a:pt x="86721" y="69582"/>
                      <a:pt x="91534" y="57962"/>
                      <a:pt x="91534" y="45848"/>
                    </a:cubicBezTo>
                    <a:cubicBezTo>
                      <a:pt x="91534" y="33733"/>
                      <a:pt x="86721" y="22114"/>
                      <a:pt x="78155" y="13547"/>
                    </a:cubicBezTo>
                    <a:cubicBezTo>
                      <a:pt x="69588" y="4981"/>
                      <a:pt x="57968" y="168"/>
                      <a:pt x="45854" y="168"/>
                    </a:cubicBezTo>
                    <a:cubicBezTo>
                      <a:pt x="33739" y="168"/>
                      <a:pt x="22119" y="4981"/>
                      <a:pt x="13553" y="13547"/>
                    </a:cubicBezTo>
                    <a:cubicBezTo>
                      <a:pt x="4987" y="22114"/>
                      <a:pt x="174" y="33733"/>
                      <a:pt x="174" y="45848"/>
                    </a:cubicBezTo>
                    <a:cubicBezTo>
                      <a:pt x="174" y="57962"/>
                      <a:pt x="4987" y="69582"/>
                      <a:pt x="13553" y="78148"/>
                    </a:cubicBezTo>
                    <a:cubicBezTo>
                      <a:pt x="22119" y="86714"/>
                      <a:pt x="33739" y="91527"/>
                      <a:pt x="45854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3" name="任意多边形: 形状 2872"/>
              <p:cNvSpPr/>
              <p:nvPr/>
            </p:nvSpPr>
            <p:spPr>
              <a:xfrm>
                <a:off x="19774811" y="23705847"/>
                <a:ext cx="180000" cy="180000"/>
              </a:xfrm>
              <a:custGeom>
                <a:avLst/>
                <a:gdLst>
                  <a:gd name="csX0" fmla="*/ 45920 w 91360"/>
                  <a:gd name="csY0" fmla="*/ 91538 h 91359"/>
                  <a:gd name="csX1" fmla="*/ 78221 w 91360"/>
                  <a:gd name="csY1" fmla="*/ 78158 h 91359"/>
                  <a:gd name="csX2" fmla="*/ 91600 w 91360"/>
                  <a:gd name="csY2" fmla="*/ 45858 h 91359"/>
                  <a:gd name="csX3" fmla="*/ 78221 w 91360"/>
                  <a:gd name="csY3" fmla="*/ 13558 h 91359"/>
                  <a:gd name="csX4" fmla="*/ 45920 w 91360"/>
                  <a:gd name="csY4" fmla="*/ 178 h 91359"/>
                  <a:gd name="csX5" fmla="*/ 13619 w 91360"/>
                  <a:gd name="csY5" fmla="*/ 13558 h 91359"/>
                  <a:gd name="csX6" fmla="*/ 240 w 91360"/>
                  <a:gd name="csY6" fmla="*/ 45858 h 91359"/>
                  <a:gd name="csX7" fmla="*/ 13619 w 91360"/>
                  <a:gd name="csY7" fmla="*/ 78158 h 91359"/>
                  <a:gd name="csX8" fmla="*/ 45920 w 91360"/>
                  <a:gd name="csY8" fmla="*/ 9153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0" y="91538"/>
                    </a:moveTo>
                    <a:cubicBezTo>
                      <a:pt x="58035" y="91538"/>
                      <a:pt x="69655" y="86725"/>
                      <a:pt x="78221" y="78158"/>
                    </a:cubicBezTo>
                    <a:cubicBezTo>
                      <a:pt x="86787" y="69592"/>
                      <a:pt x="91600" y="57972"/>
                      <a:pt x="91600" y="45858"/>
                    </a:cubicBezTo>
                    <a:cubicBezTo>
                      <a:pt x="91600" y="33744"/>
                      <a:pt x="86787" y="22124"/>
                      <a:pt x="78221" y="13558"/>
                    </a:cubicBezTo>
                    <a:cubicBezTo>
                      <a:pt x="69655" y="4991"/>
                      <a:pt x="58035" y="178"/>
                      <a:pt x="45920" y="178"/>
                    </a:cubicBezTo>
                    <a:cubicBezTo>
                      <a:pt x="33805" y="178"/>
                      <a:pt x="22185" y="4991"/>
                      <a:pt x="13619" y="13558"/>
                    </a:cubicBezTo>
                    <a:cubicBezTo>
                      <a:pt x="5053" y="22124"/>
                      <a:pt x="240" y="33744"/>
                      <a:pt x="240" y="45858"/>
                    </a:cubicBezTo>
                    <a:cubicBezTo>
                      <a:pt x="240" y="57972"/>
                      <a:pt x="5053" y="69592"/>
                      <a:pt x="13619" y="78158"/>
                    </a:cubicBezTo>
                    <a:cubicBezTo>
                      <a:pt x="22185" y="86725"/>
                      <a:pt x="33805" y="91538"/>
                      <a:pt x="45920" y="9153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4" name="任意多边形: 形状 2873"/>
              <p:cNvSpPr/>
              <p:nvPr/>
            </p:nvSpPr>
            <p:spPr>
              <a:xfrm>
                <a:off x="17707632" y="23316913"/>
                <a:ext cx="180000" cy="180000"/>
              </a:xfrm>
              <a:custGeom>
                <a:avLst/>
                <a:gdLst>
                  <a:gd name="csX0" fmla="*/ 45856 w 91360"/>
                  <a:gd name="csY0" fmla="*/ 91526 h 91359"/>
                  <a:gd name="csX1" fmla="*/ 78157 w 91360"/>
                  <a:gd name="csY1" fmla="*/ 78146 h 91359"/>
                  <a:gd name="csX2" fmla="*/ 91536 w 91360"/>
                  <a:gd name="csY2" fmla="*/ 45846 h 91359"/>
                  <a:gd name="csX3" fmla="*/ 78157 w 91360"/>
                  <a:gd name="csY3" fmla="*/ 13546 h 91359"/>
                  <a:gd name="csX4" fmla="*/ 45856 w 91360"/>
                  <a:gd name="csY4" fmla="*/ 166 h 91359"/>
                  <a:gd name="csX5" fmla="*/ 13555 w 91360"/>
                  <a:gd name="csY5" fmla="*/ 13546 h 91359"/>
                  <a:gd name="csX6" fmla="*/ 176 w 91360"/>
                  <a:gd name="csY6" fmla="*/ 45846 h 91359"/>
                  <a:gd name="csX7" fmla="*/ 13555 w 91360"/>
                  <a:gd name="csY7" fmla="*/ 78146 h 91359"/>
                  <a:gd name="csX8" fmla="*/ 45856 w 91360"/>
                  <a:gd name="csY8" fmla="*/ 9152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26"/>
                    </a:moveTo>
                    <a:cubicBezTo>
                      <a:pt x="57971" y="91526"/>
                      <a:pt x="69591" y="86712"/>
                      <a:pt x="78157" y="78146"/>
                    </a:cubicBezTo>
                    <a:cubicBezTo>
                      <a:pt x="86723" y="69580"/>
                      <a:pt x="91536" y="57960"/>
                      <a:pt x="91536" y="45846"/>
                    </a:cubicBezTo>
                    <a:cubicBezTo>
                      <a:pt x="91536" y="33732"/>
                      <a:pt x="86723" y="22112"/>
                      <a:pt x="78157" y="13546"/>
                    </a:cubicBezTo>
                    <a:cubicBezTo>
                      <a:pt x="69591" y="4979"/>
                      <a:pt x="57971" y="166"/>
                      <a:pt x="45856" y="166"/>
                    </a:cubicBezTo>
                    <a:cubicBezTo>
                      <a:pt x="33741" y="166"/>
                      <a:pt x="22121" y="4979"/>
                      <a:pt x="13555" y="13546"/>
                    </a:cubicBezTo>
                    <a:cubicBezTo>
                      <a:pt x="4989" y="22112"/>
                      <a:pt x="176" y="33732"/>
                      <a:pt x="176" y="45846"/>
                    </a:cubicBezTo>
                    <a:cubicBezTo>
                      <a:pt x="176" y="57960"/>
                      <a:pt x="4989" y="69580"/>
                      <a:pt x="13555" y="78146"/>
                    </a:cubicBezTo>
                    <a:cubicBezTo>
                      <a:pt x="22121" y="86712"/>
                      <a:pt x="33741" y="91526"/>
                      <a:pt x="45856" y="9152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5" name="任意多边形: 形状 2874"/>
              <p:cNvSpPr/>
              <p:nvPr/>
            </p:nvSpPr>
            <p:spPr>
              <a:xfrm>
                <a:off x="16795889" y="22052252"/>
                <a:ext cx="180000" cy="180000"/>
              </a:xfrm>
              <a:custGeom>
                <a:avLst/>
                <a:gdLst>
                  <a:gd name="csX0" fmla="*/ 45828 w 91360"/>
                  <a:gd name="csY0" fmla="*/ 91486 h 91359"/>
                  <a:gd name="csX1" fmla="*/ 78129 w 91360"/>
                  <a:gd name="csY1" fmla="*/ 78107 h 91359"/>
                  <a:gd name="csX2" fmla="*/ 91508 w 91360"/>
                  <a:gd name="csY2" fmla="*/ 45807 h 91359"/>
                  <a:gd name="csX3" fmla="*/ 78129 w 91360"/>
                  <a:gd name="csY3" fmla="*/ 13506 h 91359"/>
                  <a:gd name="csX4" fmla="*/ 45828 w 91360"/>
                  <a:gd name="csY4" fmla="*/ 127 h 91359"/>
                  <a:gd name="csX5" fmla="*/ 13527 w 91360"/>
                  <a:gd name="csY5" fmla="*/ 13506 h 91359"/>
                  <a:gd name="csX6" fmla="*/ 148 w 91360"/>
                  <a:gd name="csY6" fmla="*/ 45807 h 91359"/>
                  <a:gd name="csX7" fmla="*/ 13527 w 91360"/>
                  <a:gd name="csY7" fmla="*/ 78107 h 91359"/>
                  <a:gd name="csX8" fmla="*/ 45828 w 91360"/>
                  <a:gd name="csY8" fmla="*/ 9148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8" y="91486"/>
                    </a:moveTo>
                    <a:cubicBezTo>
                      <a:pt x="57942" y="91486"/>
                      <a:pt x="69562" y="86673"/>
                      <a:pt x="78129" y="78107"/>
                    </a:cubicBezTo>
                    <a:cubicBezTo>
                      <a:pt x="86695" y="69541"/>
                      <a:pt x="91508" y="57921"/>
                      <a:pt x="91508" y="45807"/>
                    </a:cubicBezTo>
                    <a:cubicBezTo>
                      <a:pt x="91508" y="33692"/>
                      <a:pt x="86695" y="22073"/>
                      <a:pt x="78129" y="13506"/>
                    </a:cubicBezTo>
                    <a:cubicBezTo>
                      <a:pt x="69562" y="4940"/>
                      <a:pt x="57942" y="127"/>
                      <a:pt x="45828" y="127"/>
                    </a:cubicBezTo>
                    <a:cubicBezTo>
                      <a:pt x="33713" y="127"/>
                      <a:pt x="22093" y="4940"/>
                      <a:pt x="13527" y="13506"/>
                    </a:cubicBezTo>
                    <a:cubicBezTo>
                      <a:pt x="4961" y="22073"/>
                      <a:pt x="148" y="33692"/>
                      <a:pt x="148" y="45807"/>
                    </a:cubicBezTo>
                    <a:cubicBezTo>
                      <a:pt x="148" y="57921"/>
                      <a:pt x="4961" y="69541"/>
                      <a:pt x="13527" y="78107"/>
                    </a:cubicBezTo>
                    <a:cubicBezTo>
                      <a:pt x="22093" y="86673"/>
                      <a:pt x="33713" y="91486"/>
                      <a:pt x="45828" y="9148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6" name="任意多边形: 形状 2875"/>
              <p:cNvSpPr/>
              <p:nvPr/>
            </p:nvSpPr>
            <p:spPr>
              <a:xfrm>
                <a:off x="17618302" y="23622228"/>
                <a:ext cx="180000" cy="180000"/>
              </a:xfrm>
              <a:custGeom>
                <a:avLst/>
                <a:gdLst>
                  <a:gd name="csX0" fmla="*/ 45853 w 91360"/>
                  <a:gd name="csY0" fmla="*/ 91535 h 91359"/>
                  <a:gd name="csX1" fmla="*/ 78154 w 91360"/>
                  <a:gd name="csY1" fmla="*/ 78156 h 91359"/>
                  <a:gd name="csX2" fmla="*/ 91533 w 91360"/>
                  <a:gd name="csY2" fmla="*/ 45855 h 91359"/>
                  <a:gd name="csX3" fmla="*/ 78154 w 91360"/>
                  <a:gd name="csY3" fmla="*/ 13555 h 91359"/>
                  <a:gd name="csX4" fmla="*/ 45853 w 91360"/>
                  <a:gd name="csY4" fmla="*/ 176 h 91359"/>
                  <a:gd name="csX5" fmla="*/ 13552 w 91360"/>
                  <a:gd name="csY5" fmla="*/ 13555 h 91359"/>
                  <a:gd name="csX6" fmla="*/ 173 w 91360"/>
                  <a:gd name="csY6" fmla="*/ 45855 h 91359"/>
                  <a:gd name="csX7" fmla="*/ 13552 w 91360"/>
                  <a:gd name="csY7" fmla="*/ 78156 h 91359"/>
                  <a:gd name="csX8" fmla="*/ 45853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35"/>
                    </a:moveTo>
                    <a:cubicBezTo>
                      <a:pt x="57968" y="91535"/>
                      <a:pt x="69588" y="86722"/>
                      <a:pt x="78154" y="78156"/>
                    </a:cubicBezTo>
                    <a:cubicBezTo>
                      <a:pt x="86720" y="69590"/>
                      <a:pt x="91533" y="57970"/>
                      <a:pt x="91533" y="45855"/>
                    </a:cubicBezTo>
                    <a:cubicBezTo>
                      <a:pt x="91533" y="33741"/>
                      <a:pt x="86720" y="22121"/>
                      <a:pt x="78154" y="13555"/>
                    </a:cubicBezTo>
                    <a:cubicBezTo>
                      <a:pt x="69588" y="4989"/>
                      <a:pt x="57968" y="176"/>
                      <a:pt x="45853" y="176"/>
                    </a:cubicBezTo>
                    <a:cubicBezTo>
                      <a:pt x="33739" y="176"/>
                      <a:pt x="22119" y="4989"/>
                      <a:pt x="13552" y="13555"/>
                    </a:cubicBezTo>
                    <a:cubicBezTo>
                      <a:pt x="4986" y="22121"/>
                      <a:pt x="173" y="33741"/>
                      <a:pt x="173" y="45855"/>
                    </a:cubicBezTo>
                    <a:cubicBezTo>
                      <a:pt x="173" y="57970"/>
                      <a:pt x="4986" y="69590"/>
                      <a:pt x="13552" y="78156"/>
                    </a:cubicBezTo>
                    <a:cubicBezTo>
                      <a:pt x="22119" y="86722"/>
                      <a:pt x="33739" y="91535"/>
                      <a:pt x="45853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7" name="任意多边形: 形状 2876"/>
              <p:cNvSpPr/>
              <p:nvPr/>
            </p:nvSpPr>
            <p:spPr>
              <a:xfrm>
                <a:off x="17983181" y="21646479"/>
                <a:ext cx="180000" cy="180000"/>
              </a:xfrm>
              <a:custGeom>
                <a:avLst/>
                <a:gdLst>
                  <a:gd name="csX0" fmla="*/ 45865 w 91360"/>
                  <a:gd name="csY0" fmla="*/ 91474 h 91359"/>
                  <a:gd name="csX1" fmla="*/ 78165 w 91360"/>
                  <a:gd name="csY1" fmla="*/ 78095 h 91359"/>
                  <a:gd name="csX2" fmla="*/ 91545 w 91360"/>
                  <a:gd name="csY2" fmla="*/ 45794 h 91359"/>
                  <a:gd name="csX3" fmla="*/ 78165 w 91360"/>
                  <a:gd name="csY3" fmla="*/ 13494 h 91359"/>
                  <a:gd name="csX4" fmla="*/ 45865 w 91360"/>
                  <a:gd name="csY4" fmla="*/ 115 h 91359"/>
                  <a:gd name="csX5" fmla="*/ 13564 w 91360"/>
                  <a:gd name="csY5" fmla="*/ 13494 h 91359"/>
                  <a:gd name="csX6" fmla="*/ 184 w 91360"/>
                  <a:gd name="csY6" fmla="*/ 45794 h 91359"/>
                  <a:gd name="csX7" fmla="*/ 13564 w 91360"/>
                  <a:gd name="csY7" fmla="*/ 78095 h 91359"/>
                  <a:gd name="csX8" fmla="*/ 45865 w 91360"/>
                  <a:gd name="csY8" fmla="*/ 9147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474"/>
                    </a:moveTo>
                    <a:cubicBezTo>
                      <a:pt x="57979" y="91474"/>
                      <a:pt x="69599" y="86661"/>
                      <a:pt x="78165" y="78095"/>
                    </a:cubicBezTo>
                    <a:cubicBezTo>
                      <a:pt x="86732" y="69528"/>
                      <a:pt x="91545" y="57909"/>
                      <a:pt x="91545" y="45794"/>
                    </a:cubicBezTo>
                    <a:cubicBezTo>
                      <a:pt x="91545" y="33680"/>
                      <a:pt x="86732" y="22060"/>
                      <a:pt x="78165" y="13494"/>
                    </a:cubicBezTo>
                    <a:cubicBezTo>
                      <a:pt x="69599" y="4928"/>
                      <a:pt x="57979" y="115"/>
                      <a:pt x="45865" y="115"/>
                    </a:cubicBezTo>
                    <a:cubicBezTo>
                      <a:pt x="33750" y="115"/>
                      <a:pt x="22130" y="4928"/>
                      <a:pt x="13564" y="13494"/>
                    </a:cubicBezTo>
                    <a:cubicBezTo>
                      <a:pt x="4997" y="22060"/>
                      <a:pt x="184" y="33680"/>
                      <a:pt x="184" y="45794"/>
                    </a:cubicBezTo>
                    <a:cubicBezTo>
                      <a:pt x="184" y="57909"/>
                      <a:pt x="4997" y="69528"/>
                      <a:pt x="13564" y="78095"/>
                    </a:cubicBezTo>
                    <a:cubicBezTo>
                      <a:pt x="22130" y="86661"/>
                      <a:pt x="33750" y="91474"/>
                      <a:pt x="45865" y="9147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8" name="任意多边形: 形状 2877"/>
              <p:cNvSpPr/>
              <p:nvPr/>
            </p:nvSpPr>
            <p:spPr>
              <a:xfrm>
                <a:off x="19446313" y="21875485"/>
                <a:ext cx="180000" cy="180000"/>
              </a:xfrm>
              <a:custGeom>
                <a:avLst/>
                <a:gdLst>
                  <a:gd name="csX0" fmla="*/ 45910 w 91360"/>
                  <a:gd name="csY0" fmla="*/ 91481 h 91359"/>
                  <a:gd name="csX1" fmla="*/ 78211 w 91360"/>
                  <a:gd name="csY1" fmla="*/ 78102 h 91359"/>
                  <a:gd name="csX2" fmla="*/ 91590 w 91360"/>
                  <a:gd name="csY2" fmla="*/ 45801 h 91359"/>
                  <a:gd name="csX3" fmla="*/ 78211 w 91360"/>
                  <a:gd name="csY3" fmla="*/ 13501 h 91359"/>
                  <a:gd name="csX4" fmla="*/ 45910 w 91360"/>
                  <a:gd name="csY4" fmla="*/ 122 h 91359"/>
                  <a:gd name="csX5" fmla="*/ 13609 w 91360"/>
                  <a:gd name="csY5" fmla="*/ 13501 h 91359"/>
                  <a:gd name="csX6" fmla="*/ 230 w 91360"/>
                  <a:gd name="csY6" fmla="*/ 45801 h 91359"/>
                  <a:gd name="csX7" fmla="*/ 13609 w 91360"/>
                  <a:gd name="csY7" fmla="*/ 78102 h 91359"/>
                  <a:gd name="csX8" fmla="*/ 45910 w 91360"/>
                  <a:gd name="csY8" fmla="*/ 9148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481"/>
                    </a:moveTo>
                    <a:cubicBezTo>
                      <a:pt x="58024" y="91481"/>
                      <a:pt x="69644" y="86668"/>
                      <a:pt x="78211" y="78102"/>
                    </a:cubicBezTo>
                    <a:cubicBezTo>
                      <a:pt x="86777" y="69536"/>
                      <a:pt x="91590" y="57916"/>
                      <a:pt x="91590" y="45801"/>
                    </a:cubicBezTo>
                    <a:cubicBezTo>
                      <a:pt x="91590" y="33687"/>
                      <a:pt x="86777" y="22067"/>
                      <a:pt x="78211" y="13501"/>
                    </a:cubicBezTo>
                    <a:cubicBezTo>
                      <a:pt x="69644" y="4935"/>
                      <a:pt x="58024" y="122"/>
                      <a:pt x="45910" y="122"/>
                    </a:cubicBezTo>
                    <a:cubicBezTo>
                      <a:pt x="33795" y="122"/>
                      <a:pt x="22175" y="4935"/>
                      <a:pt x="13609" y="13501"/>
                    </a:cubicBezTo>
                    <a:cubicBezTo>
                      <a:pt x="5043" y="22067"/>
                      <a:pt x="230" y="33687"/>
                      <a:pt x="230" y="45801"/>
                    </a:cubicBezTo>
                    <a:cubicBezTo>
                      <a:pt x="230" y="57916"/>
                      <a:pt x="5043" y="69536"/>
                      <a:pt x="13609" y="78102"/>
                    </a:cubicBezTo>
                    <a:cubicBezTo>
                      <a:pt x="22175" y="86668"/>
                      <a:pt x="33795" y="91481"/>
                      <a:pt x="45910" y="9148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79" name="任意多边形: 形状 2878"/>
              <p:cNvSpPr/>
              <p:nvPr/>
            </p:nvSpPr>
            <p:spPr>
              <a:xfrm>
                <a:off x="18505687" y="22314192"/>
                <a:ext cx="180000" cy="180000"/>
              </a:xfrm>
              <a:custGeom>
                <a:avLst/>
                <a:gdLst>
                  <a:gd name="csX0" fmla="*/ 45881 w 91360"/>
                  <a:gd name="csY0" fmla="*/ 91495 h 91359"/>
                  <a:gd name="csX1" fmla="*/ 78181 w 91360"/>
                  <a:gd name="csY1" fmla="*/ 78115 h 91359"/>
                  <a:gd name="csX2" fmla="*/ 91561 w 91360"/>
                  <a:gd name="csY2" fmla="*/ 45815 h 91359"/>
                  <a:gd name="csX3" fmla="*/ 78181 w 91360"/>
                  <a:gd name="csY3" fmla="*/ 13514 h 91359"/>
                  <a:gd name="csX4" fmla="*/ 45881 w 91360"/>
                  <a:gd name="csY4" fmla="*/ 135 h 91359"/>
                  <a:gd name="csX5" fmla="*/ 13580 w 91360"/>
                  <a:gd name="csY5" fmla="*/ 13514 h 91359"/>
                  <a:gd name="csX6" fmla="*/ 200 w 91360"/>
                  <a:gd name="csY6" fmla="*/ 45815 h 91359"/>
                  <a:gd name="csX7" fmla="*/ 13580 w 91360"/>
                  <a:gd name="csY7" fmla="*/ 78115 h 91359"/>
                  <a:gd name="csX8" fmla="*/ 45881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1" y="91495"/>
                    </a:moveTo>
                    <a:cubicBezTo>
                      <a:pt x="57995" y="91495"/>
                      <a:pt x="69615" y="86681"/>
                      <a:pt x="78181" y="78115"/>
                    </a:cubicBezTo>
                    <a:cubicBezTo>
                      <a:pt x="86748" y="69549"/>
                      <a:pt x="91561" y="57929"/>
                      <a:pt x="91561" y="45815"/>
                    </a:cubicBezTo>
                    <a:cubicBezTo>
                      <a:pt x="91561" y="33700"/>
                      <a:pt x="86748" y="22081"/>
                      <a:pt x="78181" y="13514"/>
                    </a:cubicBezTo>
                    <a:cubicBezTo>
                      <a:pt x="69615" y="4948"/>
                      <a:pt x="57995" y="135"/>
                      <a:pt x="45881" y="135"/>
                    </a:cubicBezTo>
                    <a:cubicBezTo>
                      <a:pt x="33766" y="135"/>
                      <a:pt x="22146" y="4948"/>
                      <a:pt x="13580" y="13514"/>
                    </a:cubicBezTo>
                    <a:cubicBezTo>
                      <a:pt x="5014" y="22081"/>
                      <a:pt x="200" y="33700"/>
                      <a:pt x="200" y="45815"/>
                    </a:cubicBezTo>
                    <a:cubicBezTo>
                      <a:pt x="200" y="57929"/>
                      <a:pt x="5014" y="69549"/>
                      <a:pt x="13580" y="78115"/>
                    </a:cubicBezTo>
                    <a:cubicBezTo>
                      <a:pt x="22146" y="86681"/>
                      <a:pt x="33766" y="91495"/>
                      <a:pt x="45881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0" name="任意多边形: 形状 2879"/>
              <p:cNvSpPr/>
              <p:nvPr/>
            </p:nvSpPr>
            <p:spPr>
              <a:xfrm>
                <a:off x="17496145" y="23374678"/>
                <a:ext cx="180000" cy="180000"/>
              </a:xfrm>
              <a:custGeom>
                <a:avLst/>
                <a:gdLst>
                  <a:gd name="csX0" fmla="*/ 45849 w 91360"/>
                  <a:gd name="csY0" fmla="*/ 91527 h 91359"/>
                  <a:gd name="csX1" fmla="*/ 78150 w 91360"/>
                  <a:gd name="csY1" fmla="*/ 78148 h 91359"/>
                  <a:gd name="csX2" fmla="*/ 91530 w 91360"/>
                  <a:gd name="csY2" fmla="*/ 45848 h 91359"/>
                  <a:gd name="csX3" fmla="*/ 78150 w 91360"/>
                  <a:gd name="csY3" fmla="*/ 13547 h 91359"/>
                  <a:gd name="csX4" fmla="*/ 45849 w 91360"/>
                  <a:gd name="csY4" fmla="*/ 168 h 91359"/>
                  <a:gd name="csX5" fmla="*/ 13549 w 91360"/>
                  <a:gd name="csY5" fmla="*/ 13547 h 91359"/>
                  <a:gd name="csX6" fmla="*/ 169 w 91360"/>
                  <a:gd name="csY6" fmla="*/ 45848 h 91359"/>
                  <a:gd name="csX7" fmla="*/ 13549 w 91360"/>
                  <a:gd name="csY7" fmla="*/ 78148 h 91359"/>
                  <a:gd name="csX8" fmla="*/ 45849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27"/>
                    </a:moveTo>
                    <a:cubicBezTo>
                      <a:pt x="57964" y="91527"/>
                      <a:pt x="69584" y="86714"/>
                      <a:pt x="78150" y="78148"/>
                    </a:cubicBezTo>
                    <a:cubicBezTo>
                      <a:pt x="86717" y="69582"/>
                      <a:pt x="91530" y="57962"/>
                      <a:pt x="91530" y="45848"/>
                    </a:cubicBezTo>
                    <a:cubicBezTo>
                      <a:pt x="91530" y="33733"/>
                      <a:pt x="86717" y="22113"/>
                      <a:pt x="78150" y="13547"/>
                    </a:cubicBezTo>
                    <a:cubicBezTo>
                      <a:pt x="69584" y="4981"/>
                      <a:pt x="57964" y="168"/>
                      <a:pt x="45849" y="168"/>
                    </a:cubicBezTo>
                    <a:cubicBezTo>
                      <a:pt x="33735" y="168"/>
                      <a:pt x="22115" y="4981"/>
                      <a:pt x="13549" y="13547"/>
                    </a:cubicBezTo>
                    <a:cubicBezTo>
                      <a:pt x="4982" y="22113"/>
                      <a:pt x="169" y="33733"/>
                      <a:pt x="169" y="45848"/>
                    </a:cubicBezTo>
                    <a:cubicBezTo>
                      <a:pt x="169" y="57962"/>
                      <a:pt x="4982" y="69582"/>
                      <a:pt x="13549" y="78148"/>
                    </a:cubicBezTo>
                    <a:cubicBezTo>
                      <a:pt x="22115" y="86714"/>
                      <a:pt x="33735" y="91527"/>
                      <a:pt x="45849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1" name="任意多边形: 形状 2880"/>
              <p:cNvSpPr/>
              <p:nvPr/>
            </p:nvSpPr>
            <p:spPr>
              <a:xfrm>
                <a:off x="17833368" y="23341517"/>
                <a:ext cx="180000" cy="180000"/>
              </a:xfrm>
              <a:custGeom>
                <a:avLst/>
                <a:gdLst>
                  <a:gd name="csX0" fmla="*/ 45860 w 91360"/>
                  <a:gd name="csY0" fmla="*/ 91526 h 91359"/>
                  <a:gd name="csX1" fmla="*/ 78161 w 91360"/>
                  <a:gd name="csY1" fmla="*/ 78147 h 91359"/>
                  <a:gd name="csX2" fmla="*/ 91540 w 91360"/>
                  <a:gd name="csY2" fmla="*/ 45847 h 91359"/>
                  <a:gd name="csX3" fmla="*/ 78161 w 91360"/>
                  <a:gd name="csY3" fmla="*/ 13546 h 91359"/>
                  <a:gd name="csX4" fmla="*/ 45860 w 91360"/>
                  <a:gd name="csY4" fmla="*/ 167 h 91359"/>
                  <a:gd name="csX5" fmla="*/ 13559 w 91360"/>
                  <a:gd name="csY5" fmla="*/ 13546 h 91359"/>
                  <a:gd name="csX6" fmla="*/ 180 w 91360"/>
                  <a:gd name="csY6" fmla="*/ 45847 h 91359"/>
                  <a:gd name="csX7" fmla="*/ 13559 w 91360"/>
                  <a:gd name="csY7" fmla="*/ 78147 h 91359"/>
                  <a:gd name="csX8" fmla="*/ 45860 w 91360"/>
                  <a:gd name="csY8" fmla="*/ 9152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0" y="91526"/>
                    </a:moveTo>
                    <a:cubicBezTo>
                      <a:pt x="57974" y="91526"/>
                      <a:pt x="69594" y="86713"/>
                      <a:pt x="78161" y="78147"/>
                    </a:cubicBezTo>
                    <a:cubicBezTo>
                      <a:pt x="86727" y="69581"/>
                      <a:pt x="91540" y="57961"/>
                      <a:pt x="91540" y="45847"/>
                    </a:cubicBezTo>
                    <a:cubicBezTo>
                      <a:pt x="91540" y="33732"/>
                      <a:pt x="86727" y="22112"/>
                      <a:pt x="78161" y="13546"/>
                    </a:cubicBezTo>
                    <a:cubicBezTo>
                      <a:pt x="69594" y="4980"/>
                      <a:pt x="57974" y="167"/>
                      <a:pt x="45860" y="167"/>
                    </a:cubicBezTo>
                    <a:cubicBezTo>
                      <a:pt x="33745" y="167"/>
                      <a:pt x="22125" y="4980"/>
                      <a:pt x="13559" y="13546"/>
                    </a:cubicBezTo>
                    <a:cubicBezTo>
                      <a:pt x="4993" y="22112"/>
                      <a:pt x="180" y="33732"/>
                      <a:pt x="180" y="45847"/>
                    </a:cubicBezTo>
                    <a:cubicBezTo>
                      <a:pt x="180" y="57961"/>
                      <a:pt x="4993" y="69581"/>
                      <a:pt x="13559" y="78147"/>
                    </a:cubicBezTo>
                    <a:cubicBezTo>
                      <a:pt x="22125" y="86713"/>
                      <a:pt x="33745" y="91526"/>
                      <a:pt x="45860" y="9152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2" name="任意多边形: 形状 2881"/>
              <p:cNvSpPr/>
              <p:nvPr/>
            </p:nvSpPr>
            <p:spPr>
              <a:xfrm>
                <a:off x="19710345" y="23512123"/>
                <a:ext cx="180000" cy="180000"/>
              </a:xfrm>
              <a:custGeom>
                <a:avLst/>
                <a:gdLst>
                  <a:gd name="csX0" fmla="*/ 45918 w 91360"/>
                  <a:gd name="csY0" fmla="*/ 91532 h 91359"/>
                  <a:gd name="csX1" fmla="*/ 78219 w 91360"/>
                  <a:gd name="csY1" fmla="*/ 78152 h 91359"/>
                  <a:gd name="csX2" fmla="*/ 91598 w 91360"/>
                  <a:gd name="csY2" fmla="*/ 45852 h 91359"/>
                  <a:gd name="csX3" fmla="*/ 78219 w 91360"/>
                  <a:gd name="csY3" fmla="*/ 13552 h 91359"/>
                  <a:gd name="csX4" fmla="*/ 45918 w 91360"/>
                  <a:gd name="csY4" fmla="*/ 172 h 91359"/>
                  <a:gd name="csX5" fmla="*/ 13617 w 91360"/>
                  <a:gd name="csY5" fmla="*/ 13552 h 91359"/>
                  <a:gd name="csX6" fmla="*/ 238 w 91360"/>
                  <a:gd name="csY6" fmla="*/ 45852 h 91359"/>
                  <a:gd name="csX7" fmla="*/ 13617 w 91360"/>
                  <a:gd name="csY7" fmla="*/ 78152 h 91359"/>
                  <a:gd name="csX8" fmla="*/ 45918 w 91360"/>
                  <a:gd name="csY8" fmla="*/ 9153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8" y="91532"/>
                    </a:moveTo>
                    <a:cubicBezTo>
                      <a:pt x="58033" y="91532"/>
                      <a:pt x="69653" y="86719"/>
                      <a:pt x="78219" y="78152"/>
                    </a:cubicBezTo>
                    <a:cubicBezTo>
                      <a:pt x="86785" y="69586"/>
                      <a:pt x="91598" y="57966"/>
                      <a:pt x="91598" y="45852"/>
                    </a:cubicBezTo>
                    <a:cubicBezTo>
                      <a:pt x="91598" y="33738"/>
                      <a:pt x="86785" y="22118"/>
                      <a:pt x="78219" y="13552"/>
                    </a:cubicBezTo>
                    <a:cubicBezTo>
                      <a:pt x="69653" y="4985"/>
                      <a:pt x="58033" y="172"/>
                      <a:pt x="45918" y="172"/>
                    </a:cubicBezTo>
                    <a:cubicBezTo>
                      <a:pt x="33803" y="172"/>
                      <a:pt x="22183" y="4985"/>
                      <a:pt x="13617" y="13552"/>
                    </a:cubicBezTo>
                    <a:cubicBezTo>
                      <a:pt x="5051" y="22118"/>
                      <a:pt x="238" y="33738"/>
                      <a:pt x="238" y="45852"/>
                    </a:cubicBezTo>
                    <a:cubicBezTo>
                      <a:pt x="238" y="57966"/>
                      <a:pt x="5051" y="69586"/>
                      <a:pt x="13617" y="78152"/>
                    </a:cubicBezTo>
                    <a:cubicBezTo>
                      <a:pt x="22183" y="86719"/>
                      <a:pt x="33803" y="91532"/>
                      <a:pt x="45918" y="9153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3" name="任意多边形: 形状 2882"/>
              <p:cNvSpPr/>
              <p:nvPr/>
            </p:nvSpPr>
            <p:spPr>
              <a:xfrm>
                <a:off x="19448728" y="22194214"/>
                <a:ext cx="180000" cy="180000"/>
              </a:xfrm>
              <a:custGeom>
                <a:avLst/>
                <a:gdLst>
                  <a:gd name="csX0" fmla="*/ 45910 w 91360"/>
                  <a:gd name="csY0" fmla="*/ 91491 h 91359"/>
                  <a:gd name="csX1" fmla="*/ 78211 w 91360"/>
                  <a:gd name="csY1" fmla="*/ 78112 h 91359"/>
                  <a:gd name="csX2" fmla="*/ 91590 w 91360"/>
                  <a:gd name="csY2" fmla="*/ 45811 h 91359"/>
                  <a:gd name="csX3" fmla="*/ 78211 w 91360"/>
                  <a:gd name="csY3" fmla="*/ 13511 h 91359"/>
                  <a:gd name="csX4" fmla="*/ 45910 w 91360"/>
                  <a:gd name="csY4" fmla="*/ 131 h 91359"/>
                  <a:gd name="csX5" fmla="*/ 13609 w 91360"/>
                  <a:gd name="csY5" fmla="*/ 13511 h 91359"/>
                  <a:gd name="csX6" fmla="*/ 230 w 91360"/>
                  <a:gd name="csY6" fmla="*/ 45811 h 91359"/>
                  <a:gd name="csX7" fmla="*/ 13609 w 91360"/>
                  <a:gd name="csY7" fmla="*/ 78112 h 91359"/>
                  <a:gd name="csX8" fmla="*/ 45910 w 91360"/>
                  <a:gd name="csY8" fmla="*/ 9149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491"/>
                    </a:moveTo>
                    <a:cubicBezTo>
                      <a:pt x="58024" y="91491"/>
                      <a:pt x="69644" y="86678"/>
                      <a:pt x="78211" y="78112"/>
                    </a:cubicBezTo>
                    <a:cubicBezTo>
                      <a:pt x="86777" y="69545"/>
                      <a:pt x="91590" y="57926"/>
                      <a:pt x="91590" y="45811"/>
                    </a:cubicBezTo>
                    <a:cubicBezTo>
                      <a:pt x="91590" y="33697"/>
                      <a:pt x="86777" y="22077"/>
                      <a:pt x="78211" y="13511"/>
                    </a:cubicBezTo>
                    <a:cubicBezTo>
                      <a:pt x="69644" y="4945"/>
                      <a:pt x="58024" y="131"/>
                      <a:pt x="45910" y="131"/>
                    </a:cubicBezTo>
                    <a:cubicBezTo>
                      <a:pt x="33795" y="131"/>
                      <a:pt x="22175" y="4945"/>
                      <a:pt x="13609" y="13511"/>
                    </a:cubicBezTo>
                    <a:cubicBezTo>
                      <a:pt x="5043" y="22077"/>
                      <a:pt x="230" y="33697"/>
                      <a:pt x="230" y="45811"/>
                    </a:cubicBezTo>
                    <a:cubicBezTo>
                      <a:pt x="230" y="57926"/>
                      <a:pt x="5043" y="69545"/>
                      <a:pt x="13609" y="78112"/>
                    </a:cubicBezTo>
                    <a:cubicBezTo>
                      <a:pt x="22175" y="86678"/>
                      <a:pt x="33795" y="91491"/>
                      <a:pt x="45910" y="9149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4" name="任意多边形: 形状 2883"/>
              <p:cNvSpPr/>
              <p:nvPr/>
            </p:nvSpPr>
            <p:spPr>
              <a:xfrm>
                <a:off x="20017210" y="23741958"/>
                <a:ext cx="180000" cy="180000"/>
              </a:xfrm>
              <a:custGeom>
                <a:avLst/>
                <a:gdLst>
                  <a:gd name="csX0" fmla="*/ 45887 w 91360"/>
                  <a:gd name="csY0" fmla="*/ 91489 h 91359"/>
                  <a:gd name="csX1" fmla="*/ 78187 w 91360"/>
                  <a:gd name="csY1" fmla="*/ 78110 h 91359"/>
                  <a:gd name="csX2" fmla="*/ 91567 w 91360"/>
                  <a:gd name="csY2" fmla="*/ 45810 h 91359"/>
                  <a:gd name="csX3" fmla="*/ 78187 w 91360"/>
                  <a:gd name="csY3" fmla="*/ 13509 h 91359"/>
                  <a:gd name="csX4" fmla="*/ 45887 w 91360"/>
                  <a:gd name="csY4" fmla="*/ 130 h 91359"/>
                  <a:gd name="csX5" fmla="*/ 13586 w 91360"/>
                  <a:gd name="csY5" fmla="*/ 13509 h 91359"/>
                  <a:gd name="csX6" fmla="*/ 206 w 91360"/>
                  <a:gd name="csY6" fmla="*/ 45810 h 91359"/>
                  <a:gd name="csX7" fmla="*/ 13586 w 91360"/>
                  <a:gd name="csY7" fmla="*/ 78110 h 91359"/>
                  <a:gd name="csX8" fmla="*/ 45887 w 91360"/>
                  <a:gd name="csY8" fmla="*/ 9148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489"/>
                    </a:moveTo>
                    <a:cubicBezTo>
                      <a:pt x="58001" y="91489"/>
                      <a:pt x="69621" y="86676"/>
                      <a:pt x="78187" y="78110"/>
                    </a:cubicBezTo>
                    <a:cubicBezTo>
                      <a:pt x="86754" y="69544"/>
                      <a:pt x="91567" y="57924"/>
                      <a:pt x="91567" y="45810"/>
                    </a:cubicBezTo>
                    <a:cubicBezTo>
                      <a:pt x="91567" y="33695"/>
                      <a:pt x="86754" y="22075"/>
                      <a:pt x="78187" y="13509"/>
                    </a:cubicBezTo>
                    <a:cubicBezTo>
                      <a:pt x="69621" y="4943"/>
                      <a:pt x="58001" y="130"/>
                      <a:pt x="45887" y="130"/>
                    </a:cubicBezTo>
                    <a:cubicBezTo>
                      <a:pt x="33772" y="130"/>
                      <a:pt x="22152" y="4943"/>
                      <a:pt x="13586" y="13509"/>
                    </a:cubicBezTo>
                    <a:cubicBezTo>
                      <a:pt x="5020" y="22075"/>
                      <a:pt x="206" y="33695"/>
                      <a:pt x="206" y="45810"/>
                    </a:cubicBezTo>
                    <a:cubicBezTo>
                      <a:pt x="206" y="57924"/>
                      <a:pt x="5020" y="69544"/>
                      <a:pt x="13586" y="78110"/>
                    </a:cubicBezTo>
                    <a:cubicBezTo>
                      <a:pt x="22152" y="86676"/>
                      <a:pt x="33772" y="91489"/>
                      <a:pt x="45887" y="9148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5" name="任意多边形: 形状 2884"/>
              <p:cNvSpPr/>
              <p:nvPr/>
            </p:nvSpPr>
            <p:spPr>
              <a:xfrm>
                <a:off x="18408720" y="21488867"/>
                <a:ext cx="180000" cy="180000"/>
              </a:xfrm>
              <a:custGeom>
                <a:avLst/>
                <a:gdLst>
                  <a:gd name="csX0" fmla="*/ 45853 w 91360"/>
                  <a:gd name="csY0" fmla="*/ 91509 h 91359"/>
                  <a:gd name="csX1" fmla="*/ 78153 w 91360"/>
                  <a:gd name="csY1" fmla="*/ 78130 h 91359"/>
                  <a:gd name="csX2" fmla="*/ 91533 w 91360"/>
                  <a:gd name="csY2" fmla="*/ 45829 h 91359"/>
                  <a:gd name="csX3" fmla="*/ 78153 w 91360"/>
                  <a:gd name="csY3" fmla="*/ 13529 h 91359"/>
                  <a:gd name="csX4" fmla="*/ 45853 w 91360"/>
                  <a:gd name="csY4" fmla="*/ 149 h 91359"/>
                  <a:gd name="csX5" fmla="*/ 13552 w 91360"/>
                  <a:gd name="csY5" fmla="*/ 13529 h 91359"/>
                  <a:gd name="csX6" fmla="*/ 172 w 91360"/>
                  <a:gd name="csY6" fmla="*/ 45829 h 91359"/>
                  <a:gd name="csX7" fmla="*/ 13552 w 91360"/>
                  <a:gd name="csY7" fmla="*/ 78130 h 91359"/>
                  <a:gd name="csX8" fmla="*/ 45853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09"/>
                    </a:moveTo>
                    <a:cubicBezTo>
                      <a:pt x="57967" y="91509"/>
                      <a:pt x="69587" y="86696"/>
                      <a:pt x="78153" y="78130"/>
                    </a:cubicBezTo>
                    <a:cubicBezTo>
                      <a:pt x="86720" y="69563"/>
                      <a:pt x="91533" y="57944"/>
                      <a:pt x="91533" y="45829"/>
                    </a:cubicBezTo>
                    <a:cubicBezTo>
                      <a:pt x="91533" y="33715"/>
                      <a:pt x="86720" y="22095"/>
                      <a:pt x="78153" y="13529"/>
                    </a:cubicBezTo>
                    <a:cubicBezTo>
                      <a:pt x="69587" y="4963"/>
                      <a:pt x="57967" y="149"/>
                      <a:pt x="45853" y="149"/>
                    </a:cubicBezTo>
                    <a:cubicBezTo>
                      <a:pt x="33738" y="149"/>
                      <a:pt x="22118" y="4963"/>
                      <a:pt x="13552" y="13529"/>
                    </a:cubicBezTo>
                    <a:cubicBezTo>
                      <a:pt x="4985" y="22095"/>
                      <a:pt x="172" y="33715"/>
                      <a:pt x="172" y="45829"/>
                    </a:cubicBezTo>
                    <a:cubicBezTo>
                      <a:pt x="172" y="57944"/>
                      <a:pt x="4985" y="69563"/>
                      <a:pt x="13552" y="78130"/>
                    </a:cubicBezTo>
                    <a:cubicBezTo>
                      <a:pt x="22118" y="86696"/>
                      <a:pt x="33738" y="91509"/>
                      <a:pt x="45853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6" name="任意多边形: 形状 2885"/>
              <p:cNvSpPr/>
              <p:nvPr/>
            </p:nvSpPr>
            <p:spPr>
              <a:xfrm>
                <a:off x="16859285" y="22708844"/>
                <a:ext cx="180000" cy="180000"/>
              </a:xfrm>
              <a:custGeom>
                <a:avLst/>
                <a:gdLst>
                  <a:gd name="csX0" fmla="*/ 45893 w 91360"/>
                  <a:gd name="csY0" fmla="*/ 91525 h 91359"/>
                  <a:gd name="csX1" fmla="*/ 78193 w 91360"/>
                  <a:gd name="csY1" fmla="*/ 78146 h 91359"/>
                  <a:gd name="csX2" fmla="*/ 91573 w 91360"/>
                  <a:gd name="csY2" fmla="*/ 45846 h 91359"/>
                  <a:gd name="csX3" fmla="*/ 78193 w 91360"/>
                  <a:gd name="csY3" fmla="*/ 13545 h 91359"/>
                  <a:gd name="csX4" fmla="*/ 45893 w 91360"/>
                  <a:gd name="csY4" fmla="*/ 166 h 91359"/>
                  <a:gd name="csX5" fmla="*/ 13592 w 91360"/>
                  <a:gd name="csY5" fmla="*/ 13545 h 91359"/>
                  <a:gd name="csX6" fmla="*/ 212 w 91360"/>
                  <a:gd name="csY6" fmla="*/ 45846 h 91359"/>
                  <a:gd name="csX7" fmla="*/ 13592 w 91360"/>
                  <a:gd name="csY7" fmla="*/ 78146 h 91359"/>
                  <a:gd name="csX8" fmla="*/ 45893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525"/>
                    </a:moveTo>
                    <a:cubicBezTo>
                      <a:pt x="58007" y="91525"/>
                      <a:pt x="69627" y="86712"/>
                      <a:pt x="78193" y="78146"/>
                    </a:cubicBezTo>
                    <a:cubicBezTo>
                      <a:pt x="86760" y="69580"/>
                      <a:pt x="91573" y="57960"/>
                      <a:pt x="91573" y="45846"/>
                    </a:cubicBezTo>
                    <a:cubicBezTo>
                      <a:pt x="91573" y="33731"/>
                      <a:pt x="86760" y="22112"/>
                      <a:pt x="78193" y="13545"/>
                    </a:cubicBezTo>
                    <a:cubicBezTo>
                      <a:pt x="69627" y="4979"/>
                      <a:pt x="58007" y="166"/>
                      <a:pt x="45893" y="166"/>
                    </a:cubicBezTo>
                    <a:cubicBezTo>
                      <a:pt x="33778" y="166"/>
                      <a:pt x="22158" y="4979"/>
                      <a:pt x="13592" y="13545"/>
                    </a:cubicBezTo>
                    <a:cubicBezTo>
                      <a:pt x="5025" y="22112"/>
                      <a:pt x="212" y="33731"/>
                      <a:pt x="212" y="45846"/>
                    </a:cubicBezTo>
                    <a:cubicBezTo>
                      <a:pt x="212" y="57960"/>
                      <a:pt x="5025" y="69580"/>
                      <a:pt x="13592" y="78146"/>
                    </a:cubicBezTo>
                    <a:cubicBezTo>
                      <a:pt x="22158" y="86712"/>
                      <a:pt x="33778" y="91525"/>
                      <a:pt x="45893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7" name="任意多边形: 形状 2886"/>
              <p:cNvSpPr/>
              <p:nvPr/>
            </p:nvSpPr>
            <p:spPr>
              <a:xfrm>
                <a:off x="18316485" y="22047646"/>
                <a:ext cx="180000" cy="180000"/>
              </a:xfrm>
              <a:custGeom>
                <a:avLst/>
                <a:gdLst>
                  <a:gd name="csX0" fmla="*/ 45875 w 91360"/>
                  <a:gd name="csY0" fmla="*/ 91486 h 91359"/>
                  <a:gd name="csX1" fmla="*/ 78176 w 91360"/>
                  <a:gd name="csY1" fmla="*/ 78107 h 91359"/>
                  <a:gd name="csX2" fmla="*/ 91555 w 91360"/>
                  <a:gd name="csY2" fmla="*/ 45807 h 91359"/>
                  <a:gd name="csX3" fmla="*/ 78176 w 91360"/>
                  <a:gd name="csY3" fmla="*/ 13506 h 91359"/>
                  <a:gd name="csX4" fmla="*/ 45875 w 91360"/>
                  <a:gd name="csY4" fmla="*/ 127 h 91359"/>
                  <a:gd name="csX5" fmla="*/ 13574 w 91360"/>
                  <a:gd name="csY5" fmla="*/ 13506 h 91359"/>
                  <a:gd name="csX6" fmla="*/ 195 w 91360"/>
                  <a:gd name="csY6" fmla="*/ 45807 h 91359"/>
                  <a:gd name="csX7" fmla="*/ 13574 w 91360"/>
                  <a:gd name="csY7" fmla="*/ 78107 h 91359"/>
                  <a:gd name="csX8" fmla="*/ 45875 w 91360"/>
                  <a:gd name="csY8" fmla="*/ 9148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486"/>
                    </a:moveTo>
                    <a:cubicBezTo>
                      <a:pt x="57989" y="91486"/>
                      <a:pt x="69609" y="86673"/>
                      <a:pt x="78176" y="78107"/>
                    </a:cubicBezTo>
                    <a:cubicBezTo>
                      <a:pt x="86742" y="69541"/>
                      <a:pt x="91555" y="57921"/>
                      <a:pt x="91555" y="45807"/>
                    </a:cubicBezTo>
                    <a:cubicBezTo>
                      <a:pt x="91555" y="33692"/>
                      <a:pt x="86742" y="22072"/>
                      <a:pt x="78176" y="13506"/>
                    </a:cubicBezTo>
                    <a:cubicBezTo>
                      <a:pt x="69609" y="4940"/>
                      <a:pt x="57989" y="127"/>
                      <a:pt x="45875" y="127"/>
                    </a:cubicBezTo>
                    <a:cubicBezTo>
                      <a:pt x="33760" y="127"/>
                      <a:pt x="22140" y="4940"/>
                      <a:pt x="13574" y="13506"/>
                    </a:cubicBezTo>
                    <a:cubicBezTo>
                      <a:pt x="5008" y="22072"/>
                      <a:pt x="195" y="33692"/>
                      <a:pt x="195" y="45807"/>
                    </a:cubicBezTo>
                    <a:cubicBezTo>
                      <a:pt x="195" y="57921"/>
                      <a:pt x="5008" y="69541"/>
                      <a:pt x="13574" y="78107"/>
                    </a:cubicBezTo>
                    <a:cubicBezTo>
                      <a:pt x="22140" y="86673"/>
                      <a:pt x="33760" y="91486"/>
                      <a:pt x="45875" y="9148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8" name="任意多边形: 形状 2887"/>
              <p:cNvSpPr/>
              <p:nvPr/>
            </p:nvSpPr>
            <p:spPr>
              <a:xfrm>
                <a:off x="17810000" y="21781968"/>
                <a:ext cx="180000" cy="180000"/>
              </a:xfrm>
              <a:custGeom>
                <a:avLst/>
                <a:gdLst>
                  <a:gd name="csX0" fmla="*/ 45856 w 91360"/>
                  <a:gd name="csY0" fmla="*/ 91509 h 91359"/>
                  <a:gd name="csX1" fmla="*/ 78156 w 91360"/>
                  <a:gd name="csY1" fmla="*/ 78130 h 91359"/>
                  <a:gd name="csX2" fmla="*/ 91536 w 91360"/>
                  <a:gd name="csY2" fmla="*/ 45830 h 91359"/>
                  <a:gd name="csX3" fmla="*/ 78156 w 91360"/>
                  <a:gd name="csY3" fmla="*/ 13529 h 91359"/>
                  <a:gd name="csX4" fmla="*/ 45856 w 91360"/>
                  <a:gd name="csY4" fmla="*/ 150 h 91359"/>
                  <a:gd name="csX5" fmla="*/ 13555 w 91360"/>
                  <a:gd name="csY5" fmla="*/ 13529 h 91359"/>
                  <a:gd name="csX6" fmla="*/ 175 w 91360"/>
                  <a:gd name="csY6" fmla="*/ 45830 h 91359"/>
                  <a:gd name="csX7" fmla="*/ 13555 w 91360"/>
                  <a:gd name="csY7" fmla="*/ 78130 h 91359"/>
                  <a:gd name="csX8" fmla="*/ 45856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09"/>
                    </a:moveTo>
                    <a:cubicBezTo>
                      <a:pt x="57970" y="91509"/>
                      <a:pt x="69590" y="86696"/>
                      <a:pt x="78156" y="78130"/>
                    </a:cubicBezTo>
                    <a:cubicBezTo>
                      <a:pt x="86723" y="69564"/>
                      <a:pt x="91536" y="57944"/>
                      <a:pt x="91536" y="45830"/>
                    </a:cubicBezTo>
                    <a:cubicBezTo>
                      <a:pt x="91536" y="33715"/>
                      <a:pt x="86723" y="22095"/>
                      <a:pt x="78156" y="13529"/>
                    </a:cubicBezTo>
                    <a:cubicBezTo>
                      <a:pt x="69590" y="4963"/>
                      <a:pt x="57970" y="150"/>
                      <a:pt x="45856" y="150"/>
                    </a:cubicBezTo>
                    <a:cubicBezTo>
                      <a:pt x="33741" y="150"/>
                      <a:pt x="22121" y="4963"/>
                      <a:pt x="13555" y="13529"/>
                    </a:cubicBezTo>
                    <a:cubicBezTo>
                      <a:pt x="4988" y="22095"/>
                      <a:pt x="175" y="33715"/>
                      <a:pt x="175" y="45830"/>
                    </a:cubicBezTo>
                    <a:cubicBezTo>
                      <a:pt x="175" y="57944"/>
                      <a:pt x="4988" y="69564"/>
                      <a:pt x="13555" y="78130"/>
                    </a:cubicBezTo>
                    <a:cubicBezTo>
                      <a:pt x="22121" y="86696"/>
                      <a:pt x="33741" y="91509"/>
                      <a:pt x="45856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89" name="任意多边形: 形状 2888"/>
              <p:cNvSpPr/>
              <p:nvPr/>
            </p:nvSpPr>
            <p:spPr>
              <a:xfrm>
                <a:off x="16818944" y="23247017"/>
                <a:ext cx="180000" cy="180000"/>
              </a:xfrm>
              <a:custGeom>
                <a:avLst/>
                <a:gdLst>
                  <a:gd name="csX0" fmla="*/ 45828 w 91360"/>
                  <a:gd name="csY0" fmla="*/ 91523 h 91359"/>
                  <a:gd name="csX1" fmla="*/ 78129 w 91360"/>
                  <a:gd name="csY1" fmla="*/ 78144 h 91359"/>
                  <a:gd name="csX2" fmla="*/ 91509 w 91360"/>
                  <a:gd name="csY2" fmla="*/ 45844 h 91359"/>
                  <a:gd name="csX3" fmla="*/ 78129 w 91360"/>
                  <a:gd name="csY3" fmla="*/ 13543 h 91359"/>
                  <a:gd name="csX4" fmla="*/ 45828 w 91360"/>
                  <a:gd name="csY4" fmla="*/ 164 h 91359"/>
                  <a:gd name="csX5" fmla="*/ 13528 w 91360"/>
                  <a:gd name="csY5" fmla="*/ 13543 h 91359"/>
                  <a:gd name="csX6" fmla="*/ 148 w 91360"/>
                  <a:gd name="csY6" fmla="*/ 45844 h 91359"/>
                  <a:gd name="csX7" fmla="*/ 13528 w 91360"/>
                  <a:gd name="csY7" fmla="*/ 78144 h 91359"/>
                  <a:gd name="csX8" fmla="*/ 45828 w 91360"/>
                  <a:gd name="csY8" fmla="*/ 9152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8" y="91523"/>
                    </a:moveTo>
                    <a:cubicBezTo>
                      <a:pt x="57943" y="91523"/>
                      <a:pt x="69563" y="86710"/>
                      <a:pt x="78129" y="78144"/>
                    </a:cubicBezTo>
                    <a:cubicBezTo>
                      <a:pt x="86696" y="69578"/>
                      <a:pt x="91509" y="57958"/>
                      <a:pt x="91509" y="45844"/>
                    </a:cubicBezTo>
                    <a:cubicBezTo>
                      <a:pt x="91509" y="33729"/>
                      <a:pt x="86696" y="22110"/>
                      <a:pt x="78129" y="13543"/>
                    </a:cubicBezTo>
                    <a:cubicBezTo>
                      <a:pt x="69563" y="4977"/>
                      <a:pt x="57943" y="164"/>
                      <a:pt x="45828" y="164"/>
                    </a:cubicBezTo>
                    <a:cubicBezTo>
                      <a:pt x="33714" y="164"/>
                      <a:pt x="22094" y="4977"/>
                      <a:pt x="13528" y="13543"/>
                    </a:cubicBezTo>
                    <a:cubicBezTo>
                      <a:pt x="4961" y="22110"/>
                      <a:pt x="148" y="33729"/>
                      <a:pt x="148" y="45844"/>
                    </a:cubicBezTo>
                    <a:cubicBezTo>
                      <a:pt x="148" y="57958"/>
                      <a:pt x="4961" y="69578"/>
                      <a:pt x="13528" y="78144"/>
                    </a:cubicBezTo>
                    <a:cubicBezTo>
                      <a:pt x="22094" y="86710"/>
                      <a:pt x="33714" y="91523"/>
                      <a:pt x="45828" y="9152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0" name="任意多边形: 形状 2889"/>
              <p:cNvSpPr/>
              <p:nvPr/>
            </p:nvSpPr>
            <p:spPr>
              <a:xfrm>
                <a:off x="16513013" y="23701929"/>
                <a:ext cx="180000" cy="180000"/>
              </a:xfrm>
              <a:custGeom>
                <a:avLst/>
                <a:gdLst>
                  <a:gd name="csX0" fmla="*/ 45819 w 91360"/>
                  <a:gd name="csY0" fmla="*/ 91538 h 91359"/>
                  <a:gd name="csX1" fmla="*/ 78120 w 91360"/>
                  <a:gd name="csY1" fmla="*/ 78158 h 91359"/>
                  <a:gd name="csX2" fmla="*/ 91499 w 91360"/>
                  <a:gd name="csY2" fmla="*/ 45858 h 91359"/>
                  <a:gd name="csX3" fmla="*/ 78120 w 91360"/>
                  <a:gd name="csY3" fmla="*/ 13557 h 91359"/>
                  <a:gd name="csX4" fmla="*/ 45819 w 91360"/>
                  <a:gd name="csY4" fmla="*/ 178 h 91359"/>
                  <a:gd name="csX5" fmla="*/ 13518 w 91360"/>
                  <a:gd name="csY5" fmla="*/ 13557 h 91359"/>
                  <a:gd name="csX6" fmla="*/ 139 w 91360"/>
                  <a:gd name="csY6" fmla="*/ 45858 h 91359"/>
                  <a:gd name="csX7" fmla="*/ 13518 w 91360"/>
                  <a:gd name="csY7" fmla="*/ 78158 h 91359"/>
                  <a:gd name="csX8" fmla="*/ 45819 w 91360"/>
                  <a:gd name="csY8" fmla="*/ 9153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19" y="91538"/>
                    </a:moveTo>
                    <a:cubicBezTo>
                      <a:pt x="57934" y="91538"/>
                      <a:pt x="69554" y="86724"/>
                      <a:pt x="78120" y="78158"/>
                    </a:cubicBezTo>
                    <a:cubicBezTo>
                      <a:pt x="86686" y="69592"/>
                      <a:pt x="91499" y="57972"/>
                      <a:pt x="91499" y="45858"/>
                    </a:cubicBezTo>
                    <a:cubicBezTo>
                      <a:pt x="91499" y="33743"/>
                      <a:pt x="86686" y="22124"/>
                      <a:pt x="78120" y="13557"/>
                    </a:cubicBezTo>
                    <a:cubicBezTo>
                      <a:pt x="69554" y="4991"/>
                      <a:pt x="57934" y="178"/>
                      <a:pt x="45819" y="178"/>
                    </a:cubicBezTo>
                    <a:cubicBezTo>
                      <a:pt x="33704" y="178"/>
                      <a:pt x="22084" y="4991"/>
                      <a:pt x="13518" y="13557"/>
                    </a:cubicBezTo>
                    <a:cubicBezTo>
                      <a:pt x="4952" y="22124"/>
                      <a:pt x="139" y="33743"/>
                      <a:pt x="139" y="45858"/>
                    </a:cubicBezTo>
                    <a:cubicBezTo>
                      <a:pt x="139" y="57972"/>
                      <a:pt x="4952" y="69592"/>
                      <a:pt x="13518" y="78158"/>
                    </a:cubicBezTo>
                    <a:cubicBezTo>
                      <a:pt x="22084" y="86724"/>
                      <a:pt x="33704" y="91538"/>
                      <a:pt x="45819" y="9153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1" name="任意多边形: 形状 2890"/>
              <p:cNvSpPr/>
              <p:nvPr/>
            </p:nvSpPr>
            <p:spPr>
              <a:xfrm>
                <a:off x="17699545" y="24695703"/>
                <a:ext cx="180000" cy="180000"/>
              </a:xfrm>
              <a:custGeom>
                <a:avLst/>
                <a:gdLst>
                  <a:gd name="csX0" fmla="*/ 45856 w 91360"/>
                  <a:gd name="csY0" fmla="*/ 91568 h 91359"/>
                  <a:gd name="csX1" fmla="*/ 78157 w 91360"/>
                  <a:gd name="csY1" fmla="*/ 78189 h 91359"/>
                  <a:gd name="csX2" fmla="*/ 91536 w 91360"/>
                  <a:gd name="csY2" fmla="*/ 45889 h 91359"/>
                  <a:gd name="csX3" fmla="*/ 78157 w 91360"/>
                  <a:gd name="csY3" fmla="*/ 13588 h 91359"/>
                  <a:gd name="csX4" fmla="*/ 45856 w 91360"/>
                  <a:gd name="csY4" fmla="*/ 209 h 91359"/>
                  <a:gd name="csX5" fmla="*/ 13555 w 91360"/>
                  <a:gd name="csY5" fmla="*/ 13588 h 91359"/>
                  <a:gd name="csX6" fmla="*/ 175 w 91360"/>
                  <a:gd name="csY6" fmla="*/ 45889 h 91359"/>
                  <a:gd name="csX7" fmla="*/ 13555 w 91360"/>
                  <a:gd name="csY7" fmla="*/ 78189 h 91359"/>
                  <a:gd name="csX8" fmla="*/ 45856 w 91360"/>
                  <a:gd name="csY8" fmla="*/ 9156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68"/>
                    </a:moveTo>
                    <a:cubicBezTo>
                      <a:pt x="57970" y="91568"/>
                      <a:pt x="69590" y="86755"/>
                      <a:pt x="78157" y="78189"/>
                    </a:cubicBezTo>
                    <a:cubicBezTo>
                      <a:pt x="86723" y="69623"/>
                      <a:pt x="91536" y="58003"/>
                      <a:pt x="91536" y="45889"/>
                    </a:cubicBezTo>
                    <a:cubicBezTo>
                      <a:pt x="91536" y="33774"/>
                      <a:pt x="86723" y="22154"/>
                      <a:pt x="78157" y="13588"/>
                    </a:cubicBezTo>
                    <a:cubicBezTo>
                      <a:pt x="69590" y="5022"/>
                      <a:pt x="57970" y="209"/>
                      <a:pt x="45856" y="209"/>
                    </a:cubicBezTo>
                    <a:cubicBezTo>
                      <a:pt x="33741" y="209"/>
                      <a:pt x="22121" y="5022"/>
                      <a:pt x="13555" y="13588"/>
                    </a:cubicBezTo>
                    <a:cubicBezTo>
                      <a:pt x="4989" y="22154"/>
                      <a:pt x="175" y="33774"/>
                      <a:pt x="175" y="45889"/>
                    </a:cubicBezTo>
                    <a:cubicBezTo>
                      <a:pt x="175" y="58003"/>
                      <a:pt x="4989" y="69623"/>
                      <a:pt x="13555" y="78189"/>
                    </a:cubicBezTo>
                    <a:cubicBezTo>
                      <a:pt x="22121" y="86755"/>
                      <a:pt x="33741" y="91568"/>
                      <a:pt x="45856" y="9156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2" name="任意多边形: 形状 2891"/>
              <p:cNvSpPr/>
              <p:nvPr/>
            </p:nvSpPr>
            <p:spPr>
              <a:xfrm>
                <a:off x="18660714" y="22855276"/>
                <a:ext cx="180000" cy="180000"/>
              </a:xfrm>
              <a:custGeom>
                <a:avLst/>
                <a:gdLst>
                  <a:gd name="csX0" fmla="*/ 45891 w 91360"/>
                  <a:gd name="csY0" fmla="*/ 91507 h 91359"/>
                  <a:gd name="csX1" fmla="*/ 78191 w 91360"/>
                  <a:gd name="csY1" fmla="*/ 78127 h 91359"/>
                  <a:gd name="csX2" fmla="*/ 91571 w 91360"/>
                  <a:gd name="csY2" fmla="*/ 45827 h 91359"/>
                  <a:gd name="csX3" fmla="*/ 78191 w 91360"/>
                  <a:gd name="csY3" fmla="*/ 13527 h 91359"/>
                  <a:gd name="csX4" fmla="*/ 45891 w 91360"/>
                  <a:gd name="csY4" fmla="*/ 147 h 91359"/>
                  <a:gd name="csX5" fmla="*/ 13590 w 91360"/>
                  <a:gd name="csY5" fmla="*/ 13527 h 91359"/>
                  <a:gd name="csX6" fmla="*/ 210 w 91360"/>
                  <a:gd name="csY6" fmla="*/ 45827 h 91359"/>
                  <a:gd name="csX7" fmla="*/ 13590 w 91360"/>
                  <a:gd name="csY7" fmla="*/ 78127 h 91359"/>
                  <a:gd name="csX8" fmla="*/ 45891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07"/>
                    </a:moveTo>
                    <a:cubicBezTo>
                      <a:pt x="58005" y="91507"/>
                      <a:pt x="69625" y="86694"/>
                      <a:pt x="78191" y="78127"/>
                    </a:cubicBezTo>
                    <a:cubicBezTo>
                      <a:pt x="86758" y="69561"/>
                      <a:pt x="91571" y="57941"/>
                      <a:pt x="91571" y="45827"/>
                    </a:cubicBezTo>
                    <a:cubicBezTo>
                      <a:pt x="91571" y="33713"/>
                      <a:pt x="86758" y="22093"/>
                      <a:pt x="78191" y="13527"/>
                    </a:cubicBezTo>
                    <a:cubicBezTo>
                      <a:pt x="69625" y="4960"/>
                      <a:pt x="58005" y="147"/>
                      <a:pt x="45891" y="147"/>
                    </a:cubicBezTo>
                    <a:cubicBezTo>
                      <a:pt x="33776" y="147"/>
                      <a:pt x="22156" y="4960"/>
                      <a:pt x="13590" y="13527"/>
                    </a:cubicBezTo>
                    <a:cubicBezTo>
                      <a:pt x="5023" y="22093"/>
                      <a:pt x="210" y="33713"/>
                      <a:pt x="210" y="45827"/>
                    </a:cubicBezTo>
                    <a:cubicBezTo>
                      <a:pt x="210" y="57941"/>
                      <a:pt x="5023" y="69561"/>
                      <a:pt x="13590" y="78127"/>
                    </a:cubicBezTo>
                    <a:cubicBezTo>
                      <a:pt x="22156" y="86694"/>
                      <a:pt x="33776" y="91507"/>
                      <a:pt x="45891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3" name="任意多边形: 形状 2892"/>
              <p:cNvSpPr/>
              <p:nvPr/>
            </p:nvSpPr>
            <p:spPr>
              <a:xfrm>
                <a:off x="19323263" y="22896240"/>
                <a:ext cx="180000" cy="180000"/>
              </a:xfrm>
              <a:custGeom>
                <a:avLst/>
                <a:gdLst>
                  <a:gd name="csX0" fmla="*/ 45906 w 91360"/>
                  <a:gd name="csY0" fmla="*/ 91513 h 91359"/>
                  <a:gd name="csX1" fmla="*/ 78207 w 91360"/>
                  <a:gd name="csY1" fmla="*/ 78133 h 91359"/>
                  <a:gd name="csX2" fmla="*/ 91586 w 91360"/>
                  <a:gd name="csY2" fmla="*/ 45833 h 91359"/>
                  <a:gd name="csX3" fmla="*/ 78207 w 91360"/>
                  <a:gd name="csY3" fmla="*/ 13533 h 91359"/>
                  <a:gd name="csX4" fmla="*/ 45906 w 91360"/>
                  <a:gd name="csY4" fmla="*/ 153 h 91359"/>
                  <a:gd name="csX5" fmla="*/ 13605 w 91360"/>
                  <a:gd name="csY5" fmla="*/ 13533 h 91359"/>
                  <a:gd name="csX6" fmla="*/ 226 w 91360"/>
                  <a:gd name="csY6" fmla="*/ 45833 h 91359"/>
                  <a:gd name="csX7" fmla="*/ 13605 w 91360"/>
                  <a:gd name="csY7" fmla="*/ 78133 h 91359"/>
                  <a:gd name="csX8" fmla="*/ 45906 w 91360"/>
                  <a:gd name="csY8" fmla="*/ 9151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6" y="91513"/>
                    </a:moveTo>
                    <a:cubicBezTo>
                      <a:pt x="58021" y="91513"/>
                      <a:pt x="69641" y="86699"/>
                      <a:pt x="78207" y="78133"/>
                    </a:cubicBezTo>
                    <a:cubicBezTo>
                      <a:pt x="86773" y="69567"/>
                      <a:pt x="91586" y="57947"/>
                      <a:pt x="91586" y="45833"/>
                    </a:cubicBezTo>
                    <a:cubicBezTo>
                      <a:pt x="91586" y="33719"/>
                      <a:pt x="86773" y="22099"/>
                      <a:pt x="78207" y="13533"/>
                    </a:cubicBezTo>
                    <a:cubicBezTo>
                      <a:pt x="69641" y="4966"/>
                      <a:pt x="58021" y="153"/>
                      <a:pt x="45906" y="153"/>
                    </a:cubicBezTo>
                    <a:cubicBezTo>
                      <a:pt x="33791" y="153"/>
                      <a:pt x="22171" y="4966"/>
                      <a:pt x="13605" y="13533"/>
                    </a:cubicBezTo>
                    <a:cubicBezTo>
                      <a:pt x="5039" y="22099"/>
                      <a:pt x="226" y="33719"/>
                      <a:pt x="226" y="45833"/>
                    </a:cubicBezTo>
                    <a:cubicBezTo>
                      <a:pt x="226" y="57947"/>
                      <a:pt x="5039" y="69567"/>
                      <a:pt x="13605" y="78133"/>
                    </a:cubicBezTo>
                    <a:cubicBezTo>
                      <a:pt x="22171" y="86699"/>
                      <a:pt x="33791" y="91513"/>
                      <a:pt x="45906" y="9151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4" name="任意多边形: 形状 2893"/>
              <p:cNvSpPr/>
              <p:nvPr/>
            </p:nvSpPr>
            <p:spPr>
              <a:xfrm>
                <a:off x="17292724" y="24327215"/>
                <a:ext cx="180000" cy="180000"/>
              </a:xfrm>
              <a:custGeom>
                <a:avLst/>
                <a:gdLst>
                  <a:gd name="csX0" fmla="*/ 45884 w 91360"/>
                  <a:gd name="csY0" fmla="*/ 91534 h 91359"/>
                  <a:gd name="csX1" fmla="*/ 78185 w 91360"/>
                  <a:gd name="csY1" fmla="*/ 78155 h 91359"/>
                  <a:gd name="csX2" fmla="*/ 91564 w 91360"/>
                  <a:gd name="csY2" fmla="*/ 45855 h 91359"/>
                  <a:gd name="csX3" fmla="*/ 78185 w 91360"/>
                  <a:gd name="csY3" fmla="*/ 13554 h 91359"/>
                  <a:gd name="csX4" fmla="*/ 45884 w 91360"/>
                  <a:gd name="csY4" fmla="*/ 175 h 91359"/>
                  <a:gd name="csX5" fmla="*/ 13583 w 91360"/>
                  <a:gd name="csY5" fmla="*/ 13554 h 91359"/>
                  <a:gd name="csX6" fmla="*/ 203 w 91360"/>
                  <a:gd name="csY6" fmla="*/ 45855 h 91359"/>
                  <a:gd name="csX7" fmla="*/ 13583 w 91360"/>
                  <a:gd name="csY7" fmla="*/ 78155 h 91359"/>
                  <a:gd name="csX8" fmla="*/ 45884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4" y="91534"/>
                    </a:moveTo>
                    <a:cubicBezTo>
                      <a:pt x="57998" y="91534"/>
                      <a:pt x="69618" y="86721"/>
                      <a:pt x="78185" y="78155"/>
                    </a:cubicBezTo>
                    <a:cubicBezTo>
                      <a:pt x="86751" y="69589"/>
                      <a:pt x="91564" y="57969"/>
                      <a:pt x="91564" y="45855"/>
                    </a:cubicBezTo>
                    <a:cubicBezTo>
                      <a:pt x="91564" y="33740"/>
                      <a:pt x="86751" y="22120"/>
                      <a:pt x="78185" y="13554"/>
                    </a:cubicBezTo>
                    <a:cubicBezTo>
                      <a:pt x="69618" y="4988"/>
                      <a:pt x="57998" y="175"/>
                      <a:pt x="45884" y="175"/>
                    </a:cubicBezTo>
                    <a:cubicBezTo>
                      <a:pt x="33769" y="175"/>
                      <a:pt x="22149" y="4988"/>
                      <a:pt x="13583" y="13554"/>
                    </a:cubicBezTo>
                    <a:cubicBezTo>
                      <a:pt x="5017" y="22120"/>
                      <a:pt x="203" y="33740"/>
                      <a:pt x="203" y="45855"/>
                    </a:cubicBezTo>
                    <a:cubicBezTo>
                      <a:pt x="203" y="57969"/>
                      <a:pt x="5017" y="69589"/>
                      <a:pt x="13583" y="78155"/>
                    </a:cubicBezTo>
                    <a:cubicBezTo>
                      <a:pt x="22149" y="86721"/>
                      <a:pt x="33769" y="91534"/>
                      <a:pt x="45884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5" name="任意多边形: 形状 2894"/>
              <p:cNvSpPr/>
              <p:nvPr/>
            </p:nvSpPr>
            <p:spPr>
              <a:xfrm>
                <a:off x="16789136" y="23075267"/>
                <a:ext cx="180000" cy="180000"/>
              </a:xfrm>
              <a:custGeom>
                <a:avLst/>
                <a:gdLst>
                  <a:gd name="csX0" fmla="*/ 45828 w 91360"/>
                  <a:gd name="csY0" fmla="*/ 91518 h 91359"/>
                  <a:gd name="csX1" fmla="*/ 78128 w 91360"/>
                  <a:gd name="csY1" fmla="*/ 78139 h 91359"/>
                  <a:gd name="csX2" fmla="*/ 91508 w 91360"/>
                  <a:gd name="csY2" fmla="*/ 45838 h 91359"/>
                  <a:gd name="csX3" fmla="*/ 78128 w 91360"/>
                  <a:gd name="csY3" fmla="*/ 13538 h 91359"/>
                  <a:gd name="csX4" fmla="*/ 45828 w 91360"/>
                  <a:gd name="csY4" fmla="*/ 159 h 91359"/>
                  <a:gd name="csX5" fmla="*/ 13527 w 91360"/>
                  <a:gd name="csY5" fmla="*/ 13538 h 91359"/>
                  <a:gd name="csX6" fmla="*/ 147 w 91360"/>
                  <a:gd name="csY6" fmla="*/ 45838 h 91359"/>
                  <a:gd name="csX7" fmla="*/ 13527 w 91360"/>
                  <a:gd name="csY7" fmla="*/ 78139 h 91359"/>
                  <a:gd name="csX8" fmla="*/ 45828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8" y="91518"/>
                    </a:moveTo>
                    <a:cubicBezTo>
                      <a:pt x="57942" y="91518"/>
                      <a:pt x="69562" y="86705"/>
                      <a:pt x="78128" y="78139"/>
                    </a:cubicBezTo>
                    <a:cubicBezTo>
                      <a:pt x="86695" y="69573"/>
                      <a:pt x="91508" y="57953"/>
                      <a:pt x="91508" y="45838"/>
                    </a:cubicBezTo>
                    <a:cubicBezTo>
                      <a:pt x="91508" y="33724"/>
                      <a:pt x="86695" y="22104"/>
                      <a:pt x="78128" y="13538"/>
                    </a:cubicBezTo>
                    <a:cubicBezTo>
                      <a:pt x="69562" y="4972"/>
                      <a:pt x="57942" y="159"/>
                      <a:pt x="45828" y="159"/>
                    </a:cubicBezTo>
                    <a:cubicBezTo>
                      <a:pt x="33713" y="159"/>
                      <a:pt x="22093" y="4972"/>
                      <a:pt x="13527" y="13538"/>
                    </a:cubicBezTo>
                    <a:cubicBezTo>
                      <a:pt x="4960" y="22104"/>
                      <a:pt x="147" y="33724"/>
                      <a:pt x="147" y="45838"/>
                    </a:cubicBezTo>
                    <a:cubicBezTo>
                      <a:pt x="147" y="57953"/>
                      <a:pt x="4960" y="69573"/>
                      <a:pt x="13527" y="78139"/>
                    </a:cubicBezTo>
                    <a:cubicBezTo>
                      <a:pt x="22093" y="86705"/>
                      <a:pt x="33713" y="91518"/>
                      <a:pt x="45828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6" name="任意多边形: 形状 2895"/>
              <p:cNvSpPr/>
              <p:nvPr/>
            </p:nvSpPr>
            <p:spPr>
              <a:xfrm>
                <a:off x="17745820" y="21461043"/>
                <a:ext cx="180000" cy="180000"/>
              </a:xfrm>
              <a:custGeom>
                <a:avLst/>
                <a:gdLst>
                  <a:gd name="csX0" fmla="*/ 45857 w 91360"/>
                  <a:gd name="csY0" fmla="*/ 91468 h 91359"/>
                  <a:gd name="csX1" fmla="*/ 78158 w 91360"/>
                  <a:gd name="csY1" fmla="*/ 78089 h 91359"/>
                  <a:gd name="csX2" fmla="*/ 91537 w 91360"/>
                  <a:gd name="csY2" fmla="*/ 45788 h 91359"/>
                  <a:gd name="csX3" fmla="*/ 78158 w 91360"/>
                  <a:gd name="csY3" fmla="*/ 13488 h 91359"/>
                  <a:gd name="csX4" fmla="*/ 45857 w 91360"/>
                  <a:gd name="csY4" fmla="*/ 109 h 91359"/>
                  <a:gd name="csX5" fmla="*/ 13556 w 91360"/>
                  <a:gd name="csY5" fmla="*/ 13488 h 91359"/>
                  <a:gd name="csX6" fmla="*/ 177 w 91360"/>
                  <a:gd name="csY6" fmla="*/ 45788 h 91359"/>
                  <a:gd name="csX7" fmla="*/ 13556 w 91360"/>
                  <a:gd name="csY7" fmla="*/ 78089 h 91359"/>
                  <a:gd name="csX8" fmla="*/ 45857 w 91360"/>
                  <a:gd name="csY8" fmla="*/ 9146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7" y="91468"/>
                    </a:moveTo>
                    <a:cubicBezTo>
                      <a:pt x="57972" y="91468"/>
                      <a:pt x="69592" y="86655"/>
                      <a:pt x="78158" y="78089"/>
                    </a:cubicBezTo>
                    <a:cubicBezTo>
                      <a:pt x="86724" y="69523"/>
                      <a:pt x="91537" y="57903"/>
                      <a:pt x="91537" y="45788"/>
                    </a:cubicBezTo>
                    <a:cubicBezTo>
                      <a:pt x="91537" y="33674"/>
                      <a:pt x="86724" y="22054"/>
                      <a:pt x="78158" y="13488"/>
                    </a:cubicBezTo>
                    <a:cubicBezTo>
                      <a:pt x="69592" y="4922"/>
                      <a:pt x="57972" y="109"/>
                      <a:pt x="45857" y="109"/>
                    </a:cubicBezTo>
                    <a:cubicBezTo>
                      <a:pt x="33743" y="109"/>
                      <a:pt x="22123" y="4922"/>
                      <a:pt x="13556" y="13488"/>
                    </a:cubicBezTo>
                    <a:cubicBezTo>
                      <a:pt x="4990" y="22054"/>
                      <a:pt x="177" y="33674"/>
                      <a:pt x="177" y="45788"/>
                    </a:cubicBezTo>
                    <a:cubicBezTo>
                      <a:pt x="177" y="57903"/>
                      <a:pt x="4990" y="69523"/>
                      <a:pt x="13556" y="78089"/>
                    </a:cubicBezTo>
                    <a:cubicBezTo>
                      <a:pt x="22123" y="86655"/>
                      <a:pt x="33743" y="91468"/>
                      <a:pt x="45857" y="9146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7" name="任意多边形: 形状 2896"/>
              <p:cNvSpPr/>
              <p:nvPr/>
            </p:nvSpPr>
            <p:spPr>
              <a:xfrm>
                <a:off x="17294722" y="21881712"/>
                <a:ext cx="180000" cy="180000"/>
              </a:xfrm>
              <a:custGeom>
                <a:avLst/>
                <a:gdLst>
                  <a:gd name="csX0" fmla="*/ 45843 w 91360"/>
                  <a:gd name="csY0" fmla="*/ 91481 h 91359"/>
                  <a:gd name="csX1" fmla="*/ 78144 w 91360"/>
                  <a:gd name="csY1" fmla="*/ 78102 h 91359"/>
                  <a:gd name="csX2" fmla="*/ 91523 w 91360"/>
                  <a:gd name="csY2" fmla="*/ 45801 h 91359"/>
                  <a:gd name="csX3" fmla="*/ 78144 w 91360"/>
                  <a:gd name="csY3" fmla="*/ 13501 h 91359"/>
                  <a:gd name="csX4" fmla="*/ 45843 w 91360"/>
                  <a:gd name="csY4" fmla="*/ 122 h 91359"/>
                  <a:gd name="csX5" fmla="*/ 13542 w 91360"/>
                  <a:gd name="csY5" fmla="*/ 13501 h 91359"/>
                  <a:gd name="csX6" fmla="*/ 163 w 91360"/>
                  <a:gd name="csY6" fmla="*/ 45801 h 91359"/>
                  <a:gd name="csX7" fmla="*/ 13542 w 91360"/>
                  <a:gd name="csY7" fmla="*/ 78102 h 91359"/>
                  <a:gd name="csX8" fmla="*/ 45843 w 91360"/>
                  <a:gd name="csY8" fmla="*/ 9148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481"/>
                    </a:moveTo>
                    <a:cubicBezTo>
                      <a:pt x="57958" y="91481"/>
                      <a:pt x="69578" y="86668"/>
                      <a:pt x="78144" y="78102"/>
                    </a:cubicBezTo>
                    <a:cubicBezTo>
                      <a:pt x="86710" y="69536"/>
                      <a:pt x="91523" y="57916"/>
                      <a:pt x="91523" y="45801"/>
                    </a:cubicBezTo>
                    <a:cubicBezTo>
                      <a:pt x="91523" y="33687"/>
                      <a:pt x="86710" y="22067"/>
                      <a:pt x="78144" y="13501"/>
                    </a:cubicBezTo>
                    <a:cubicBezTo>
                      <a:pt x="69578" y="4935"/>
                      <a:pt x="57958" y="122"/>
                      <a:pt x="45843" y="122"/>
                    </a:cubicBezTo>
                    <a:cubicBezTo>
                      <a:pt x="33729" y="122"/>
                      <a:pt x="22109" y="4935"/>
                      <a:pt x="13542" y="13501"/>
                    </a:cubicBezTo>
                    <a:cubicBezTo>
                      <a:pt x="4976" y="22067"/>
                      <a:pt x="163" y="33687"/>
                      <a:pt x="163" y="45801"/>
                    </a:cubicBezTo>
                    <a:cubicBezTo>
                      <a:pt x="163" y="57916"/>
                      <a:pt x="4976" y="69536"/>
                      <a:pt x="13542" y="78102"/>
                    </a:cubicBezTo>
                    <a:cubicBezTo>
                      <a:pt x="22109" y="86668"/>
                      <a:pt x="33729" y="91481"/>
                      <a:pt x="45843" y="9148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8" name="任意多边形: 形状 2897"/>
              <p:cNvSpPr/>
              <p:nvPr/>
            </p:nvSpPr>
            <p:spPr>
              <a:xfrm>
                <a:off x="18575424" y="21648842"/>
                <a:ext cx="180000" cy="180000"/>
              </a:xfrm>
              <a:custGeom>
                <a:avLst/>
                <a:gdLst>
                  <a:gd name="csX0" fmla="*/ 45893 w 91360"/>
                  <a:gd name="csY0" fmla="*/ 91495 h 91359"/>
                  <a:gd name="csX1" fmla="*/ 78193 w 91360"/>
                  <a:gd name="csY1" fmla="*/ 78116 h 91359"/>
                  <a:gd name="csX2" fmla="*/ 91573 w 91360"/>
                  <a:gd name="csY2" fmla="*/ 45815 h 91359"/>
                  <a:gd name="csX3" fmla="*/ 78193 w 91360"/>
                  <a:gd name="csY3" fmla="*/ 13515 h 91359"/>
                  <a:gd name="csX4" fmla="*/ 45893 w 91360"/>
                  <a:gd name="csY4" fmla="*/ 135 h 91359"/>
                  <a:gd name="csX5" fmla="*/ 13592 w 91360"/>
                  <a:gd name="csY5" fmla="*/ 13515 h 91359"/>
                  <a:gd name="csX6" fmla="*/ 212 w 91360"/>
                  <a:gd name="csY6" fmla="*/ 45815 h 91359"/>
                  <a:gd name="csX7" fmla="*/ 13592 w 91360"/>
                  <a:gd name="csY7" fmla="*/ 78116 h 91359"/>
                  <a:gd name="csX8" fmla="*/ 45893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495"/>
                    </a:moveTo>
                    <a:cubicBezTo>
                      <a:pt x="58007" y="91495"/>
                      <a:pt x="69627" y="86682"/>
                      <a:pt x="78193" y="78116"/>
                    </a:cubicBezTo>
                    <a:cubicBezTo>
                      <a:pt x="86760" y="69549"/>
                      <a:pt x="91573" y="57929"/>
                      <a:pt x="91573" y="45815"/>
                    </a:cubicBezTo>
                    <a:cubicBezTo>
                      <a:pt x="91573" y="33701"/>
                      <a:pt x="86760" y="22081"/>
                      <a:pt x="78193" y="13515"/>
                    </a:cubicBezTo>
                    <a:cubicBezTo>
                      <a:pt x="69627" y="4949"/>
                      <a:pt x="58007" y="135"/>
                      <a:pt x="45893" y="135"/>
                    </a:cubicBezTo>
                    <a:cubicBezTo>
                      <a:pt x="33778" y="135"/>
                      <a:pt x="22158" y="4949"/>
                      <a:pt x="13592" y="13515"/>
                    </a:cubicBezTo>
                    <a:cubicBezTo>
                      <a:pt x="5025" y="22081"/>
                      <a:pt x="212" y="33701"/>
                      <a:pt x="212" y="45815"/>
                    </a:cubicBezTo>
                    <a:cubicBezTo>
                      <a:pt x="212" y="57929"/>
                      <a:pt x="5025" y="69549"/>
                      <a:pt x="13592" y="78116"/>
                    </a:cubicBezTo>
                    <a:cubicBezTo>
                      <a:pt x="22158" y="86682"/>
                      <a:pt x="33778" y="91495"/>
                      <a:pt x="45893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899" name="任意多边形: 形状 2898"/>
              <p:cNvSpPr/>
              <p:nvPr/>
            </p:nvSpPr>
            <p:spPr>
              <a:xfrm>
                <a:off x="19628533" y="21900437"/>
                <a:ext cx="180000" cy="180000"/>
              </a:xfrm>
              <a:custGeom>
                <a:avLst/>
                <a:gdLst>
                  <a:gd name="csX0" fmla="*/ 45900 w 91360"/>
                  <a:gd name="csY0" fmla="*/ 91487 h 91359"/>
                  <a:gd name="csX1" fmla="*/ 78201 w 91360"/>
                  <a:gd name="csY1" fmla="*/ 78108 h 91359"/>
                  <a:gd name="csX2" fmla="*/ 91581 w 91360"/>
                  <a:gd name="csY2" fmla="*/ 45807 h 91359"/>
                  <a:gd name="csX3" fmla="*/ 78201 w 91360"/>
                  <a:gd name="csY3" fmla="*/ 13507 h 91359"/>
                  <a:gd name="csX4" fmla="*/ 45900 w 91360"/>
                  <a:gd name="csY4" fmla="*/ 127 h 91359"/>
                  <a:gd name="csX5" fmla="*/ 13600 w 91360"/>
                  <a:gd name="csY5" fmla="*/ 13507 h 91359"/>
                  <a:gd name="csX6" fmla="*/ 220 w 91360"/>
                  <a:gd name="csY6" fmla="*/ 45807 h 91359"/>
                  <a:gd name="csX7" fmla="*/ 13600 w 91360"/>
                  <a:gd name="csY7" fmla="*/ 78108 h 91359"/>
                  <a:gd name="csX8" fmla="*/ 45900 w 91360"/>
                  <a:gd name="csY8" fmla="*/ 9148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487"/>
                    </a:moveTo>
                    <a:cubicBezTo>
                      <a:pt x="58015" y="91487"/>
                      <a:pt x="69635" y="86674"/>
                      <a:pt x="78201" y="78108"/>
                    </a:cubicBezTo>
                    <a:cubicBezTo>
                      <a:pt x="86767" y="69541"/>
                      <a:pt x="91581" y="57921"/>
                      <a:pt x="91581" y="45807"/>
                    </a:cubicBezTo>
                    <a:cubicBezTo>
                      <a:pt x="91581" y="33693"/>
                      <a:pt x="86767" y="22073"/>
                      <a:pt x="78201" y="13507"/>
                    </a:cubicBezTo>
                    <a:cubicBezTo>
                      <a:pt x="69635" y="4941"/>
                      <a:pt x="58015" y="127"/>
                      <a:pt x="45900" y="127"/>
                    </a:cubicBezTo>
                    <a:cubicBezTo>
                      <a:pt x="33786" y="127"/>
                      <a:pt x="22166" y="4941"/>
                      <a:pt x="13600" y="13507"/>
                    </a:cubicBezTo>
                    <a:cubicBezTo>
                      <a:pt x="5033" y="22073"/>
                      <a:pt x="220" y="33693"/>
                      <a:pt x="220" y="45807"/>
                    </a:cubicBezTo>
                    <a:cubicBezTo>
                      <a:pt x="220" y="57921"/>
                      <a:pt x="5033" y="69541"/>
                      <a:pt x="13600" y="78108"/>
                    </a:cubicBezTo>
                    <a:cubicBezTo>
                      <a:pt x="22166" y="86674"/>
                      <a:pt x="33786" y="91487"/>
                      <a:pt x="45900" y="9148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0" name="任意多边形: 形状 2899"/>
              <p:cNvSpPr/>
              <p:nvPr/>
            </p:nvSpPr>
            <p:spPr>
              <a:xfrm>
                <a:off x="17820280" y="23174774"/>
                <a:ext cx="180000" cy="180000"/>
              </a:xfrm>
              <a:custGeom>
                <a:avLst/>
                <a:gdLst>
                  <a:gd name="csX0" fmla="*/ 45859 w 91360"/>
                  <a:gd name="csY0" fmla="*/ 91521 h 91359"/>
                  <a:gd name="csX1" fmla="*/ 78160 w 91360"/>
                  <a:gd name="csY1" fmla="*/ 78142 h 91359"/>
                  <a:gd name="csX2" fmla="*/ 91540 w 91360"/>
                  <a:gd name="csY2" fmla="*/ 45842 h 91359"/>
                  <a:gd name="csX3" fmla="*/ 78160 w 91360"/>
                  <a:gd name="csY3" fmla="*/ 13541 h 91359"/>
                  <a:gd name="csX4" fmla="*/ 45859 w 91360"/>
                  <a:gd name="csY4" fmla="*/ 162 h 91359"/>
                  <a:gd name="csX5" fmla="*/ 13559 w 91360"/>
                  <a:gd name="csY5" fmla="*/ 13541 h 91359"/>
                  <a:gd name="csX6" fmla="*/ 179 w 91360"/>
                  <a:gd name="csY6" fmla="*/ 45842 h 91359"/>
                  <a:gd name="csX7" fmla="*/ 13559 w 91360"/>
                  <a:gd name="csY7" fmla="*/ 78142 h 91359"/>
                  <a:gd name="csX8" fmla="*/ 45859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9" y="91521"/>
                    </a:moveTo>
                    <a:cubicBezTo>
                      <a:pt x="57974" y="91521"/>
                      <a:pt x="69594" y="86708"/>
                      <a:pt x="78160" y="78142"/>
                    </a:cubicBezTo>
                    <a:cubicBezTo>
                      <a:pt x="86727" y="69576"/>
                      <a:pt x="91540" y="57956"/>
                      <a:pt x="91540" y="45842"/>
                    </a:cubicBezTo>
                    <a:cubicBezTo>
                      <a:pt x="91540" y="33727"/>
                      <a:pt x="86727" y="22107"/>
                      <a:pt x="78160" y="13541"/>
                    </a:cubicBezTo>
                    <a:cubicBezTo>
                      <a:pt x="69594" y="4975"/>
                      <a:pt x="57974" y="162"/>
                      <a:pt x="45859" y="162"/>
                    </a:cubicBezTo>
                    <a:cubicBezTo>
                      <a:pt x="33745" y="162"/>
                      <a:pt x="22125" y="4975"/>
                      <a:pt x="13559" y="13541"/>
                    </a:cubicBezTo>
                    <a:cubicBezTo>
                      <a:pt x="4992" y="22107"/>
                      <a:pt x="179" y="33727"/>
                      <a:pt x="179" y="45842"/>
                    </a:cubicBezTo>
                    <a:cubicBezTo>
                      <a:pt x="179" y="57956"/>
                      <a:pt x="4992" y="69576"/>
                      <a:pt x="13559" y="78142"/>
                    </a:cubicBezTo>
                    <a:cubicBezTo>
                      <a:pt x="22125" y="86708"/>
                      <a:pt x="33745" y="91521"/>
                      <a:pt x="45859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1" name="任意多边形: 形状 2900"/>
              <p:cNvSpPr/>
              <p:nvPr/>
            </p:nvSpPr>
            <p:spPr>
              <a:xfrm>
                <a:off x="18101911" y="23650325"/>
                <a:ext cx="180000" cy="180000"/>
              </a:xfrm>
              <a:custGeom>
                <a:avLst/>
                <a:gdLst>
                  <a:gd name="csX0" fmla="*/ 45868 w 91360"/>
                  <a:gd name="csY0" fmla="*/ 91536 h 91359"/>
                  <a:gd name="csX1" fmla="*/ 78169 w 91360"/>
                  <a:gd name="csY1" fmla="*/ 78157 h 91359"/>
                  <a:gd name="csX2" fmla="*/ 91548 w 91360"/>
                  <a:gd name="csY2" fmla="*/ 45856 h 91359"/>
                  <a:gd name="csX3" fmla="*/ 78169 w 91360"/>
                  <a:gd name="csY3" fmla="*/ 13556 h 91359"/>
                  <a:gd name="csX4" fmla="*/ 45868 w 91360"/>
                  <a:gd name="csY4" fmla="*/ 177 h 91359"/>
                  <a:gd name="csX5" fmla="*/ 13567 w 91360"/>
                  <a:gd name="csY5" fmla="*/ 13556 h 91359"/>
                  <a:gd name="csX6" fmla="*/ 188 w 91360"/>
                  <a:gd name="csY6" fmla="*/ 45856 h 91359"/>
                  <a:gd name="csX7" fmla="*/ 13567 w 91360"/>
                  <a:gd name="csY7" fmla="*/ 78157 h 91359"/>
                  <a:gd name="csX8" fmla="*/ 45868 w 91360"/>
                  <a:gd name="csY8" fmla="*/ 9153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36"/>
                    </a:moveTo>
                    <a:cubicBezTo>
                      <a:pt x="57983" y="91536"/>
                      <a:pt x="69603" y="86723"/>
                      <a:pt x="78169" y="78157"/>
                    </a:cubicBezTo>
                    <a:cubicBezTo>
                      <a:pt x="86735" y="69590"/>
                      <a:pt x="91548" y="57971"/>
                      <a:pt x="91548" y="45856"/>
                    </a:cubicBezTo>
                    <a:cubicBezTo>
                      <a:pt x="91548" y="33742"/>
                      <a:pt x="86735" y="22122"/>
                      <a:pt x="78169" y="13556"/>
                    </a:cubicBezTo>
                    <a:cubicBezTo>
                      <a:pt x="69603" y="4990"/>
                      <a:pt x="57983" y="177"/>
                      <a:pt x="45868" y="177"/>
                    </a:cubicBezTo>
                    <a:cubicBezTo>
                      <a:pt x="33754" y="177"/>
                      <a:pt x="22134" y="4990"/>
                      <a:pt x="13567" y="13556"/>
                    </a:cubicBezTo>
                    <a:cubicBezTo>
                      <a:pt x="5001" y="22122"/>
                      <a:pt x="188" y="33742"/>
                      <a:pt x="188" y="45856"/>
                    </a:cubicBezTo>
                    <a:cubicBezTo>
                      <a:pt x="188" y="57971"/>
                      <a:pt x="5001" y="69590"/>
                      <a:pt x="13567" y="78157"/>
                    </a:cubicBezTo>
                    <a:cubicBezTo>
                      <a:pt x="22134" y="86723"/>
                      <a:pt x="33754" y="91536"/>
                      <a:pt x="45868" y="9153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2" name="任意多边形: 形状 2901"/>
              <p:cNvSpPr/>
              <p:nvPr/>
            </p:nvSpPr>
            <p:spPr>
              <a:xfrm>
                <a:off x="17662501" y="23234096"/>
                <a:ext cx="180000" cy="180000"/>
              </a:xfrm>
              <a:custGeom>
                <a:avLst/>
                <a:gdLst>
                  <a:gd name="csX0" fmla="*/ 45855 w 91360"/>
                  <a:gd name="csY0" fmla="*/ 91523 h 91359"/>
                  <a:gd name="csX1" fmla="*/ 78155 w 91360"/>
                  <a:gd name="csY1" fmla="*/ 78144 h 91359"/>
                  <a:gd name="csX2" fmla="*/ 91535 w 91360"/>
                  <a:gd name="csY2" fmla="*/ 45843 h 91359"/>
                  <a:gd name="csX3" fmla="*/ 78155 w 91360"/>
                  <a:gd name="csY3" fmla="*/ 13543 h 91359"/>
                  <a:gd name="csX4" fmla="*/ 45855 w 91360"/>
                  <a:gd name="csY4" fmla="*/ 164 h 91359"/>
                  <a:gd name="csX5" fmla="*/ 13554 w 91360"/>
                  <a:gd name="csY5" fmla="*/ 13543 h 91359"/>
                  <a:gd name="csX6" fmla="*/ 174 w 91360"/>
                  <a:gd name="csY6" fmla="*/ 45843 h 91359"/>
                  <a:gd name="csX7" fmla="*/ 13554 w 91360"/>
                  <a:gd name="csY7" fmla="*/ 78144 h 91359"/>
                  <a:gd name="csX8" fmla="*/ 45855 w 91360"/>
                  <a:gd name="csY8" fmla="*/ 9152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23"/>
                    </a:moveTo>
                    <a:cubicBezTo>
                      <a:pt x="57969" y="91523"/>
                      <a:pt x="69589" y="86710"/>
                      <a:pt x="78155" y="78144"/>
                    </a:cubicBezTo>
                    <a:cubicBezTo>
                      <a:pt x="86722" y="69578"/>
                      <a:pt x="91535" y="57958"/>
                      <a:pt x="91535" y="45843"/>
                    </a:cubicBezTo>
                    <a:cubicBezTo>
                      <a:pt x="91535" y="33729"/>
                      <a:pt x="86722" y="22109"/>
                      <a:pt x="78155" y="13543"/>
                    </a:cubicBezTo>
                    <a:cubicBezTo>
                      <a:pt x="69589" y="4977"/>
                      <a:pt x="57969" y="164"/>
                      <a:pt x="45855" y="164"/>
                    </a:cubicBezTo>
                    <a:cubicBezTo>
                      <a:pt x="33740" y="164"/>
                      <a:pt x="22120" y="4977"/>
                      <a:pt x="13554" y="13543"/>
                    </a:cubicBezTo>
                    <a:cubicBezTo>
                      <a:pt x="4988" y="22109"/>
                      <a:pt x="174" y="33729"/>
                      <a:pt x="174" y="45843"/>
                    </a:cubicBezTo>
                    <a:cubicBezTo>
                      <a:pt x="174" y="57958"/>
                      <a:pt x="4988" y="69578"/>
                      <a:pt x="13554" y="78144"/>
                    </a:cubicBezTo>
                    <a:cubicBezTo>
                      <a:pt x="22120" y="86710"/>
                      <a:pt x="33740" y="91523"/>
                      <a:pt x="45855" y="9152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3" name="任意多边形: 形状 2902"/>
              <p:cNvSpPr/>
              <p:nvPr/>
            </p:nvSpPr>
            <p:spPr>
              <a:xfrm>
                <a:off x="18988368" y="24163187"/>
                <a:ext cx="180000" cy="180000"/>
              </a:xfrm>
              <a:custGeom>
                <a:avLst/>
                <a:gdLst>
                  <a:gd name="csX0" fmla="*/ 45911 w 91360"/>
                  <a:gd name="csY0" fmla="*/ 91524 h 91359"/>
                  <a:gd name="csX1" fmla="*/ 78211 w 91360"/>
                  <a:gd name="csY1" fmla="*/ 78145 h 91359"/>
                  <a:gd name="csX2" fmla="*/ 91591 w 91360"/>
                  <a:gd name="csY2" fmla="*/ 45845 h 91359"/>
                  <a:gd name="csX3" fmla="*/ 78211 w 91360"/>
                  <a:gd name="csY3" fmla="*/ 13544 h 91359"/>
                  <a:gd name="csX4" fmla="*/ 45911 w 91360"/>
                  <a:gd name="csY4" fmla="*/ 165 h 91359"/>
                  <a:gd name="csX5" fmla="*/ 13610 w 91360"/>
                  <a:gd name="csY5" fmla="*/ 13544 h 91359"/>
                  <a:gd name="csX6" fmla="*/ 230 w 91360"/>
                  <a:gd name="csY6" fmla="*/ 45845 h 91359"/>
                  <a:gd name="csX7" fmla="*/ 13610 w 91360"/>
                  <a:gd name="csY7" fmla="*/ 78145 h 91359"/>
                  <a:gd name="csX8" fmla="*/ 45911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1" y="91524"/>
                    </a:moveTo>
                    <a:cubicBezTo>
                      <a:pt x="58025" y="91524"/>
                      <a:pt x="69645" y="86711"/>
                      <a:pt x="78211" y="78145"/>
                    </a:cubicBezTo>
                    <a:cubicBezTo>
                      <a:pt x="86778" y="69579"/>
                      <a:pt x="91591" y="57959"/>
                      <a:pt x="91591" y="45845"/>
                    </a:cubicBezTo>
                    <a:cubicBezTo>
                      <a:pt x="91591" y="33730"/>
                      <a:pt x="86778" y="22110"/>
                      <a:pt x="78211" y="13544"/>
                    </a:cubicBezTo>
                    <a:cubicBezTo>
                      <a:pt x="69645" y="4978"/>
                      <a:pt x="58025" y="165"/>
                      <a:pt x="45911" y="165"/>
                    </a:cubicBezTo>
                    <a:cubicBezTo>
                      <a:pt x="33796" y="165"/>
                      <a:pt x="22176" y="4978"/>
                      <a:pt x="13610" y="13544"/>
                    </a:cubicBezTo>
                    <a:cubicBezTo>
                      <a:pt x="5044" y="22110"/>
                      <a:pt x="230" y="33730"/>
                      <a:pt x="230" y="45845"/>
                    </a:cubicBezTo>
                    <a:cubicBezTo>
                      <a:pt x="230" y="57959"/>
                      <a:pt x="5044" y="69579"/>
                      <a:pt x="13610" y="78145"/>
                    </a:cubicBezTo>
                    <a:cubicBezTo>
                      <a:pt x="22176" y="86711"/>
                      <a:pt x="33796" y="91524"/>
                      <a:pt x="45911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4" name="任意多边形: 形状 2903"/>
              <p:cNvSpPr/>
              <p:nvPr/>
            </p:nvSpPr>
            <p:spPr>
              <a:xfrm>
                <a:off x="18956302" y="23871582"/>
                <a:ext cx="180000" cy="180000"/>
              </a:xfrm>
              <a:custGeom>
                <a:avLst/>
                <a:gdLst>
                  <a:gd name="csX0" fmla="*/ 45895 w 91360"/>
                  <a:gd name="csY0" fmla="*/ 91543 h 91359"/>
                  <a:gd name="csX1" fmla="*/ 78195 w 91360"/>
                  <a:gd name="csY1" fmla="*/ 78164 h 91359"/>
                  <a:gd name="csX2" fmla="*/ 91575 w 91360"/>
                  <a:gd name="csY2" fmla="*/ 45863 h 91359"/>
                  <a:gd name="csX3" fmla="*/ 78195 w 91360"/>
                  <a:gd name="csY3" fmla="*/ 13563 h 91359"/>
                  <a:gd name="csX4" fmla="*/ 45895 w 91360"/>
                  <a:gd name="csY4" fmla="*/ 183 h 91359"/>
                  <a:gd name="csX5" fmla="*/ 13594 w 91360"/>
                  <a:gd name="csY5" fmla="*/ 13563 h 91359"/>
                  <a:gd name="csX6" fmla="*/ 214 w 91360"/>
                  <a:gd name="csY6" fmla="*/ 45863 h 91359"/>
                  <a:gd name="csX7" fmla="*/ 13594 w 91360"/>
                  <a:gd name="csY7" fmla="*/ 78164 h 91359"/>
                  <a:gd name="csX8" fmla="*/ 45895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5" y="91543"/>
                    </a:moveTo>
                    <a:cubicBezTo>
                      <a:pt x="58009" y="91543"/>
                      <a:pt x="69629" y="86730"/>
                      <a:pt x="78195" y="78164"/>
                    </a:cubicBezTo>
                    <a:cubicBezTo>
                      <a:pt x="86762" y="69597"/>
                      <a:pt x="91575" y="57977"/>
                      <a:pt x="91575" y="45863"/>
                    </a:cubicBezTo>
                    <a:cubicBezTo>
                      <a:pt x="91575" y="33749"/>
                      <a:pt x="86762" y="22129"/>
                      <a:pt x="78195" y="13563"/>
                    </a:cubicBezTo>
                    <a:cubicBezTo>
                      <a:pt x="69629" y="4997"/>
                      <a:pt x="58009" y="183"/>
                      <a:pt x="45895" y="183"/>
                    </a:cubicBezTo>
                    <a:cubicBezTo>
                      <a:pt x="33780" y="183"/>
                      <a:pt x="22160" y="4997"/>
                      <a:pt x="13594" y="13563"/>
                    </a:cubicBezTo>
                    <a:cubicBezTo>
                      <a:pt x="5028" y="22129"/>
                      <a:pt x="214" y="33749"/>
                      <a:pt x="214" y="45863"/>
                    </a:cubicBezTo>
                    <a:cubicBezTo>
                      <a:pt x="214" y="57977"/>
                      <a:pt x="5028" y="69597"/>
                      <a:pt x="13594" y="78164"/>
                    </a:cubicBezTo>
                    <a:cubicBezTo>
                      <a:pt x="22160" y="86730"/>
                      <a:pt x="33780" y="91543"/>
                      <a:pt x="45895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5" name="任意多边形: 形状 2904"/>
              <p:cNvSpPr/>
              <p:nvPr/>
            </p:nvSpPr>
            <p:spPr>
              <a:xfrm>
                <a:off x="18747635" y="21317029"/>
                <a:ext cx="180000" cy="180000"/>
              </a:xfrm>
              <a:custGeom>
                <a:avLst/>
                <a:gdLst>
                  <a:gd name="csX0" fmla="*/ 45846 w 91360"/>
                  <a:gd name="csY0" fmla="*/ 91509 h 91359"/>
                  <a:gd name="csX1" fmla="*/ 78147 w 91360"/>
                  <a:gd name="csY1" fmla="*/ 78130 h 91359"/>
                  <a:gd name="csX2" fmla="*/ 91526 w 91360"/>
                  <a:gd name="csY2" fmla="*/ 45830 h 91359"/>
                  <a:gd name="csX3" fmla="*/ 78147 w 91360"/>
                  <a:gd name="csY3" fmla="*/ 13529 h 91359"/>
                  <a:gd name="csX4" fmla="*/ 45846 w 91360"/>
                  <a:gd name="csY4" fmla="*/ 150 h 91359"/>
                  <a:gd name="csX5" fmla="*/ 13545 w 91360"/>
                  <a:gd name="csY5" fmla="*/ 13529 h 91359"/>
                  <a:gd name="csX6" fmla="*/ 166 w 91360"/>
                  <a:gd name="csY6" fmla="*/ 45830 h 91359"/>
                  <a:gd name="csX7" fmla="*/ 13545 w 91360"/>
                  <a:gd name="csY7" fmla="*/ 78130 h 91359"/>
                  <a:gd name="csX8" fmla="*/ 45846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6" y="91509"/>
                    </a:moveTo>
                    <a:cubicBezTo>
                      <a:pt x="57960" y="91509"/>
                      <a:pt x="69580" y="86696"/>
                      <a:pt x="78147" y="78130"/>
                    </a:cubicBezTo>
                    <a:cubicBezTo>
                      <a:pt x="86713" y="69564"/>
                      <a:pt x="91526" y="57944"/>
                      <a:pt x="91526" y="45830"/>
                    </a:cubicBezTo>
                    <a:cubicBezTo>
                      <a:pt x="91526" y="33715"/>
                      <a:pt x="86713" y="22095"/>
                      <a:pt x="78147" y="13529"/>
                    </a:cubicBezTo>
                    <a:cubicBezTo>
                      <a:pt x="69580" y="4963"/>
                      <a:pt x="57960" y="150"/>
                      <a:pt x="45846" y="150"/>
                    </a:cubicBezTo>
                    <a:cubicBezTo>
                      <a:pt x="33731" y="150"/>
                      <a:pt x="22111" y="4963"/>
                      <a:pt x="13545" y="13529"/>
                    </a:cubicBezTo>
                    <a:cubicBezTo>
                      <a:pt x="4979" y="22095"/>
                      <a:pt x="166" y="33715"/>
                      <a:pt x="166" y="45830"/>
                    </a:cubicBezTo>
                    <a:cubicBezTo>
                      <a:pt x="166" y="57944"/>
                      <a:pt x="4979" y="69564"/>
                      <a:pt x="13545" y="78130"/>
                    </a:cubicBezTo>
                    <a:cubicBezTo>
                      <a:pt x="22111" y="86696"/>
                      <a:pt x="33731" y="91509"/>
                      <a:pt x="45846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6" name="任意多边形: 形状 2905"/>
              <p:cNvSpPr/>
              <p:nvPr/>
            </p:nvSpPr>
            <p:spPr>
              <a:xfrm>
                <a:off x="19229310" y="24654605"/>
                <a:ext cx="180000" cy="180000"/>
              </a:xfrm>
              <a:custGeom>
                <a:avLst/>
                <a:gdLst>
                  <a:gd name="csX0" fmla="*/ 45910 w 91360"/>
                  <a:gd name="csY0" fmla="*/ 91525 h 91359"/>
                  <a:gd name="csX1" fmla="*/ 78211 w 91360"/>
                  <a:gd name="csY1" fmla="*/ 78146 h 91359"/>
                  <a:gd name="csX2" fmla="*/ 91590 w 91360"/>
                  <a:gd name="csY2" fmla="*/ 45845 h 91359"/>
                  <a:gd name="csX3" fmla="*/ 78211 w 91360"/>
                  <a:gd name="csY3" fmla="*/ 13545 h 91359"/>
                  <a:gd name="csX4" fmla="*/ 45910 w 91360"/>
                  <a:gd name="csY4" fmla="*/ 166 h 91359"/>
                  <a:gd name="csX5" fmla="*/ 13609 w 91360"/>
                  <a:gd name="csY5" fmla="*/ 13545 h 91359"/>
                  <a:gd name="csX6" fmla="*/ 230 w 91360"/>
                  <a:gd name="csY6" fmla="*/ 45845 h 91359"/>
                  <a:gd name="csX7" fmla="*/ 13609 w 91360"/>
                  <a:gd name="csY7" fmla="*/ 78146 h 91359"/>
                  <a:gd name="csX8" fmla="*/ 45910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525"/>
                    </a:moveTo>
                    <a:cubicBezTo>
                      <a:pt x="58024" y="91525"/>
                      <a:pt x="69644" y="86712"/>
                      <a:pt x="78211" y="78146"/>
                    </a:cubicBezTo>
                    <a:cubicBezTo>
                      <a:pt x="86777" y="69579"/>
                      <a:pt x="91590" y="57960"/>
                      <a:pt x="91590" y="45845"/>
                    </a:cubicBezTo>
                    <a:cubicBezTo>
                      <a:pt x="91590" y="33731"/>
                      <a:pt x="86777" y="22111"/>
                      <a:pt x="78211" y="13545"/>
                    </a:cubicBezTo>
                    <a:cubicBezTo>
                      <a:pt x="69644" y="4979"/>
                      <a:pt x="58024" y="166"/>
                      <a:pt x="45910" y="166"/>
                    </a:cubicBezTo>
                    <a:cubicBezTo>
                      <a:pt x="33795" y="166"/>
                      <a:pt x="22175" y="4979"/>
                      <a:pt x="13609" y="13545"/>
                    </a:cubicBezTo>
                    <a:cubicBezTo>
                      <a:pt x="5043" y="22111"/>
                      <a:pt x="230" y="33731"/>
                      <a:pt x="230" y="45845"/>
                    </a:cubicBezTo>
                    <a:cubicBezTo>
                      <a:pt x="230" y="57960"/>
                      <a:pt x="5043" y="69579"/>
                      <a:pt x="13609" y="78146"/>
                    </a:cubicBezTo>
                    <a:cubicBezTo>
                      <a:pt x="22175" y="86712"/>
                      <a:pt x="33795" y="91525"/>
                      <a:pt x="45910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7" name="任意多边形: 形状 2906"/>
              <p:cNvSpPr/>
              <p:nvPr/>
            </p:nvSpPr>
            <p:spPr>
              <a:xfrm>
                <a:off x="16626746" y="22117541"/>
                <a:ext cx="180000" cy="180000"/>
              </a:xfrm>
              <a:custGeom>
                <a:avLst/>
                <a:gdLst>
                  <a:gd name="csX0" fmla="*/ 45823 w 91360"/>
                  <a:gd name="csY0" fmla="*/ 91488 h 91359"/>
                  <a:gd name="csX1" fmla="*/ 78123 w 91360"/>
                  <a:gd name="csY1" fmla="*/ 78109 h 91359"/>
                  <a:gd name="csX2" fmla="*/ 91503 w 91360"/>
                  <a:gd name="csY2" fmla="*/ 45809 h 91359"/>
                  <a:gd name="csX3" fmla="*/ 78123 w 91360"/>
                  <a:gd name="csY3" fmla="*/ 13508 h 91359"/>
                  <a:gd name="csX4" fmla="*/ 45823 w 91360"/>
                  <a:gd name="csY4" fmla="*/ 129 h 91359"/>
                  <a:gd name="csX5" fmla="*/ 13522 w 91360"/>
                  <a:gd name="csY5" fmla="*/ 13508 h 91359"/>
                  <a:gd name="csX6" fmla="*/ 142 w 91360"/>
                  <a:gd name="csY6" fmla="*/ 45809 h 91359"/>
                  <a:gd name="csX7" fmla="*/ 13522 w 91360"/>
                  <a:gd name="csY7" fmla="*/ 78109 h 91359"/>
                  <a:gd name="csX8" fmla="*/ 45823 w 91360"/>
                  <a:gd name="csY8" fmla="*/ 9148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3" y="91488"/>
                    </a:moveTo>
                    <a:cubicBezTo>
                      <a:pt x="57937" y="91488"/>
                      <a:pt x="69557" y="86675"/>
                      <a:pt x="78123" y="78109"/>
                    </a:cubicBezTo>
                    <a:cubicBezTo>
                      <a:pt x="86690" y="69543"/>
                      <a:pt x="91503" y="57923"/>
                      <a:pt x="91503" y="45809"/>
                    </a:cubicBezTo>
                    <a:cubicBezTo>
                      <a:pt x="91503" y="33694"/>
                      <a:pt x="86690" y="22075"/>
                      <a:pt x="78123" y="13508"/>
                    </a:cubicBezTo>
                    <a:cubicBezTo>
                      <a:pt x="69557" y="4942"/>
                      <a:pt x="57937" y="129"/>
                      <a:pt x="45823" y="129"/>
                    </a:cubicBezTo>
                    <a:cubicBezTo>
                      <a:pt x="33708" y="129"/>
                      <a:pt x="22088" y="4942"/>
                      <a:pt x="13522" y="13508"/>
                    </a:cubicBezTo>
                    <a:cubicBezTo>
                      <a:pt x="4955" y="22075"/>
                      <a:pt x="142" y="33694"/>
                      <a:pt x="142" y="45809"/>
                    </a:cubicBezTo>
                    <a:cubicBezTo>
                      <a:pt x="142" y="57923"/>
                      <a:pt x="4955" y="69543"/>
                      <a:pt x="13522" y="78109"/>
                    </a:cubicBezTo>
                    <a:cubicBezTo>
                      <a:pt x="22088" y="86675"/>
                      <a:pt x="33708" y="91488"/>
                      <a:pt x="45823" y="9148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8" name="任意多边形: 形状 2907"/>
              <p:cNvSpPr/>
              <p:nvPr/>
            </p:nvSpPr>
            <p:spPr>
              <a:xfrm>
                <a:off x="20175670" y="22815093"/>
                <a:ext cx="180000" cy="180000"/>
              </a:xfrm>
              <a:custGeom>
                <a:avLst/>
                <a:gdLst>
                  <a:gd name="csX0" fmla="*/ 45932 w 91360"/>
                  <a:gd name="csY0" fmla="*/ 91510 h 91359"/>
                  <a:gd name="csX1" fmla="*/ 78233 w 91360"/>
                  <a:gd name="csY1" fmla="*/ 78131 h 91359"/>
                  <a:gd name="csX2" fmla="*/ 91613 w 91360"/>
                  <a:gd name="csY2" fmla="*/ 45830 h 91359"/>
                  <a:gd name="csX3" fmla="*/ 78233 w 91360"/>
                  <a:gd name="csY3" fmla="*/ 13530 h 91359"/>
                  <a:gd name="csX4" fmla="*/ 45932 w 91360"/>
                  <a:gd name="csY4" fmla="*/ 151 h 91359"/>
                  <a:gd name="csX5" fmla="*/ 13632 w 91360"/>
                  <a:gd name="csY5" fmla="*/ 13530 h 91359"/>
                  <a:gd name="csX6" fmla="*/ 252 w 91360"/>
                  <a:gd name="csY6" fmla="*/ 45830 h 91359"/>
                  <a:gd name="csX7" fmla="*/ 13632 w 91360"/>
                  <a:gd name="csY7" fmla="*/ 78131 h 91359"/>
                  <a:gd name="csX8" fmla="*/ 45932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2" y="91510"/>
                    </a:moveTo>
                    <a:cubicBezTo>
                      <a:pt x="58047" y="91510"/>
                      <a:pt x="69667" y="86697"/>
                      <a:pt x="78233" y="78131"/>
                    </a:cubicBezTo>
                    <a:cubicBezTo>
                      <a:pt x="86799" y="69565"/>
                      <a:pt x="91613" y="57945"/>
                      <a:pt x="91613" y="45830"/>
                    </a:cubicBezTo>
                    <a:cubicBezTo>
                      <a:pt x="91613" y="33716"/>
                      <a:pt x="86799" y="22096"/>
                      <a:pt x="78233" y="13530"/>
                    </a:cubicBezTo>
                    <a:cubicBezTo>
                      <a:pt x="69667" y="4964"/>
                      <a:pt x="58047" y="151"/>
                      <a:pt x="45932" y="151"/>
                    </a:cubicBezTo>
                    <a:cubicBezTo>
                      <a:pt x="33818" y="151"/>
                      <a:pt x="22198" y="4964"/>
                      <a:pt x="13632" y="13530"/>
                    </a:cubicBezTo>
                    <a:cubicBezTo>
                      <a:pt x="5065" y="22096"/>
                      <a:pt x="252" y="33716"/>
                      <a:pt x="252" y="45830"/>
                    </a:cubicBezTo>
                    <a:cubicBezTo>
                      <a:pt x="252" y="57945"/>
                      <a:pt x="5065" y="69565"/>
                      <a:pt x="13632" y="78131"/>
                    </a:cubicBezTo>
                    <a:cubicBezTo>
                      <a:pt x="22198" y="86697"/>
                      <a:pt x="33818" y="91510"/>
                      <a:pt x="45932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09" name="任意多边形: 形状 2908"/>
              <p:cNvSpPr/>
              <p:nvPr/>
            </p:nvSpPr>
            <p:spPr>
              <a:xfrm>
                <a:off x="19425890" y="23699821"/>
                <a:ext cx="180000" cy="180000"/>
              </a:xfrm>
              <a:custGeom>
                <a:avLst/>
                <a:gdLst>
                  <a:gd name="csX0" fmla="*/ 45909 w 91360"/>
                  <a:gd name="csY0" fmla="*/ 91537 h 91359"/>
                  <a:gd name="csX1" fmla="*/ 78210 w 91360"/>
                  <a:gd name="csY1" fmla="*/ 78158 h 91359"/>
                  <a:gd name="csX2" fmla="*/ 91589 w 91360"/>
                  <a:gd name="csY2" fmla="*/ 45858 h 91359"/>
                  <a:gd name="csX3" fmla="*/ 78210 w 91360"/>
                  <a:gd name="csY3" fmla="*/ 13557 h 91359"/>
                  <a:gd name="csX4" fmla="*/ 45909 w 91360"/>
                  <a:gd name="csY4" fmla="*/ 178 h 91359"/>
                  <a:gd name="csX5" fmla="*/ 13608 w 91360"/>
                  <a:gd name="csY5" fmla="*/ 13557 h 91359"/>
                  <a:gd name="csX6" fmla="*/ 229 w 91360"/>
                  <a:gd name="csY6" fmla="*/ 45858 h 91359"/>
                  <a:gd name="csX7" fmla="*/ 13608 w 91360"/>
                  <a:gd name="csY7" fmla="*/ 78158 h 91359"/>
                  <a:gd name="csX8" fmla="*/ 45909 w 91360"/>
                  <a:gd name="csY8" fmla="*/ 9153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9" y="91537"/>
                    </a:moveTo>
                    <a:cubicBezTo>
                      <a:pt x="58024" y="91537"/>
                      <a:pt x="69644" y="86724"/>
                      <a:pt x="78210" y="78158"/>
                    </a:cubicBezTo>
                    <a:cubicBezTo>
                      <a:pt x="86776" y="69592"/>
                      <a:pt x="91589" y="57972"/>
                      <a:pt x="91589" y="45858"/>
                    </a:cubicBezTo>
                    <a:cubicBezTo>
                      <a:pt x="91589" y="33743"/>
                      <a:pt x="86776" y="22124"/>
                      <a:pt x="78210" y="13557"/>
                    </a:cubicBezTo>
                    <a:cubicBezTo>
                      <a:pt x="69644" y="4991"/>
                      <a:pt x="58024" y="178"/>
                      <a:pt x="45909" y="178"/>
                    </a:cubicBezTo>
                    <a:cubicBezTo>
                      <a:pt x="33795" y="178"/>
                      <a:pt x="22175" y="4991"/>
                      <a:pt x="13608" y="13557"/>
                    </a:cubicBezTo>
                    <a:cubicBezTo>
                      <a:pt x="5042" y="22124"/>
                      <a:pt x="229" y="33743"/>
                      <a:pt x="229" y="45858"/>
                    </a:cubicBezTo>
                    <a:cubicBezTo>
                      <a:pt x="229" y="57972"/>
                      <a:pt x="5042" y="69592"/>
                      <a:pt x="13608" y="78158"/>
                    </a:cubicBezTo>
                    <a:cubicBezTo>
                      <a:pt x="22175" y="86724"/>
                      <a:pt x="33795" y="91537"/>
                      <a:pt x="45909" y="9153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0" name="任意多边形: 形状 2909"/>
              <p:cNvSpPr/>
              <p:nvPr/>
            </p:nvSpPr>
            <p:spPr>
              <a:xfrm>
                <a:off x="17628034" y="24270223"/>
                <a:ext cx="180000" cy="180000"/>
              </a:xfrm>
              <a:custGeom>
                <a:avLst/>
                <a:gdLst>
                  <a:gd name="csX0" fmla="*/ 45854 w 91360"/>
                  <a:gd name="csY0" fmla="*/ 91555 h 91359"/>
                  <a:gd name="csX1" fmla="*/ 78154 w 91360"/>
                  <a:gd name="csY1" fmla="*/ 78176 h 91359"/>
                  <a:gd name="csX2" fmla="*/ 91534 w 91360"/>
                  <a:gd name="csY2" fmla="*/ 45875 h 91359"/>
                  <a:gd name="csX3" fmla="*/ 78154 w 91360"/>
                  <a:gd name="csY3" fmla="*/ 13575 h 91359"/>
                  <a:gd name="csX4" fmla="*/ 45854 w 91360"/>
                  <a:gd name="csY4" fmla="*/ 196 h 91359"/>
                  <a:gd name="csX5" fmla="*/ 13553 w 91360"/>
                  <a:gd name="csY5" fmla="*/ 13575 h 91359"/>
                  <a:gd name="csX6" fmla="*/ 173 w 91360"/>
                  <a:gd name="csY6" fmla="*/ 45875 h 91359"/>
                  <a:gd name="csX7" fmla="*/ 13553 w 91360"/>
                  <a:gd name="csY7" fmla="*/ 78176 h 91359"/>
                  <a:gd name="csX8" fmla="*/ 45854 w 91360"/>
                  <a:gd name="csY8" fmla="*/ 9155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4" y="91555"/>
                    </a:moveTo>
                    <a:cubicBezTo>
                      <a:pt x="57968" y="91555"/>
                      <a:pt x="69588" y="86742"/>
                      <a:pt x="78154" y="78176"/>
                    </a:cubicBezTo>
                    <a:cubicBezTo>
                      <a:pt x="86721" y="69610"/>
                      <a:pt x="91534" y="57990"/>
                      <a:pt x="91534" y="45875"/>
                    </a:cubicBezTo>
                    <a:cubicBezTo>
                      <a:pt x="91534" y="33761"/>
                      <a:pt x="86721" y="22141"/>
                      <a:pt x="78154" y="13575"/>
                    </a:cubicBezTo>
                    <a:cubicBezTo>
                      <a:pt x="69588" y="5009"/>
                      <a:pt x="57968" y="196"/>
                      <a:pt x="45854" y="196"/>
                    </a:cubicBezTo>
                    <a:cubicBezTo>
                      <a:pt x="33739" y="196"/>
                      <a:pt x="22119" y="5009"/>
                      <a:pt x="13553" y="13575"/>
                    </a:cubicBezTo>
                    <a:cubicBezTo>
                      <a:pt x="4986" y="22141"/>
                      <a:pt x="173" y="33761"/>
                      <a:pt x="173" y="45875"/>
                    </a:cubicBezTo>
                    <a:cubicBezTo>
                      <a:pt x="173" y="57990"/>
                      <a:pt x="4986" y="69610"/>
                      <a:pt x="13553" y="78176"/>
                    </a:cubicBezTo>
                    <a:cubicBezTo>
                      <a:pt x="22119" y="86742"/>
                      <a:pt x="33739" y="91555"/>
                      <a:pt x="45854" y="9155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1" name="任意多边形: 形状 2910"/>
              <p:cNvSpPr/>
              <p:nvPr/>
            </p:nvSpPr>
            <p:spPr>
              <a:xfrm>
                <a:off x="18271482" y="23149843"/>
                <a:ext cx="180000" cy="180000"/>
              </a:xfrm>
              <a:custGeom>
                <a:avLst/>
                <a:gdLst>
                  <a:gd name="csX0" fmla="*/ 45900 w 91360"/>
                  <a:gd name="csY0" fmla="*/ 91506 h 91359"/>
                  <a:gd name="csX1" fmla="*/ 78201 w 91360"/>
                  <a:gd name="csY1" fmla="*/ 78127 h 91359"/>
                  <a:gd name="csX2" fmla="*/ 91580 w 91360"/>
                  <a:gd name="csY2" fmla="*/ 45827 h 91359"/>
                  <a:gd name="csX3" fmla="*/ 78201 w 91360"/>
                  <a:gd name="csY3" fmla="*/ 13526 h 91359"/>
                  <a:gd name="csX4" fmla="*/ 45900 w 91360"/>
                  <a:gd name="csY4" fmla="*/ 147 h 91359"/>
                  <a:gd name="csX5" fmla="*/ 13599 w 91360"/>
                  <a:gd name="csY5" fmla="*/ 13526 h 91359"/>
                  <a:gd name="csX6" fmla="*/ 220 w 91360"/>
                  <a:gd name="csY6" fmla="*/ 45827 h 91359"/>
                  <a:gd name="csX7" fmla="*/ 13599 w 91360"/>
                  <a:gd name="csY7" fmla="*/ 78127 h 91359"/>
                  <a:gd name="csX8" fmla="*/ 45900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506"/>
                    </a:moveTo>
                    <a:cubicBezTo>
                      <a:pt x="58015" y="91506"/>
                      <a:pt x="69635" y="86693"/>
                      <a:pt x="78201" y="78127"/>
                    </a:cubicBezTo>
                    <a:cubicBezTo>
                      <a:pt x="86767" y="69561"/>
                      <a:pt x="91580" y="57941"/>
                      <a:pt x="91580" y="45827"/>
                    </a:cubicBezTo>
                    <a:cubicBezTo>
                      <a:pt x="91580" y="33712"/>
                      <a:pt x="86767" y="22093"/>
                      <a:pt x="78201" y="13526"/>
                    </a:cubicBezTo>
                    <a:cubicBezTo>
                      <a:pt x="69635" y="4960"/>
                      <a:pt x="58015" y="147"/>
                      <a:pt x="45900" y="147"/>
                    </a:cubicBezTo>
                    <a:cubicBezTo>
                      <a:pt x="33785" y="147"/>
                      <a:pt x="22165" y="4960"/>
                      <a:pt x="13599" y="13526"/>
                    </a:cubicBezTo>
                    <a:cubicBezTo>
                      <a:pt x="5033" y="22093"/>
                      <a:pt x="220" y="33712"/>
                      <a:pt x="220" y="45827"/>
                    </a:cubicBezTo>
                    <a:cubicBezTo>
                      <a:pt x="220" y="57941"/>
                      <a:pt x="5033" y="69561"/>
                      <a:pt x="13599" y="78127"/>
                    </a:cubicBezTo>
                    <a:cubicBezTo>
                      <a:pt x="22165" y="86693"/>
                      <a:pt x="33785" y="91506"/>
                      <a:pt x="45900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2" name="任意多边形: 形状 2911"/>
              <p:cNvSpPr/>
              <p:nvPr/>
            </p:nvSpPr>
            <p:spPr>
              <a:xfrm>
                <a:off x="20151701" y="22363545"/>
                <a:ext cx="180000" cy="180000"/>
              </a:xfrm>
              <a:custGeom>
                <a:avLst/>
                <a:gdLst>
                  <a:gd name="csX0" fmla="*/ 45932 w 91360"/>
                  <a:gd name="csY0" fmla="*/ 91496 h 91359"/>
                  <a:gd name="csX1" fmla="*/ 78232 w 91360"/>
                  <a:gd name="csY1" fmla="*/ 78117 h 91359"/>
                  <a:gd name="csX2" fmla="*/ 91612 w 91360"/>
                  <a:gd name="csY2" fmla="*/ 45816 h 91359"/>
                  <a:gd name="csX3" fmla="*/ 78232 w 91360"/>
                  <a:gd name="csY3" fmla="*/ 13516 h 91359"/>
                  <a:gd name="csX4" fmla="*/ 45932 w 91360"/>
                  <a:gd name="csY4" fmla="*/ 137 h 91359"/>
                  <a:gd name="csX5" fmla="*/ 13631 w 91360"/>
                  <a:gd name="csY5" fmla="*/ 13516 h 91359"/>
                  <a:gd name="csX6" fmla="*/ 251 w 91360"/>
                  <a:gd name="csY6" fmla="*/ 45816 h 91359"/>
                  <a:gd name="csX7" fmla="*/ 13631 w 91360"/>
                  <a:gd name="csY7" fmla="*/ 78117 h 91359"/>
                  <a:gd name="csX8" fmla="*/ 45932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2" y="91496"/>
                    </a:moveTo>
                    <a:cubicBezTo>
                      <a:pt x="58046" y="91496"/>
                      <a:pt x="69666" y="86683"/>
                      <a:pt x="78232" y="78117"/>
                    </a:cubicBezTo>
                    <a:cubicBezTo>
                      <a:pt x="86799" y="69551"/>
                      <a:pt x="91612" y="57931"/>
                      <a:pt x="91612" y="45816"/>
                    </a:cubicBezTo>
                    <a:cubicBezTo>
                      <a:pt x="91612" y="33702"/>
                      <a:pt x="86799" y="22082"/>
                      <a:pt x="78232" y="13516"/>
                    </a:cubicBezTo>
                    <a:cubicBezTo>
                      <a:pt x="69666" y="4950"/>
                      <a:pt x="58046" y="137"/>
                      <a:pt x="45932" y="137"/>
                    </a:cubicBezTo>
                    <a:cubicBezTo>
                      <a:pt x="33817" y="137"/>
                      <a:pt x="22197" y="4950"/>
                      <a:pt x="13631" y="13516"/>
                    </a:cubicBezTo>
                    <a:cubicBezTo>
                      <a:pt x="5065" y="22082"/>
                      <a:pt x="251" y="33702"/>
                      <a:pt x="251" y="45816"/>
                    </a:cubicBezTo>
                    <a:cubicBezTo>
                      <a:pt x="251" y="57931"/>
                      <a:pt x="5065" y="69551"/>
                      <a:pt x="13631" y="78117"/>
                    </a:cubicBezTo>
                    <a:cubicBezTo>
                      <a:pt x="22197" y="86683"/>
                      <a:pt x="33817" y="91496"/>
                      <a:pt x="45932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3" name="任意多边形: 形状 2912"/>
              <p:cNvSpPr/>
              <p:nvPr/>
            </p:nvSpPr>
            <p:spPr>
              <a:xfrm>
                <a:off x="18171412" y="22921116"/>
                <a:ext cx="180000" cy="180000"/>
              </a:xfrm>
              <a:custGeom>
                <a:avLst/>
                <a:gdLst>
                  <a:gd name="csX0" fmla="*/ 45870 w 91360"/>
                  <a:gd name="csY0" fmla="*/ 91513 h 91359"/>
                  <a:gd name="csX1" fmla="*/ 78171 w 91360"/>
                  <a:gd name="csY1" fmla="*/ 78134 h 91359"/>
                  <a:gd name="csX2" fmla="*/ 91551 w 91360"/>
                  <a:gd name="csY2" fmla="*/ 45834 h 91359"/>
                  <a:gd name="csX3" fmla="*/ 78171 w 91360"/>
                  <a:gd name="csY3" fmla="*/ 13533 h 91359"/>
                  <a:gd name="csX4" fmla="*/ 45870 w 91360"/>
                  <a:gd name="csY4" fmla="*/ 154 h 91359"/>
                  <a:gd name="csX5" fmla="*/ 13570 w 91360"/>
                  <a:gd name="csY5" fmla="*/ 13533 h 91359"/>
                  <a:gd name="csX6" fmla="*/ 190 w 91360"/>
                  <a:gd name="csY6" fmla="*/ 45834 h 91359"/>
                  <a:gd name="csX7" fmla="*/ 13570 w 91360"/>
                  <a:gd name="csY7" fmla="*/ 78134 h 91359"/>
                  <a:gd name="csX8" fmla="*/ 45870 w 91360"/>
                  <a:gd name="csY8" fmla="*/ 9151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0" y="91513"/>
                    </a:moveTo>
                    <a:cubicBezTo>
                      <a:pt x="57985" y="91513"/>
                      <a:pt x="69605" y="86700"/>
                      <a:pt x="78171" y="78134"/>
                    </a:cubicBezTo>
                    <a:cubicBezTo>
                      <a:pt x="86737" y="69568"/>
                      <a:pt x="91551" y="57948"/>
                      <a:pt x="91551" y="45834"/>
                    </a:cubicBezTo>
                    <a:cubicBezTo>
                      <a:pt x="91551" y="33719"/>
                      <a:pt x="86737" y="22099"/>
                      <a:pt x="78171" y="13533"/>
                    </a:cubicBezTo>
                    <a:cubicBezTo>
                      <a:pt x="69605" y="4967"/>
                      <a:pt x="57985" y="154"/>
                      <a:pt x="45870" y="154"/>
                    </a:cubicBezTo>
                    <a:cubicBezTo>
                      <a:pt x="33756" y="154"/>
                      <a:pt x="22136" y="4967"/>
                      <a:pt x="13570" y="13533"/>
                    </a:cubicBezTo>
                    <a:cubicBezTo>
                      <a:pt x="5003" y="22099"/>
                      <a:pt x="190" y="33719"/>
                      <a:pt x="190" y="45834"/>
                    </a:cubicBezTo>
                    <a:cubicBezTo>
                      <a:pt x="190" y="57948"/>
                      <a:pt x="5003" y="69568"/>
                      <a:pt x="13570" y="78134"/>
                    </a:cubicBezTo>
                    <a:cubicBezTo>
                      <a:pt x="22136" y="86700"/>
                      <a:pt x="33756" y="91513"/>
                      <a:pt x="45870" y="9151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4" name="任意多边形: 形状 2913"/>
              <p:cNvSpPr/>
              <p:nvPr/>
            </p:nvSpPr>
            <p:spPr>
              <a:xfrm>
                <a:off x="17289456" y="21879258"/>
                <a:ext cx="180000" cy="180000"/>
              </a:xfrm>
              <a:custGeom>
                <a:avLst/>
                <a:gdLst>
                  <a:gd name="csX0" fmla="*/ 45843 w 91360"/>
                  <a:gd name="csY0" fmla="*/ 91481 h 91359"/>
                  <a:gd name="csX1" fmla="*/ 78144 w 91360"/>
                  <a:gd name="csY1" fmla="*/ 78102 h 91359"/>
                  <a:gd name="csX2" fmla="*/ 91523 w 91360"/>
                  <a:gd name="csY2" fmla="*/ 45801 h 91359"/>
                  <a:gd name="csX3" fmla="*/ 78144 w 91360"/>
                  <a:gd name="csY3" fmla="*/ 13501 h 91359"/>
                  <a:gd name="csX4" fmla="*/ 45843 w 91360"/>
                  <a:gd name="csY4" fmla="*/ 122 h 91359"/>
                  <a:gd name="csX5" fmla="*/ 13542 w 91360"/>
                  <a:gd name="csY5" fmla="*/ 13501 h 91359"/>
                  <a:gd name="csX6" fmla="*/ 163 w 91360"/>
                  <a:gd name="csY6" fmla="*/ 45801 h 91359"/>
                  <a:gd name="csX7" fmla="*/ 13542 w 91360"/>
                  <a:gd name="csY7" fmla="*/ 78102 h 91359"/>
                  <a:gd name="csX8" fmla="*/ 45843 w 91360"/>
                  <a:gd name="csY8" fmla="*/ 9148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481"/>
                    </a:moveTo>
                    <a:cubicBezTo>
                      <a:pt x="57958" y="91481"/>
                      <a:pt x="69578" y="86668"/>
                      <a:pt x="78144" y="78102"/>
                    </a:cubicBezTo>
                    <a:cubicBezTo>
                      <a:pt x="86710" y="69536"/>
                      <a:pt x="91523" y="57916"/>
                      <a:pt x="91523" y="45801"/>
                    </a:cubicBezTo>
                    <a:cubicBezTo>
                      <a:pt x="91523" y="33687"/>
                      <a:pt x="86710" y="22067"/>
                      <a:pt x="78144" y="13501"/>
                    </a:cubicBezTo>
                    <a:cubicBezTo>
                      <a:pt x="69578" y="4935"/>
                      <a:pt x="57958" y="122"/>
                      <a:pt x="45843" y="122"/>
                    </a:cubicBezTo>
                    <a:cubicBezTo>
                      <a:pt x="33728" y="122"/>
                      <a:pt x="22109" y="4935"/>
                      <a:pt x="13542" y="13501"/>
                    </a:cubicBezTo>
                    <a:cubicBezTo>
                      <a:pt x="4976" y="22067"/>
                      <a:pt x="163" y="33687"/>
                      <a:pt x="163" y="45801"/>
                    </a:cubicBezTo>
                    <a:cubicBezTo>
                      <a:pt x="163" y="57916"/>
                      <a:pt x="4976" y="69536"/>
                      <a:pt x="13542" y="78102"/>
                    </a:cubicBezTo>
                    <a:cubicBezTo>
                      <a:pt x="22109" y="86668"/>
                      <a:pt x="33728" y="91481"/>
                      <a:pt x="45843" y="9148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5" name="任意多边形: 形状 2914"/>
              <p:cNvSpPr/>
              <p:nvPr/>
            </p:nvSpPr>
            <p:spPr>
              <a:xfrm>
                <a:off x="18202032" y="24701914"/>
                <a:ext cx="180000" cy="180000"/>
              </a:xfrm>
              <a:custGeom>
                <a:avLst/>
                <a:gdLst>
                  <a:gd name="csX0" fmla="*/ 45871 w 91360"/>
                  <a:gd name="csY0" fmla="*/ 91568 h 91359"/>
                  <a:gd name="csX1" fmla="*/ 78172 w 91360"/>
                  <a:gd name="csY1" fmla="*/ 78189 h 91359"/>
                  <a:gd name="csX2" fmla="*/ 91552 w 91360"/>
                  <a:gd name="csY2" fmla="*/ 45889 h 91359"/>
                  <a:gd name="csX3" fmla="*/ 78172 w 91360"/>
                  <a:gd name="csY3" fmla="*/ 13588 h 91359"/>
                  <a:gd name="csX4" fmla="*/ 45871 w 91360"/>
                  <a:gd name="csY4" fmla="*/ 209 h 91359"/>
                  <a:gd name="csX5" fmla="*/ 13570 w 91360"/>
                  <a:gd name="csY5" fmla="*/ 13588 h 91359"/>
                  <a:gd name="csX6" fmla="*/ 191 w 91360"/>
                  <a:gd name="csY6" fmla="*/ 45889 h 91359"/>
                  <a:gd name="csX7" fmla="*/ 13570 w 91360"/>
                  <a:gd name="csY7" fmla="*/ 78189 h 91359"/>
                  <a:gd name="csX8" fmla="*/ 45871 w 91360"/>
                  <a:gd name="csY8" fmla="*/ 9156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68"/>
                    </a:moveTo>
                    <a:cubicBezTo>
                      <a:pt x="57986" y="91568"/>
                      <a:pt x="69606" y="86755"/>
                      <a:pt x="78172" y="78189"/>
                    </a:cubicBezTo>
                    <a:cubicBezTo>
                      <a:pt x="86738" y="69623"/>
                      <a:pt x="91552" y="58003"/>
                      <a:pt x="91552" y="45889"/>
                    </a:cubicBezTo>
                    <a:cubicBezTo>
                      <a:pt x="91552" y="33774"/>
                      <a:pt x="86738" y="22155"/>
                      <a:pt x="78172" y="13588"/>
                    </a:cubicBezTo>
                    <a:cubicBezTo>
                      <a:pt x="69606" y="5022"/>
                      <a:pt x="57986" y="209"/>
                      <a:pt x="45871" y="209"/>
                    </a:cubicBezTo>
                    <a:cubicBezTo>
                      <a:pt x="33757" y="209"/>
                      <a:pt x="22137" y="5022"/>
                      <a:pt x="13570" y="13588"/>
                    </a:cubicBezTo>
                    <a:cubicBezTo>
                      <a:pt x="5004" y="22155"/>
                      <a:pt x="191" y="33774"/>
                      <a:pt x="191" y="45889"/>
                    </a:cubicBezTo>
                    <a:cubicBezTo>
                      <a:pt x="191" y="58003"/>
                      <a:pt x="5004" y="69623"/>
                      <a:pt x="13570" y="78189"/>
                    </a:cubicBezTo>
                    <a:cubicBezTo>
                      <a:pt x="22137" y="86755"/>
                      <a:pt x="33757" y="91568"/>
                      <a:pt x="45871" y="9156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6" name="任意多边形: 形状 2915"/>
              <p:cNvSpPr/>
              <p:nvPr/>
            </p:nvSpPr>
            <p:spPr>
              <a:xfrm>
                <a:off x="19637737" y="22567618"/>
                <a:ext cx="180000" cy="180000"/>
              </a:xfrm>
              <a:custGeom>
                <a:avLst/>
                <a:gdLst>
                  <a:gd name="csX0" fmla="*/ 45916 w 91360"/>
                  <a:gd name="csY0" fmla="*/ 91502 h 91359"/>
                  <a:gd name="csX1" fmla="*/ 78217 w 91360"/>
                  <a:gd name="csY1" fmla="*/ 78123 h 91359"/>
                  <a:gd name="csX2" fmla="*/ 91596 w 91360"/>
                  <a:gd name="csY2" fmla="*/ 45823 h 91359"/>
                  <a:gd name="csX3" fmla="*/ 78217 w 91360"/>
                  <a:gd name="csY3" fmla="*/ 13522 h 91359"/>
                  <a:gd name="csX4" fmla="*/ 45916 w 91360"/>
                  <a:gd name="csY4" fmla="*/ 143 h 91359"/>
                  <a:gd name="csX5" fmla="*/ 13615 w 91360"/>
                  <a:gd name="csY5" fmla="*/ 13522 h 91359"/>
                  <a:gd name="csX6" fmla="*/ 235 w 91360"/>
                  <a:gd name="csY6" fmla="*/ 45823 h 91359"/>
                  <a:gd name="csX7" fmla="*/ 13615 w 91360"/>
                  <a:gd name="csY7" fmla="*/ 78123 h 91359"/>
                  <a:gd name="csX8" fmla="*/ 45916 w 91360"/>
                  <a:gd name="csY8" fmla="*/ 9150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6" y="91502"/>
                    </a:moveTo>
                    <a:cubicBezTo>
                      <a:pt x="58030" y="91502"/>
                      <a:pt x="69650" y="86689"/>
                      <a:pt x="78217" y="78123"/>
                    </a:cubicBezTo>
                    <a:cubicBezTo>
                      <a:pt x="86783" y="69557"/>
                      <a:pt x="91596" y="57937"/>
                      <a:pt x="91596" y="45823"/>
                    </a:cubicBezTo>
                    <a:cubicBezTo>
                      <a:pt x="91596" y="33708"/>
                      <a:pt x="86783" y="22088"/>
                      <a:pt x="78217" y="13522"/>
                    </a:cubicBezTo>
                    <a:cubicBezTo>
                      <a:pt x="69650" y="4956"/>
                      <a:pt x="58030" y="143"/>
                      <a:pt x="45916" y="143"/>
                    </a:cubicBezTo>
                    <a:cubicBezTo>
                      <a:pt x="33801" y="143"/>
                      <a:pt x="22181" y="4956"/>
                      <a:pt x="13615" y="13522"/>
                    </a:cubicBezTo>
                    <a:cubicBezTo>
                      <a:pt x="5049" y="22088"/>
                      <a:pt x="235" y="33708"/>
                      <a:pt x="235" y="45823"/>
                    </a:cubicBezTo>
                    <a:cubicBezTo>
                      <a:pt x="235" y="57937"/>
                      <a:pt x="5049" y="69557"/>
                      <a:pt x="13615" y="78123"/>
                    </a:cubicBezTo>
                    <a:cubicBezTo>
                      <a:pt x="22181" y="86689"/>
                      <a:pt x="33801" y="91502"/>
                      <a:pt x="45916" y="9150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7" name="任意多边形: 形状 2916"/>
              <p:cNvSpPr/>
              <p:nvPr/>
            </p:nvSpPr>
            <p:spPr>
              <a:xfrm>
                <a:off x="18015602" y="23080164"/>
                <a:ext cx="180000" cy="180000"/>
              </a:xfrm>
              <a:custGeom>
                <a:avLst/>
                <a:gdLst>
                  <a:gd name="csX0" fmla="*/ 45866 w 91360"/>
                  <a:gd name="csY0" fmla="*/ 91518 h 91359"/>
                  <a:gd name="csX1" fmla="*/ 78166 w 91360"/>
                  <a:gd name="csY1" fmla="*/ 78139 h 91359"/>
                  <a:gd name="csX2" fmla="*/ 91546 w 91360"/>
                  <a:gd name="csY2" fmla="*/ 45839 h 91359"/>
                  <a:gd name="csX3" fmla="*/ 78166 w 91360"/>
                  <a:gd name="csY3" fmla="*/ 13538 h 91359"/>
                  <a:gd name="csX4" fmla="*/ 45866 w 91360"/>
                  <a:gd name="csY4" fmla="*/ 159 h 91359"/>
                  <a:gd name="csX5" fmla="*/ 13565 w 91360"/>
                  <a:gd name="csY5" fmla="*/ 13538 h 91359"/>
                  <a:gd name="csX6" fmla="*/ 185 w 91360"/>
                  <a:gd name="csY6" fmla="*/ 45839 h 91359"/>
                  <a:gd name="csX7" fmla="*/ 13565 w 91360"/>
                  <a:gd name="csY7" fmla="*/ 78139 h 91359"/>
                  <a:gd name="csX8" fmla="*/ 45866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18"/>
                    </a:moveTo>
                    <a:cubicBezTo>
                      <a:pt x="57980" y="91518"/>
                      <a:pt x="69600" y="86705"/>
                      <a:pt x="78166" y="78139"/>
                    </a:cubicBezTo>
                    <a:cubicBezTo>
                      <a:pt x="86733" y="69573"/>
                      <a:pt x="91546" y="57953"/>
                      <a:pt x="91546" y="45839"/>
                    </a:cubicBezTo>
                    <a:cubicBezTo>
                      <a:pt x="91546" y="33724"/>
                      <a:pt x="86733" y="22104"/>
                      <a:pt x="78166" y="13538"/>
                    </a:cubicBezTo>
                    <a:cubicBezTo>
                      <a:pt x="69600" y="4972"/>
                      <a:pt x="57980" y="159"/>
                      <a:pt x="45866" y="159"/>
                    </a:cubicBezTo>
                    <a:cubicBezTo>
                      <a:pt x="33751" y="159"/>
                      <a:pt x="22131" y="4972"/>
                      <a:pt x="13565" y="13538"/>
                    </a:cubicBezTo>
                    <a:cubicBezTo>
                      <a:pt x="4998" y="22104"/>
                      <a:pt x="185" y="33724"/>
                      <a:pt x="185" y="45839"/>
                    </a:cubicBezTo>
                    <a:cubicBezTo>
                      <a:pt x="185" y="57953"/>
                      <a:pt x="4998" y="69573"/>
                      <a:pt x="13565" y="78139"/>
                    </a:cubicBezTo>
                    <a:cubicBezTo>
                      <a:pt x="22131" y="86705"/>
                      <a:pt x="33751" y="91518"/>
                      <a:pt x="45866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8" name="任意多边形: 形状 2917"/>
              <p:cNvSpPr/>
              <p:nvPr/>
            </p:nvSpPr>
            <p:spPr>
              <a:xfrm>
                <a:off x="19246503" y="21243169"/>
                <a:ext cx="180000" cy="180000"/>
              </a:xfrm>
              <a:custGeom>
                <a:avLst/>
                <a:gdLst>
                  <a:gd name="csX0" fmla="*/ 45886 w 91360"/>
                  <a:gd name="csY0" fmla="*/ 91486 h 91359"/>
                  <a:gd name="csX1" fmla="*/ 78187 w 91360"/>
                  <a:gd name="csY1" fmla="*/ 78107 h 91359"/>
                  <a:gd name="csX2" fmla="*/ 91567 w 91360"/>
                  <a:gd name="csY2" fmla="*/ 45806 h 91359"/>
                  <a:gd name="csX3" fmla="*/ 78187 w 91360"/>
                  <a:gd name="csY3" fmla="*/ 13506 h 91359"/>
                  <a:gd name="csX4" fmla="*/ 45886 w 91360"/>
                  <a:gd name="csY4" fmla="*/ 127 h 91359"/>
                  <a:gd name="csX5" fmla="*/ 13586 w 91360"/>
                  <a:gd name="csY5" fmla="*/ 13506 h 91359"/>
                  <a:gd name="csX6" fmla="*/ 206 w 91360"/>
                  <a:gd name="csY6" fmla="*/ 45806 h 91359"/>
                  <a:gd name="csX7" fmla="*/ 13586 w 91360"/>
                  <a:gd name="csY7" fmla="*/ 78107 h 91359"/>
                  <a:gd name="csX8" fmla="*/ 45886 w 91360"/>
                  <a:gd name="csY8" fmla="*/ 9148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486"/>
                    </a:moveTo>
                    <a:cubicBezTo>
                      <a:pt x="58001" y="91486"/>
                      <a:pt x="69621" y="86673"/>
                      <a:pt x="78187" y="78107"/>
                    </a:cubicBezTo>
                    <a:cubicBezTo>
                      <a:pt x="86753" y="69541"/>
                      <a:pt x="91567" y="57921"/>
                      <a:pt x="91567" y="45806"/>
                    </a:cubicBezTo>
                    <a:cubicBezTo>
                      <a:pt x="91567" y="33692"/>
                      <a:pt x="86753" y="22072"/>
                      <a:pt x="78187" y="13506"/>
                    </a:cubicBezTo>
                    <a:cubicBezTo>
                      <a:pt x="69621" y="4940"/>
                      <a:pt x="58001" y="127"/>
                      <a:pt x="45886" y="127"/>
                    </a:cubicBezTo>
                    <a:cubicBezTo>
                      <a:pt x="33772" y="127"/>
                      <a:pt x="22152" y="4940"/>
                      <a:pt x="13586" y="13506"/>
                    </a:cubicBezTo>
                    <a:cubicBezTo>
                      <a:pt x="5019" y="22072"/>
                      <a:pt x="206" y="33692"/>
                      <a:pt x="206" y="45806"/>
                    </a:cubicBezTo>
                    <a:cubicBezTo>
                      <a:pt x="206" y="57921"/>
                      <a:pt x="5019" y="69541"/>
                      <a:pt x="13586" y="78107"/>
                    </a:cubicBezTo>
                    <a:cubicBezTo>
                      <a:pt x="22152" y="86673"/>
                      <a:pt x="33772" y="91486"/>
                      <a:pt x="45886" y="9148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19" name="任意多边形: 形状 2918"/>
              <p:cNvSpPr/>
              <p:nvPr/>
            </p:nvSpPr>
            <p:spPr>
              <a:xfrm>
                <a:off x="18606948" y="21220217"/>
                <a:ext cx="180000" cy="180000"/>
              </a:xfrm>
              <a:custGeom>
                <a:avLst/>
                <a:gdLst>
                  <a:gd name="csX0" fmla="*/ 45884 w 91360"/>
                  <a:gd name="csY0" fmla="*/ 91461 h 91359"/>
                  <a:gd name="csX1" fmla="*/ 78185 w 91360"/>
                  <a:gd name="csY1" fmla="*/ 78081 h 91359"/>
                  <a:gd name="csX2" fmla="*/ 91564 w 91360"/>
                  <a:gd name="csY2" fmla="*/ 45781 h 91359"/>
                  <a:gd name="csX3" fmla="*/ 78185 w 91360"/>
                  <a:gd name="csY3" fmla="*/ 13481 h 91359"/>
                  <a:gd name="csX4" fmla="*/ 45884 w 91360"/>
                  <a:gd name="csY4" fmla="*/ 101 h 91359"/>
                  <a:gd name="csX5" fmla="*/ 13583 w 91360"/>
                  <a:gd name="csY5" fmla="*/ 13481 h 91359"/>
                  <a:gd name="csX6" fmla="*/ 204 w 91360"/>
                  <a:gd name="csY6" fmla="*/ 45781 h 91359"/>
                  <a:gd name="csX7" fmla="*/ 13583 w 91360"/>
                  <a:gd name="csY7" fmla="*/ 78081 h 91359"/>
                  <a:gd name="csX8" fmla="*/ 45884 w 91360"/>
                  <a:gd name="csY8" fmla="*/ 9146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4" y="91461"/>
                    </a:moveTo>
                    <a:cubicBezTo>
                      <a:pt x="57998" y="91461"/>
                      <a:pt x="69618" y="86648"/>
                      <a:pt x="78185" y="78081"/>
                    </a:cubicBezTo>
                    <a:cubicBezTo>
                      <a:pt x="86751" y="69515"/>
                      <a:pt x="91564" y="57895"/>
                      <a:pt x="91564" y="45781"/>
                    </a:cubicBezTo>
                    <a:cubicBezTo>
                      <a:pt x="91564" y="33667"/>
                      <a:pt x="86751" y="22047"/>
                      <a:pt x="78185" y="13481"/>
                    </a:cubicBezTo>
                    <a:cubicBezTo>
                      <a:pt x="69618" y="4914"/>
                      <a:pt x="57998" y="101"/>
                      <a:pt x="45884" y="101"/>
                    </a:cubicBezTo>
                    <a:cubicBezTo>
                      <a:pt x="33769" y="101"/>
                      <a:pt x="22149" y="4914"/>
                      <a:pt x="13583" y="13481"/>
                    </a:cubicBezTo>
                    <a:cubicBezTo>
                      <a:pt x="5017" y="22047"/>
                      <a:pt x="204" y="33667"/>
                      <a:pt x="204" y="45781"/>
                    </a:cubicBezTo>
                    <a:cubicBezTo>
                      <a:pt x="204" y="57895"/>
                      <a:pt x="5017" y="69515"/>
                      <a:pt x="13583" y="78081"/>
                    </a:cubicBezTo>
                    <a:cubicBezTo>
                      <a:pt x="22149" y="86648"/>
                      <a:pt x="33769" y="91461"/>
                      <a:pt x="45884" y="9146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0" name="任意多边形: 形状 2919"/>
              <p:cNvSpPr/>
              <p:nvPr/>
            </p:nvSpPr>
            <p:spPr>
              <a:xfrm>
                <a:off x="18080244" y="22467104"/>
                <a:ext cx="180000" cy="180000"/>
              </a:xfrm>
              <a:custGeom>
                <a:avLst/>
                <a:gdLst>
                  <a:gd name="csX0" fmla="*/ 45868 w 91360"/>
                  <a:gd name="csY0" fmla="*/ 91499 h 91359"/>
                  <a:gd name="csX1" fmla="*/ 78168 w 91360"/>
                  <a:gd name="csY1" fmla="*/ 78120 h 91359"/>
                  <a:gd name="csX2" fmla="*/ 91548 w 91360"/>
                  <a:gd name="csY2" fmla="*/ 45820 h 91359"/>
                  <a:gd name="csX3" fmla="*/ 78168 w 91360"/>
                  <a:gd name="csY3" fmla="*/ 13519 h 91359"/>
                  <a:gd name="csX4" fmla="*/ 45868 w 91360"/>
                  <a:gd name="csY4" fmla="*/ 140 h 91359"/>
                  <a:gd name="csX5" fmla="*/ 13567 w 91360"/>
                  <a:gd name="csY5" fmla="*/ 13519 h 91359"/>
                  <a:gd name="csX6" fmla="*/ 187 w 91360"/>
                  <a:gd name="csY6" fmla="*/ 45820 h 91359"/>
                  <a:gd name="csX7" fmla="*/ 13567 w 91360"/>
                  <a:gd name="csY7" fmla="*/ 78120 h 91359"/>
                  <a:gd name="csX8" fmla="*/ 45868 w 91360"/>
                  <a:gd name="csY8" fmla="*/ 9149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499"/>
                    </a:moveTo>
                    <a:cubicBezTo>
                      <a:pt x="57982" y="91499"/>
                      <a:pt x="69602" y="86686"/>
                      <a:pt x="78168" y="78120"/>
                    </a:cubicBezTo>
                    <a:cubicBezTo>
                      <a:pt x="86735" y="69554"/>
                      <a:pt x="91548" y="57934"/>
                      <a:pt x="91548" y="45820"/>
                    </a:cubicBezTo>
                    <a:cubicBezTo>
                      <a:pt x="91548" y="33705"/>
                      <a:pt x="86735" y="22085"/>
                      <a:pt x="78168" y="13519"/>
                    </a:cubicBezTo>
                    <a:cubicBezTo>
                      <a:pt x="69602" y="4953"/>
                      <a:pt x="57982" y="140"/>
                      <a:pt x="45868" y="140"/>
                    </a:cubicBezTo>
                    <a:cubicBezTo>
                      <a:pt x="33753" y="140"/>
                      <a:pt x="22133" y="4953"/>
                      <a:pt x="13567" y="13519"/>
                    </a:cubicBezTo>
                    <a:cubicBezTo>
                      <a:pt x="5000" y="22085"/>
                      <a:pt x="187" y="33705"/>
                      <a:pt x="187" y="45820"/>
                    </a:cubicBezTo>
                    <a:cubicBezTo>
                      <a:pt x="187" y="57934"/>
                      <a:pt x="5000" y="69554"/>
                      <a:pt x="13567" y="78120"/>
                    </a:cubicBezTo>
                    <a:cubicBezTo>
                      <a:pt x="22133" y="86686"/>
                      <a:pt x="33753" y="91499"/>
                      <a:pt x="45868" y="9149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1" name="任意多边形: 形状 2920"/>
              <p:cNvSpPr/>
              <p:nvPr/>
            </p:nvSpPr>
            <p:spPr>
              <a:xfrm>
                <a:off x="20144969" y="23704035"/>
                <a:ext cx="180000" cy="180000"/>
              </a:xfrm>
              <a:custGeom>
                <a:avLst/>
                <a:gdLst>
                  <a:gd name="csX0" fmla="*/ 45931 w 91360"/>
                  <a:gd name="csY0" fmla="*/ 91538 h 91359"/>
                  <a:gd name="csX1" fmla="*/ 78232 w 91360"/>
                  <a:gd name="csY1" fmla="*/ 78158 h 91359"/>
                  <a:gd name="csX2" fmla="*/ 91612 w 91360"/>
                  <a:gd name="csY2" fmla="*/ 45858 h 91359"/>
                  <a:gd name="csX3" fmla="*/ 78232 w 91360"/>
                  <a:gd name="csY3" fmla="*/ 13558 h 91359"/>
                  <a:gd name="csX4" fmla="*/ 45931 w 91360"/>
                  <a:gd name="csY4" fmla="*/ 178 h 91359"/>
                  <a:gd name="csX5" fmla="*/ 13631 w 91360"/>
                  <a:gd name="csY5" fmla="*/ 13558 h 91359"/>
                  <a:gd name="csX6" fmla="*/ 251 w 91360"/>
                  <a:gd name="csY6" fmla="*/ 45858 h 91359"/>
                  <a:gd name="csX7" fmla="*/ 13631 w 91360"/>
                  <a:gd name="csY7" fmla="*/ 78158 h 91359"/>
                  <a:gd name="csX8" fmla="*/ 45931 w 91360"/>
                  <a:gd name="csY8" fmla="*/ 9153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1" y="91538"/>
                    </a:moveTo>
                    <a:cubicBezTo>
                      <a:pt x="58046" y="91538"/>
                      <a:pt x="69666" y="86724"/>
                      <a:pt x="78232" y="78158"/>
                    </a:cubicBezTo>
                    <a:cubicBezTo>
                      <a:pt x="86799" y="69592"/>
                      <a:pt x="91612" y="57972"/>
                      <a:pt x="91612" y="45858"/>
                    </a:cubicBezTo>
                    <a:cubicBezTo>
                      <a:pt x="91612" y="33744"/>
                      <a:pt x="86799" y="22124"/>
                      <a:pt x="78232" y="13558"/>
                    </a:cubicBezTo>
                    <a:cubicBezTo>
                      <a:pt x="69666" y="4991"/>
                      <a:pt x="58046" y="178"/>
                      <a:pt x="45931" y="178"/>
                    </a:cubicBezTo>
                    <a:cubicBezTo>
                      <a:pt x="33817" y="178"/>
                      <a:pt x="22197" y="4991"/>
                      <a:pt x="13631" y="13558"/>
                    </a:cubicBezTo>
                    <a:cubicBezTo>
                      <a:pt x="5064" y="22124"/>
                      <a:pt x="251" y="33744"/>
                      <a:pt x="251" y="45858"/>
                    </a:cubicBezTo>
                    <a:cubicBezTo>
                      <a:pt x="251" y="57972"/>
                      <a:pt x="5064" y="69592"/>
                      <a:pt x="13631" y="78158"/>
                    </a:cubicBezTo>
                    <a:cubicBezTo>
                      <a:pt x="22197" y="86724"/>
                      <a:pt x="33817" y="91538"/>
                      <a:pt x="45931" y="9153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2" name="任意多边形: 形状 2921"/>
              <p:cNvSpPr/>
              <p:nvPr/>
            </p:nvSpPr>
            <p:spPr>
              <a:xfrm>
                <a:off x="19128160" y="22827254"/>
                <a:ext cx="180000" cy="180000"/>
              </a:xfrm>
              <a:custGeom>
                <a:avLst/>
                <a:gdLst>
                  <a:gd name="csX0" fmla="*/ 45888 w 91360"/>
                  <a:gd name="csY0" fmla="*/ 91500 h 91359"/>
                  <a:gd name="csX1" fmla="*/ 78189 w 91360"/>
                  <a:gd name="csY1" fmla="*/ 78121 h 91359"/>
                  <a:gd name="csX2" fmla="*/ 91568 w 91360"/>
                  <a:gd name="csY2" fmla="*/ 45820 h 91359"/>
                  <a:gd name="csX3" fmla="*/ 78189 w 91360"/>
                  <a:gd name="csY3" fmla="*/ 13520 h 91359"/>
                  <a:gd name="csX4" fmla="*/ 45888 w 91360"/>
                  <a:gd name="csY4" fmla="*/ 141 h 91359"/>
                  <a:gd name="csX5" fmla="*/ 13587 w 91360"/>
                  <a:gd name="csY5" fmla="*/ 13520 h 91359"/>
                  <a:gd name="csX6" fmla="*/ 208 w 91360"/>
                  <a:gd name="csY6" fmla="*/ 45820 h 91359"/>
                  <a:gd name="csX7" fmla="*/ 13587 w 91360"/>
                  <a:gd name="csY7" fmla="*/ 78121 h 91359"/>
                  <a:gd name="csX8" fmla="*/ 45888 w 91360"/>
                  <a:gd name="csY8" fmla="*/ 9150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00"/>
                    </a:moveTo>
                    <a:cubicBezTo>
                      <a:pt x="58003" y="91500"/>
                      <a:pt x="69623" y="86687"/>
                      <a:pt x="78189" y="78121"/>
                    </a:cubicBezTo>
                    <a:cubicBezTo>
                      <a:pt x="86755" y="69555"/>
                      <a:pt x="91568" y="57935"/>
                      <a:pt x="91568" y="45820"/>
                    </a:cubicBezTo>
                    <a:cubicBezTo>
                      <a:pt x="91568" y="33706"/>
                      <a:pt x="86755" y="22086"/>
                      <a:pt x="78189" y="13520"/>
                    </a:cubicBezTo>
                    <a:cubicBezTo>
                      <a:pt x="69623" y="4954"/>
                      <a:pt x="58003" y="141"/>
                      <a:pt x="45888" y="141"/>
                    </a:cubicBezTo>
                    <a:cubicBezTo>
                      <a:pt x="33774" y="141"/>
                      <a:pt x="22154" y="4954"/>
                      <a:pt x="13587" y="13520"/>
                    </a:cubicBezTo>
                    <a:cubicBezTo>
                      <a:pt x="5021" y="22086"/>
                      <a:pt x="208" y="33706"/>
                      <a:pt x="208" y="45820"/>
                    </a:cubicBezTo>
                    <a:cubicBezTo>
                      <a:pt x="208" y="57935"/>
                      <a:pt x="5021" y="69555"/>
                      <a:pt x="13587" y="78121"/>
                    </a:cubicBezTo>
                    <a:cubicBezTo>
                      <a:pt x="22154" y="86687"/>
                      <a:pt x="33774" y="91500"/>
                      <a:pt x="45888" y="9150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3" name="任意多边形: 形状 2922"/>
              <p:cNvSpPr/>
              <p:nvPr/>
            </p:nvSpPr>
            <p:spPr>
              <a:xfrm>
                <a:off x="17838340" y="21023414"/>
                <a:ext cx="180000" cy="180000"/>
              </a:xfrm>
              <a:custGeom>
                <a:avLst/>
                <a:gdLst>
                  <a:gd name="csX0" fmla="*/ 45854 w 91360"/>
                  <a:gd name="csY0" fmla="*/ 91510 h 91359"/>
                  <a:gd name="csX1" fmla="*/ 78154 w 91360"/>
                  <a:gd name="csY1" fmla="*/ 78131 h 91359"/>
                  <a:gd name="csX2" fmla="*/ 91534 w 91360"/>
                  <a:gd name="csY2" fmla="*/ 45830 h 91359"/>
                  <a:gd name="csX3" fmla="*/ 78154 w 91360"/>
                  <a:gd name="csY3" fmla="*/ 13530 h 91359"/>
                  <a:gd name="csX4" fmla="*/ 45854 w 91360"/>
                  <a:gd name="csY4" fmla="*/ 151 h 91359"/>
                  <a:gd name="csX5" fmla="*/ 13553 w 91360"/>
                  <a:gd name="csY5" fmla="*/ 13530 h 91359"/>
                  <a:gd name="csX6" fmla="*/ 173 w 91360"/>
                  <a:gd name="csY6" fmla="*/ 45830 h 91359"/>
                  <a:gd name="csX7" fmla="*/ 13553 w 91360"/>
                  <a:gd name="csY7" fmla="*/ 78131 h 91359"/>
                  <a:gd name="csX8" fmla="*/ 45854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4" y="91510"/>
                    </a:moveTo>
                    <a:cubicBezTo>
                      <a:pt x="57968" y="91510"/>
                      <a:pt x="69588" y="86697"/>
                      <a:pt x="78154" y="78131"/>
                    </a:cubicBezTo>
                    <a:cubicBezTo>
                      <a:pt x="86721" y="69564"/>
                      <a:pt x="91534" y="57945"/>
                      <a:pt x="91534" y="45830"/>
                    </a:cubicBezTo>
                    <a:cubicBezTo>
                      <a:pt x="91534" y="33716"/>
                      <a:pt x="86721" y="22096"/>
                      <a:pt x="78154" y="13530"/>
                    </a:cubicBezTo>
                    <a:cubicBezTo>
                      <a:pt x="69588" y="4964"/>
                      <a:pt x="57968" y="151"/>
                      <a:pt x="45854" y="151"/>
                    </a:cubicBezTo>
                    <a:cubicBezTo>
                      <a:pt x="33739" y="151"/>
                      <a:pt x="22119" y="4964"/>
                      <a:pt x="13553" y="13530"/>
                    </a:cubicBezTo>
                    <a:cubicBezTo>
                      <a:pt x="4987" y="22096"/>
                      <a:pt x="173" y="33716"/>
                      <a:pt x="173" y="45830"/>
                    </a:cubicBezTo>
                    <a:cubicBezTo>
                      <a:pt x="173" y="57945"/>
                      <a:pt x="4987" y="69564"/>
                      <a:pt x="13553" y="78131"/>
                    </a:cubicBezTo>
                    <a:cubicBezTo>
                      <a:pt x="22119" y="86697"/>
                      <a:pt x="33739" y="91510"/>
                      <a:pt x="45854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4" name="任意多边形: 形状 2923"/>
              <p:cNvSpPr/>
              <p:nvPr/>
            </p:nvSpPr>
            <p:spPr>
              <a:xfrm>
                <a:off x="18538806" y="23883527"/>
                <a:ext cx="180000" cy="180000"/>
              </a:xfrm>
              <a:custGeom>
                <a:avLst/>
                <a:gdLst>
                  <a:gd name="csX0" fmla="*/ 45882 w 91360"/>
                  <a:gd name="csY0" fmla="*/ 91543 h 91359"/>
                  <a:gd name="csX1" fmla="*/ 78183 w 91360"/>
                  <a:gd name="csY1" fmla="*/ 78164 h 91359"/>
                  <a:gd name="csX2" fmla="*/ 91562 w 91360"/>
                  <a:gd name="csY2" fmla="*/ 45863 h 91359"/>
                  <a:gd name="csX3" fmla="*/ 78183 w 91360"/>
                  <a:gd name="csY3" fmla="*/ 13563 h 91359"/>
                  <a:gd name="csX4" fmla="*/ 45882 w 91360"/>
                  <a:gd name="csY4" fmla="*/ 184 h 91359"/>
                  <a:gd name="csX5" fmla="*/ 13581 w 91360"/>
                  <a:gd name="csY5" fmla="*/ 13563 h 91359"/>
                  <a:gd name="csX6" fmla="*/ 201 w 91360"/>
                  <a:gd name="csY6" fmla="*/ 45863 h 91359"/>
                  <a:gd name="csX7" fmla="*/ 13581 w 91360"/>
                  <a:gd name="csY7" fmla="*/ 78164 h 91359"/>
                  <a:gd name="csX8" fmla="*/ 45882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2" y="91543"/>
                    </a:moveTo>
                    <a:cubicBezTo>
                      <a:pt x="57996" y="91543"/>
                      <a:pt x="69616" y="86730"/>
                      <a:pt x="78183" y="78164"/>
                    </a:cubicBezTo>
                    <a:cubicBezTo>
                      <a:pt x="86749" y="69598"/>
                      <a:pt x="91562" y="57978"/>
                      <a:pt x="91562" y="45863"/>
                    </a:cubicBezTo>
                    <a:cubicBezTo>
                      <a:pt x="91562" y="33749"/>
                      <a:pt x="86749" y="22129"/>
                      <a:pt x="78183" y="13563"/>
                    </a:cubicBezTo>
                    <a:cubicBezTo>
                      <a:pt x="69616" y="4997"/>
                      <a:pt x="57996" y="184"/>
                      <a:pt x="45882" y="184"/>
                    </a:cubicBezTo>
                    <a:cubicBezTo>
                      <a:pt x="33767" y="184"/>
                      <a:pt x="22147" y="4997"/>
                      <a:pt x="13581" y="13563"/>
                    </a:cubicBezTo>
                    <a:cubicBezTo>
                      <a:pt x="5015" y="22129"/>
                      <a:pt x="201" y="33749"/>
                      <a:pt x="201" y="45863"/>
                    </a:cubicBezTo>
                    <a:cubicBezTo>
                      <a:pt x="201" y="57978"/>
                      <a:pt x="5015" y="69598"/>
                      <a:pt x="13581" y="78164"/>
                    </a:cubicBezTo>
                    <a:cubicBezTo>
                      <a:pt x="22147" y="86730"/>
                      <a:pt x="33767" y="91543"/>
                      <a:pt x="45882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5" name="任意多边形: 形状 2924"/>
              <p:cNvSpPr/>
              <p:nvPr/>
            </p:nvSpPr>
            <p:spPr>
              <a:xfrm>
                <a:off x="16471305" y="22768075"/>
                <a:ext cx="180000" cy="180000"/>
              </a:xfrm>
              <a:custGeom>
                <a:avLst/>
                <a:gdLst>
                  <a:gd name="csX0" fmla="*/ 45818 w 91360"/>
                  <a:gd name="csY0" fmla="*/ 91509 h 91359"/>
                  <a:gd name="csX1" fmla="*/ 78119 w 91360"/>
                  <a:gd name="csY1" fmla="*/ 78129 h 91359"/>
                  <a:gd name="csX2" fmla="*/ 91498 w 91360"/>
                  <a:gd name="csY2" fmla="*/ 45829 h 91359"/>
                  <a:gd name="csX3" fmla="*/ 78119 w 91360"/>
                  <a:gd name="csY3" fmla="*/ 13529 h 91359"/>
                  <a:gd name="csX4" fmla="*/ 45818 w 91360"/>
                  <a:gd name="csY4" fmla="*/ 149 h 91359"/>
                  <a:gd name="csX5" fmla="*/ 13517 w 91360"/>
                  <a:gd name="csY5" fmla="*/ 13529 h 91359"/>
                  <a:gd name="csX6" fmla="*/ 137 w 91360"/>
                  <a:gd name="csY6" fmla="*/ 45829 h 91359"/>
                  <a:gd name="csX7" fmla="*/ 13517 w 91360"/>
                  <a:gd name="csY7" fmla="*/ 78129 h 91359"/>
                  <a:gd name="csX8" fmla="*/ 45818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18" y="91509"/>
                    </a:moveTo>
                    <a:cubicBezTo>
                      <a:pt x="57932" y="91509"/>
                      <a:pt x="69552" y="86696"/>
                      <a:pt x="78119" y="78129"/>
                    </a:cubicBezTo>
                    <a:cubicBezTo>
                      <a:pt x="86685" y="69563"/>
                      <a:pt x="91498" y="57943"/>
                      <a:pt x="91498" y="45829"/>
                    </a:cubicBezTo>
                    <a:cubicBezTo>
                      <a:pt x="91498" y="33715"/>
                      <a:pt x="86685" y="22095"/>
                      <a:pt x="78119" y="13529"/>
                    </a:cubicBezTo>
                    <a:cubicBezTo>
                      <a:pt x="69552" y="4962"/>
                      <a:pt x="57932" y="149"/>
                      <a:pt x="45818" y="149"/>
                    </a:cubicBezTo>
                    <a:cubicBezTo>
                      <a:pt x="33703" y="149"/>
                      <a:pt x="22083" y="4962"/>
                      <a:pt x="13517" y="13529"/>
                    </a:cubicBezTo>
                    <a:cubicBezTo>
                      <a:pt x="4951" y="22095"/>
                      <a:pt x="137" y="33715"/>
                      <a:pt x="137" y="45829"/>
                    </a:cubicBezTo>
                    <a:cubicBezTo>
                      <a:pt x="137" y="57943"/>
                      <a:pt x="4951" y="69563"/>
                      <a:pt x="13517" y="78129"/>
                    </a:cubicBezTo>
                    <a:cubicBezTo>
                      <a:pt x="22083" y="86696"/>
                      <a:pt x="33703" y="91509"/>
                      <a:pt x="45818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6" name="任意多边形: 形状 2925"/>
              <p:cNvSpPr/>
              <p:nvPr/>
            </p:nvSpPr>
            <p:spPr>
              <a:xfrm>
                <a:off x="19760615" y="22995084"/>
                <a:ext cx="180000" cy="180000"/>
              </a:xfrm>
              <a:custGeom>
                <a:avLst/>
                <a:gdLst>
                  <a:gd name="csX0" fmla="*/ 45885 w 91360"/>
                  <a:gd name="csY0" fmla="*/ 91489 h 91359"/>
                  <a:gd name="csX1" fmla="*/ 78186 w 91360"/>
                  <a:gd name="csY1" fmla="*/ 78109 h 91359"/>
                  <a:gd name="csX2" fmla="*/ 91565 w 91360"/>
                  <a:gd name="csY2" fmla="*/ 45809 h 91359"/>
                  <a:gd name="csX3" fmla="*/ 78186 w 91360"/>
                  <a:gd name="csY3" fmla="*/ 13509 h 91359"/>
                  <a:gd name="csX4" fmla="*/ 45885 w 91360"/>
                  <a:gd name="csY4" fmla="*/ 129 h 91359"/>
                  <a:gd name="csX5" fmla="*/ 13584 w 91360"/>
                  <a:gd name="csY5" fmla="*/ 13509 h 91359"/>
                  <a:gd name="csX6" fmla="*/ 205 w 91360"/>
                  <a:gd name="csY6" fmla="*/ 45809 h 91359"/>
                  <a:gd name="csX7" fmla="*/ 13584 w 91360"/>
                  <a:gd name="csY7" fmla="*/ 78109 h 91359"/>
                  <a:gd name="csX8" fmla="*/ 45885 w 91360"/>
                  <a:gd name="csY8" fmla="*/ 9148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489"/>
                    </a:moveTo>
                    <a:cubicBezTo>
                      <a:pt x="58000" y="91489"/>
                      <a:pt x="69620" y="86676"/>
                      <a:pt x="78186" y="78109"/>
                    </a:cubicBezTo>
                    <a:cubicBezTo>
                      <a:pt x="86752" y="69543"/>
                      <a:pt x="91565" y="57923"/>
                      <a:pt x="91565" y="45809"/>
                    </a:cubicBezTo>
                    <a:cubicBezTo>
                      <a:pt x="91565" y="33695"/>
                      <a:pt x="86752" y="22075"/>
                      <a:pt x="78186" y="13509"/>
                    </a:cubicBezTo>
                    <a:cubicBezTo>
                      <a:pt x="69620" y="4942"/>
                      <a:pt x="58000" y="129"/>
                      <a:pt x="45885" y="129"/>
                    </a:cubicBezTo>
                    <a:cubicBezTo>
                      <a:pt x="33771" y="129"/>
                      <a:pt x="22151" y="4942"/>
                      <a:pt x="13584" y="13509"/>
                    </a:cubicBezTo>
                    <a:cubicBezTo>
                      <a:pt x="5018" y="22075"/>
                      <a:pt x="205" y="33695"/>
                      <a:pt x="205" y="45809"/>
                    </a:cubicBezTo>
                    <a:cubicBezTo>
                      <a:pt x="205" y="57923"/>
                      <a:pt x="5018" y="69543"/>
                      <a:pt x="13584" y="78109"/>
                    </a:cubicBezTo>
                    <a:cubicBezTo>
                      <a:pt x="22151" y="86676"/>
                      <a:pt x="33771" y="91489"/>
                      <a:pt x="45885" y="9148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7" name="任意多边形: 形状 2926"/>
              <p:cNvSpPr/>
              <p:nvPr/>
            </p:nvSpPr>
            <p:spPr>
              <a:xfrm>
                <a:off x="18416539" y="21729634"/>
                <a:ext cx="180000" cy="180000"/>
              </a:xfrm>
              <a:custGeom>
                <a:avLst/>
                <a:gdLst>
                  <a:gd name="csX0" fmla="*/ 45878 w 91360"/>
                  <a:gd name="csY0" fmla="*/ 91476 h 91359"/>
                  <a:gd name="csX1" fmla="*/ 78179 w 91360"/>
                  <a:gd name="csY1" fmla="*/ 78097 h 91359"/>
                  <a:gd name="csX2" fmla="*/ 91558 w 91360"/>
                  <a:gd name="csY2" fmla="*/ 45797 h 91359"/>
                  <a:gd name="csX3" fmla="*/ 78179 w 91360"/>
                  <a:gd name="csY3" fmla="*/ 13496 h 91359"/>
                  <a:gd name="csX4" fmla="*/ 45878 w 91360"/>
                  <a:gd name="csY4" fmla="*/ 117 h 91359"/>
                  <a:gd name="csX5" fmla="*/ 13577 w 91360"/>
                  <a:gd name="csY5" fmla="*/ 13496 h 91359"/>
                  <a:gd name="csX6" fmla="*/ 198 w 91360"/>
                  <a:gd name="csY6" fmla="*/ 45797 h 91359"/>
                  <a:gd name="csX7" fmla="*/ 13577 w 91360"/>
                  <a:gd name="csY7" fmla="*/ 78097 h 91359"/>
                  <a:gd name="csX8" fmla="*/ 45878 w 91360"/>
                  <a:gd name="csY8" fmla="*/ 9147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476"/>
                    </a:moveTo>
                    <a:cubicBezTo>
                      <a:pt x="57992" y="91476"/>
                      <a:pt x="69612" y="86663"/>
                      <a:pt x="78179" y="78097"/>
                    </a:cubicBezTo>
                    <a:cubicBezTo>
                      <a:pt x="86745" y="69531"/>
                      <a:pt x="91558" y="57911"/>
                      <a:pt x="91558" y="45797"/>
                    </a:cubicBezTo>
                    <a:cubicBezTo>
                      <a:pt x="91558" y="33682"/>
                      <a:pt x="86745" y="22063"/>
                      <a:pt x="78179" y="13496"/>
                    </a:cubicBezTo>
                    <a:cubicBezTo>
                      <a:pt x="69612" y="4930"/>
                      <a:pt x="57992" y="117"/>
                      <a:pt x="45878" y="117"/>
                    </a:cubicBezTo>
                    <a:cubicBezTo>
                      <a:pt x="33763" y="117"/>
                      <a:pt x="22143" y="4930"/>
                      <a:pt x="13577" y="13496"/>
                    </a:cubicBezTo>
                    <a:cubicBezTo>
                      <a:pt x="5011" y="22063"/>
                      <a:pt x="198" y="33682"/>
                      <a:pt x="198" y="45797"/>
                    </a:cubicBezTo>
                    <a:cubicBezTo>
                      <a:pt x="198" y="57911"/>
                      <a:pt x="5011" y="69531"/>
                      <a:pt x="13577" y="78097"/>
                    </a:cubicBezTo>
                    <a:cubicBezTo>
                      <a:pt x="22143" y="86663"/>
                      <a:pt x="33763" y="91476"/>
                      <a:pt x="45878" y="9147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8" name="任意多边形: 形状 2927"/>
              <p:cNvSpPr/>
              <p:nvPr/>
            </p:nvSpPr>
            <p:spPr>
              <a:xfrm>
                <a:off x="19527643" y="22878446"/>
                <a:ext cx="180000" cy="180000"/>
              </a:xfrm>
              <a:custGeom>
                <a:avLst/>
                <a:gdLst>
                  <a:gd name="csX0" fmla="*/ 45912 w 91360"/>
                  <a:gd name="csY0" fmla="*/ 91512 h 91359"/>
                  <a:gd name="csX1" fmla="*/ 78213 w 91360"/>
                  <a:gd name="csY1" fmla="*/ 78133 h 91359"/>
                  <a:gd name="csX2" fmla="*/ 91593 w 91360"/>
                  <a:gd name="csY2" fmla="*/ 45832 h 91359"/>
                  <a:gd name="csX3" fmla="*/ 78213 w 91360"/>
                  <a:gd name="csY3" fmla="*/ 13532 h 91359"/>
                  <a:gd name="csX4" fmla="*/ 45912 w 91360"/>
                  <a:gd name="csY4" fmla="*/ 153 h 91359"/>
                  <a:gd name="csX5" fmla="*/ 13612 w 91360"/>
                  <a:gd name="csY5" fmla="*/ 13532 h 91359"/>
                  <a:gd name="csX6" fmla="*/ 232 w 91360"/>
                  <a:gd name="csY6" fmla="*/ 45832 h 91359"/>
                  <a:gd name="csX7" fmla="*/ 13612 w 91360"/>
                  <a:gd name="csY7" fmla="*/ 78133 h 91359"/>
                  <a:gd name="csX8" fmla="*/ 45912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2" y="91512"/>
                    </a:moveTo>
                    <a:cubicBezTo>
                      <a:pt x="58027" y="91512"/>
                      <a:pt x="69647" y="86699"/>
                      <a:pt x="78213" y="78133"/>
                    </a:cubicBezTo>
                    <a:cubicBezTo>
                      <a:pt x="86779" y="69567"/>
                      <a:pt x="91593" y="57947"/>
                      <a:pt x="91593" y="45832"/>
                    </a:cubicBezTo>
                    <a:cubicBezTo>
                      <a:pt x="91593" y="33718"/>
                      <a:pt x="86779" y="22098"/>
                      <a:pt x="78213" y="13532"/>
                    </a:cubicBezTo>
                    <a:cubicBezTo>
                      <a:pt x="69647" y="4966"/>
                      <a:pt x="58027" y="153"/>
                      <a:pt x="45912" y="153"/>
                    </a:cubicBezTo>
                    <a:cubicBezTo>
                      <a:pt x="33798" y="153"/>
                      <a:pt x="22178" y="4966"/>
                      <a:pt x="13612" y="13532"/>
                    </a:cubicBezTo>
                    <a:cubicBezTo>
                      <a:pt x="5045" y="22098"/>
                      <a:pt x="232" y="33718"/>
                      <a:pt x="232" y="45832"/>
                    </a:cubicBezTo>
                    <a:cubicBezTo>
                      <a:pt x="232" y="57947"/>
                      <a:pt x="5045" y="69567"/>
                      <a:pt x="13612" y="78133"/>
                    </a:cubicBezTo>
                    <a:cubicBezTo>
                      <a:pt x="22178" y="86699"/>
                      <a:pt x="33798" y="91512"/>
                      <a:pt x="45912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29" name="任意多边形: 形状 2928"/>
              <p:cNvSpPr/>
              <p:nvPr/>
            </p:nvSpPr>
            <p:spPr>
              <a:xfrm>
                <a:off x="19199793" y="21341167"/>
                <a:ext cx="180000" cy="180000"/>
              </a:xfrm>
              <a:custGeom>
                <a:avLst/>
                <a:gdLst>
                  <a:gd name="csX0" fmla="*/ 45902 w 91360"/>
                  <a:gd name="csY0" fmla="*/ 91464 h 91359"/>
                  <a:gd name="csX1" fmla="*/ 78203 w 91360"/>
                  <a:gd name="csY1" fmla="*/ 78085 h 91359"/>
                  <a:gd name="csX2" fmla="*/ 91582 w 91360"/>
                  <a:gd name="csY2" fmla="*/ 45785 h 91359"/>
                  <a:gd name="csX3" fmla="*/ 78203 w 91360"/>
                  <a:gd name="csY3" fmla="*/ 13484 h 91359"/>
                  <a:gd name="csX4" fmla="*/ 45902 w 91360"/>
                  <a:gd name="csY4" fmla="*/ 105 h 91359"/>
                  <a:gd name="csX5" fmla="*/ 13601 w 91360"/>
                  <a:gd name="csY5" fmla="*/ 13484 h 91359"/>
                  <a:gd name="csX6" fmla="*/ 222 w 91360"/>
                  <a:gd name="csY6" fmla="*/ 45785 h 91359"/>
                  <a:gd name="csX7" fmla="*/ 13601 w 91360"/>
                  <a:gd name="csY7" fmla="*/ 78085 h 91359"/>
                  <a:gd name="csX8" fmla="*/ 45902 w 91360"/>
                  <a:gd name="csY8" fmla="*/ 9146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464"/>
                    </a:moveTo>
                    <a:cubicBezTo>
                      <a:pt x="58017" y="91464"/>
                      <a:pt x="69637" y="86651"/>
                      <a:pt x="78203" y="78085"/>
                    </a:cubicBezTo>
                    <a:cubicBezTo>
                      <a:pt x="86769" y="69519"/>
                      <a:pt x="91582" y="57899"/>
                      <a:pt x="91582" y="45785"/>
                    </a:cubicBezTo>
                    <a:cubicBezTo>
                      <a:pt x="91582" y="33670"/>
                      <a:pt x="86769" y="22051"/>
                      <a:pt x="78203" y="13484"/>
                    </a:cubicBezTo>
                    <a:cubicBezTo>
                      <a:pt x="69637" y="4918"/>
                      <a:pt x="58017" y="105"/>
                      <a:pt x="45902" y="105"/>
                    </a:cubicBezTo>
                    <a:cubicBezTo>
                      <a:pt x="33788" y="105"/>
                      <a:pt x="22168" y="4918"/>
                      <a:pt x="13601" y="13484"/>
                    </a:cubicBezTo>
                    <a:cubicBezTo>
                      <a:pt x="5035" y="22051"/>
                      <a:pt x="222" y="33670"/>
                      <a:pt x="222" y="45785"/>
                    </a:cubicBezTo>
                    <a:cubicBezTo>
                      <a:pt x="222" y="57899"/>
                      <a:pt x="5035" y="69519"/>
                      <a:pt x="13601" y="78085"/>
                    </a:cubicBezTo>
                    <a:cubicBezTo>
                      <a:pt x="22168" y="86651"/>
                      <a:pt x="33788" y="91464"/>
                      <a:pt x="45902" y="9146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0" name="任意多边形: 形状 2929"/>
              <p:cNvSpPr/>
              <p:nvPr/>
            </p:nvSpPr>
            <p:spPr>
              <a:xfrm>
                <a:off x="18989334" y="22994762"/>
                <a:ext cx="180000" cy="180000"/>
              </a:xfrm>
              <a:custGeom>
                <a:avLst/>
                <a:gdLst>
                  <a:gd name="csX0" fmla="*/ 45896 w 91360"/>
                  <a:gd name="csY0" fmla="*/ 91516 h 91359"/>
                  <a:gd name="csX1" fmla="*/ 78196 w 91360"/>
                  <a:gd name="csY1" fmla="*/ 78136 h 91359"/>
                  <a:gd name="csX2" fmla="*/ 91576 w 91360"/>
                  <a:gd name="csY2" fmla="*/ 45836 h 91359"/>
                  <a:gd name="csX3" fmla="*/ 78196 w 91360"/>
                  <a:gd name="csY3" fmla="*/ 13536 h 91359"/>
                  <a:gd name="csX4" fmla="*/ 45896 w 91360"/>
                  <a:gd name="csY4" fmla="*/ 156 h 91359"/>
                  <a:gd name="csX5" fmla="*/ 13595 w 91360"/>
                  <a:gd name="csY5" fmla="*/ 13536 h 91359"/>
                  <a:gd name="csX6" fmla="*/ 215 w 91360"/>
                  <a:gd name="csY6" fmla="*/ 45836 h 91359"/>
                  <a:gd name="csX7" fmla="*/ 13595 w 91360"/>
                  <a:gd name="csY7" fmla="*/ 78136 h 91359"/>
                  <a:gd name="csX8" fmla="*/ 45896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16"/>
                    </a:moveTo>
                    <a:cubicBezTo>
                      <a:pt x="58010" y="91516"/>
                      <a:pt x="69630" y="86703"/>
                      <a:pt x="78196" y="78136"/>
                    </a:cubicBezTo>
                    <a:cubicBezTo>
                      <a:pt x="86763" y="69570"/>
                      <a:pt x="91576" y="57950"/>
                      <a:pt x="91576" y="45836"/>
                    </a:cubicBezTo>
                    <a:cubicBezTo>
                      <a:pt x="91576" y="33722"/>
                      <a:pt x="86763" y="22102"/>
                      <a:pt x="78196" y="13536"/>
                    </a:cubicBezTo>
                    <a:cubicBezTo>
                      <a:pt x="69630" y="4969"/>
                      <a:pt x="58010" y="156"/>
                      <a:pt x="45896" y="156"/>
                    </a:cubicBezTo>
                    <a:cubicBezTo>
                      <a:pt x="33781" y="156"/>
                      <a:pt x="22161" y="4969"/>
                      <a:pt x="13595" y="13536"/>
                    </a:cubicBezTo>
                    <a:cubicBezTo>
                      <a:pt x="5029" y="22102"/>
                      <a:pt x="215" y="33722"/>
                      <a:pt x="215" y="45836"/>
                    </a:cubicBezTo>
                    <a:cubicBezTo>
                      <a:pt x="215" y="57950"/>
                      <a:pt x="5029" y="69570"/>
                      <a:pt x="13595" y="78136"/>
                    </a:cubicBezTo>
                    <a:cubicBezTo>
                      <a:pt x="22161" y="86703"/>
                      <a:pt x="33781" y="91516"/>
                      <a:pt x="45896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1" name="任意多边形: 形状 2930"/>
              <p:cNvSpPr/>
              <p:nvPr/>
            </p:nvSpPr>
            <p:spPr>
              <a:xfrm>
                <a:off x="18914902" y="23972705"/>
                <a:ext cx="180000" cy="180000"/>
              </a:xfrm>
              <a:custGeom>
                <a:avLst/>
                <a:gdLst>
                  <a:gd name="csX0" fmla="*/ 45893 w 91360"/>
                  <a:gd name="csY0" fmla="*/ 91546 h 91359"/>
                  <a:gd name="csX1" fmla="*/ 78194 w 91360"/>
                  <a:gd name="csY1" fmla="*/ 78167 h 91359"/>
                  <a:gd name="csX2" fmla="*/ 91574 w 91360"/>
                  <a:gd name="csY2" fmla="*/ 45866 h 91359"/>
                  <a:gd name="csX3" fmla="*/ 78194 w 91360"/>
                  <a:gd name="csY3" fmla="*/ 13566 h 91359"/>
                  <a:gd name="csX4" fmla="*/ 45893 w 91360"/>
                  <a:gd name="csY4" fmla="*/ 187 h 91359"/>
                  <a:gd name="csX5" fmla="*/ 13593 w 91360"/>
                  <a:gd name="csY5" fmla="*/ 13566 h 91359"/>
                  <a:gd name="csX6" fmla="*/ 213 w 91360"/>
                  <a:gd name="csY6" fmla="*/ 45866 h 91359"/>
                  <a:gd name="csX7" fmla="*/ 13593 w 91360"/>
                  <a:gd name="csY7" fmla="*/ 78167 h 91359"/>
                  <a:gd name="csX8" fmla="*/ 45893 w 91360"/>
                  <a:gd name="csY8" fmla="*/ 9154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546"/>
                    </a:moveTo>
                    <a:cubicBezTo>
                      <a:pt x="58008" y="91546"/>
                      <a:pt x="69628" y="86733"/>
                      <a:pt x="78194" y="78167"/>
                    </a:cubicBezTo>
                    <a:cubicBezTo>
                      <a:pt x="86760" y="69600"/>
                      <a:pt x="91574" y="57981"/>
                      <a:pt x="91574" y="45866"/>
                    </a:cubicBezTo>
                    <a:cubicBezTo>
                      <a:pt x="91574" y="33752"/>
                      <a:pt x="86760" y="22132"/>
                      <a:pt x="78194" y="13566"/>
                    </a:cubicBezTo>
                    <a:cubicBezTo>
                      <a:pt x="69628" y="5000"/>
                      <a:pt x="58008" y="187"/>
                      <a:pt x="45893" y="187"/>
                    </a:cubicBezTo>
                    <a:cubicBezTo>
                      <a:pt x="33779" y="187"/>
                      <a:pt x="22159" y="5000"/>
                      <a:pt x="13593" y="13566"/>
                    </a:cubicBezTo>
                    <a:cubicBezTo>
                      <a:pt x="5026" y="22132"/>
                      <a:pt x="213" y="33752"/>
                      <a:pt x="213" y="45866"/>
                    </a:cubicBezTo>
                    <a:cubicBezTo>
                      <a:pt x="213" y="57981"/>
                      <a:pt x="5026" y="69600"/>
                      <a:pt x="13593" y="78167"/>
                    </a:cubicBezTo>
                    <a:cubicBezTo>
                      <a:pt x="22159" y="86733"/>
                      <a:pt x="33779" y="91546"/>
                      <a:pt x="45893" y="9154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2" name="任意多边形: 形状 2931"/>
              <p:cNvSpPr/>
              <p:nvPr/>
            </p:nvSpPr>
            <p:spPr>
              <a:xfrm>
                <a:off x="17955186" y="22774734"/>
                <a:ext cx="180000" cy="180000"/>
              </a:xfrm>
              <a:custGeom>
                <a:avLst/>
                <a:gdLst>
                  <a:gd name="csX0" fmla="*/ 45864 w 91360"/>
                  <a:gd name="csY0" fmla="*/ 91509 h 91359"/>
                  <a:gd name="csX1" fmla="*/ 78164 w 91360"/>
                  <a:gd name="csY1" fmla="*/ 78130 h 91359"/>
                  <a:gd name="csX2" fmla="*/ 91544 w 91360"/>
                  <a:gd name="csY2" fmla="*/ 45829 h 91359"/>
                  <a:gd name="csX3" fmla="*/ 78164 w 91360"/>
                  <a:gd name="csY3" fmla="*/ 13529 h 91359"/>
                  <a:gd name="csX4" fmla="*/ 45864 w 91360"/>
                  <a:gd name="csY4" fmla="*/ 149 h 91359"/>
                  <a:gd name="csX5" fmla="*/ 13563 w 91360"/>
                  <a:gd name="csY5" fmla="*/ 13529 h 91359"/>
                  <a:gd name="csX6" fmla="*/ 183 w 91360"/>
                  <a:gd name="csY6" fmla="*/ 45829 h 91359"/>
                  <a:gd name="csX7" fmla="*/ 13563 w 91360"/>
                  <a:gd name="csY7" fmla="*/ 78130 h 91359"/>
                  <a:gd name="csX8" fmla="*/ 45864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509"/>
                    </a:moveTo>
                    <a:cubicBezTo>
                      <a:pt x="57978" y="91509"/>
                      <a:pt x="69598" y="86696"/>
                      <a:pt x="78164" y="78130"/>
                    </a:cubicBezTo>
                    <a:cubicBezTo>
                      <a:pt x="86731" y="69563"/>
                      <a:pt x="91544" y="57944"/>
                      <a:pt x="91544" y="45829"/>
                    </a:cubicBezTo>
                    <a:cubicBezTo>
                      <a:pt x="91544" y="33715"/>
                      <a:pt x="86731" y="22095"/>
                      <a:pt x="78164" y="13529"/>
                    </a:cubicBezTo>
                    <a:cubicBezTo>
                      <a:pt x="69598" y="4963"/>
                      <a:pt x="57978" y="149"/>
                      <a:pt x="45864" y="149"/>
                    </a:cubicBezTo>
                    <a:cubicBezTo>
                      <a:pt x="33749" y="149"/>
                      <a:pt x="22129" y="4963"/>
                      <a:pt x="13563" y="13529"/>
                    </a:cubicBezTo>
                    <a:cubicBezTo>
                      <a:pt x="4997" y="22095"/>
                      <a:pt x="183" y="33715"/>
                      <a:pt x="183" y="45829"/>
                    </a:cubicBezTo>
                    <a:cubicBezTo>
                      <a:pt x="183" y="57944"/>
                      <a:pt x="4997" y="69563"/>
                      <a:pt x="13563" y="78130"/>
                    </a:cubicBezTo>
                    <a:cubicBezTo>
                      <a:pt x="22129" y="86696"/>
                      <a:pt x="33749" y="91509"/>
                      <a:pt x="45864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3" name="任意多边形: 形状 2932"/>
              <p:cNvSpPr/>
              <p:nvPr/>
            </p:nvSpPr>
            <p:spPr>
              <a:xfrm>
                <a:off x="16667602" y="23837245"/>
                <a:ext cx="180000" cy="180000"/>
              </a:xfrm>
              <a:custGeom>
                <a:avLst/>
                <a:gdLst>
                  <a:gd name="csX0" fmla="*/ 45824 w 91360"/>
                  <a:gd name="csY0" fmla="*/ 91542 h 91359"/>
                  <a:gd name="csX1" fmla="*/ 78125 w 91360"/>
                  <a:gd name="csY1" fmla="*/ 78162 h 91359"/>
                  <a:gd name="csX2" fmla="*/ 91504 w 91360"/>
                  <a:gd name="csY2" fmla="*/ 45862 h 91359"/>
                  <a:gd name="csX3" fmla="*/ 78125 w 91360"/>
                  <a:gd name="csY3" fmla="*/ 13562 h 91359"/>
                  <a:gd name="csX4" fmla="*/ 45824 w 91360"/>
                  <a:gd name="csY4" fmla="*/ 182 h 91359"/>
                  <a:gd name="csX5" fmla="*/ 13523 w 91360"/>
                  <a:gd name="csY5" fmla="*/ 13562 h 91359"/>
                  <a:gd name="csX6" fmla="*/ 144 w 91360"/>
                  <a:gd name="csY6" fmla="*/ 45862 h 91359"/>
                  <a:gd name="csX7" fmla="*/ 13523 w 91360"/>
                  <a:gd name="csY7" fmla="*/ 78162 h 91359"/>
                  <a:gd name="csX8" fmla="*/ 45824 w 91360"/>
                  <a:gd name="csY8" fmla="*/ 9154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4" y="91542"/>
                    </a:moveTo>
                    <a:cubicBezTo>
                      <a:pt x="57938" y="91542"/>
                      <a:pt x="69558" y="86729"/>
                      <a:pt x="78125" y="78162"/>
                    </a:cubicBezTo>
                    <a:cubicBezTo>
                      <a:pt x="86691" y="69596"/>
                      <a:pt x="91504" y="57976"/>
                      <a:pt x="91504" y="45862"/>
                    </a:cubicBezTo>
                    <a:cubicBezTo>
                      <a:pt x="91504" y="33748"/>
                      <a:pt x="86691" y="22128"/>
                      <a:pt x="78125" y="13562"/>
                    </a:cubicBezTo>
                    <a:cubicBezTo>
                      <a:pt x="69558" y="4995"/>
                      <a:pt x="57938" y="182"/>
                      <a:pt x="45824" y="182"/>
                    </a:cubicBezTo>
                    <a:cubicBezTo>
                      <a:pt x="33709" y="182"/>
                      <a:pt x="22089" y="4995"/>
                      <a:pt x="13523" y="13562"/>
                    </a:cubicBezTo>
                    <a:cubicBezTo>
                      <a:pt x="4957" y="22128"/>
                      <a:pt x="144" y="33748"/>
                      <a:pt x="144" y="45862"/>
                    </a:cubicBezTo>
                    <a:cubicBezTo>
                      <a:pt x="144" y="57976"/>
                      <a:pt x="4957" y="69596"/>
                      <a:pt x="13523" y="78162"/>
                    </a:cubicBezTo>
                    <a:cubicBezTo>
                      <a:pt x="22089" y="86729"/>
                      <a:pt x="33709" y="91542"/>
                      <a:pt x="45824" y="9154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4" name="任意多边形: 形状 2933"/>
              <p:cNvSpPr/>
              <p:nvPr/>
            </p:nvSpPr>
            <p:spPr>
              <a:xfrm>
                <a:off x="18396937" y="23248646"/>
                <a:ext cx="180000" cy="180000"/>
              </a:xfrm>
              <a:custGeom>
                <a:avLst/>
                <a:gdLst>
                  <a:gd name="csX0" fmla="*/ 45877 w 91360"/>
                  <a:gd name="csY0" fmla="*/ 91523 h 91359"/>
                  <a:gd name="csX1" fmla="*/ 78178 w 91360"/>
                  <a:gd name="csY1" fmla="*/ 78144 h 91359"/>
                  <a:gd name="csX2" fmla="*/ 91558 w 91360"/>
                  <a:gd name="csY2" fmla="*/ 45844 h 91359"/>
                  <a:gd name="csX3" fmla="*/ 78178 w 91360"/>
                  <a:gd name="csY3" fmla="*/ 13543 h 91359"/>
                  <a:gd name="csX4" fmla="*/ 45877 w 91360"/>
                  <a:gd name="csY4" fmla="*/ 164 h 91359"/>
                  <a:gd name="csX5" fmla="*/ 13577 w 91360"/>
                  <a:gd name="csY5" fmla="*/ 13543 h 91359"/>
                  <a:gd name="csX6" fmla="*/ 197 w 91360"/>
                  <a:gd name="csY6" fmla="*/ 45844 h 91359"/>
                  <a:gd name="csX7" fmla="*/ 13577 w 91360"/>
                  <a:gd name="csY7" fmla="*/ 78144 h 91359"/>
                  <a:gd name="csX8" fmla="*/ 45877 w 91360"/>
                  <a:gd name="csY8" fmla="*/ 9152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523"/>
                    </a:moveTo>
                    <a:cubicBezTo>
                      <a:pt x="57992" y="91523"/>
                      <a:pt x="69612" y="86710"/>
                      <a:pt x="78178" y="78144"/>
                    </a:cubicBezTo>
                    <a:cubicBezTo>
                      <a:pt x="86744" y="69578"/>
                      <a:pt x="91558" y="57958"/>
                      <a:pt x="91558" y="45844"/>
                    </a:cubicBezTo>
                    <a:cubicBezTo>
                      <a:pt x="91558" y="33729"/>
                      <a:pt x="86744" y="22110"/>
                      <a:pt x="78178" y="13543"/>
                    </a:cubicBezTo>
                    <a:cubicBezTo>
                      <a:pt x="69612" y="4977"/>
                      <a:pt x="57992" y="164"/>
                      <a:pt x="45877" y="164"/>
                    </a:cubicBezTo>
                    <a:cubicBezTo>
                      <a:pt x="33763" y="164"/>
                      <a:pt x="22143" y="4977"/>
                      <a:pt x="13577" y="13543"/>
                    </a:cubicBezTo>
                    <a:cubicBezTo>
                      <a:pt x="5010" y="22110"/>
                      <a:pt x="197" y="33729"/>
                      <a:pt x="197" y="45844"/>
                    </a:cubicBezTo>
                    <a:cubicBezTo>
                      <a:pt x="197" y="57958"/>
                      <a:pt x="5010" y="69578"/>
                      <a:pt x="13577" y="78144"/>
                    </a:cubicBezTo>
                    <a:cubicBezTo>
                      <a:pt x="22143" y="86710"/>
                      <a:pt x="33763" y="91523"/>
                      <a:pt x="45877" y="9152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5" name="任意多边形: 形状 2934"/>
              <p:cNvSpPr/>
              <p:nvPr/>
            </p:nvSpPr>
            <p:spPr>
              <a:xfrm>
                <a:off x="18840573" y="24740039"/>
                <a:ext cx="180000" cy="180000"/>
              </a:xfrm>
              <a:custGeom>
                <a:avLst/>
                <a:gdLst>
                  <a:gd name="csX0" fmla="*/ 45852 w 91360"/>
                  <a:gd name="csY0" fmla="*/ 91556 h 91359"/>
                  <a:gd name="csX1" fmla="*/ 78153 w 91360"/>
                  <a:gd name="csY1" fmla="*/ 78177 h 91359"/>
                  <a:gd name="csX2" fmla="*/ 91533 w 91360"/>
                  <a:gd name="csY2" fmla="*/ 45877 h 91359"/>
                  <a:gd name="csX3" fmla="*/ 78153 w 91360"/>
                  <a:gd name="csY3" fmla="*/ 13576 h 91359"/>
                  <a:gd name="csX4" fmla="*/ 45852 w 91360"/>
                  <a:gd name="csY4" fmla="*/ 197 h 91359"/>
                  <a:gd name="csX5" fmla="*/ 13551 w 91360"/>
                  <a:gd name="csY5" fmla="*/ 13576 h 91359"/>
                  <a:gd name="csX6" fmla="*/ 172 w 91360"/>
                  <a:gd name="csY6" fmla="*/ 45877 h 91359"/>
                  <a:gd name="csX7" fmla="*/ 13551 w 91360"/>
                  <a:gd name="csY7" fmla="*/ 78177 h 91359"/>
                  <a:gd name="csX8" fmla="*/ 45852 w 91360"/>
                  <a:gd name="csY8" fmla="*/ 9155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556"/>
                    </a:moveTo>
                    <a:cubicBezTo>
                      <a:pt x="57967" y="91556"/>
                      <a:pt x="69587" y="86743"/>
                      <a:pt x="78153" y="78177"/>
                    </a:cubicBezTo>
                    <a:cubicBezTo>
                      <a:pt x="86719" y="69611"/>
                      <a:pt x="91533" y="57991"/>
                      <a:pt x="91533" y="45877"/>
                    </a:cubicBezTo>
                    <a:cubicBezTo>
                      <a:pt x="91533" y="33762"/>
                      <a:pt x="86719" y="22142"/>
                      <a:pt x="78153" y="13576"/>
                    </a:cubicBezTo>
                    <a:cubicBezTo>
                      <a:pt x="69587" y="5010"/>
                      <a:pt x="57967" y="197"/>
                      <a:pt x="45852" y="197"/>
                    </a:cubicBezTo>
                    <a:cubicBezTo>
                      <a:pt x="33738" y="197"/>
                      <a:pt x="22118" y="5010"/>
                      <a:pt x="13551" y="13576"/>
                    </a:cubicBezTo>
                    <a:cubicBezTo>
                      <a:pt x="4985" y="22142"/>
                      <a:pt x="172" y="33762"/>
                      <a:pt x="172" y="45877"/>
                    </a:cubicBezTo>
                    <a:cubicBezTo>
                      <a:pt x="172" y="57991"/>
                      <a:pt x="4985" y="69611"/>
                      <a:pt x="13551" y="78177"/>
                    </a:cubicBezTo>
                    <a:cubicBezTo>
                      <a:pt x="22118" y="86743"/>
                      <a:pt x="33738" y="91556"/>
                      <a:pt x="45852" y="9155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6" name="任意多边形: 形状 2935"/>
              <p:cNvSpPr/>
              <p:nvPr/>
            </p:nvSpPr>
            <p:spPr>
              <a:xfrm>
                <a:off x="18199843" y="21521949"/>
                <a:ext cx="180000" cy="180000"/>
              </a:xfrm>
              <a:custGeom>
                <a:avLst/>
                <a:gdLst>
                  <a:gd name="csX0" fmla="*/ 45871 w 91360"/>
                  <a:gd name="csY0" fmla="*/ 91470 h 91359"/>
                  <a:gd name="csX1" fmla="*/ 78172 w 91360"/>
                  <a:gd name="csY1" fmla="*/ 78091 h 91359"/>
                  <a:gd name="csX2" fmla="*/ 91551 w 91360"/>
                  <a:gd name="csY2" fmla="*/ 45790 h 91359"/>
                  <a:gd name="csX3" fmla="*/ 78172 w 91360"/>
                  <a:gd name="csY3" fmla="*/ 13490 h 91359"/>
                  <a:gd name="csX4" fmla="*/ 45871 w 91360"/>
                  <a:gd name="csY4" fmla="*/ 111 h 91359"/>
                  <a:gd name="csX5" fmla="*/ 13570 w 91360"/>
                  <a:gd name="csY5" fmla="*/ 13490 h 91359"/>
                  <a:gd name="csX6" fmla="*/ 191 w 91360"/>
                  <a:gd name="csY6" fmla="*/ 45790 h 91359"/>
                  <a:gd name="csX7" fmla="*/ 13570 w 91360"/>
                  <a:gd name="csY7" fmla="*/ 78091 h 91359"/>
                  <a:gd name="csX8" fmla="*/ 45871 w 91360"/>
                  <a:gd name="csY8" fmla="*/ 9147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470"/>
                    </a:moveTo>
                    <a:cubicBezTo>
                      <a:pt x="57986" y="91470"/>
                      <a:pt x="69606" y="86657"/>
                      <a:pt x="78172" y="78091"/>
                    </a:cubicBezTo>
                    <a:cubicBezTo>
                      <a:pt x="86738" y="69525"/>
                      <a:pt x="91551" y="57905"/>
                      <a:pt x="91551" y="45790"/>
                    </a:cubicBezTo>
                    <a:cubicBezTo>
                      <a:pt x="91551" y="33676"/>
                      <a:pt x="86738" y="22056"/>
                      <a:pt x="78172" y="13490"/>
                    </a:cubicBezTo>
                    <a:cubicBezTo>
                      <a:pt x="69606" y="4924"/>
                      <a:pt x="57986" y="111"/>
                      <a:pt x="45871" y="111"/>
                    </a:cubicBezTo>
                    <a:cubicBezTo>
                      <a:pt x="33757" y="111"/>
                      <a:pt x="22137" y="4924"/>
                      <a:pt x="13570" y="13490"/>
                    </a:cubicBezTo>
                    <a:cubicBezTo>
                      <a:pt x="5004" y="22056"/>
                      <a:pt x="191" y="33676"/>
                      <a:pt x="191" y="45790"/>
                    </a:cubicBezTo>
                    <a:cubicBezTo>
                      <a:pt x="191" y="57905"/>
                      <a:pt x="5004" y="69525"/>
                      <a:pt x="13570" y="78091"/>
                    </a:cubicBezTo>
                    <a:cubicBezTo>
                      <a:pt x="22137" y="86657"/>
                      <a:pt x="33757" y="91470"/>
                      <a:pt x="45871" y="9147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7" name="任意多边形: 形状 2936"/>
              <p:cNvSpPr/>
              <p:nvPr/>
            </p:nvSpPr>
            <p:spPr>
              <a:xfrm>
                <a:off x="18395991" y="23883283"/>
                <a:ext cx="180000" cy="180000"/>
              </a:xfrm>
              <a:custGeom>
                <a:avLst/>
                <a:gdLst>
                  <a:gd name="csX0" fmla="*/ 45877 w 91360"/>
                  <a:gd name="csY0" fmla="*/ 91543 h 91359"/>
                  <a:gd name="csX1" fmla="*/ 78178 w 91360"/>
                  <a:gd name="csY1" fmla="*/ 78164 h 91359"/>
                  <a:gd name="csX2" fmla="*/ 91558 w 91360"/>
                  <a:gd name="csY2" fmla="*/ 45863 h 91359"/>
                  <a:gd name="csX3" fmla="*/ 78178 w 91360"/>
                  <a:gd name="csY3" fmla="*/ 13563 h 91359"/>
                  <a:gd name="csX4" fmla="*/ 45877 w 91360"/>
                  <a:gd name="csY4" fmla="*/ 184 h 91359"/>
                  <a:gd name="csX5" fmla="*/ 13576 w 91360"/>
                  <a:gd name="csY5" fmla="*/ 13563 h 91359"/>
                  <a:gd name="csX6" fmla="*/ 197 w 91360"/>
                  <a:gd name="csY6" fmla="*/ 45863 h 91359"/>
                  <a:gd name="csX7" fmla="*/ 13576 w 91360"/>
                  <a:gd name="csY7" fmla="*/ 78164 h 91359"/>
                  <a:gd name="csX8" fmla="*/ 45877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543"/>
                    </a:moveTo>
                    <a:cubicBezTo>
                      <a:pt x="57992" y="91543"/>
                      <a:pt x="69612" y="86730"/>
                      <a:pt x="78178" y="78164"/>
                    </a:cubicBezTo>
                    <a:cubicBezTo>
                      <a:pt x="86744" y="69598"/>
                      <a:pt x="91558" y="57978"/>
                      <a:pt x="91558" y="45863"/>
                    </a:cubicBezTo>
                    <a:cubicBezTo>
                      <a:pt x="91558" y="33749"/>
                      <a:pt x="86744" y="22129"/>
                      <a:pt x="78178" y="13563"/>
                    </a:cubicBezTo>
                    <a:cubicBezTo>
                      <a:pt x="69612" y="4997"/>
                      <a:pt x="57992" y="184"/>
                      <a:pt x="45877" y="184"/>
                    </a:cubicBezTo>
                    <a:cubicBezTo>
                      <a:pt x="33763" y="184"/>
                      <a:pt x="22143" y="4997"/>
                      <a:pt x="13576" y="13563"/>
                    </a:cubicBezTo>
                    <a:cubicBezTo>
                      <a:pt x="5010" y="22129"/>
                      <a:pt x="197" y="33749"/>
                      <a:pt x="197" y="45863"/>
                    </a:cubicBezTo>
                    <a:cubicBezTo>
                      <a:pt x="197" y="57978"/>
                      <a:pt x="5010" y="69598"/>
                      <a:pt x="13576" y="78164"/>
                    </a:cubicBezTo>
                    <a:cubicBezTo>
                      <a:pt x="22143" y="86730"/>
                      <a:pt x="33763" y="91543"/>
                      <a:pt x="45877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8" name="任意多边形: 形状 2937"/>
              <p:cNvSpPr/>
              <p:nvPr/>
            </p:nvSpPr>
            <p:spPr>
              <a:xfrm>
                <a:off x="16512869" y="23140334"/>
                <a:ext cx="180000" cy="180000"/>
              </a:xfrm>
              <a:custGeom>
                <a:avLst/>
                <a:gdLst>
                  <a:gd name="csX0" fmla="*/ 45823 w 91360"/>
                  <a:gd name="csY0" fmla="*/ 91520 h 91359"/>
                  <a:gd name="csX1" fmla="*/ 78124 w 91360"/>
                  <a:gd name="csY1" fmla="*/ 78141 h 91359"/>
                  <a:gd name="csX2" fmla="*/ 91504 w 91360"/>
                  <a:gd name="csY2" fmla="*/ 45840 h 91359"/>
                  <a:gd name="csX3" fmla="*/ 78124 w 91360"/>
                  <a:gd name="csY3" fmla="*/ 13540 h 91359"/>
                  <a:gd name="csX4" fmla="*/ 45823 w 91360"/>
                  <a:gd name="csY4" fmla="*/ 160 h 91359"/>
                  <a:gd name="csX5" fmla="*/ 13523 w 91360"/>
                  <a:gd name="csY5" fmla="*/ 13540 h 91359"/>
                  <a:gd name="csX6" fmla="*/ 143 w 91360"/>
                  <a:gd name="csY6" fmla="*/ 45840 h 91359"/>
                  <a:gd name="csX7" fmla="*/ 13523 w 91360"/>
                  <a:gd name="csY7" fmla="*/ 78141 h 91359"/>
                  <a:gd name="csX8" fmla="*/ 45823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3" y="91520"/>
                    </a:moveTo>
                    <a:cubicBezTo>
                      <a:pt x="57938" y="91520"/>
                      <a:pt x="69558" y="86707"/>
                      <a:pt x="78124" y="78141"/>
                    </a:cubicBezTo>
                    <a:cubicBezTo>
                      <a:pt x="86690" y="69574"/>
                      <a:pt x="91504" y="57954"/>
                      <a:pt x="91504" y="45840"/>
                    </a:cubicBezTo>
                    <a:cubicBezTo>
                      <a:pt x="91504" y="33726"/>
                      <a:pt x="86690" y="22106"/>
                      <a:pt x="78124" y="13540"/>
                    </a:cubicBezTo>
                    <a:cubicBezTo>
                      <a:pt x="69558" y="4974"/>
                      <a:pt x="57938" y="160"/>
                      <a:pt x="45823" y="160"/>
                    </a:cubicBezTo>
                    <a:cubicBezTo>
                      <a:pt x="33709" y="160"/>
                      <a:pt x="22089" y="4974"/>
                      <a:pt x="13523" y="13540"/>
                    </a:cubicBezTo>
                    <a:cubicBezTo>
                      <a:pt x="4956" y="22106"/>
                      <a:pt x="143" y="33726"/>
                      <a:pt x="143" y="45840"/>
                    </a:cubicBezTo>
                    <a:cubicBezTo>
                      <a:pt x="143" y="57954"/>
                      <a:pt x="4956" y="69574"/>
                      <a:pt x="13523" y="78141"/>
                    </a:cubicBezTo>
                    <a:cubicBezTo>
                      <a:pt x="22089" y="86707"/>
                      <a:pt x="33709" y="91520"/>
                      <a:pt x="45823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39" name="任意多边形: 形状 2938"/>
              <p:cNvSpPr/>
              <p:nvPr/>
            </p:nvSpPr>
            <p:spPr>
              <a:xfrm>
                <a:off x="18146652" y="23198971"/>
                <a:ext cx="180000" cy="180000"/>
              </a:xfrm>
              <a:custGeom>
                <a:avLst/>
                <a:gdLst>
                  <a:gd name="csX0" fmla="*/ 45870 w 91360"/>
                  <a:gd name="csY0" fmla="*/ 91522 h 91359"/>
                  <a:gd name="csX1" fmla="*/ 78170 w 91360"/>
                  <a:gd name="csY1" fmla="*/ 78143 h 91359"/>
                  <a:gd name="csX2" fmla="*/ 91550 w 91360"/>
                  <a:gd name="csY2" fmla="*/ 45842 h 91359"/>
                  <a:gd name="csX3" fmla="*/ 78170 w 91360"/>
                  <a:gd name="csY3" fmla="*/ 13542 h 91359"/>
                  <a:gd name="csX4" fmla="*/ 45870 w 91360"/>
                  <a:gd name="csY4" fmla="*/ 163 h 91359"/>
                  <a:gd name="csX5" fmla="*/ 13569 w 91360"/>
                  <a:gd name="csY5" fmla="*/ 13542 h 91359"/>
                  <a:gd name="csX6" fmla="*/ 189 w 91360"/>
                  <a:gd name="csY6" fmla="*/ 45842 h 91359"/>
                  <a:gd name="csX7" fmla="*/ 13569 w 91360"/>
                  <a:gd name="csY7" fmla="*/ 78143 h 91359"/>
                  <a:gd name="csX8" fmla="*/ 45870 w 91360"/>
                  <a:gd name="csY8" fmla="*/ 9152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0" y="91522"/>
                    </a:moveTo>
                    <a:cubicBezTo>
                      <a:pt x="57984" y="91522"/>
                      <a:pt x="69604" y="86709"/>
                      <a:pt x="78170" y="78143"/>
                    </a:cubicBezTo>
                    <a:cubicBezTo>
                      <a:pt x="86737" y="69577"/>
                      <a:pt x="91550" y="57957"/>
                      <a:pt x="91550" y="45842"/>
                    </a:cubicBezTo>
                    <a:cubicBezTo>
                      <a:pt x="91550" y="33728"/>
                      <a:pt x="86737" y="22108"/>
                      <a:pt x="78170" y="13542"/>
                    </a:cubicBezTo>
                    <a:cubicBezTo>
                      <a:pt x="69604" y="4976"/>
                      <a:pt x="57984" y="163"/>
                      <a:pt x="45870" y="163"/>
                    </a:cubicBezTo>
                    <a:cubicBezTo>
                      <a:pt x="33755" y="163"/>
                      <a:pt x="22135" y="4976"/>
                      <a:pt x="13569" y="13542"/>
                    </a:cubicBezTo>
                    <a:cubicBezTo>
                      <a:pt x="5003" y="22108"/>
                      <a:pt x="189" y="33728"/>
                      <a:pt x="189" y="45842"/>
                    </a:cubicBezTo>
                    <a:cubicBezTo>
                      <a:pt x="189" y="57957"/>
                      <a:pt x="5003" y="69577"/>
                      <a:pt x="13569" y="78143"/>
                    </a:cubicBezTo>
                    <a:cubicBezTo>
                      <a:pt x="22135" y="86709"/>
                      <a:pt x="33755" y="91522"/>
                      <a:pt x="45870" y="9152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0" name="任意多边形: 形状 2939"/>
              <p:cNvSpPr/>
              <p:nvPr/>
            </p:nvSpPr>
            <p:spPr>
              <a:xfrm>
                <a:off x="17522906" y="23573147"/>
                <a:ext cx="180000" cy="180000"/>
              </a:xfrm>
              <a:custGeom>
                <a:avLst/>
                <a:gdLst>
                  <a:gd name="csX0" fmla="*/ 45850 w 91360"/>
                  <a:gd name="csY0" fmla="*/ 91534 h 91359"/>
                  <a:gd name="csX1" fmla="*/ 78151 w 91360"/>
                  <a:gd name="csY1" fmla="*/ 78154 h 91359"/>
                  <a:gd name="csX2" fmla="*/ 91531 w 91360"/>
                  <a:gd name="csY2" fmla="*/ 45854 h 91359"/>
                  <a:gd name="csX3" fmla="*/ 78151 w 91360"/>
                  <a:gd name="csY3" fmla="*/ 13553 h 91359"/>
                  <a:gd name="csX4" fmla="*/ 45850 w 91360"/>
                  <a:gd name="csY4" fmla="*/ 174 h 91359"/>
                  <a:gd name="csX5" fmla="*/ 13549 w 91360"/>
                  <a:gd name="csY5" fmla="*/ 13553 h 91359"/>
                  <a:gd name="csX6" fmla="*/ 170 w 91360"/>
                  <a:gd name="csY6" fmla="*/ 45854 h 91359"/>
                  <a:gd name="csX7" fmla="*/ 13549 w 91360"/>
                  <a:gd name="csY7" fmla="*/ 78154 h 91359"/>
                  <a:gd name="csX8" fmla="*/ 45850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0" y="91534"/>
                    </a:moveTo>
                    <a:cubicBezTo>
                      <a:pt x="57965" y="91534"/>
                      <a:pt x="69585" y="86720"/>
                      <a:pt x="78151" y="78154"/>
                    </a:cubicBezTo>
                    <a:cubicBezTo>
                      <a:pt x="86717" y="69588"/>
                      <a:pt x="91531" y="57968"/>
                      <a:pt x="91531" y="45854"/>
                    </a:cubicBezTo>
                    <a:cubicBezTo>
                      <a:pt x="91531" y="33739"/>
                      <a:pt x="86717" y="22120"/>
                      <a:pt x="78151" y="13553"/>
                    </a:cubicBezTo>
                    <a:cubicBezTo>
                      <a:pt x="69585" y="4987"/>
                      <a:pt x="57965" y="174"/>
                      <a:pt x="45850" y="174"/>
                    </a:cubicBezTo>
                    <a:cubicBezTo>
                      <a:pt x="33736" y="174"/>
                      <a:pt x="22116" y="4987"/>
                      <a:pt x="13549" y="13553"/>
                    </a:cubicBezTo>
                    <a:cubicBezTo>
                      <a:pt x="4983" y="22120"/>
                      <a:pt x="170" y="33739"/>
                      <a:pt x="170" y="45854"/>
                    </a:cubicBezTo>
                    <a:cubicBezTo>
                      <a:pt x="170" y="57968"/>
                      <a:pt x="4983" y="69588"/>
                      <a:pt x="13549" y="78154"/>
                    </a:cubicBezTo>
                    <a:cubicBezTo>
                      <a:pt x="22116" y="86720"/>
                      <a:pt x="33736" y="91534"/>
                      <a:pt x="45850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1" name="任意多边形: 形状 2940"/>
              <p:cNvSpPr/>
              <p:nvPr/>
            </p:nvSpPr>
            <p:spPr>
              <a:xfrm>
                <a:off x="19841740" y="21705278"/>
                <a:ext cx="180000" cy="180000"/>
              </a:xfrm>
              <a:custGeom>
                <a:avLst/>
                <a:gdLst>
                  <a:gd name="csX0" fmla="*/ 45853 w 91360"/>
                  <a:gd name="csY0" fmla="*/ 91505 h 91359"/>
                  <a:gd name="csX1" fmla="*/ 78154 w 91360"/>
                  <a:gd name="csY1" fmla="*/ 78125 h 91359"/>
                  <a:gd name="csX2" fmla="*/ 91533 w 91360"/>
                  <a:gd name="csY2" fmla="*/ 45825 h 91359"/>
                  <a:gd name="csX3" fmla="*/ 78154 w 91360"/>
                  <a:gd name="csY3" fmla="*/ 13525 h 91359"/>
                  <a:gd name="csX4" fmla="*/ 45853 w 91360"/>
                  <a:gd name="csY4" fmla="*/ 145 h 91359"/>
                  <a:gd name="csX5" fmla="*/ 13552 w 91360"/>
                  <a:gd name="csY5" fmla="*/ 13525 h 91359"/>
                  <a:gd name="csX6" fmla="*/ 173 w 91360"/>
                  <a:gd name="csY6" fmla="*/ 45825 h 91359"/>
                  <a:gd name="csX7" fmla="*/ 13552 w 91360"/>
                  <a:gd name="csY7" fmla="*/ 78125 h 91359"/>
                  <a:gd name="csX8" fmla="*/ 45853 w 91360"/>
                  <a:gd name="csY8" fmla="*/ 9150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05"/>
                    </a:moveTo>
                    <a:cubicBezTo>
                      <a:pt x="57967" y="91505"/>
                      <a:pt x="69587" y="86692"/>
                      <a:pt x="78154" y="78125"/>
                    </a:cubicBezTo>
                    <a:cubicBezTo>
                      <a:pt x="86720" y="69559"/>
                      <a:pt x="91533" y="57939"/>
                      <a:pt x="91533" y="45825"/>
                    </a:cubicBezTo>
                    <a:cubicBezTo>
                      <a:pt x="91533" y="33711"/>
                      <a:pt x="86720" y="22091"/>
                      <a:pt x="78154" y="13525"/>
                    </a:cubicBezTo>
                    <a:cubicBezTo>
                      <a:pt x="69587" y="4959"/>
                      <a:pt x="57967" y="145"/>
                      <a:pt x="45853" y="145"/>
                    </a:cubicBezTo>
                    <a:cubicBezTo>
                      <a:pt x="33738" y="145"/>
                      <a:pt x="22118" y="4959"/>
                      <a:pt x="13552" y="13525"/>
                    </a:cubicBezTo>
                    <a:cubicBezTo>
                      <a:pt x="4986" y="22091"/>
                      <a:pt x="173" y="33711"/>
                      <a:pt x="173" y="45825"/>
                    </a:cubicBezTo>
                    <a:cubicBezTo>
                      <a:pt x="173" y="57939"/>
                      <a:pt x="4986" y="69559"/>
                      <a:pt x="13552" y="78125"/>
                    </a:cubicBezTo>
                    <a:cubicBezTo>
                      <a:pt x="22118" y="86692"/>
                      <a:pt x="33738" y="91505"/>
                      <a:pt x="45853" y="9150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2" name="任意多边形: 形状 2941"/>
              <p:cNvSpPr/>
              <p:nvPr/>
            </p:nvSpPr>
            <p:spPr>
              <a:xfrm>
                <a:off x="18422905" y="21314614"/>
                <a:ext cx="180000" cy="180000"/>
              </a:xfrm>
              <a:custGeom>
                <a:avLst/>
                <a:gdLst>
                  <a:gd name="csX0" fmla="*/ 45873 w 91360"/>
                  <a:gd name="csY0" fmla="*/ 91474 h 91359"/>
                  <a:gd name="csX1" fmla="*/ 78174 w 91360"/>
                  <a:gd name="csY1" fmla="*/ 78095 h 91359"/>
                  <a:gd name="csX2" fmla="*/ 91553 w 91360"/>
                  <a:gd name="csY2" fmla="*/ 45795 h 91359"/>
                  <a:gd name="csX3" fmla="*/ 78174 w 91360"/>
                  <a:gd name="csY3" fmla="*/ 13494 h 91359"/>
                  <a:gd name="csX4" fmla="*/ 45873 w 91360"/>
                  <a:gd name="csY4" fmla="*/ 115 h 91359"/>
                  <a:gd name="csX5" fmla="*/ 13572 w 91360"/>
                  <a:gd name="csY5" fmla="*/ 13494 h 91359"/>
                  <a:gd name="csX6" fmla="*/ 193 w 91360"/>
                  <a:gd name="csY6" fmla="*/ 45795 h 91359"/>
                  <a:gd name="csX7" fmla="*/ 13572 w 91360"/>
                  <a:gd name="csY7" fmla="*/ 78095 h 91359"/>
                  <a:gd name="csX8" fmla="*/ 45873 w 91360"/>
                  <a:gd name="csY8" fmla="*/ 9147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3" y="91474"/>
                    </a:moveTo>
                    <a:cubicBezTo>
                      <a:pt x="57988" y="91474"/>
                      <a:pt x="69608" y="86661"/>
                      <a:pt x="78174" y="78095"/>
                    </a:cubicBezTo>
                    <a:cubicBezTo>
                      <a:pt x="86740" y="69529"/>
                      <a:pt x="91553" y="57909"/>
                      <a:pt x="91553" y="45795"/>
                    </a:cubicBezTo>
                    <a:cubicBezTo>
                      <a:pt x="91553" y="33680"/>
                      <a:pt x="86740" y="22060"/>
                      <a:pt x="78174" y="13494"/>
                    </a:cubicBezTo>
                    <a:cubicBezTo>
                      <a:pt x="69608" y="4928"/>
                      <a:pt x="57988" y="115"/>
                      <a:pt x="45873" y="115"/>
                    </a:cubicBezTo>
                    <a:cubicBezTo>
                      <a:pt x="33759" y="115"/>
                      <a:pt x="22139" y="4928"/>
                      <a:pt x="13572" y="13494"/>
                    </a:cubicBezTo>
                    <a:cubicBezTo>
                      <a:pt x="5006" y="22060"/>
                      <a:pt x="193" y="33680"/>
                      <a:pt x="193" y="45795"/>
                    </a:cubicBezTo>
                    <a:cubicBezTo>
                      <a:pt x="193" y="57909"/>
                      <a:pt x="5006" y="69529"/>
                      <a:pt x="13572" y="78095"/>
                    </a:cubicBezTo>
                    <a:cubicBezTo>
                      <a:pt x="22139" y="86661"/>
                      <a:pt x="33759" y="91474"/>
                      <a:pt x="45873" y="9147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3" name="任意多边形: 形状 2942"/>
              <p:cNvSpPr/>
              <p:nvPr/>
            </p:nvSpPr>
            <p:spPr>
              <a:xfrm>
                <a:off x="17403573" y="21411366"/>
                <a:ext cx="180000" cy="180000"/>
              </a:xfrm>
              <a:custGeom>
                <a:avLst/>
                <a:gdLst>
                  <a:gd name="csX0" fmla="*/ 45852 w 91360"/>
                  <a:gd name="csY0" fmla="*/ 91497 h 91359"/>
                  <a:gd name="csX1" fmla="*/ 78152 w 91360"/>
                  <a:gd name="csY1" fmla="*/ 78118 h 91359"/>
                  <a:gd name="csX2" fmla="*/ 91532 w 91360"/>
                  <a:gd name="csY2" fmla="*/ 45818 h 91359"/>
                  <a:gd name="csX3" fmla="*/ 78152 w 91360"/>
                  <a:gd name="csY3" fmla="*/ 13517 h 91359"/>
                  <a:gd name="csX4" fmla="*/ 45852 w 91360"/>
                  <a:gd name="csY4" fmla="*/ 138 h 91359"/>
                  <a:gd name="csX5" fmla="*/ 13551 w 91360"/>
                  <a:gd name="csY5" fmla="*/ 13517 h 91359"/>
                  <a:gd name="csX6" fmla="*/ 171 w 91360"/>
                  <a:gd name="csY6" fmla="*/ 45818 h 91359"/>
                  <a:gd name="csX7" fmla="*/ 13551 w 91360"/>
                  <a:gd name="csY7" fmla="*/ 78118 h 91359"/>
                  <a:gd name="csX8" fmla="*/ 45852 w 91360"/>
                  <a:gd name="csY8" fmla="*/ 9149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497"/>
                    </a:moveTo>
                    <a:cubicBezTo>
                      <a:pt x="57966" y="91497"/>
                      <a:pt x="69586" y="86684"/>
                      <a:pt x="78152" y="78118"/>
                    </a:cubicBezTo>
                    <a:cubicBezTo>
                      <a:pt x="86719" y="69552"/>
                      <a:pt x="91532" y="57932"/>
                      <a:pt x="91532" y="45818"/>
                    </a:cubicBezTo>
                    <a:cubicBezTo>
                      <a:pt x="91532" y="33703"/>
                      <a:pt x="86719" y="22083"/>
                      <a:pt x="78152" y="13517"/>
                    </a:cubicBezTo>
                    <a:cubicBezTo>
                      <a:pt x="69586" y="4951"/>
                      <a:pt x="57966" y="138"/>
                      <a:pt x="45852" y="138"/>
                    </a:cubicBezTo>
                    <a:cubicBezTo>
                      <a:pt x="33737" y="138"/>
                      <a:pt x="22117" y="4951"/>
                      <a:pt x="13551" y="13517"/>
                    </a:cubicBezTo>
                    <a:cubicBezTo>
                      <a:pt x="4985" y="22083"/>
                      <a:pt x="171" y="33703"/>
                      <a:pt x="171" y="45818"/>
                    </a:cubicBezTo>
                    <a:cubicBezTo>
                      <a:pt x="171" y="57932"/>
                      <a:pt x="4985" y="69552"/>
                      <a:pt x="13551" y="78118"/>
                    </a:cubicBezTo>
                    <a:cubicBezTo>
                      <a:pt x="22117" y="86684"/>
                      <a:pt x="33737" y="91497"/>
                      <a:pt x="45852" y="9149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4" name="任意多边形: 形状 2943"/>
              <p:cNvSpPr/>
              <p:nvPr/>
            </p:nvSpPr>
            <p:spPr>
              <a:xfrm>
                <a:off x="18308088" y="22229158"/>
                <a:ext cx="180000" cy="180000"/>
              </a:xfrm>
              <a:custGeom>
                <a:avLst/>
                <a:gdLst>
                  <a:gd name="csX0" fmla="*/ 45896 w 91360"/>
                  <a:gd name="csY0" fmla="*/ 91511 h 91359"/>
                  <a:gd name="csX1" fmla="*/ 78197 w 91360"/>
                  <a:gd name="csY1" fmla="*/ 78132 h 91359"/>
                  <a:gd name="csX2" fmla="*/ 91576 w 91360"/>
                  <a:gd name="csY2" fmla="*/ 45831 h 91359"/>
                  <a:gd name="csX3" fmla="*/ 78197 w 91360"/>
                  <a:gd name="csY3" fmla="*/ 13531 h 91359"/>
                  <a:gd name="csX4" fmla="*/ 45896 w 91360"/>
                  <a:gd name="csY4" fmla="*/ 152 h 91359"/>
                  <a:gd name="csX5" fmla="*/ 13595 w 91360"/>
                  <a:gd name="csY5" fmla="*/ 13531 h 91359"/>
                  <a:gd name="csX6" fmla="*/ 216 w 91360"/>
                  <a:gd name="csY6" fmla="*/ 45831 h 91359"/>
                  <a:gd name="csX7" fmla="*/ 13595 w 91360"/>
                  <a:gd name="csY7" fmla="*/ 78132 h 91359"/>
                  <a:gd name="csX8" fmla="*/ 45896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11"/>
                    </a:moveTo>
                    <a:cubicBezTo>
                      <a:pt x="58011" y="91511"/>
                      <a:pt x="69631" y="86698"/>
                      <a:pt x="78197" y="78132"/>
                    </a:cubicBezTo>
                    <a:cubicBezTo>
                      <a:pt x="86763" y="69566"/>
                      <a:pt x="91576" y="57946"/>
                      <a:pt x="91576" y="45831"/>
                    </a:cubicBezTo>
                    <a:cubicBezTo>
                      <a:pt x="91576" y="33717"/>
                      <a:pt x="86763" y="22097"/>
                      <a:pt x="78197" y="13531"/>
                    </a:cubicBezTo>
                    <a:cubicBezTo>
                      <a:pt x="69631" y="4965"/>
                      <a:pt x="58011" y="152"/>
                      <a:pt x="45896" y="152"/>
                    </a:cubicBezTo>
                    <a:cubicBezTo>
                      <a:pt x="33782" y="152"/>
                      <a:pt x="22162" y="4965"/>
                      <a:pt x="13595" y="13531"/>
                    </a:cubicBezTo>
                    <a:cubicBezTo>
                      <a:pt x="5029" y="22097"/>
                      <a:pt x="216" y="33717"/>
                      <a:pt x="216" y="45831"/>
                    </a:cubicBezTo>
                    <a:cubicBezTo>
                      <a:pt x="216" y="57946"/>
                      <a:pt x="5029" y="69566"/>
                      <a:pt x="13595" y="78132"/>
                    </a:cubicBezTo>
                    <a:cubicBezTo>
                      <a:pt x="22162" y="86698"/>
                      <a:pt x="33782" y="91511"/>
                      <a:pt x="45896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5" name="任意多边形: 形状 2944"/>
              <p:cNvSpPr/>
              <p:nvPr/>
            </p:nvSpPr>
            <p:spPr>
              <a:xfrm>
                <a:off x="19119382" y="22319223"/>
                <a:ext cx="180000" cy="180000"/>
              </a:xfrm>
              <a:custGeom>
                <a:avLst/>
                <a:gdLst>
                  <a:gd name="csX0" fmla="*/ 45876 w 91360"/>
                  <a:gd name="csY0" fmla="*/ 91532 h 91359"/>
                  <a:gd name="csX1" fmla="*/ 78176 w 91360"/>
                  <a:gd name="csY1" fmla="*/ 78152 h 91359"/>
                  <a:gd name="csX2" fmla="*/ 91556 w 91360"/>
                  <a:gd name="csY2" fmla="*/ 45852 h 91359"/>
                  <a:gd name="csX3" fmla="*/ 78176 w 91360"/>
                  <a:gd name="csY3" fmla="*/ 13552 h 91359"/>
                  <a:gd name="csX4" fmla="*/ 45876 w 91360"/>
                  <a:gd name="csY4" fmla="*/ 172 h 91359"/>
                  <a:gd name="csX5" fmla="*/ 13575 w 91360"/>
                  <a:gd name="csY5" fmla="*/ 13552 h 91359"/>
                  <a:gd name="csX6" fmla="*/ 195 w 91360"/>
                  <a:gd name="csY6" fmla="*/ 45852 h 91359"/>
                  <a:gd name="csX7" fmla="*/ 13575 w 91360"/>
                  <a:gd name="csY7" fmla="*/ 78152 h 91359"/>
                  <a:gd name="csX8" fmla="*/ 45876 w 91360"/>
                  <a:gd name="csY8" fmla="*/ 9153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532"/>
                    </a:moveTo>
                    <a:cubicBezTo>
                      <a:pt x="57990" y="91532"/>
                      <a:pt x="69610" y="86719"/>
                      <a:pt x="78176" y="78152"/>
                    </a:cubicBezTo>
                    <a:cubicBezTo>
                      <a:pt x="86743" y="69586"/>
                      <a:pt x="91556" y="57966"/>
                      <a:pt x="91556" y="45852"/>
                    </a:cubicBezTo>
                    <a:cubicBezTo>
                      <a:pt x="91556" y="33738"/>
                      <a:pt x="86743" y="22118"/>
                      <a:pt x="78176" y="13552"/>
                    </a:cubicBezTo>
                    <a:cubicBezTo>
                      <a:pt x="69610" y="4985"/>
                      <a:pt x="57990" y="172"/>
                      <a:pt x="45876" y="172"/>
                    </a:cubicBezTo>
                    <a:cubicBezTo>
                      <a:pt x="33761" y="172"/>
                      <a:pt x="22141" y="4985"/>
                      <a:pt x="13575" y="13552"/>
                    </a:cubicBezTo>
                    <a:cubicBezTo>
                      <a:pt x="5009" y="22118"/>
                      <a:pt x="195" y="33738"/>
                      <a:pt x="195" y="45852"/>
                    </a:cubicBezTo>
                    <a:cubicBezTo>
                      <a:pt x="195" y="57966"/>
                      <a:pt x="5009" y="69586"/>
                      <a:pt x="13575" y="78152"/>
                    </a:cubicBezTo>
                    <a:cubicBezTo>
                      <a:pt x="22141" y="86719"/>
                      <a:pt x="33761" y="91532"/>
                      <a:pt x="45876" y="9153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6" name="任意多边形: 形状 2945"/>
              <p:cNvSpPr/>
              <p:nvPr/>
            </p:nvSpPr>
            <p:spPr>
              <a:xfrm>
                <a:off x="16872432" y="24235378"/>
                <a:ext cx="180000" cy="180000"/>
              </a:xfrm>
              <a:custGeom>
                <a:avLst/>
                <a:gdLst>
                  <a:gd name="csX0" fmla="*/ 45830 w 91360"/>
                  <a:gd name="csY0" fmla="*/ 91554 h 91359"/>
                  <a:gd name="csX1" fmla="*/ 78131 w 91360"/>
                  <a:gd name="csY1" fmla="*/ 78175 h 91359"/>
                  <a:gd name="csX2" fmla="*/ 91510 w 91360"/>
                  <a:gd name="csY2" fmla="*/ 45874 h 91359"/>
                  <a:gd name="csX3" fmla="*/ 78131 w 91360"/>
                  <a:gd name="csY3" fmla="*/ 13574 h 91359"/>
                  <a:gd name="csX4" fmla="*/ 45830 w 91360"/>
                  <a:gd name="csY4" fmla="*/ 195 h 91359"/>
                  <a:gd name="csX5" fmla="*/ 13529 w 91360"/>
                  <a:gd name="csY5" fmla="*/ 13574 h 91359"/>
                  <a:gd name="csX6" fmla="*/ 150 w 91360"/>
                  <a:gd name="csY6" fmla="*/ 45874 h 91359"/>
                  <a:gd name="csX7" fmla="*/ 13529 w 91360"/>
                  <a:gd name="csY7" fmla="*/ 78175 h 91359"/>
                  <a:gd name="csX8" fmla="*/ 45830 w 91360"/>
                  <a:gd name="csY8" fmla="*/ 9155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0" y="91554"/>
                    </a:moveTo>
                    <a:cubicBezTo>
                      <a:pt x="57945" y="91554"/>
                      <a:pt x="69565" y="86741"/>
                      <a:pt x="78131" y="78175"/>
                    </a:cubicBezTo>
                    <a:cubicBezTo>
                      <a:pt x="86697" y="69609"/>
                      <a:pt x="91510" y="57989"/>
                      <a:pt x="91510" y="45874"/>
                    </a:cubicBezTo>
                    <a:cubicBezTo>
                      <a:pt x="91510" y="33760"/>
                      <a:pt x="86697" y="22140"/>
                      <a:pt x="78131" y="13574"/>
                    </a:cubicBezTo>
                    <a:cubicBezTo>
                      <a:pt x="69565" y="5008"/>
                      <a:pt x="57945" y="195"/>
                      <a:pt x="45830" y="195"/>
                    </a:cubicBezTo>
                    <a:cubicBezTo>
                      <a:pt x="33716" y="195"/>
                      <a:pt x="22096" y="5008"/>
                      <a:pt x="13529" y="13574"/>
                    </a:cubicBezTo>
                    <a:cubicBezTo>
                      <a:pt x="4963" y="22140"/>
                      <a:pt x="150" y="33760"/>
                      <a:pt x="150" y="45874"/>
                    </a:cubicBezTo>
                    <a:cubicBezTo>
                      <a:pt x="150" y="57989"/>
                      <a:pt x="4963" y="69609"/>
                      <a:pt x="13529" y="78175"/>
                    </a:cubicBezTo>
                    <a:cubicBezTo>
                      <a:pt x="22096" y="86741"/>
                      <a:pt x="33716" y="91554"/>
                      <a:pt x="45830" y="9155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7" name="任意多边形: 形状 2946"/>
              <p:cNvSpPr/>
              <p:nvPr/>
            </p:nvSpPr>
            <p:spPr>
              <a:xfrm>
                <a:off x="18796485" y="23132634"/>
                <a:ext cx="180000" cy="180000"/>
              </a:xfrm>
              <a:custGeom>
                <a:avLst/>
                <a:gdLst>
                  <a:gd name="csX0" fmla="*/ 45890 w 91360"/>
                  <a:gd name="csY0" fmla="*/ 91520 h 91359"/>
                  <a:gd name="csX1" fmla="*/ 78190 w 91360"/>
                  <a:gd name="csY1" fmla="*/ 78141 h 91359"/>
                  <a:gd name="csX2" fmla="*/ 91570 w 91360"/>
                  <a:gd name="csY2" fmla="*/ 45840 h 91359"/>
                  <a:gd name="csX3" fmla="*/ 78190 w 91360"/>
                  <a:gd name="csY3" fmla="*/ 13540 h 91359"/>
                  <a:gd name="csX4" fmla="*/ 45890 w 91360"/>
                  <a:gd name="csY4" fmla="*/ 161 h 91359"/>
                  <a:gd name="csX5" fmla="*/ 13589 w 91360"/>
                  <a:gd name="csY5" fmla="*/ 13540 h 91359"/>
                  <a:gd name="csX6" fmla="*/ 209 w 91360"/>
                  <a:gd name="csY6" fmla="*/ 45840 h 91359"/>
                  <a:gd name="csX7" fmla="*/ 13589 w 91360"/>
                  <a:gd name="csY7" fmla="*/ 78141 h 91359"/>
                  <a:gd name="csX8" fmla="*/ 45890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520"/>
                    </a:moveTo>
                    <a:cubicBezTo>
                      <a:pt x="58004" y="91520"/>
                      <a:pt x="69624" y="86707"/>
                      <a:pt x="78190" y="78141"/>
                    </a:cubicBezTo>
                    <a:cubicBezTo>
                      <a:pt x="86757" y="69574"/>
                      <a:pt x="91570" y="57955"/>
                      <a:pt x="91570" y="45840"/>
                    </a:cubicBezTo>
                    <a:cubicBezTo>
                      <a:pt x="91570" y="33726"/>
                      <a:pt x="86757" y="22106"/>
                      <a:pt x="78190" y="13540"/>
                    </a:cubicBezTo>
                    <a:cubicBezTo>
                      <a:pt x="69624" y="4974"/>
                      <a:pt x="58004" y="161"/>
                      <a:pt x="45890" y="161"/>
                    </a:cubicBezTo>
                    <a:cubicBezTo>
                      <a:pt x="33775" y="161"/>
                      <a:pt x="22155" y="4974"/>
                      <a:pt x="13589" y="13540"/>
                    </a:cubicBezTo>
                    <a:cubicBezTo>
                      <a:pt x="5023" y="22106"/>
                      <a:pt x="209" y="33726"/>
                      <a:pt x="209" y="45840"/>
                    </a:cubicBezTo>
                    <a:cubicBezTo>
                      <a:pt x="209" y="57955"/>
                      <a:pt x="5023" y="69574"/>
                      <a:pt x="13589" y="78141"/>
                    </a:cubicBezTo>
                    <a:cubicBezTo>
                      <a:pt x="22155" y="86707"/>
                      <a:pt x="33775" y="91520"/>
                      <a:pt x="45890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8" name="任意多边形: 形状 2947"/>
              <p:cNvSpPr/>
              <p:nvPr/>
            </p:nvSpPr>
            <p:spPr>
              <a:xfrm>
                <a:off x="18818807" y="23000961"/>
                <a:ext cx="180000" cy="180000"/>
              </a:xfrm>
              <a:custGeom>
                <a:avLst/>
                <a:gdLst>
                  <a:gd name="csX0" fmla="*/ 45890 w 91360"/>
                  <a:gd name="csY0" fmla="*/ 91516 h 91359"/>
                  <a:gd name="csX1" fmla="*/ 78191 w 91360"/>
                  <a:gd name="csY1" fmla="*/ 78137 h 91359"/>
                  <a:gd name="csX2" fmla="*/ 91571 w 91360"/>
                  <a:gd name="csY2" fmla="*/ 45836 h 91359"/>
                  <a:gd name="csX3" fmla="*/ 78191 w 91360"/>
                  <a:gd name="csY3" fmla="*/ 13536 h 91359"/>
                  <a:gd name="csX4" fmla="*/ 45890 w 91360"/>
                  <a:gd name="csY4" fmla="*/ 156 h 91359"/>
                  <a:gd name="csX5" fmla="*/ 13590 w 91360"/>
                  <a:gd name="csY5" fmla="*/ 13536 h 91359"/>
                  <a:gd name="csX6" fmla="*/ 210 w 91360"/>
                  <a:gd name="csY6" fmla="*/ 45836 h 91359"/>
                  <a:gd name="csX7" fmla="*/ 13590 w 91360"/>
                  <a:gd name="csY7" fmla="*/ 78137 h 91359"/>
                  <a:gd name="csX8" fmla="*/ 45890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516"/>
                    </a:moveTo>
                    <a:cubicBezTo>
                      <a:pt x="58005" y="91516"/>
                      <a:pt x="69625" y="86703"/>
                      <a:pt x="78191" y="78137"/>
                    </a:cubicBezTo>
                    <a:cubicBezTo>
                      <a:pt x="86757" y="69570"/>
                      <a:pt x="91571" y="57951"/>
                      <a:pt x="91571" y="45836"/>
                    </a:cubicBezTo>
                    <a:cubicBezTo>
                      <a:pt x="91571" y="33722"/>
                      <a:pt x="86757" y="22102"/>
                      <a:pt x="78191" y="13536"/>
                    </a:cubicBezTo>
                    <a:cubicBezTo>
                      <a:pt x="69625" y="4970"/>
                      <a:pt x="58005" y="156"/>
                      <a:pt x="45890" y="156"/>
                    </a:cubicBezTo>
                    <a:cubicBezTo>
                      <a:pt x="33776" y="156"/>
                      <a:pt x="22156" y="4970"/>
                      <a:pt x="13590" y="13536"/>
                    </a:cubicBezTo>
                    <a:cubicBezTo>
                      <a:pt x="5023" y="22102"/>
                      <a:pt x="210" y="33722"/>
                      <a:pt x="210" y="45836"/>
                    </a:cubicBezTo>
                    <a:cubicBezTo>
                      <a:pt x="210" y="57951"/>
                      <a:pt x="5023" y="69570"/>
                      <a:pt x="13590" y="78137"/>
                    </a:cubicBezTo>
                    <a:cubicBezTo>
                      <a:pt x="22156" y="86703"/>
                      <a:pt x="33776" y="91516"/>
                      <a:pt x="45890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49" name="任意多边形: 形状 2948"/>
              <p:cNvSpPr/>
              <p:nvPr/>
            </p:nvSpPr>
            <p:spPr>
              <a:xfrm>
                <a:off x="16909435" y="21738717"/>
                <a:ext cx="180000" cy="180000"/>
              </a:xfrm>
              <a:custGeom>
                <a:avLst/>
                <a:gdLst>
                  <a:gd name="csX0" fmla="*/ 45890 w 91360"/>
                  <a:gd name="csY0" fmla="*/ 91482 h 91359"/>
                  <a:gd name="csX1" fmla="*/ 78190 w 91360"/>
                  <a:gd name="csY1" fmla="*/ 78102 h 91359"/>
                  <a:gd name="csX2" fmla="*/ 91570 w 91360"/>
                  <a:gd name="csY2" fmla="*/ 45802 h 91359"/>
                  <a:gd name="csX3" fmla="*/ 78190 w 91360"/>
                  <a:gd name="csY3" fmla="*/ 13502 h 91359"/>
                  <a:gd name="csX4" fmla="*/ 45890 w 91360"/>
                  <a:gd name="csY4" fmla="*/ 122 h 91359"/>
                  <a:gd name="csX5" fmla="*/ 13589 w 91360"/>
                  <a:gd name="csY5" fmla="*/ 13502 h 91359"/>
                  <a:gd name="csX6" fmla="*/ 209 w 91360"/>
                  <a:gd name="csY6" fmla="*/ 45802 h 91359"/>
                  <a:gd name="csX7" fmla="*/ 13589 w 91360"/>
                  <a:gd name="csY7" fmla="*/ 78102 h 91359"/>
                  <a:gd name="csX8" fmla="*/ 45890 w 91360"/>
                  <a:gd name="csY8" fmla="*/ 9148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482"/>
                    </a:moveTo>
                    <a:cubicBezTo>
                      <a:pt x="58004" y="91482"/>
                      <a:pt x="69624" y="86669"/>
                      <a:pt x="78190" y="78102"/>
                    </a:cubicBezTo>
                    <a:cubicBezTo>
                      <a:pt x="86757" y="69536"/>
                      <a:pt x="91570" y="57916"/>
                      <a:pt x="91570" y="45802"/>
                    </a:cubicBezTo>
                    <a:cubicBezTo>
                      <a:pt x="91570" y="33688"/>
                      <a:pt x="86757" y="22068"/>
                      <a:pt x="78190" y="13502"/>
                    </a:cubicBezTo>
                    <a:cubicBezTo>
                      <a:pt x="69624" y="4936"/>
                      <a:pt x="58004" y="122"/>
                      <a:pt x="45890" y="122"/>
                    </a:cubicBezTo>
                    <a:cubicBezTo>
                      <a:pt x="33775" y="122"/>
                      <a:pt x="22155" y="4936"/>
                      <a:pt x="13589" y="13502"/>
                    </a:cubicBezTo>
                    <a:cubicBezTo>
                      <a:pt x="5023" y="22068"/>
                      <a:pt x="209" y="33688"/>
                      <a:pt x="209" y="45802"/>
                    </a:cubicBezTo>
                    <a:cubicBezTo>
                      <a:pt x="209" y="57916"/>
                      <a:pt x="5023" y="69536"/>
                      <a:pt x="13589" y="78102"/>
                    </a:cubicBezTo>
                    <a:cubicBezTo>
                      <a:pt x="22155" y="86669"/>
                      <a:pt x="33775" y="91482"/>
                      <a:pt x="45890" y="9148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0" name="任意多边形: 形状 2949"/>
              <p:cNvSpPr/>
              <p:nvPr/>
            </p:nvSpPr>
            <p:spPr>
              <a:xfrm>
                <a:off x="18447305" y="23080355"/>
                <a:ext cx="180000" cy="180000"/>
              </a:xfrm>
              <a:custGeom>
                <a:avLst/>
                <a:gdLst>
                  <a:gd name="csX0" fmla="*/ 45879 w 91360"/>
                  <a:gd name="csY0" fmla="*/ 91518 h 91359"/>
                  <a:gd name="csX1" fmla="*/ 78180 w 91360"/>
                  <a:gd name="csY1" fmla="*/ 78139 h 91359"/>
                  <a:gd name="csX2" fmla="*/ 91559 w 91360"/>
                  <a:gd name="csY2" fmla="*/ 45839 h 91359"/>
                  <a:gd name="csX3" fmla="*/ 78180 w 91360"/>
                  <a:gd name="csY3" fmla="*/ 13538 h 91359"/>
                  <a:gd name="csX4" fmla="*/ 45879 w 91360"/>
                  <a:gd name="csY4" fmla="*/ 159 h 91359"/>
                  <a:gd name="csX5" fmla="*/ 13578 w 91360"/>
                  <a:gd name="csY5" fmla="*/ 13538 h 91359"/>
                  <a:gd name="csX6" fmla="*/ 199 w 91360"/>
                  <a:gd name="csY6" fmla="*/ 45839 h 91359"/>
                  <a:gd name="csX7" fmla="*/ 13578 w 91360"/>
                  <a:gd name="csY7" fmla="*/ 78139 h 91359"/>
                  <a:gd name="csX8" fmla="*/ 45879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9" y="91518"/>
                    </a:moveTo>
                    <a:cubicBezTo>
                      <a:pt x="57993" y="91518"/>
                      <a:pt x="69613" y="86705"/>
                      <a:pt x="78180" y="78139"/>
                    </a:cubicBezTo>
                    <a:cubicBezTo>
                      <a:pt x="86746" y="69573"/>
                      <a:pt x="91559" y="57953"/>
                      <a:pt x="91559" y="45839"/>
                    </a:cubicBezTo>
                    <a:cubicBezTo>
                      <a:pt x="91559" y="33724"/>
                      <a:pt x="86746" y="22104"/>
                      <a:pt x="78180" y="13538"/>
                    </a:cubicBezTo>
                    <a:cubicBezTo>
                      <a:pt x="69613" y="4972"/>
                      <a:pt x="57993" y="159"/>
                      <a:pt x="45879" y="159"/>
                    </a:cubicBezTo>
                    <a:cubicBezTo>
                      <a:pt x="33764" y="159"/>
                      <a:pt x="22144" y="4972"/>
                      <a:pt x="13578" y="13538"/>
                    </a:cubicBezTo>
                    <a:cubicBezTo>
                      <a:pt x="5012" y="22104"/>
                      <a:pt x="199" y="33724"/>
                      <a:pt x="199" y="45839"/>
                    </a:cubicBezTo>
                    <a:cubicBezTo>
                      <a:pt x="199" y="57953"/>
                      <a:pt x="5012" y="69573"/>
                      <a:pt x="13578" y="78139"/>
                    </a:cubicBezTo>
                    <a:cubicBezTo>
                      <a:pt x="22144" y="86705"/>
                      <a:pt x="33764" y="91518"/>
                      <a:pt x="45879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1" name="任意多边形: 形状 2950"/>
              <p:cNvSpPr/>
              <p:nvPr/>
            </p:nvSpPr>
            <p:spPr>
              <a:xfrm>
                <a:off x="18403031" y="22464332"/>
                <a:ext cx="180000" cy="180000"/>
              </a:xfrm>
              <a:custGeom>
                <a:avLst/>
                <a:gdLst>
                  <a:gd name="csX0" fmla="*/ 45878 w 91360"/>
                  <a:gd name="csY0" fmla="*/ 91499 h 91359"/>
                  <a:gd name="csX1" fmla="*/ 78178 w 91360"/>
                  <a:gd name="csY1" fmla="*/ 78120 h 91359"/>
                  <a:gd name="csX2" fmla="*/ 91558 w 91360"/>
                  <a:gd name="csY2" fmla="*/ 45820 h 91359"/>
                  <a:gd name="csX3" fmla="*/ 78178 w 91360"/>
                  <a:gd name="csY3" fmla="*/ 13519 h 91359"/>
                  <a:gd name="csX4" fmla="*/ 45878 w 91360"/>
                  <a:gd name="csY4" fmla="*/ 140 h 91359"/>
                  <a:gd name="csX5" fmla="*/ 13577 w 91360"/>
                  <a:gd name="csY5" fmla="*/ 13519 h 91359"/>
                  <a:gd name="csX6" fmla="*/ 197 w 91360"/>
                  <a:gd name="csY6" fmla="*/ 45820 h 91359"/>
                  <a:gd name="csX7" fmla="*/ 13577 w 91360"/>
                  <a:gd name="csY7" fmla="*/ 78120 h 91359"/>
                  <a:gd name="csX8" fmla="*/ 45878 w 91360"/>
                  <a:gd name="csY8" fmla="*/ 9149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499"/>
                    </a:moveTo>
                    <a:cubicBezTo>
                      <a:pt x="57992" y="91499"/>
                      <a:pt x="69612" y="86686"/>
                      <a:pt x="78178" y="78120"/>
                    </a:cubicBezTo>
                    <a:cubicBezTo>
                      <a:pt x="86745" y="69554"/>
                      <a:pt x="91558" y="57934"/>
                      <a:pt x="91558" y="45820"/>
                    </a:cubicBezTo>
                    <a:cubicBezTo>
                      <a:pt x="91558" y="33705"/>
                      <a:pt x="86745" y="22085"/>
                      <a:pt x="78178" y="13519"/>
                    </a:cubicBezTo>
                    <a:cubicBezTo>
                      <a:pt x="69612" y="4953"/>
                      <a:pt x="57992" y="140"/>
                      <a:pt x="45878" y="140"/>
                    </a:cubicBezTo>
                    <a:cubicBezTo>
                      <a:pt x="33763" y="140"/>
                      <a:pt x="22143" y="4953"/>
                      <a:pt x="13577" y="13519"/>
                    </a:cubicBezTo>
                    <a:cubicBezTo>
                      <a:pt x="5010" y="22085"/>
                      <a:pt x="197" y="33705"/>
                      <a:pt x="197" y="45820"/>
                    </a:cubicBezTo>
                    <a:cubicBezTo>
                      <a:pt x="197" y="57934"/>
                      <a:pt x="5010" y="69554"/>
                      <a:pt x="13577" y="78120"/>
                    </a:cubicBezTo>
                    <a:cubicBezTo>
                      <a:pt x="22143" y="86686"/>
                      <a:pt x="33763" y="91499"/>
                      <a:pt x="45878" y="9149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2" name="任意多边形: 形状 2951"/>
              <p:cNvSpPr/>
              <p:nvPr/>
            </p:nvSpPr>
            <p:spPr>
              <a:xfrm>
                <a:off x="17768811" y="21526248"/>
                <a:ext cx="180000" cy="180000"/>
              </a:xfrm>
              <a:custGeom>
                <a:avLst/>
                <a:gdLst>
                  <a:gd name="csX0" fmla="*/ 45858 w 91360"/>
                  <a:gd name="csY0" fmla="*/ 91470 h 91359"/>
                  <a:gd name="csX1" fmla="*/ 78159 w 91360"/>
                  <a:gd name="csY1" fmla="*/ 78091 h 91359"/>
                  <a:gd name="csX2" fmla="*/ 91538 w 91360"/>
                  <a:gd name="csY2" fmla="*/ 45790 h 91359"/>
                  <a:gd name="csX3" fmla="*/ 78159 w 91360"/>
                  <a:gd name="csY3" fmla="*/ 13490 h 91359"/>
                  <a:gd name="csX4" fmla="*/ 45858 w 91360"/>
                  <a:gd name="csY4" fmla="*/ 111 h 91359"/>
                  <a:gd name="csX5" fmla="*/ 13557 w 91360"/>
                  <a:gd name="csY5" fmla="*/ 13490 h 91359"/>
                  <a:gd name="csX6" fmla="*/ 178 w 91360"/>
                  <a:gd name="csY6" fmla="*/ 45790 h 91359"/>
                  <a:gd name="csX7" fmla="*/ 13557 w 91360"/>
                  <a:gd name="csY7" fmla="*/ 78091 h 91359"/>
                  <a:gd name="csX8" fmla="*/ 45858 w 91360"/>
                  <a:gd name="csY8" fmla="*/ 9147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8" y="91470"/>
                    </a:moveTo>
                    <a:cubicBezTo>
                      <a:pt x="57972" y="91470"/>
                      <a:pt x="69592" y="86657"/>
                      <a:pt x="78159" y="78091"/>
                    </a:cubicBezTo>
                    <a:cubicBezTo>
                      <a:pt x="86725" y="69525"/>
                      <a:pt x="91538" y="57905"/>
                      <a:pt x="91538" y="45790"/>
                    </a:cubicBezTo>
                    <a:cubicBezTo>
                      <a:pt x="91538" y="33676"/>
                      <a:pt x="86725" y="22056"/>
                      <a:pt x="78159" y="13490"/>
                    </a:cubicBezTo>
                    <a:cubicBezTo>
                      <a:pt x="69592" y="4924"/>
                      <a:pt x="57972" y="111"/>
                      <a:pt x="45858" y="111"/>
                    </a:cubicBezTo>
                    <a:cubicBezTo>
                      <a:pt x="33743" y="111"/>
                      <a:pt x="22123" y="4924"/>
                      <a:pt x="13557" y="13490"/>
                    </a:cubicBezTo>
                    <a:cubicBezTo>
                      <a:pt x="4991" y="22056"/>
                      <a:pt x="178" y="33676"/>
                      <a:pt x="178" y="45790"/>
                    </a:cubicBezTo>
                    <a:cubicBezTo>
                      <a:pt x="178" y="57905"/>
                      <a:pt x="4991" y="69525"/>
                      <a:pt x="13557" y="78091"/>
                    </a:cubicBezTo>
                    <a:cubicBezTo>
                      <a:pt x="22123" y="86657"/>
                      <a:pt x="33743" y="91470"/>
                      <a:pt x="45858" y="9147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3" name="任意多边形: 形状 2952"/>
              <p:cNvSpPr/>
              <p:nvPr/>
            </p:nvSpPr>
            <p:spPr>
              <a:xfrm>
                <a:off x="17012894" y="21852809"/>
                <a:ext cx="180000" cy="180000"/>
              </a:xfrm>
              <a:custGeom>
                <a:avLst/>
                <a:gdLst>
                  <a:gd name="csX0" fmla="*/ 45834 w 91360"/>
                  <a:gd name="csY0" fmla="*/ 91480 h 91359"/>
                  <a:gd name="csX1" fmla="*/ 78135 w 91360"/>
                  <a:gd name="csY1" fmla="*/ 78101 h 91359"/>
                  <a:gd name="csX2" fmla="*/ 91515 w 91360"/>
                  <a:gd name="csY2" fmla="*/ 45801 h 91359"/>
                  <a:gd name="csX3" fmla="*/ 78135 w 91360"/>
                  <a:gd name="csY3" fmla="*/ 13500 h 91359"/>
                  <a:gd name="csX4" fmla="*/ 45834 w 91360"/>
                  <a:gd name="csY4" fmla="*/ 121 h 91359"/>
                  <a:gd name="csX5" fmla="*/ 13534 w 91360"/>
                  <a:gd name="csY5" fmla="*/ 13500 h 91359"/>
                  <a:gd name="csX6" fmla="*/ 154 w 91360"/>
                  <a:gd name="csY6" fmla="*/ 45801 h 91359"/>
                  <a:gd name="csX7" fmla="*/ 13534 w 91360"/>
                  <a:gd name="csY7" fmla="*/ 78101 h 91359"/>
                  <a:gd name="csX8" fmla="*/ 45834 w 91360"/>
                  <a:gd name="csY8" fmla="*/ 9148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4" y="91480"/>
                    </a:moveTo>
                    <a:cubicBezTo>
                      <a:pt x="57949" y="91480"/>
                      <a:pt x="69569" y="86667"/>
                      <a:pt x="78135" y="78101"/>
                    </a:cubicBezTo>
                    <a:cubicBezTo>
                      <a:pt x="86702" y="69535"/>
                      <a:pt x="91515" y="57915"/>
                      <a:pt x="91515" y="45801"/>
                    </a:cubicBezTo>
                    <a:cubicBezTo>
                      <a:pt x="91515" y="33686"/>
                      <a:pt x="86702" y="22066"/>
                      <a:pt x="78135" y="13500"/>
                    </a:cubicBezTo>
                    <a:cubicBezTo>
                      <a:pt x="69569" y="4934"/>
                      <a:pt x="57949" y="121"/>
                      <a:pt x="45834" y="121"/>
                    </a:cubicBezTo>
                    <a:cubicBezTo>
                      <a:pt x="33720" y="121"/>
                      <a:pt x="22100" y="4934"/>
                      <a:pt x="13534" y="13500"/>
                    </a:cubicBezTo>
                    <a:cubicBezTo>
                      <a:pt x="4967" y="22066"/>
                      <a:pt x="154" y="33686"/>
                      <a:pt x="154" y="45801"/>
                    </a:cubicBezTo>
                    <a:cubicBezTo>
                      <a:pt x="154" y="57915"/>
                      <a:pt x="4967" y="69535"/>
                      <a:pt x="13534" y="78101"/>
                    </a:cubicBezTo>
                    <a:cubicBezTo>
                      <a:pt x="22100" y="86667"/>
                      <a:pt x="33720" y="91480"/>
                      <a:pt x="45834" y="9148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4" name="任意多边形: 形状 2953"/>
              <p:cNvSpPr/>
              <p:nvPr/>
            </p:nvSpPr>
            <p:spPr>
              <a:xfrm>
                <a:off x="19848462" y="23284169"/>
                <a:ext cx="180000" cy="180000"/>
              </a:xfrm>
              <a:custGeom>
                <a:avLst/>
                <a:gdLst>
                  <a:gd name="csX0" fmla="*/ 45922 w 91360"/>
                  <a:gd name="csY0" fmla="*/ 91525 h 91359"/>
                  <a:gd name="csX1" fmla="*/ 78223 w 91360"/>
                  <a:gd name="csY1" fmla="*/ 78145 h 91359"/>
                  <a:gd name="csX2" fmla="*/ 91603 w 91360"/>
                  <a:gd name="csY2" fmla="*/ 45845 h 91359"/>
                  <a:gd name="csX3" fmla="*/ 78223 w 91360"/>
                  <a:gd name="csY3" fmla="*/ 13545 h 91359"/>
                  <a:gd name="csX4" fmla="*/ 45922 w 91360"/>
                  <a:gd name="csY4" fmla="*/ 165 h 91359"/>
                  <a:gd name="csX5" fmla="*/ 13621 w 91360"/>
                  <a:gd name="csY5" fmla="*/ 13545 h 91359"/>
                  <a:gd name="csX6" fmla="*/ 242 w 91360"/>
                  <a:gd name="csY6" fmla="*/ 45845 h 91359"/>
                  <a:gd name="csX7" fmla="*/ 13621 w 91360"/>
                  <a:gd name="csY7" fmla="*/ 78145 h 91359"/>
                  <a:gd name="csX8" fmla="*/ 45922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2" y="91525"/>
                    </a:moveTo>
                    <a:cubicBezTo>
                      <a:pt x="58037" y="91525"/>
                      <a:pt x="69657" y="86711"/>
                      <a:pt x="78223" y="78145"/>
                    </a:cubicBezTo>
                    <a:cubicBezTo>
                      <a:pt x="86789" y="69579"/>
                      <a:pt x="91603" y="57959"/>
                      <a:pt x="91603" y="45845"/>
                    </a:cubicBezTo>
                    <a:cubicBezTo>
                      <a:pt x="91603" y="33731"/>
                      <a:pt x="86789" y="22111"/>
                      <a:pt x="78223" y="13545"/>
                    </a:cubicBezTo>
                    <a:cubicBezTo>
                      <a:pt x="69657" y="4978"/>
                      <a:pt x="58037" y="165"/>
                      <a:pt x="45922" y="165"/>
                    </a:cubicBezTo>
                    <a:cubicBezTo>
                      <a:pt x="33808" y="165"/>
                      <a:pt x="22188" y="4978"/>
                      <a:pt x="13621" y="13545"/>
                    </a:cubicBezTo>
                    <a:cubicBezTo>
                      <a:pt x="5055" y="22111"/>
                      <a:pt x="242" y="33731"/>
                      <a:pt x="242" y="45845"/>
                    </a:cubicBezTo>
                    <a:cubicBezTo>
                      <a:pt x="242" y="57959"/>
                      <a:pt x="5055" y="69579"/>
                      <a:pt x="13621" y="78145"/>
                    </a:cubicBezTo>
                    <a:cubicBezTo>
                      <a:pt x="22188" y="86711"/>
                      <a:pt x="33808" y="91525"/>
                      <a:pt x="45922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5" name="任意多边形: 形状 2954"/>
              <p:cNvSpPr/>
              <p:nvPr/>
            </p:nvSpPr>
            <p:spPr>
              <a:xfrm>
                <a:off x="18380413" y="24835995"/>
                <a:ext cx="180000" cy="180000"/>
              </a:xfrm>
              <a:custGeom>
                <a:avLst/>
                <a:gdLst>
                  <a:gd name="csX0" fmla="*/ 45880 w 91360"/>
                  <a:gd name="csY0" fmla="*/ 91535 h 91359"/>
                  <a:gd name="csX1" fmla="*/ 78180 w 91360"/>
                  <a:gd name="csY1" fmla="*/ 78156 h 91359"/>
                  <a:gd name="csX2" fmla="*/ 91560 w 91360"/>
                  <a:gd name="csY2" fmla="*/ 45855 h 91359"/>
                  <a:gd name="csX3" fmla="*/ 78180 w 91360"/>
                  <a:gd name="csY3" fmla="*/ 13555 h 91359"/>
                  <a:gd name="csX4" fmla="*/ 45880 w 91360"/>
                  <a:gd name="csY4" fmla="*/ 176 h 91359"/>
                  <a:gd name="csX5" fmla="*/ 13579 w 91360"/>
                  <a:gd name="csY5" fmla="*/ 13555 h 91359"/>
                  <a:gd name="csX6" fmla="*/ 199 w 91360"/>
                  <a:gd name="csY6" fmla="*/ 45855 h 91359"/>
                  <a:gd name="csX7" fmla="*/ 13579 w 91360"/>
                  <a:gd name="csY7" fmla="*/ 78156 h 91359"/>
                  <a:gd name="csX8" fmla="*/ 45880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535"/>
                    </a:moveTo>
                    <a:cubicBezTo>
                      <a:pt x="57994" y="91535"/>
                      <a:pt x="69614" y="86722"/>
                      <a:pt x="78180" y="78156"/>
                    </a:cubicBezTo>
                    <a:cubicBezTo>
                      <a:pt x="86747" y="69590"/>
                      <a:pt x="91560" y="57970"/>
                      <a:pt x="91560" y="45855"/>
                    </a:cubicBezTo>
                    <a:cubicBezTo>
                      <a:pt x="91560" y="33741"/>
                      <a:pt x="86747" y="22121"/>
                      <a:pt x="78180" y="13555"/>
                    </a:cubicBezTo>
                    <a:cubicBezTo>
                      <a:pt x="69614" y="4989"/>
                      <a:pt x="57994" y="176"/>
                      <a:pt x="45880" y="176"/>
                    </a:cubicBezTo>
                    <a:cubicBezTo>
                      <a:pt x="33765" y="176"/>
                      <a:pt x="22145" y="4989"/>
                      <a:pt x="13579" y="13555"/>
                    </a:cubicBezTo>
                    <a:cubicBezTo>
                      <a:pt x="5013" y="22121"/>
                      <a:pt x="199" y="33741"/>
                      <a:pt x="199" y="45855"/>
                    </a:cubicBezTo>
                    <a:cubicBezTo>
                      <a:pt x="199" y="57970"/>
                      <a:pt x="5013" y="69590"/>
                      <a:pt x="13579" y="78156"/>
                    </a:cubicBezTo>
                    <a:cubicBezTo>
                      <a:pt x="22145" y="86722"/>
                      <a:pt x="33765" y="91535"/>
                      <a:pt x="45880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6" name="任意多边形: 形状 2955"/>
              <p:cNvSpPr/>
              <p:nvPr/>
            </p:nvSpPr>
            <p:spPr>
              <a:xfrm>
                <a:off x="18369069" y="24071150"/>
                <a:ext cx="180000" cy="180000"/>
              </a:xfrm>
              <a:custGeom>
                <a:avLst/>
                <a:gdLst>
                  <a:gd name="csX0" fmla="*/ 45876 w 91360"/>
                  <a:gd name="csY0" fmla="*/ 91549 h 91359"/>
                  <a:gd name="csX1" fmla="*/ 78177 w 91360"/>
                  <a:gd name="csY1" fmla="*/ 78170 h 91359"/>
                  <a:gd name="csX2" fmla="*/ 91557 w 91360"/>
                  <a:gd name="csY2" fmla="*/ 45869 h 91359"/>
                  <a:gd name="csX3" fmla="*/ 78177 w 91360"/>
                  <a:gd name="csY3" fmla="*/ 13569 h 91359"/>
                  <a:gd name="csX4" fmla="*/ 45876 w 91360"/>
                  <a:gd name="csY4" fmla="*/ 190 h 91359"/>
                  <a:gd name="csX5" fmla="*/ 13576 w 91360"/>
                  <a:gd name="csY5" fmla="*/ 13569 h 91359"/>
                  <a:gd name="csX6" fmla="*/ 196 w 91360"/>
                  <a:gd name="csY6" fmla="*/ 45869 h 91359"/>
                  <a:gd name="csX7" fmla="*/ 13576 w 91360"/>
                  <a:gd name="csY7" fmla="*/ 78170 h 91359"/>
                  <a:gd name="csX8" fmla="*/ 45876 w 91360"/>
                  <a:gd name="csY8" fmla="*/ 9154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549"/>
                    </a:moveTo>
                    <a:cubicBezTo>
                      <a:pt x="57991" y="91549"/>
                      <a:pt x="69611" y="86736"/>
                      <a:pt x="78177" y="78170"/>
                    </a:cubicBezTo>
                    <a:cubicBezTo>
                      <a:pt x="86744" y="69604"/>
                      <a:pt x="91557" y="57984"/>
                      <a:pt x="91557" y="45869"/>
                    </a:cubicBezTo>
                    <a:cubicBezTo>
                      <a:pt x="91557" y="33755"/>
                      <a:pt x="86744" y="22135"/>
                      <a:pt x="78177" y="13569"/>
                    </a:cubicBezTo>
                    <a:cubicBezTo>
                      <a:pt x="69611" y="5003"/>
                      <a:pt x="57991" y="190"/>
                      <a:pt x="45876" y="190"/>
                    </a:cubicBezTo>
                    <a:cubicBezTo>
                      <a:pt x="33762" y="190"/>
                      <a:pt x="22142" y="5003"/>
                      <a:pt x="13576" y="13569"/>
                    </a:cubicBezTo>
                    <a:cubicBezTo>
                      <a:pt x="5009" y="22135"/>
                      <a:pt x="196" y="33755"/>
                      <a:pt x="196" y="45869"/>
                    </a:cubicBezTo>
                    <a:cubicBezTo>
                      <a:pt x="196" y="57984"/>
                      <a:pt x="5009" y="69604"/>
                      <a:pt x="13576" y="78170"/>
                    </a:cubicBezTo>
                    <a:cubicBezTo>
                      <a:pt x="22142" y="86736"/>
                      <a:pt x="33762" y="91549"/>
                      <a:pt x="45876" y="9154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7" name="任意多边形: 形状 2956"/>
              <p:cNvSpPr/>
              <p:nvPr/>
            </p:nvSpPr>
            <p:spPr>
              <a:xfrm>
                <a:off x="20139416" y="22415616"/>
                <a:ext cx="180000" cy="180000"/>
              </a:xfrm>
              <a:custGeom>
                <a:avLst/>
                <a:gdLst>
                  <a:gd name="csX0" fmla="*/ 45931 w 91360"/>
                  <a:gd name="csY0" fmla="*/ 91498 h 91359"/>
                  <a:gd name="csX1" fmla="*/ 78232 w 91360"/>
                  <a:gd name="csY1" fmla="*/ 78118 h 91359"/>
                  <a:gd name="csX2" fmla="*/ 91612 w 91360"/>
                  <a:gd name="csY2" fmla="*/ 45818 h 91359"/>
                  <a:gd name="csX3" fmla="*/ 78232 w 91360"/>
                  <a:gd name="csY3" fmla="*/ 13518 h 91359"/>
                  <a:gd name="csX4" fmla="*/ 45931 w 91360"/>
                  <a:gd name="csY4" fmla="*/ 138 h 91359"/>
                  <a:gd name="csX5" fmla="*/ 13630 w 91360"/>
                  <a:gd name="csY5" fmla="*/ 13518 h 91359"/>
                  <a:gd name="csX6" fmla="*/ 251 w 91360"/>
                  <a:gd name="csY6" fmla="*/ 45818 h 91359"/>
                  <a:gd name="csX7" fmla="*/ 13630 w 91360"/>
                  <a:gd name="csY7" fmla="*/ 78118 h 91359"/>
                  <a:gd name="csX8" fmla="*/ 45931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1" y="91498"/>
                    </a:moveTo>
                    <a:cubicBezTo>
                      <a:pt x="58046" y="91498"/>
                      <a:pt x="69666" y="86685"/>
                      <a:pt x="78232" y="78118"/>
                    </a:cubicBezTo>
                    <a:cubicBezTo>
                      <a:pt x="86798" y="69552"/>
                      <a:pt x="91612" y="57932"/>
                      <a:pt x="91612" y="45818"/>
                    </a:cubicBezTo>
                    <a:cubicBezTo>
                      <a:pt x="91612" y="33704"/>
                      <a:pt x="86798" y="22084"/>
                      <a:pt x="78232" y="13518"/>
                    </a:cubicBezTo>
                    <a:cubicBezTo>
                      <a:pt x="69666" y="4951"/>
                      <a:pt x="58046" y="138"/>
                      <a:pt x="45931" y="138"/>
                    </a:cubicBezTo>
                    <a:cubicBezTo>
                      <a:pt x="33817" y="138"/>
                      <a:pt x="22197" y="4951"/>
                      <a:pt x="13630" y="13518"/>
                    </a:cubicBezTo>
                    <a:cubicBezTo>
                      <a:pt x="5064" y="22084"/>
                      <a:pt x="251" y="33704"/>
                      <a:pt x="251" y="45818"/>
                    </a:cubicBezTo>
                    <a:cubicBezTo>
                      <a:pt x="251" y="57932"/>
                      <a:pt x="5064" y="69552"/>
                      <a:pt x="13630" y="78118"/>
                    </a:cubicBezTo>
                    <a:cubicBezTo>
                      <a:pt x="22197" y="86685"/>
                      <a:pt x="33817" y="91498"/>
                      <a:pt x="45931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8" name="任意多边形: 形状 2957"/>
              <p:cNvSpPr/>
              <p:nvPr/>
            </p:nvSpPr>
            <p:spPr>
              <a:xfrm>
                <a:off x="19494286" y="23514827"/>
                <a:ext cx="180000" cy="180000"/>
              </a:xfrm>
              <a:custGeom>
                <a:avLst/>
                <a:gdLst>
                  <a:gd name="csX0" fmla="*/ 45911 w 91360"/>
                  <a:gd name="csY0" fmla="*/ 91532 h 91359"/>
                  <a:gd name="csX1" fmla="*/ 78212 w 91360"/>
                  <a:gd name="csY1" fmla="*/ 78152 h 91359"/>
                  <a:gd name="csX2" fmla="*/ 91592 w 91360"/>
                  <a:gd name="csY2" fmla="*/ 45852 h 91359"/>
                  <a:gd name="csX3" fmla="*/ 78212 w 91360"/>
                  <a:gd name="csY3" fmla="*/ 13552 h 91359"/>
                  <a:gd name="csX4" fmla="*/ 45911 w 91360"/>
                  <a:gd name="csY4" fmla="*/ 172 h 91359"/>
                  <a:gd name="csX5" fmla="*/ 13610 w 91360"/>
                  <a:gd name="csY5" fmla="*/ 13552 h 91359"/>
                  <a:gd name="csX6" fmla="*/ 231 w 91360"/>
                  <a:gd name="csY6" fmla="*/ 45852 h 91359"/>
                  <a:gd name="csX7" fmla="*/ 13610 w 91360"/>
                  <a:gd name="csY7" fmla="*/ 78152 h 91359"/>
                  <a:gd name="csX8" fmla="*/ 45911 w 91360"/>
                  <a:gd name="csY8" fmla="*/ 9153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1" y="91532"/>
                    </a:moveTo>
                    <a:cubicBezTo>
                      <a:pt x="58026" y="91532"/>
                      <a:pt x="69646" y="86719"/>
                      <a:pt x="78212" y="78152"/>
                    </a:cubicBezTo>
                    <a:cubicBezTo>
                      <a:pt x="86778" y="69586"/>
                      <a:pt x="91592" y="57966"/>
                      <a:pt x="91592" y="45852"/>
                    </a:cubicBezTo>
                    <a:cubicBezTo>
                      <a:pt x="91592" y="33738"/>
                      <a:pt x="86778" y="22118"/>
                      <a:pt x="78212" y="13552"/>
                    </a:cubicBezTo>
                    <a:cubicBezTo>
                      <a:pt x="69646" y="4985"/>
                      <a:pt x="58026" y="172"/>
                      <a:pt x="45911" y="172"/>
                    </a:cubicBezTo>
                    <a:cubicBezTo>
                      <a:pt x="33797" y="172"/>
                      <a:pt x="22177" y="4985"/>
                      <a:pt x="13610" y="13552"/>
                    </a:cubicBezTo>
                    <a:cubicBezTo>
                      <a:pt x="5044" y="22118"/>
                      <a:pt x="231" y="33738"/>
                      <a:pt x="231" y="45852"/>
                    </a:cubicBezTo>
                    <a:cubicBezTo>
                      <a:pt x="231" y="57966"/>
                      <a:pt x="5044" y="69586"/>
                      <a:pt x="13610" y="78152"/>
                    </a:cubicBezTo>
                    <a:cubicBezTo>
                      <a:pt x="22177" y="86719"/>
                      <a:pt x="33797" y="91532"/>
                      <a:pt x="45911" y="9153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59" name="任意多边形: 形状 2958"/>
              <p:cNvSpPr/>
              <p:nvPr/>
            </p:nvSpPr>
            <p:spPr>
              <a:xfrm>
                <a:off x="18448424" y="21958101"/>
                <a:ext cx="180000" cy="180000"/>
              </a:xfrm>
              <a:custGeom>
                <a:avLst/>
                <a:gdLst>
                  <a:gd name="csX0" fmla="*/ 45879 w 91360"/>
                  <a:gd name="csY0" fmla="*/ 91484 h 91359"/>
                  <a:gd name="csX1" fmla="*/ 78180 w 91360"/>
                  <a:gd name="csY1" fmla="*/ 78104 h 91359"/>
                  <a:gd name="csX2" fmla="*/ 91559 w 91360"/>
                  <a:gd name="csY2" fmla="*/ 45804 h 91359"/>
                  <a:gd name="csX3" fmla="*/ 78180 w 91360"/>
                  <a:gd name="csY3" fmla="*/ 13503 h 91359"/>
                  <a:gd name="csX4" fmla="*/ 45879 w 91360"/>
                  <a:gd name="csY4" fmla="*/ 124 h 91359"/>
                  <a:gd name="csX5" fmla="*/ 13578 w 91360"/>
                  <a:gd name="csY5" fmla="*/ 13503 h 91359"/>
                  <a:gd name="csX6" fmla="*/ 199 w 91360"/>
                  <a:gd name="csY6" fmla="*/ 45804 h 91359"/>
                  <a:gd name="csX7" fmla="*/ 13578 w 91360"/>
                  <a:gd name="csY7" fmla="*/ 78104 h 91359"/>
                  <a:gd name="csX8" fmla="*/ 45879 w 91360"/>
                  <a:gd name="csY8" fmla="*/ 9148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9" y="91484"/>
                    </a:moveTo>
                    <a:cubicBezTo>
                      <a:pt x="57993" y="91484"/>
                      <a:pt x="69613" y="86670"/>
                      <a:pt x="78180" y="78104"/>
                    </a:cubicBezTo>
                    <a:cubicBezTo>
                      <a:pt x="86746" y="69538"/>
                      <a:pt x="91559" y="57918"/>
                      <a:pt x="91559" y="45804"/>
                    </a:cubicBezTo>
                    <a:cubicBezTo>
                      <a:pt x="91559" y="33689"/>
                      <a:pt x="86746" y="22070"/>
                      <a:pt x="78180" y="13503"/>
                    </a:cubicBezTo>
                    <a:cubicBezTo>
                      <a:pt x="69613" y="4937"/>
                      <a:pt x="57993" y="124"/>
                      <a:pt x="45879" y="124"/>
                    </a:cubicBezTo>
                    <a:cubicBezTo>
                      <a:pt x="33764" y="124"/>
                      <a:pt x="22144" y="4937"/>
                      <a:pt x="13578" y="13503"/>
                    </a:cubicBezTo>
                    <a:cubicBezTo>
                      <a:pt x="5012" y="22070"/>
                      <a:pt x="199" y="33689"/>
                      <a:pt x="199" y="45804"/>
                    </a:cubicBezTo>
                    <a:cubicBezTo>
                      <a:pt x="199" y="57918"/>
                      <a:pt x="5012" y="69538"/>
                      <a:pt x="13578" y="78104"/>
                    </a:cubicBezTo>
                    <a:cubicBezTo>
                      <a:pt x="22144" y="86670"/>
                      <a:pt x="33764" y="91484"/>
                      <a:pt x="45879" y="9148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0" name="任意多边形: 形状 2959"/>
              <p:cNvSpPr/>
              <p:nvPr/>
            </p:nvSpPr>
            <p:spPr>
              <a:xfrm>
                <a:off x="17570976" y="24465092"/>
                <a:ext cx="180000" cy="180000"/>
              </a:xfrm>
              <a:custGeom>
                <a:avLst/>
                <a:gdLst>
                  <a:gd name="csX0" fmla="*/ 45889 w 91360"/>
                  <a:gd name="csY0" fmla="*/ 91534 h 91359"/>
                  <a:gd name="csX1" fmla="*/ 78190 w 91360"/>
                  <a:gd name="csY1" fmla="*/ 78155 h 91359"/>
                  <a:gd name="csX2" fmla="*/ 91569 w 91360"/>
                  <a:gd name="csY2" fmla="*/ 45854 h 91359"/>
                  <a:gd name="csX3" fmla="*/ 78190 w 91360"/>
                  <a:gd name="csY3" fmla="*/ 13554 h 91359"/>
                  <a:gd name="csX4" fmla="*/ 45889 w 91360"/>
                  <a:gd name="csY4" fmla="*/ 175 h 91359"/>
                  <a:gd name="csX5" fmla="*/ 13588 w 91360"/>
                  <a:gd name="csY5" fmla="*/ 13554 h 91359"/>
                  <a:gd name="csX6" fmla="*/ 209 w 91360"/>
                  <a:gd name="csY6" fmla="*/ 45854 h 91359"/>
                  <a:gd name="csX7" fmla="*/ 13588 w 91360"/>
                  <a:gd name="csY7" fmla="*/ 78155 h 91359"/>
                  <a:gd name="csX8" fmla="*/ 45889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534"/>
                    </a:moveTo>
                    <a:cubicBezTo>
                      <a:pt x="58004" y="91534"/>
                      <a:pt x="69624" y="86721"/>
                      <a:pt x="78190" y="78155"/>
                    </a:cubicBezTo>
                    <a:cubicBezTo>
                      <a:pt x="86756" y="69588"/>
                      <a:pt x="91569" y="57969"/>
                      <a:pt x="91569" y="45854"/>
                    </a:cubicBezTo>
                    <a:cubicBezTo>
                      <a:pt x="91569" y="33740"/>
                      <a:pt x="86756" y="22120"/>
                      <a:pt x="78190" y="13554"/>
                    </a:cubicBezTo>
                    <a:cubicBezTo>
                      <a:pt x="69624" y="4988"/>
                      <a:pt x="58004" y="175"/>
                      <a:pt x="45889" y="175"/>
                    </a:cubicBezTo>
                    <a:cubicBezTo>
                      <a:pt x="33775" y="175"/>
                      <a:pt x="22155" y="4988"/>
                      <a:pt x="13588" y="13554"/>
                    </a:cubicBezTo>
                    <a:cubicBezTo>
                      <a:pt x="5022" y="22120"/>
                      <a:pt x="209" y="33740"/>
                      <a:pt x="209" y="45854"/>
                    </a:cubicBezTo>
                    <a:cubicBezTo>
                      <a:pt x="209" y="57969"/>
                      <a:pt x="5022" y="69588"/>
                      <a:pt x="13588" y="78155"/>
                    </a:cubicBezTo>
                    <a:cubicBezTo>
                      <a:pt x="22155" y="86721"/>
                      <a:pt x="33775" y="91534"/>
                      <a:pt x="45889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1" name="任意多边形: 形状 2960"/>
              <p:cNvSpPr/>
              <p:nvPr/>
            </p:nvSpPr>
            <p:spPr>
              <a:xfrm>
                <a:off x="17676765" y="22207120"/>
                <a:ext cx="180000" cy="180000"/>
              </a:xfrm>
              <a:custGeom>
                <a:avLst/>
                <a:gdLst>
                  <a:gd name="csX0" fmla="*/ 45885 w 91360"/>
                  <a:gd name="csY0" fmla="*/ 91501 h 91359"/>
                  <a:gd name="csX1" fmla="*/ 78186 w 91360"/>
                  <a:gd name="csY1" fmla="*/ 78122 h 91359"/>
                  <a:gd name="csX2" fmla="*/ 91565 w 91360"/>
                  <a:gd name="csY2" fmla="*/ 45821 h 91359"/>
                  <a:gd name="csX3" fmla="*/ 78186 w 91360"/>
                  <a:gd name="csY3" fmla="*/ 13521 h 91359"/>
                  <a:gd name="csX4" fmla="*/ 45885 w 91360"/>
                  <a:gd name="csY4" fmla="*/ 142 h 91359"/>
                  <a:gd name="csX5" fmla="*/ 13584 w 91360"/>
                  <a:gd name="csY5" fmla="*/ 13521 h 91359"/>
                  <a:gd name="csX6" fmla="*/ 205 w 91360"/>
                  <a:gd name="csY6" fmla="*/ 45821 h 91359"/>
                  <a:gd name="csX7" fmla="*/ 13584 w 91360"/>
                  <a:gd name="csY7" fmla="*/ 78122 h 91359"/>
                  <a:gd name="csX8" fmla="*/ 45885 w 91360"/>
                  <a:gd name="csY8" fmla="*/ 9150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501"/>
                    </a:moveTo>
                    <a:cubicBezTo>
                      <a:pt x="57999" y="91501"/>
                      <a:pt x="69619" y="86688"/>
                      <a:pt x="78186" y="78122"/>
                    </a:cubicBezTo>
                    <a:cubicBezTo>
                      <a:pt x="86752" y="69555"/>
                      <a:pt x="91565" y="57936"/>
                      <a:pt x="91565" y="45821"/>
                    </a:cubicBezTo>
                    <a:cubicBezTo>
                      <a:pt x="91565" y="33707"/>
                      <a:pt x="86752" y="22087"/>
                      <a:pt x="78186" y="13521"/>
                    </a:cubicBezTo>
                    <a:cubicBezTo>
                      <a:pt x="69619" y="4955"/>
                      <a:pt x="57999" y="142"/>
                      <a:pt x="45885" y="142"/>
                    </a:cubicBezTo>
                    <a:cubicBezTo>
                      <a:pt x="33770" y="142"/>
                      <a:pt x="22150" y="4955"/>
                      <a:pt x="13584" y="13521"/>
                    </a:cubicBezTo>
                    <a:cubicBezTo>
                      <a:pt x="5018" y="22087"/>
                      <a:pt x="205" y="33707"/>
                      <a:pt x="205" y="45821"/>
                    </a:cubicBezTo>
                    <a:cubicBezTo>
                      <a:pt x="205" y="57936"/>
                      <a:pt x="5018" y="69555"/>
                      <a:pt x="13584" y="78122"/>
                    </a:cubicBezTo>
                    <a:cubicBezTo>
                      <a:pt x="22150" y="86688"/>
                      <a:pt x="33770" y="91501"/>
                      <a:pt x="45885" y="9150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2" name="任意多边形: 形状 2961"/>
              <p:cNvSpPr/>
              <p:nvPr/>
            </p:nvSpPr>
            <p:spPr>
              <a:xfrm>
                <a:off x="18088415" y="22910960"/>
                <a:ext cx="180000" cy="180000"/>
              </a:xfrm>
              <a:custGeom>
                <a:avLst/>
                <a:gdLst>
                  <a:gd name="csX0" fmla="*/ 45868 w 91360"/>
                  <a:gd name="csY0" fmla="*/ 91513 h 91359"/>
                  <a:gd name="csX1" fmla="*/ 78169 w 91360"/>
                  <a:gd name="csY1" fmla="*/ 78134 h 91359"/>
                  <a:gd name="csX2" fmla="*/ 91548 w 91360"/>
                  <a:gd name="csY2" fmla="*/ 45833 h 91359"/>
                  <a:gd name="csX3" fmla="*/ 78169 w 91360"/>
                  <a:gd name="csY3" fmla="*/ 13533 h 91359"/>
                  <a:gd name="csX4" fmla="*/ 45868 w 91360"/>
                  <a:gd name="csY4" fmla="*/ 154 h 91359"/>
                  <a:gd name="csX5" fmla="*/ 13567 w 91360"/>
                  <a:gd name="csY5" fmla="*/ 13533 h 91359"/>
                  <a:gd name="csX6" fmla="*/ 188 w 91360"/>
                  <a:gd name="csY6" fmla="*/ 45833 h 91359"/>
                  <a:gd name="csX7" fmla="*/ 13567 w 91360"/>
                  <a:gd name="csY7" fmla="*/ 78134 h 91359"/>
                  <a:gd name="csX8" fmla="*/ 45868 w 91360"/>
                  <a:gd name="csY8" fmla="*/ 9151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13"/>
                    </a:moveTo>
                    <a:cubicBezTo>
                      <a:pt x="57982" y="91513"/>
                      <a:pt x="69602" y="86700"/>
                      <a:pt x="78169" y="78134"/>
                    </a:cubicBezTo>
                    <a:cubicBezTo>
                      <a:pt x="86735" y="69568"/>
                      <a:pt x="91548" y="57948"/>
                      <a:pt x="91548" y="45833"/>
                    </a:cubicBezTo>
                    <a:cubicBezTo>
                      <a:pt x="91548" y="33719"/>
                      <a:pt x="86735" y="22099"/>
                      <a:pt x="78169" y="13533"/>
                    </a:cubicBezTo>
                    <a:cubicBezTo>
                      <a:pt x="69602" y="4967"/>
                      <a:pt x="57982" y="154"/>
                      <a:pt x="45868" y="154"/>
                    </a:cubicBezTo>
                    <a:cubicBezTo>
                      <a:pt x="33753" y="154"/>
                      <a:pt x="22133" y="4967"/>
                      <a:pt x="13567" y="13533"/>
                    </a:cubicBezTo>
                    <a:cubicBezTo>
                      <a:pt x="5001" y="22099"/>
                      <a:pt x="188" y="33719"/>
                      <a:pt x="188" y="45833"/>
                    </a:cubicBezTo>
                    <a:cubicBezTo>
                      <a:pt x="188" y="57948"/>
                      <a:pt x="5001" y="69568"/>
                      <a:pt x="13567" y="78134"/>
                    </a:cubicBezTo>
                    <a:cubicBezTo>
                      <a:pt x="22133" y="86700"/>
                      <a:pt x="33753" y="91513"/>
                      <a:pt x="45868" y="9151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3" name="任意多边形: 形状 2962"/>
              <p:cNvSpPr/>
              <p:nvPr/>
            </p:nvSpPr>
            <p:spPr>
              <a:xfrm>
                <a:off x="17026943" y="22185213"/>
                <a:ext cx="180000" cy="180000"/>
              </a:xfrm>
              <a:custGeom>
                <a:avLst/>
                <a:gdLst>
                  <a:gd name="csX0" fmla="*/ 45835 w 91360"/>
                  <a:gd name="csY0" fmla="*/ 91491 h 91359"/>
                  <a:gd name="csX1" fmla="*/ 78136 w 91360"/>
                  <a:gd name="csY1" fmla="*/ 78111 h 91359"/>
                  <a:gd name="csX2" fmla="*/ 91515 w 91360"/>
                  <a:gd name="csY2" fmla="*/ 45811 h 91359"/>
                  <a:gd name="csX3" fmla="*/ 78136 w 91360"/>
                  <a:gd name="csY3" fmla="*/ 13510 h 91359"/>
                  <a:gd name="csX4" fmla="*/ 45835 w 91360"/>
                  <a:gd name="csY4" fmla="*/ 131 h 91359"/>
                  <a:gd name="csX5" fmla="*/ 13534 w 91360"/>
                  <a:gd name="csY5" fmla="*/ 13510 h 91359"/>
                  <a:gd name="csX6" fmla="*/ 155 w 91360"/>
                  <a:gd name="csY6" fmla="*/ 45811 h 91359"/>
                  <a:gd name="csX7" fmla="*/ 13534 w 91360"/>
                  <a:gd name="csY7" fmla="*/ 78111 h 91359"/>
                  <a:gd name="csX8" fmla="*/ 45835 w 91360"/>
                  <a:gd name="csY8" fmla="*/ 9149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5" y="91491"/>
                    </a:moveTo>
                    <a:cubicBezTo>
                      <a:pt x="57949" y="91491"/>
                      <a:pt x="69569" y="86677"/>
                      <a:pt x="78136" y="78111"/>
                    </a:cubicBezTo>
                    <a:cubicBezTo>
                      <a:pt x="86702" y="69545"/>
                      <a:pt x="91515" y="57925"/>
                      <a:pt x="91515" y="45811"/>
                    </a:cubicBezTo>
                    <a:cubicBezTo>
                      <a:pt x="91515" y="33696"/>
                      <a:pt x="86702" y="22077"/>
                      <a:pt x="78136" y="13510"/>
                    </a:cubicBezTo>
                    <a:cubicBezTo>
                      <a:pt x="69569" y="4944"/>
                      <a:pt x="57949" y="131"/>
                      <a:pt x="45835" y="131"/>
                    </a:cubicBezTo>
                    <a:cubicBezTo>
                      <a:pt x="33720" y="131"/>
                      <a:pt x="22100" y="4944"/>
                      <a:pt x="13534" y="13510"/>
                    </a:cubicBezTo>
                    <a:cubicBezTo>
                      <a:pt x="4968" y="22077"/>
                      <a:pt x="155" y="33696"/>
                      <a:pt x="155" y="45811"/>
                    </a:cubicBezTo>
                    <a:cubicBezTo>
                      <a:pt x="155" y="57925"/>
                      <a:pt x="4968" y="69545"/>
                      <a:pt x="13534" y="78111"/>
                    </a:cubicBezTo>
                    <a:cubicBezTo>
                      <a:pt x="22100" y="86677"/>
                      <a:pt x="33720" y="91491"/>
                      <a:pt x="45835" y="9149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4" name="任意多边形: 形状 2963"/>
              <p:cNvSpPr/>
              <p:nvPr/>
            </p:nvSpPr>
            <p:spPr>
              <a:xfrm>
                <a:off x="19004158" y="22076798"/>
                <a:ext cx="180000" cy="180000"/>
              </a:xfrm>
              <a:custGeom>
                <a:avLst/>
                <a:gdLst>
                  <a:gd name="csX0" fmla="*/ 45892 w 91360"/>
                  <a:gd name="csY0" fmla="*/ 91531 h 91359"/>
                  <a:gd name="csX1" fmla="*/ 78193 w 91360"/>
                  <a:gd name="csY1" fmla="*/ 78152 h 91359"/>
                  <a:gd name="csX2" fmla="*/ 91572 w 91360"/>
                  <a:gd name="csY2" fmla="*/ 45851 h 91359"/>
                  <a:gd name="csX3" fmla="*/ 78193 w 91360"/>
                  <a:gd name="csY3" fmla="*/ 13551 h 91359"/>
                  <a:gd name="csX4" fmla="*/ 45892 w 91360"/>
                  <a:gd name="csY4" fmla="*/ 172 h 91359"/>
                  <a:gd name="csX5" fmla="*/ 13591 w 91360"/>
                  <a:gd name="csY5" fmla="*/ 13551 h 91359"/>
                  <a:gd name="csX6" fmla="*/ 212 w 91360"/>
                  <a:gd name="csY6" fmla="*/ 45851 h 91359"/>
                  <a:gd name="csX7" fmla="*/ 13591 w 91360"/>
                  <a:gd name="csY7" fmla="*/ 78152 h 91359"/>
                  <a:gd name="csX8" fmla="*/ 45892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2" y="91531"/>
                    </a:moveTo>
                    <a:cubicBezTo>
                      <a:pt x="58007" y="91531"/>
                      <a:pt x="69627" y="86718"/>
                      <a:pt x="78193" y="78152"/>
                    </a:cubicBezTo>
                    <a:cubicBezTo>
                      <a:pt x="86759" y="69586"/>
                      <a:pt x="91572" y="57966"/>
                      <a:pt x="91572" y="45851"/>
                    </a:cubicBezTo>
                    <a:cubicBezTo>
                      <a:pt x="91572" y="33737"/>
                      <a:pt x="86759" y="22117"/>
                      <a:pt x="78193" y="13551"/>
                    </a:cubicBezTo>
                    <a:cubicBezTo>
                      <a:pt x="69627" y="4985"/>
                      <a:pt x="58007" y="172"/>
                      <a:pt x="45892" y="172"/>
                    </a:cubicBezTo>
                    <a:cubicBezTo>
                      <a:pt x="33778" y="172"/>
                      <a:pt x="22158" y="4985"/>
                      <a:pt x="13591" y="13551"/>
                    </a:cubicBezTo>
                    <a:cubicBezTo>
                      <a:pt x="5025" y="22117"/>
                      <a:pt x="212" y="33737"/>
                      <a:pt x="212" y="45851"/>
                    </a:cubicBezTo>
                    <a:cubicBezTo>
                      <a:pt x="212" y="57966"/>
                      <a:pt x="5025" y="69586"/>
                      <a:pt x="13591" y="78152"/>
                    </a:cubicBezTo>
                    <a:cubicBezTo>
                      <a:pt x="22158" y="86718"/>
                      <a:pt x="33778" y="91531"/>
                      <a:pt x="45892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5" name="任意多边形: 形状 2964"/>
              <p:cNvSpPr/>
              <p:nvPr/>
            </p:nvSpPr>
            <p:spPr>
              <a:xfrm>
                <a:off x="18298066" y="23716800"/>
                <a:ext cx="180000" cy="180000"/>
              </a:xfrm>
              <a:custGeom>
                <a:avLst/>
                <a:gdLst>
                  <a:gd name="csX0" fmla="*/ 45874 w 91360"/>
                  <a:gd name="csY0" fmla="*/ 91538 h 91359"/>
                  <a:gd name="csX1" fmla="*/ 78175 w 91360"/>
                  <a:gd name="csY1" fmla="*/ 78159 h 91359"/>
                  <a:gd name="csX2" fmla="*/ 91555 w 91360"/>
                  <a:gd name="csY2" fmla="*/ 45858 h 91359"/>
                  <a:gd name="csX3" fmla="*/ 78175 w 91360"/>
                  <a:gd name="csY3" fmla="*/ 13558 h 91359"/>
                  <a:gd name="csX4" fmla="*/ 45874 w 91360"/>
                  <a:gd name="csY4" fmla="*/ 179 h 91359"/>
                  <a:gd name="csX5" fmla="*/ 13573 w 91360"/>
                  <a:gd name="csY5" fmla="*/ 13558 h 91359"/>
                  <a:gd name="csX6" fmla="*/ 194 w 91360"/>
                  <a:gd name="csY6" fmla="*/ 45858 h 91359"/>
                  <a:gd name="csX7" fmla="*/ 13573 w 91360"/>
                  <a:gd name="csY7" fmla="*/ 78159 h 91359"/>
                  <a:gd name="csX8" fmla="*/ 45874 w 91360"/>
                  <a:gd name="csY8" fmla="*/ 9153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4" y="91538"/>
                    </a:moveTo>
                    <a:cubicBezTo>
                      <a:pt x="57989" y="91538"/>
                      <a:pt x="69609" y="86725"/>
                      <a:pt x="78175" y="78159"/>
                    </a:cubicBezTo>
                    <a:cubicBezTo>
                      <a:pt x="86741" y="69593"/>
                      <a:pt x="91555" y="57973"/>
                      <a:pt x="91555" y="45858"/>
                    </a:cubicBezTo>
                    <a:cubicBezTo>
                      <a:pt x="91555" y="33744"/>
                      <a:pt x="86741" y="22124"/>
                      <a:pt x="78175" y="13558"/>
                    </a:cubicBezTo>
                    <a:cubicBezTo>
                      <a:pt x="69609" y="4992"/>
                      <a:pt x="57989" y="179"/>
                      <a:pt x="45874" y="179"/>
                    </a:cubicBezTo>
                    <a:cubicBezTo>
                      <a:pt x="33760" y="179"/>
                      <a:pt x="22140" y="4992"/>
                      <a:pt x="13573" y="13558"/>
                    </a:cubicBezTo>
                    <a:cubicBezTo>
                      <a:pt x="5007" y="22124"/>
                      <a:pt x="194" y="33744"/>
                      <a:pt x="194" y="45858"/>
                    </a:cubicBezTo>
                    <a:cubicBezTo>
                      <a:pt x="194" y="57973"/>
                      <a:pt x="5007" y="69593"/>
                      <a:pt x="13573" y="78159"/>
                    </a:cubicBezTo>
                    <a:cubicBezTo>
                      <a:pt x="22140" y="86725"/>
                      <a:pt x="33760" y="91538"/>
                      <a:pt x="45874" y="9153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6" name="任意多边形: 形状 2965"/>
              <p:cNvSpPr/>
              <p:nvPr/>
            </p:nvSpPr>
            <p:spPr>
              <a:xfrm>
                <a:off x="17968607" y="21474585"/>
                <a:ext cx="180000" cy="180000"/>
              </a:xfrm>
              <a:custGeom>
                <a:avLst/>
                <a:gdLst>
                  <a:gd name="csX0" fmla="*/ 45864 w 91360"/>
                  <a:gd name="csY0" fmla="*/ 91469 h 91359"/>
                  <a:gd name="csX1" fmla="*/ 78165 w 91360"/>
                  <a:gd name="csY1" fmla="*/ 78089 h 91359"/>
                  <a:gd name="csX2" fmla="*/ 91544 w 91360"/>
                  <a:gd name="csY2" fmla="*/ 45789 h 91359"/>
                  <a:gd name="csX3" fmla="*/ 78165 w 91360"/>
                  <a:gd name="csY3" fmla="*/ 13488 h 91359"/>
                  <a:gd name="csX4" fmla="*/ 45864 w 91360"/>
                  <a:gd name="csY4" fmla="*/ 109 h 91359"/>
                  <a:gd name="csX5" fmla="*/ 13563 w 91360"/>
                  <a:gd name="csY5" fmla="*/ 13488 h 91359"/>
                  <a:gd name="csX6" fmla="*/ 184 w 91360"/>
                  <a:gd name="csY6" fmla="*/ 45789 h 91359"/>
                  <a:gd name="csX7" fmla="*/ 13563 w 91360"/>
                  <a:gd name="csY7" fmla="*/ 78089 h 91359"/>
                  <a:gd name="csX8" fmla="*/ 45864 w 91360"/>
                  <a:gd name="csY8" fmla="*/ 9146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469"/>
                    </a:moveTo>
                    <a:cubicBezTo>
                      <a:pt x="57979" y="91469"/>
                      <a:pt x="69599" y="86655"/>
                      <a:pt x="78165" y="78089"/>
                    </a:cubicBezTo>
                    <a:cubicBezTo>
                      <a:pt x="86731" y="69523"/>
                      <a:pt x="91544" y="57903"/>
                      <a:pt x="91544" y="45789"/>
                    </a:cubicBezTo>
                    <a:cubicBezTo>
                      <a:pt x="91544" y="33674"/>
                      <a:pt x="86731" y="22055"/>
                      <a:pt x="78165" y="13488"/>
                    </a:cubicBezTo>
                    <a:cubicBezTo>
                      <a:pt x="69599" y="4922"/>
                      <a:pt x="57979" y="109"/>
                      <a:pt x="45864" y="109"/>
                    </a:cubicBezTo>
                    <a:cubicBezTo>
                      <a:pt x="33750" y="109"/>
                      <a:pt x="22130" y="4922"/>
                      <a:pt x="13563" y="13488"/>
                    </a:cubicBezTo>
                    <a:cubicBezTo>
                      <a:pt x="4997" y="22055"/>
                      <a:pt x="184" y="33674"/>
                      <a:pt x="184" y="45789"/>
                    </a:cubicBezTo>
                    <a:cubicBezTo>
                      <a:pt x="184" y="57903"/>
                      <a:pt x="4997" y="69523"/>
                      <a:pt x="13563" y="78089"/>
                    </a:cubicBezTo>
                    <a:cubicBezTo>
                      <a:pt x="22130" y="86655"/>
                      <a:pt x="33750" y="91469"/>
                      <a:pt x="45864" y="9146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7" name="任意多边形: 形状 2966"/>
              <p:cNvSpPr/>
              <p:nvPr/>
            </p:nvSpPr>
            <p:spPr>
              <a:xfrm>
                <a:off x="17197306" y="23378889"/>
                <a:ext cx="180000" cy="180000"/>
              </a:xfrm>
              <a:custGeom>
                <a:avLst/>
                <a:gdLst>
                  <a:gd name="csX0" fmla="*/ 45840 w 91360"/>
                  <a:gd name="csY0" fmla="*/ 91528 h 91359"/>
                  <a:gd name="csX1" fmla="*/ 78141 w 91360"/>
                  <a:gd name="csY1" fmla="*/ 78148 h 91359"/>
                  <a:gd name="csX2" fmla="*/ 91520 w 91360"/>
                  <a:gd name="csY2" fmla="*/ 45848 h 91359"/>
                  <a:gd name="csX3" fmla="*/ 78141 w 91360"/>
                  <a:gd name="csY3" fmla="*/ 13547 h 91359"/>
                  <a:gd name="csX4" fmla="*/ 45840 w 91360"/>
                  <a:gd name="csY4" fmla="*/ 168 h 91359"/>
                  <a:gd name="csX5" fmla="*/ 13539 w 91360"/>
                  <a:gd name="csY5" fmla="*/ 13547 h 91359"/>
                  <a:gd name="csX6" fmla="*/ 160 w 91360"/>
                  <a:gd name="csY6" fmla="*/ 45848 h 91359"/>
                  <a:gd name="csX7" fmla="*/ 13539 w 91360"/>
                  <a:gd name="csY7" fmla="*/ 78148 h 91359"/>
                  <a:gd name="csX8" fmla="*/ 45840 w 91360"/>
                  <a:gd name="csY8" fmla="*/ 9152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0" y="91528"/>
                    </a:moveTo>
                    <a:cubicBezTo>
                      <a:pt x="57955" y="91528"/>
                      <a:pt x="69575" y="86714"/>
                      <a:pt x="78141" y="78148"/>
                    </a:cubicBezTo>
                    <a:cubicBezTo>
                      <a:pt x="86707" y="69582"/>
                      <a:pt x="91520" y="57962"/>
                      <a:pt x="91520" y="45848"/>
                    </a:cubicBezTo>
                    <a:cubicBezTo>
                      <a:pt x="91520" y="33733"/>
                      <a:pt x="86707" y="22114"/>
                      <a:pt x="78141" y="13547"/>
                    </a:cubicBezTo>
                    <a:cubicBezTo>
                      <a:pt x="69575" y="4981"/>
                      <a:pt x="57955" y="168"/>
                      <a:pt x="45840" y="168"/>
                    </a:cubicBezTo>
                    <a:cubicBezTo>
                      <a:pt x="33726" y="168"/>
                      <a:pt x="22106" y="4981"/>
                      <a:pt x="13539" y="13547"/>
                    </a:cubicBezTo>
                    <a:cubicBezTo>
                      <a:pt x="4973" y="22114"/>
                      <a:pt x="160" y="33733"/>
                      <a:pt x="160" y="45848"/>
                    </a:cubicBezTo>
                    <a:cubicBezTo>
                      <a:pt x="160" y="57962"/>
                      <a:pt x="4973" y="69582"/>
                      <a:pt x="13539" y="78148"/>
                    </a:cubicBezTo>
                    <a:cubicBezTo>
                      <a:pt x="22106" y="86714"/>
                      <a:pt x="33726" y="91528"/>
                      <a:pt x="45840" y="9152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8" name="任意多边形: 形状 2967"/>
              <p:cNvSpPr/>
              <p:nvPr/>
            </p:nvSpPr>
            <p:spPr>
              <a:xfrm>
                <a:off x="17463751" y="23750837"/>
                <a:ext cx="180000" cy="180000"/>
              </a:xfrm>
              <a:custGeom>
                <a:avLst/>
                <a:gdLst>
                  <a:gd name="csX0" fmla="*/ 45848 w 91360"/>
                  <a:gd name="csY0" fmla="*/ 91511 h 91359"/>
                  <a:gd name="csX1" fmla="*/ 78149 w 91360"/>
                  <a:gd name="csY1" fmla="*/ 78131 h 91359"/>
                  <a:gd name="csX2" fmla="*/ 91528 w 91360"/>
                  <a:gd name="csY2" fmla="*/ 45831 h 91359"/>
                  <a:gd name="csX3" fmla="*/ 78149 w 91360"/>
                  <a:gd name="csY3" fmla="*/ 13531 h 91359"/>
                  <a:gd name="csX4" fmla="*/ 45848 w 91360"/>
                  <a:gd name="csY4" fmla="*/ 151 h 91359"/>
                  <a:gd name="csX5" fmla="*/ 13547 w 91360"/>
                  <a:gd name="csY5" fmla="*/ 13531 h 91359"/>
                  <a:gd name="csX6" fmla="*/ 168 w 91360"/>
                  <a:gd name="csY6" fmla="*/ 45831 h 91359"/>
                  <a:gd name="csX7" fmla="*/ 13547 w 91360"/>
                  <a:gd name="csY7" fmla="*/ 78131 h 91359"/>
                  <a:gd name="csX8" fmla="*/ 45848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8" y="91511"/>
                    </a:moveTo>
                    <a:cubicBezTo>
                      <a:pt x="57963" y="91511"/>
                      <a:pt x="69583" y="86698"/>
                      <a:pt x="78149" y="78131"/>
                    </a:cubicBezTo>
                    <a:cubicBezTo>
                      <a:pt x="86715" y="69565"/>
                      <a:pt x="91528" y="57945"/>
                      <a:pt x="91528" y="45831"/>
                    </a:cubicBezTo>
                    <a:cubicBezTo>
                      <a:pt x="91528" y="33717"/>
                      <a:pt x="86715" y="22097"/>
                      <a:pt x="78149" y="13531"/>
                    </a:cubicBezTo>
                    <a:cubicBezTo>
                      <a:pt x="69583" y="4964"/>
                      <a:pt x="57963" y="151"/>
                      <a:pt x="45848" y="151"/>
                    </a:cubicBezTo>
                    <a:cubicBezTo>
                      <a:pt x="33734" y="151"/>
                      <a:pt x="22114" y="4964"/>
                      <a:pt x="13547" y="13531"/>
                    </a:cubicBezTo>
                    <a:cubicBezTo>
                      <a:pt x="4981" y="22097"/>
                      <a:pt x="168" y="33717"/>
                      <a:pt x="168" y="45831"/>
                    </a:cubicBezTo>
                    <a:cubicBezTo>
                      <a:pt x="168" y="57945"/>
                      <a:pt x="4981" y="69565"/>
                      <a:pt x="13547" y="78131"/>
                    </a:cubicBezTo>
                    <a:cubicBezTo>
                      <a:pt x="22114" y="86698"/>
                      <a:pt x="33734" y="91511"/>
                      <a:pt x="45848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69" name="任意多边形: 形状 2968"/>
              <p:cNvSpPr/>
              <p:nvPr/>
            </p:nvSpPr>
            <p:spPr>
              <a:xfrm>
                <a:off x="17961116" y="22027955"/>
                <a:ext cx="180000" cy="180000"/>
              </a:xfrm>
              <a:custGeom>
                <a:avLst/>
                <a:gdLst>
                  <a:gd name="csX0" fmla="*/ 45864 w 91360"/>
                  <a:gd name="csY0" fmla="*/ 91486 h 91359"/>
                  <a:gd name="csX1" fmla="*/ 78165 w 91360"/>
                  <a:gd name="csY1" fmla="*/ 78106 h 91359"/>
                  <a:gd name="csX2" fmla="*/ 91544 w 91360"/>
                  <a:gd name="csY2" fmla="*/ 45806 h 91359"/>
                  <a:gd name="csX3" fmla="*/ 78165 w 91360"/>
                  <a:gd name="csY3" fmla="*/ 13506 h 91359"/>
                  <a:gd name="csX4" fmla="*/ 45864 w 91360"/>
                  <a:gd name="csY4" fmla="*/ 126 h 91359"/>
                  <a:gd name="csX5" fmla="*/ 13563 w 91360"/>
                  <a:gd name="csY5" fmla="*/ 13506 h 91359"/>
                  <a:gd name="csX6" fmla="*/ 184 w 91360"/>
                  <a:gd name="csY6" fmla="*/ 45806 h 91359"/>
                  <a:gd name="csX7" fmla="*/ 13563 w 91360"/>
                  <a:gd name="csY7" fmla="*/ 78106 h 91359"/>
                  <a:gd name="csX8" fmla="*/ 45864 w 91360"/>
                  <a:gd name="csY8" fmla="*/ 9148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486"/>
                    </a:moveTo>
                    <a:cubicBezTo>
                      <a:pt x="57978" y="91486"/>
                      <a:pt x="69598" y="86673"/>
                      <a:pt x="78165" y="78106"/>
                    </a:cubicBezTo>
                    <a:cubicBezTo>
                      <a:pt x="86731" y="69540"/>
                      <a:pt x="91544" y="57920"/>
                      <a:pt x="91544" y="45806"/>
                    </a:cubicBezTo>
                    <a:cubicBezTo>
                      <a:pt x="91544" y="33692"/>
                      <a:pt x="86731" y="22072"/>
                      <a:pt x="78165" y="13506"/>
                    </a:cubicBezTo>
                    <a:cubicBezTo>
                      <a:pt x="69598" y="4939"/>
                      <a:pt x="57978" y="126"/>
                      <a:pt x="45864" y="126"/>
                    </a:cubicBezTo>
                    <a:cubicBezTo>
                      <a:pt x="33749" y="126"/>
                      <a:pt x="22129" y="4939"/>
                      <a:pt x="13563" y="13506"/>
                    </a:cubicBezTo>
                    <a:cubicBezTo>
                      <a:pt x="4997" y="22072"/>
                      <a:pt x="184" y="33692"/>
                      <a:pt x="184" y="45806"/>
                    </a:cubicBezTo>
                    <a:cubicBezTo>
                      <a:pt x="184" y="57920"/>
                      <a:pt x="4997" y="69540"/>
                      <a:pt x="13563" y="78106"/>
                    </a:cubicBezTo>
                    <a:cubicBezTo>
                      <a:pt x="22129" y="86673"/>
                      <a:pt x="33749" y="91486"/>
                      <a:pt x="45864" y="9148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0" name="任意多边形: 形状 2969"/>
              <p:cNvSpPr/>
              <p:nvPr/>
            </p:nvSpPr>
            <p:spPr>
              <a:xfrm>
                <a:off x="19345622" y="22332114"/>
                <a:ext cx="180000" cy="180000"/>
              </a:xfrm>
              <a:custGeom>
                <a:avLst/>
                <a:gdLst>
                  <a:gd name="csX0" fmla="*/ 45907 w 91360"/>
                  <a:gd name="csY0" fmla="*/ 91495 h 91359"/>
                  <a:gd name="csX1" fmla="*/ 78207 w 91360"/>
                  <a:gd name="csY1" fmla="*/ 78116 h 91359"/>
                  <a:gd name="csX2" fmla="*/ 91587 w 91360"/>
                  <a:gd name="csY2" fmla="*/ 45815 h 91359"/>
                  <a:gd name="csX3" fmla="*/ 78207 w 91360"/>
                  <a:gd name="csY3" fmla="*/ 13515 h 91359"/>
                  <a:gd name="csX4" fmla="*/ 45907 w 91360"/>
                  <a:gd name="csY4" fmla="*/ 136 h 91359"/>
                  <a:gd name="csX5" fmla="*/ 13606 w 91360"/>
                  <a:gd name="csY5" fmla="*/ 13515 h 91359"/>
                  <a:gd name="csX6" fmla="*/ 226 w 91360"/>
                  <a:gd name="csY6" fmla="*/ 45815 h 91359"/>
                  <a:gd name="csX7" fmla="*/ 13606 w 91360"/>
                  <a:gd name="csY7" fmla="*/ 78116 h 91359"/>
                  <a:gd name="csX8" fmla="*/ 45907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7" y="91495"/>
                    </a:moveTo>
                    <a:cubicBezTo>
                      <a:pt x="58021" y="91495"/>
                      <a:pt x="69641" y="86682"/>
                      <a:pt x="78207" y="78116"/>
                    </a:cubicBezTo>
                    <a:cubicBezTo>
                      <a:pt x="86774" y="69550"/>
                      <a:pt x="91587" y="57930"/>
                      <a:pt x="91587" y="45815"/>
                    </a:cubicBezTo>
                    <a:cubicBezTo>
                      <a:pt x="91587" y="33701"/>
                      <a:pt x="86774" y="22081"/>
                      <a:pt x="78207" y="13515"/>
                    </a:cubicBezTo>
                    <a:cubicBezTo>
                      <a:pt x="69641" y="4949"/>
                      <a:pt x="58021" y="136"/>
                      <a:pt x="45907" y="136"/>
                    </a:cubicBezTo>
                    <a:cubicBezTo>
                      <a:pt x="33792" y="136"/>
                      <a:pt x="22172" y="4949"/>
                      <a:pt x="13606" y="13515"/>
                    </a:cubicBezTo>
                    <a:cubicBezTo>
                      <a:pt x="5040" y="22081"/>
                      <a:pt x="226" y="33701"/>
                      <a:pt x="226" y="45815"/>
                    </a:cubicBezTo>
                    <a:cubicBezTo>
                      <a:pt x="226" y="57930"/>
                      <a:pt x="5040" y="69550"/>
                      <a:pt x="13606" y="78116"/>
                    </a:cubicBezTo>
                    <a:cubicBezTo>
                      <a:pt x="22172" y="86682"/>
                      <a:pt x="33792" y="91495"/>
                      <a:pt x="45907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1" name="任意多边形: 形状 2970"/>
              <p:cNvSpPr/>
              <p:nvPr/>
            </p:nvSpPr>
            <p:spPr>
              <a:xfrm>
                <a:off x="18689857" y="24918057"/>
                <a:ext cx="180000" cy="180000"/>
              </a:xfrm>
              <a:custGeom>
                <a:avLst/>
                <a:gdLst>
                  <a:gd name="csX0" fmla="*/ 45886 w 91360"/>
                  <a:gd name="csY0" fmla="*/ 91575 h 91359"/>
                  <a:gd name="csX1" fmla="*/ 78187 w 91360"/>
                  <a:gd name="csY1" fmla="*/ 78196 h 91359"/>
                  <a:gd name="csX2" fmla="*/ 91567 w 91360"/>
                  <a:gd name="csY2" fmla="*/ 45896 h 91359"/>
                  <a:gd name="csX3" fmla="*/ 78187 w 91360"/>
                  <a:gd name="csY3" fmla="*/ 13595 h 91359"/>
                  <a:gd name="csX4" fmla="*/ 45886 w 91360"/>
                  <a:gd name="csY4" fmla="*/ 216 h 91359"/>
                  <a:gd name="csX5" fmla="*/ 13586 w 91360"/>
                  <a:gd name="csY5" fmla="*/ 13595 h 91359"/>
                  <a:gd name="csX6" fmla="*/ 206 w 91360"/>
                  <a:gd name="csY6" fmla="*/ 45896 h 91359"/>
                  <a:gd name="csX7" fmla="*/ 13586 w 91360"/>
                  <a:gd name="csY7" fmla="*/ 78196 h 91359"/>
                  <a:gd name="csX8" fmla="*/ 45886 w 91360"/>
                  <a:gd name="csY8" fmla="*/ 9157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575"/>
                    </a:moveTo>
                    <a:cubicBezTo>
                      <a:pt x="58001" y="91575"/>
                      <a:pt x="69621" y="86762"/>
                      <a:pt x="78187" y="78196"/>
                    </a:cubicBezTo>
                    <a:cubicBezTo>
                      <a:pt x="86753" y="69630"/>
                      <a:pt x="91567" y="58010"/>
                      <a:pt x="91567" y="45896"/>
                    </a:cubicBezTo>
                    <a:cubicBezTo>
                      <a:pt x="91567" y="33781"/>
                      <a:pt x="86753" y="22161"/>
                      <a:pt x="78187" y="13595"/>
                    </a:cubicBezTo>
                    <a:cubicBezTo>
                      <a:pt x="69621" y="5029"/>
                      <a:pt x="58001" y="216"/>
                      <a:pt x="45886" y="216"/>
                    </a:cubicBezTo>
                    <a:cubicBezTo>
                      <a:pt x="33772" y="216"/>
                      <a:pt x="22152" y="5029"/>
                      <a:pt x="13586" y="13595"/>
                    </a:cubicBezTo>
                    <a:cubicBezTo>
                      <a:pt x="5019" y="22161"/>
                      <a:pt x="206" y="33781"/>
                      <a:pt x="206" y="45896"/>
                    </a:cubicBezTo>
                    <a:cubicBezTo>
                      <a:pt x="206" y="58010"/>
                      <a:pt x="5019" y="69630"/>
                      <a:pt x="13586" y="78196"/>
                    </a:cubicBezTo>
                    <a:cubicBezTo>
                      <a:pt x="22152" y="86762"/>
                      <a:pt x="33772" y="91575"/>
                      <a:pt x="45886" y="9157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2" name="任意多边形: 形状 2971"/>
              <p:cNvSpPr/>
              <p:nvPr/>
            </p:nvSpPr>
            <p:spPr>
              <a:xfrm>
                <a:off x="19264688" y="23804569"/>
                <a:ext cx="180000" cy="180000"/>
              </a:xfrm>
              <a:custGeom>
                <a:avLst/>
                <a:gdLst>
                  <a:gd name="csX0" fmla="*/ 45904 w 91360"/>
                  <a:gd name="csY0" fmla="*/ 91541 h 91359"/>
                  <a:gd name="csX1" fmla="*/ 78205 w 91360"/>
                  <a:gd name="csY1" fmla="*/ 78161 h 91359"/>
                  <a:gd name="csX2" fmla="*/ 91584 w 91360"/>
                  <a:gd name="csY2" fmla="*/ 45861 h 91359"/>
                  <a:gd name="csX3" fmla="*/ 78205 w 91360"/>
                  <a:gd name="csY3" fmla="*/ 13561 h 91359"/>
                  <a:gd name="csX4" fmla="*/ 45904 w 91360"/>
                  <a:gd name="csY4" fmla="*/ 181 h 91359"/>
                  <a:gd name="csX5" fmla="*/ 13603 w 91360"/>
                  <a:gd name="csY5" fmla="*/ 13561 h 91359"/>
                  <a:gd name="csX6" fmla="*/ 224 w 91360"/>
                  <a:gd name="csY6" fmla="*/ 45861 h 91359"/>
                  <a:gd name="csX7" fmla="*/ 13603 w 91360"/>
                  <a:gd name="csY7" fmla="*/ 78161 h 91359"/>
                  <a:gd name="csX8" fmla="*/ 45904 w 91360"/>
                  <a:gd name="csY8" fmla="*/ 9154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4" y="91541"/>
                    </a:moveTo>
                    <a:cubicBezTo>
                      <a:pt x="58019" y="91541"/>
                      <a:pt x="69639" y="86728"/>
                      <a:pt x="78205" y="78161"/>
                    </a:cubicBezTo>
                    <a:cubicBezTo>
                      <a:pt x="86771" y="69595"/>
                      <a:pt x="91584" y="57975"/>
                      <a:pt x="91584" y="45861"/>
                    </a:cubicBezTo>
                    <a:cubicBezTo>
                      <a:pt x="91584" y="33747"/>
                      <a:pt x="86771" y="22127"/>
                      <a:pt x="78205" y="13561"/>
                    </a:cubicBezTo>
                    <a:cubicBezTo>
                      <a:pt x="69639" y="4994"/>
                      <a:pt x="58019" y="181"/>
                      <a:pt x="45904" y="181"/>
                    </a:cubicBezTo>
                    <a:cubicBezTo>
                      <a:pt x="33790" y="181"/>
                      <a:pt x="22170" y="4994"/>
                      <a:pt x="13603" y="13561"/>
                    </a:cubicBezTo>
                    <a:cubicBezTo>
                      <a:pt x="5037" y="22127"/>
                      <a:pt x="224" y="33747"/>
                      <a:pt x="224" y="45861"/>
                    </a:cubicBezTo>
                    <a:cubicBezTo>
                      <a:pt x="224" y="57975"/>
                      <a:pt x="5037" y="69595"/>
                      <a:pt x="13603" y="78161"/>
                    </a:cubicBezTo>
                    <a:cubicBezTo>
                      <a:pt x="22170" y="86728"/>
                      <a:pt x="33790" y="91541"/>
                      <a:pt x="45904" y="9154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3" name="任意多边形: 形状 2972"/>
              <p:cNvSpPr/>
              <p:nvPr/>
            </p:nvSpPr>
            <p:spPr>
              <a:xfrm>
                <a:off x="18023175" y="24914198"/>
                <a:ext cx="180000" cy="180000"/>
              </a:xfrm>
              <a:custGeom>
                <a:avLst/>
                <a:gdLst>
                  <a:gd name="csX0" fmla="*/ 45899 w 91360"/>
                  <a:gd name="csY0" fmla="*/ 91485 h 91359"/>
                  <a:gd name="csX1" fmla="*/ 78200 w 91360"/>
                  <a:gd name="csY1" fmla="*/ 78106 h 91359"/>
                  <a:gd name="csX2" fmla="*/ 91579 w 91360"/>
                  <a:gd name="csY2" fmla="*/ 45805 h 91359"/>
                  <a:gd name="csX3" fmla="*/ 78200 w 91360"/>
                  <a:gd name="csY3" fmla="*/ 13505 h 91359"/>
                  <a:gd name="csX4" fmla="*/ 45899 w 91360"/>
                  <a:gd name="csY4" fmla="*/ 126 h 91359"/>
                  <a:gd name="csX5" fmla="*/ 13598 w 91360"/>
                  <a:gd name="csY5" fmla="*/ 13505 h 91359"/>
                  <a:gd name="csX6" fmla="*/ 219 w 91360"/>
                  <a:gd name="csY6" fmla="*/ 45805 h 91359"/>
                  <a:gd name="csX7" fmla="*/ 13598 w 91360"/>
                  <a:gd name="csY7" fmla="*/ 78106 h 91359"/>
                  <a:gd name="csX8" fmla="*/ 45899 w 91360"/>
                  <a:gd name="csY8" fmla="*/ 9148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485"/>
                    </a:moveTo>
                    <a:cubicBezTo>
                      <a:pt x="58013" y="91485"/>
                      <a:pt x="69633" y="86672"/>
                      <a:pt x="78200" y="78106"/>
                    </a:cubicBezTo>
                    <a:cubicBezTo>
                      <a:pt x="86766" y="69539"/>
                      <a:pt x="91579" y="57920"/>
                      <a:pt x="91579" y="45805"/>
                    </a:cubicBezTo>
                    <a:cubicBezTo>
                      <a:pt x="91579" y="33691"/>
                      <a:pt x="86766" y="22071"/>
                      <a:pt x="78200" y="13505"/>
                    </a:cubicBezTo>
                    <a:cubicBezTo>
                      <a:pt x="69633" y="4939"/>
                      <a:pt x="58013" y="126"/>
                      <a:pt x="45899" y="126"/>
                    </a:cubicBezTo>
                    <a:cubicBezTo>
                      <a:pt x="33784" y="126"/>
                      <a:pt x="22164" y="4939"/>
                      <a:pt x="13598" y="13505"/>
                    </a:cubicBezTo>
                    <a:cubicBezTo>
                      <a:pt x="5032" y="22071"/>
                      <a:pt x="219" y="33691"/>
                      <a:pt x="219" y="45805"/>
                    </a:cubicBezTo>
                    <a:cubicBezTo>
                      <a:pt x="219" y="57920"/>
                      <a:pt x="5032" y="69539"/>
                      <a:pt x="13598" y="78106"/>
                    </a:cubicBezTo>
                    <a:cubicBezTo>
                      <a:pt x="22164" y="86672"/>
                      <a:pt x="33784" y="91485"/>
                      <a:pt x="45899" y="9148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4" name="任意多边形: 形状 2973"/>
              <p:cNvSpPr/>
              <p:nvPr/>
            </p:nvSpPr>
            <p:spPr>
              <a:xfrm>
                <a:off x="16728687" y="24186680"/>
                <a:ext cx="180000" cy="180000"/>
              </a:xfrm>
              <a:custGeom>
                <a:avLst/>
                <a:gdLst>
                  <a:gd name="csX0" fmla="*/ 45897 w 91360"/>
                  <a:gd name="csY0" fmla="*/ 91541 h 91359"/>
                  <a:gd name="csX1" fmla="*/ 78198 w 91360"/>
                  <a:gd name="csY1" fmla="*/ 78162 h 91359"/>
                  <a:gd name="csX2" fmla="*/ 91577 w 91360"/>
                  <a:gd name="csY2" fmla="*/ 45861 h 91359"/>
                  <a:gd name="csX3" fmla="*/ 78198 w 91360"/>
                  <a:gd name="csY3" fmla="*/ 13561 h 91359"/>
                  <a:gd name="csX4" fmla="*/ 45897 w 91360"/>
                  <a:gd name="csY4" fmla="*/ 182 h 91359"/>
                  <a:gd name="csX5" fmla="*/ 13596 w 91360"/>
                  <a:gd name="csY5" fmla="*/ 13561 h 91359"/>
                  <a:gd name="csX6" fmla="*/ 217 w 91360"/>
                  <a:gd name="csY6" fmla="*/ 45861 h 91359"/>
                  <a:gd name="csX7" fmla="*/ 13596 w 91360"/>
                  <a:gd name="csY7" fmla="*/ 78162 h 91359"/>
                  <a:gd name="csX8" fmla="*/ 45897 w 91360"/>
                  <a:gd name="csY8" fmla="*/ 9154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7" y="91541"/>
                    </a:moveTo>
                    <a:cubicBezTo>
                      <a:pt x="58012" y="91541"/>
                      <a:pt x="69632" y="86728"/>
                      <a:pt x="78198" y="78162"/>
                    </a:cubicBezTo>
                    <a:cubicBezTo>
                      <a:pt x="86764" y="69596"/>
                      <a:pt x="91577" y="57976"/>
                      <a:pt x="91577" y="45861"/>
                    </a:cubicBezTo>
                    <a:cubicBezTo>
                      <a:pt x="91577" y="33747"/>
                      <a:pt x="86764" y="22127"/>
                      <a:pt x="78198" y="13561"/>
                    </a:cubicBezTo>
                    <a:cubicBezTo>
                      <a:pt x="69632" y="4995"/>
                      <a:pt x="58012" y="182"/>
                      <a:pt x="45897" y="182"/>
                    </a:cubicBezTo>
                    <a:cubicBezTo>
                      <a:pt x="33783" y="182"/>
                      <a:pt x="22163" y="4995"/>
                      <a:pt x="13596" y="13561"/>
                    </a:cubicBezTo>
                    <a:cubicBezTo>
                      <a:pt x="5030" y="22127"/>
                      <a:pt x="217" y="33747"/>
                      <a:pt x="217" y="45861"/>
                    </a:cubicBezTo>
                    <a:cubicBezTo>
                      <a:pt x="217" y="57976"/>
                      <a:pt x="5030" y="69596"/>
                      <a:pt x="13596" y="78162"/>
                    </a:cubicBezTo>
                    <a:cubicBezTo>
                      <a:pt x="22163" y="86728"/>
                      <a:pt x="33783" y="91541"/>
                      <a:pt x="45897" y="9154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5" name="任意多边形: 形状 2974"/>
              <p:cNvSpPr/>
              <p:nvPr/>
            </p:nvSpPr>
            <p:spPr>
              <a:xfrm>
                <a:off x="19912673" y="23406350"/>
                <a:ext cx="180000" cy="180000"/>
              </a:xfrm>
              <a:custGeom>
                <a:avLst/>
                <a:gdLst>
                  <a:gd name="csX0" fmla="*/ 45882 w 91360"/>
                  <a:gd name="csY0" fmla="*/ 91491 h 91359"/>
                  <a:gd name="csX1" fmla="*/ 78183 w 91360"/>
                  <a:gd name="csY1" fmla="*/ 78112 h 91359"/>
                  <a:gd name="csX2" fmla="*/ 91562 w 91360"/>
                  <a:gd name="csY2" fmla="*/ 45811 h 91359"/>
                  <a:gd name="csX3" fmla="*/ 78183 w 91360"/>
                  <a:gd name="csY3" fmla="*/ 13511 h 91359"/>
                  <a:gd name="csX4" fmla="*/ 45882 w 91360"/>
                  <a:gd name="csY4" fmla="*/ 132 h 91359"/>
                  <a:gd name="csX5" fmla="*/ 13581 w 91360"/>
                  <a:gd name="csY5" fmla="*/ 13511 h 91359"/>
                  <a:gd name="csX6" fmla="*/ 202 w 91360"/>
                  <a:gd name="csY6" fmla="*/ 45811 h 91359"/>
                  <a:gd name="csX7" fmla="*/ 13581 w 91360"/>
                  <a:gd name="csY7" fmla="*/ 78112 h 91359"/>
                  <a:gd name="csX8" fmla="*/ 45882 w 91360"/>
                  <a:gd name="csY8" fmla="*/ 9149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2" y="91491"/>
                    </a:moveTo>
                    <a:cubicBezTo>
                      <a:pt x="57996" y="91491"/>
                      <a:pt x="69616" y="86678"/>
                      <a:pt x="78183" y="78112"/>
                    </a:cubicBezTo>
                    <a:cubicBezTo>
                      <a:pt x="86749" y="69546"/>
                      <a:pt x="91562" y="57926"/>
                      <a:pt x="91562" y="45811"/>
                    </a:cubicBezTo>
                    <a:cubicBezTo>
                      <a:pt x="91562" y="33697"/>
                      <a:pt x="86749" y="22077"/>
                      <a:pt x="78183" y="13511"/>
                    </a:cubicBezTo>
                    <a:cubicBezTo>
                      <a:pt x="69616" y="4945"/>
                      <a:pt x="57996" y="132"/>
                      <a:pt x="45882" y="132"/>
                    </a:cubicBezTo>
                    <a:cubicBezTo>
                      <a:pt x="33767" y="132"/>
                      <a:pt x="22147" y="4945"/>
                      <a:pt x="13581" y="13511"/>
                    </a:cubicBezTo>
                    <a:cubicBezTo>
                      <a:pt x="5015" y="22077"/>
                      <a:pt x="202" y="33697"/>
                      <a:pt x="202" y="45811"/>
                    </a:cubicBezTo>
                    <a:cubicBezTo>
                      <a:pt x="202" y="57926"/>
                      <a:pt x="5015" y="69546"/>
                      <a:pt x="13581" y="78112"/>
                    </a:cubicBezTo>
                    <a:cubicBezTo>
                      <a:pt x="22147" y="86678"/>
                      <a:pt x="33767" y="91491"/>
                      <a:pt x="45882" y="9149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6" name="任意多边形: 形状 2975"/>
              <p:cNvSpPr/>
              <p:nvPr/>
            </p:nvSpPr>
            <p:spPr>
              <a:xfrm>
                <a:off x="18668519" y="21755196"/>
                <a:ext cx="180000" cy="180000"/>
              </a:xfrm>
              <a:custGeom>
                <a:avLst/>
                <a:gdLst>
                  <a:gd name="csX0" fmla="*/ 45886 w 91360"/>
                  <a:gd name="csY0" fmla="*/ 91477 h 91359"/>
                  <a:gd name="csX1" fmla="*/ 78187 w 91360"/>
                  <a:gd name="csY1" fmla="*/ 78098 h 91359"/>
                  <a:gd name="csX2" fmla="*/ 91566 w 91360"/>
                  <a:gd name="csY2" fmla="*/ 45798 h 91359"/>
                  <a:gd name="csX3" fmla="*/ 78187 w 91360"/>
                  <a:gd name="csY3" fmla="*/ 13497 h 91359"/>
                  <a:gd name="csX4" fmla="*/ 45886 w 91360"/>
                  <a:gd name="csY4" fmla="*/ 118 h 91359"/>
                  <a:gd name="csX5" fmla="*/ 13585 w 91360"/>
                  <a:gd name="csY5" fmla="*/ 13497 h 91359"/>
                  <a:gd name="csX6" fmla="*/ 205 w 91360"/>
                  <a:gd name="csY6" fmla="*/ 45798 h 91359"/>
                  <a:gd name="csX7" fmla="*/ 13585 w 91360"/>
                  <a:gd name="csY7" fmla="*/ 78098 h 91359"/>
                  <a:gd name="csX8" fmla="*/ 45886 w 91360"/>
                  <a:gd name="csY8" fmla="*/ 9147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477"/>
                    </a:moveTo>
                    <a:cubicBezTo>
                      <a:pt x="58000" y="91477"/>
                      <a:pt x="69620" y="86664"/>
                      <a:pt x="78187" y="78098"/>
                    </a:cubicBezTo>
                    <a:cubicBezTo>
                      <a:pt x="86753" y="69532"/>
                      <a:pt x="91566" y="57912"/>
                      <a:pt x="91566" y="45798"/>
                    </a:cubicBezTo>
                    <a:cubicBezTo>
                      <a:pt x="91566" y="33683"/>
                      <a:pt x="86753" y="22063"/>
                      <a:pt x="78187" y="13497"/>
                    </a:cubicBezTo>
                    <a:cubicBezTo>
                      <a:pt x="69620" y="4931"/>
                      <a:pt x="58000" y="118"/>
                      <a:pt x="45886" y="118"/>
                    </a:cubicBezTo>
                    <a:cubicBezTo>
                      <a:pt x="33771" y="118"/>
                      <a:pt x="22151" y="4931"/>
                      <a:pt x="13585" y="13497"/>
                    </a:cubicBezTo>
                    <a:cubicBezTo>
                      <a:pt x="5019" y="22063"/>
                      <a:pt x="205" y="33683"/>
                      <a:pt x="205" y="45798"/>
                    </a:cubicBezTo>
                    <a:cubicBezTo>
                      <a:pt x="205" y="57912"/>
                      <a:pt x="5019" y="69532"/>
                      <a:pt x="13585" y="78098"/>
                    </a:cubicBezTo>
                    <a:cubicBezTo>
                      <a:pt x="22151" y="86664"/>
                      <a:pt x="33771" y="91477"/>
                      <a:pt x="45886" y="9147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7" name="任意多边形: 形状 2976"/>
              <p:cNvSpPr/>
              <p:nvPr/>
            </p:nvSpPr>
            <p:spPr>
              <a:xfrm>
                <a:off x="17852878" y="24200733"/>
                <a:ext cx="180000" cy="180000"/>
              </a:xfrm>
              <a:custGeom>
                <a:avLst/>
                <a:gdLst>
                  <a:gd name="csX0" fmla="*/ 45849 w 91360"/>
                  <a:gd name="csY0" fmla="*/ 91510 h 91359"/>
                  <a:gd name="csX1" fmla="*/ 78149 w 91360"/>
                  <a:gd name="csY1" fmla="*/ 78131 h 91359"/>
                  <a:gd name="csX2" fmla="*/ 91529 w 91360"/>
                  <a:gd name="csY2" fmla="*/ 45830 h 91359"/>
                  <a:gd name="csX3" fmla="*/ 78149 w 91360"/>
                  <a:gd name="csY3" fmla="*/ 13530 h 91359"/>
                  <a:gd name="csX4" fmla="*/ 45849 w 91360"/>
                  <a:gd name="csY4" fmla="*/ 151 h 91359"/>
                  <a:gd name="csX5" fmla="*/ 13548 w 91360"/>
                  <a:gd name="csY5" fmla="*/ 13530 h 91359"/>
                  <a:gd name="csX6" fmla="*/ 168 w 91360"/>
                  <a:gd name="csY6" fmla="*/ 45830 h 91359"/>
                  <a:gd name="csX7" fmla="*/ 13548 w 91360"/>
                  <a:gd name="csY7" fmla="*/ 78131 h 91359"/>
                  <a:gd name="csX8" fmla="*/ 45849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10"/>
                    </a:moveTo>
                    <a:cubicBezTo>
                      <a:pt x="57963" y="91510"/>
                      <a:pt x="69583" y="86697"/>
                      <a:pt x="78149" y="78131"/>
                    </a:cubicBezTo>
                    <a:cubicBezTo>
                      <a:pt x="86716" y="69564"/>
                      <a:pt x="91529" y="57945"/>
                      <a:pt x="91529" y="45830"/>
                    </a:cubicBezTo>
                    <a:cubicBezTo>
                      <a:pt x="91529" y="33716"/>
                      <a:pt x="86716" y="22096"/>
                      <a:pt x="78149" y="13530"/>
                    </a:cubicBezTo>
                    <a:cubicBezTo>
                      <a:pt x="69583" y="4964"/>
                      <a:pt x="57963" y="151"/>
                      <a:pt x="45849" y="151"/>
                    </a:cubicBezTo>
                    <a:cubicBezTo>
                      <a:pt x="33734" y="151"/>
                      <a:pt x="22114" y="4964"/>
                      <a:pt x="13548" y="13530"/>
                    </a:cubicBezTo>
                    <a:cubicBezTo>
                      <a:pt x="4982" y="22096"/>
                      <a:pt x="168" y="33716"/>
                      <a:pt x="168" y="45830"/>
                    </a:cubicBezTo>
                    <a:cubicBezTo>
                      <a:pt x="168" y="57945"/>
                      <a:pt x="4982" y="69564"/>
                      <a:pt x="13548" y="78131"/>
                    </a:cubicBezTo>
                    <a:cubicBezTo>
                      <a:pt x="22114" y="86697"/>
                      <a:pt x="33734" y="91510"/>
                      <a:pt x="45849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8" name="任意多边形: 形状 2977"/>
              <p:cNvSpPr/>
              <p:nvPr/>
            </p:nvSpPr>
            <p:spPr>
              <a:xfrm>
                <a:off x="20196894" y="23132879"/>
                <a:ext cx="180000" cy="180000"/>
              </a:xfrm>
              <a:custGeom>
                <a:avLst/>
                <a:gdLst>
                  <a:gd name="csX0" fmla="*/ 45895 w 91360"/>
                  <a:gd name="csY0" fmla="*/ 91506 h 91359"/>
                  <a:gd name="csX1" fmla="*/ 78196 w 91360"/>
                  <a:gd name="csY1" fmla="*/ 78127 h 91359"/>
                  <a:gd name="csX2" fmla="*/ 91576 w 91360"/>
                  <a:gd name="csY2" fmla="*/ 45826 h 91359"/>
                  <a:gd name="csX3" fmla="*/ 78196 w 91360"/>
                  <a:gd name="csY3" fmla="*/ 13526 h 91359"/>
                  <a:gd name="csX4" fmla="*/ 45895 w 91360"/>
                  <a:gd name="csY4" fmla="*/ 147 h 91359"/>
                  <a:gd name="csX5" fmla="*/ 13595 w 91360"/>
                  <a:gd name="csY5" fmla="*/ 13526 h 91359"/>
                  <a:gd name="csX6" fmla="*/ 215 w 91360"/>
                  <a:gd name="csY6" fmla="*/ 45826 h 91359"/>
                  <a:gd name="csX7" fmla="*/ 13595 w 91360"/>
                  <a:gd name="csY7" fmla="*/ 78127 h 91359"/>
                  <a:gd name="csX8" fmla="*/ 45895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5" y="91506"/>
                    </a:moveTo>
                    <a:cubicBezTo>
                      <a:pt x="58010" y="91506"/>
                      <a:pt x="69630" y="86693"/>
                      <a:pt x="78196" y="78127"/>
                    </a:cubicBezTo>
                    <a:cubicBezTo>
                      <a:pt x="86762" y="69560"/>
                      <a:pt x="91576" y="57941"/>
                      <a:pt x="91576" y="45826"/>
                    </a:cubicBezTo>
                    <a:cubicBezTo>
                      <a:pt x="91576" y="33712"/>
                      <a:pt x="86762" y="22092"/>
                      <a:pt x="78196" y="13526"/>
                    </a:cubicBezTo>
                    <a:cubicBezTo>
                      <a:pt x="69630" y="4960"/>
                      <a:pt x="58010" y="147"/>
                      <a:pt x="45895" y="147"/>
                    </a:cubicBezTo>
                    <a:cubicBezTo>
                      <a:pt x="33781" y="147"/>
                      <a:pt x="22161" y="4960"/>
                      <a:pt x="13595" y="13526"/>
                    </a:cubicBezTo>
                    <a:cubicBezTo>
                      <a:pt x="5028" y="22092"/>
                      <a:pt x="215" y="33712"/>
                      <a:pt x="215" y="45826"/>
                    </a:cubicBezTo>
                    <a:cubicBezTo>
                      <a:pt x="215" y="57941"/>
                      <a:pt x="5028" y="69560"/>
                      <a:pt x="13595" y="78127"/>
                    </a:cubicBezTo>
                    <a:cubicBezTo>
                      <a:pt x="22161" y="86693"/>
                      <a:pt x="33781" y="91506"/>
                      <a:pt x="45895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79" name="任意多边形: 形状 2978"/>
              <p:cNvSpPr/>
              <p:nvPr/>
            </p:nvSpPr>
            <p:spPr>
              <a:xfrm>
                <a:off x="18575400" y="21869926"/>
                <a:ext cx="180000" cy="180000"/>
              </a:xfrm>
              <a:custGeom>
                <a:avLst/>
                <a:gdLst>
                  <a:gd name="csX0" fmla="*/ 45868 w 91360"/>
                  <a:gd name="csY0" fmla="*/ 91527 h 91359"/>
                  <a:gd name="csX1" fmla="*/ 78169 w 91360"/>
                  <a:gd name="csY1" fmla="*/ 78148 h 91359"/>
                  <a:gd name="csX2" fmla="*/ 91548 w 91360"/>
                  <a:gd name="csY2" fmla="*/ 45848 h 91359"/>
                  <a:gd name="csX3" fmla="*/ 78169 w 91360"/>
                  <a:gd name="csY3" fmla="*/ 13547 h 91359"/>
                  <a:gd name="csX4" fmla="*/ 45868 w 91360"/>
                  <a:gd name="csY4" fmla="*/ 168 h 91359"/>
                  <a:gd name="csX5" fmla="*/ 13567 w 91360"/>
                  <a:gd name="csY5" fmla="*/ 13547 h 91359"/>
                  <a:gd name="csX6" fmla="*/ 188 w 91360"/>
                  <a:gd name="csY6" fmla="*/ 45848 h 91359"/>
                  <a:gd name="csX7" fmla="*/ 13567 w 91360"/>
                  <a:gd name="csY7" fmla="*/ 78148 h 91359"/>
                  <a:gd name="csX8" fmla="*/ 45868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27"/>
                    </a:moveTo>
                    <a:cubicBezTo>
                      <a:pt x="57982" y="91527"/>
                      <a:pt x="69602" y="86714"/>
                      <a:pt x="78169" y="78148"/>
                    </a:cubicBezTo>
                    <a:cubicBezTo>
                      <a:pt x="86735" y="69582"/>
                      <a:pt x="91548" y="57962"/>
                      <a:pt x="91548" y="45848"/>
                    </a:cubicBezTo>
                    <a:cubicBezTo>
                      <a:pt x="91548" y="33733"/>
                      <a:pt x="86735" y="22114"/>
                      <a:pt x="78169" y="13547"/>
                    </a:cubicBezTo>
                    <a:cubicBezTo>
                      <a:pt x="69602" y="4981"/>
                      <a:pt x="57982" y="168"/>
                      <a:pt x="45868" y="168"/>
                    </a:cubicBezTo>
                    <a:cubicBezTo>
                      <a:pt x="33753" y="168"/>
                      <a:pt x="22133" y="4981"/>
                      <a:pt x="13567" y="13547"/>
                    </a:cubicBezTo>
                    <a:cubicBezTo>
                      <a:pt x="5001" y="22114"/>
                      <a:pt x="188" y="33733"/>
                      <a:pt x="188" y="45848"/>
                    </a:cubicBezTo>
                    <a:cubicBezTo>
                      <a:pt x="188" y="57962"/>
                      <a:pt x="5001" y="69582"/>
                      <a:pt x="13567" y="78148"/>
                    </a:cubicBezTo>
                    <a:cubicBezTo>
                      <a:pt x="22133" y="86714"/>
                      <a:pt x="33753" y="91527"/>
                      <a:pt x="45868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0" name="任意多边形: 形状 2979"/>
              <p:cNvSpPr/>
              <p:nvPr/>
            </p:nvSpPr>
            <p:spPr>
              <a:xfrm>
                <a:off x="18012039" y="23890989"/>
                <a:ext cx="180000" cy="180000"/>
              </a:xfrm>
              <a:custGeom>
                <a:avLst/>
                <a:gdLst>
                  <a:gd name="csX0" fmla="*/ 45865 w 91360"/>
                  <a:gd name="csY0" fmla="*/ 91543 h 91359"/>
                  <a:gd name="csX1" fmla="*/ 78166 w 91360"/>
                  <a:gd name="csY1" fmla="*/ 78164 h 91359"/>
                  <a:gd name="csX2" fmla="*/ 91546 w 91360"/>
                  <a:gd name="csY2" fmla="*/ 45864 h 91359"/>
                  <a:gd name="csX3" fmla="*/ 78166 w 91360"/>
                  <a:gd name="csY3" fmla="*/ 13563 h 91359"/>
                  <a:gd name="csX4" fmla="*/ 45865 w 91360"/>
                  <a:gd name="csY4" fmla="*/ 184 h 91359"/>
                  <a:gd name="csX5" fmla="*/ 13565 w 91360"/>
                  <a:gd name="csY5" fmla="*/ 13563 h 91359"/>
                  <a:gd name="csX6" fmla="*/ 185 w 91360"/>
                  <a:gd name="csY6" fmla="*/ 45864 h 91359"/>
                  <a:gd name="csX7" fmla="*/ 13565 w 91360"/>
                  <a:gd name="csY7" fmla="*/ 78164 h 91359"/>
                  <a:gd name="csX8" fmla="*/ 45865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543"/>
                    </a:moveTo>
                    <a:cubicBezTo>
                      <a:pt x="57980" y="91543"/>
                      <a:pt x="69600" y="86730"/>
                      <a:pt x="78166" y="78164"/>
                    </a:cubicBezTo>
                    <a:cubicBezTo>
                      <a:pt x="86732" y="69598"/>
                      <a:pt x="91546" y="57978"/>
                      <a:pt x="91546" y="45864"/>
                    </a:cubicBezTo>
                    <a:cubicBezTo>
                      <a:pt x="91546" y="33749"/>
                      <a:pt x="86732" y="22129"/>
                      <a:pt x="78166" y="13563"/>
                    </a:cubicBezTo>
                    <a:cubicBezTo>
                      <a:pt x="69600" y="4997"/>
                      <a:pt x="57980" y="184"/>
                      <a:pt x="45865" y="184"/>
                    </a:cubicBezTo>
                    <a:cubicBezTo>
                      <a:pt x="33751" y="184"/>
                      <a:pt x="22131" y="4997"/>
                      <a:pt x="13565" y="13563"/>
                    </a:cubicBezTo>
                    <a:cubicBezTo>
                      <a:pt x="4998" y="22129"/>
                      <a:pt x="185" y="33749"/>
                      <a:pt x="185" y="45864"/>
                    </a:cubicBezTo>
                    <a:cubicBezTo>
                      <a:pt x="185" y="57978"/>
                      <a:pt x="4998" y="69598"/>
                      <a:pt x="13565" y="78164"/>
                    </a:cubicBezTo>
                    <a:cubicBezTo>
                      <a:pt x="22131" y="86730"/>
                      <a:pt x="33751" y="91543"/>
                      <a:pt x="45865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1" name="任意多边形: 形状 2980"/>
              <p:cNvSpPr/>
              <p:nvPr/>
            </p:nvSpPr>
            <p:spPr>
              <a:xfrm>
                <a:off x="18343365" y="22870683"/>
                <a:ext cx="180000" cy="180000"/>
              </a:xfrm>
              <a:custGeom>
                <a:avLst/>
                <a:gdLst>
                  <a:gd name="csX0" fmla="*/ 45876 w 91360"/>
                  <a:gd name="csY0" fmla="*/ 91512 h 91359"/>
                  <a:gd name="csX1" fmla="*/ 78176 w 91360"/>
                  <a:gd name="csY1" fmla="*/ 78133 h 91359"/>
                  <a:gd name="csX2" fmla="*/ 91556 w 91360"/>
                  <a:gd name="csY2" fmla="*/ 45832 h 91359"/>
                  <a:gd name="csX3" fmla="*/ 78176 w 91360"/>
                  <a:gd name="csY3" fmla="*/ 13532 h 91359"/>
                  <a:gd name="csX4" fmla="*/ 45876 w 91360"/>
                  <a:gd name="csY4" fmla="*/ 152 h 91359"/>
                  <a:gd name="csX5" fmla="*/ 13575 w 91360"/>
                  <a:gd name="csY5" fmla="*/ 13532 h 91359"/>
                  <a:gd name="csX6" fmla="*/ 195 w 91360"/>
                  <a:gd name="csY6" fmla="*/ 45832 h 91359"/>
                  <a:gd name="csX7" fmla="*/ 13575 w 91360"/>
                  <a:gd name="csY7" fmla="*/ 78133 h 91359"/>
                  <a:gd name="csX8" fmla="*/ 45876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512"/>
                    </a:moveTo>
                    <a:cubicBezTo>
                      <a:pt x="57990" y="91512"/>
                      <a:pt x="69610" y="86699"/>
                      <a:pt x="78176" y="78133"/>
                    </a:cubicBezTo>
                    <a:cubicBezTo>
                      <a:pt x="86743" y="69566"/>
                      <a:pt x="91556" y="57947"/>
                      <a:pt x="91556" y="45832"/>
                    </a:cubicBezTo>
                    <a:cubicBezTo>
                      <a:pt x="91556" y="33718"/>
                      <a:pt x="86743" y="22098"/>
                      <a:pt x="78176" y="13532"/>
                    </a:cubicBezTo>
                    <a:cubicBezTo>
                      <a:pt x="69610" y="4966"/>
                      <a:pt x="57990" y="152"/>
                      <a:pt x="45876" y="152"/>
                    </a:cubicBezTo>
                    <a:cubicBezTo>
                      <a:pt x="33761" y="152"/>
                      <a:pt x="22141" y="4966"/>
                      <a:pt x="13575" y="13532"/>
                    </a:cubicBezTo>
                    <a:cubicBezTo>
                      <a:pt x="5009" y="22098"/>
                      <a:pt x="195" y="33718"/>
                      <a:pt x="195" y="45832"/>
                    </a:cubicBezTo>
                    <a:cubicBezTo>
                      <a:pt x="195" y="57947"/>
                      <a:pt x="5009" y="69566"/>
                      <a:pt x="13575" y="78133"/>
                    </a:cubicBezTo>
                    <a:cubicBezTo>
                      <a:pt x="22141" y="86699"/>
                      <a:pt x="33761" y="91512"/>
                      <a:pt x="45876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2" name="任意多边形: 形状 2981"/>
              <p:cNvSpPr/>
              <p:nvPr/>
            </p:nvSpPr>
            <p:spPr>
              <a:xfrm>
                <a:off x="19846800" y="23744701"/>
                <a:ext cx="180000" cy="180000"/>
              </a:xfrm>
              <a:custGeom>
                <a:avLst/>
                <a:gdLst>
                  <a:gd name="csX0" fmla="*/ 45922 w 91360"/>
                  <a:gd name="csY0" fmla="*/ 91539 h 91359"/>
                  <a:gd name="csX1" fmla="*/ 78223 w 91360"/>
                  <a:gd name="csY1" fmla="*/ 78160 h 91359"/>
                  <a:gd name="csX2" fmla="*/ 91602 w 91360"/>
                  <a:gd name="csY2" fmla="*/ 45859 h 91359"/>
                  <a:gd name="csX3" fmla="*/ 78223 w 91360"/>
                  <a:gd name="csY3" fmla="*/ 13559 h 91359"/>
                  <a:gd name="csX4" fmla="*/ 45922 w 91360"/>
                  <a:gd name="csY4" fmla="*/ 179 h 91359"/>
                  <a:gd name="csX5" fmla="*/ 13621 w 91360"/>
                  <a:gd name="csY5" fmla="*/ 13559 h 91359"/>
                  <a:gd name="csX6" fmla="*/ 242 w 91360"/>
                  <a:gd name="csY6" fmla="*/ 45859 h 91359"/>
                  <a:gd name="csX7" fmla="*/ 13621 w 91360"/>
                  <a:gd name="csY7" fmla="*/ 78160 h 91359"/>
                  <a:gd name="csX8" fmla="*/ 45922 w 91360"/>
                  <a:gd name="csY8" fmla="*/ 9153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2" y="91539"/>
                    </a:moveTo>
                    <a:cubicBezTo>
                      <a:pt x="58037" y="91539"/>
                      <a:pt x="69657" y="86726"/>
                      <a:pt x="78223" y="78160"/>
                    </a:cubicBezTo>
                    <a:cubicBezTo>
                      <a:pt x="86789" y="69593"/>
                      <a:pt x="91602" y="57974"/>
                      <a:pt x="91602" y="45859"/>
                    </a:cubicBezTo>
                    <a:cubicBezTo>
                      <a:pt x="91602" y="33745"/>
                      <a:pt x="86789" y="22125"/>
                      <a:pt x="78223" y="13559"/>
                    </a:cubicBezTo>
                    <a:cubicBezTo>
                      <a:pt x="69657" y="4993"/>
                      <a:pt x="58037" y="179"/>
                      <a:pt x="45922" y="179"/>
                    </a:cubicBezTo>
                    <a:cubicBezTo>
                      <a:pt x="33808" y="179"/>
                      <a:pt x="22188" y="4993"/>
                      <a:pt x="13621" y="13559"/>
                    </a:cubicBezTo>
                    <a:cubicBezTo>
                      <a:pt x="5055" y="22125"/>
                      <a:pt x="242" y="33745"/>
                      <a:pt x="242" y="45859"/>
                    </a:cubicBezTo>
                    <a:cubicBezTo>
                      <a:pt x="242" y="57974"/>
                      <a:pt x="5055" y="69593"/>
                      <a:pt x="13621" y="78160"/>
                    </a:cubicBezTo>
                    <a:cubicBezTo>
                      <a:pt x="22188" y="86726"/>
                      <a:pt x="33808" y="91539"/>
                      <a:pt x="45922" y="9153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3" name="任意多边形: 形状 2982"/>
              <p:cNvSpPr/>
              <p:nvPr/>
            </p:nvSpPr>
            <p:spPr>
              <a:xfrm>
                <a:off x="16482814" y="23486035"/>
                <a:ext cx="180000" cy="180000"/>
              </a:xfrm>
              <a:custGeom>
                <a:avLst/>
                <a:gdLst>
                  <a:gd name="csX0" fmla="*/ 45818 w 91360"/>
                  <a:gd name="csY0" fmla="*/ 91531 h 91359"/>
                  <a:gd name="csX1" fmla="*/ 78119 w 91360"/>
                  <a:gd name="csY1" fmla="*/ 78152 h 91359"/>
                  <a:gd name="csX2" fmla="*/ 91498 w 91360"/>
                  <a:gd name="csY2" fmla="*/ 45851 h 91359"/>
                  <a:gd name="csX3" fmla="*/ 78119 w 91360"/>
                  <a:gd name="csY3" fmla="*/ 13551 h 91359"/>
                  <a:gd name="csX4" fmla="*/ 45818 w 91360"/>
                  <a:gd name="csY4" fmla="*/ 171 h 91359"/>
                  <a:gd name="csX5" fmla="*/ 13517 w 91360"/>
                  <a:gd name="csY5" fmla="*/ 13551 h 91359"/>
                  <a:gd name="csX6" fmla="*/ 138 w 91360"/>
                  <a:gd name="csY6" fmla="*/ 45851 h 91359"/>
                  <a:gd name="csX7" fmla="*/ 13517 w 91360"/>
                  <a:gd name="csY7" fmla="*/ 78152 h 91359"/>
                  <a:gd name="csX8" fmla="*/ 45818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18" y="91531"/>
                    </a:moveTo>
                    <a:cubicBezTo>
                      <a:pt x="57933" y="91531"/>
                      <a:pt x="69553" y="86718"/>
                      <a:pt x="78119" y="78152"/>
                    </a:cubicBezTo>
                    <a:cubicBezTo>
                      <a:pt x="86685" y="69585"/>
                      <a:pt x="91498" y="57966"/>
                      <a:pt x="91498" y="45851"/>
                    </a:cubicBezTo>
                    <a:cubicBezTo>
                      <a:pt x="91498" y="33737"/>
                      <a:pt x="86685" y="22117"/>
                      <a:pt x="78119" y="13551"/>
                    </a:cubicBezTo>
                    <a:cubicBezTo>
                      <a:pt x="69553" y="4985"/>
                      <a:pt x="57933" y="171"/>
                      <a:pt x="45818" y="171"/>
                    </a:cubicBezTo>
                    <a:cubicBezTo>
                      <a:pt x="33704" y="171"/>
                      <a:pt x="22084" y="4985"/>
                      <a:pt x="13517" y="13551"/>
                    </a:cubicBezTo>
                    <a:cubicBezTo>
                      <a:pt x="4951" y="22117"/>
                      <a:pt x="138" y="33737"/>
                      <a:pt x="138" y="45851"/>
                    </a:cubicBezTo>
                    <a:cubicBezTo>
                      <a:pt x="138" y="57966"/>
                      <a:pt x="4951" y="69585"/>
                      <a:pt x="13517" y="78152"/>
                    </a:cubicBezTo>
                    <a:cubicBezTo>
                      <a:pt x="22084" y="86718"/>
                      <a:pt x="33704" y="91531"/>
                      <a:pt x="45818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4" name="任意多边形: 形状 2983"/>
              <p:cNvSpPr/>
              <p:nvPr/>
            </p:nvSpPr>
            <p:spPr>
              <a:xfrm>
                <a:off x="16846810" y="21612966"/>
                <a:ext cx="180000" cy="180000"/>
              </a:xfrm>
              <a:custGeom>
                <a:avLst/>
                <a:gdLst>
                  <a:gd name="csX0" fmla="*/ 45883 w 91360"/>
                  <a:gd name="csY0" fmla="*/ 91493 h 91359"/>
                  <a:gd name="csX1" fmla="*/ 78184 w 91360"/>
                  <a:gd name="csY1" fmla="*/ 78114 h 91359"/>
                  <a:gd name="csX2" fmla="*/ 91563 w 91360"/>
                  <a:gd name="csY2" fmla="*/ 45813 h 91359"/>
                  <a:gd name="csX3" fmla="*/ 78184 w 91360"/>
                  <a:gd name="csY3" fmla="*/ 13513 h 91359"/>
                  <a:gd name="csX4" fmla="*/ 45883 w 91360"/>
                  <a:gd name="csY4" fmla="*/ 134 h 91359"/>
                  <a:gd name="csX5" fmla="*/ 13582 w 91360"/>
                  <a:gd name="csY5" fmla="*/ 13513 h 91359"/>
                  <a:gd name="csX6" fmla="*/ 203 w 91360"/>
                  <a:gd name="csY6" fmla="*/ 45813 h 91359"/>
                  <a:gd name="csX7" fmla="*/ 13582 w 91360"/>
                  <a:gd name="csY7" fmla="*/ 78114 h 91359"/>
                  <a:gd name="csX8" fmla="*/ 45883 w 91360"/>
                  <a:gd name="csY8" fmla="*/ 9149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3" y="91493"/>
                    </a:moveTo>
                    <a:cubicBezTo>
                      <a:pt x="57998" y="91493"/>
                      <a:pt x="69618" y="86680"/>
                      <a:pt x="78184" y="78114"/>
                    </a:cubicBezTo>
                    <a:cubicBezTo>
                      <a:pt x="86750" y="69548"/>
                      <a:pt x="91563" y="57928"/>
                      <a:pt x="91563" y="45813"/>
                    </a:cubicBezTo>
                    <a:cubicBezTo>
                      <a:pt x="91563" y="33699"/>
                      <a:pt x="86750" y="22079"/>
                      <a:pt x="78184" y="13513"/>
                    </a:cubicBezTo>
                    <a:cubicBezTo>
                      <a:pt x="69618" y="4947"/>
                      <a:pt x="57998" y="134"/>
                      <a:pt x="45883" y="134"/>
                    </a:cubicBezTo>
                    <a:cubicBezTo>
                      <a:pt x="33769" y="134"/>
                      <a:pt x="22149" y="4947"/>
                      <a:pt x="13582" y="13513"/>
                    </a:cubicBezTo>
                    <a:cubicBezTo>
                      <a:pt x="5016" y="22079"/>
                      <a:pt x="203" y="33699"/>
                      <a:pt x="203" y="45813"/>
                    </a:cubicBezTo>
                    <a:cubicBezTo>
                      <a:pt x="203" y="57928"/>
                      <a:pt x="5016" y="69548"/>
                      <a:pt x="13582" y="78114"/>
                    </a:cubicBezTo>
                    <a:cubicBezTo>
                      <a:pt x="22149" y="86680"/>
                      <a:pt x="33769" y="91493"/>
                      <a:pt x="45883" y="9149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5" name="任意多边形: 形状 2984"/>
              <p:cNvSpPr/>
              <p:nvPr/>
            </p:nvSpPr>
            <p:spPr>
              <a:xfrm>
                <a:off x="19203691" y="24182811"/>
                <a:ext cx="180000" cy="180000"/>
              </a:xfrm>
              <a:custGeom>
                <a:avLst/>
                <a:gdLst>
                  <a:gd name="csX0" fmla="*/ 45902 w 91360"/>
                  <a:gd name="csY0" fmla="*/ 91552 h 91359"/>
                  <a:gd name="csX1" fmla="*/ 78203 w 91360"/>
                  <a:gd name="csY1" fmla="*/ 78173 h 91359"/>
                  <a:gd name="csX2" fmla="*/ 91583 w 91360"/>
                  <a:gd name="csY2" fmla="*/ 45873 h 91359"/>
                  <a:gd name="csX3" fmla="*/ 78203 w 91360"/>
                  <a:gd name="csY3" fmla="*/ 13572 h 91359"/>
                  <a:gd name="csX4" fmla="*/ 45902 w 91360"/>
                  <a:gd name="csY4" fmla="*/ 193 h 91359"/>
                  <a:gd name="csX5" fmla="*/ 13601 w 91360"/>
                  <a:gd name="csY5" fmla="*/ 13572 h 91359"/>
                  <a:gd name="csX6" fmla="*/ 222 w 91360"/>
                  <a:gd name="csY6" fmla="*/ 45873 h 91359"/>
                  <a:gd name="csX7" fmla="*/ 13601 w 91360"/>
                  <a:gd name="csY7" fmla="*/ 78173 h 91359"/>
                  <a:gd name="csX8" fmla="*/ 45902 w 91360"/>
                  <a:gd name="csY8" fmla="*/ 9155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52"/>
                    </a:moveTo>
                    <a:cubicBezTo>
                      <a:pt x="58017" y="91552"/>
                      <a:pt x="69637" y="86739"/>
                      <a:pt x="78203" y="78173"/>
                    </a:cubicBezTo>
                    <a:cubicBezTo>
                      <a:pt x="86769" y="69607"/>
                      <a:pt x="91583" y="57987"/>
                      <a:pt x="91583" y="45873"/>
                    </a:cubicBezTo>
                    <a:cubicBezTo>
                      <a:pt x="91583" y="33758"/>
                      <a:pt x="86769" y="22138"/>
                      <a:pt x="78203" y="13572"/>
                    </a:cubicBezTo>
                    <a:cubicBezTo>
                      <a:pt x="69637" y="5006"/>
                      <a:pt x="58017" y="193"/>
                      <a:pt x="45902" y="193"/>
                    </a:cubicBezTo>
                    <a:cubicBezTo>
                      <a:pt x="33788" y="193"/>
                      <a:pt x="22168" y="5006"/>
                      <a:pt x="13601" y="13572"/>
                    </a:cubicBezTo>
                    <a:cubicBezTo>
                      <a:pt x="5035" y="22138"/>
                      <a:pt x="222" y="33758"/>
                      <a:pt x="222" y="45873"/>
                    </a:cubicBezTo>
                    <a:cubicBezTo>
                      <a:pt x="222" y="57987"/>
                      <a:pt x="5035" y="69607"/>
                      <a:pt x="13601" y="78173"/>
                    </a:cubicBezTo>
                    <a:cubicBezTo>
                      <a:pt x="22168" y="86739"/>
                      <a:pt x="33788" y="91552"/>
                      <a:pt x="45902" y="9155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6" name="任意多边形: 形状 2985"/>
              <p:cNvSpPr/>
              <p:nvPr/>
            </p:nvSpPr>
            <p:spPr>
              <a:xfrm>
                <a:off x="19029802" y="24624418"/>
                <a:ext cx="180000" cy="180000"/>
              </a:xfrm>
              <a:custGeom>
                <a:avLst/>
                <a:gdLst>
                  <a:gd name="csX0" fmla="*/ 45889 w 91360"/>
                  <a:gd name="csY0" fmla="*/ 91529 h 91359"/>
                  <a:gd name="csX1" fmla="*/ 78190 w 91360"/>
                  <a:gd name="csY1" fmla="*/ 78150 h 91359"/>
                  <a:gd name="csX2" fmla="*/ 91570 w 91360"/>
                  <a:gd name="csY2" fmla="*/ 45850 h 91359"/>
                  <a:gd name="csX3" fmla="*/ 78190 w 91360"/>
                  <a:gd name="csY3" fmla="*/ 13549 h 91359"/>
                  <a:gd name="csX4" fmla="*/ 45889 w 91360"/>
                  <a:gd name="csY4" fmla="*/ 170 h 91359"/>
                  <a:gd name="csX5" fmla="*/ 13589 w 91360"/>
                  <a:gd name="csY5" fmla="*/ 13549 h 91359"/>
                  <a:gd name="csX6" fmla="*/ 209 w 91360"/>
                  <a:gd name="csY6" fmla="*/ 45850 h 91359"/>
                  <a:gd name="csX7" fmla="*/ 13589 w 91360"/>
                  <a:gd name="csY7" fmla="*/ 78150 h 91359"/>
                  <a:gd name="csX8" fmla="*/ 45889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529"/>
                    </a:moveTo>
                    <a:cubicBezTo>
                      <a:pt x="58004" y="91529"/>
                      <a:pt x="69624" y="86716"/>
                      <a:pt x="78190" y="78150"/>
                    </a:cubicBezTo>
                    <a:cubicBezTo>
                      <a:pt x="86756" y="69584"/>
                      <a:pt x="91570" y="57964"/>
                      <a:pt x="91570" y="45850"/>
                    </a:cubicBezTo>
                    <a:cubicBezTo>
                      <a:pt x="91570" y="33735"/>
                      <a:pt x="86756" y="22116"/>
                      <a:pt x="78190" y="13549"/>
                    </a:cubicBezTo>
                    <a:cubicBezTo>
                      <a:pt x="69624" y="4983"/>
                      <a:pt x="58004" y="170"/>
                      <a:pt x="45889" y="170"/>
                    </a:cubicBezTo>
                    <a:cubicBezTo>
                      <a:pt x="33775" y="170"/>
                      <a:pt x="22155" y="4983"/>
                      <a:pt x="13589" y="13549"/>
                    </a:cubicBezTo>
                    <a:cubicBezTo>
                      <a:pt x="5022" y="22116"/>
                      <a:pt x="209" y="33735"/>
                      <a:pt x="209" y="45850"/>
                    </a:cubicBezTo>
                    <a:cubicBezTo>
                      <a:pt x="209" y="57964"/>
                      <a:pt x="5022" y="69584"/>
                      <a:pt x="13589" y="78150"/>
                    </a:cubicBezTo>
                    <a:cubicBezTo>
                      <a:pt x="22155" y="86716"/>
                      <a:pt x="33775" y="91529"/>
                      <a:pt x="45889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7" name="任意多边形: 形状 2986"/>
              <p:cNvSpPr/>
              <p:nvPr/>
            </p:nvSpPr>
            <p:spPr>
              <a:xfrm>
                <a:off x="16650698" y="23663124"/>
                <a:ext cx="180000" cy="180000"/>
              </a:xfrm>
              <a:custGeom>
                <a:avLst/>
                <a:gdLst>
                  <a:gd name="csX0" fmla="*/ 45897 w 91360"/>
                  <a:gd name="csY0" fmla="*/ 91515 h 91359"/>
                  <a:gd name="csX1" fmla="*/ 78198 w 91360"/>
                  <a:gd name="csY1" fmla="*/ 78136 h 91359"/>
                  <a:gd name="csX2" fmla="*/ 91578 w 91360"/>
                  <a:gd name="csY2" fmla="*/ 45835 h 91359"/>
                  <a:gd name="csX3" fmla="*/ 78198 w 91360"/>
                  <a:gd name="csY3" fmla="*/ 13535 h 91359"/>
                  <a:gd name="csX4" fmla="*/ 45897 w 91360"/>
                  <a:gd name="csY4" fmla="*/ 155 h 91359"/>
                  <a:gd name="csX5" fmla="*/ 13597 w 91360"/>
                  <a:gd name="csY5" fmla="*/ 13535 h 91359"/>
                  <a:gd name="csX6" fmla="*/ 217 w 91360"/>
                  <a:gd name="csY6" fmla="*/ 45835 h 91359"/>
                  <a:gd name="csX7" fmla="*/ 13597 w 91360"/>
                  <a:gd name="csY7" fmla="*/ 78136 h 91359"/>
                  <a:gd name="csX8" fmla="*/ 45897 w 91360"/>
                  <a:gd name="csY8" fmla="*/ 9151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7" y="91515"/>
                    </a:moveTo>
                    <a:cubicBezTo>
                      <a:pt x="58012" y="91515"/>
                      <a:pt x="69632" y="86702"/>
                      <a:pt x="78198" y="78136"/>
                    </a:cubicBezTo>
                    <a:cubicBezTo>
                      <a:pt x="86764" y="69569"/>
                      <a:pt x="91578" y="57950"/>
                      <a:pt x="91578" y="45835"/>
                    </a:cubicBezTo>
                    <a:cubicBezTo>
                      <a:pt x="91578" y="33721"/>
                      <a:pt x="86764" y="22101"/>
                      <a:pt x="78198" y="13535"/>
                    </a:cubicBezTo>
                    <a:cubicBezTo>
                      <a:pt x="69632" y="4969"/>
                      <a:pt x="58012" y="155"/>
                      <a:pt x="45897" y="155"/>
                    </a:cubicBezTo>
                    <a:cubicBezTo>
                      <a:pt x="33783" y="155"/>
                      <a:pt x="22163" y="4969"/>
                      <a:pt x="13597" y="13535"/>
                    </a:cubicBezTo>
                    <a:cubicBezTo>
                      <a:pt x="5030" y="22101"/>
                      <a:pt x="217" y="33721"/>
                      <a:pt x="217" y="45835"/>
                    </a:cubicBezTo>
                    <a:cubicBezTo>
                      <a:pt x="217" y="57950"/>
                      <a:pt x="5030" y="69569"/>
                      <a:pt x="13597" y="78136"/>
                    </a:cubicBezTo>
                    <a:cubicBezTo>
                      <a:pt x="22163" y="86702"/>
                      <a:pt x="33783" y="91515"/>
                      <a:pt x="45897" y="9151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8" name="任意多边形: 形状 2987"/>
              <p:cNvSpPr/>
              <p:nvPr/>
            </p:nvSpPr>
            <p:spPr>
              <a:xfrm>
                <a:off x="17965290" y="22465024"/>
                <a:ext cx="180000" cy="180000"/>
              </a:xfrm>
              <a:custGeom>
                <a:avLst/>
                <a:gdLst>
                  <a:gd name="csX0" fmla="*/ 45864 w 91360"/>
                  <a:gd name="csY0" fmla="*/ 91499 h 91359"/>
                  <a:gd name="csX1" fmla="*/ 78165 w 91360"/>
                  <a:gd name="csY1" fmla="*/ 78120 h 91359"/>
                  <a:gd name="csX2" fmla="*/ 91544 w 91360"/>
                  <a:gd name="csY2" fmla="*/ 45820 h 91359"/>
                  <a:gd name="csX3" fmla="*/ 78165 w 91360"/>
                  <a:gd name="csY3" fmla="*/ 13519 h 91359"/>
                  <a:gd name="csX4" fmla="*/ 45864 w 91360"/>
                  <a:gd name="csY4" fmla="*/ 140 h 91359"/>
                  <a:gd name="csX5" fmla="*/ 13563 w 91360"/>
                  <a:gd name="csY5" fmla="*/ 13519 h 91359"/>
                  <a:gd name="csX6" fmla="*/ 184 w 91360"/>
                  <a:gd name="csY6" fmla="*/ 45820 h 91359"/>
                  <a:gd name="csX7" fmla="*/ 13563 w 91360"/>
                  <a:gd name="csY7" fmla="*/ 78120 h 91359"/>
                  <a:gd name="csX8" fmla="*/ 45864 w 91360"/>
                  <a:gd name="csY8" fmla="*/ 9149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499"/>
                    </a:moveTo>
                    <a:cubicBezTo>
                      <a:pt x="57979" y="91499"/>
                      <a:pt x="69598" y="86686"/>
                      <a:pt x="78165" y="78120"/>
                    </a:cubicBezTo>
                    <a:cubicBezTo>
                      <a:pt x="86731" y="69554"/>
                      <a:pt x="91544" y="57934"/>
                      <a:pt x="91544" y="45820"/>
                    </a:cubicBezTo>
                    <a:cubicBezTo>
                      <a:pt x="91544" y="33705"/>
                      <a:pt x="86731" y="22085"/>
                      <a:pt x="78165" y="13519"/>
                    </a:cubicBezTo>
                    <a:cubicBezTo>
                      <a:pt x="69598" y="4953"/>
                      <a:pt x="57979" y="140"/>
                      <a:pt x="45864" y="140"/>
                    </a:cubicBezTo>
                    <a:cubicBezTo>
                      <a:pt x="33749" y="140"/>
                      <a:pt x="22129" y="4953"/>
                      <a:pt x="13563" y="13519"/>
                    </a:cubicBezTo>
                    <a:cubicBezTo>
                      <a:pt x="4997" y="22085"/>
                      <a:pt x="184" y="33705"/>
                      <a:pt x="184" y="45820"/>
                    </a:cubicBezTo>
                    <a:cubicBezTo>
                      <a:pt x="184" y="57934"/>
                      <a:pt x="4997" y="69554"/>
                      <a:pt x="13563" y="78120"/>
                    </a:cubicBezTo>
                    <a:cubicBezTo>
                      <a:pt x="22129" y="86686"/>
                      <a:pt x="33749" y="91499"/>
                      <a:pt x="45864" y="9149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89" name="任意多边形: 形状 2988"/>
              <p:cNvSpPr/>
              <p:nvPr/>
            </p:nvSpPr>
            <p:spPr>
              <a:xfrm>
                <a:off x="19719240" y="23325563"/>
                <a:ext cx="180000" cy="180000"/>
              </a:xfrm>
              <a:custGeom>
                <a:avLst/>
                <a:gdLst>
                  <a:gd name="csX0" fmla="*/ 45918 w 91360"/>
                  <a:gd name="csY0" fmla="*/ 91526 h 91359"/>
                  <a:gd name="csX1" fmla="*/ 78219 w 91360"/>
                  <a:gd name="csY1" fmla="*/ 78147 h 91359"/>
                  <a:gd name="csX2" fmla="*/ 91599 w 91360"/>
                  <a:gd name="csY2" fmla="*/ 45846 h 91359"/>
                  <a:gd name="csX3" fmla="*/ 78219 w 91360"/>
                  <a:gd name="csY3" fmla="*/ 13546 h 91359"/>
                  <a:gd name="csX4" fmla="*/ 45918 w 91360"/>
                  <a:gd name="csY4" fmla="*/ 167 h 91359"/>
                  <a:gd name="csX5" fmla="*/ 13617 w 91360"/>
                  <a:gd name="csY5" fmla="*/ 13546 h 91359"/>
                  <a:gd name="csX6" fmla="*/ 238 w 91360"/>
                  <a:gd name="csY6" fmla="*/ 45846 h 91359"/>
                  <a:gd name="csX7" fmla="*/ 13617 w 91360"/>
                  <a:gd name="csY7" fmla="*/ 78147 h 91359"/>
                  <a:gd name="csX8" fmla="*/ 45918 w 91360"/>
                  <a:gd name="csY8" fmla="*/ 9152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8" y="91526"/>
                    </a:moveTo>
                    <a:cubicBezTo>
                      <a:pt x="58033" y="91526"/>
                      <a:pt x="69653" y="86713"/>
                      <a:pt x="78219" y="78147"/>
                    </a:cubicBezTo>
                    <a:cubicBezTo>
                      <a:pt x="86785" y="69580"/>
                      <a:pt x="91599" y="57961"/>
                      <a:pt x="91599" y="45846"/>
                    </a:cubicBezTo>
                    <a:cubicBezTo>
                      <a:pt x="91599" y="33732"/>
                      <a:pt x="86785" y="22112"/>
                      <a:pt x="78219" y="13546"/>
                    </a:cubicBezTo>
                    <a:cubicBezTo>
                      <a:pt x="69653" y="4980"/>
                      <a:pt x="58033" y="167"/>
                      <a:pt x="45918" y="167"/>
                    </a:cubicBezTo>
                    <a:cubicBezTo>
                      <a:pt x="33804" y="167"/>
                      <a:pt x="22184" y="4980"/>
                      <a:pt x="13617" y="13546"/>
                    </a:cubicBezTo>
                    <a:cubicBezTo>
                      <a:pt x="5051" y="22112"/>
                      <a:pt x="238" y="33732"/>
                      <a:pt x="238" y="45846"/>
                    </a:cubicBezTo>
                    <a:cubicBezTo>
                      <a:pt x="238" y="57961"/>
                      <a:pt x="5051" y="69580"/>
                      <a:pt x="13617" y="78147"/>
                    </a:cubicBezTo>
                    <a:cubicBezTo>
                      <a:pt x="22184" y="86713"/>
                      <a:pt x="33804" y="91526"/>
                      <a:pt x="45918" y="9152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0" name="任意多边形: 形状 2989"/>
              <p:cNvSpPr/>
              <p:nvPr/>
            </p:nvSpPr>
            <p:spPr>
              <a:xfrm>
                <a:off x="18204264" y="22972715"/>
                <a:ext cx="180000" cy="180000"/>
              </a:xfrm>
              <a:custGeom>
                <a:avLst/>
                <a:gdLst>
                  <a:gd name="csX0" fmla="*/ 45871 w 91360"/>
                  <a:gd name="csY0" fmla="*/ 91515 h 91359"/>
                  <a:gd name="csX1" fmla="*/ 78172 w 91360"/>
                  <a:gd name="csY1" fmla="*/ 78136 h 91359"/>
                  <a:gd name="csX2" fmla="*/ 91552 w 91360"/>
                  <a:gd name="csY2" fmla="*/ 45835 h 91359"/>
                  <a:gd name="csX3" fmla="*/ 78172 w 91360"/>
                  <a:gd name="csY3" fmla="*/ 13535 h 91359"/>
                  <a:gd name="csX4" fmla="*/ 45871 w 91360"/>
                  <a:gd name="csY4" fmla="*/ 156 h 91359"/>
                  <a:gd name="csX5" fmla="*/ 13571 w 91360"/>
                  <a:gd name="csY5" fmla="*/ 13535 h 91359"/>
                  <a:gd name="csX6" fmla="*/ 191 w 91360"/>
                  <a:gd name="csY6" fmla="*/ 45835 h 91359"/>
                  <a:gd name="csX7" fmla="*/ 13571 w 91360"/>
                  <a:gd name="csY7" fmla="*/ 78136 h 91359"/>
                  <a:gd name="csX8" fmla="*/ 45871 w 91360"/>
                  <a:gd name="csY8" fmla="*/ 9151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15"/>
                    </a:moveTo>
                    <a:cubicBezTo>
                      <a:pt x="57986" y="91515"/>
                      <a:pt x="69606" y="86702"/>
                      <a:pt x="78172" y="78136"/>
                    </a:cubicBezTo>
                    <a:cubicBezTo>
                      <a:pt x="86738" y="69570"/>
                      <a:pt x="91552" y="57950"/>
                      <a:pt x="91552" y="45835"/>
                    </a:cubicBezTo>
                    <a:cubicBezTo>
                      <a:pt x="91552" y="33721"/>
                      <a:pt x="86738" y="22101"/>
                      <a:pt x="78172" y="13535"/>
                    </a:cubicBezTo>
                    <a:cubicBezTo>
                      <a:pt x="69606" y="4969"/>
                      <a:pt x="57986" y="156"/>
                      <a:pt x="45871" y="156"/>
                    </a:cubicBezTo>
                    <a:cubicBezTo>
                      <a:pt x="33757" y="156"/>
                      <a:pt x="22137" y="4969"/>
                      <a:pt x="13571" y="13535"/>
                    </a:cubicBezTo>
                    <a:cubicBezTo>
                      <a:pt x="5004" y="22101"/>
                      <a:pt x="191" y="33721"/>
                      <a:pt x="191" y="45835"/>
                    </a:cubicBezTo>
                    <a:cubicBezTo>
                      <a:pt x="191" y="57950"/>
                      <a:pt x="5004" y="69570"/>
                      <a:pt x="13571" y="78136"/>
                    </a:cubicBezTo>
                    <a:cubicBezTo>
                      <a:pt x="22137" y="86702"/>
                      <a:pt x="33757" y="91515"/>
                      <a:pt x="45871" y="9151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1" name="任意多边形: 形状 2990"/>
              <p:cNvSpPr/>
              <p:nvPr/>
            </p:nvSpPr>
            <p:spPr>
              <a:xfrm>
                <a:off x="18476702" y="24584231"/>
                <a:ext cx="180000" cy="180000"/>
              </a:xfrm>
              <a:custGeom>
                <a:avLst/>
                <a:gdLst>
                  <a:gd name="csX0" fmla="*/ 45880 w 91360"/>
                  <a:gd name="csY0" fmla="*/ 91565 h 91359"/>
                  <a:gd name="csX1" fmla="*/ 78181 w 91360"/>
                  <a:gd name="csY1" fmla="*/ 78186 h 91359"/>
                  <a:gd name="csX2" fmla="*/ 91560 w 91360"/>
                  <a:gd name="csY2" fmla="*/ 45885 h 91359"/>
                  <a:gd name="csX3" fmla="*/ 78181 w 91360"/>
                  <a:gd name="csY3" fmla="*/ 13585 h 91359"/>
                  <a:gd name="csX4" fmla="*/ 45880 w 91360"/>
                  <a:gd name="csY4" fmla="*/ 205 h 91359"/>
                  <a:gd name="csX5" fmla="*/ 13579 w 91360"/>
                  <a:gd name="csY5" fmla="*/ 13585 h 91359"/>
                  <a:gd name="csX6" fmla="*/ 200 w 91360"/>
                  <a:gd name="csY6" fmla="*/ 45885 h 91359"/>
                  <a:gd name="csX7" fmla="*/ 13579 w 91360"/>
                  <a:gd name="csY7" fmla="*/ 78186 h 91359"/>
                  <a:gd name="csX8" fmla="*/ 45880 w 91360"/>
                  <a:gd name="csY8" fmla="*/ 9156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0" y="91565"/>
                    </a:moveTo>
                    <a:cubicBezTo>
                      <a:pt x="57994" y="91565"/>
                      <a:pt x="69614" y="86752"/>
                      <a:pt x="78181" y="78186"/>
                    </a:cubicBezTo>
                    <a:cubicBezTo>
                      <a:pt x="86747" y="69619"/>
                      <a:pt x="91560" y="58000"/>
                      <a:pt x="91560" y="45885"/>
                    </a:cubicBezTo>
                    <a:cubicBezTo>
                      <a:pt x="91560" y="33771"/>
                      <a:pt x="86747" y="22151"/>
                      <a:pt x="78181" y="13585"/>
                    </a:cubicBezTo>
                    <a:cubicBezTo>
                      <a:pt x="69614" y="5019"/>
                      <a:pt x="57994" y="205"/>
                      <a:pt x="45880" y="205"/>
                    </a:cubicBezTo>
                    <a:cubicBezTo>
                      <a:pt x="33765" y="205"/>
                      <a:pt x="22145" y="5019"/>
                      <a:pt x="13579" y="13585"/>
                    </a:cubicBezTo>
                    <a:cubicBezTo>
                      <a:pt x="5013" y="22151"/>
                      <a:pt x="200" y="33771"/>
                      <a:pt x="200" y="45885"/>
                    </a:cubicBezTo>
                    <a:cubicBezTo>
                      <a:pt x="200" y="58000"/>
                      <a:pt x="5013" y="69619"/>
                      <a:pt x="13579" y="78186"/>
                    </a:cubicBezTo>
                    <a:cubicBezTo>
                      <a:pt x="22145" y="86752"/>
                      <a:pt x="33765" y="91565"/>
                      <a:pt x="45880" y="9156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2" name="任意多边形: 形状 2991"/>
              <p:cNvSpPr/>
              <p:nvPr/>
            </p:nvSpPr>
            <p:spPr>
              <a:xfrm>
                <a:off x="16401174" y="23404626"/>
                <a:ext cx="180000" cy="180000"/>
              </a:xfrm>
              <a:custGeom>
                <a:avLst/>
                <a:gdLst>
                  <a:gd name="csX0" fmla="*/ 45868 w 91360"/>
                  <a:gd name="csY0" fmla="*/ 91517 h 91359"/>
                  <a:gd name="csX1" fmla="*/ 78169 w 91360"/>
                  <a:gd name="csY1" fmla="*/ 78138 h 91359"/>
                  <a:gd name="csX2" fmla="*/ 91548 w 91360"/>
                  <a:gd name="csY2" fmla="*/ 45838 h 91359"/>
                  <a:gd name="csX3" fmla="*/ 78169 w 91360"/>
                  <a:gd name="csY3" fmla="*/ 13537 h 91359"/>
                  <a:gd name="csX4" fmla="*/ 45868 w 91360"/>
                  <a:gd name="csY4" fmla="*/ 158 h 91359"/>
                  <a:gd name="csX5" fmla="*/ 13567 w 91360"/>
                  <a:gd name="csY5" fmla="*/ 13537 h 91359"/>
                  <a:gd name="csX6" fmla="*/ 188 w 91360"/>
                  <a:gd name="csY6" fmla="*/ 45838 h 91359"/>
                  <a:gd name="csX7" fmla="*/ 13567 w 91360"/>
                  <a:gd name="csY7" fmla="*/ 78138 h 91359"/>
                  <a:gd name="csX8" fmla="*/ 45868 w 91360"/>
                  <a:gd name="csY8" fmla="*/ 9151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17"/>
                    </a:moveTo>
                    <a:cubicBezTo>
                      <a:pt x="57983" y="91517"/>
                      <a:pt x="69603" y="86704"/>
                      <a:pt x="78169" y="78138"/>
                    </a:cubicBezTo>
                    <a:cubicBezTo>
                      <a:pt x="86735" y="69572"/>
                      <a:pt x="91548" y="57952"/>
                      <a:pt x="91548" y="45838"/>
                    </a:cubicBezTo>
                    <a:cubicBezTo>
                      <a:pt x="91548" y="33723"/>
                      <a:pt x="86735" y="22103"/>
                      <a:pt x="78169" y="13537"/>
                    </a:cubicBezTo>
                    <a:cubicBezTo>
                      <a:pt x="69603" y="4971"/>
                      <a:pt x="57983" y="158"/>
                      <a:pt x="45868" y="158"/>
                    </a:cubicBezTo>
                    <a:cubicBezTo>
                      <a:pt x="33754" y="158"/>
                      <a:pt x="22134" y="4971"/>
                      <a:pt x="13567" y="13537"/>
                    </a:cubicBezTo>
                    <a:cubicBezTo>
                      <a:pt x="5001" y="22103"/>
                      <a:pt x="188" y="33723"/>
                      <a:pt x="188" y="45838"/>
                    </a:cubicBezTo>
                    <a:cubicBezTo>
                      <a:pt x="188" y="57952"/>
                      <a:pt x="5001" y="69572"/>
                      <a:pt x="13567" y="78138"/>
                    </a:cubicBezTo>
                    <a:cubicBezTo>
                      <a:pt x="22134" y="86704"/>
                      <a:pt x="33754" y="91517"/>
                      <a:pt x="45868" y="9151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3" name="任意多边形: 形状 2992"/>
              <p:cNvSpPr/>
              <p:nvPr/>
            </p:nvSpPr>
            <p:spPr>
              <a:xfrm>
                <a:off x="16368532" y="22305404"/>
                <a:ext cx="180000" cy="180000"/>
              </a:xfrm>
              <a:custGeom>
                <a:avLst/>
                <a:gdLst>
                  <a:gd name="csX0" fmla="*/ 45865 w 91360"/>
                  <a:gd name="csY0" fmla="*/ 91524 h 91359"/>
                  <a:gd name="csX1" fmla="*/ 78166 w 91360"/>
                  <a:gd name="csY1" fmla="*/ 78144 h 91359"/>
                  <a:gd name="csX2" fmla="*/ 91546 w 91360"/>
                  <a:gd name="csY2" fmla="*/ 45844 h 91359"/>
                  <a:gd name="csX3" fmla="*/ 78166 w 91360"/>
                  <a:gd name="csY3" fmla="*/ 13544 h 91359"/>
                  <a:gd name="csX4" fmla="*/ 45865 w 91360"/>
                  <a:gd name="csY4" fmla="*/ 164 h 91359"/>
                  <a:gd name="csX5" fmla="*/ 13564 w 91360"/>
                  <a:gd name="csY5" fmla="*/ 13544 h 91359"/>
                  <a:gd name="csX6" fmla="*/ 185 w 91360"/>
                  <a:gd name="csY6" fmla="*/ 45844 h 91359"/>
                  <a:gd name="csX7" fmla="*/ 13564 w 91360"/>
                  <a:gd name="csY7" fmla="*/ 78144 h 91359"/>
                  <a:gd name="csX8" fmla="*/ 45865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524"/>
                    </a:moveTo>
                    <a:cubicBezTo>
                      <a:pt x="57980" y="91524"/>
                      <a:pt x="69600" y="86711"/>
                      <a:pt x="78166" y="78144"/>
                    </a:cubicBezTo>
                    <a:cubicBezTo>
                      <a:pt x="86732" y="69578"/>
                      <a:pt x="91546" y="57958"/>
                      <a:pt x="91546" y="45844"/>
                    </a:cubicBezTo>
                    <a:cubicBezTo>
                      <a:pt x="91546" y="33730"/>
                      <a:pt x="86732" y="22110"/>
                      <a:pt x="78166" y="13544"/>
                    </a:cubicBezTo>
                    <a:cubicBezTo>
                      <a:pt x="69600" y="4977"/>
                      <a:pt x="57980" y="164"/>
                      <a:pt x="45865" y="164"/>
                    </a:cubicBezTo>
                    <a:cubicBezTo>
                      <a:pt x="33751" y="164"/>
                      <a:pt x="22131" y="4977"/>
                      <a:pt x="13564" y="13544"/>
                    </a:cubicBezTo>
                    <a:cubicBezTo>
                      <a:pt x="4998" y="22110"/>
                      <a:pt x="185" y="33730"/>
                      <a:pt x="185" y="45844"/>
                    </a:cubicBezTo>
                    <a:cubicBezTo>
                      <a:pt x="185" y="57958"/>
                      <a:pt x="4998" y="69578"/>
                      <a:pt x="13564" y="78144"/>
                    </a:cubicBezTo>
                    <a:cubicBezTo>
                      <a:pt x="22131" y="86711"/>
                      <a:pt x="33751" y="91524"/>
                      <a:pt x="45865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4" name="任意多边形: 形状 2993"/>
              <p:cNvSpPr/>
              <p:nvPr/>
            </p:nvSpPr>
            <p:spPr>
              <a:xfrm>
                <a:off x="18840625" y="21839831"/>
                <a:ext cx="180000" cy="180000"/>
              </a:xfrm>
              <a:custGeom>
                <a:avLst/>
                <a:gdLst>
                  <a:gd name="csX0" fmla="*/ 45896 w 91360"/>
                  <a:gd name="csY0" fmla="*/ 91533 h 91359"/>
                  <a:gd name="csX1" fmla="*/ 78197 w 91360"/>
                  <a:gd name="csY1" fmla="*/ 78153 h 91359"/>
                  <a:gd name="csX2" fmla="*/ 91576 w 91360"/>
                  <a:gd name="csY2" fmla="*/ 45853 h 91359"/>
                  <a:gd name="csX3" fmla="*/ 78197 w 91360"/>
                  <a:gd name="csY3" fmla="*/ 13553 h 91359"/>
                  <a:gd name="csX4" fmla="*/ 45896 w 91360"/>
                  <a:gd name="csY4" fmla="*/ 173 h 91359"/>
                  <a:gd name="csX5" fmla="*/ 13595 w 91360"/>
                  <a:gd name="csY5" fmla="*/ 13553 h 91359"/>
                  <a:gd name="csX6" fmla="*/ 215 w 91360"/>
                  <a:gd name="csY6" fmla="*/ 45853 h 91359"/>
                  <a:gd name="csX7" fmla="*/ 13595 w 91360"/>
                  <a:gd name="csY7" fmla="*/ 78153 h 91359"/>
                  <a:gd name="csX8" fmla="*/ 45896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33"/>
                    </a:moveTo>
                    <a:cubicBezTo>
                      <a:pt x="58010" y="91533"/>
                      <a:pt x="69630" y="86720"/>
                      <a:pt x="78197" y="78153"/>
                    </a:cubicBezTo>
                    <a:cubicBezTo>
                      <a:pt x="86763" y="69587"/>
                      <a:pt x="91576" y="57967"/>
                      <a:pt x="91576" y="45853"/>
                    </a:cubicBezTo>
                    <a:cubicBezTo>
                      <a:pt x="91576" y="33739"/>
                      <a:pt x="86763" y="22119"/>
                      <a:pt x="78197" y="13553"/>
                    </a:cubicBezTo>
                    <a:cubicBezTo>
                      <a:pt x="69630" y="4986"/>
                      <a:pt x="58010" y="173"/>
                      <a:pt x="45896" y="173"/>
                    </a:cubicBezTo>
                    <a:cubicBezTo>
                      <a:pt x="33781" y="173"/>
                      <a:pt x="22161" y="4986"/>
                      <a:pt x="13595" y="13553"/>
                    </a:cubicBezTo>
                    <a:cubicBezTo>
                      <a:pt x="5029" y="22119"/>
                      <a:pt x="215" y="33739"/>
                      <a:pt x="215" y="45853"/>
                    </a:cubicBezTo>
                    <a:cubicBezTo>
                      <a:pt x="215" y="57967"/>
                      <a:pt x="5029" y="69587"/>
                      <a:pt x="13595" y="78153"/>
                    </a:cubicBezTo>
                    <a:cubicBezTo>
                      <a:pt x="22161" y="86720"/>
                      <a:pt x="33781" y="91533"/>
                      <a:pt x="45896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5" name="任意多边形: 形状 2994"/>
              <p:cNvSpPr/>
              <p:nvPr/>
            </p:nvSpPr>
            <p:spPr>
              <a:xfrm>
                <a:off x="20176211" y="22628302"/>
                <a:ext cx="180000" cy="180000"/>
              </a:xfrm>
              <a:custGeom>
                <a:avLst/>
                <a:gdLst>
                  <a:gd name="csX0" fmla="*/ 45886 w 91360"/>
                  <a:gd name="csY0" fmla="*/ 91496 h 91359"/>
                  <a:gd name="csX1" fmla="*/ 78187 w 91360"/>
                  <a:gd name="csY1" fmla="*/ 78117 h 91359"/>
                  <a:gd name="csX2" fmla="*/ 91566 w 91360"/>
                  <a:gd name="csY2" fmla="*/ 45817 h 91359"/>
                  <a:gd name="csX3" fmla="*/ 78187 w 91360"/>
                  <a:gd name="csY3" fmla="*/ 13516 h 91359"/>
                  <a:gd name="csX4" fmla="*/ 45886 w 91360"/>
                  <a:gd name="csY4" fmla="*/ 137 h 91359"/>
                  <a:gd name="csX5" fmla="*/ 13585 w 91360"/>
                  <a:gd name="csY5" fmla="*/ 13516 h 91359"/>
                  <a:gd name="csX6" fmla="*/ 206 w 91360"/>
                  <a:gd name="csY6" fmla="*/ 45817 h 91359"/>
                  <a:gd name="csX7" fmla="*/ 13585 w 91360"/>
                  <a:gd name="csY7" fmla="*/ 78117 h 91359"/>
                  <a:gd name="csX8" fmla="*/ 45886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496"/>
                    </a:moveTo>
                    <a:cubicBezTo>
                      <a:pt x="58001" y="91496"/>
                      <a:pt x="69621" y="86683"/>
                      <a:pt x="78187" y="78117"/>
                    </a:cubicBezTo>
                    <a:cubicBezTo>
                      <a:pt x="86753" y="69551"/>
                      <a:pt x="91566" y="57931"/>
                      <a:pt x="91566" y="45817"/>
                    </a:cubicBezTo>
                    <a:cubicBezTo>
                      <a:pt x="91566" y="33702"/>
                      <a:pt x="86753" y="22082"/>
                      <a:pt x="78187" y="13516"/>
                    </a:cubicBezTo>
                    <a:cubicBezTo>
                      <a:pt x="69621" y="4950"/>
                      <a:pt x="58001" y="137"/>
                      <a:pt x="45886" y="137"/>
                    </a:cubicBezTo>
                    <a:cubicBezTo>
                      <a:pt x="33772" y="137"/>
                      <a:pt x="22152" y="4950"/>
                      <a:pt x="13585" y="13516"/>
                    </a:cubicBezTo>
                    <a:cubicBezTo>
                      <a:pt x="5019" y="22082"/>
                      <a:pt x="206" y="33702"/>
                      <a:pt x="206" y="45817"/>
                    </a:cubicBezTo>
                    <a:cubicBezTo>
                      <a:pt x="206" y="57931"/>
                      <a:pt x="5019" y="69551"/>
                      <a:pt x="13585" y="78117"/>
                    </a:cubicBezTo>
                    <a:cubicBezTo>
                      <a:pt x="22152" y="86683"/>
                      <a:pt x="33772" y="91496"/>
                      <a:pt x="45886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6" name="任意多边形: 形状 2995"/>
              <p:cNvSpPr/>
              <p:nvPr/>
            </p:nvSpPr>
            <p:spPr>
              <a:xfrm>
                <a:off x="19740730" y="22819174"/>
                <a:ext cx="180000" cy="180000"/>
              </a:xfrm>
              <a:custGeom>
                <a:avLst/>
                <a:gdLst>
                  <a:gd name="csX0" fmla="*/ 45919 w 91360"/>
                  <a:gd name="csY0" fmla="*/ 91510 h 91359"/>
                  <a:gd name="csX1" fmla="*/ 78220 w 91360"/>
                  <a:gd name="csY1" fmla="*/ 78131 h 91359"/>
                  <a:gd name="csX2" fmla="*/ 91599 w 91360"/>
                  <a:gd name="csY2" fmla="*/ 45831 h 91359"/>
                  <a:gd name="csX3" fmla="*/ 78220 w 91360"/>
                  <a:gd name="csY3" fmla="*/ 13530 h 91359"/>
                  <a:gd name="csX4" fmla="*/ 45919 w 91360"/>
                  <a:gd name="csY4" fmla="*/ 151 h 91359"/>
                  <a:gd name="csX5" fmla="*/ 13618 w 91360"/>
                  <a:gd name="csY5" fmla="*/ 13530 h 91359"/>
                  <a:gd name="csX6" fmla="*/ 239 w 91360"/>
                  <a:gd name="csY6" fmla="*/ 45831 h 91359"/>
                  <a:gd name="csX7" fmla="*/ 13618 w 91360"/>
                  <a:gd name="csY7" fmla="*/ 78131 h 91359"/>
                  <a:gd name="csX8" fmla="*/ 45919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9" y="91510"/>
                    </a:moveTo>
                    <a:cubicBezTo>
                      <a:pt x="58033" y="91510"/>
                      <a:pt x="69653" y="86697"/>
                      <a:pt x="78220" y="78131"/>
                    </a:cubicBezTo>
                    <a:cubicBezTo>
                      <a:pt x="86786" y="69565"/>
                      <a:pt x="91599" y="57945"/>
                      <a:pt x="91599" y="45831"/>
                    </a:cubicBezTo>
                    <a:cubicBezTo>
                      <a:pt x="91599" y="33716"/>
                      <a:pt x="86786" y="22096"/>
                      <a:pt x="78220" y="13530"/>
                    </a:cubicBezTo>
                    <a:cubicBezTo>
                      <a:pt x="69653" y="4964"/>
                      <a:pt x="58033" y="151"/>
                      <a:pt x="45919" y="151"/>
                    </a:cubicBezTo>
                    <a:cubicBezTo>
                      <a:pt x="33804" y="151"/>
                      <a:pt x="22184" y="4964"/>
                      <a:pt x="13618" y="13530"/>
                    </a:cubicBezTo>
                    <a:cubicBezTo>
                      <a:pt x="5052" y="22096"/>
                      <a:pt x="239" y="33716"/>
                      <a:pt x="239" y="45831"/>
                    </a:cubicBezTo>
                    <a:cubicBezTo>
                      <a:pt x="239" y="57945"/>
                      <a:pt x="5052" y="69565"/>
                      <a:pt x="13618" y="78131"/>
                    </a:cubicBezTo>
                    <a:cubicBezTo>
                      <a:pt x="22184" y="86697"/>
                      <a:pt x="33804" y="91510"/>
                      <a:pt x="45919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7" name="任意多边形: 形状 2996"/>
              <p:cNvSpPr/>
              <p:nvPr/>
            </p:nvSpPr>
            <p:spPr>
              <a:xfrm>
                <a:off x="19066036" y="24280007"/>
                <a:ext cx="180000" cy="180000"/>
              </a:xfrm>
              <a:custGeom>
                <a:avLst/>
                <a:gdLst>
                  <a:gd name="csX0" fmla="*/ 45902 w 91360"/>
                  <a:gd name="csY0" fmla="*/ 91511 h 91359"/>
                  <a:gd name="csX1" fmla="*/ 78202 w 91360"/>
                  <a:gd name="csY1" fmla="*/ 78131 h 91359"/>
                  <a:gd name="csX2" fmla="*/ 91582 w 91360"/>
                  <a:gd name="csY2" fmla="*/ 45831 h 91359"/>
                  <a:gd name="csX3" fmla="*/ 78202 w 91360"/>
                  <a:gd name="csY3" fmla="*/ 13530 h 91359"/>
                  <a:gd name="csX4" fmla="*/ 45902 w 91360"/>
                  <a:gd name="csY4" fmla="*/ 151 h 91359"/>
                  <a:gd name="csX5" fmla="*/ 13601 w 91360"/>
                  <a:gd name="csY5" fmla="*/ 13530 h 91359"/>
                  <a:gd name="csX6" fmla="*/ 221 w 91360"/>
                  <a:gd name="csY6" fmla="*/ 45831 h 91359"/>
                  <a:gd name="csX7" fmla="*/ 13601 w 91360"/>
                  <a:gd name="csY7" fmla="*/ 78131 h 91359"/>
                  <a:gd name="csX8" fmla="*/ 45902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11"/>
                    </a:moveTo>
                    <a:cubicBezTo>
                      <a:pt x="58016" y="91511"/>
                      <a:pt x="69636" y="86697"/>
                      <a:pt x="78202" y="78131"/>
                    </a:cubicBezTo>
                    <a:cubicBezTo>
                      <a:pt x="86769" y="69565"/>
                      <a:pt x="91582" y="57945"/>
                      <a:pt x="91582" y="45831"/>
                    </a:cubicBezTo>
                    <a:cubicBezTo>
                      <a:pt x="91582" y="33716"/>
                      <a:pt x="86769" y="22097"/>
                      <a:pt x="78202" y="13530"/>
                    </a:cubicBezTo>
                    <a:cubicBezTo>
                      <a:pt x="69636" y="4964"/>
                      <a:pt x="58016" y="151"/>
                      <a:pt x="45902" y="151"/>
                    </a:cubicBezTo>
                    <a:cubicBezTo>
                      <a:pt x="33787" y="151"/>
                      <a:pt x="22167" y="4964"/>
                      <a:pt x="13601" y="13530"/>
                    </a:cubicBezTo>
                    <a:cubicBezTo>
                      <a:pt x="5035" y="22097"/>
                      <a:pt x="221" y="33716"/>
                      <a:pt x="221" y="45831"/>
                    </a:cubicBezTo>
                    <a:cubicBezTo>
                      <a:pt x="221" y="57945"/>
                      <a:pt x="5035" y="69565"/>
                      <a:pt x="13601" y="78131"/>
                    </a:cubicBezTo>
                    <a:cubicBezTo>
                      <a:pt x="22167" y="86697"/>
                      <a:pt x="33787" y="91511"/>
                      <a:pt x="45902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8" name="任意多边形: 形状 2997"/>
              <p:cNvSpPr/>
              <p:nvPr/>
            </p:nvSpPr>
            <p:spPr>
              <a:xfrm>
                <a:off x="17489165" y="24333962"/>
                <a:ext cx="180000" cy="180000"/>
              </a:xfrm>
              <a:custGeom>
                <a:avLst/>
                <a:gdLst>
                  <a:gd name="csX0" fmla="*/ 45849 w 91360"/>
                  <a:gd name="csY0" fmla="*/ 91557 h 91359"/>
                  <a:gd name="csX1" fmla="*/ 78150 w 91360"/>
                  <a:gd name="csY1" fmla="*/ 78178 h 91359"/>
                  <a:gd name="csX2" fmla="*/ 91529 w 91360"/>
                  <a:gd name="csY2" fmla="*/ 45877 h 91359"/>
                  <a:gd name="csX3" fmla="*/ 78150 w 91360"/>
                  <a:gd name="csY3" fmla="*/ 13577 h 91359"/>
                  <a:gd name="csX4" fmla="*/ 45849 w 91360"/>
                  <a:gd name="csY4" fmla="*/ 198 h 91359"/>
                  <a:gd name="csX5" fmla="*/ 13548 w 91360"/>
                  <a:gd name="csY5" fmla="*/ 13577 h 91359"/>
                  <a:gd name="csX6" fmla="*/ 169 w 91360"/>
                  <a:gd name="csY6" fmla="*/ 45877 h 91359"/>
                  <a:gd name="csX7" fmla="*/ 13548 w 91360"/>
                  <a:gd name="csY7" fmla="*/ 78178 h 91359"/>
                  <a:gd name="csX8" fmla="*/ 45849 w 91360"/>
                  <a:gd name="csY8" fmla="*/ 9155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57"/>
                    </a:moveTo>
                    <a:cubicBezTo>
                      <a:pt x="57964" y="91557"/>
                      <a:pt x="69584" y="86744"/>
                      <a:pt x="78150" y="78178"/>
                    </a:cubicBezTo>
                    <a:cubicBezTo>
                      <a:pt x="86716" y="69612"/>
                      <a:pt x="91529" y="57992"/>
                      <a:pt x="91529" y="45877"/>
                    </a:cubicBezTo>
                    <a:cubicBezTo>
                      <a:pt x="91529" y="33763"/>
                      <a:pt x="86716" y="22143"/>
                      <a:pt x="78150" y="13577"/>
                    </a:cubicBezTo>
                    <a:cubicBezTo>
                      <a:pt x="69584" y="5011"/>
                      <a:pt x="57964" y="198"/>
                      <a:pt x="45849" y="198"/>
                    </a:cubicBezTo>
                    <a:cubicBezTo>
                      <a:pt x="33735" y="198"/>
                      <a:pt x="22115" y="5011"/>
                      <a:pt x="13548" y="13577"/>
                    </a:cubicBezTo>
                    <a:cubicBezTo>
                      <a:pt x="4982" y="22143"/>
                      <a:pt x="169" y="33763"/>
                      <a:pt x="169" y="45877"/>
                    </a:cubicBezTo>
                    <a:cubicBezTo>
                      <a:pt x="169" y="57992"/>
                      <a:pt x="4982" y="69612"/>
                      <a:pt x="13548" y="78178"/>
                    </a:cubicBezTo>
                    <a:cubicBezTo>
                      <a:pt x="22115" y="86744"/>
                      <a:pt x="33735" y="91557"/>
                      <a:pt x="45849" y="9155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2999" name="任意多边形: 形状 2998"/>
              <p:cNvSpPr/>
              <p:nvPr/>
            </p:nvSpPr>
            <p:spPr>
              <a:xfrm>
                <a:off x="19868731" y="23879430"/>
                <a:ext cx="180000" cy="180000"/>
              </a:xfrm>
              <a:custGeom>
                <a:avLst/>
                <a:gdLst>
                  <a:gd name="csX0" fmla="*/ 45893 w 91360"/>
                  <a:gd name="csY0" fmla="*/ 91484 h 91359"/>
                  <a:gd name="csX1" fmla="*/ 78194 w 91360"/>
                  <a:gd name="csY1" fmla="*/ 78105 h 91359"/>
                  <a:gd name="csX2" fmla="*/ 91573 w 91360"/>
                  <a:gd name="csY2" fmla="*/ 45804 h 91359"/>
                  <a:gd name="csX3" fmla="*/ 78194 w 91360"/>
                  <a:gd name="csY3" fmla="*/ 13504 h 91359"/>
                  <a:gd name="csX4" fmla="*/ 45893 w 91360"/>
                  <a:gd name="csY4" fmla="*/ 124 h 91359"/>
                  <a:gd name="csX5" fmla="*/ 13592 w 91360"/>
                  <a:gd name="csY5" fmla="*/ 13504 h 91359"/>
                  <a:gd name="csX6" fmla="*/ 213 w 91360"/>
                  <a:gd name="csY6" fmla="*/ 45804 h 91359"/>
                  <a:gd name="csX7" fmla="*/ 13592 w 91360"/>
                  <a:gd name="csY7" fmla="*/ 78105 h 91359"/>
                  <a:gd name="csX8" fmla="*/ 45893 w 91360"/>
                  <a:gd name="csY8" fmla="*/ 9148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3" y="91484"/>
                    </a:moveTo>
                    <a:cubicBezTo>
                      <a:pt x="58007" y="91484"/>
                      <a:pt x="69627" y="86671"/>
                      <a:pt x="78194" y="78105"/>
                    </a:cubicBezTo>
                    <a:cubicBezTo>
                      <a:pt x="86760" y="69538"/>
                      <a:pt x="91573" y="57919"/>
                      <a:pt x="91573" y="45804"/>
                    </a:cubicBezTo>
                    <a:cubicBezTo>
                      <a:pt x="91573" y="33690"/>
                      <a:pt x="86760" y="22070"/>
                      <a:pt x="78194" y="13504"/>
                    </a:cubicBezTo>
                    <a:cubicBezTo>
                      <a:pt x="69627" y="4938"/>
                      <a:pt x="58007" y="124"/>
                      <a:pt x="45893" y="124"/>
                    </a:cubicBezTo>
                    <a:cubicBezTo>
                      <a:pt x="33778" y="124"/>
                      <a:pt x="22158" y="4938"/>
                      <a:pt x="13592" y="13504"/>
                    </a:cubicBezTo>
                    <a:cubicBezTo>
                      <a:pt x="5026" y="22070"/>
                      <a:pt x="213" y="33690"/>
                      <a:pt x="213" y="45804"/>
                    </a:cubicBezTo>
                    <a:cubicBezTo>
                      <a:pt x="213" y="57919"/>
                      <a:pt x="5026" y="69538"/>
                      <a:pt x="13592" y="78105"/>
                    </a:cubicBezTo>
                    <a:cubicBezTo>
                      <a:pt x="22158" y="86671"/>
                      <a:pt x="33778" y="91484"/>
                      <a:pt x="45893" y="9148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0" name="任意多边形: 形状 2999"/>
              <p:cNvSpPr/>
              <p:nvPr/>
            </p:nvSpPr>
            <p:spPr>
              <a:xfrm>
                <a:off x="17098049" y="22766678"/>
                <a:ext cx="180000" cy="180000"/>
              </a:xfrm>
              <a:custGeom>
                <a:avLst/>
                <a:gdLst>
                  <a:gd name="csX0" fmla="*/ 45837 w 91360"/>
                  <a:gd name="csY0" fmla="*/ 91509 h 91359"/>
                  <a:gd name="csX1" fmla="*/ 78138 w 91360"/>
                  <a:gd name="csY1" fmla="*/ 78129 h 91359"/>
                  <a:gd name="csX2" fmla="*/ 91517 w 91360"/>
                  <a:gd name="csY2" fmla="*/ 45829 h 91359"/>
                  <a:gd name="csX3" fmla="*/ 78138 w 91360"/>
                  <a:gd name="csY3" fmla="*/ 13528 h 91359"/>
                  <a:gd name="csX4" fmla="*/ 45837 w 91360"/>
                  <a:gd name="csY4" fmla="*/ 149 h 91359"/>
                  <a:gd name="csX5" fmla="*/ 13536 w 91360"/>
                  <a:gd name="csY5" fmla="*/ 13528 h 91359"/>
                  <a:gd name="csX6" fmla="*/ 157 w 91360"/>
                  <a:gd name="csY6" fmla="*/ 45829 h 91359"/>
                  <a:gd name="csX7" fmla="*/ 13536 w 91360"/>
                  <a:gd name="csY7" fmla="*/ 78129 h 91359"/>
                  <a:gd name="csX8" fmla="*/ 45837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7" y="91509"/>
                    </a:moveTo>
                    <a:cubicBezTo>
                      <a:pt x="57952" y="91509"/>
                      <a:pt x="69572" y="86695"/>
                      <a:pt x="78138" y="78129"/>
                    </a:cubicBezTo>
                    <a:cubicBezTo>
                      <a:pt x="86704" y="69563"/>
                      <a:pt x="91517" y="57943"/>
                      <a:pt x="91517" y="45829"/>
                    </a:cubicBezTo>
                    <a:cubicBezTo>
                      <a:pt x="91517" y="33715"/>
                      <a:pt x="86704" y="22095"/>
                      <a:pt x="78138" y="13528"/>
                    </a:cubicBezTo>
                    <a:cubicBezTo>
                      <a:pt x="69572" y="4962"/>
                      <a:pt x="57952" y="149"/>
                      <a:pt x="45837" y="149"/>
                    </a:cubicBezTo>
                    <a:cubicBezTo>
                      <a:pt x="33723" y="149"/>
                      <a:pt x="22103" y="4962"/>
                      <a:pt x="13536" y="13528"/>
                    </a:cubicBezTo>
                    <a:cubicBezTo>
                      <a:pt x="4970" y="22095"/>
                      <a:pt x="157" y="33715"/>
                      <a:pt x="157" y="45829"/>
                    </a:cubicBezTo>
                    <a:cubicBezTo>
                      <a:pt x="157" y="57943"/>
                      <a:pt x="4970" y="69563"/>
                      <a:pt x="13536" y="78129"/>
                    </a:cubicBezTo>
                    <a:cubicBezTo>
                      <a:pt x="22103" y="86695"/>
                      <a:pt x="33723" y="91509"/>
                      <a:pt x="45837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1" name="任意多边形: 形状 3000"/>
              <p:cNvSpPr/>
              <p:nvPr/>
            </p:nvSpPr>
            <p:spPr>
              <a:xfrm>
                <a:off x="20070301" y="21957605"/>
                <a:ext cx="180000" cy="180000"/>
              </a:xfrm>
              <a:custGeom>
                <a:avLst/>
                <a:gdLst>
                  <a:gd name="csX0" fmla="*/ 45897 w 91360"/>
                  <a:gd name="csY0" fmla="*/ 91503 h 91359"/>
                  <a:gd name="csX1" fmla="*/ 78198 w 91360"/>
                  <a:gd name="csY1" fmla="*/ 78123 h 91359"/>
                  <a:gd name="csX2" fmla="*/ 91578 w 91360"/>
                  <a:gd name="csY2" fmla="*/ 45823 h 91359"/>
                  <a:gd name="csX3" fmla="*/ 78198 w 91360"/>
                  <a:gd name="csY3" fmla="*/ 13522 h 91359"/>
                  <a:gd name="csX4" fmla="*/ 45897 w 91360"/>
                  <a:gd name="csY4" fmla="*/ 143 h 91359"/>
                  <a:gd name="csX5" fmla="*/ 13597 w 91360"/>
                  <a:gd name="csY5" fmla="*/ 13522 h 91359"/>
                  <a:gd name="csX6" fmla="*/ 217 w 91360"/>
                  <a:gd name="csY6" fmla="*/ 45823 h 91359"/>
                  <a:gd name="csX7" fmla="*/ 13597 w 91360"/>
                  <a:gd name="csY7" fmla="*/ 78123 h 91359"/>
                  <a:gd name="csX8" fmla="*/ 45897 w 91360"/>
                  <a:gd name="csY8" fmla="*/ 9150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7" y="91503"/>
                    </a:moveTo>
                    <a:cubicBezTo>
                      <a:pt x="58012" y="91503"/>
                      <a:pt x="69632" y="86689"/>
                      <a:pt x="78198" y="78123"/>
                    </a:cubicBezTo>
                    <a:cubicBezTo>
                      <a:pt x="86764" y="69557"/>
                      <a:pt x="91578" y="57937"/>
                      <a:pt x="91578" y="45823"/>
                    </a:cubicBezTo>
                    <a:cubicBezTo>
                      <a:pt x="91578" y="33708"/>
                      <a:pt x="86764" y="22089"/>
                      <a:pt x="78198" y="13522"/>
                    </a:cubicBezTo>
                    <a:cubicBezTo>
                      <a:pt x="69632" y="4956"/>
                      <a:pt x="58012" y="143"/>
                      <a:pt x="45897" y="143"/>
                    </a:cubicBezTo>
                    <a:cubicBezTo>
                      <a:pt x="33783" y="143"/>
                      <a:pt x="22163" y="4956"/>
                      <a:pt x="13597" y="13522"/>
                    </a:cubicBezTo>
                    <a:cubicBezTo>
                      <a:pt x="5030" y="22089"/>
                      <a:pt x="217" y="33708"/>
                      <a:pt x="217" y="45823"/>
                    </a:cubicBezTo>
                    <a:cubicBezTo>
                      <a:pt x="217" y="57937"/>
                      <a:pt x="5030" y="69557"/>
                      <a:pt x="13597" y="78123"/>
                    </a:cubicBezTo>
                    <a:cubicBezTo>
                      <a:pt x="22163" y="86689"/>
                      <a:pt x="33783" y="91503"/>
                      <a:pt x="45897" y="9150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2" name="任意多边形: 形状 3001"/>
              <p:cNvSpPr/>
              <p:nvPr/>
            </p:nvSpPr>
            <p:spPr>
              <a:xfrm>
                <a:off x="18199692" y="23853802"/>
                <a:ext cx="180000" cy="180000"/>
              </a:xfrm>
              <a:custGeom>
                <a:avLst/>
                <a:gdLst>
                  <a:gd name="csX0" fmla="*/ 45871 w 91360"/>
                  <a:gd name="csY0" fmla="*/ 91542 h 91359"/>
                  <a:gd name="csX1" fmla="*/ 78172 w 91360"/>
                  <a:gd name="csY1" fmla="*/ 78163 h 91359"/>
                  <a:gd name="csX2" fmla="*/ 91551 w 91360"/>
                  <a:gd name="csY2" fmla="*/ 45863 h 91359"/>
                  <a:gd name="csX3" fmla="*/ 78172 w 91360"/>
                  <a:gd name="csY3" fmla="*/ 13562 h 91359"/>
                  <a:gd name="csX4" fmla="*/ 45871 w 91360"/>
                  <a:gd name="csY4" fmla="*/ 183 h 91359"/>
                  <a:gd name="csX5" fmla="*/ 13570 w 91360"/>
                  <a:gd name="csY5" fmla="*/ 13562 h 91359"/>
                  <a:gd name="csX6" fmla="*/ 191 w 91360"/>
                  <a:gd name="csY6" fmla="*/ 45863 h 91359"/>
                  <a:gd name="csX7" fmla="*/ 13570 w 91360"/>
                  <a:gd name="csY7" fmla="*/ 78163 h 91359"/>
                  <a:gd name="csX8" fmla="*/ 45871 w 91360"/>
                  <a:gd name="csY8" fmla="*/ 9154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42"/>
                    </a:moveTo>
                    <a:cubicBezTo>
                      <a:pt x="57986" y="91542"/>
                      <a:pt x="69606" y="86729"/>
                      <a:pt x="78172" y="78163"/>
                    </a:cubicBezTo>
                    <a:cubicBezTo>
                      <a:pt x="86738" y="69597"/>
                      <a:pt x="91551" y="57977"/>
                      <a:pt x="91551" y="45863"/>
                    </a:cubicBezTo>
                    <a:cubicBezTo>
                      <a:pt x="91551" y="33748"/>
                      <a:pt x="86738" y="22128"/>
                      <a:pt x="78172" y="13562"/>
                    </a:cubicBezTo>
                    <a:cubicBezTo>
                      <a:pt x="69606" y="4996"/>
                      <a:pt x="57986" y="183"/>
                      <a:pt x="45871" y="183"/>
                    </a:cubicBezTo>
                    <a:cubicBezTo>
                      <a:pt x="33757" y="183"/>
                      <a:pt x="22137" y="4996"/>
                      <a:pt x="13570" y="13562"/>
                    </a:cubicBezTo>
                    <a:cubicBezTo>
                      <a:pt x="5004" y="22128"/>
                      <a:pt x="191" y="33748"/>
                      <a:pt x="191" y="45863"/>
                    </a:cubicBezTo>
                    <a:cubicBezTo>
                      <a:pt x="191" y="57977"/>
                      <a:pt x="5004" y="69597"/>
                      <a:pt x="13570" y="78163"/>
                    </a:cubicBezTo>
                    <a:cubicBezTo>
                      <a:pt x="22137" y="86729"/>
                      <a:pt x="33757" y="91542"/>
                      <a:pt x="45871" y="9154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3" name="任意多边形: 形状 3002"/>
              <p:cNvSpPr/>
              <p:nvPr/>
            </p:nvSpPr>
            <p:spPr>
              <a:xfrm>
                <a:off x="17160973" y="22782354"/>
                <a:ext cx="180000" cy="180000"/>
              </a:xfrm>
              <a:custGeom>
                <a:avLst/>
                <a:gdLst>
                  <a:gd name="csX0" fmla="*/ 45839 w 91360"/>
                  <a:gd name="csY0" fmla="*/ 91509 h 91359"/>
                  <a:gd name="csX1" fmla="*/ 78140 w 91360"/>
                  <a:gd name="csY1" fmla="*/ 78130 h 91359"/>
                  <a:gd name="csX2" fmla="*/ 91519 w 91360"/>
                  <a:gd name="csY2" fmla="*/ 45829 h 91359"/>
                  <a:gd name="csX3" fmla="*/ 78140 w 91360"/>
                  <a:gd name="csY3" fmla="*/ 13529 h 91359"/>
                  <a:gd name="csX4" fmla="*/ 45839 w 91360"/>
                  <a:gd name="csY4" fmla="*/ 150 h 91359"/>
                  <a:gd name="csX5" fmla="*/ 13538 w 91360"/>
                  <a:gd name="csY5" fmla="*/ 13529 h 91359"/>
                  <a:gd name="csX6" fmla="*/ 159 w 91360"/>
                  <a:gd name="csY6" fmla="*/ 45829 h 91359"/>
                  <a:gd name="csX7" fmla="*/ 13538 w 91360"/>
                  <a:gd name="csY7" fmla="*/ 78130 h 91359"/>
                  <a:gd name="csX8" fmla="*/ 45839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9" y="91509"/>
                    </a:moveTo>
                    <a:cubicBezTo>
                      <a:pt x="57954" y="91509"/>
                      <a:pt x="69574" y="86696"/>
                      <a:pt x="78140" y="78130"/>
                    </a:cubicBezTo>
                    <a:cubicBezTo>
                      <a:pt x="86706" y="69564"/>
                      <a:pt x="91519" y="57944"/>
                      <a:pt x="91519" y="45829"/>
                    </a:cubicBezTo>
                    <a:cubicBezTo>
                      <a:pt x="91519" y="33715"/>
                      <a:pt x="86706" y="22095"/>
                      <a:pt x="78140" y="13529"/>
                    </a:cubicBezTo>
                    <a:cubicBezTo>
                      <a:pt x="69574" y="4963"/>
                      <a:pt x="57954" y="150"/>
                      <a:pt x="45839" y="150"/>
                    </a:cubicBezTo>
                    <a:cubicBezTo>
                      <a:pt x="33725" y="150"/>
                      <a:pt x="22105" y="4963"/>
                      <a:pt x="13538" y="13529"/>
                    </a:cubicBezTo>
                    <a:cubicBezTo>
                      <a:pt x="4972" y="22095"/>
                      <a:pt x="159" y="33715"/>
                      <a:pt x="159" y="45829"/>
                    </a:cubicBezTo>
                    <a:cubicBezTo>
                      <a:pt x="159" y="57944"/>
                      <a:pt x="4972" y="69564"/>
                      <a:pt x="13538" y="78130"/>
                    </a:cubicBezTo>
                    <a:cubicBezTo>
                      <a:pt x="22105" y="86696"/>
                      <a:pt x="33725" y="91509"/>
                      <a:pt x="45839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4" name="任意多边形: 形状 3003"/>
              <p:cNvSpPr/>
              <p:nvPr/>
            </p:nvSpPr>
            <p:spPr>
              <a:xfrm>
                <a:off x="17054193" y="23564862"/>
                <a:ext cx="180000" cy="180000"/>
              </a:xfrm>
              <a:custGeom>
                <a:avLst/>
                <a:gdLst>
                  <a:gd name="csX0" fmla="*/ 45836 w 91360"/>
                  <a:gd name="csY0" fmla="*/ 91533 h 91359"/>
                  <a:gd name="csX1" fmla="*/ 78137 w 91360"/>
                  <a:gd name="csY1" fmla="*/ 78154 h 91359"/>
                  <a:gd name="csX2" fmla="*/ 91516 w 91360"/>
                  <a:gd name="csY2" fmla="*/ 45854 h 91359"/>
                  <a:gd name="csX3" fmla="*/ 78137 w 91360"/>
                  <a:gd name="csY3" fmla="*/ 13553 h 91359"/>
                  <a:gd name="csX4" fmla="*/ 45836 w 91360"/>
                  <a:gd name="csY4" fmla="*/ 174 h 91359"/>
                  <a:gd name="csX5" fmla="*/ 13535 w 91360"/>
                  <a:gd name="csY5" fmla="*/ 13553 h 91359"/>
                  <a:gd name="csX6" fmla="*/ 156 w 91360"/>
                  <a:gd name="csY6" fmla="*/ 45854 h 91359"/>
                  <a:gd name="csX7" fmla="*/ 13535 w 91360"/>
                  <a:gd name="csY7" fmla="*/ 78154 h 91359"/>
                  <a:gd name="csX8" fmla="*/ 45836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6" y="91533"/>
                    </a:moveTo>
                    <a:cubicBezTo>
                      <a:pt x="57950" y="91533"/>
                      <a:pt x="69570" y="86720"/>
                      <a:pt x="78137" y="78154"/>
                    </a:cubicBezTo>
                    <a:cubicBezTo>
                      <a:pt x="86703" y="69588"/>
                      <a:pt x="91516" y="57968"/>
                      <a:pt x="91516" y="45854"/>
                    </a:cubicBezTo>
                    <a:cubicBezTo>
                      <a:pt x="91516" y="33739"/>
                      <a:pt x="86703" y="22119"/>
                      <a:pt x="78137" y="13553"/>
                    </a:cubicBezTo>
                    <a:cubicBezTo>
                      <a:pt x="69570" y="4987"/>
                      <a:pt x="57950" y="174"/>
                      <a:pt x="45836" y="174"/>
                    </a:cubicBezTo>
                    <a:cubicBezTo>
                      <a:pt x="33721" y="174"/>
                      <a:pt x="22101" y="4987"/>
                      <a:pt x="13535" y="13553"/>
                    </a:cubicBezTo>
                    <a:cubicBezTo>
                      <a:pt x="4969" y="22119"/>
                      <a:pt x="156" y="33739"/>
                      <a:pt x="156" y="45854"/>
                    </a:cubicBezTo>
                    <a:cubicBezTo>
                      <a:pt x="156" y="57968"/>
                      <a:pt x="4969" y="69588"/>
                      <a:pt x="13535" y="78154"/>
                    </a:cubicBezTo>
                    <a:cubicBezTo>
                      <a:pt x="22101" y="86720"/>
                      <a:pt x="33721" y="91533"/>
                      <a:pt x="45836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5" name="任意多边形: 形状 3004"/>
              <p:cNvSpPr/>
              <p:nvPr/>
            </p:nvSpPr>
            <p:spPr>
              <a:xfrm>
                <a:off x="17676842" y="23124800"/>
                <a:ext cx="180000" cy="180000"/>
              </a:xfrm>
              <a:custGeom>
                <a:avLst/>
                <a:gdLst>
                  <a:gd name="csX0" fmla="*/ 45855 w 91360"/>
                  <a:gd name="csY0" fmla="*/ 91520 h 91359"/>
                  <a:gd name="csX1" fmla="*/ 78156 w 91360"/>
                  <a:gd name="csY1" fmla="*/ 78140 h 91359"/>
                  <a:gd name="csX2" fmla="*/ 91535 w 91360"/>
                  <a:gd name="csY2" fmla="*/ 45840 h 91359"/>
                  <a:gd name="csX3" fmla="*/ 78156 w 91360"/>
                  <a:gd name="csY3" fmla="*/ 13540 h 91359"/>
                  <a:gd name="csX4" fmla="*/ 45855 w 91360"/>
                  <a:gd name="csY4" fmla="*/ 160 h 91359"/>
                  <a:gd name="csX5" fmla="*/ 13554 w 91360"/>
                  <a:gd name="csY5" fmla="*/ 13540 h 91359"/>
                  <a:gd name="csX6" fmla="*/ 175 w 91360"/>
                  <a:gd name="csY6" fmla="*/ 45840 h 91359"/>
                  <a:gd name="csX7" fmla="*/ 13554 w 91360"/>
                  <a:gd name="csY7" fmla="*/ 78140 h 91359"/>
                  <a:gd name="csX8" fmla="*/ 45855 w 91360"/>
                  <a:gd name="csY8" fmla="*/ 9152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20"/>
                    </a:moveTo>
                    <a:cubicBezTo>
                      <a:pt x="57970" y="91520"/>
                      <a:pt x="69590" y="86707"/>
                      <a:pt x="78156" y="78140"/>
                    </a:cubicBezTo>
                    <a:cubicBezTo>
                      <a:pt x="86722" y="69574"/>
                      <a:pt x="91535" y="57954"/>
                      <a:pt x="91535" y="45840"/>
                    </a:cubicBezTo>
                    <a:cubicBezTo>
                      <a:pt x="91535" y="33726"/>
                      <a:pt x="86722" y="22106"/>
                      <a:pt x="78156" y="13540"/>
                    </a:cubicBezTo>
                    <a:cubicBezTo>
                      <a:pt x="69590" y="4973"/>
                      <a:pt x="57970" y="160"/>
                      <a:pt x="45855" y="160"/>
                    </a:cubicBezTo>
                    <a:cubicBezTo>
                      <a:pt x="33740" y="160"/>
                      <a:pt x="22120" y="4973"/>
                      <a:pt x="13554" y="13540"/>
                    </a:cubicBezTo>
                    <a:cubicBezTo>
                      <a:pt x="4988" y="22106"/>
                      <a:pt x="175" y="33726"/>
                      <a:pt x="175" y="45840"/>
                    </a:cubicBezTo>
                    <a:cubicBezTo>
                      <a:pt x="175" y="57954"/>
                      <a:pt x="4988" y="69574"/>
                      <a:pt x="13554" y="78140"/>
                    </a:cubicBezTo>
                    <a:cubicBezTo>
                      <a:pt x="22120" y="86707"/>
                      <a:pt x="33740" y="91520"/>
                      <a:pt x="45855" y="9152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6" name="任意多边形: 形状 3005"/>
              <p:cNvSpPr/>
              <p:nvPr/>
            </p:nvSpPr>
            <p:spPr>
              <a:xfrm>
                <a:off x="19203811" y="23869142"/>
                <a:ext cx="180000" cy="180000"/>
              </a:xfrm>
              <a:custGeom>
                <a:avLst/>
                <a:gdLst>
                  <a:gd name="csX0" fmla="*/ 45902 w 91360"/>
                  <a:gd name="csY0" fmla="*/ 91543 h 91359"/>
                  <a:gd name="csX1" fmla="*/ 78203 w 91360"/>
                  <a:gd name="csY1" fmla="*/ 78163 h 91359"/>
                  <a:gd name="csX2" fmla="*/ 91583 w 91360"/>
                  <a:gd name="csY2" fmla="*/ 45863 h 91359"/>
                  <a:gd name="csX3" fmla="*/ 78203 w 91360"/>
                  <a:gd name="csY3" fmla="*/ 13563 h 91359"/>
                  <a:gd name="csX4" fmla="*/ 45902 w 91360"/>
                  <a:gd name="csY4" fmla="*/ 183 h 91359"/>
                  <a:gd name="csX5" fmla="*/ 13602 w 91360"/>
                  <a:gd name="csY5" fmla="*/ 13563 h 91359"/>
                  <a:gd name="csX6" fmla="*/ 222 w 91360"/>
                  <a:gd name="csY6" fmla="*/ 45863 h 91359"/>
                  <a:gd name="csX7" fmla="*/ 13602 w 91360"/>
                  <a:gd name="csY7" fmla="*/ 78163 h 91359"/>
                  <a:gd name="csX8" fmla="*/ 45902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43"/>
                    </a:moveTo>
                    <a:cubicBezTo>
                      <a:pt x="58017" y="91543"/>
                      <a:pt x="69637" y="86730"/>
                      <a:pt x="78203" y="78163"/>
                    </a:cubicBezTo>
                    <a:cubicBezTo>
                      <a:pt x="86769" y="69597"/>
                      <a:pt x="91583" y="57977"/>
                      <a:pt x="91583" y="45863"/>
                    </a:cubicBezTo>
                    <a:cubicBezTo>
                      <a:pt x="91583" y="33749"/>
                      <a:pt x="86769" y="22129"/>
                      <a:pt x="78203" y="13563"/>
                    </a:cubicBezTo>
                    <a:cubicBezTo>
                      <a:pt x="69637" y="4996"/>
                      <a:pt x="58017" y="183"/>
                      <a:pt x="45902" y="183"/>
                    </a:cubicBezTo>
                    <a:cubicBezTo>
                      <a:pt x="33788" y="183"/>
                      <a:pt x="22168" y="4996"/>
                      <a:pt x="13602" y="13563"/>
                    </a:cubicBezTo>
                    <a:cubicBezTo>
                      <a:pt x="5035" y="22129"/>
                      <a:pt x="222" y="33749"/>
                      <a:pt x="222" y="45863"/>
                    </a:cubicBezTo>
                    <a:cubicBezTo>
                      <a:pt x="222" y="57977"/>
                      <a:pt x="5035" y="69597"/>
                      <a:pt x="13602" y="78163"/>
                    </a:cubicBezTo>
                    <a:cubicBezTo>
                      <a:pt x="22168" y="86730"/>
                      <a:pt x="33788" y="91543"/>
                      <a:pt x="45902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7" name="任意多边形: 形状 3006"/>
              <p:cNvSpPr/>
              <p:nvPr/>
            </p:nvSpPr>
            <p:spPr>
              <a:xfrm>
                <a:off x="18423423" y="23922471"/>
                <a:ext cx="180000" cy="180000"/>
              </a:xfrm>
              <a:custGeom>
                <a:avLst/>
                <a:gdLst>
                  <a:gd name="csX0" fmla="*/ 45878 w 91360"/>
                  <a:gd name="csY0" fmla="*/ 91544 h 91359"/>
                  <a:gd name="csX1" fmla="*/ 78179 w 91360"/>
                  <a:gd name="csY1" fmla="*/ 78165 h 91359"/>
                  <a:gd name="csX2" fmla="*/ 91558 w 91360"/>
                  <a:gd name="csY2" fmla="*/ 45865 h 91359"/>
                  <a:gd name="csX3" fmla="*/ 78179 w 91360"/>
                  <a:gd name="csY3" fmla="*/ 13564 h 91359"/>
                  <a:gd name="csX4" fmla="*/ 45878 w 91360"/>
                  <a:gd name="csY4" fmla="*/ 185 h 91359"/>
                  <a:gd name="csX5" fmla="*/ 13577 w 91360"/>
                  <a:gd name="csY5" fmla="*/ 13564 h 91359"/>
                  <a:gd name="csX6" fmla="*/ 198 w 91360"/>
                  <a:gd name="csY6" fmla="*/ 45865 h 91359"/>
                  <a:gd name="csX7" fmla="*/ 13577 w 91360"/>
                  <a:gd name="csY7" fmla="*/ 78165 h 91359"/>
                  <a:gd name="csX8" fmla="*/ 45878 w 91360"/>
                  <a:gd name="csY8" fmla="*/ 9154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544"/>
                    </a:moveTo>
                    <a:cubicBezTo>
                      <a:pt x="57993" y="91544"/>
                      <a:pt x="69613" y="86731"/>
                      <a:pt x="78179" y="78165"/>
                    </a:cubicBezTo>
                    <a:cubicBezTo>
                      <a:pt x="86745" y="69599"/>
                      <a:pt x="91558" y="57979"/>
                      <a:pt x="91558" y="45865"/>
                    </a:cubicBezTo>
                    <a:cubicBezTo>
                      <a:pt x="91558" y="33750"/>
                      <a:pt x="86745" y="22130"/>
                      <a:pt x="78179" y="13564"/>
                    </a:cubicBezTo>
                    <a:cubicBezTo>
                      <a:pt x="69613" y="4998"/>
                      <a:pt x="57993" y="185"/>
                      <a:pt x="45878" y="185"/>
                    </a:cubicBezTo>
                    <a:cubicBezTo>
                      <a:pt x="33764" y="185"/>
                      <a:pt x="22144" y="4998"/>
                      <a:pt x="13577" y="13564"/>
                    </a:cubicBezTo>
                    <a:cubicBezTo>
                      <a:pt x="5011" y="22130"/>
                      <a:pt x="198" y="33750"/>
                      <a:pt x="198" y="45865"/>
                    </a:cubicBezTo>
                    <a:cubicBezTo>
                      <a:pt x="198" y="57979"/>
                      <a:pt x="5011" y="69599"/>
                      <a:pt x="13577" y="78165"/>
                    </a:cubicBezTo>
                    <a:cubicBezTo>
                      <a:pt x="22144" y="86731"/>
                      <a:pt x="33764" y="91544"/>
                      <a:pt x="45878" y="9154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8" name="任意多边形: 形状 3007"/>
              <p:cNvSpPr/>
              <p:nvPr/>
            </p:nvSpPr>
            <p:spPr>
              <a:xfrm>
                <a:off x="17218719" y="22319828"/>
                <a:ext cx="180000" cy="180000"/>
              </a:xfrm>
              <a:custGeom>
                <a:avLst/>
                <a:gdLst>
                  <a:gd name="csX0" fmla="*/ 45841 w 91360"/>
                  <a:gd name="csY0" fmla="*/ 91495 h 91359"/>
                  <a:gd name="csX1" fmla="*/ 78142 w 91360"/>
                  <a:gd name="csY1" fmla="*/ 78115 h 91359"/>
                  <a:gd name="csX2" fmla="*/ 91521 w 91360"/>
                  <a:gd name="csY2" fmla="*/ 45815 h 91359"/>
                  <a:gd name="csX3" fmla="*/ 78142 w 91360"/>
                  <a:gd name="csY3" fmla="*/ 13515 h 91359"/>
                  <a:gd name="csX4" fmla="*/ 45841 w 91360"/>
                  <a:gd name="csY4" fmla="*/ 135 h 91359"/>
                  <a:gd name="csX5" fmla="*/ 13540 w 91360"/>
                  <a:gd name="csY5" fmla="*/ 13515 h 91359"/>
                  <a:gd name="csX6" fmla="*/ 161 w 91360"/>
                  <a:gd name="csY6" fmla="*/ 45815 h 91359"/>
                  <a:gd name="csX7" fmla="*/ 13540 w 91360"/>
                  <a:gd name="csY7" fmla="*/ 78115 h 91359"/>
                  <a:gd name="csX8" fmla="*/ 45841 w 91360"/>
                  <a:gd name="csY8" fmla="*/ 9149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1" y="91495"/>
                    </a:moveTo>
                    <a:cubicBezTo>
                      <a:pt x="57955" y="91495"/>
                      <a:pt x="69575" y="86682"/>
                      <a:pt x="78142" y="78115"/>
                    </a:cubicBezTo>
                    <a:cubicBezTo>
                      <a:pt x="86708" y="69549"/>
                      <a:pt x="91521" y="57929"/>
                      <a:pt x="91521" y="45815"/>
                    </a:cubicBezTo>
                    <a:cubicBezTo>
                      <a:pt x="91521" y="33701"/>
                      <a:pt x="86708" y="22081"/>
                      <a:pt x="78142" y="13515"/>
                    </a:cubicBezTo>
                    <a:cubicBezTo>
                      <a:pt x="69575" y="4948"/>
                      <a:pt x="57955" y="135"/>
                      <a:pt x="45841" y="135"/>
                    </a:cubicBezTo>
                    <a:cubicBezTo>
                      <a:pt x="33726" y="135"/>
                      <a:pt x="22106" y="4948"/>
                      <a:pt x="13540" y="13515"/>
                    </a:cubicBezTo>
                    <a:cubicBezTo>
                      <a:pt x="4974" y="22081"/>
                      <a:pt x="161" y="33701"/>
                      <a:pt x="161" y="45815"/>
                    </a:cubicBezTo>
                    <a:cubicBezTo>
                      <a:pt x="161" y="57929"/>
                      <a:pt x="4974" y="69549"/>
                      <a:pt x="13540" y="78115"/>
                    </a:cubicBezTo>
                    <a:cubicBezTo>
                      <a:pt x="22106" y="86682"/>
                      <a:pt x="33726" y="91495"/>
                      <a:pt x="45841" y="9149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09" name="任意多边形: 形状 3008"/>
              <p:cNvSpPr/>
              <p:nvPr/>
            </p:nvSpPr>
            <p:spPr>
              <a:xfrm>
                <a:off x="18541887" y="22730775"/>
                <a:ext cx="180000" cy="180000"/>
              </a:xfrm>
              <a:custGeom>
                <a:avLst/>
                <a:gdLst>
                  <a:gd name="csX0" fmla="*/ 45882 w 91360"/>
                  <a:gd name="csY0" fmla="*/ 91507 h 91359"/>
                  <a:gd name="csX1" fmla="*/ 78183 w 91360"/>
                  <a:gd name="csY1" fmla="*/ 78128 h 91359"/>
                  <a:gd name="csX2" fmla="*/ 91562 w 91360"/>
                  <a:gd name="csY2" fmla="*/ 45828 h 91359"/>
                  <a:gd name="csX3" fmla="*/ 78183 w 91360"/>
                  <a:gd name="csY3" fmla="*/ 13527 h 91359"/>
                  <a:gd name="csX4" fmla="*/ 45882 w 91360"/>
                  <a:gd name="csY4" fmla="*/ 148 h 91359"/>
                  <a:gd name="csX5" fmla="*/ 13581 w 91360"/>
                  <a:gd name="csY5" fmla="*/ 13527 h 91359"/>
                  <a:gd name="csX6" fmla="*/ 202 w 91360"/>
                  <a:gd name="csY6" fmla="*/ 45828 h 91359"/>
                  <a:gd name="csX7" fmla="*/ 13581 w 91360"/>
                  <a:gd name="csY7" fmla="*/ 78128 h 91359"/>
                  <a:gd name="csX8" fmla="*/ 45882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2" y="91507"/>
                    </a:moveTo>
                    <a:cubicBezTo>
                      <a:pt x="57996" y="91507"/>
                      <a:pt x="69616" y="86694"/>
                      <a:pt x="78183" y="78128"/>
                    </a:cubicBezTo>
                    <a:cubicBezTo>
                      <a:pt x="86749" y="69562"/>
                      <a:pt x="91562" y="57942"/>
                      <a:pt x="91562" y="45828"/>
                    </a:cubicBezTo>
                    <a:cubicBezTo>
                      <a:pt x="91562" y="33713"/>
                      <a:pt x="86749" y="22094"/>
                      <a:pt x="78183" y="13527"/>
                    </a:cubicBezTo>
                    <a:cubicBezTo>
                      <a:pt x="69616" y="4961"/>
                      <a:pt x="57996" y="148"/>
                      <a:pt x="45882" y="148"/>
                    </a:cubicBezTo>
                    <a:cubicBezTo>
                      <a:pt x="33767" y="148"/>
                      <a:pt x="22147" y="4961"/>
                      <a:pt x="13581" y="13527"/>
                    </a:cubicBezTo>
                    <a:cubicBezTo>
                      <a:pt x="5015" y="22094"/>
                      <a:pt x="202" y="33713"/>
                      <a:pt x="202" y="45828"/>
                    </a:cubicBezTo>
                    <a:cubicBezTo>
                      <a:pt x="202" y="57942"/>
                      <a:pt x="5015" y="69562"/>
                      <a:pt x="13581" y="78128"/>
                    </a:cubicBezTo>
                    <a:cubicBezTo>
                      <a:pt x="22147" y="86694"/>
                      <a:pt x="33767" y="91507"/>
                      <a:pt x="45882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0" name="任意多边形: 形状 3009"/>
              <p:cNvSpPr/>
              <p:nvPr/>
            </p:nvSpPr>
            <p:spPr>
              <a:xfrm>
                <a:off x="19084816" y="23301376"/>
                <a:ext cx="180000" cy="180000"/>
              </a:xfrm>
              <a:custGeom>
                <a:avLst/>
                <a:gdLst>
                  <a:gd name="csX0" fmla="*/ 45899 w 91360"/>
                  <a:gd name="csY0" fmla="*/ 91525 h 91359"/>
                  <a:gd name="csX1" fmla="*/ 78199 w 91360"/>
                  <a:gd name="csY1" fmla="*/ 78146 h 91359"/>
                  <a:gd name="csX2" fmla="*/ 91579 w 91360"/>
                  <a:gd name="csY2" fmla="*/ 45845 h 91359"/>
                  <a:gd name="csX3" fmla="*/ 78199 w 91360"/>
                  <a:gd name="csY3" fmla="*/ 13545 h 91359"/>
                  <a:gd name="csX4" fmla="*/ 45899 w 91360"/>
                  <a:gd name="csY4" fmla="*/ 166 h 91359"/>
                  <a:gd name="csX5" fmla="*/ 13598 w 91360"/>
                  <a:gd name="csY5" fmla="*/ 13545 h 91359"/>
                  <a:gd name="csX6" fmla="*/ 218 w 91360"/>
                  <a:gd name="csY6" fmla="*/ 45845 h 91359"/>
                  <a:gd name="csX7" fmla="*/ 13598 w 91360"/>
                  <a:gd name="csY7" fmla="*/ 78146 h 91359"/>
                  <a:gd name="csX8" fmla="*/ 45899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525"/>
                    </a:moveTo>
                    <a:cubicBezTo>
                      <a:pt x="58013" y="91525"/>
                      <a:pt x="69633" y="86712"/>
                      <a:pt x="78199" y="78146"/>
                    </a:cubicBezTo>
                    <a:cubicBezTo>
                      <a:pt x="86766" y="69580"/>
                      <a:pt x="91579" y="57960"/>
                      <a:pt x="91579" y="45845"/>
                    </a:cubicBezTo>
                    <a:cubicBezTo>
                      <a:pt x="91579" y="33731"/>
                      <a:pt x="86766" y="22111"/>
                      <a:pt x="78199" y="13545"/>
                    </a:cubicBezTo>
                    <a:cubicBezTo>
                      <a:pt x="69633" y="4979"/>
                      <a:pt x="58013" y="166"/>
                      <a:pt x="45899" y="166"/>
                    </a:cubicBezTo>
                    <a:cubicBezTo>
                      <a:pt x="33784" y="166"/>
                      <a:pt x="22164" y="4979"/>
                      <a:pt x="13598" y="13545"/>
                    </a:cubicBezTo>
                    <a:cubicBezTo>
                      <a:pt x="5032" y="22111"/>
                      <a:pt x="218" y="33731"/>
                      <a:pt x="218" y="45845"/>
                    </a:cubicBezTo>
                    <a:cubicBezTo>
                      <a:pt x="218" y="57960"/>
                      <a:pt x="5032" y="69580"/>
                      <a:pt x="13598" y="78146"/>
                    </a:cubicBezTo>
                    <a:cubicBezTo>
                      <a:pt x="22164" y="86712"/>
                      <a:pt x="33784" y="91525"/>
                      <a:pt x="45899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1" name="任意多边形: 形状 3010"/>
              <p:cNvSpPr/>
              <p:nvPr/>
            </p:nvSpPr>
            <p:spPr>
              <a:xfrm>
                <a:off x="18468916" y="21034222"/>
                <a:ext cx="180000" cy="180000"/>
              </a:xfrm>
              <a:custGeom>
                <a:avLst/>
                <a:gdLst>
                  <a:gd name="csX0" fmla="*/ 45850 w 91360"/>
                  <a:gd name="csY0" fmla="*/ 91503 h 91359"/>
                  <a:gd name="csX1" fmla="*/ 78151 w 91360"/>
                  <a:gd name="csY1" fmla="*/ 78124 h 91359"/>
                  <a:gd name="csX2" fmla="*/ 91530 w 91360"/>
                  <a:gd name="csY2" fmla="*/ 45824 h 91359"/>
                  <a:gd name="csX3" fmla="*/ 78151 w 91360"/>
                  <a:gd name="csY3" fmla="*/ 13523 h 91359"/>
                  <a:gd name="csX4" fmla="*/ 45850 w 91360"/>
                  <a:gd name="csY4" fmla="*/ 144 h 91359"/>
                  <a:gd name="csX5" fmla="*/ 13549 w 91360"/>
                  <a:gd name="csY5" fmla="*/ 13523 h 91359"/>
                  <a:gd name="csX6" fmla="*/ 170 w 91360"/>
                  <a:gd name="csY6" fmla="*/ 45824 h 91359"/>
                  <a:gd name="csX7" fmla="*/ 13549 w 91360"/>
                  <a:gd name="csY7" fmla="*/ 78124 h 91359"/>
                  <a:gd name="csX8" fmla="*/ 45850 w 91360"/>
                  <a:gd name="csY8" fmla="*/ 9150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0" y="91503"/>
                    </a:moveTo>
                    <a:cubicBezTo>
                      <a:pt x="57964" y="91503"/>
                      <a:pt x="69584" y="86690"/>
                      <a:pt x="78151" y="78124"/>
                    </a:cubicBezTo>
                    <a:cubicBezTo>
                      <a:pt x="86717" y="69558"/>
                      <a:pt x="91530" y="57938"/>
                      <a:pt x="91530" y="45824"/>
                    </a:cubicBezTo>
                    <a:cubicBezTo>
                      <a:pt x="91530" y="33709"/>
                      <a:pt x="86717" y="22089"/>
                      <a:pt x="78151" y="13523"/>
                    </a:cubicBezTo>
                    <a:cubicBezTo>
                      <a:pt x="69584" y="4957"/>
                      <a:pt x="57964" y="144"/>
                      <a:pt x="45850" y="144"/>
                    </a:cubicBezTo>
                    <a:cubicBezTo>
                      <a:pt x="33735" y="144"/>
                      <a:pt x="22115" y="4957"/>
                      <a:pt x="13549" y="13523"/>
                    </a:cubicBezTo>
                    <a:cubicBezTo>
                      <a:pt x="4983" y="22089"/>
                      <a:pt x="170" y="33709"/>
                      <a:pt x="170" y="45824"/>
                    </a:cubicBezTo>
                    <a:cubicBezTo>
                      <a:pt x="170" y="57938"/>
                      <a:pt x="4983" y="69558"/>
                      <a:pt x="13549" y="78124"/>
                    </a:cubicBezTo>
                    <a:cubicBezTo>
                      <a:pt x="22115" y="86690"/>
                      <a:pt x="33735" y="91503"/>
                      <a:pt x="45850" y="9150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2" name="任意多边形: 形状 3011"/>
              <p:cNvSpPr/>
              <p:nvPr/>
            </p:nvSpPr>
            <p:spPr>
              <a:xfrm>
                <a:off x="16401520" y="22566550"/>
                <a:ext cx="180000" cy="180000"/>
              </a:xfrm>
              <a:custGeom>
                <a:avLst/>
                <a:gdLst>
                  <a:gd name="csX0" fmla="*/ 45883 w 91360"/>
                  <a:gd name="csY0" fmla="*/ 91493 h 91359"/>
                  <a:gd name="csX1" fmla="*/ 78184 w 91360"/>
                  <a:gd name="csY1" fmla="*/ 78113 h 91359"/>
                  <a:gd name="csX2" fmla="*/ 91563 w 91360"/>
                  <a:gd name="csY2" fmla="*/ 45813 h 91359"/>
                  <a:gd name="csX3" fmla="*/ 78184 w 91360"/>
                  <a:gd name="csY3" fmla="*/ 13513 h 91359"/>
                  <a:gd name="csX4" fmla="*/ 45883 w 91360"/>
                  <a:gd name="csY4" fmla="*/ 133 h 91359"/>
                  <a:gd name="csX5" fmla="*/ 13582 w 91360"/>
                  <a:gd name="csY5" fmla="*/ 13513 h 91359"/>
                  <a:gd name="csX6" fmla="*/ 203 w 91360"/>
                  <a:gd name="csY6" fmla="*/ 45813 h 91359"/>
                  <a:gd name="csX7" fmla="*/ 13582 w 91360"/>
                  <a:gd name="csY7" fmla="*/ 78113 h 91359"/>
                  <a:gd name="csX8" fmla="*/ 45883 w 91360"/>
                  <a:gd name="csY8" fmla="*/ 9149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3" y="91493"/>
                    </a:moveTo>
                    <a:cubicBezTo>
                      <a:pt x="57998" y="91493"/>
                      <a:pt x="69618" y="86680"/>
                      <a:pt x="78184" y="78113"/>
                    </a:cubicBezTo>
                    <a:cubicBezTo>
                      <a:pt x="86750" y="69547"/>
                      <a:pt x="91563" y="57927"/>
                      <a:pt x="91563" y="45813"/>
                    </a:cubicBezTo>
                    <a:cubicBezTo>
                      <a:pt x="91563" y="33699"/>
                      <a:pt x="86750" y="22079"/>
                      <a:pt x="78184" y="13513"/>
                    </a:cubicBezTo>
                    <a:cubicBezTo>
                      <a:pt x="69618" y="4946"/>
                      <a:pt x="57998" y="133"/>
                      <a:pt x="45883" y="133"/>
                    </a:cubicBezTo>
                    <a:cubicBezTo>
                      <a:pt x="33769" y="133"/>
                      <a:pt x="22149" y="4946"/>
                      <a:pt x="13582" y="13513"/>
                    </a:cubicBezTo>
                    <a:cubicBezTo>
                      <a:pt x="5016" y="22079"/>
                      <a:pt x="203" y="33699"/>
                      <a:pt x="203" y="45813"/>
                    </a:cubicBezTo>
                    <a:cubicBezTo>
                      <a:pt x="203" y="57927"/>
                      <a:pt x="5016" y="69547"/>
                      <a:pt x="13582" y="78113"/>
                    </a:cubicBezTo>
                    <a:cubicBezTo>
                      <a:pt x="22149" y="86680"/>
                      <a:pt x="33769" y="91493"/>
                      <a:pt x="45883" y="9149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3" name="任意多边形: 形状 3012"/>
              <p:cNvSpPr/>
              <p:nvPr/>
            </p:nvSpPr>
            <p:spPr>
              <a:xfrm>
                <a:off x="19457877" y="23758948"/>
                <a:ext cx="180000" cy="180000"/>
              </a:xfrm>
              <a:custGeom>
                <a:avLst/>
                <a:gdLst>
                  <a:gd name="csX0" fmla="*/ 45910 w 91360"/>
                  <a:gd name="csY0" fmla="*/ 91539 h 91359"/>
                  <a:gd name="csX1" fmla="*/ 78211 w 91360"/>
                  <a:gd name="csY1" fmla="*/ 78160 h 91359"/>
                  <a:gd name="csX2" fmla="*/ 91590 w 91360"/>
                  <a:gd name="csY2" fmla="*/ 45860 h 91359"/>
                  <a:gd name="csX3" fmla="*/ 78211 w 91360"/>
                  <a:gd name="csY3" fmla="*/ 13559 h 91359"/>
                  <a:gd name="csX4" fmla="*/ 45910 w 91360"/>
                  <a:gd name="csY4" fmla="*/ 180 h 91359"/>
                  <a:gd name="csX5" fmla="*/ 13609 w 91360"/>
                  <a:gd name="csY5" fmla="*/ 13559 h 91359"/>
                  <a:gd name="csX6" fmla="*/ 230 w 91360"/>
                  <a:gd name="csY6" fmla="*/ 45860 h 91359"/>
                  <a:gd name="csX7" fmla="*/ 13609 w 91360"/>
                  <a:gd name="csY7" fmla="*/ 78160 h 91359"/>
                  <a:gd name="csX8" fmla="*/ 45910 w 91360"/>
                  <a:gd name="csY8" fmla="*/ 9153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0" y="91539"/>
                    </a:moveTo>
                    <a:cubicBezTo>
                      <a:pt x="58025" y="91539"/>
                      <a:pt x="69645" y="86726"/>
                      <a:pt x="78211" y="78160"/>
                    </a:cubicBezTo>
                    <a:cubicBezTo>
                      <a:pt x="86777" y="69594"/>
                      <a:pt x="91590" y="57974"/>
                      <a:pt x="91590" y="45860"/>
                    </a:cubicBezTo>
                    <a:cubicBezTo>
                      <a:pt x="91590" y="33745"/>
                      <a:pt x="86777" y="22125"/>
                      <a:pt x="78211" y="13559"/>
                    </a:cubicBezTo>
                    <a:cubicBezTo>
                      <a:pt x="69645" y="4993"/>
                      <a:pt x="58025" y="180"/>
                      <a:pt x="45910" y="180"/>
                    </a:cubicBezTo>
                    <a:cubicBezTo>
                      <a:pt x="33796" y="180"/>
                      <a:pt x="22176" y="4993"/>
                      <a:pt x="13609" y="13559"/>
                    </a:cubicBezTo>
                    <a:cubicBezTo>
                      <a:pt x="5043" y="22125"/>
                      <a:pt x="230" y="33745"/>
                      <a:pt x="230" y="45860"/>
                    </a:cubicBezTo>
                    <a:cubicBezTo>
                      <a:pt x="230" y="57974"/>
                      <a:pt x="5043" y="69594"/>
                      <a:pt x="13609" y="78160"/>
                    </a:cubicBezTo>
                    <a:cubicBezTo>
                      <a:pt x="22176" y="86726"/>
                      <a:pt x="33796" y="91539"/>
                      <a:pt x="45910" y="9153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4" name="任意多边形: 形状 3013"/>
              <p:cNvSpPr/>
              <p:nvPr/>
            </p:nvSpPr>
            <p:spPr>
              <a:xfrm>
                <a:off x="17560144" y="24071234"/>
                <a:ext cx="180000" cy="180000"/>
              </a:xfrm>
              <a:custGeom>
                <a:avLst/>
                <a:gdLst>
                  <a:gd name="csX0" fmla="*/ 45851 w 91360"/>
                  <a:gd name="csY0" fmla="*/ 91549 h 91359"/>
                  <a:gd name="csX1" fmla="*/ 78152 w 91360"/>
                  <a:gd name="csY1" fmla="*/ 78170 h 91359"/>
                  <a:gd name="csX2" fmla="*/ 91532 w 91360"/>
                  <a:gd name="csY2" fmla="*/ 45869 h 91359"/>
                  <a:gd name="csX3" fmla="*/ 78152 w 91360"/>
                  <a:gd name="csY3" fmla="*/ 13569 h 91359"/>
                  <a:gd name="csX4" fmla="*/ 45851 w 91360"/>
                  <a:gd name="csY4" fmla="*/ 190 h 91359"/>
                  <a:gd name="csX5" fmla="*/ 13551 w 91360"/>
                  <a:gd name="csY5" fmla="*/ 13569 h 91359"/>
                  <a:gd name="csX6" fmla="*/ 171 w 91360"/>
                  <a:gd name="csY6" fmla="*/ 45869 h 91359"/>
                  <a:gd name="csX7" fmla="*/ 13551 w 91360"/>
                  <a:gd name="csY7" fmla="*/ 78170 h 91359"/>
                  <a:gd name="csX8" fmla="*/ 45851 w 91360"/>
                  <a:gd name="csY8" fmla="*/ 9154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1" y="91549"/>
                    </a:moveTo>
                    <a:cubicBezTo>
                      <a:pt x="57966" y="91549"/>
                      <a:pt x="69586" y="86736"/>
                      <a:pt x="78152" y="78170"/>
                    </a:cubicBezTo>
                    <a:cubicBezTo>
                      <a:pt x="86718" y="69604"/>
                      <a:pt x="91532" y="57984"/>
                      <a:pt x="91532" y="45869"/>
                    </a:cubicBezTo>
                    <a:cubicBezTo>
                      <a:pt x="91532" y="33755"/>
                      <a:pt x="86718" y="22135"/>
                      <a:pt x="78152" y="13569"/>
                    </a:cubicBezTo>
                    <a:cubicBezTo>
                      <a:pt x="69586" y="5003"/>
                      <a:pt x="57966" y="190"/>
                      <a:pt x="45851" y="190"/>
                    </a:cubicBezTo>
                    <a:cubicBezTo>
                      <a:pt x="33737" y="190"/>
                      <a:pt x="22117" y="5003"/>
                      <a:pt x="13551" y="13569"/>
                    </a:cubicBezTo>
                    <a:cubicBezTo>
                      <a:pt x="4984" y="22135"/>
                      <a:pt x="171" y="33755"/>
                      <a:pt x="171" y="45869"/>
                    </a:cubicBezTo>
                    <a:cubicBezTo>
                      <a:pt x="171" y="57984"/>
                      <a:pt x="4984" y="69604"/>
                      <a:pt x="13551" y="78170"/>
                    </a:cubicBezTo>
                    <a:cubicBezTo>
                      <a:pt x="22117" y="86736"/>
                      <a:pt x="33737" y="91549"/>
                      <a:pt x="45851" y="9154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5" name="任意多边形: 形状 3014"/>
              <p:cNvSpPr/>
              <p:nvPr/>
            </p:nvSpPr>
            <p:spPr>
              <a:xfrm>
                <a:off x="17513231" y="22147651"/>
                <a:ext cx="180000" cy="180000"/>
              </a:xfrm>
              <a:custGeom>
                <a:avLst/>
                <a:gdLst>
                  <a:gd name="csX0" fmla="*/ 45850 w 91360"/>
                  <a:gd name="csY0" fmla="*/ 91489 h 91359"/>
                  <a:gd name="csX1" fmla="*/ 78151 w 91360"/>
                  <a:gd name="csY1" fmla="*/ 78110 h 91359"/>
                  <a:gd name="csX2" fmla="*/ 91530 w 91360"/>
                  <a:gd name="csY2" fmla="*/ 45810 h 91359"/>
                  <a:gd name="csX3" fmla="*/ 78151 w 91360"/>
                  <a:gd name="csY3" fmla="*/ 13509 h 91359"/>
                  <a:gd name="csX4" fmla="*/ 45850 w 91360"/>
                  <a:gd name="csY4" fmla="*/ 130 h 91359"/>
                  <a:gd name="csX5" fmla="*/ 13549 w 91360"/>
                  <a:gd name="csY5" fmla="*/ 13509 h 91359"/>
                  <a:gd name="csX6" fmla="*/ 170 w 91360"/>
                  <a:gd name="csY6" fmla="*/ 45810 h 91359"/>
                  <a:gd name="csX7" fmla="*/ 13549 w 91360"/>
                  <a:gd name="csY7" fmla="*/ 78110 h 91359"/>
                  <a:gd name="csX8" fmla="*/ 45850 w 91360"/>
                  <a:gd name="csY8" fmla="*/ 9148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0" y="91489"/>
                    </a:moveTo>
                    <a:cubicBezTo>
                      <a:pt x="57965" y="91489"/>
                      <a:pt x="69584" y="86676"/>
                      <a:pt x="78151" y="78110"/>
                    </a:cubicBezTo>
                    <a:cubicBezTo>
                      <a:pt x="86717" y="69544"/>
                      <a:pt x="91530" y="57924"/>
                      <a:pt x="91530" y="45810"/>
                    </a:cubicBezTo>
                    <a:cubicBezTo>
                      <a:pt x="91530" y="33695"/>
                      <a:pt x="86717" y="22075"/>
                      <a:pt x="78151" y="13509"/>
                    </a:cubicBezTo>
                    <a:cubicBezTo>
                      <a:pt x="69584" y="4943"/>
                      <a:pt x="57965" y="130"/>
                      <a:pt x="45850" y="130"/>
                    </a:cubicBezTo>
                    <a:cubicBezTo>
                      <a:pt x="33735" y="130"/>
                      <a:pt x="22115" y="4943"/>
                      <a:pt x="13549" y="13509"/>
                    </a:cubicBezTo>
                    <a:cubicBezTo>
                      <a:pt x="4983" y="22075"/>
                      <a:pt x="170" y="33695"/>
                      <a:pt x="170" y="45810"/>
                    </a:cubicBezTo>
                    <a:cubicBezTo>
                      <a:pt x="170" y="57924"/>
                      <a:pt x="4983" y="69544"/>
                      <a:pt x="13549" y="78110"/>
                    </a:cubicBezTo>
                    <a:cubicBezTo>
                      <a:pt x="22115" y="86676"/>
                      <a:pt x="33735" y="91489"/>
                      <a:pt x="45850" y="9148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6" name="任意多边形: 形状 3015"/>
              <p:cNvSpPr/>
              <p:nvPr/>
            </p:nvSpPr>
            <p:spPr>
              <a:xfrm>
                <a:off x="17294739" y="24655143"/>
                <a:ext cx="180000" cy="180000"/>
              </a:xfrm>
              <a:custGeom>
                <a:avLst/>
                <a:gdLst>
                  <a:gd name="csX0" fmla="*/ 45853 w 91360"/>
                  <a:gd name="csY0" fmla="*/ 91514 h 91359"/>
                  <a:gd name="csX1" fmla="*/ 78154 w 91360"/>
                  <a:gd name="csY1" fmla="*/ 78135 h 91359"/>
                  <a:gd name="csX2" fmla="*/ 91533 w 91360"/>
                  <a:gd name="csY2" fmla="*/ 45835 h 91359"/>
                  <a:gd name="csX3" fmla="*/ 78154 w 91360"/>
                  <a:gd name="csY3" fmla="*/ 13534 h 91359"/>
                  <a:gd name="csX4" fmla="*/ 45853 w 91360"/>
                  <a:gd name="csY4" fmla="*/ 155 h 91359"/>
                  <a:gd name="csX5" fmla="*/ 13552 w 91360"/>
                  <a:gd name="csY5" fmla="*/ 13534 h 91359"/>
                  <a:gd name="csX6" fmla="*/ 173 w 91360"/>
                  <a:gd name="csY6" fmla="*/ 45835 h 91359"/>
                  <a:gd name="csX7" fmla="*/ 13552 w 91360"/>
                  <a:gd name="csY7" fmla="*/ 78135 h 91359"/>
                  <a:gd name="csX8" fmla="*/ 45853 w 91360"/>
                  <a:gd name="csY8" fmla="*/ 9151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14"/>
                    </a:moveTo>
                    <a:cubicBezTo>
                      <a:pt x="57967" y="91514"/>
                      <a:pt x="69587" y="86701"/>
                      <a:pt x="78154" y="78135"/>
                    </a:cubicBezTo>
                    <a:cubicBezTo>
                      <a:pt x="86720" y="69569"/>
                      <a:pt x="91533" y="57949"/>
                      <a:pt x="91533" y="45835"/>
                    </a:cubicBezTo>
                    <a:cubicBezTo>
                      <a:pt x="91533" y="33720"/>
                      <a:pt x="86720" y="22100"/>
                      <a:pt x="78154" y="13534"/>
                    </a:cubicBezTo>
                    <a:cubicBezTo>
                      <a:pt x="69587" y="4968"/>
                      <a:pt x="57967" y="155"/>
                      <a:pt x="45853" y="155"/>
                    </a:cubicBezTo>
                    <a:cubicBezTo>
                      <a:pt x="33738" y="155"/>
                      <a:pt x="22118" y="4968"/>
                      <a:pt x="13552" y="13534"/>
                    </a:cubicBezTo>
                    <a:cubicBezTo>
                      <a:pt x="4986" y="22100"/>
                      <a:pt x="173" y="33720"/>
                      <a:pt x="173" y="45835"/>
                    </a:cubicBezTo>
                    <a:cubicBezTo>
                      <a:pt x="173" y="57949"/>
                      <a:pt x="4986" y="69569"/>
                      <a:pt x="13552" y="78135"/>
                    </a:cubicBezTo>
                    <a:cubicBezTo>
                      <a:pt x="22118" y="86701"/>
                      <a:pt x="33738" y="91514"/>
                      <a:pt x="45853" y="9151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7" name="任意多边形: 形状 3016"/>
              <p:cNvSpPr/>
              <p:nvPr/>
            </p:nvSpPr>
            <p:spPr>
              <a:xfrm>
                <a:off x="17597472" y="21401525"/>
                <a:ext cx="180000" cy="180000"/>
              </a:xfrm>
              <a:custGeom>
                <a:avLst/>
                <a:gdLst>
                  <a:gd name="csX0" fmla="*/ 45853 w 91360"/>
                  <a:gd name="csY0" fmla="*/ 91466 h 91359"/>
                  <a:gd name="csX1" fmla="*/ 78153 w 91360"/>
                  <a:gd name="csY1" fmla="*/ 78087 h 91359"/>
                  <a:gd name="csX2" fmla="*/ 91533 w 91360"/>
                  <a:gd name="csY2" fmla="*/ 45787 h 91359"/>
                  <a:gd name="csX3" fmla="*/ 78153 w 91360"/>
                  <a:gd name="csY3" fmla="*/ 13486 h 91359"/>
                  <a:gd name="csX4" fmla="*/ 45853 w 91360"/>
                  <a:gd name="csY4" fmla="*/ 107 h 91359"/>
                  <a:gd name="csX5" fmla="*/ 13552 w 91360"/>
                  <a:gd name="csY5" fmla="*/ 13486 h 91359"/>
                  <a:gd name="csX6" fmla="*/ 172 w 91360"/>
                  <a:gd name="csY6" fmla="*/ 45787 h 91359"/>
                  <a:gd name="csX7" fmla="*/ 13552 w 91360"/>
                  <a:gd name="csY7" fmla="*/ 78087 h 91359"/>
                  <a:gd name="csX8" fmla="*/ 45853 w 91360"/>
                  <a:gd name="csY8" fmla="*/ 9146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466"/>
                    </a:moveTo>
                    <a:cubicBezTo>
                      <a:pt x="57967" y="91466"/>
                      <a:pt x="69587" y="86653"/>
                      <a:pt x="78153" y="78087"/>
                    </a:cubicBezTo>
                    <a:cubicBezTo>
                      <a:pt x="86720" y="69521"/>
                      <a:pt x="91533" y="57901"/>
                      <a:pt x="91533" y="45787"/>
                    </a:cubicBezTo>
                    <a:cubicBezTo>
                      <a:pt x="91533" y="33672"/>
                      <a:pt x="86720" y="22052"/>
                      <a:pt x="78153" y="13486"/>
                    </a:cubicBezTo>
                    <a:cubicBezTo>
                      <a:pt x="69587" y="4920"/>
                      <a:pt x="57967" y="107"/>
                      <a:pt x="45853" y="107"/>
                    </a:cubicBezTo>
                    <a:cubicBezTo>
                      <a:pt x="33738" y="107"/>
                      <a:pt x="22118" y="4920"/>
                      <a:pt x="13552" y="13486"/>
                    </a:cubicBezTo>
                    <a:cubicBezTo>
                      <a:pt x="4986" y="22052"/>
                      <a:pt x="172" y="33672"/>
                      <a:pt x="172" y="45787"/>
                    </a:cubicBezTo>
                    <a:cubicBezTo>
                      <a:pt x="172" y="57901"/>
                      <a:pt x="4986" y="69521"/>
                      <a:pt x="13552" y="78087"/>
                    </a:cubicBezTo>
                    <a:cubicBezTo>
                      <a:pt x="22118" y="86653"/>
                      <a:pt x="33738" y="91466"/>
                      <a:pt x="45853" y="9146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8" name="任意多边形: 形状 3017"/>
              <p:cNvSpPr/>
              <p:nvPr/>
            </p:nvSpPr>
            <p:spPr>
              <a:xfrm>
                <a:off x="16737103" y="22636718"/>
                <a:ext cx="180000" cy="180000"/>
              </a:xfrm>
              <a:custGeom>
                <a:avLst/>
                <a:gdLst>
                  <a:gd name="csX0" fmla="*/ 45826 w 91360"/>
                  <a:gd name="csY0" fmla="*/ 91505 h 91359"/>
                  <a:gd name="csX1" fmla="*/ 78127 w 91360"/>
                  <a:gd name="csY1" fmla="*/ 78125 h 91359"/>
                  <a:gd name="csX2" fmla="*/ 91506 w 91360"/>
                  <a:gd name="csY2" fmla="*/ 45825 h 91359"/>
                  <a:gd name="csX3" fmla="*/ 78127 w 91360"/>
                  <a:gd name="csY3" fmla="*/ 13524 h 91359"/>
                  <a:gd name="csX4" fmla="*/ 45826 w 91360"/>
                  <a:gd name="csY4" fmla="*/ 145 h 91359"/>
                  <a:gd name="csX5" fmla="*/ 13525 w 91360"/>
                  <a:gd name="csY5" fmla="*/ 13524 h 91359"/>
                  <a:gd name="csX6" fmla="*/ 146 w 91360"/>
                  <a:gd name="csY6" fmla="*/ 45825 h 91359"/>
                  <a:gd name="csX7" fmla="*/ 13525 w 91360"/>
                  <a:gd name="csY7" fmla="*/ 78125 h 91359"/>
                  <a:gd name="csX8" fmla="*/ 45826 w 91360"/>
                  <a:gd name="csY8" fmla="*/ 9150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6" y="91505"/>
                    </a:moveTo>
                    <a:cubicBezTo>
                      <a:pt x="57940" y="91505"/>
                      <a:pt x="69560" y="86691"/>
                      <a:pt x="78127" y="78125"/>
                    </a:cubicBezTo>
                    <a:cubicBezTo>
                      <a:pt x="86693" y="69559"/>
                      <a:pt x="91506" y="57939"/>
                      <a:pt x="91506" y="45825"/>
                    </a:cubicBezTo>
                    <a:cubicBezTo>
                      <a:pt x="91506" y="33710"/>
                      <a:pt x="86693" y="22091"/>
                      <a:pt x="78127" y="13524"/>
                    </a:cubicBezTo>
                    <a:cubicBezTo>
                      <a:pt x="69560" y="4958"/>
                      <a:pt x="57940" y="145"/>
                      <a:pt x="45826" y="145"/>
                    </a:cubicBezTo>
                    <a:cubicBezTo>
                      <a:pt x="33711" y="145"/>
                      <a:pt x="22091" y="4958"/>
                      <a:pt x="13525" y="13524"/>
                    </a:cubicBezTo>
                    <a:cubicBezTo>
                      <a:pt x="4959" y="22091"/>
                      <a:pt x="146" y="33710"/>
                      <a:pt x="146" y="45825"/>
                    </a:cubicBezTo>
                    <a:cubicBezTo>
                      <a:pt x="146" y="57939"/>
                      <a:pt x="4959" y="69559"/>
                      <a:pt x="13525" y="78125"/>
                    </a:cubicBezTo>
                    <a:cubicBezTo>
                      <a:pt x="22091" y="86691"/>
                      <a:pt x="33711" y="91505"/>
                      <a:pt x="45826" y="9150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19" name="任意多边形: 形状 3018"/>
              <p:cNvSpPr/>
              <p:nvPr/>
            </p:nvSpPr>
            <p:spPr>
              <a:xfrm>
                <a:off x="18103033" y="22685640"/>
                <a:ext cx="180000" cy="180000"/>
              </a:xfrm>
              <a:custGeom>
                <a:avLst/>
                <a:gdLst>
                  <a:gd name="csX0" fmla="*/ 45868 w 91360"/>
                  <a:gd name="csY0" fmla="*/ 91506 h 91359"/>
                  <a:gd name="csX1" fmla="*/ 78169 w 91360"/>
                  <a:gd name="csY1" fmla="*/ 78127 h 91359"/>
                  <a:gd name="csX2" fmla="*/ 91548 w 91360"/>
                  <a:gd name="csY2" fmla="*/ 45826 h 91359"/>
                  <a:gd name="csX3" fmla="*/ 78169 w 91360"/>
                  <a:gd name="csY3" fmla="*/ 13526 h 91359"/>
                  <a:gd name="csX4" fmla="*/ 45868 w 91360"/>
                  <a:gd name="csY4" fmla="*/ 147 h 91359"/>
                  <a:gd name="csX5" fmla="*/ 13567 w 91360"/>
                  <a:gd name="csY5" fmla="*/ 13526 h 91359"/>
                  <a:gd name="csX6" fmla="*/ 188 w 91360"/>
                  <a:gd name="csY6" fmla="*/ 45826 h 91359"/>
                  <a:gd name="csX7" fmla="*/ 13567 w 91360"/>
                  <a:gd name="csY7" fmla="*/ 78127 h 91359"/>
                  <a:gd name="csX8" fmla="*/ 45868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06"/>
                    </a:moveTo>
                    <a:cubicBezTo>
                      <a:pt x="57983" y="91506"/>
                      <a:pt x="69603" y="86693"/>
                      <a:pt x="78169" y="78127"/>
                    </a:cubicBezTo>
                    <a:cubicBezTo>
                      <a:pt x="86735" y="69561"/>
                      <a:pt x="91548" y="57941"/>
                      <a:pt x="91548" y="45826"/>
                    </a:cubicBezTo>
                    <a:cubicBezTo>
                      <a:pt x="91548" y="33712"/>
                      <a:pt x="86735" y="22092"/>
                      <a:pt x="78169" y="13526"/>
                    </a:cubicBezTo>
                    <a:cubicBezTo>
                      <a:pt x="69603" y="4960"/>
                      <a:pt x="57983" y="147"/>
                      <a:pt x="45868" y="147"/>
                    </a:cubicBezTo>
                    <a:cubicBezTo>
                      <a:pt x="33754" y="147"/>
                      <a:pt x="22134" y="4960"/>
                      <a:pt x="13567" y="13526"/>
                    </a:cubicBezTo>
                    <a:cubicBezTo>
                      <a:pt x="5001" y="22092"/>
                      <a:pt x="188" y="33712"/>
                      <a:pt x="188" y="45826"/>
                    </a:cubicBezTo>
                    <a:cubicBezTo>
                      <a:pt x="188" y="57941"/>
                      <a:pt x="5001" y="69561"/>
                      <a:pt x="13567" y="78127"/>
                    </a:cubicBezTo>
                    <a:cubicBezTo>
                      <a:pt x="22134" y="86693"/>
                      <a:pt x="33754" y="91506"/>
                      <a:pt x="45868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0" name="任意多边形: 形状 3019"/>
              <p:cNvSpPr/>
              <p:nvPr/>
            </p:nvSpPr>
            <p:spPr>
              <a:xfrm>
                <a:off x="19279039" y="22995745"/>
                <a:ext cx="180000" cy="180000"/>
              </a:xfrm>
              <a:custGeom>
                <a:avLst/>
                <a:gdLst>
                  <a:gd name="csX0" fmla="*/ 45905 w 91360"/>
                  <a:gd name="csY0" fmla="*/ 91516 h 91359"/>
                  <a:gd name="csX1" fmla="*/ 78205 w 91360"/>
                  <a:gd name="csY1" fmla="*/ 78136 h 91359"/>
                  <a:gd name="csX2" fmla="*/ 91585 w 91360"/>
                  <a:gd name="csY2" fmla="*/ 45836 h 91359"/>
                  <a:gd name="csX3" fmla="*/ 78205 w 91360"/>
                  <a:gd name="csY3" fmla="*/ 13536 h 91359"/>
                  <a:gd name="csX4" fmla="*/ 45905 w 91360"/>
                  <a:gd name="csY4" fmla="*/ 156 h 91359"/>
                  <a:gd name="csX5" fmla="*/ 13604 w 91360"/>
                  <a:gd name="csY5" fmla="*/ 13536 h 91359"/>
                  <a:gd name="csX6" fmla="*/ 224 w 91360"/>
                  <a:gd name="csY6" fmla="*/ 45836 h 91359"/>
                  <a:gd name="csX7" fmla="*/ 13604 w 91360"/>
                  <a:gd name="csY7" fmla="*/ 78136 h 91359"/>
                  <a:gd name="csX8" fmla="*/ 45905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5" y="91516"/>
                    </a:moveTo>
                    <a:cubicBezTo>
                      <a:pt x="58019" y="91516"/>
                      <a:pt x="69639" y="86703"/>
                      <a:pt x="78205" y="78136"/>
                    </a:cubicBezTo>
                    <a:cubicBezTo>
                      <a:pt x="86772" y="69570"/>
                      <a:pt x="91585" y="57950"/>
                      <a:pt x="91585" y="45836"/>
                    </a:cubicBezTo>
                    <a:cubicBezTo>
                      <a:pt x="91585" y="33722"/>
                      <a:pt x="86772" y="22102"/>
                      <a:pt x="78205" y="13536"/>
                    </a:cubicBezTo>
                    <a:cubicBezTo>
                      <a:pt x="69639" y="4969"/>
                      <a:pt x="58019" y="156"/>
                      <a:pt x="45905" y="156"/>
                    </a:cubicBezTo>
                    <a:cubicBezTo>
                      <a:pt x="33790" y="156"/>
                      <a:pt x="22170" y="4969"/>
                      <a:pt x="13604" y="13536"/>
                    </a:cubicBezTo>
                    <a:cubicBezTo>
                      <a:pt x="5038" y="22102"/>
                      <a:pt x="224" y="33722"/>
                      <a:pt x="224" y="45836"/>
                    </a:cubicBezTo>
                    <a:cubicBezTo>
                      <a:pt x="224" y="57950"/>
                      <a:pt x="5038" y="69570"/>
                      <a:pt x="13604" y="78136"/>
                    </a:cubicBezTo>
                    <a:cubicBezTo>
                      <a:pt x="22170" y="86703"/>
                      <a:pt x="33790" y="91516"/>
                      <a:pt x="45905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1" name="任意多边形: 形状 3020"/>
              <p:cNvSpPr/>
              <p:nvPr/>
            </p:nvSpPr>
            <p:spPr>
              <a:xfrm>
                <a:off x="16356636" y="23045712"/>
                <a:ext cx="180000" cy="180000"/>
              </a:xfrm>
              <a:custGeom>
                <a:avLst/>
                <a:gdLst>
                  <a:gd name="csX0" fmla="*/ 45831 w 91360"/>
                  <a:gd name="csY0" fmla="*/ 91518 h 91359"/>
                  <a:gd name="csX1" fmla="*/ 78132 w 91360"/>
                  <a:gd name="csY1" fmla="*/ 78139 h 91359"/>
                  <a:gd name="csX2" fmla="*/ 91511 w 91360"/>
                  <a:gd name="csY2" fmla="*/ 45839 h 91359"/>
                  <a:gd name="csX3" fmla="*/ 78132 w 91360"/>
                  <a:gd name="csY3" fmla="*/ 13538 h 91359"/>
                  <a:gd name="csX4" fmla="*/ 45831 w 91360"/>
                  <a:gd name="csY4" fmla="*/ 159 h 91359"/>
                  <a:gd name="csX5" fmla="*/ 13530 w 91360"/>
                  <a:gd name="csY5" fmla="*/ 13538 h 91359"/>
                  <a:gd name="csX6" fmla="*/ 151 w 91360"/>
                  <a:gd name="csY6" fmla="*/ 45839 h 91359"/>
                  <a:gd name="csX7" fmla="*/ 13530 w 91360"/>
                  <a:gd name="csY7" fmla="*/ 78139 h 91359"/>
                  <a:gd name="csX8" fmla="*/ 45831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1" y="91518"/>
                    </a:moveTo>
                    <a:cubicBezTo>
                      <a:pt x="57945" y="91518"/>
                      <a:pt x="69565" y="86705"/>
                      <a:pt x="78132" y="78139"/>
                    </a:cubicBezTo>
                    <a:cubicBezTo>
                      <a:pt x="86698" y="69573"/>
                      <a:pt x="91511" y="57953"/>
                      <a:pt x="91511" y="45839"/>
                    </a:cubicBezTo>
                    <a:cubicBezTo>
                      <a:pt x="91511" y="33724"/>
                      <a:pt x="86698" y="22104"/>
                      <a:pt x="78132" y="13538"/>
                    </a:cubicBezTo>
                    <a:cubicBezTo>
                      <a:pt x="69565" y="4972"/>
                      <a:pt x="57945" y="159"/>
                      <a:pt x="45831" y="159"/>
                    </a:cubicBezTo>
                    <a:cubicBezTo>
                      <a:pt x="33716" y="159"/>
                      <a:pt x="22096" y="4972"/>
                      <a:pt x="13530" y="13538"/>
                    </a:cubicBezTo>
                    <a:cubicBezTo>
                      <a:pt x="4964" y="22104"/>
                      <a:pt x="151" y="33724"/>
                      <a:pt x="151" y="45839"/>
                    </a:cubicBezTo>
                    <a:cubicBezTo>
                      <a:pt x="151" y="57953"/>
                      <a:pt x="4964" y="69573"/>
                      <a:pt x="13530" y="78139"/>
                    </a:cubicBezTo>
                    <a:cubicBezTo>
                      <a:pt x="22096" y="86705"/>
                      <a:pt x="33716" y="91518"/>
                      <a:pt x="45831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2" name="任意多边形: 形状 3021"/>
              <p:cNvSpPr/>
              <p:nvPr/>
            </p:nvSpPr>
            <p:spPr>
              <a:xfrm>
                <a:off x="17075514" y="23375845"/>
                <a:ext cx="180000" cy="180000"/>
              </a:xfrm>
              <a:custGeom>
                <a:avLst/>
                <a:gdLst>
                  <a:gd name="csX0" fmla="*/ 45836 w 91360"/>
                  <a:gd name="csY0" fmla="*/ 91527 h 91359"/>
                  <a:gd name="csX1" fmla="*/ 78137 w 91360"/>
                  <a:gd name="csY1" fmla="*/ 78148 h 91359"/>
                  <a:gd name="csX2" fmla="*/ 91517 w 91360"/>
                  <a:gd name="csY2" fmla="*/ 45848 h 91359"/>
                  <a:gd name="csX3" fmla="*/ 78137 w 91360"/>
                  <a:gd name="csY3" fmla="*/ 13547 h 91359"/>
                  <a:gd name="csX4" fmla="*/ 45836 w 91360"/>
                  <a:gd name="csY4" fmla="*/ 168 h 91359"/>
                  <a:gd name="csX5" fmla="*/ 13536 w 91360"/>
                  <a:gd name="csY5" fmla="*/ 13547 h 91359"/>
                  <a:gd name="csX6" fmla="*/ 156 w 91360"/>
                  <a:gd name="csY6" fmla="*/ 45848 h 91359"/>
                  <a:gd name="csX7" fmla="*/ 13536 w 91360"/>
                  <a:gd name="csY7" fmla="*/ 78148 h 91359"/>
                  <a:gd name="csX8" fmla="*/ 45836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6" y="91527"/>
                    </a:moveTo>
                    <a:cubicBezTo>
                      <a:pt x="57951" y="91527"/>
                      <a:pt x="69571" y="86714"/>
                      <a:pt x="78137" y="78148"/>
                    </a:cubicBezTo>
                    <a:cubicBezTo>
                      <a:pt x="86703" y="69582"/>
                      <a:pt x="91517" y="57962"/>
                      <a:pt x="91517" y="45848"/>
                    </a:cubicBezTo>
                    <a:cubicBezTo>
                      <a:pt x="91517" y="33733"/>
                      <a:pt x="86703" y="22114"/>
                      <a:pt x="78137" y="13547"/>
                    </a:cubicBezTo>
                    <a:cubicBezTo>
                      <a:pt x="69571" y="4981"/>
                      <a:pt x="57951" y="168"/>
                      <a:pt x="45836" y="168"/>
                    </a:cubicBezTo>
                    <a:cubicBezTo>
                      <a:pt x="33722" y="168"/>
                      <a:pt x="22102" y="4981"/>
                      <a:pt x="13536" y="13547"/>
                    </a:cubicBezTo>
                    <a:cubicBezTo>
                      <a:pt x="4969" y="22114"/>
                      <a:pt x="156" y="33733"/>
                      <a:pt x="156" y="45848"/>
                    </a:cubicBezTo>
                    <a:cubicBezTo>
                      <a:pt x="156" y="57962"/>
                      <a:pt x="4969" y="69582"/>
                      <a:pt x="13536" y="78148"/>
                    </a:cubicBezTo>
                    <a:cubicBezTo>
                      <a:pt x="22102" y="86714"/>
                      <a:pt x="33722" y="91527"/>
                      <a:pt x="45836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3" name="任意多边形: 形状 3022"/>
              <p:cNvSpPr/>
              <p:nvPr/>
            </p:nvSpPr>
            <p:spPr>
              <a:xfrm>
                <a:off x="18425971" y="23699247"/>
                <a:ext cx="180000" cy="180000"/>
              </a:xfrm>
              <a:custGeom>
                <a:avLst/>
                <a:gdLst>
                  <a:gd name="csX0" fmla="*/ 45878 w 91360"/>
                  <a:gd name="csY0" fmla="*/ 91537 h 91359"/>
                  <a:gd name="csX1" fmla="*/ 78179 w 91360"/>
                  <a:gd name="csY1" fmla="*/ 78158 h 91359"/>
                  <a:gd name="csX2" fmla="*/ 91558 w 91360"/>
                  <a:gd name="csY2" fmla="*/ 45858 h 91359"/>
                  <a:gd name="csX3" fmla="*/ 78179 w 91360"/>
                  <a:gd name="csY3" fmla="*/ 13557 h 91359"/>
                  <a:gd name="csX4" fmla="*/ 45878 w 91360"/>
                  <a:gd name="csY4" fmla="*/ 178 h 91359"/>
                  <a:gd name="csX5" fmla="*/ 13577 w 91360"/>
                  <a:gd name="csY5" fmla="*/ 13557 h 91359"/>
                  <a:gd name="csX6" fmla="*/ 198 w 91360"/>
                  <a:gd name="csY6" fmla="*/ 45858 h 91359"/>
                  <a:gd name="csX7" fmla="*/ 13577 w 91360"/>
                  <a:gd name="csY7" fmla="*/ 78158 h 91359"/>
                  <a:gd name="csX8" fmla="*/ 45878 w 91360"/>
                  <a:gd name="csY8" fmla="*/ 9153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537"/>
                    </a:moveTo>
                    <a:cubicBezTo>
                      <a:pt x="57993" y="91537"/>
                      <a:pt x="69613" y="86724"/>
                      <a:pt x="78179" y="78158"/>
                    </a:cubicBezTo>
                    <a:cubicBezTo>
                      <a:pt x="86745" y="69592"/>
                      <a:pt x="91558" y="57972"/>
                      <a:pt x="91558" y="45858"/>
                    </a:cubicBezTo>
                    <a:cubicBezTo>
                      <a:pt x="91558" y="33743"/>
                      <a:pt x="86745" y="22124"/>
                      <a:pt x="78179" y="13557"/>
                    </a:cubicBezTo>
                    <a:cubicBezTo>
                      <a:pt x="69613" y="4991"/>
                      <a:pt x="57993" y="178"/>
                      <a:pt x="45878" y="178"/>
                    </a:cubicBezTo>
                    <a:cubicBezTo>
                      <a:pt x="33764" y="178"/>
                      <a:pt x="22144" y="4991"/>
                      <a:pt x="13577" y="13557"/>
                    </a:cubicBezTo>
                    <a:cubicBezTo>
                      <a:pt x="5011" y="22124"/>
                      <a:pt x="198" y="33743"/>
                      <a:pt x="198" y="45858"/>
                    </a:cubicBezTo>
                    <a:cubicBezTo>
                      <a:pt x="198" y="57972"/>
                      <a:pt x="5011" y="69592"/>
                      <a:pt x="13577" y="78158"/>
                    </a:cubicBezTo>
                    <a:cubicBezTo>
                      <a:pt x="22144" y="86724"/>
                      <a:pt x="33764" y="91537"/>
                      <a:pt x="45878" y="9153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4" name="任意多边形: 形状 3023"/>
              <p:cNvSpPr/>
              <p:nvPr/>
            </p:nvSpPr>
            <p:spPr>
              <a:xfrm>
                <a:off x="19561626" y="21461059"/>
                <a:ext cx="180000" cy="180000"/>
              </a:xfrm>
              <a:custGeom>
                <a:avLst/>
                <a:gdLst>
                  <a:gd name="csX0" fmla="*/ 45883 w 91360"/>
                  <a:gd name="csY0" fmla="*/ 91498 h 91359"/>
                  <a:gd name="csX1" fmla="*/ 78183 w 91360"/>
                  <a:gd name="csY1" fmla="*/ 78119 h 91359"/>
                  <a:gd name="csX2" fmla="*/ 91563 w 91360"/>
                  <a:gd name="csY2" fmla="*/ 45818 h 91359"/>
                  <a:gd name="csX3" fmla="*/ 78183 w 91360"/>
                  <a:gd name="csY3" fmla="*/ 13518 h 91359"/>
                  <a:gd name="csX4" fmla="*/ 45883 w 91360"/>
                  <a:gd name="csY4" fmla="*/ 139 h 91359"/>
                  <a:gd name="csX5" fmla="*/ 13582 w 91360"/>
                  <a:gd name="csY5" fmla="*/ 13518 h 91359"/>
                  <a:gd name="csX6" fmla="*/ 202 w 91360"/>
                  <a:gd name="csY6" fmla="*/ 45818 h 91359"/>
                  <a:gd name="csX7" fmla="*/ 13582 w 91360"/>
                  <a:gd name="csY7" fmla="*/ 78119 h 91359"/>
                  <a:gd name="csX8" fmla="*/ 45883 w 91360"/>
                  <a:gd name="csY8" fmla="*/ 9149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3" y="91498"/>
                    </a:moveTo>
                    <a:cubicBezTo>
                      <a:pt x="57997" y="91498"/>
                      <a:pt x="69617" y="86685"/>
                      <a:pt x="78183" y="78119"/>
                    </a:cubicBezTo>
                    <a:cubicBezTo>
                      <a:pt x="86750" y="69553"/>
                      <a:pt x="91563" y="57933"/>
                      <a:pt x="91563" y="45818"/>
                    </a:cubicBezTo>
                    <a:cubicBezTo>
                      <a:pt x="91563" y="33704"/>
                      <a:pt x="86750" y="22084"/>
                      <a:pt x="78183" y="13518"/>
                    </a:cubicBezTo>
                    <a:cubicBezTo>
                      <a:pt x="69617" y="4952"/>
                      <a:pt x="57997" y="139"/>
                      <a:pt x="45883" y="139"/>
                    </a:cubicBezTo>
                    <a:cubicBezTo>
                      <a:pt x="33768" y="139"/>
                      <a:pt x="22148" y="4952"/>
                      <a:pt x="13582" y="13518"/>
                    </a:cubicBezTo>
                    <a:cubicBezTo>
                      <a:pt x="5015" y="22084"/>
                      <a:pt x="202" y="33704"/>
                      <a:pt x="202" y="45818"/>
                    </a:cubicBezTo>
                    <a:cubicBezTo>
                      <a:pt x="202" y="57933"/>
                      <a:pt x="5015" y="69553"/>
                      <a:pt x="13582" y="78119"/>
                    </a:cubicBezTo>
                    <a:cubicBezTo>
                      <a:pt x="22148" y="86685"/>
                      <a:pt x="33768" y="91498"/>
                      <a:pt x="45883" y="9149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5" name="任意多边形: 形状 3024"/>
              <p:cNvSpPr/>
              <p:nvPr/>
            </p:nvSpPr>
            <p:spPr>
              <a:xfrm>
                <a:off x="17684518" y="23893037"/>
                <a:ext cx="180000" cy="180000"/>
              </a:xfrm>
              <a:custGeom>
                <a:avLst/>
                <a:gdLst>
                  <a:gd name="csX0" fmla="*/ 45855 w 91360"/>
                  <a:gd name="csY0" fmla="*/ 91543 h 91359"/>
                  <a:gd name="csX1" fmla="*/ 78156 w 91360"/>
                  <a:gd name="csY1" fmla="*/ 78164 h 91359"/>
                  <a:gd name="csX2" fmla="*/ 91536 w 91360"/>
                  <a:gd name="csY2" fmla="*/ 45864 h 91359"/>
                  <a:gd name="csX3" fmla="*/ 78156 w 91360"/>
                  <a:gd name="csY3" fmla="*/ 13563 h 91359"/>
                  <a:gd name="csX4" fmla="*/ 45855 w 91360"/>
                  <a:gd name="csY4" fmla="*/ 184 h 91359"/>
                  <a:gd name="csX5" fmla="*/ 13554 w 91360"/>
                  <a:gd name="csY5" fmla="*/ 13563 h 91359"/>
                  <a:gd name="csX6" fmla="*/ 175 w 91360"/>
                  <a:gd name="csY6" fmla="*/ 45864 h 91359"/>
                  <a:gd name="csX7" fmla="*/ 13554 w 91360"/>
                  <a:gd name="csY7" fmla="*/ 78164 h 91359"/>
                  <a:gd name="csX8" fmla="*/ 45855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43"/>
                    </a:moveTo>
                    <a:cubicBezTo>
                      <a:pt x="57970" y="91543"/>
                      <a:pt x="69590" y="86730"/>
                      <a:pt x="78156" y="78164"/>
                    </a:cubicBezTo>
                    <a:cubicBezTo>
                      <a:pt x="86722" y="69598"/>
                      <a:pt x="91536" y="57978"/>
                      <a:pt x="91536" y="45864"/>
                    </a:cubicBezTo>
                    <a:cubicBezTo>
                      <a:pt x="91536" y="33749"/>
                      <a:pt x="86722" y="22130"/>
                      <a:pt x="78156" y="13563"/>
                    </a:cubicBezTo>
                    <a:cubicBezTo>
                      <a:pt x="69590" y="4997"/>
                      <a:pt x="57970" y="184"/>
                      <a:pt x="45855" y="184"/>
                    </a:cubicBezTo>
                    <a:cubicBezTo>
                      <a:pt x="33741" y="184"/>
                      <a:pt x="22121" y="4997"/>
                      <a:pt x="13554" y="13563"/>
                    </a:cubicBezTo>
                    <a:cubicBezTo>
                      <a:pt x="4988" y="22130"/>
                      <a:pt x="175" y="33749"/>
                      <a:pt x="175" y="45864"/>
                    </a:cubicBezTo>
                    <a:cubicBezTo>
                      <a:pt x="175" y="57978"/>
                      <a:pt x="4988" y="69598"/>
                      <a:pt x="13554" y="78164"/>
                    </a:cubicBezTo>
                    <a:cubicBezTo>
                      <a:pt x="22121" y="86730"/>
                      <a:pt x="33741" y="91543"/>
                      <a:pt x="45855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6" name="任意多边形: 形状 3025"/>
              <p:cNvSpPr/>
              <p:nvPr/>
            </p:nvSpPr>
            <p:spPr>
              <a:xfrm>
                <a:off x="19585733" y="22371053"/>
                <a:ext cx="180000" cy="180000"/>
              </a:xfrm>
              <a:custGeom>
                <a:avLst/>
                <a:gdLst>
                  <a:gd name="csX0" fmla="*/ 45914 w 91360"/>
                  <a:gd name="csY0" fmla="*/ 91496 h 91359"/>
                  <a:gd name="csX1" fmla="*/ 78215 w 91360"/>
                  <a:gd name="csY1" fmla="*/ 78117 h 91359"/>
                  <a:gd name="csX2" fmla="*/ 91594 w 91360"/>
                  <a:gd name="csY2" fmla="*/ 45817 h 91359"/>
                  <a:gd name="csX3" fmla="*/ 78215 w 91360"/>
                  <a:gd name="csY3" fmla="*/ 13516 h 91359"/>
                  <a:gd name="csX4" fmla="*/ 45914 w 91360"/>
                  <a:gd name="csY4" fmla="*/ 137 h 91359"/>
                  <a:gd name="csX5" fmla="*/ 13613 w 91360"/>
                  <a:gd name="csY5" fmla="*/ 13516 h 91359"/>
                  <a:gd name="csX6" fmla="*/ 234 w 91360"/>
                  <a:gd name="csY6" fmla="*/ 45817 h 91359"/>
                  <a:gd name="csX7" fmla="*/ 13613 w 91360"/>
                  <a:gd name="csY7" fmla="*/ 78117 h 91359"/>
                  <a:gd name="csX8" fmla="*/ 45914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4" y="91496"/>
                    </a:moveTo>
                    <a:cubicBezTo>
                      <a:pt x="58029" y="91496"/>
                      <a:pt x="69649" y="86683"/>
                      <a:pt x="78215" y="78117"/>
                    </a:cubicBezTo>
                    <a:cubicBezTo>
                      <a:pt x="86781" y="69551"/>
                      <a:pt x="91594" y="57931"/>
                      <a:pt x="91594" y="45817"/>
                    </a:cubicBezTo>
                    <a:cubicBezTo>
                      <a:pt x="91594" y="33702"/>
                      <a:pt x="86781" y="22082"/>
                      <a:pt x="78215" y="13516"/>
                    </a:cubicBezTo>
                    <a:cubicBezTo>
                      <a:pt x="69649" y="4950"/>
                      <a:pt x="58029" y="137"/>
                      <a:pt x="45914" y="137"/>
                    </a:cubicBezTo>
                    <a:cubicBezTo>
                      <a:pt x="33800" y="137"/>
                      <a:pt x="22180" y="4950"/>
                      <a:pt x="13613" y="13516"/>
                    </a:cubicBezTo>
                    <a:cubicBezTo>
                      <a:pt x="5047" y="22082"/>
                      <a:pt x="234" y="33702"/>
                      <a:pt x="234" y="45817"/>
                    </a:cubicBezTo>
                    <a:cubicBezTo>
                      <a:pt x="234" y="57931"/>
                      <a:pt x="5047" y="69551"/>
                      <a:pt x="13613" y="78117"/>
                    </a:cubicBezTo>
                    <a:cubicBezTo>
                      <a:pt x="22180" y="86683"/>
                      <a:pt x="33800" y="91496"/>
                      <a:pt x="45914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7" name="任意多边形: 形状 3026"/>
              <p:cNvSpPr/>
              <p:nvPr/>
            </p:nvSpPr>
            <p:spPr>
              <a:xfrm>
                <a:off x="17051060" y="23353327"/>
                <a:ext cx="180000" cy="180000"/>
              </a:xfrm>
              <a:custGeom>
                <a:avLst/>
                <a:gdLst>
                  <a:gd name="csX0" fmla="*/ 45836 w 91360"/>
                  <a:gd name="csY0" fmla="*/ 91527 h 91359"/>
                  <a:gd name="csX1" fmla="*/ 78136 w 91360"/>
                  <a:gd name="csY1" fmla="*/ 78147 h 91359"/>
                  <a:gd name="csX2" fmla="*/ 91516 w 91360"/>
                  <a:gd name="csY2" fmla="*/ 45847 h 91359"/>
                  <a:gd name="csX3" fmla="*/ 78136 w 91360"/>
                  <a:gd name="csY3" fmla="*/ 13547 h 91359"/>
                  <a:gd name="csX4" fmla="*/ 45836 w 91360"/>
                  <a:gd name="csY4" fmla="*/ 167 h 91359"/>
                  <a:gd name="csX5" fmla="*/ 13535 w 91360"/>
                  <a:gd name="csY5" fmla="*/ 13547 h 91359"/>
                  <a:gd name="csX6" fmla="*/ 155 w 91360"/>
                  <a:gd name="csY6" fmla="*/ 45847 h 91359"/>
                  <a:gd name="csX7" fmla="*/ 13535 w 91360"/>
                  <a:gd name="csY7" fmla="*/ 78147 h 91359"/>
                  <a:gd name="csX8" fmla="*/ 45836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6" y="91527"/>
                    </a:moveTo>
                    <a:cubicBezTo>
                      <a:pt x="57950" y="91527"/>
                      <a:pt x="69570" y="86714"/>
                      <a:pt x="78136" y="78147"/>
                    </a:cubicBezTo>
                    <a:cubicBezTo>
                      <a:pt x="86703" y="69581"/>
                      <a:pt x="91516" y="57961"/>
                      <a:pt x="91516" y="45847"/>
                    </a:cubicBezTo>
                    <a:cubicBezTo>
                      <a:pt x="91516" y="33733"/>
                      <a:pt x="86703" y="22113"/>
                      <a:pt x="78136" y="13547"/>
                    </a:cubicBezTo>
                    <a:cubicBezTo>
                      <a:pt x="69570" y="4980"/>
                      <a:pt x="57950" y="167"/>
                      <a:pt x="45836" y="167"/>
                    </a:cubicBezTo>
                    <a:cubicBezTo>
                      <a:pt x="33721" y="167"/>
                      <a:pt x="22101" y="4980"/>
                      <a:pt x="13535" y="13547"/>
                    </a:cubicBezTo>
                    <a:cubicBezTo>
                      <a:pt x="4969" y="22113"/>
                      <a:pt x="155" y="33733"/>
                      <a:pt x="155" y="45847"/>
                    </a:cubicBezTo>
                    <a:cubicBezTo>
                      <a:pt x="155" y="57961"/>
                      <a:pt x="4969" y="69581"/>
                      <a:pt x="13535" y="78147"/>
                    </a:cubicBezTo>
                    <a:cubicBezTo>
                      <a:pt x="22101" y="86714"/>
                      <a:pt x="33721" y="91527"/>
                      <a:pt x="45836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8" name="任意多边形: 形状 3027"/>
              <p:cNvSpPr/>
              <p:nvPr/>
            </p:nvSpPr>
            <p:spPr>
              <a:xfrm>
                <a:off x="17298817" y="23768932"/>
                <a:ext cx="180000" cy="180000"/>
              </a:xfrm>
              <a:custGeom>
                <a:avLst/>
                <a:gdLst>
                  <a:gd name="csX0" fmla="*/ 45843 w 91360"/>
                  <a:gd name="csY0" fmla="*/ 91540 h 91359"/>
                  <a:gd name="csX1" fmla="*/ 78144 w 91360"/>
                  <a:gd name="csY1" fmla="*/ 78160 h 91359"/>
                  <a:gd name="csX2" fmla="*/ 91524 w 91360"/>
                  <a:gd name="csY2" fmla="*/ 45860 h 91359"/>
                  <a:gd name="csX3" fmla="*/ 78144 w 91360"/>
                  <a:gd name="csY3" fmla="*/ 13560 h 91359"/>
                  <a:gd name="csX4" fmla="*/ 45843 w 91360"/>
                  <a:gd name="csY4" fmla="*/ 180 h 91359"/>
                  <a:gd name="csX5" fmla="*/ 13543 w 91360"/>
                  <a:gd name="csY5" fmla="*/ 13560 h 91359"/>
                  <a:gd name="csX6" fmla="*/ 163 w 91360"/>
                  <a:gd name="csY6" fmla="*/ 45860 h 91359"/>
                  <a:gd name="csX7" fmla="*/ 13543 w 91360"/>
                  <a:gd name="csY7" fmla="*/ 78160 h 91359"/>
                  <a:gd name="csX8" fmla="*/ 45843 w 91360"/>
                  <a:gd name="csY8" fmla="*/ 9154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3" y="91540"/>
                    </a:moveTo>
                    <a:cubicBezTo>
                      <a:pt x="57958" y="91540"/>
                      <a:pt x="69578" y="86726"/>
                      <a:pt x="78144" y="78160"/>
                    </a:cubicBezTo>
                    <a:cubicBezTo>
                      <a:pt x="86710" y="69594"/>
                      <a:pt x="91524" y="57974"/>
                      <a:pt x="91524" y="45860"/>
                    </a:cubicBezTo>
                    <a:cubicBezTo>
                      <a:pt x="91524" y="33746"/>
                      <a:pt x="86710" y="22126"/>
                      <a:pt x="78144" y="13560"/>
                    </a:cubicBezTo>
                    <a:cubicBezTo>
                      <a:pt x="69578" y="4993"/>
                      <a:pt x="57958" y="180"/>
                      <a:pt x="45843" y="180"/>
                    </a:cubicBezTo>
                    <a:cubicBezTo>
                      <a:pt x="33729" y="180"/>
                      <a:pt x="22109" y="4993"/>
                      <a:pt x="13543" y="13560"/>
                    </a:cubicBezTo>
                    <a:cubicBezTo>
                      <a:pt x="4976" y="22126"/>
                      <a:pt x="163" y="33746"/>
                      <a:pt x="163" y="45860"/>
                    </a:cubicBezTo>
                    <a:cubicBezTo>
                      <a:pt x="163" y="57974"/>
                      <a:pt x="4976" y="69594"/>
                      <a:pt x="13543" y="78160"/>
                    </a:cubicBezTo>
                    <a:cubicBezTo>
                      <a:pt x="22109" y="86726"/>
                      <a:pt x="33729" y="91540"/>
                      <a:pt x="45843" y="9154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29" name="任意多边形: 形状 3028"/>
              <p:cNvSpPr/>
              <p:nvPr/>
            </p:nvSpPr>
            <p:spPr>
              <a:xfrm>
                <a:off x="18060259" y="24012566"/>
                <a:ext cx="180000" cy="180000"/>
              </a:xfrm>
              <a:custGeom>
                <a:avLst/>
                <a:gdLst>
                  <a:gd name="csX0" fmla="*/ 45867 w 91360"/>
                  <a:gd name="csY0" fmla="*/ 91547 h 91359"/>
                  <a:gd name="csX1" fmla="*/ 78168 w 91360"/>
                  <a:gd name="csY1" fmla="*/ 78168 h 91359"/>
                  <a:gd name="csX2" fmla="*/ 91547 w 91360"/>
                  <a:gd name="csY2" fmla="*/ 45867 h 91359"/>
                  <a:gd name="csX3" fmla="*/ 78168 w 91360"/>
                  <a:gd name="csY3" fmla="*/ 13567 h 91359"/>
                  <a:gd name="csX4" fmla="*/ 45867 w 91360"/>
                  <a:gd name="csY4" fmla="*/ 188 h 91359"/>
                  <a:gd name="csX5" fmla="*/ 13566 w 91360"/>
                  <a:gd name="csY5" fmla="*/ 13567 h 91359"/>
                  <a:gd name="csX6" fmla="*/ 187 w 91360"/>
                  <a:gd name="csY6" fmla="*/ 45867 h 91359"/>
                  <a:gd name="csX7" fmla="*/ 13566 w 91360"/>
                  <a:gd name="csY7" fmla="*/ 78168 h 91359"/>
                  <a:gd name="csX8" fmla="*/ 45867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7" y="91547"/>
                    </a:moveTo>
                    <a:cubicBezTo>
                      <a:pt x="57981" y="91547"/>
                      <a:pt x="69601" y="86734"/>
                      <a:pt x="78168" y="78168"/>
                    </a:cubicBezTo>
                    <a:cubicBezTo>
                      <a:pt x="86734" y="69602"/>
                      <a:pt x="91547" y="57982"/>
                      <a:pt x="91547" y="45867"/>
                    </a:cubicBezTo>
                    <a:cubicBezTo>
                      <a:pt x="91547" y="33753"/>
                      <a:pt x="86734" y="22133"/>
                      <a:pt x="78168" y="13567"/>
                    </a:cubicBezTo>
                    <a:cubicBezTo>
                      <a:pt x="69601" y="5001"/>
                      <a:pt x="57981" y="188"/>
                      <a:pt x="45867" y="188"/>
                    </a:cubicBezTo>
                    <a:cubicBezTo>
                      <a:pt x="33752" y="188"/>
                      <a:pt x="22132" y="5001"/>
                      <a:pt x="13566" y="13567"/>
                    </a:cubicBezTo>
                    <a:cubicBezTo>
                      <a:pt x="5000" y="22133"/>
                      <a:pt x="187" y="33753"/>
                      <a:pt x="187" y="45867"/>
                    </a:cubicBezTo>
                    <a:cubicBezTo>
                      <a:pt x="187" y="57982"/>
                      <a:pt x="5000" y="69602"/>
                      <a:pt x="13566" y="78168"/>
                    </a:cubicBezTo>
                    <a:cubicBezTo>
                      <a:pt x="22132" y="86734"/>
                      <a:pt x="33752" y="91547"/>
                      <a:pt x="45867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0" name="任意多边形: 形状 3029"/>
              <p:cNvSpPr/>
              <p:nvPr/>
            </p:nvSpPr>
            <p:spPr>
              <a:xfrm>
                <a:off x="17585984" y="23878110"/>
                <a:ext cx="180000" cy="180000"/>
              </a:xfrm>
              <a:custGeom>
                <a:avLst/>
                <a:gdLst>
                  <a:gd name="csX0" fmla="*/ 45852 w 91360"/>
                  <a:gd name="csY0" fmla="*/ 91543 h 91359"/>
                  <a:gd name="csX1" fmla="*/ 78153 w 91360"/>
                  <a:gd name="csY1" fmla="*/ 78164 h 91359"/>
                  <a:gd name="csX2" fmla="*/ 91532 w 91360"/>
                  <a:gd name="csY2" fmla="*/ 45863 h 91359"/>
                  <a:gd name="csX3" fmla="*/ 78153 w 91360"/>
                  <a:gd name="csY3" fmla="*/ 13563 h 91359"/>
                  <a:gd name="csX4" fmla="*/ 45852 w 91360"/>
                  <a:gd name="csY4" fmla="*/ 184 h 91359"/>
                  <a:gd name="csX5" fmla="*/ 13551 w 91360"/>
                  <a:gd name="csY5" fmla="*/ 13563 h 91359"/>
                  <a:gd name="csX6" fmla="*/ 172 w 91360"/>
                  <a:gd name="csY6" fmla="*/ 45863 h 91359"/>
                  <a:gd name="csX7" fmla="*/ 13551 w 91360"/>
                  <a:gd name="csY7" fmla="*/ 78164 h 91359"/>
                  <a:gd name="csX8" fmla="*/ 45852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543"/>
                    </a:moveTo>
                    <a:cubicBezTo>
                      <a:pt x="57967" y="91543"/>
                      <a:pt x="69587" y="86730"/>
                      <a:pt x="78153" y="78164"/>
                    </a:cubicBezTo>
                    <a:cubicBezTo>
                      <a:pt x="86719" y="69598"/>
                      <a:pt x="91532" y="57978"/>
                      <a:pt x="91532" y="45863"/>
                    </a:cubicBezTo>
                    <a:cubicBezTo>
                      <a:pt x="91532" y="33749"/>
                      <a:pt x="86719" y="22129"/>
                      <a:pt x="78153" y="13563"/>
                    </a:cubicBezTo>
                    <a:cubicBezTo>
                      <a:pt x="69587" y="4997"/>
                      <a:pt x="57967" y="184"/>
                      <a:pt x="45852" y="184"/>
                    </a:cubicBezTo>
                    <a:cubicBezTo>
                      <a:pt x="33738" y="184"/>
                      <a:pt x="22118" y="4997"/>
                      <a:pt x="13551" y="13563"/>
                    </a:cubicBezTo>
                    <a:cubicBezTo>
                      <a:pt x="4985" y="22129"/>
                      <a:pt x="172" y="33749"/>
                      <a:pt x="172" y="45863"/>
                    </a:cubicBezTo>
                    <a:cubicBezTo>
                      <a:pt x="172" y="57978"/>
                      <a:pt x="4985" y="69598"/>
                      <a:pt x="13551" y="78164"/>
                    </a:cubicBezTo>
                    <a:cubicBezTo>
                      <a:pt x="22118" y="86730"/>
                      <a:pt x="33738" y="91543"/>
                      <a:pt x="45852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1" name="任意多边形: 形状 3030"/>
              <p:cNvSpPr/>
              <p:nvPr/>
            </p:nvSpPr>
            <p:spPr>
              <a:xfrm>
                <a:off x="19375263" y="24499833"/>
                <a:ext cx="180000" cy="180000"/>
              </a:xfrm>
              <a:custGeom>
                <a:avLst/>
                <a:gdLst>
                  <a:gd name="csX0" fmla="*/ 45913 w 91360"/>
                  <a:gd name="csY0" fmla="*/ 91528 h 91359"/>
                  <a:gd name="csX1" fmla="*/ 78213 w 91360"/>
                  <a:gd name="csY1" fmla="*/ 78149 h 91359"/>
                  <a:gd name="csX2" fmla="*/ 91593 w 91360"/>
                  <a:gd name="csY2" fmla="*/ 45848 h 91359"/>
                  <a:gd name="csX3" fmla="*/ 78213 w 91360"/>
                  <a:gd name="csY3" fmla="*/ 13548 h 91359"/>
                  <a:gd name="csX4" fmla="*/ 45913 w 91360"/>
                  <a:gd name="csY4" fmla="*/ 168 h 91359"/>
                  <a:gd name="csX5" fmla="*/ 13612 w 91360"/>
                  <a:gd name="csY5" fmla="*/ 13548 h 91359"/>
                  <a:gd name="csX6" fmla="*/ 232 w 91360"/>
                  <a:gd name="csY6" fmla="*/ 45848 h 91359"/>
                  <a:gd name="csX7" fmla="*/ 13612 w 91360"/>
                  <a:gd name="csY7" fmla="*/ 78149 h 91359"/>
                  <a:gd name="csX8" fmla="*/ 45913 w 91360"/>
                  <a:gd name="csY8" fmla="*/ 9152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3" y="91528"/>
                    </a:moveTo>
                    <a:cubicBezTo>
                      <a:pt x="58027" y="91528"/>
                      <a:pt x="69647" y="86715"/>
                      <a:pt x="78213" y="78149"/>
                    </a:cubicBezTo>
                    <a:cubicBezTo>
                      <a:pt x="86780" y="69582"/>
                      <a:pt x="91593" y="57962"/>
                      <a:pt x="91593" y="45848"/>
                    </a:cubicBezTo>
                    <a:cubicBezTo>
                      <a:pt x="91593" y="33734"/>
                      <a:pt x="86780" y="22114"/>
                      <a:pt x="78213" y="13548"/>
                    </a:cubicBezTo>
                    <a:cubicBezTo>
                      <a:pt x="69647" y="4982"/>
                      <a:pt x="58027" y="168"/>
                      <a:pt x="45913" y="168"/>
                    </a:cubicBezTo>
                    <a:cubicBezTo>
                      <a:pt x="33798" y="168"/>
                      <a:pt x="22178" y="4982"/>
                      <a:pt x="13612" y="13548"/>
                    </a:cubicBezTo>
                    <a:cubicBezTo>
                      <a:pt x="5046" y="22114"/>
                      <a:pt x="232" y="33734"/>
                      <a:pt x="232" y="45848"/>
                    </a:cubicBezTo>
                    <a:cubicBezTo>
                      <a:pt x="232" y="57962"/>
                      <a:pt x="5046" y="69582"/>
                      <a:pt x="13612" y="78149"/>
                    </a:cubicBezTo>
                    <a:cubicBezTo>
                      <a:pt x="22178" y="86715"/>
                      <a:pt x="33798" y="91528"/>
                      <a:pt x="45913" y="9152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2" name="任意多边形: 形状 3031"/>
              <p:cNvSpPr/>
              <p:nvPr/>
            </p:nvSpPr>
            <p:spPr>
              <a:xfrm>
                <a:off x="18597758" y="21361587"/>
                <a:ext cx="180000" cy="180000"/>
              </a:xfrm>
              <a:custGeom>
                <a:avLst/>
                <a:gdLst>
                  <a:gd name="csX0" fmla="*/ 45871 w 91360"/>
                  <a:gd name="csY0" fmla="*/ 91544 h 91359"/>
                  <a:gd name="csX1" fmla="*/ 78171 w 91360"/>
                  <a:gd name="csY1" fmla="*/ 78165 h 91359"/>
                  <a:gd name="csX2" fmla="*/ 91551 w 91360"/>
                  <a:gd name="csY2" fmla="*/ 45864 h 91359"/>
                  <a:gd name="csX3" fmla="*/ 78171 w 91360"/>
                  <a:gd name="csY3" fmla="*/ 13564 h 91359"/>
                  <a:gd name="csX4" fmla="*/ 45871 w 91360"/>
                  <a:gd name="csY4" fmla="*/ 185 h 91359"/>
                  <a:gd name="csX5" fmla="*/ 13570 w 91360"/>
                  <a:gd name="csY5" fmla="*/ 13564 h 91359"/>
                  <a:gd name="csX6" fmla="*/ 190 w 91360"/>
                  <a:gd name="csY6" fmla="*/ 45864 h 91359"/>
                  <a:gd name="csX7" fmla="*/ 13570 w 91360"/>
                  <a:gd name="csY7" fmla="*/ 78165 h 91359"/>
                  <a:gd name="csX8" fmla="*/ 45871 w 91360"/>
                  <a:gd name="csY8" fmla="*/ 9154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44"/>
                    </a:moveTo>
                    <a:cubicBezTo>
                      <a:pt x="57985" y="91544"/>
                      <a:pt x="69605" y="86731"/>
                      <a:pt x="78171" y="78165"/>
                    </a:cubicBezTo>
                    <a:cubicBezTo>
                      <a:pt x="86738" y="69599"/>
                      <a:pt x="91551" y="57979"/>
                      <a:pt x="91551" y="45864"/>
                    </a:cubicBezTo>
                    <a:cubicBezTo>
                      <a:pt x="91551" y="33750"/>
                      <a:pt x="86738" y="22130"/>
                      <a:pt x="78171" y="13564"/>
                    </a:cubicBezTo>
                    <a:cubicBezTo>
                      <a:pt x="69605" y="4998"/>
                      <a:pt x="57985" y="185"/>
                      <a:pt x="45871" y="185"/>
                    </a:cubicBezTo>
                    <a:cubicBezTo>
                      <a:pt x="33756" y="185"/>
                      <a:pt x="22136" y="4998"/>
                      <a:pt x="13570" y="13564"/>
                    </a:cubicBezTo>
                    <a:cubicBezTo>
                      <a:pt x="5004" y="22130"/>
                      <a:pt x="190" y="33750"/>
                      <a:pt x="190" y="45864"/>
                    </a:cubicBezTo>
                    <a:cubicBezTo>
                      <a:pt x="190" y="57979"/>
                      <a:pt x="5004" y="69599"/>
                      <a:pt x="13570" y="78165"/>
                    </a:cubicBezTo>
                    <a:cubicBezTo>
                      <a:pt x="22136" y="86731"/>
                      <a:pt x="33756" y="91544"/>
                      <a:pt x="45871" y="9154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3" name="任意多边形: 形状 3032"/>
              <p:cNvSpPr/>
              <p:nvPr/>
            </p:nvSpPr>
            <p:spPr>
              <a:xfrm>
                <a:off x="18266642" y="24176032"/>
                <a:ext cx="180000" cy="180000"/>
              </a:xfrm>
              <a:custGeom>
                <a:avLst/>
                <a:gdLst>
                  <a:gd name="csX0" fmla="*/ 45873 w 91360"/>
                  <a:gd name="csY0" fmla="*/ 91552 h 91359"/>
                  <a:gd name="csX1" fmla="*/ 78174 w 91360"/>
                  <a:gd name="csY1" fmla="*/ 78173 h 91359"/>
                  <a:gd name="csX2" fmla="*/ 91554 w 91360"/>
                  <a:gd name="csY2" fmla="*/ 45873 h 91359"/>
                  <a:gd name="csX3" fmla="*/ 78174 w 91360"/>
                  <a:gd name="csY3" fmla="*/ 13572 h 91359"/>
                  <a:gd name="csX4" fmla="*/ 45873 w 91360"/>
                  <a:gd name="csY4" fmla="*/ 193 h 91359"/>
                  <a:gd name="csX5" fmla="*/ 13572 w 91360"/>
                  <a:gd name="csY5" fmla="*/ 13572 h 91359"/>
                  <a:gd name="csX6" fmla="*/ 193 w 91360"/>
                  <a:gd name="csY6" fmla="*/ 45873 h 91359"/>
                  <a:gd name="csX7" fmla="*/ 13572 w 91360"/>
                  <a:gd name="csY7" fmla="*/ 78173 h 91359"/>
                  <a:gd name="csX8" fmla="*/ 45873 w 91360"/>
                  <a:gd name="csY8" fmla="*/ 9155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3" y="91552"/>
                    </a:moveTo>
                    <a:cubicBezTo>
                      <a:pt x="57988" y="91552"/>
                      <a:pt x="69608" y="86739"/>
                      <a:pt x="78174" y="78173"/>
                    </a:cubicBezTo>
                    <a:cubicBezTo>
                      <a:pt x="86740" y="69607"/>
                      <a:pt x="91554" y="57987"/>
                      <a:pt x="91554" y="45873"/>
                    </a:cubicBezTo>
                    <a:cubicBezTo>
                      <a:pt x="91554" y="33758"/>
                      <a:pt x="86740" y="22138"/>
                      <a:pt x="78174" y="13572"/>
                    </a:cubicBezTo>
                    <a:cubicBezTo>
                      <a:pt x="69608" y="5006"/>
                      <a:pt x="57988" y="193"/>
                      <a:pt x="45873" y="193"/>
                    </a:cubicBezTo>
                    <a:cubicBezTo>
                      <a:pt x="33759" y="193"/>
                      <a:pt x="22139" y="5006"/>
                      <a:pt x="13572" y="13572"/>
                    </a:cubicBezTo>
                    <a:cubicBezTo>
                      <a:pt x="5006" y="22138"/>
                      <a:pt x="193" y="33758"/>
                      <a:pt x="193" y="45873"/>
                    </a:cubicBezTo>
                    <a:cubicBezTo>
                      <a:pt x="193" y="57987"/>
                      <a:pt x="5006" y="69607"/>
                      <a:pt x="13572" y="78173"/>
                    </a:cubicBezTo>
                    <a:cubicBezTo>
                      <a:pt x="22139" y="86739"/>
                      <a:pt x="33759" y="91552"/>
                      <a:pt x="45873" y="9155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4" name="任意多边形: 形状 3033"/>
              <p:cNvSpPr/>
              <p:nvPr/>
            </p:nvSpPr>
            <p:spPr>
              <a:xfrm>
                <a:off x="16581475" y="21885389"/>
                <a:ext cx="180000" cy="180000"/>
              </a:xfrm>
              <a:custGeom>
                <a:avLst/>
                <a:gdLst>
                  <a:gd name="csX0" fmla="*/ 45896 w 91360"/>
                  <a:gd name="csY0" fmla="*/ 91544 h 91359"/>
                  <a:gd name="csX1" fmla="*/ 78197 w 91360"/>
                  <a:gd name="csY1" fmla="*/ 78165 h 91359"/>
                  <a:gd name="csX2" fmla="*/ 91576 w 91360"/>
                  <a:gd name="csY2" fmla="*/ 45864 h 91359"/>
                  <a:gd name="csX3" fmla="*/ 78197 w 91360"/>
                  <a:gd name="csY3" fmla="*/ 13564 h 91359"/>
                  <a:gd name="csX4" fmla="*/ 45896 w 91360"/>
                  <a:gd name="csY4" fmla="*/ 185 h 91359"/>
                  <a:gd name="csX5" fmla="*/ 13595 w 91360"/>
                  <a:gd name="csY5" fmla="*/ 13564 h 91359"/>
                  <a:gd name="csX6" fmla="*/ 216 w 91360"/>
                  <a:gd name="csY6" fmla="*/ 45864 h 91359"/>
                  <a:gd name="csX7" fmla="*/ 13595 w 91360"/>
                  <a:gd name="csY7" fmla="*/ 78165 h 91359"/>
                  <a:gd name="csX8" fmla="*/ 45896 w 91360"/>
                  <a:gd name="csY8" fmla="*/ 9154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44"/>
                    </a:moveTo>
                    <a:cubicBezTo>
                      <a:pt x="58010" y="91544"/>
                      <a:pt x="69630" y="86731"/>
                      <a:pt x="78197" y="78165"/>
                    </a:cubicBezTo>
                    <a:cubicBezTo>
                      <a:pt x="86763" y="69599"/>
                      <a:pt x="91576" y="57979"/>
                      <a:pt x="91576" y="45864"/>
                    </a:cubicBezTo>
                    <a:cubicBezTo>
                      <a:pt x="91576" y="33750"/>
                      <a:pt x="86763" y="22130"/>
                      <a:pt x="78197" y="13564"/>
                    </a:cubicBezTo>
                    <a:cubicBezTo>
                      <a:pt x="69630" y="4998"/>
                      <a:pt x="58010" y="185"/>
                      <a:pt x="45896" y="185"/>
                    </a:cubicBezTo>
                    <a:cubicBezTo>
                      <a:pt x="33781" y="185"/>
                      <a:pt x="22161" y="4998"/>
                      <a:pt x="13595" y="13564"/>
                    </a:cubicBezTo>
                    <a:cubicBezTo>
                      <a:pt x="5029" y="22130"/>
                      <a:pt x="216" y="33750"/>
                      <a:pt x="216" y="45864"/>
                    </a:cubicBezTo>
                    <a:cubicBezTo>
                      <a:pt x="216" y="57979"/>
                      <a:pt x="5029" y="69599"/>
                      <a:pt x="13595" y="78165"/>
                    </a:cubicBezTo>
                    <a:cubicBezTo>
                      <a:pt x="22161" y="86731"/>
                      <a:pt x="33781" y="91544"/>
                      <a:pt x="45896" y="9154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5" name="任意多边形: 形状 3034"/>
              <p:cNvSpPr/>
              <p:nvPr/>
            </p:nvSpPr>
            <p:spPr>
              <a:xfrm>
                <a:off x="18605383" y="23020286"/>
                <a:ext cx="180000" cy="180000"/>
              </a:xfrm>
              <a:custGeom>
                <a:avLst/>
                <a:gdLst>
                  <a:gd name="csX0" fmla="*/ 45875 w 91360"/>
                  <a:gd name="csY0" fmla="*/ 91514 h 91359"/>
                  <a:gd name="csX1" fmla="*/ 78176 w 91360"/>
                  <a:gd name="csY1" fmla="*/ 78134 h 91359"/>
                  <a:gd name="csX2" fmla="*/ 91555 w 91360"/>
                  <a:gd name="csY2" fmla="*/ 45834 h 91359"/>
                  <a:gd name="csX3" fmla="*/ 78176 w 91360"/>
                  <a:gd name="csY3" fmla="*/ 13533 h 91359"/>
                  <a:gd name="csX4" fmla="*/ 45875 w 91360"/>
                  <a:gd name="csY4" fmla="*/ 154 h 91359"/>
                  <a:gd name="csX5" fmla="*/ 13574 w 91360"/>
                  <a:gd name="csY5" fmla="*/ 13533 h 91359"/>
                  <a:gd name="csX6" fmla="*/ 195 w 91360"/>
                  <a:gd name="csY6" fmla="*/ 45834 h 91359"/>
                  <a:gd name="csX7" fmla="*/ 13574 w 91360"/>
                  <a:gd name="csY7" fmla="*/ 78134 h 91359"/>
                  <a:gd name="csX8" fmla="*/ 45875 w 91360"/>
                  <a:gd name="csY8" fmla="*/ 9151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514"/>
                    </a:moveTo>
                    <a:cubicBezTo>
                      <a:pt x="57990" y="91514"/>
                      <a:pt x="69610" y="86700"/>
                      <a:pt x="78176" y="78134"/>
                    </a:cubicBezTo>
                    <a:cubicBezTo>
                      <a:pt x="86742" y="69568"/>
                      <a:pt x="91555" y="57948"/>
                      <a:pt x="91555" y="45834"/>
                    </a:cubicBezTo>
                    <a:cubicBezTo>
                      <a:pt x="91555" y="33719"/>
                      <a:pt x="86742" y="22100"/>
                      <a:pt x="78176" y="13533"/>
                    </a:cubicBezTo>
                    <a:cubicBezTo>
                      <a:pt x="69610" y="4967"/>
                      <a:pt x="57990" y="154"/>
                      <a:pt x="45875" y="154"/>
                    </a:cubicBezTo>
                    <a:cubicBezTo>
                      <a:pt x="33761" y="154"/>
                      <a:pt x="22141" y="4967"/>
                      <a:pt x="13574" y="13533"/>
                    </a:cubicBezTo>
                    <a:cubicBezTo>
                      <a:pt x="5008" y="22100"/>
                      <a:pt x="195" y="33719"/>
                      <a:pt x="195" y="45834"/>
                    </a:cubicBezTo>
                    <a:cubicBezTo>
                      <a:pt x="195" y="57948"/>
                      <a:pt x="5008" y="69568"/>
                      <a:pt x="13574" y="78134"/>
                    </a:cubicBezTo>
                    <a:cubicBezTo>
                      <a:pt x="22141" y="86700"/>
                      <a:pt x="33761" y="91514"/>
                      <a:pt x="45875" y="9151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6" name="任意多边形: 形状 3035"/>
              <p:cNvSpPr/>
              <p:nvPr/>
            </p:nvSpPr>
            <p:spPr>
              <a:xfrm>
                <a:off x="17964126" y="21676921"/>
                <a:ext cx="180000" cy="180000"/>
              </a:xfrm>
              <a:custGeom>
                <a:avLst/>
                <a:gdLst>
                  <a:gd name="csX0" fmla="*/ 45864 w 91360"/>
                  <a:gd name="csY0" fmla="*/ 91475 h 91359"/>
                  <a:gd name="csX1" fmla="*/ 78165 w 91360"/>
                  <a:gd name="csY1" fmla="*/ 78096 h 91359"/>
                  <a:gd name="csX2" fmla="*/ 91544 w 91360"/>
                  <a:gd name="csY2" fmla="*/ 45795 h 91359"/>
                  <a:gd name="csX3" fmla="*/ 78165 w 91360"/>
                  <a:gd name="csY3" fmla="*/ 13495 h 91359"/>
                  <a:gd name="csX4" fmla="*/ 45864 w 91360"/>
                  <a:gd name="csY4" fmla="*/ 115 h 91359"/>
                  <a:gd name="csX5" fmla="*/ 13563 w 91360"/>
                  <a:gd name="csY5" fmla="*/ 13495 h 91359"/>
                  <a:gd name="csX6" fmla="*/ 184 w 91360"/>
                  <a:gd name="csY6" fmla="*/ 45795 h 91359"/>
                  <a:gd name="csX7" fmla="*/ 13563 w 91360"/>
                  <a:gd name="csY7" fmla="*/ 78096 h 91359"/>
                  <a:gd name="csX8" fmla="*/ 45864 w 91360"/>
                  <a:gd name="csY8" fmla="*/ 9147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475"/>
                    </a:moveTo>
                    <a:cubicBezTo>
                      <a:pt x="57978" y="91475"/>
                      <a:pt x="69598" y="86662"/>
                      <a:pt x="78165" y="78096"/>
                    </a:cubicBezTo>
                    <a:cubicBezTo>
                      <a:pt x="86731" y="69529"/>
                      <a:pt x="91544" y="57910"/>
                      <a:pt x="91544" y="45795"/>
                    </a:cubicBezTo>
                    <a:cubicBezTo>
                      <a:pt x="91544" y="33681"/>
                      <a:pt x="86731" y="22061"/>
                      <a:pt x="78165" y="13495"/>
                    </a:cubicBezTo>
                    <a:cubicBezTo>
                      <a:pt x="69598" y="4929"/>
                      <a:pt x="57978" y="115"/>
                      <a:pt x="45864" y="115"/>
                    </a:cubicBezTo>
                    <a:cubicBezTo>
                      <a:pt x="33749" y="115"/>
                      <a:pt x="22129" y="4929"/>
                      <a:pt x="13563" y="13495"/>
                    </a:cubicBezTo>
                    <a:cubicBezTo>
                      <a:pt x="4997" y="22061"/>
                      <a:pt x="184" y="33681"/>
                      <a:pt x="184" y="45795"/>
                    </a:cubicBezTo>
                    <a:cubicBezTo>
                      <a:pt x="184" y="57910"/>
                      <a:pt x="4997" y="69529"/>
                      <a:pt x="13563" y="78096"/>
                    </a:cubicBezTo>
                    <a:cubicBezTo>
                      <a:pt x="22129" y="86662"/>
                      <a:pt x="33749" y="91475"/>
                      <a:pt x="45864" y="9147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7" name="任意多边形: 形状 3036"/>
              <p:cNvSpPr/>
              <p:nvPr/>
            </p:nvSpPr>
            <p:spPr>
              <a:xfrm>
                <a:off x="19398020" y="22574649"/>
                <a:ext cx="180000" cy="180000"/>
              </a:xfrm>
              <a:custGeom>
                <a:avLst/>
                <a:gdLst>
                  <a:gd name="csX0" fmla="*/ 45908 w 91360"/>
                  <a:gd name="csY0" fmla="*/ 91503 h 91359"/>
                  <a:gd name="csX1" fmla="*/ 78209 w 91360"/>
                  <a:gd name="csY1" fmla="*/ 78123 h 91359"/>
                  <a:gd name="csX2" fmla="*/ 91589 w 91360"/>
                  <a:gd name="csY2" fmla="*/ 45823 h 91359"/>
                  <a:gd name="csX3" fmla="*/ 78209 w 91360"/>
                  <a:gd name="csY3" fmla="*/ 13523 h 91359"/>
                  <a:gd name="csX4" fmla="*/ 45908 w 91360"/>
                  <a:gd name="csY4" fmla="*/ 143 h 91359"/>
                  <a:gd name="csX5" fmla="*/ 13608 w 91360"/>
                  <a:gd name="csY5" fmla="*/ 13523 h 91359"/>
                  <a:gd name="csX6" fmla="*/ 228 w 91360"/>
                  <a:gd name="csY6" fmla="*/ 45823 h 91359"/>
                  <a:gd name="csX7" fmla="*/ 13608 w 91360"/>
                  <a:gd name="csY7" fmla="*/ 78123 h 91359"/>
                  <a:gd name="csX8" fmla="*/ 45908 w 91360"/>
                  <a:gd name="csY8" fmla="*/ 9150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503"/>
                    </a:moveTo>
                    <a:cubicBezTo>
                      <a:pt x="58023" y="91503"/>
                      <a:pt x="69643" y="86690"/>
                      <a:pt x="78209" y="78123"/>
                    </a:cubicBezTo>
                    <a:cubicBezTo>
                      <a:pt x="86775" y="69557"/>
                      <a:pt x="91589" y="57937"/>
                      <a:pt x="91589" y="45823"/>
                    </a:cubicBezTo>
                    <a:cubicBezTo>
                      <a:pt x="91589" y="33709"/>
                      <a:pt x="86775" y="22089"/>
                      <a:pt x="78209" y="13523"/>
                    </a:cubicBezTo>
                    <a:cubicBezTo>
                      <a:pt x="69643" y="4956"/>
                      <a:pt x="58023" y="143"/>
                      <a:pt x="45908" y="143"/>
                    </a:cubicBezTo>
                    <a:cubicBezTo>
                      <a:pt x="33794" y="143"/>
                      <a:pt x="22174" y="4956"/>
                      <a:pt x="13608" y="13523"/>
                    </a:cubicBezTo>
                    <a:cubicBezTo>
                      <a:pt x="5041" y="22089"/>
                      <a:pt x="228" y="33709"/>
                      <a:pt x="228" y="45823"/>
                    </a:cubicBezTo>
                    <a:cubicBezTo>
                      <a:pt x="228" y="57937"/>
                      <a:pt x="5041" y="69557"/>
                      <a:pt x="13608" y="78123"/>
                    </a:cubicBezTo>
                    <a:cubicBezTo>
                      <a:pt x="22174" y="86690"/>
                      <a:pt x="33794" y="91503"/>
                      <a:pt x="45908" y="9150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8" name="任意多边形: 形状 3037"/>
              <p:cNvSpPr/>
              <p:nvPr/>
            </p:nvSpPr>
            <p:spPr>
              <a:xfrm>
                <a:off x="16868465" y="22133493"/>
                <a:ext cx="180000" cy="180000"/>
              </a:xfrm>
              <a:custGeom>
                <a:avLst/>
                <a:gdLst>
                  <a:gd name="csX0" fmla="*/ 45830 w 91360"/>
                  <a:gd name="csY0" fmla="*/ 91489 h 91359"/>
                  <a:gd name="csX1" fmla="*/ 78131 w 91360"/>
                  <a:gd name="csY1" fmla="*/ 78110 h 91359"/>
                  <a:gd name="csX2" fmla="*/ 91510 w 91360"/>
                  <a:gd name="csY2" fmla="*/ 45809 h 91359"/>
                  <a:gd name="csX3" fmla="*/ 78131 w 91360"/>
                  <a:gd name="csY3" fmla="*/ 13509 h 91359"/>
                  <a:gd name="csX4" fmla="*/ 45830 w 91360"/>
                  <a:gd name="csY4" fmla="*/ 130 h 91359"/>
                  <a:gd name="csX5" fmla="*/ 13529 w 91360"/>
                  <a:gd name="csY5" fmla="*/ 13509 h 91359"/>
                  <a:gd name="csX6" fmla="*/ 150 w 91360"/>
                  <a:gd name="csY6" fmla="*/ 45809 h 91359"/>
                  <a:gd name="csX7" fmla="*/ 13529 w 91360"/>
                  <a:gd name="csY7" fmla="*/ 78110 h 91359"/>
                  <a:gd name="csX8" fmla="*/ 45830 w 91360"/>
                  <a:gd name="csY8" fmla="*/ 9148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0" y="91489"/>
                    </a:moveTo>
                    <a:cubicBezTo>
                      <a:pt x="57945" y="91489"/>
                      <a:pt x="69565" y="86676"/>
                      <a:pt x="78131" y="78110"/>
                    </a:cubicBezTo>
                    <a:cubicBezTo>
                      <a:pt x="86697" y="69544"/>
                      <a:pt x="91510" y="57924"/>
                      <a:pt x="91510" y="45809"/>
                    </a:cubicBezTo>
                    <a:cubicBezTo>
                      <a:pt x="91510" y="33695"/>
                      <a:pt x="86697" y="22075"/>
                      <a:pt x="78131" y="13509"/>
                    </a:cubicBezTo>
                    <a:cubicBezTo>
                      <a:pt x="69565" y="4943"/>
                      <a:pt x="57945" y="130"/>
                      <a:pt x="45830" y="130"/>
                    </a:cubicBezTo>
                    <a:cubicBezTo>
                      <a:pt x="33715" y="130"/>
                      <a:pt x="22095" y="4943"/>
                      <a:pt x="13529" y="13509"/>
                    </a:cubicBezTo>
                    <a:cubicBezTo>
                      <a:pt x="4963" y="22075"/>
                      <a:pt x="150" y="33695"/>
                      <a:pt x="150" y="45809"/>
                    </a:cubicBezTo>
                    <a:cubicBezTo>
                      <a:pt x="150" y="57924"/>
                      <a:pt x="4963" y="69544"/>
                      <a:pt x="13529" y="78110"/>
                    </a:cubicBezTo>
                    <a:cubicBezTo>
                      <a:pt x="22095" y="86676"/>
                      <a:pt x="33715" y="91489"/>
                      <a:pt x="45830" y="9148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39" name="任意多边形: 形状 3038"/>
              <p:cNvSpPr/>
              <p:nvPr/>
            </p:nvSpPr>
            <p:spPr>
              <a:xfrm>
                <a:off x="17051223" y="22022401"/>
                <a:ext cx="180000" cy="180000"/>
              </a:xfrm>
              <a:custGeom>
                <a:avLst/>
                <a:gdLst>
                  <a:gd name="csX0" fmla="*/ 45849 w 91360"/>
                  <a:gd name="csY0" fmla="*/ 91504 h 91359"/>
                  <a:gd name="csX1" fmla="*/ 78150 w 91360"/>
                  <a:gd name="csY1" fmla="*/ 78125 h 91359"/>
                  <a:gd name="csX2" fmla="*/ 91529 w 91360"/>
                  <a:gd name="csY2" fmla="*/ 45824 h 91359"/>
                  <a:gd name="csX3" fmla="*/ 78150 w 91360"/>
                  <a:gd name="csY3" fmla="*/ 13524 h 91359"/>
                  <a:gd name="csX4" fmla="*/ 45849 w 91360"/>
                  <a:gd name="csY4" fmla="*/ 144 h 91359"/>
                  <a:gd name="csX5" fmla="*/ 13548 w 91360"/>
                  <a:gd name="csY5" fmla="*/ 13524 h 91359"/>
                  <a:gd name="csX6" fmla="*/ 169 w 91360"/>
                  <a:gd name="csY6" fmla="*/ 45824 h 91359"/>
                  <a:gd name="csX7" fmla="*/ 13548 w 91360"/>
                  <a:gd name="csY7" fmla="*/ 78125 h 91359"/>
                  <a:gd name="csX8" fmla="*/ 45849 w 91360"/>
                  <a:gd name="csY8" fmla="*/ 9150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04"/>
                    </a:moveTo>
                    <a:cubicBezTo>
                      <a:pt x="57963" y="91504"/>
                      <a:pt x="69583" y="86691"/>
                      <a:pt x="78150" y="78125"/>
                    </a:cubicBezTo>
                    <a:cubicBezTo>
                      <a:pt x="86716" y="69558"/>
                      <a:pt x="91529" y="57939"/>
                      <a:pt x="91529" y="45824"/>
                    </a:cubicBezTo>
                    <a:cubicBezTo>
                      <a:pt x="91529" y="33710"/>
                      <a:pt x="86716" y="22090"/>
                      <a:pt x="78150" y="13524"/>
                    </a:cubicBezTo>
                    <a:cubicBezTo>
                      <a:pt x="69583" y="4958"/>
                      <a:pt x="57963" y="144"/>
                      <a:pt x="45849" y="144"/>
                    </a:cubicBezTo>
                    <a:cubicBezTo>
                      <a:pt x="33734" y="144"/>
                      <a:pt x="22114" y="4958"/>
                      <a:pt x="13548" y="13524"/>
                    </a:cubicBezTo>
                    <a:cubicBezTo>
                      <a:pt x="4982" y="22090"/>
                      <a:pt x="169" y="33710"/>
                      <a:pt x="169" y="45824"/>
                    </a:cubicBezTo>
                    <a:cubicBezTo>
                      <a:pt x="169" y="57939"/>
                      <a:pt x="4982" y="69558"/>
                      <a:pt x="13548" y="78125"/>
                    </a:cubicBezTo>
                    <a:cubicBezTo>
                      <a:pt x="22114" y="86691"/>
                      <a:pt x="33734" y="91504"/>
                      <a:pt x="45849" y="9150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0" name="任意多边形: 形状 3039"/>
              <p:cNvSpPr/>
              <p:nvPr/>
            </p:nvSpPr>
            <p:spPr>
              <a:xfrm>
                <a:off x="19402190" y="21373033"/>
                <a:ext cx="180000" cy="180000"/>
              </a:xfrm>
              <a:custGeom>
                <a:avLst/>
                <a:gdLst>
                  <a:gd name="csX0" fmla="*/ 45885 w 91360"/>
                  <a:gd name="csY0" fmla="*/ 91500 h 91359"/>
                  <a:gd name="csX1" fmla="*/ 78186 w 91360"/>
                  <a:gd name="csY1" fmla="*/ 78121 h 91359"/>
                  <a:gd name="csX2" fmla="*/ 91565 w 91360"/>
                  <a:gd name="csY2" fmla="*/ 45821 h 91359"/>
                  <a:gd name="csX3" fmla="*/ 78186 w 91360"/>
                  <a:gd name="csY3" fmla="*/ 13520 h 91359"/>
                  <a:gd name="csX4" fmla="*/ 45885 w 91360"/>
                  <a:gd name="csY4" fmla="*/ 141 h 91359"/>
                  <a:gd name="csX5" fmla="*/ 13584 w 91360"/>
                  <a:gd name="csY5" fmla="*/ 13520 h 91359"/>
                  <a:gd name="csX6" fmla="*/ 205 w 91360"/>
                  <a:gd name="csY6" fmla="*/ 45821 h 91359"/>
                  <a:gd name="csX7" fmla="*/ 13584 w 91360"/>
                  <a:gd name="csY7" fmla="*/ 78121 h 91359"/>
                  <a:gd name="csX8" fmla="*/ 45885 w 91360"/>
                  <a:gd name="csY8" fmla="*/ 9150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500"/>
                    </a:moveTo>
                    <a:cubicBezTo>
                      <a:pt x="58000" y="91500"/>
                      <a:pt x="69620" y="86687"/>
                      <a:pt x="78186" y="78121"/>
                    </a:cubicBezTo>
                    <a:cubicBezTo>
                      <a:pt x="86752" y="69555"/>
                      <a:pt x="91565" y="57935"/>
                      <a:pt x="91565" y="45821"/>
                    </a:cubicBezTo>
                    <a:cubicBezTo>
                      <a:pt x="91565" y="33706"/>
                      <a:pt x="86752" y="22086"/>
                      <a:pt x="78186" y="13520"/>
                    </a:cubicBezTo>
                    <a:cubicBezTo>
                      <a:pt x="69620" y="4954"/>
                      <a:pt x="58000" y="141"/>
                      <a:pt x="45885" y="141"/>
                    </a:cubicBezTo>
                    <a:cubicBezTo>
                      <a:pt x="33771" y="141"/>
                      <a:pt x="22151" y="4954"/>
                      <a:pt x="13584" y="13520"/>
                    </a:cubicBezTo>
                    <a:cubicBezTo>
                      <a:pt x="5018" y="22086"/>
                      <a:pt x="205" y="33706"/>
                      <a:pt x="205" y="45821"/>
                    </a:cubicBezTo>
                    <a:cubicBezTo>
                      <a:pt x="205" y="57935"/>
                      <a:pt x="5018" y="69555"/>
                      <a:pt x="13584" y="78121"/>
                    </a:cubicBezTo>
                    <a:cubicBezTo>
                      <a:pt x="22151" y="86687"/>
                      <a:pt x="33771" y="91500"/>
                      <a:pt x="45885" y="9150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1" name="任意多边形: 形状 3040"/>
              <p:cNvSpPr/>
              <p:nvPr/>
            </p:nvSpPr>
            <p:spPr>
              <a:xfrm>
                <a:off x="16917439" y="23960404"/>
                <a:ext cx="180000" cy="180000"/>
              </a:xfrm>
              <a:custGeom>
                <a:avLst/>
                <a:gdLst>
                  <a:gd name="csX0" fmla="*/ 45852 w 91360"/>
                  <a:gd name="csY0" fmla="*/ 91510 h 91359"/>
                  <a:gd name="csX1" fmla="*/ 78153 w 91360"/>
                  <a:gd name="csY1" fmla="*/ 78131 h 91359"/>
                  <a:gd name="csX2" fmla="*/ 91532 w 91360"/>
                  <a:gd name="csY2" fmla="*/ 45830 h 91359"/>
                  <a:gd name="csX3" fmla="*/ 78153 w 91360"/>
                  <a:gd name="csY3" fmla="*/ 13530 h 91359"/>
                  <a:gd name="csX4" fmla="*/ 45852 w 91360"/>
                  <a:gd name="csY4" fmla="*/ 151 h 91359"/>
                  <a:gd name="csX5" fmla="*/ 13551 w 91360"/>
                  <a:gd name="csY5" fmla="*/ 13530 h 91359"/>
                  <a:gd name="csX6" fmla="*/ 172 w 91360"/>
                  <a:gd name="csY6" fmla="*/ 45830 h 91359"/>
                  <a:gd name="csX7" fmla="*/ 13551 w 91360"/>
                  <a:gd name="csY7" fmla="*/ 78131 h 91359"/>
                  <a:gd name="csX8" fmla="*/ 45852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510"/>
                    </a:moveTo>
                    <a:cubicBezTo>
                      <a:pt x="57967" y="91510"/>
                      <a:pt x="69587" y="86697"/>
                      <a:pt x="78153" y="78131"/>
                    </a:cubicBezTo>
                    <a:cubicBezTo>
                      <a:pt x="86719" y="69565"/>
                      <a:pt x="91532" y="57945"/>
                      <a:pt x="91532" y="45830"/>
                    </a:cubicBezTo>
                    <a:cubicBezTo>
                      <a:pt x="91532" y="33716"/>
                      <a:pt x="86719" y="22096"/>
                      <a:pt x="78153" y="13530"/>
                    </a:cubicBezTo>
                    <a:cubicBezTo>
                      <a:pt x="69587" y="4964"/>
                      <a:pt x="57967" y="151"/>
                      <a:pt x="45852" y="151"/>
                    </a:cubicBezTo>
                    <a:cubicBezTo>
                      <a:pt x="33737" y="151"/>
                      <a:pt x="22117" y="4964"/>
                      <a:pt x="13551" y="13530"/>
                    </a:cubicBezTo>
                    <a:cubicBezTo>
                      <a:pt x="4985" y="22096"/>
                      <a:pt x="172" y="33716"/>
                      <a:pt x="172" y="45830"/>
                    </a:cubicBezTo>
                    <a:cubicBezTo>
                      <a:pt x="172" y="57945"/>
                      <a:pt x="4985" y="69565"/>
                      <a:pt x="13551" y="78131"/>
                    </a:cubicBezTo>
                    <a:cubicBezTo>
                      <a:pt x="22117" y="86697"/>
                      <a:pt x="33737" y="91510"/>
                      <a:pt x="45852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2" name="任意多边形: 形状 3041"/>
              <p:cNvSpPr/>
              <p:nvPr/>
            </p:nvSpPr>
            <p:spPr>
              <a:xfrm>
                <a:off x="18061303" y="21124347"/>
                <a:ext cx="180000" cy="180000"/>
              </a:xfrm>
              <a:custGeom>
                <a:avLst/>
                <a:gdLst>
                  <a:gd name="csX0" fmla="*/ 45867 w 91360"/>
                  <a:gd name="csY0" fmla="*/ 91458 h 91359"/>
                  <a:gd name="csX1" fmla="*/ 78168 w 91360"/>
                  <a:gd name="csY1" fmla="*/ 78078 h 91359"/>
                  <a:gd name="csX2" fmla="*/ 91547 w 91360"/>
                  <a:gd name="csY2" fmla="*/ 45778 h 91359"/>
                  <a:gd name="csX3" fmla="*/ 78168 w 91360"/>
                  <a:gd name="csY3" fmla="*/ 13478 h 91359"/>
                  <a:gd name="csX4" fmla="*/ 45867 w 91360"/>
                  <a:gd name="csY4" fmla="*/ 98 h 91359"/>
                  <a:gd name="csX5" fmla="*/ 13566 w 91360"/>
                  <a:gd name="csY5" fmla="*/ 13478 h 91359"/>
                  <a:gd name="csX6" fmla="*/ 187 w 91360"/>
                  <a:gd name="csY6" fmla="*/ 45778 h 91359"/>
                  <a:gd name="csX7" fmla="*/ 13566 w 91360"/>
                  <a:gd name="csY7" fmla="*/ 78078 h 91359"/>
                  <a:gd name="csX8" fmla="*/ 45867 w 91360"/>
                  <a:gd name="csY8" fmla="*/ 9145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7" y="91458"/>
                    </a:moveTo>
                    <a:cubicBezTo>
                      <a:pt x="57981" y="91458"/>
                      <a:pt x="69601" y="86645"/>
                      <a:pt x="78168" y="78078"/>
                    </a:cubicBezTo>
                    <a:cubicBezTo>
                      <a:pt x="86734" y="69512"/>
                      <a:pt x="91547" y="57892"/>
                      <a:pt x="91547" y="45778"/>
                    </a:cubicBezTo>
                    <a:cubicBezTo>
                      <a:pt x="91547" y="33664"/>
                      <a:pt x="86734" y="22044"/>
                      <a:pt x="78168" y="13478"/>
                    </a:cubicBezTo>
                    <a:cubicBezTo>
                      <a:pt x="69601" y="4911"/>
                      <a:pt x="57981" y="98"/>
                      <a:pt x="45867" y="98"/>
                    </a:cubicBezTo>
                    <a:cubicBezTo>
                      <a:pt x="33752" y="98"/>
                      <a:pt x="22132" y="4911"/>
                      <a:pt x="13566" y="13478"/>
                    </a:cubicBezTo>
                    <a:cubicBezTo>
                      <a:pt x="5000" y="22044"/>
                      <a:pt x="187" y="33664"/>
                      <a:pt x="187" y="45778"/>
                    </a:cubicBezTo>
                    <a:cubicBezTo>
                      <a:pt x="187" y="57892"/>
                      <a:pt x="5000" y="69512"/>
                      <a:pt x="13566" y="78078"/>
                    </a:cubicBezTo>
                    <a:cubicBezTo>
                      <a:pt x="22132" y="86645"/>
                      <a:pt x="33752" y="91458"/>
                      <a:pt x="45867" y="9145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3" name="任意多边形: 形状 3042"/>
              <p:cNvSpPr/>
              <p:nvPr/>
            </p:nvSpPr>
            <p:spPr>
              <a:xfrm>
                <a:off x="18630593" y="23723178"/>
                <a:ext cx="180000" cy="180000"/>
              </a:xfrm>
              <a:custGeom>
                <a:avLst/>
                <a:gdLst>
                  <a:gd name="csX0" fmla="*/ 45886 w 91360"/>
                  <a:gd name="csY0" fmla="*/ 91543 h 91359"/>
                  <a:gd name="csX1" fmla="*/ 78187 w 91360"/>
                  <a:gd name="csY1" fmla="*/ 78164 h 91359"/>
                  <a:gd name="csX2" fmla="*/ 91567 w 91360"/>
                  <a:gd name="csY2" fmla="*/ 45864 h 91359"/>
                  <a:gd name="csX3" fmla="*/ 78187 w 91360"/>
                  <a:gd name="csY3" fmla="*/ 13563 h 91359"/>
                  <a:gd name="csX4" fmla="*/ 45886 w 91360"/>
                  <a:gd name="csY4" fmla="*/ 184 h 91359"/>
                  <a:gd name="csX5" fmla="*/ 13586 w 91360"/>
                  <a:gd name="csY5" fmla="*/ 13563 h 91359"/>
                  <a:gd name="csX6" fmla="*/ 206 w 91360"/>
                  <a:gd name="csY6" fmla="*/ 45864 h 91359"/>
                  <a:gd name="csX7" fmla="*/ 13586 w 91360"/>
                  <a:gd name="csY7" fmla="*/ 78164 h 91359"/>
                  <a:gd name="csX8" fmla="*/ 45886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543"/>
                    </a:moveTo>
                    <a:cubicBezTo>
                      <a:pt x="58001" y="91543"/>
                      <a:pt x="69621" y="86730"/>
                      <a:pt x="78187" y="78164"/>
                    </a:cubicBezTo>
                    <a:cubicBezTo>
                      <a:pt x="86753" y="69598"/>
                      <a:pt x="91567" y="57978"/>
                      <a:pt x="91567" y="45864"/>
                    </a:cubicBezTo>
                    <a:cubicBezTo>
                      <a:pt x="91567" y="33749"/>
                      <a:pt x="86753" y="22129"/>
                      <a:pt x="78187" y="13563"/>
                    </a:cubicBezTo>
                    <a:cubicBezTo>
                      <a:pt x="69621" y="4997"/>
                      <a:pt x="58001" y="184"/>
                      <a:pt x="45886" y="184"/>
                    </a:cubicBezTo>
                    <a:cubicBezTo>
                      <a:pt x="33772" y="184"/>
                      <a:pt x="22152" y="4997"/>
                      <a:pt x="13586" y="13563"/>
                    </a:cubicBezTo>
                    <a:cubicBezTo>
                      <a:pt x="5019" y="22129"/>
                      <a:pt x="206" y="33749"/>
                      <a:pt x="206" y="45864"/>
                    </a:cubicBezTo>
                    <a:cubicBezTo>
                      <a:pt x="206" y="57978"/>
                      <a:pt x="5019" y="69598"/>
                      <a:pt x="13586" y="78164"/>
                    </a:cubicBezTo>
                    <a:cubicBezTo>
                      <a:pt x="22152" y="86730"/>
                      <a:pt x="33772" y="91543"/>
                      <a:pt x="45886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4" name="任意多边形: 形状 3043"/>
              <p:cNvSpPr/>
              <p:nvPr/>
            </p:nvSpPr>
            <p:spPr>
              <a:xfrm>
                <a:off x="19706102" y="24203945"/>
                <a:ext cx="180000" cy="180000"/>
              </a:xfrm>
              <a:custGeom>
                <a:avLst/>
                <a:gdLst>
                  <a:gd name="csX0" fmla="*/ 45918 w 91360"/>
                  <a:gd name="csY0" fmla="*/ 91553 h 91359"/>
                  <a:gd name="csX1" fmla="*/ 78219 w 91360"/>
                  <a:gd name="csY1" fmla="*/ 78174 h 91359"/>
                  <a:gd name="csX2" fmla="*/ 91598 w 91360"/>
                  <a:gd name="csY2" fmla="*/ 45873 h 91359"/>
                  <a:gd name="csX3" fmla="*/ 78219 w 91360"/>
                  <a:gd name="csY3" fmla="*/ 13573 h 91359"/>
                  <a:gd name="csX4" fmla="*/ 45918 w 91360"/>
                  <a:gd name="csY4" fmla="*/ 194 h 91359"/>
                  <a:gd name="csX5" fmla="*/ 13617 w 91360"/>
                  <a:gd name="csY5" fmla="*/ 13573 h 91359"/>
                  <a:gd name="csX6" fmla="*/ 238 w 91360"/>
                  <a:gd name="csY6" fmla="*/ 45873 h 91359"/>
                  <a:gd name="csX7" fmla="*/ 13617 w 91360"/>
                  <a:gd name="csY7" fmla="*/ 78174 h 91359"/>
                  <a:gd name="csX8" fmla="*/ 45918 w 91360"/>
                  <a:gd name="csY8" fmla="*/ 9155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8" y="91553"/>
                    </a:moveTo>
                    <a:cubicBezTo>
                      <a:pt x="58032" y="91553"/>
                      <a:pt x="69652" y="86740"/>
                      <a:pt x="78219" y="78174"/>
                    </a:cubicBezTo>
                    <a:cubicBezTo>
                      <a:pt x="86785" y="69608"/>
                      <a:pt x="91598" y="57988"/>
                      <a:pt x="91598" y="45873"/>
                    </a:cubicBezTo>
                    <a:cubicBezTo>
                      <a:pt x="91598" y="33759"/>
                      <a:pt x="86785" y="22139"/>
                      <a:pt x="78219" y="13573"/>
                    </a:cubicBezTo>
                    <a:cubicBezTo>
                      <a:pt x="69652" y="5007"/>
                      <a:pt x="58032" y="194"/>
                      <a:pt x="45918" y="194"/>
                    </a:cubicBezTo>
                    <a:cubicBezTo>
                      <a:pt x="33803" y="194"/>
                      <a:pt x="22183" y="5007"/>
                      <a:pt x="13617" y="13573"/>
                    </a:cubicBezTo>
                    <a:cubicBezTo>
                      <a:pt x="5051" y="22139"/>
                      <a:pt x="238" y="33759"/>
                      <a:pt x="238" y="45873"/>
                    </a:cubicBezTo>
                    <a:cubicBezTo>
                      <a:pt x="238" y="57988"/>
                      <a:pt x="5051" y="69608"/>
                      <a:pt x="13617" y="78174"/>
                    </a:cubicBezTo>
                    <a:cubicBezTo>
                      <a:pt x="22183" y="86740"/>
                      <a:pt x="33803" y="91553"/>
                      <a:pt x="45918" y="9155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5" name="任意多边形: 形状 3044"/>
              <p:cNvSpPr/>
              <p:nvPr/>
            </p:nvSpPr>
            <p:spPr>
              <a:xfrm>
                <a:off x="19397715" y="24207975"/>
                <a:ext cx="180000" cy="180000"/>
              </a:xfrm>
              <a:custGeom>
                <a:avLst/>
                <a:gdLst>
                  <a:gd name="csX0" fmla="*/ 45900 w 91360"/>
                  <a:gd name="csY0" fmla="*/ 91534 h 91359"/>
                  <a:gd name="csX1" fmla="*/ 78200 w 91360"/>
                  <a:gd name="csY1" fmla="*/ 78155 h 91359"/>
                  <a:gd name="csX2" fmla="*/ 91580 w 91360"/>
                  <a:gd name="csY2" fmla="*/ 45854 h 91359"/>
                  <a:gd name="csX3" fmla="*/ 78200 w 91360"/>
                  <a:gd name="csY3" fmla="*/ 13554 h 91359"/>
                  <a:gd name="csX4" fmla="*/ 45900 w 91360"/>
                  <a:gd name="csY4" fmla="*/ 175 h 91359"/>
                  <a:gd name="csX5" fmla="*/ 13599 w 91360"/>
                  <a:gd name="csY5" fmla="*/ 13554 h 91359"/>
                  <a:gd name="csX6" fmla="*/ 219 w 91360"/>
                  <a:gd name="csY6" fmla="*/ 45854 h 91359"/>
                  <a:gd name="csX7" fmla="*/ 13599 w 91360"/>
                  <a:gd name="csY7" fmla="*/ 78155 h 91359"/>
                  <a:gd name="csX8" fmla="*/ 45900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534"/>
                    </a:moveTo>
                    <a:cubicBezTo>
                      <a:pt x="58014" y="91534"/>
                      <a:pt x="69634" y="86721"/>
                      <a:pt x="78200" y="78155"/>
                    </a:cubicBezTo>
                    <a:cubicBezTo>
                      <a:pt x="86767" y="69589"/>
                      <a:pt x="91580" y="57969"/>
                      <a:pt x="91580" y="45854"/>
                    </a:cubicBezTo>
                    <a:cubicBezTo>
                      <a:pt x="91580" y="33740"/>
                      <a:pt x="86767" y="22120"/>
                      <a:pt x="78200" y="13554"/>
                    </a:cubicBezTo>
                    <a:cubicBezTo>
                      <a:pt x="69634" y="4988"/>
                      <a:pt x="58014" y="175"/>
                      <a:pt x="45900" y="175"/>
                    </a:cubicBezTo>
                    <a:cubicBezTo>
                      <a:pt x="33785" y="175"/>
                      <a:pt x="22165" y="4988"/>
                      <a:pt x="13599" y="13554"/>
                    </a:cubicBezTo>
                    <a:cubicBezTo>
                      <a:pt x="5033" y="22120"/>
                      <a:pt x="219" y="33740"/>
                      <a:pt x="219" y="45854"/>
                    </a:cubicBezTo>
                    <a:cubicBezTo>
                      <a:pt x="219" y="57969"/>
                      <a:pt x="5033" y="69589"/>
                      <a:pt x="13599" y="78155"/>
                    </a:cubicBezTo>
                    <a:cubicBezTo>
                      <a:pt x="22165" y="86721"/>
                      <a:pt x="33785" y="91534"/>
                      <a:pt x="45900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6" name="任意多边形: 形状 3045"/>
              <p:cNvSpPr/>
              <p:nvPr/>
            </p:nvSpPr>
            <p:spPr>
              <a:xfrm>
                <a:off x="17957250" y="21858647"/>
                <a:ext cx="180000" cy="180000"/>
              </a:xfrm>
              <a:custGeom>
                <a:avLst/>
                <a:gdLst>
                  <a:gd name="csX0" fmla="*/ 45864 w 91360"/>
                  <a:gd name="csY0" fmla="*/ 91480 h 91359"/>
                  <a:gd name="csX1" fmla="*/ 78165 w 91360"/>
                  <a:gd name="csY1" fmla="*/ 78101 h 91359"/>
                  <a:gd name="csX2" fmla="*/ 91544 w 91360"/>
                  <a:gd name="csY2" fmla="*/ 45801 h 91359"/>
                  <a:gd name="csX3" fmla="*/ 78165 w 91360"/>
                  <a:gd name="csY3" fmla="*/ 13500 h 91359"/>
                  <a:gd name="csX4" fmla="*/ 45864 w 91360"/>
                  <a:gd name="csY4" fmla="*/ 121 h 91359"/>
                  <a:gd name="csX5" fmla="*/ 13563 w 91360"/>
                  <a:gd name="csY5" fmla="*/ 13500 h 91359"/>
                  <a:gd name="csX6" fmla="*/ 183 w 91360"/>
                  <a:gd name="csY6" fmla="*/ 45801 h 91359"/>
                  <a:gd name="csX7" fmla="*/ 13563 w 91360"/>
                  <a:gd name="csY7" fmla="*/ 78101 h 91359"/>
                  <a:gd name="csX8" fmla="*/ 45864 w 91360"/>
                  <a:gd name="csY8" fmla="*/ 9148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480"/>
                    </a:moveTo>
                    <a:cubicBezTo>
                      <a:pt x="57978" y="91480"/>
                      <a:pt x="69598" y="86667"/>
                      <a:pt x="78165" y="78101"/>
                    </a:cubicBezTo>
                    <a:cubicBezTo>
                      <a:pt x="86731" y="69535"/>
                      <a:pt x="91544" y="57915"/>
                      <a:pt x="91544" y="45801"/>
                    </a:cubicBezTo>
                    <a:cubicBezTo>
                      <a:pt x="91544" y="33686"/>
                      <a:pt x="86731" y="22067"/>
                      <a:pt x="78165" y="13500"/>
                    </a:cubicBezTo>
                    <a:cubicBezTo>
                      <a:pt x="69598" y="4934"/>
                      <a:pt x="57978" y="121"/>
                      <a:pt x="45864" y="121"/>
                    </a:cubicBezTo>
                    <a:cubicBezTo>
                      <a:pt x="33749" y="121"/>
                      <a:pt x="22129" y="4934"/>
                      <a:pt x="13563" y="13500"/>
                    </a:cubicBezTo>
                    <a:cubicBezTo>
                      <a:pt x="4997" y="22067"/>
                      <a:pt x="183" y="33686"/>
                      <a:pt x="183" y="45801"/>
                    </a:cubicBezTo>
                    <a:cubicBezTo>
                      <a:pt x="183" y="57915"/>
                      <a:pt x="4997" y="69535"/>
                      <a:pt x="13563" y="78101"/>
                    </a:cubicBezTo>
                    <a:cubicBezTo>
                      <a:pt x="22129" y="86667"/>
                      <a:pt x="33749" y="91480"/>
                      <a:pt x="45864" y="9148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7" name="任意多边形: 形状 3046"/>
              <p:cNvSpPr/>
              <p:nvPr/>
            </p:nvSpPr>
            <p:spPr>
              <a:xfrm>
                <a:off x="17133589" y="22366087"/>
                <a:ext cx="180000" cy="180000"/>
              </a:xfrm>
              <a:custGeom>
                <a:avLst/>
                <a:gdLst>
                  <a:gd name="csX0" fmla="*/ 45838 w 91360"/>
                  <a:gd name="csY0" fmla="*/ 91496 h 91359"/>
                  <a:gd name="csX1" fmla="*/ 78139 w 91360"/>
                  <a:gd name="csY1" fmla="*/ 78117 h 91359"/>
                  <a:gd name="csX2" fmla="*/ 91518 w 91360"/>
                  <a:gd name="csY2" fmla="*/ 45816 h 91359"/>
                  <a:gd name="csX3" fmla="*/ 78139 w 91360"/>
                  <a:gd name="csY3" fmla="*/ 13516 h 91359"/>
                  <a:gd name="csX4" fmla="*/ 45838 w 91360"/>
                  <a:gd name="csY4" fmla="*/ 137 h 91359"/>
                  <a:gd name="csX5" fmla="*/ 13537 w 91360"/>
                  <a:gd name="csY5" fmla="*/ 13516 h 91359"/>
                  <a:gd name="csX6" fmla="*/ 158 w 91360"/>
                  <a:gd name="csY6" fmla="*/ 45816 h 91359"/>
                  <a:gd name="csX7" fmla="*/ 13537 w 91360"/>
                  <a:gd name="csY7" fmla="*/ 78117 h 91359"/>
                  <a:gd name="csX8" fmla="*/ 45838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8" y="91496"/>
                    </a:moveTo>
                    <a:cubicBezTo>
                      <a:pt x="57953" y="91496"/>
                      <a:pt x="69573" y="86683"/>
                      <a:pt x="78139" y="78117"/>
                    </a:cubicBezTo>
                    <a:cubicBezTo>
                      <a:pt x="86705" y="69551"/>
                      <a:pt x="91518" y="57931"/>
                      <a:pt x="91518" y="45816"/>
                    </a:cubicBezTo>
                    <a:cubicBezTo>
                      <a:pt x="91518" y="33702"/>
                      <a:pt x="86705" y="22082"/>
                      <a:pt x="78139" y="13516"/>
                    </a:cubicBezTo>
                    <a:cubicBezTo>
                      <a:pt x="69573" y="4950"/>
                      <a:pt x="57953" y="137"/>
                      <a:pt x="45838" y="137"/>
                    </a:cubicBezTo>
                    <a:cubicBezTo>
                      <a:pt x="33724" y="137"/>
                      <a:pt x="22104" y="4950"/>
                      <a:pt x="13537" y="13516"/>
                    </a:cubicBezTo>
                    <a:cubicBezTo>
                      <a:pt x="4971" y="22082"/>
                      <a:pt x="158" y="33702"/>
                      <a:pt x="158" y="45816"/>
                    </a:cubicBezTo>
                    <a:cubicBezTo>
                      <a:pt x="158" y="57931"/>
                      <a:pt x="4971" y="69551"/>
                      <a:pt x="13537" y="78117"/>
                    </a:cubicBezTo>
                    <a:cubicBezTo>
                      <a:pt x="22104" y="86683"/>
                      <a:pt x="33724" y="91496"/>
                      <a:pt x="45838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8" name="任意多边形: 形状 3047"/>
              <p:cNvSpPr/>
              <p:nvPr/>
            </p:nvSpPr>
            <p:spPr>
              <a:xfrm>
                <a:off x="19539331" y="22693687"/>
                <a:ext cx="180000" cy="180000"/>
              </a:xfrm>
              <a:custGeom>
                <a:avLst/>
                <a:gdLst>
                  <a:gd name="csX0" fmla="*/ 45887 w 91360"/>
                  <a:gd name="csY0" fmla="*/ 91512 h 91359"/>
                  <a:gd name="csX1" fmla="*/ 78188 w 91360"/>
                  <a:gd name="csY1" fmla="*/ 78132 h 91359"/>
                  <a:gd name="csX2" fmla="*/ 91567 w 91360"/>
                  <a:gd name="csY2" fmla="*/ 45832 h 91359"/>
                  <a:gd name="csX3" fmla="*/ 78188 w 91360"/>
                  <a:gd name="csY3" fmla="*/ 13532 h 91359"/>
                  <a:gd name="csX4" fmla="*/ 45887 w 91360"/>
                  <a:gd name="csY4" fmla="*/ 152 h 91359"/>
                  <a:gd name="csX5" fmla="*/ 13586 w 91360"/>
                  <a:gd name="csY5" fmla="*/ 13532 h 91359"/>
                  <a:gd name="csX6" fmla="*/ 207 w 91360"/>
                  <a:gd name="csY6" fmla="*/ 45832 h 91359"/>
                  <a:gd name="csX7" fmla="*/ 13586 w 91360"/>
                  <a:gd name="csY7" fmla="*/ 78132 h 91359"/>
                  <a:gd name="csX8" fmla="*/ 45887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512"/>
                    </a:moveTo>
                    <a:cubicBezTo>
                      <a:pt x="58002" y="91512"/>
                      <a:pt x="69622" y="86699"/>
                      <a:pt x="78188" y="78132"/>
                    </a:cubicBezTo>
                    <a:cubicBezTo>
                      <a:pt x="86754" y="69566"/>
                      <a:pt x="91567" y="57946"/>
                      <a:pt x="91567" y="45832"/>
                    </a:cubicBezTo>
                    <a:cubicBezTo>
                      <a:pt x="91567" y="33718"/>
                      <a:pt x="86754" y="22098"/>
                      <a:pt x="78188" y="13532"/>
                    </a:cubicBezTo>
                    <a:cubicBezTo>
                      <a:pt x="69622" y="4965"/>
                      <a:pt x="58002" y="152"/>
                      <a:pt x="45887" y="152"/>
                    </a:cubicBezTo>
                    <a:cubicBezTo>
                      <a:pt x="33773" y="152"/>
                      <a:pt x="22153" y="4965"/>
                      <a:pt x="13586" y="13532"/>
                    </a:cubicBezTo>
                    <a:cubicBezTo>
                      <a:pt x="5020" y="22098"/>
                      <a:pt x="207" y="33718"/>
                      <a:pt x="207" y="45832"/>
                    </a:cubicBezTo>
                    <a:cubicBezTo>
                      <a:pt x="207" y="57946"/>
                      <a:pt x="5020" y="69566"/>
                      <a:pt x="13586" y="78132"/>
                    </a:cubicBezTo>
                    <a:cubicBezTo>
                      <a:pt x="22153" y="86699"/>
                      <a:pt x="33773" y="91512"/>
                      <a:pt x="45887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49" name="任意多边形: 形状 3048"/>
              <p:cNvSpPr/>
              <p:nvPr/>
            </p:nvSpPr>
            <p:spPr>
              <a:xfrm>
                <a:off x="17470680" y="23428096"/>
                <a:ext cx="180000" cy="180000"/>
              </a:xfrm>
              <a:custGeom>
                <a:avLst/>
                <a:gdLst>
                  <a:gd name="csX0" fmla="*/ 45849 w 91360"/>
                  <a:gd name="csY0" fmla="*/ 91529 h 91359"/>
                  <a:gd name="csX1" fmla="*/ 78149 w 91360"/>
                  <a:gd name="csY1" fmla="*/ 78150 h 91359"/>
                  <a:gd name="csX2" fmla="*/ 91529 w 91360"/>
                  <a:gd name="csY2" fmla="*/ 45849 h 91359"/>
                  <a:gd name="csX3" fmla="*/ 78149 w 91360"/>
                  <a:gd name="csY3" fmla="*/ 13549 h 91359"/>
                  <a:gd name="csX4" fmla="*/ 45849 w 91360"/>
                  <a:gd name="csY4" fmla="*/ 170 h 91359"/>
                  <a:gd name="csX5" fmla="*/ 13548 w 91360"/>
                  <a:gd name="csY5" fmla="*/ 13549 h 91359"/>
                  <a:gd name="csX6" fmla="*/ 168 w 91360"/>
                  <a:gd name="csY6" fmla="*/ 45849 h 91359"/>
                  <a:gd name="csX7" fmla="*/ 13548 w 91360"/>
                  <a:gd name="csY7" fmla="*/ 78150 h 91359"/>
                  <a:gd name="csX8" fmla="*/ 45849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29"/>
                    </a:moveTo>
                    <a:cubicBezTo>
                      <a:pt x="57963" y="91529"/>
                      <a:pt x="69583" y="86716"/>
                      <a:pt x="78149" y="78150"/>
                    </a:cubicBezTo>
                    <a:cubicBezTo>
                      <a:pt x="86716" y="69584"/>
                      <a:pt x="91529" y="57964"/>
                      <a:pt x="91529" y="45849"/>
                    </a:cubicBezTo>
                    <a:cubicBezTo>
                      <a:pt x="91529" y="33735"/>
                      <a:pt x="86716" y="22115"/>
                      <a:pt x="78149" y="13549"/>
                    </a:cubicBezTo>
                    <a:cubicBezTo>
                      <a:pt x="69583" y="4983"/>
                      <a:pt x="57963" y="170"/>
                      <a:pt x="45849" y="170"/>
                    </a:cubicBezTo>
                    <a:cubicBezTo>
                      <a:pt x="33734" y="170"/>
                      <a:pt x="22114" y="4983"/>
                      <a:pt x="13548" y="13549"/>
                    </a:cubicBezTo>
                    <a:cubicBezTo>
                      <a:pt x="4982" y="22115"/>
                      <a:pt x="168" y="33735"/>
                      <a:pt x="168" y="45849"/>
                    </a:cubicBezTo>
                    <a:cubicBezTo>
                      <a:pt x="168" y="57964"/>
                      <a:pt x="4982" y="69584"/>
                      <a:pt x="13548" y="78150"/>
                    </a:cubicBezTo>
                    <a:cubicBezTo>
                      <a:pt x="22114" y="86716"/>
                      <a:pt x="33734" y="91529"/>
                      <a:pt x="45849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0" name="任意多边形: 形状 3049"/>
              <p:cNvSpPr/>
              <p:nvPr/>
            </p:nvSpPr>
            <p:spPr>
              <a:xfrm>
                <a:off x="19233868" y="23153878"/>
                <a:ext cx="180000" cy="180000"/>
              </a:xfrm>
              <a:custGeom>
                <a:avLst/>
                <a:gdLst>
                  <a:gd name="csX0" fmla="*/ 45907 w 91360"/>
                  <a:gd name="csY0" fmla="*/ 91519 h 91359"/>
                  <a:gd name="csX1" fmla="*/ 78208 w 91360"/>
                  <a:gd name="csY1" fmla="*/ 78140 h 91359"/>
                  <a:gd name="csX2" fmla="*/ 91587 w 91360"/>
                  <a:gd name="csY2" fmla="*/ 45840 h 91359"/>
                  <a:gd name="csX3" fmla="*/ 78208 w 91360"/>
                  <a:gd name="csY3" fmla="*/ 13539 h 91359"/>
                  <a:gd name="csX4" fmla="*/ 45907 w 91360"/>
                  <a:gd name="csY4" fmla="*/ 160 h 91359"/>
                  <a:gd name="csX5" fmla="*/ 13606 w 91360"/>
                  <a:gd name="csY5" fmla="*/ 13539 h 91359"/>
                  <a:gd name="csX6" fmla="*/ 227 w 91360"/>
                  <a:gd name="csY6" fmla="*/ 45840 h 91359"/>
                  <a:gd name="csX7" fmla="*/ 13606 w 91360"/>
                  <a:gd name="csY7" fmla="*/ 78140 h 91359"/>
                  <a:gd name="csX8" fmla="*/ 45907 w 91360"/>
                  <a:gd name="csY8" fmla="*/ 9151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7" y="91519"/>
                    </a:moveTo>
                    <a:cubicBezTo>
                      <a:pt x="58022" y="91519"/>
                      <a:pt x="69642" y="86706"/>
                      <a:pt x="78208" y="78140"/>
                    </a:cubicBezTo>
                    <a:cubicBezTo>
                      <a:pt x="86774" y="69574"/>
                      <a:pt x="91587" y="57954"/>
                      <a:pt x="91587" y="45840"/>
                    </a:cubicBezTo>
                    <a:cubicBezTo>
                      <a:pt x="91587" y="33725"/>
                      <a:pt x="86774" y="22106"/>
                      <a:pt x="78208" y="13539"/>
                    </a:cubicBezTo>
                    <a:cubicBezTo>
                      <a:pt x="69642" y="4973"/>
                      <a:pt x="58022" y="160"/>
                      <a:pt x="45907" y="160"/>
                    </a:cubicBezTo>
                    <a:cubicBezTo>
                      <a:pt x="33793" y="160"/>
                      <a:pt x="22173" y="4973"/>
                      <a:pt x="13606" y="13539"/>
                    </a:cubicBezTo>
                    <a:cubicBezTo>
                      <a:pt x="5040" y="22106"/>
                      <a:pt x="227" y="33725"/>
                      <a:pt x="227" y="45840"/>
                    </a:cubicBezTo>
                    <a:cubicBezTo>
                      <a:pt x="227" y="57954"/>
                      <a:pt x="5040" y="69574"/>
                      <a:pt x="13606" y="78140"/>
                    </a:cubicBezTo>
                    <a:cubicBezTo>
                      <a:pt x="22173" y="86706"/>
                      <a:pt x="33793" y="91519"/>
                      <a:pt x="45907" y="9151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1" name="任意多边形: 形状 3050"/>
              <p:cNvSpPr/>
              <p:nvPr/>
            </p:nvSpPr>
            <p:spPr>
              <a:xfrm>
                <a:off x="20027026" y="23270839"/>
                <a:ext cx="180000" cy="180000"/>
              </a:xfrm>
              <a:custGeom>
                <a:avLst/>
                <a:gdLst>
                  <a:gd name="csX0" fmla="*/ 45891 w 91360"/>
                  <a:gd name="csY0" fmla="*/ 91509 h 91359"/>
                  <a:gd name="csX1" fmla="*/ 78192 w 91360"/>
                  <a:gd name="csY1" fmla="*/ 78129 h 91359"/>
                  <a:gd name="csX2" fmla="*/ 91571 w 91360"/>
                  <a:gd name="csY2" fmla="*/ 45829 h 91359"/>
                  <a:gd name="csX3" fmla="*/ 78192 w 91360"/>
                  <a:gd name="csY3" fmla="*/ 13529 h 91359"/>
                  <a:gd name="csX4" fmla="*/ 45891 w 91360"/>
                  <a:gd name="csY4" fmla="*/ 149 h 91359"/>
                  <a:gd name="csX5" fmla="*/ 13590 w 91360"/>
                  <a:gd name="csY5" fmla="*/ 13529 h 91359"/>
                  <a:gd name="csX6" fmla="*/ 211 w 91360"/>
                  <a:gd name="csY6" fmla="*/ 45829 h 91359"/>
                  <a:gd name="csX7" fmla="*/ 13590 w 91360"/>
                  <a:gd name="csY7" fmla="*/ 78129 h 91359"/>
                  <a:gd name="csX8" fmla="*/ 45891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09"/>
                    </a:moveTo>
                    <a:cubicBezTo>
                      <a:pt x="58005" y="91509"/>
                      <a:pt x="69625" y="86696"/>
                      <a:pt x="78192" y="78129"/>
                    </a:cubicBezTo>
                    <a:cubicBezTo>
                      <a:pt x="86758" y="69563"/>
                      <a:pt x="91571" y="57943"/>
                      <a:pt x="91571" y="45829"/>
                    </a:cubicBezTo>
                    <a:cubicBezTo>
                      <a:pt x="91571" y="33715"/>
                      <a:pt x="86758" y="22095"/>
                      <a:pt x="78192" y="13529"/>
                    </a:cubicBezTo>
                    <a:cubicBezTo>
                      <a:pt x="69625" y="4963"/>
                      <a:pt x="58005" y="149"/>
                      <a:pt x="45891" y="149"/>
                    </a:cubicBezTo>
                    <a:cubicBezTo>
                      <a:pt x="33776" y="149"/>
                      <a:pt x="22156" y="4963"/>
                      <a:pt x="13590" y="13529"/>
                    </a:cubicBezTo>
                    <a:cubicBezTo>
                      <a:pt x="5024" y="22095"/>
                      <a:pt x="211" y="33715"/>
                      <a:pt x="211" y="45829"/>
                    </a:cubicBezTo>
                    <a:cubicBezTo>
                      <a:pt x="211" y="57943"/>
                      <a:pt x="5024" y="69563"/>
                      <a:pt x="13590" y="78129"/>
                    </a:cubicBezTo>
                    <a:cubicBezTo>
                      <a:pt x="22156" y="86696"/>
                      <a:pt x="33776" y="91509"/>
                      <a:pt x="45891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2" name="任意多边形: 形状 3051"/>
              <p:cNvSpPr/>
              <p:nvPr/>
            </p:nvSpPr>
            <p:spPr>
              <a:xfrm>
                <a:off x="19841563" y="21907193"/>
                <a:ext cx="180000" cy="180000"/>
              </a:xfrm>
              <a:custGeom>
                <a:avLst/>
                <a:gdLst>
                  <a:gd name="csX0" fmla="*/ 45894 w 91360"/>
                  <a:gd name="csY0" fmla="*/ 91529 h 91359"/>
                  <a:gd name="csX1" fmla="*/ 78194 w 91360"/>
                  <a:gd name="csY1" fmla="*/ 78150 h 91359"/>
                  <a:gd name="csX2" fmla="*/ 91574 w 91360"/>
                  <a:gd name="csY2" fmla="*/ 45850 h 91359"/>
                  <a:gd name="csX3" fmla="*/ 78194 w 91360"/>
                  <a:gd name="csY3" fmla="*/ 13549 h 91359"/>
                  <a:gd name="csX4" fmla="*/ 45894 w 91360"/>
                  <a:gd name="csY4" fmla="*/ 170 h 91359"/>
                  <a:gd name="csX5" fmla="*/ 13593 w 91360"/>
                  <a:gd name="csY5" fmla="*/ 13549 h 91359"/>
                  <a:gd name="csX6" fmla="*/ 213 w 91360"/>
                  <a:gd name="csY6" fmla="*/ 45850 h 91359"/>
                  <a:gd name="csX7" fmla="*/ 13593 w 91360"/>
                  <a:gd name="csY7" fmla="*/ 78150 h 91359"/>
                  <a:gd name="csX8" fmla="*/ 45894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4" y="91529"/>
                    </a:moveTo>
                    <a:cubicBezTo>
                      <a:pt x="58008" y="91529"/>
                      <a:pt x="69628" y="86716"/>
                      <a:pt x="78194" y="78150"/>
                    </a:cubicBezTo>
                    <a:cubicBezTo>
                      <a:pt x="86761" y="69584"/>
                      <a:pt x="91574" y="57964"/>
                      <a:pt x="91574" y="45850"/>
                    </a:cubicBezTo>
                    <a:cubicBezTo>
                      <a:pt x="91574" y="33735"/>
                      <a:pt x="86761" y="22115"/>
                      <a:pt x="78194" y="13549"/>
                    </a:cubicBezTo>
                    <a:cubicBezTo>
                      <a:pt x="69628" y="4983"/>
                      <a:pt x="58008" y="170"/>
                      <a:pt x="45894" y="170"/>
                    </a:cubicBezTo>
                    <a:cubicBezTo>
                      <a:pt x="33779" y="170"/>
                      <a:pt x="22159" y="4983"/>
                      <a:pt x="13593" y="13549"/>
                    </a:cubicBezTo>
                    <a:cubicBezTo>
                      <a:pt x="5026" y="22115"/>
                      <a:pt x="213" y="33735"/>
                      <a:pt x="213" y="45850"/>
                    </a:cubicBezTo>
                    <a:cubicBezTo>
                      <a:pt x="213" y="57964"/>
                      <a:pt x="5026" y="69584"/>
                      <a:pt x="13593" y="78150"/>
                    </a:cubicBezTo>
                    <a:cubicBezTo>
                      <a:pt x="22159" y="86716"/>
                      <a:pt x="33779" y="91529"/>
                      <a:pt x="45894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3" name="任意多边形: 形状 3052"/>
              <p:cNvSpPr/>
              <p:nvPr/>
            </p:nvSpPr>
            <p:spPr>
              <a:xfrm>
                <a:off x="17479208" y="24600312"/>
                <a:ext cx="180000" cy="180000"/>
              </a:xfrm>
              <a:custGeom>
                <a:avLst/>
                <a:gdLst>
                  <a:gd name="csX0" fmla="*/ 45849 w 91360"/>
                  <a:gd name="csY0" fmla="*/ 91555 h 91359"/>
                  <a:gd name="csX1" fmla="*/ 78150 w 91360"/>
                  <a:gd name="csY1" fmla="*/ 78176 h 91359"/>
                  <a:gd name="csX2" fmla="*/ 91530 w 91360"/>
                  <a:gd name="csY2" fmla="*/ 45875 h 91359"/>
                  <a:gd name="csX3" fmla="*/ 78150 w 91360"/>
                  <a:gd name="csY3" fmla="*/ 13575 h 91359"/>
                  <a:gd name="csX4" fmla="*/ 45849 w 91360"/>
                  <a:gd name="csY4" fmla="*/ 196 h 91359"/>
                  <a:gd name="csX5" fmla="*/ 13548 w 91360"/>
                  <a:gd name="csY5" fmla="*/ 13575 h 91359"/>
                  <a:gd name="csX6" fmla="*/ 169 w 91360"/>
                  <a:gd name="csY6" fmla="*/ 45875 h 91359"/>
                  <a:gd name="csX7" fmla="*/ 13548 w 91360"/>
                  <a:gd name="csY7" fmla="*/ 78176 h 91359"/>
                  <a:gd name="csX8" fmla="*/ 45849 w 91360"/>
                  <a:gd name="csY8" fmla="*/ 9155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555"/>
                    </a:moveTo>
                    <a:cubicBezTo>
                      <a:pt x="57964" y="91555"/>
                      <a:pt x="69584" y="86742"/>
                      <a:pt x="78150" y="78176"/>
                    </a:cubicBezTo>
                    <a:cubicBezTo>
                      <a:pt x="86716" y="69610"/>
                      <a:pt x="91530" y="57990"/>
                      <a:pt x="91530" y="45875"/>
                    </a:cubicBezTo>
                    <a:cubicBezTo>
                      <a:pt x="91530" y="33761"/>
                      <a:pt x="86716" y="22141"/>
                      <a:pt x="78150" y="13575"/>
                    </a:cubicBezTo>
                    <a:cubicBezTo>
                      <a:pt x="69584" y="5009"/>
                      <a:pt x="57964" y="196"/>
                      <a:pt x="45849" y="196"/>
                    </a:cubicBezTo>
                    <a:cubicBezTo>
                      <a:pt x="33735" y="196"/>
                      <a:pt x="22115" y="5009"/>
                      <a:pt x="13548" y="13575"/>
                    </a:cubicBezTo>
                    <a:cubicBezTo>
                      <a:pt x="4982" y="22141"/>
                      <a:pt x="169" y="33761"/>
                      <a:pt x="169" y="45875"/>
                    </a:cubicBezTo>
                    <a:cubicBezTo>
                      <a:pt x="169" y="57990"/>
                      <a:pt x="4982" y="69610"/>
                      <a:pt x="13548" y="78176"/>
                    </a:cubicBezTo>
                    <a:cubicBezTo>
                      <a:pt x="22115" y="86742"/>
                      <a:pt x="33735" y="91555"/>
                      <a:pt x="45849" y="9155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4" name="任意多边形: 形状 3053"/>
              <p:cNvSpPr/>
              <p:nvPr/>
            </p:nvSpPr>
            <p:spPr>
              <a:xfrm>
                <a:off x="16998596" y="22634500"/>
                <a:ext cx="180000" cy="180000"/>
              </a:xfrm>
              <a:custGeom>
                <a:avLst/>
                <a:gdLst>
                  <a:gd name="csX0" fmla="*/ 45879 w 91360"/>
                  <a:gd name="csY0" fmla="*/ 91496 h 91359"/>
                  <a:gd name="csX1" fmla="*/ 78179 w 91360"/>
                  <a:gd name="csY1" fmla="*/ 78116 h 91359"/>
                  <a:gd name="csX2" fmla="*/ 91559 w 91360"/>
                  <a:gd name="csY2" fmla="*/ 45816 h 91359"/>
                  <a:gd name="csX3" fmla="*/ 78179 w 91360"/>
                  <a:gd name="csY3" fmla="*/ 13515 h 91359"/>
                  <a:gd name="csX4" fmla="*/ 45879 w 91360"/>
                  <a:gd name="csY4" fmla="*/ 136 h 91359"/>
                  <a:gd name="csX5" fmla="*/ 13578 w 91360"/>
                  <a:gd name="csY5" fmla="*/ 13515 h 91359"/>
                  <a:gd name="csX6" fmla="*/ 198 w 91360"/>
                  <a:gd name="csY6" fmla="*/ 45816 h 91359"/>
                  <a:gd name="csX7" fmla="*/ 13578 w 91360"/>
                  <a:gd name="csY7" fmla="*/ 78116 h 91359"/>
                  <a:gd name="csX8" fmla="*/ 45879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9" y="91496"/>
                    </a:moveTo>
                    <a:cubicBezTo>
                      <a:pt x="57993" y="91496"/>
                      <a:pt x="69613" y="86682"/>
                      <a:pt x="78179" y="78116"/>
                    </a:cubicBezTo>
                    <a:cubicBezTo>
                      <a:pt x="86746" y="69550"/>
                      <a:pt x="91559" y="57930"/>
                      <a:pt x="91559" y="45816"/>
                    </a:cubicBezTo>
                    <a:cubicBezTo>
                      <a:pt x="91559" y="33701"/>
                      <a:pt x="86746" y="22082"/>
                      <a:pt x="78179" y="13515"/>
                    </a:cubicBezTo>
                    <a:cubicBezTo>
                      <a:pt x="69613" y="4949"/>
                      <a:pt x="57993" y="136"/>
                      <a:pt x="45879" y="136"/>
                    </a:cubicBezTo>
                    <a:cubicBezTo>
                      <a:pt x="33764" y="136"/>
                      <a:pt x="22144" y="4949"/>
                      <a:pt x="13578" y="13515"/>
                    </a:cubicBezTo>
                    <a:cubicBezTo>
                      <a:pt x="5011" y="22082"/>
                      <a:pt x="198" y="33701"/>
                      <a:pt x="198" y="45816"/>
                    </a:cubicBezTo>
                    <a:cubicBezTo>
                      <a:pt x="198" y="57930"/>
                      <a:pt x="5011" y="69550"/>
                      <a:pt x="13578" y="78116"/>
                    </a:cubicBezTo>
                    <a:cubicBezTo>
                      <a:pt x="22144" y="86682"/>
                      <a:pt x="33764" y="91496"/>
                      <a:pt x="45879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5" name="任意多边形: 形状 3054"/>
              <p:cNvSpPr/>
              <p:nvPr/>
            </p:nvSpPr>
            <p:spPr>
              <a:xfrm>
                <a:off x="18148050" y="22364469"/>
                <a:ext cx="180000" cy="180000"/>
              </a:xfrm>
              <a:custGeom>
                <a:avLst/>
                <a:gdLst>
                  <a:gd name="csX0" fmla="*/ 45870 w 91360"/>
                  <a:gd name="csY0" fmla="*/ 91496 h 91359"/>
                  <a:gd name="csX1" fmla="*/ 78170 w 91360"/>
                  <a:gd name="csY1" fmla="*/ 78117 h 91359"/>
                  <a:gd name="csX2" fmla="*/ 91550 w 91360"/>
                  <a:gd name="csY2" fmla="*/ 45816 h 91359"/>
                  <a:gd name="csX3" fmla="*/ 78170 w 91360"/>
                  <a:gd name="csY3" fmla="*/ 13516 h 91359"/>
                  <a:gd name="csX4" fmla="*/ 45870 w 91360"/>
                  <a:gd name="csY4" fmla="*/ 137 h 91359"/>
                  <a:gd name="csX5" fmla="*/ 13569 w 91360"/>
                  <a:gd name="csY5" fmla="*/ 13516 h 91359"/>
                  <a:gd name="csX6" fmla="*/ 189 w 91360"/>
                  <a:gd name="csY6" fmla="*/ 45816 h 91359"/>
                  <a:gd name="csX7" fmla="*/ 13569 w 91360"/>
                  <a:gd name="csY7" fmla="*/ 78117 h 91359"/>
                  <a:gd name="csX8" fmla="*/ 45870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0" y="91496"/>
                    </a:moveTo>
                    <a:cubicBezTo>
                      <a:pt x="57984" y="91496"/>
                      <a:pt x="69604" y="86683"/>
                      <a:pt x="78170" y="78117"/>
                    </a:cubicBezTo>
                    <a:cubicBezTo>
                      <a:pt x="86737" y="69551"/>
                      <a:pt x="91550" y="57931"/>
                      <a:pt x="91550" y="45816"/>
                    </a:cubicBezTo>
                    <a:cubicBezTo>
                      <a:pt x="91550" y="33702"/>
                      <a:pt x="86737" y="22082"/>
                      <a:pt x="78170" y="13516"/>
                    </a:cubicBezTo>
                    <a:cubicBezTo>
                      <a:pt x="69604" y="4950"/>
                      <a:pt x="57984" y="137"/>
                      <a:pt x="45870" y="137"/>
                    </a:cubicBezTo>
                    <a:cubicBezTo>
                      <a:pt x="33755" y="137"/>
                      <a:pt x="22135" y="4950"/>
                      <a:pt x="13569" y="13516"/>
                    </a:cubicBezTo>
                    <a:cubicBezTo>
                      <a:pt x="5003" y="22082"/>
                      <a:pt x="189" y="33702"/>
                      <a:pt x="189" y="45816"/>
                    </a:cubicBezTo>
                    <a:cubicBezTo>
                      <a:pt x="189" y="57931"/>
                      <a:pt x="5003" y="69551"/>
                      <a:pt x="13569" y="78117"/>
                    </a:cubicBezTo>
                    <a:cubicBezTo>
                      <a:pt x="22135" y="86683"/>
                      <a:pt x="33755" y="91496"/>
                      <a:pt x="45870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6" name="任意多边形: 形状 3055"/>
              <p:cNvSpPr/>
              <p:nvPr/>
            </p:nvSpPr>
            <p:spPr>
              <a:xfrm>
                <a:off x="17810370" y="22162951"/>
                <a:ext cx="180000" cy="180000"/>
              </a:xfrm>
              <a:custGeom>
                <a:avLst/>
                <a:gdLst>
                  <a:gd name="csX0" fmla="*/ 45859 w 91360"/>
                  <a:gd name="csY0" fmla="*/ 91490 h 91359"/>
                  <a:gd name="csX1" fmla="*/ 78160 w 91360"/>
                  <a:gd name="csY1" fmla="*/ 78111 h 91359"/>
                  <a:gd name="csX2" fmla="*/ 91539 w 91360"/>
                  <a:gd name="csY2" fmla="*/ 45810 h 91359"/>
                  <a:gd name="csX3" fmla="*/ 78160 w 91360"/>
                  <a:gd name="csY3" fmla="*/ 13510 h 91359"/>
                  <a:gd name="csX4" fmla="*/ 45859 w 91360"/>
                  <a:gd name="csY4" fmla="*/ 131 h 91359"/>
                  <a:gd name="csX5" fmla="*/ 13558 w 91360"/>
                  <a:gd name="csY5" fmla="*/ 13510 h 91359"/>
                  <a:gd name="csX6" fmla="*/ 179 w 91360"/>
                  <a:gd name="csY6" fmla="*/ 45810 h 91359"/>
                  <a:gd name="csX7" fmla="*/ 13558 w 91360"/>
                  <a:gd name="csY7" fmla="*/ 78111 h 91359"/>
                  <a:gd name="csX8" fmla="*/ 45859 w 91360"/>
                  <a:gd name="csY8" fmla="*/ 9149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9" y="91490"/>
                    </a:moveTo>
                    <a:cubicBezTo>
                      <a:pt x="57974" y="91490"/>
                      <a:pt x="69594" y="86677"/>
                      <a:pt x="78160" y="78111"/>
                    </a:cubicBezTo>
                    <a:cubicBezTo>
                      <a:pt x="86726" y="69544"/>
                      <a:pt x="91539" y="57925"/>
                      <a:pt x="91539" y="45810"/>
                    </a:cubicBezTo>
                    <a:cubicBezTo>
                      <a:pt x="91539" y="33696"/>
                      <a:pt x="86726" y="22076"/>
                      <a:pt x="78160" y="13510"/>
                    </a:cubicBezTo>
                    <a:cubicBezTo>
                      <a:pt x="69594" y="4944"/>
                      <a:pt x="57974" y="131"/>
                      <a:pt x="45859" y="131"/>
                    </a:cubicBezTo>
                    <a:cubicBezTo>
                      <a:pt x="33745" y="131"/>
                      <a:pt x="22125" y="4944"/>
                      <a:pt x="13558" y="13510"/>
                    </a:cubicBezTo>
                    <a:cubicBezTo>
                      <a:pt x="4992" y="22076"/>
                      <a:pt x="179" y="33696"/>
                      <a:pt x="179" y="45810"/>
                    </a:cubicBezTo>
                    <a:cubicBezTo>
                      <a:pt x="179" y="57925"/>
                      <a:pt x="4992" y="69544"/>
                      <a:pt x="13558" y="78111"/>
                    </a:cubicBezTo>
                    <a:cubicBezTo>
                      <a:pt x="22125" y="86677"/>
                      <a:pt x="33745" y="91490"/>
                      <a:pt x="45859" y="9149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7" name="任意多边形: 形状 3056"/>
              <p:cNvSpPr/>
              <p:nvPr/>
            </p:nvSpPr>
            <p:spPr>
              <a:xfrm>
                <a:off x="16311794" y="22458611"/>
                <a:ext cx="180000" cy="180000"/>
              </a:xfrm>
              <a:custGeom>
                <a:avLst/>
                <a:gdLst>
                  <a:gd name="csX0" fmla="*/ 45856 w 91360"/>
                  <a:gd name="csY0" fmla="*/ 91496 h 91359"/>
                  <a:gd name="csX1" fmla="*/ 78157 w 91360"/>
                  <a:gd name="csY1" fmla="*/ 78117 h 91359"/>
                  <a:gd name="csX2" fmla="*/ 91536 w 91360"/>
                  <a:gd name="csY2" fmla="*/ 45816 h 91359"/>
                  <a:gd name="csX3" fmla="*/ 78157 w 91360"/>
                  <a:gd name="csY3" fmla="*/ 13516 h 91359"/>
                  <a:gd name="csX4" fmla="*/ 45856 w 91360"/>
                  <a:gd name="csY4" fmla="*/ 137 h 91359"/>
                  <a:gd name="csX5" fmla="*/ 13555 w 91360"/>
                  <a:gd name="csY5" fmla="*/ 13516 h 91359"/>
                  <a:gd name="csX6" fmla="*/ 176 w 91360"/>
                  <a:gd name="csY6" fmla="*/ 45816 h 91359"/>
                  <a:gd name="csX7" fmla="*/ 13555 w 91360"/>
                  <a:gd name="csY7" fmla="*/ 78117 h 91359"/>
                  <a:gd name="csX8" fmla="*/ 45856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496"/>
                    </a:moveTo>
                    <a:cubicBezTo>
                      <a:pt x="57971" y="91496"/>
                      <a:pt x="69591" y="86683"/>
                      <a:pt x="78157" y="78117"/>
                    </a:cubicBezTo>
                    <a:cubicBezTo>
                      <a:pt x="86723" y="69551"/>
                      <a:pt x="91536" y="57931"/>
                      <a:pt x="91536" y="45816"/>
                    </a:cubicBezTo>
                    <a:cubicBezTo>
                      <a:pt x="91536" y="33702"/>
                      <a:pt x="86723" y="22082"/>
                      <a:pt x="78157" y="13516"/>
                    </a:cubicBezTo>
                    <a:cubicBezTo>
                      <a:pt x="69591" y="4950"/>
                      <a:pt x="57971" y="137"/>
                      <a:pt x="45856" y="137"/>
                    </a:cubicBezTo>
                    <a:cubicBezTo>
                      <a:pt x="33742" y="137"/>
                      <a:pt x="22122" y="4950"/>
                      <a:pt x="13555" y="13516"/>
                    </a:cubicBezTo>
                    <a:cubicBezTo>
                      <a:pt x="4989" y="22082"/>
                      <a:pt x="176" y="33702"/>
                      <a:pt x="176" y="45816"/>
                    </a:cubicBezTo>
                    <a:cubicBezTo>
                      <a:pt x="176" y="57931"/>
                      <a:pt x="4989" y="69551"/>
                      <a:pt x="13555" y="78117"/>
                    </a:cubicBezTo>
                    <a:cubicBezTo>
                      <a:pt x="22122" y="86683"/>
                      <a:pt x="33742" y="91496"/>
                      <a:pt x="45856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8" name="任意多边形: 形状 3057"/>
              <p:cNvSpPr/>
              <p:nvPr/>
            </p:nvSpPr>
            <p:spPr>
              <a:xfrm>
                <a:off x="17858647" y="22786797"/>
                <a:ext cx="180000" cy="180000"/>
              </a:xfrm>
              <a:custGeom>
                <a:avLst/>
                <a:gdLst>
                  <a:gd name="csX0" fmla="*/ 45861 w 91360"/>
                  <a:gd name="csY0" fmla="*/ 91509 h 91359"/>
                  <a:gd name="csX1" fmla="*/ 78161 w 91360"/>
                  <a:gd name="csY1" fmla="*/ 78130 h 91359"/>
                  <a:gd name="csX2" fmla="*/ 91541 w 91360"/>
                  <a:gd name="csY2" fmla="*/ 45830 h 91359"/>
                  <a:gd name="csX3" fmla="*/ 78161 w 91360"/>
                  <a:gd name="csY3" fmla="*/ 13529 h 91359"/>
                  <a:gd name="csX4" fmla="*/ 45861 w 91360"/>
                  <a:gd name="csY4" fmla="*/ 150 h 91359"/>
                  <a:gd name="csX5" fmla="*/ 13560 w 91360"/>
                  <a:gd name="csY5" fmla="*/ 13529 h 91359"/>
                  <a:gd name="csX6" fmla="*/ 180 w 91360"/>
                  <a:gd name="csY6" fmla="*/ 45830 h 91359"/>
                  <a:gd name="csX7" fmla="*/ 13560 w 91360"/>
                  <a:gd name="csY7" fmla="*/ 78130 h 91359"/>
                  <a:gd name="csX8" fmla="*/ 45861 w 91360"/>
                  <a:gd name="csY8" fmla="*/ 9150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1" y="91509"/>
                    </a:moveTo>
                    <a:cubicBezTo>
                      <a:pt x="57975" y="91509"/>
                      <a:pt x="69595" y="86696"/>
                      <a:pt x="78161" y="78130"/>
                    </a:cubicBezTo>
                    <a:cubicBezTo>
                      <a:pt x="86728" y="69564"/>
                      <a:pt x="91541" y="57944"/>
                      <a:pt x="91541" y="45830"/>
                    </a:cubicBezTo>
                    <a:cubicBezTo>
                      <a:pt x="91541" y="33715"/>
                      <a:pt x="86728" y="22095"/>
                      <a:pt x="78161" y="13529"/>
                    </a:cubicBezTo>
                    <a:cubicBezTo>
                      <a:pt x="69595" y="4963"/>
                      <a:pt x="57975" y="150"/>
                      <a:pt x="45861" y="150"/>
                    </a:cubicBezTo>
                    <a:cubicBezTo>
                      <a:pt x="33746" y="150"/>
                      <a:pt x="22126" y="4963"/>
                      <a:pt x="13560" y="13529"/>
                    </a:cubicBezTo>
                    <a:cubicBezTo>
                      <a:pt x="4994" y="22095"/>
                      <a:pt x="180" y="33715"/>
                      <a:pt x="180" y="45830"/>
                    </a:cubicBezTo>
                    <a:cubicBezTo>
                      <a:pt x="180" y="57944"/>
                      <a:pt x="4994" y="69564"/>
                      <a:pt x="13560" y="78130"/>
                    </a:cubicBezTo>
                    <a:cubicBezTo>
                      <a:pt x="22126" y="86696"/>
                      <a:pt x="33746" y="91509"/>
                      <a:pt x="45861" y="9150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59" name="任意多边形: 形状 3058"/>
              <p:cNvSpPr/>
              <p:nvPr/>
            </p:nvSpPr>
            <p:spPr>
              <a:xfrm>
                <a:off x="16684548" y="21998033"/>
                <a:ext cx="180000" cy="180000"/>
              </a:xfrm>
              <a:custGeom>
                <a:avLst/>
                <a:gdLst>
                  <a:gd name="csX0" fmla="*/ 45824 w 91360"/>
                  <a:gd name="csY0" fmla="*/ 91485 h 91359"/>
                  <a:gd name="csX1" fmla="*/ 78125 w 91360"/>
                  <a:gd name="csY1" fmla="*/ 78106 h 91359"/>
                  <a:gd name="csX2" fmla="*/ 91505 w 91360"/>
                  <a:gd name="csY2" fmla="*/ 45805 h 91359"/>
                  <a:gd name="csX3" fmla="*/ 78125 w 91360"/>
                  <a:gd name="csY3" fmla="*/ 13505 h 91359"/>
                  <a:gd name="csX4" fmla="*/ 45824 w 91360"/>
                  <a:gd name="csY4" fmla="*/ 125 h 91359"/>
                  <a:gd name="csX5" fmla="*/ 13524 w 91360"/>
                  <a:gd name="csY5" fmla="*/ 13505 h 91359"/>
                  <a:gd name="csX6" fmla="*/ 144 w 91360"/>
                  <a:gd name="csY6" fmla="*/ 45805 h 91359"/>
                  <a:gd name="csX7" fmla="*/ 13524 w 91360"/>
                  <a:gd name="csY7" fmla="*/ 78106 h 91359"/>
                  <a:gd name="csX8" fmla="*/ 45824 w 91360"/>
                  <a:gd name="csY8" fmla="*/ 9148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4" y="91485"/>
                    </a:moveTo>
                    <a:cubicBezTo>
                      <a:pt x="57939" y="91485"/>
                      <a:pt x="69559" y="86672"/>
                      <a:pt x="78125" y="78106"/>
                    </a:cubicBezTo>
                    <a:cubicBezTo>
                      <a:pt x="86691" y="69539"/>
                      <a:pt x="91505" y="57919"/>
                      <a:pt x="91505" y="45805"/>
                    </a:cubicBezTo>
                    <a:cubicBezTo>
                      <a:pt x="91505" y="33691"/>
                      <a:pt x="86691" y="22071"/>
                      <a:pt x="78125" y="13505"/>
                    </a:cubicBezTo>
                    <a:cubicBezTo>
                      <a:pt x="69559" y="4939"/>
                      <a:pt x="57939" y="125"/>
                      <a:pt x="45824" y="125"/>
                    </a:cubicBezTo>
                    <a:cubicBezTo>
                      <a:pt x="33710" y="125"/>
                      <a:pt x="22090" y="4939"/>
                      <a:pt x="13524" y="13505"/>
                    </a:cubicBezTo>
                    <a:cubicBezTo>
                      <a:pt x="4957" y="22071"/>
                      <a:pt x="144" y="33691"/>
                      <a:pt x="144" y="45805"/>
                    </a:cubicBezTo>
                    <a:cubicBezTo>
                      <a:pt x="144" y="57919"/>
                      <a:pt x="4957" y="69539"/>
                      <a:pt x="13524" y="78106"/>
                    </a:cubicBezTo>
                    <a:cubicBezTo>
                      <a:pt x="22090" y="86672"/>
                      <a:pt x="33710" y="91485"/>
                      <a:pt x="45824" y="9148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0" name="任意多边形: 形状 3059"/>
              <p:cNvSpPr/>
              <p:nvPr/>
            </p:nvSpPr>
            <p:spPr>
              <a:xfrm>
                <a:off x="17840183" y="24011263"/>
                <a:ext cx="180000" cy="180000"/>
              </a:xfrm>
              <a:custGeom>
                <a:avLst/>
                <a:gdLst>
                  <a:gd name="csX0" fmla="*/ 45860 w 91360"/>
                  <a:gd name="csY0" fmla="*/ 91547 h 91359"/>
                  <a:gd name="csX1" fmla="*/ 78161 w 91360"/>
                  <a:gd name="csY1" fmla="*/ 78168 h 91359"/>
                  <a:gd name="csX2" fmla="*/ 91540 w 91360"/>
                  <a:gd name="csY2" fmla="*/ 45867 h 91359"/>
                  <a:gd name="csX3" fmla="*/ 78161 w 91360"/>
                  <a:gd name="csY3" fmla="*/ 13567 h 91359"/>
                  <a:gd name="csX4" fmla="*/ 45860 w 91360"/>
                  <a:gd name="csY4" fmla="*/ 188 h 91359"/>
                  <a:gd name="csX5" fmla="*/ 13559 w 91360"/>
                  <a:gd name="csY5" fmla="*/ 13567 h 91359"/>
                  <a:gd name="csX6" fmla="*/ 180 w 91360"/>
                  <a:gd name="csY6" fmla="*/ 45867 h 91359"/>
                  <a:gd name="csX7" fmla="*/ 13559 w 91360"/>
                  <a:gd name="csY7" fmla="*/ 78168 h 91359"/>
                  <a:gd name="csX8" fmla="*/ 45860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0" y="91547"/>
                    </a:moveTo>
                    <a:cubicBezTo>
                      <a:pt x="57975" y="91547"/>
                      <a:pt x="69595" y="86734"/>
                      <a:pt x="78161" y="78168"/>
                    </a:cubicBezTo>
                    <a:cubicBezTo>
                      <a:pt x="86727" y="69602"/>
                      <a:pt x="91540" y="57982"/>
                      <a:pt x="91540" y="45867"/>
                    </a:cubicBezTo>
                    <a:cubicBezTo>
                      <a:pt x="91540" y="33753"/>
                      <a:pt x="86727" y="22133"/>
                      <a:pt x="78161" y="13567"/>
                    </a:cubicBezTo>
                    <a:cubicBezTo>
                      <a:pt x="69595" y="5001"/>
                      <a:pt x="57975" y="188"/>
                      <a:pt x="45860" y="188"/>
                    </a:cubicBezTo>
                    <a:cubicBezTo>
                      <a:pt x="33746" y="188"/>
                      <a:pt x="22126" y="5001"/>
                      <a:pt x="13559" y="13567"/>
                    </a:cubicBezTo>
                    <a:cubicBezTo>
                      <a:pt x="4993" y="22133"/>
                      <a:pt x="180" y="33753"/>
                      <a:pt x="180" y="45867"/>
                    </a:cubicBezTo>
                    <a:cubicBezTo>
                      <a:pt x="180" y="57982"/>
                      <a:pt x="4993" y="69602"/>
                      <a:pt x="13559" y="78168"/>
                    </a:cubicBezTo>
                    <a:cubicBezTo>
                      <a:pt x="22126" y="86734"/>
                      <a:pt x="33746" y="91547"/>
                      <a:pt x="45860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1" name="任意多边形: 形状 3060"/>
              <p:cNvSpPr/>
              <p:nvPr/>
            </p:nvSpPr>
            <p:spPr>
              <a:xfrm>
                <a:off x="17741044" y="23709281"/>
                <a:ext cx="180000" cy="180000"/>
              </a:xfrm>
              <a:custGeom>
                <a:avLst/>
                <a:gdLst>
                  <a:gd name="csX0" fmla="*/ 45865 w 91360"/>
                  <a:gd name="csY0" fmla="*/ 91522 h 91359"/>
                  <a:gd name="csX1" fmla="*/ 78166 w 91360"/>
                  <a:gd name="csY1" fmla="*/ 78143 h 91359"/>
                  <a:gd name="csX2" fmla="*/ 91545 w 91360"/>
                  <a:gd name="csY2" fmla="*/ 45843 h 91359"/>
                  <a:gd name="csX3" fmla="*/ 78166 w 91360"/>
                  <a:gd name="csY3" fmla="*/ 13542 h 91359"/>
                  <a:gd name="csX4" fmla="*/ 45865 w 91360"/>
                  <a:gd name="csY4" fmla="*/ 163 h 91359"/>
                  <a:gd name="csX5" fmla="*/ 13564 w 91360"/>
                  <a:gd name="csY5" fmla="*/ 13542 h 91359"/>
                  <a:gd name="csX6" fmla="*/ 185 w 91360"/>
                  <a:gd name="csY6" fmla="*/ 45843 h 91359"/>
                  <a:gd name="csX7" fmla="*/ 13564 w 91360"/>
                  <a:gd name="csY7" fmla="*/ 78143 h 91359"/>
                  <a:gd name="csX8" fmla="*/ 45865 w 91360"/>
                  <a:gd name="csY8" fmla="*/ 9152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522"/>
                    </a:moveTo>
                    <a:cubicBezTo>
                      <a:pt x="57979" y="91522"/>
                      <a:pt x="69599" y="86709"/>
                      <a:pt x="78166" y="78143"/>
                    </a:cubicBezTo>
                    <a:cubicBezTo>
                      <a:pt x="86732" y="69577"/>
                      <a:pt x="91545" y="57957"/>
                      <a:pt x="91545" y="45843"/>
                    </a:cubicBezTo>
                    <a:cubicBezTo>
                      <a:pt x="91545" y="33728"/>
                      <a:pt x="86732" y="22108"/>
                      <a:pt x="78166" y="13542"/>
                    </a:cubicBezTo>
                    <a:cubicBezTo>
                      <a:pt x="69599" y="4976"/>
                      <a:pt x="57979" y="163"/>
                      <a:pt x="45865" y="163"/>
                    </a:cubicBezTo>
                    <a:cubicBezTo>
                      <a:pt x="33750" y="163"/>
                      <a:pt x="22130" y="4976"/>
                      <a:pt x="13564" y="13542"/>
                    </a:cubicBezTo>
                    <a:cubicBezTo>
                      <a:pt x="4998" y="22108"/>
                      <a:pt x="185" y="33728"/>
                      <a:pt x="185" y="45843"/>
                    </a:cubicBezTo>
                    <a:cubicBezTo>
                      <a:pt x="185" y="57957"/>
                      <a:pt x="4998" y="69577"/>
                      <a:pt x="13564" y="78143"/>
                    </a:cubicBezTo>
                    <a:cubicBezTo>
                      <a:pt x="22130" y="86709"/>
                      <a:pt x="33750" y="91522"/>
                      <a:pt x="45865" y="9152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2" name="任意多边形: 形状 3061"/>
              <p:cNvSpPr/>
              <p:nvPr/>
            </p:nvSpPr>
            <p:spPr>
              <a:xfrm>
                <a:off x="17948952" y="22632125"/>
                <a:ext cx="180000" cy="180000"/>
              </a:xfrm>
              <a:custGeom>
                <a:avLst/>
                <a:gdLst>
                  <a:gd name="csX0" fmla="*/ 45855 w 91360"/>
                  <a:gd name="csY0" fmla="*/ 91513 h 91359"/>
                  <a:gd name="csX1" fmla="*/ 78156 w 91360"/>
                  <a:gd name="csY1" fmla="*/ 78134 h 91359"/>
                  <a:gd name="csX2" fmla="*/ 91535 w 91360"/>
                  <a:gd name="csY2" fmla="*/ 45834 h 91359"/>
                  <a:gd name="csX3" fmla="*/ 78156 w 91360"/>
                  <a:gd name="csY3" fmla="*/ 13533 h 91359"/>
                  <a:gd name="csX4" fmla="*/ 45855 w 91360"/>
                  <a:gd name="csY4" fmla="*/ 154 h 91359"/>
                  <a:gd name="csX5" fmla="*/ 13554 w 91360"/>
                  <a:gd name="csY5" fmla="*/ 13533 h 91359"/>
                  <a:gd name="csX6" fmla="*/ 175 w 91360"/>
                  <a:gd name="csY6" fmla="*/ 45834 h 91359"/>
                  <a:gd name="csX7" fmla="*/ 13554 w 91360"/>
                  <a:gd name="csY7" fmla="*/ 78134 h 91359"/>
                  <a:gd name="csX8" fmla="*/ 45855 w 91360"/>
                  <a:gd name="csY8" fmla="*/ 9151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13"/>
                    </a:moveTo>
                    <a:cubicBezTo>
                      <a:pt x="57969" y="91513"/>
                      <a:pt x="69589" y="86700"/>
                      <a:pt x="78156" y="78134"/>
                    </a:cubicBezTo>
                    <a:cubicBezTo>
                      <a:pt x="86722" y="69568"/>
                      <a:pt x="91535" y="57948"/>
                      <a:pt x="91535" y="45834"/>
                    </a:cubicBezTo>
                    <a:cubicBezTo>
                      <a:pt x="91535" y="33719"/>
                      <a:pt x="86722" y="22099"/>
                      <a:pt x="78156" y="13533"/>
                    </a:cubicBezTo>
                    <a:cubicBezTo>
                      <a:pt x="69589" y="4967"/>
                      <a:pt x="57969" y="154"/>
                      <a:pt x="45855" y="154"/>
                    </a:cubicBezTo>
                    <a:cubicBezTo>
                      <a:pt x="33740" y="154"/>
                      <a:pt x="22120" y="4967"/>
                      <a:pt x="13554" y="13533"/>
                    </a:cubicBezTo>
                    <a:cubicBezTo>
                      <a:pt x="4988" y="22099"/>
                      <a:pt x="175" y="33719"/>
                      <a:pt x="175" y="45834"/>
                    </a:cubicBezTo>
                    <a:cubicBezTo>
                      <a:pt x="175" y="57948"/>
                      <a:pt x="4988" y="69568"/>
                      <a:pt x="13554" y="78134"/>
                    </a:cubicBezTo>
                    <a:cubicBezTo>
                      <a:pt x="22120" y="86700"/>
                      <a:pt x="33740" y="91513"/>
                      <a:pt x="45855" y="9151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3" name="任意多边形: 形状 3062"/>
              <p:cNvSpPr/>
              <p:nvPr/>
            </p:nvSpPr>
            <p:spPr>
              <a:xfrm>
                <a:off x="19043265" y="21201186"/>
                <a:ext cx="180000" cy="180000"/>
              </a:xfrm>
              <a:custGeom>
                <a:avLst/>
                <a:gdLst>
                  <a:gd name="csX0" fmla="*/ 45840 w 91360"/>
                  <a:gd name="csY0" fmla="*/ 91514 h 91359"/>
                  <a:gd name="csX1" fmla="*/ 78141 w 91360"/>
                  <a:gd name="csY1" fmla="*/ 78134 h 91359"/>
                  <a:gd name="csX2" fmla="*/ 91520 w 91360"/>
                  <a:gd name="csY2" fmla="*/ 45834 h 91359"/>
                  <a:gd name="csX3" fmla="*/ 78141 w 91360"/>
                  <a:gd name="csY3" fmla="*/ 13534 h 91359"/>
                  <a:gd name="csX4" fmla="*/ 45840 w 91360"/>
                  <a:gd name="csY4" fmla="*/ 154 h 91359"/>
                  <a:gd name="csX5" fmla="*/ 13539 w 91360"/>
                  <a:gd name="csY5" fmla="*/ 13534 h 91359"/>
                  <a:gd name="csX6" fmla="*/ 160 w 91360"/>
                  <a:gd name="csY6" fmla="*/ 45834 h 91359"/>
                  <a:gd name="csX7" fmla="*/ 13539 w 91360"/>
                  <a:gd name="csY7" fmla="*/ 78134 h 91359"/>
                  <a:gd name="csX8" fmla="*/ 45840 w 91360"/>
                  <a:gd name="csY8" fmla="*/ 9151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0" y="91514"/>
                    </a:moveTo>
                    <a:cubicBezTo>
                      <a:pt x="57954" y="91514"/>
                      <a:pt x="69574" y="86700"/>
                      <a:pt x="78141" y="78134"/>
                    </a:cubicBezTo>
                    <a:cubicBezTo>
                      <a:pt x="86707" y="69568"/>
                      <a:pt x="91520" y="57948"/>
                      <a:pt x="91520" y="45834"/>
                    </a:cubicBezTo>
                    <a:cubicBezTo>
                      <a:pt x="91520" y="33720"/>
                      <a:pt x="86707" y="22100"/>
                      <a:pt x="78141" y="13534"/>
                    </a:cubicBezTo>
                    <a:cubicBezTo>
                      <a:pt x="69574" y="4967"/>
                      <a:pt x="57954" y="154"/>
                      <a:pt x="45840" y="154"/>
                    </a:cubicBezTo>
                    <a:cubicBezTo>
                      <a:pt x="33725" y="154"/>
                      <a:pt x="22105" y="4967"/>
                      <a:pt x="13539" y="13534"/>
                    </a:cubicBezTo>
                    <a:cubicBezTo>
                      <a:pt x="4973" y="22100"/>
                      <a:pt x="160" y="33720"/>
                      <a:pt x="160" y="45834"/>
                    </a:cubicBezTo>
                    <a:cubicBezTo>
                      <a:pt x="160" y="57948"/>
                      <a:pt x="4973" y="69568"/>
                      <a:pt x="13539" y="78134"/>
                    </a:cubicBezTo>
                    <a:cubicBezTo>
                      <a:pt x="22105" y="86700"/>
                      <a:pt x="33725" y="91514"/>
                      <a:pt x="45840" y="9151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4" name="任意多边形: 形状 3063"/>
              <p:cNvSpPr/>
              <p:nvPr/>
            </p:nvSpPr>
            <p:spPr>
              <a:xfrm>
                <a:off x="19379894" y="24031327"/>
                <a:ext cx="180000" cy="180000"/>
              </a:xfrm>
              <a:custGeom>
                <a:avLst/>
                <a:gdLst>
                  <a:gd name="csX0" fmla="*/ 45890 w 91360"/>
                  <a:gd name="csY0" fmla="*/ 91533 h 91359"/>
                  <a:gd name="csX1" fmla="*/ 78191 w 91360"/>
                  <a:gd name="csY1" fmla="*/ 78154 h 91359"/>
                  <a:gd name="csX2" fmla="*/ 91570 w 91360"/>
                  <a:gd name="csY2" fmla="*/ 45854 h 91359"/>
                  <a:gd name="csX3" fmla="*/ 78191 w 91360"/>
                  <a:gd name="csY3" fmla="*/ 13553 h 91359"/>
                  <a:gd name="csX4" fmla="*/ 45890 w 91360"/>
                  <a:gd name="csY4" fmla="*/ 174 h 91359"/>
                  <a:gd name="csX5" fmla="*/ 13589 w 91360"/>
                  <a:gd name="csY5" fmla="*/ 13553 h 91359"/>
                  <a:gd name="csX6" fmla="*/ 210 w 91360"/>
                  <a:gd name="csY6" fmla="*/ 45854 h 91359"/>
                  <a:gd name="csX7" fmla="*/ 13589 w 91360"/>
                  <a:gd name="csY7" fmla="*/ 78154 h 91359"/>
                  <a:gd name="csX8" fmla="*/ 45890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533"/>
                    </a:moveTo>
                    <a:cubicBezTo>
                      <a:pt x="58005" y="91533"/>
                      <a:pt x="69625" y="86720"/>
                      <a:pt x="78191" y="78154"/>
                    </a:cubicBezTo>
                    <a:cubicBezTo>
                      <a:pt x="86757" y="69588"/>
                      <a:pt x="91570" y="57968"/>
                      <a:pt x="91570" y="45854"/>
                    </a:cubicBezTo>
                    <a:cubicBezTo>
                      <a:pt x="91570" y="33739"/>
                      <a:pt x="86757" y="22119"/>
                      <a:pt x="78191" y="13553"/>
                    </a:cubicBezTo>
                    <a:cubicBezTo>
                      <a:pt x="69625" y="4987"/>
                      <a:pt x="58005" y="174"/>
                      <a:pt x="45890" y="174"/>
                    </a:cubicBezTo>
                    <a:cubicBezTo>
                      <a:pt x="33776" y="174"/>
                      <a:pt x="22156" y="4987"/>
                      <a:pt x="13589" y="13553"/>
                    </a:cubicBezTo>
                    <a:cubicBezTo>
                      <a:pt x="5023" y="22119"/>
                      <a:pt x="210" y="33739"/>
                      <a:pt x="210" y="45854"/>
                    </a:cubicBezTo>
                    <a:cubicBezTo>
                      <a:pt x="210" y="57968"/>
                      <a:pt x="5023" y="69588"/>
                      <a:pt x="13589" y="78154"/>
                    </a:cubicBezTo>
                    <a:cubicBezTo>
                      <a:pt x="22156" y="86720"/>
                      <a:pt x="33776" y="91533"/>
                      <a:pt x="45890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5" name="任意多边形: 形状 3064"/>
              <p:cNvSpPr/>
              <p:nvPr/>
            </p:nvSpPr>
            <p:spPr>
              <a:xfrm>
                <a:off x="17881020" y="23825752"/>
                <a:ext cx="180000" cy="180000"/>
              </a:xfrm>
              <a:custGeom>
                <a:avLst/>
                <a:gdLst>
                  <a:gd name="csX0" fmla="*/ 45861 w 91360"/>
                  <a:gd name="csY0" fmla="*/ 91541 h 91359"/>
                  <a:gd name="csX1" fmla="*/ 78162 w 91360"/>
                  <a:gd name="csY1" fmla="*/ 78162 h 91359"/>
                  <a:gd name="csX2" fmla="*/ 91542 w 91360"/>
                  <a:gd name="csY2" fmla="*/ 45862 h 91359"/>
                  <a:gd name="csX3" fmla="*/ 78162 w 91360"/>
                  <a:gd name="csY3" fmla="*/ 13561 h 91359"/>
                  <a:gd name="csX4" fmla="*/ 45861 w 91360"/>
                  <a:gd name="csY4" fmla="*/ 182 h 91359"/>
                  <a:gd name="csX5" fmla="*/ 13561 w 91360"/>
                  <a:gd name="csY5" fmla="*/ 13561 h 91359"/>
                  <a:gd name="csX6" fmla="*/ 181 w 91360"/>
                  <a:gd name="csY6" fmla="*/ 45862 h 91359"/>
                  <a:gd name="csX7" fmla="*/ 13561 w 91360"/>
                  <a:gd name="csY7" fmla="*/ 78162 h 91359"/>
                  <a:gd name="csX8" fmla="*/ 45861 w 91360"/>
                  <a:gd name="csY8" fmla="*/ 9154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1" y="91541"/>
                    </a:moveTo>
                    <a:cubicBezTo>
                      <a:pt x="57976" y="91541"/>
                      <a:pt x="69596" y="86728"/>
                      <a:pt x="78162" y="78162"/>
                    </a:cubicBezTo>
                    <a:cubicBezTo>
                      <a:pt x="86728" y="69596"/>
                      <a:pt x="91542" y="57976"/>
                      <a:pt x="91542" y="45862"/>
                    </a:cubicBezTo>
                    <a:cubicBezTo>
                      <a:pt x="91542" y="33747"/>
                      <a:pt x="86728" y="22127"/>
                      <a:pt x="78162" y="13561"/>
                    </a:cubicBezTo>
                    <a:cubicBezTo>
                      <a:pt x="69596" y="4995"/>
                      <a:pt x="57976" y="182"/>
                      <a:pt x="45861" y="182"/>
                    </a:cubicBezTo>
                    <a:cubicBezTo>
                      <a:pt x="33747" y="182"/>
                      <a:pt x="22127" y="4995"/>
                      <a:pt x="13561" y="13561"/>
                    </a:cubicBezTo>
                    <a:cubicBezTo>
                      <a:pt x="4994" y="22127"/>
                      <a:pt x="181" y="33747"/>
                      <a:pt x="181" y="45862"/>
                    </a:cubicBezTo>
                    <a:cubicBezTo>
                      <a:pt x="181" y="57976"/>
                      <a:pt x="4994" y="69596"/>
                      <a:pt x="13561" y="78162"/>
                    </a:cubicBezTo>
                    <a:cubicBezTo>
                      <a:pt x="22127" y="86728"/>
                      <a:pt x="33747" y="91541"/>
                      <a:pt x="45861" y="9154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6" name="任意多边形: 形状 3065"/>
              <p:cNvSpPr/>
              <p:nvPr/>
            </p:nvSpPr>
            <p:spPr>
              <a:xfrm>
                <a:off x="18696333" y="23225962"/>
                <a:ext cx="180000" cy="180000"/>
              </a:xfrm>
              <a:custGeom>
                <a:avLst/>
                <a:gdLst>
                  <a:gd name="csX0" fmla="*/ 45887 w 91360"/>
                  <a:gd name="csY0" fmla="*/ 91523 h 91359"/>
                  <a:gd name="csX1" fmla="*/ 78187 w 91360"/>
                  <a:gd name="csY1" fmla="*/ 78144 h 91359"/>
                  <a:gd name="csX2" fmla="*/ 91567 w 91360"/>
                  <a:gd name="csY2" fmla="*/ 45843 h 91359"/>
                  <a:gd name="csX3" fmla="*/ 78187 w 91360"/>
                  <a:gd name="csY3" fmla="*/ 13543 h 91359"/>
                  <a:gd name="csX4" fmla="*/ 45887 w 91360"/>
                  <a:gd name="csY4" fmla="*/ 163 h 91359"/>
                  <a:gd name="csX5" fmla="*/ 13586 w 91360"/>
                  <a:gd name="csY5" fmla="*/ 13543 h 91359"/>
                  <a:gd name="csX6" fmla="*/ 206 w 91360"/>
                  <a:gd name="csY6" fmla="*/ 45843 h 91359"/>
                  <a:gd name="csX7" fmla="*/ 13586 w 91360"/>
                  <a:gd name="csY7" fmla="*/ 78144 h 91359"/>
                  <a:gd name="csX8" fmla="*/ 45887 w 91360"/>
                  <a:gd name="csY8" fmla="*/ 9152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523"/>
                    </a:moveTo>
                    <a:cubicBezTo>
                      <a:pt x="58001" y="91523"/>
                      <a:pt x="69621" y="86710"/>
                      <a:pt x="78187" y="78144"/>
                    </a:cubicBezTo>
                    <a:cubicBezTo>
                      <a:pt x="86754" y="69577"/>
                      <a:pt x="91567" y="57958"/>
                      <a:pt x="91567" y="45843"/>
                    </a:cubicBezTo>
                    <a:cubicBezTo>
                      <a:pt x="91567" y="33729"/>
                      <a:pt x="86754" y="22109"/>
                      <a:pt x="78187" y="13543"/>
                    </a:cubicBezTo>
                    <a:cubicBezTo>
                      <a:pt x="69621" y="4977"/>
                      <a:pt x="58001" y="163"/>
                      <a:pt x="45887" y="163"/>
                    </a:cubicBezTo>
                    <a:cubicBezTo>
                      <a:pt x="33772" y="163"/>
                      <a:pt x="22152" y="4977"/>
                      <a:pt x="13586" y="13543"/>
                    </a:cubicBezTo>
                    <a:cubicBezTo>
                      <a:pt x="5020" y="22109"/>
                      <a:pt x="206" y="33729"/>
                      <a:pt x="206" y="45843"/>
                    </a:cubicBezTo>
                    <a:cubicBezTo>
                      <a:pt x="206" y="57958"/>
                      <a:pt x="5020" y="69577"/>
                      <a:pt x="13586" y="78144"/>
                    </a:cubicBezTo>
                    <a:cubicBezTo>
                      <a:pt x="22152" y="86710"/>
                      <a:pt x="33772" y="91523"/>
                      <a:pt x="45887" y="9152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7" name="任意多边形: 形状 3066"/>
              <p:cNvSpPr/>
              <p:nvPr/>
            </p:nvSpPr>
            <p:spPr>
              <a:xfrm>
                <a:off x="17371179" y="22104481"/>
                <a:ext cx="180000" cy="180000"/>
              </a:xfrm>
              <a:custGeom>
                <a:avLst/>
                <a:gdLst>
                  <a:gd name="csX0" fmla="*/ 45842 w 91360"/>
                  <a:gd name="csY0" fmla="*/ 91512 h 91359"/>
                  <a:gd name="csX1" fmla="*/ 78143 w 91360"/>
                  <a:gd name="csY1" fmla="*/ 78133 h 91359"/>
                  <a:gd name="csX2" fmla="*/ 91522 w 91360"/>
                  <a:gd name="csY2" fmla="*/ 45833 h 91359"/>
                  <a:gd name="csX3" fmla="*/ 78143 w 91360"/>
                  <a:gd name="csY3" fmla="*/ 13532 h 91359"/>
                  <a:gd name="csX4" fmla="*/ 45842 w 91360"/>
                  <a:gd name="csY4" fmla="*/ 153 h 91359"/>
                  <a:gd name="csX5" fmla="*/ 13541 w 91360"/>
                  <a:gd name="csY5" fmla="*/ 13532 h 91359"/>
                  <a:gd name="csX6" fmla="*/ 162 w 91360"/>
                  <a:gd name="csY6" fmla="*/ 45833 h 91359"/>
                  <a:gd name="csX7" fmla="*/ 13541 w 91360"/>
                  <a:gd name="csY7" fmla="*/ 78133 h 91359"/>
                  <a:gd name="csX8" fmla="*/ 45842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2" y="91512"/>
                    </a:moveTo>
                    <a:cubicBezTo>
                      <a:pt x="57956" y="91512"/>
                      <a:pt x="69576" y="86699"/>
                      <a:pt x="78143" y="78133"/>
                    </a:cubicBezTo>
                    <a:cubicBezTo>
                      <a:pt x="86709" y="69567"/>
                      <a:pt x="91522" y="57947"/>
                      <a:pt x="91522" y="45833"/>
                    </a:cubicBezTo>
                    <a:cubicBezTo>
                      <a:pt x="91522" y="33718"/>
                      <a:pt x="86709" y="22099"/>
                      <a:pt x="78143" y="13532"/>
                    </a:cubicBezTo>
                    <a:cubicBezTo>
                      <a:pt x="69576" y="4966"/>
                      <a:pt x="57956" y="153"/>
                      <a:pt x="45842" y="153"/>
                    </a:cubicBezTo>
                    <a:cubicBezTo>
                      <a:pt x="33727" y="153"/>
                      <a:pt x="22107" y="4966"/>
                      <a:pt x="13541" y="13532"/>
                    </a:cubicBezTo>
                    <a:cubicBezTo>
                      <a:pt x="4975" y="22099"/>
                      <a:pt x="162" y="33718"/>
                      <a:pt x="162" y="45833"/>
                    </a:cubicBezTo>
                    <a:cubicBezTo>
                      <a:pt x="162" y="57947"/>
                      <a:pt x="4975" y="69567"/>
                      <a:pt x="13541" y="78133"/>
                    </a:cubicBezTo>
                    <a:cubicBezTo>
                      <a:pt x="22107" y="86699"/>
                      <a:pt x="33727" y="91512"/>
                      <a:pt x="45842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8" name="任意多边形: 形状 3067"/>
              <p:cNvSpPr/>
              <p:nvPr/>
            </p:nvSpPr>
            <p:spPr>
              <a:xfrm>
                <a:off x="18177908" y="21023592"/>
                <a:ext cx="180000" cy="180000"/>
              </a:xfrm>
              <a:custGeom>
                <a:avLst/>
                <a:gdLst>
                  <a:gd name="csX0" fmla="*/ 45868 w 91360"/>
                  <a:gd name="csY0" fmla="*/ 91521 h 91359"/>
                  <a:gd name="csX1" fmla="*/ 78168 w 91360"/>
                  <a:gd name="csY1" fmla="*/ 78142 h 91359"/>
                  <a:gd name="csX2" fmla="*/ 91548 w 91360"/>
                  <a:gd name="csY2" fmla="*/ 45842 h 91359"/>
                  <a:gd name="csX3" fmla="*/ 78168 w 91360"/>
                  <a:gd name="csY3" fmla="*/ 13541 h 91359"/>
                  <a:gd name="csX4" fmla="*/ 45868 w 91360"/>
                  <a:gd name="csY4" fmla="*/ 162 h 91359"/>
                  <a:gd name="csX5" fmla="*/ 13567 w 91360"/>
                  <a:gd name="csY5" fmla="*/ 13541 h 91359"/>
                  <a:gd name="csX6" fmla="*/ 187 w 91360"/>
                  <a:gd name="csY6" fmla="*/ 45842 h 91359"/>
                  <a:gd name="csX7" fmla="*/ 13567 w 91360"/>
                  <a:gd name="csY7" fmla="*/ 78142 h 91359"/>
                  <a:gd name="csX8" fmla="*/ 45868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21"/>
                    </a:moveTo>
                    <a:cubicBezTo>
                      <a:pt x="57982" y="91521"/>
                      <a:pt x="69602" y="86708"/>
                      <a:pt x="78168" y="78142"/>
                    </a:cubicBezTo>
                    <a:cubicBezTo>
                      <a:pt x="86735" y="69576"/>
                      <a:pt x="91548" y="57956"/>
                      <a:pt x="91548" y="45842"/>
                    </a:cubicBezTo>
                    <a:cubicBezTo>
                      <a:pt x="91548" y="33727"/>
                      <a:pt x="86735" y="22107"/>
                      <a:pt x="78168" y="13541"/>
                    </a:cubicBezTo>
                    <a:cubicBezTo>
                      <a:pt x="69602" y="4975"/>
                      <a:pt x="57982" y="162"/>
                      <a:pt x="45868" y="162"/>
                    </a:cubicBezTo>
                    <a:cubicBezTo>
                      <a:pt x="33753" y="162"/>
                      <a:pt x="22133" y="4975"/>
                      <a:pt x="13567" y="13541"/>
                    </a:cubicBezTo>
                    <a:cubicBezTo>
                      <a:pt x="5001" y="22107"/>
                      <a:pt x="187" y="33727"/>
                      <a:pt x="187" y="45842"/>
                    </a:cubicBezTo>
                    <a:cubicBezTo>
                      <a:pt x="187" y="57956"/>
                      <a:pt x="5001" y="69576"/>
                      <a:pt x="13567" y="78142"/>
                    </a:cubicBezTo>
                    <a:cubicBezTo>
                      <a:pt x="22133" y="86708"/>
                      <a:pt x="33753" y="91521"/>
                      <a:pt x="45868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69" name="任意多边形: 形状 3068"/>
              <p:cNvSpPr/>
              <p:nvPr/>
            </p:nvSpPr>
            <p:spPr>
              <a:xfrm>
                <a:off x="19972293" y="22376682"/>
                <a:ext cx="180000" cy="180000"/>
              </a:xfrm>
              <a:custGeom>
                <a:avLst/>
                <a:gdLst>
                  <a:gd name="csX0" fmla="*/ 45908 w 91360"/>
                  <a:gd name="csY0" fmla="*/ 91524 h 91359"/>
                  <a:gd name="csX1" fmla="*/ 78209 w 91360"/>
                  <a:gd name="csY1" fmla="*/ 78145 h 91359"/>
                  <a:gd name="csX2" fmla="*/ 91588 w 91360"/>
                  <a:gd name="csY2" fmla="*/ 45845 h 91359"/>
                  <a:gd name="csX3" fmla="*/ 78209 w 91360"/>
                  <a:gd name="csY3" fmla="*/ 13544 h 91359"/>
                  <a:gd name="csX4" fmla="*/ 45908 w 91360"/>
                  <a:gd name="csY4" fmla="*/ 165 h 91359"/>
                  <a:gd name="csX5" fmla="*/ 13607 w 91360"/>
                  <a:gd name="csY5" fmla="*/ 13544 h 91359"/>
                  <a:gd name="csX6" fmla="*/ 228 w 91360"/>
                  <a:gd name="csY6" fmla="*/ 45845 h 91359"/>
                  <a:gd name="csX7" fmla="*/ 13607 w 91360"/>
                  <a:gd name="csY7" fmla="*/ 78145 h 91359"/>
                  <a:gd name="csX8" fmla="*/ 45908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524"/>
                    </a:moveTo>
                    <a:cubicBezTo>
                      <a:pt x="58023" y="91524"/>
                      <a:pt x="69643" y="86711"/>
                      <a:pt x="78209" y="78145"/>
                    </a:cubicBezTo>
                    <a:cubicBezTo>
                      <a:pt x="86775" y="69579"/>
                      <a:pt x="91588" y="57959"/>
                      <a:pt x="91588" y="45845"/>
                    </a:cubicBezTo>
                    <a:cubicBezTo>
                      <a:pt x="91588" y="33730"/>
                      <a:pt x="86775" y="22111"/>
                      <a:pt x="78209" y="13544"/>
                    </a:cubicBezTo>
                    <a:cubicBezTo>
                      <a:pt x="69643" y="4978"/>
                      <a:pt x="58023" y="165"/>
                      <a:pt x="45908" y="165"/>
                    </a:cubicBezTo>
                    <a:cubicBezTo>
                      <a:pt x="33794" y="165"/>
                      <a:pt x="22174" y="4978"/>
                      <a:pt x="13607" y="13544"/>
                    </a:cubicBezTo>
                    <a:cubicBezTo>
                      <a:pt x="5041" y="22111"/>
                      <a:pt x="228" y="33730"/>
                      <a:pt x="228" y="45845"/>
                    </a:cubicBezTo>
                    <a:cubicBezTo>
                      <a:pt x="228" y="57959"/>
                      <a:pt x="5041" y="69579"/>
                      <a:pt x="13607" y="78145"/>
                    </a:cubicBezTo>
                    <a:cubicBezTo>
                      <a:pt x="22174" y="86711"/>
                      <a:pt x="33794" y="91524"/>
                      <a:pt x="45908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0" name="任意多边形: 形状 3069"/>
              <p:cNvSpPr/>
              <p:nvPr/>
            </p:nvSpPr>
            <p:spPr>
              <a:xfrm>
                <a:off x="19997197" y="21809629"/>
                <a:ext cx="180000" cy="180000"/>
              </a:xfrm>
              <a:custGeom>
                <a:avLst/>
                <a:gdLst>
                  <a:gd name="csX0" fmla="*/ 45870 w 91360"/>
                  <a:gd name="csY0" fmla="*/ 91527 h 91359"/>
                  <a:gd name="csX1" fmla="*/ 78170 w 91360"/>
                  <a:gd name="csY1" fmla="*/ 78148 h 91359"/>
                  <a:gd name="csX2" fmla="*/ 91550 w 91360"/>
                  <a:gd name="csY2" fmla="*/ 45847 h 91359"/>
                  <a:gd name="csX3" fmla="*/ 78170 w 91360"/>
                  <a:gd name="csY3" fmla="*/ 13547 h 91359"/>
                  <a:gd name="csX4" fmla="*/ 45870 w 91360"/>
                  <a:gd name="csY4" fmla="*/ 168 h 91359"/>
                  <a:gd name="csX5" fmla="*/ 13569 w 91360"/>
                  <a:gd name="csY5" fmla="*/ 13547 h 91359"/>
                  <a:gd name="csX6" fmla="*/ 189 w 91360"/>
                  <a:gd name="csY6" fmla="*/ 45847 h 91359"/>
                  <a:gd name="csX7" fmla="*/ 13569 w 91360"/>
                  <a:gd name="csY7" fmla="*/ 78148 h 91359"/>
                  <a:gd name="csX8" fmla="*/ 45870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0" y="91527"/>
                    </a:moveTo>
                    <a:cubicBezTo>
                      <a:pt x="57984" y="91527"/>
                      <a:pt x="69604" y="86714"/>
                      <a:pt x="78170" y="78148"/>
                    </a:cubicBezTo>
                    <a:cubicBezTo>
                      <a:pt x="86737" y="69582"/>
                      <a:pt x="91550" y="57962"/>
                      <a:pt x="91550" y="45847"/>
                    </a:cubicBezTo>
                    <a:cubicBezTo>
                      <a:pt x="91550" y="33733"/>
                      <a:pt x="86737" y="22113"/>
                      <a:pt x="78170" y="13547"/>
                    </a:cubicBezTo>
                    <a:cubicBezTo>
                      <a:pt x="69604" y="4981"/>
                      <a:pt x="57984" y="168"/>
                      <a:pt x="45870" y="168"/>
                    </a:cubicBezTo>
                    <a:cubicBezTo>
                      <a:pt x="33755" y="168"/>
                      <a:pt x="22135" y="4981"/>
                      <a:pt x="13569" y="13547"/>
                    </a:cubicBezTo>
                    <a:cubicBezTo>
                      <a:pt x="5002" y="22113"/>
                      <a:pt x="189" y="33733"/>
                      <a:pt x="189" y="45847"/>
                    </a:cubicBezTo>
                    <a:cubicBezTo>
                      <a:pt x="189" y="57962"/>
                      <a:pt x="5002" y="69582"/>
                      <a:pt x="13569" y="78148"/>
                    </a:cubicBezTo>
                    <a:cubicBezTo>
                      <a:pt x="22135" y="86714"/>
                      <a:pt x="33755" y="91527"/>
                      <a:pt x="45870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1" name="任意多边形: 形状 3070"/>
              <p:cNvSpPr/>
              <p:nvPr/>
            </p:nvSpPr>
            <p:spPr>
              <a:xfrm>
                <a:off x="17933252" y="24614045"/>
                <a:ext cx="180000" cy="180000"/>
              </a:xfrm>
              <a:custGeom>
                <a:avLst/>
                <a:gdLst>
                  <a:gd name="csX0" fmla="*/ 45898 w 91360"/>
                  <a:gd name="csY0" fmla="*/ 91511 h 91359"/>
                  <a:gd name="csX1" fmla="*/ 78199 w 91360"/>
                  <a:gd name="csY1" fmla="*/ 78132 h 91359"/>
                  <a:gd name="csX2" fmla="*/ 91578 w 91360"/>
                  <a:gd name="csY2" fmla="*/ 45831 h 91359"/>
                  <a:gd name="csX3" fmla="*/ 78199 w 91360"/>
                  <a:gd name="csY3" fmla="*/ 13531 h 91359"/>
                  <a:gd name="csX4" fmla="*/ 45898 w 91360"/>
                  <a:gd name="csY4" fmla="*/ 152 h 91359"/>
                  <a:gd name="csX5" fmla="*/ 13597 w 91360"/>
                  <a:gd name="csY5" fmla="*/ 13531 h 91359"/>
                  <a:gd name="csX6" fmla="*/ 218 w 91360"/>
                  <a:gd name="csY6" fmla="*/ 45831 h 91359"/>
                  <a:gd name="csX7" fmla="*/ 13597 w 91360"/>
                  <a:gd name="csY7" fmla="*/ 78132 h 91359"/>
                  <a:gd name="csX8" fmla="*/ 45898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8" y="91511"/>
                    </a:moveTo>
                    <a:cubicBezTo>
                      <a:pt x="58012" y="91511"/>
                      <a:pt x="69632" y="86698"/>
                      <a:pt x="78199" y="78132"/>
                    </a:cubicBezTo>
                    <a:cubicBezTo>
                      <a:pt x="86765" y="69565"/>
                      <a:pt x="91578" y="57946"/>
                      <a:pt x="91578" y="45831"/>
                    </a:cubicBezTo>
                    <a:cubicBezTo>
                      <a:pt x="91578" y="33717"/>
                      <a:pt x="86765" y="22097"/>
                      <a:pt x="78199" y="13531"/>
                    </a:cubicBezTo>
                    <a:cubicBezTo>
                      <a:pt x="69632" y="4965"/>
                      <a:pt x="58012" y="152"/>
                      <a:pt x="45898" y="152"/>
                    </a:cubicBezTo>
                    <a:cubicBezTo>
                      <a:pt x="33783" y="152"/>
                      <a:pt x="22163" y="4965"/>
                      <a:pt x="13597" y="13531"/>
                    </a:cubicBezTo>
                    <a:cubicBezTo>
                      <a:pt x="5031" y="22097"/>
                      <a:pt x="218" y="33717"/>
                      <a:pt x="218" y="45831"/>
                    </a:cubicBezTo>
                    <a:cubicBezTo>
                      <a:pt x="218" y="57946"/>
                      <a:pt x="5031" y="69565"/>
                      <a:pt x="13597" y="78132"/>
                    </a:cubicBezTo>
                    <a:cubicBezTo>
                      <a:pt x="22163" y="86698"/>
                      <a:pt x="33783" y="91511"/>
                      <a:pt x="45898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2" name="任意多边形: 形状 3071"/>
              <p:cNvSpPr/>
              <p:nvPr/>
            </p:nvSpPr>
            <p:spPr>
              <a:xfrm>
                <a:off x="17210540" y="21967855"/>
                <a:ext cx="180000" cy="180000"/>
              </a:xfrm>
              <a:custGeom>
                <a:avLst/>
                <a:gdLst>
                  <a:gd name="csX0" fmla="*/ 45841 w 91360"/>
                  <a:gd name="csY0" fmla="*/ 91484 h 91359"/>
                  <a:gd name="csX1" fmla="*/ 78141 w 91360"/>
                  <a:gd name="csY1" fmla="*/ 78105 h 91359"/>
                  <a:gd name="csX2" fmla="*/ 91521 w 91360"/>
                  <a:gd name="csY2" fmla="*/ 45804 h 91359"/>
                  <a:gd name="csX3" fmla="*/ 78141 w 91360"/>
                  <a:gd name="csY3" fmla="*/ 13504 h 91359"/>
                  <a:gd name="csX4" fmla="*/ 45841 w 91360"/>
                  <a:gd name="csY4" fmla="*/ 124 h 91359"/>
                  <a:gd name="csX5" fmla="*/ 13540 w 91360"/>
                  <a:gd name="csY5" fmla="*/ 13504 h 91359"/>
                  <a:gd name="csX6" fmla="*/ 160 w 91360"/>
                  <a:gd name="csY6" fmla="*/ 45804 h 91359"/>
                  <a:gd name="csX7" fmla="*/ 13540 w 91360"/>
                  <a:gd name="csY7" fmla="*/ 78105 h 91359"/>
                  <a:gd name="csX8" fmla="*/ 45841 w 91360"/>
                  <a:gd name="csY8" fmla="*/ 9148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1" y="91484"/>
                    </a:moveTo>
                    <a:cubicBezTo>
                      <a:pt x="57955" y="91484"/>
                      <a:pt x="69575" y="86671"/>
                      <a:pt x="78141" y="78105"/>
                    </a:cubicBezTo>
                    <a:cubicBezTo>
                      <a:pt x="86708" y="69538"/>
                      <a:pt x="91521" y="57919"/>
                      <a:pt x="91521" y="45804"/>
                    </a:cubicBezTo>
                    <a:cubicBezTo>
                      <a:pt x="91521" y="33690"/>
                      <a:pt x="86708" y="22070"/>
                      <a:pt x="78141" y="13504"/>
                    </a:cubicBezTo>
                    <a:cubicBezTo>
                      <a:pt x="69575" y="4938"/>
                      <a:pt x="57955" y="124"/>
                      <a:pt x="45841" y="124"/>
                    </a:cubicBezTo>
                    <a:cubicBezTo>
                      <a:pt x="33726" y="124"/>
                      <a:pt x="22106" y="4938"/>
                      <a:pt x="13540" y="13504"/>
                    </a:cubicBezTo>
                    <a:cubicBezTo>
                      <a:pt x="4974" y="22070"/>
                      <a:pt x="160" y="33690"/>
                      <a:pt x="160" y="45804"/>
                    </a:cubicBezTo>
                    <a:cubicBezTo>
                      <a:pt x="160" y="57919"/>
                      <a:pt x="4974" y="69538"/>
                      <a:pt x="13540" y="78105"/>
                    </a:cubicBezTo>
                    <a:cubicBezTo>
                      <a:pt x="22106" y="86671"/>
                      <a:pt x="33726" y="91484"/>
                      <a:pt x="45841" y="9148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3" name="任意多边形: 形状 3072"/>
              <p:cNvSpPr/>
              <p:nvPr/>
            </p:nvSpPr>
            <p:spPr>
              <a:xfrm>
                <a:off x="18332540" y="21124828"/>
                <a:ext cx="180000" cy="180000"/>
              </a:xfrm>
              <a:custGeom>
                <a:avLst/>
                <a:gdLst>
                  <a:gd name="csX0" fmla="*/ 45898 w 91360"/>
                  <a:gd name="csY0" fmla="*/ 91506 h 91359"/>
                  <a:gd name="csX1" fmla="*/ 78199 w 91360"/>
                  <a:gd name="csY1" fmla="*/ 78127 h 91359"/>
                  <a:gd name="csX2" fmla="*/ 91578 w 91360"/>
                  <a:gd name="csY2" fmla="*/ 45827 h 91359"/>
                  <a:gd name="csX3" fmla="*/ 78199 w 91360"/>
                  <a:gd name="csY3" fmla="*/ 13526 h 91359"/>
                  <a:gd name="csX4" fmla="*/ 45898 w 91360"/>
                  <a:gd name="csY4" fmla="*/ 147 h 91359"/>
                  <a:gd name="csX5" fmla="*/ 13597 w 91360"/>
                  <a:gd name="csY5" fmla="*/ 13526 h 91359"/>
                  <a:gd name="csX6" fmla="*/ 218 w 91360"/>
                  <a:gd name="csY6" fmla="*/ 45827 h 91359"/>
                  <a:gd name="csX7" fmla="*/ 13597 w 91360"/>
                  <a:gd name="csY7" fmla="*/ 78127 h 91359"/>
                  <a:gd name="csX8" fmla="*/ 45898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8" y="91506"/>
                    </a:moveTo>
                    <a:cubicBezTo>
                      <a:pt x="58012" y="91506"/>
                      <a:pt x="69632" y="86693"/>
                      <a:pt x="78199" y="78127"/>
                    </a:cubicBezTo>
                    <a:cubicBezTo>
                      <a:pt x="86765" y="69561"/>
                      <a:pt x="91578" y="57941"/>
                      <a:pt x="91578" y="45827"/>
                    </a:cubicBezTo>
                    <a:cubicBezTo>
                      <a:pt x="91578" y="33712"/>
                      <a:pt x="86765" y="22092"/>
                      <a:pt x="78199" y="13526"/>
                    </a:cubicBezTo>
                    <a:cubicBezTo>
                      <a:pt x="69632" y="4960"/>
                      <a:pt x="58012" y="147"/>
                      <a:pt x="45898" y="147"/>
                    </a:cubicBezTo>
                    <a:cubicBezTo>
                      <a:pt x="33783" y="147"/>
                      <a:pt x="22163" y="4960"/>
                      <a:pt x="13597" y="13526"/>
                    </a:cubicBezTo>
                    <a:cubicBezTo>
                      <a:pt x="5031" y="22092"/>
                      <a:pt x="218" y="33712"/>
                      <a:pt x="218" y="45827"/>
                    </a:cubicBezTo>
                    <a:cubicBezTo>
                      <a:pt x="218" y="57941"/>
                      <a:pt x="5031" y="69561"/>
                      <a:pt x="13597" y="78127"/>
                    </a:cubicBezTo>
                    <a:cubicBezTo>
                      <a:pt x="22163" y="86693"/>
                      <a:pt x="33783" y="91506"/>
                      <a:pt x="45898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4" name="任意多边形: 形状 3073"/>
              <p:cNvSpPr/>
              <p:nvPr/>
            </p:nvSpPr>
            <p:spPr>
              <a:xfrm>
                <a:off x="19940283" y="22852662"/>
                <a:ext cx="180000" cy="180000"/>
              </a:xfrm>
              <a:custGeom>
                <a:avLst/>
                <a:gdLst>
                  <a:gd name="csX0" fmla="*/ 45894 w 91360"/>
                  <a:gd name="csY0" fmla="*/ 91499 h 91359"/>
                  <a:gd name="csX1" fmla="*/ 78195 w 91360"/>
                  <a:gd name="csY1" fmla="*/ 78120 h 91359"/>
                  <a:gd name="csX2" fmla="*/ 91574 w 91360"/>
                  <a:gd name="csY2" fmla="*/ 45819 h 91359"/>
                  <a:gd name="csX3" fmla="*/ 78195 w 91360"/>
                  <a:gd name="csY3" fmla="*/ 13519 h 91359"/>
                  <a:gd name="csX4" fmla="*/ 45894 w 91360"/>
                  <a:gd name="csY4" fmla="*/ 140 h 91359"/>
                  <a:gd name="csX5" fmla="*/ 13593 w 91360"/>
                  <a:gd name="csY5" fmla="*/ 13519 h 91359"/>
                  <a:gd name="csX6" fmla="*/ 214 w 91360"/>
                  <a:gd name="csY6" fmla="*/ 45819 h 91359"/>
                  <a:gd name="csX7" fmla="*/ 13593 w 91360"/>
                  <a:gd name="csY7" fmla="*/ 78120 h 91359"/>
                  <a:gd name="csX8" fmla="*/ 45894 w 91360"/>
                  <a:gd name="csY8" fmla="*/ 9149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4" y="91499"/>
                    </a:moveTo>
                    <a:cubicBezTo>
                      <a:pt x="58008" y="91499"/>
                      <a:pt x="69628" y="86686"/>
                      <a:pt x="78195" y="78120"/>
                    </a:cubicBezTo>
                    <a:cubicBezTo>
                      <a:pt x="86761" y="69554"/>
                      <a:pt x="91574" y="57934"/>
                      <a:pt x="91574" y="45819"/>
                    </a:cubicBezTo>
                    <a:cubicBezTo>
                      <a:pt x="91574" y="33705"/>
                      <a:pt x="86761" y="22085"/>
                      <a:pt x="78195" y="13519"/>
                    </a:cubicBezTo>
                    <a:cubicBezTo>
                      <a:pt x="69628" y="4953"/>
                      <a:pt x="58008" y="140"/>
                      <a:pt x="45894" y="140"/>
                    </a:cubicBezTo>
                    <a:cubicBezTo>
                      <a:pt x="33779" y="140"/>
                      <a:pt x="22159" y="4953"/>
                      <a:pt x="13593" y="13519"/>
                    </a:cubicBezTo>
                    <a:cubicBezTo>
                      <a:pt x="5027" y="22085"/>
                      <a:pt x="214" y="33705"/>
                      <a:pt x="214" y="45819"/>
                    </a:cubicBezTo>
                    <a:cubicBezTo>
                      <a:pt x="214" y="57934"/>
                      <a:pt x="5027" y="69554"/>
                      <a:pt x="13593" y="78120"/>
                    </a:cubicBezTo>
                    <a:cubicBezTo>
                      <a:pt x="22159" y="86686"/>
                      <a:pt x="33779" y="91499"/>
                      <a:pt x="45894" y="9149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5" name="任意多边形: 形状 3074"/>
              <p:cNvSpPr/>
              <p:nvPr/>
            </p:nvSpPr>
            <p:spPr>
              <a:xfrm>
                <a:off x="19017876" y="24780354"/>
                <a:ext cx="180000" cy="180000"/>
              </a:xfrm>
              <a:custGeom>
                <a:avLst/>
                <a:gdLst>
                  <a:gd name="csX0" fmla="*/ 45891 w 91360"/>
                  <a:gd name="csY0" fmla="*/ 91533 h 91359"/>
                  <a:gd name="csX1" fmla="*/ 78192 w 91360"/>
                  <a:gd name="csY1" fmla="*/ 78153 h 91359"/>
                  <a:gd name="csX2" fmla="*/ 91571 w 91360"/>
                  <a:gd name="csY2" fmla="*/ 45853 h 91359"/>
                  <a:gd name="csX3" fmla="*/ 78192 w 91360"/>
                  <a:gd name="csY3" fmla="*/ 13552 h 91359"/>
                  <a:gd name="csX4" fmla="*/ 45891 w 91360"/>
                  <a:gd name="csY4" fmla="*/ 173 h 91359"/>
                  <a:gd name="csX5" fmla="*/ 13590 w 91360"/>
                  <a:gd name="csY5" fmla="*/ 13552 h 91359"/>
                  <a:gd name="csX6" fmla="*/ 211 w 91360"/>
                  <a:gd name="csY6" fmla="*/ 45853 h 91359"/>
                  <a:gd name="csX7" fmla="*/ 13590 w 91360"/>
                  <a:gd name="csY7" fmla="*/ 78153 h 91359"/>
                  <a:gd name="csX8" fmla="*/ 45891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33"/>
                    </a:moveTo>
                    <a:cubicBezTo>
                      <a:pt x="58005" y="91533"/>
                      <a:pt x="69625" y="86719"/>
                      <a:pt x="78192" y="78153"/>
                    </a:cubicBezTo>
                    <a:cubicBezTo>
                      <a:pt x="86758" y="69587"/>
                      <a:pt x="91571" y="57967"/>
                      <a:pt x="91571" y="45853"/>
                    </a:cubicBezTo>
                    <a:cubicBezTo>
                      <a:pt x="91571" y="33738"/>
                      <a:pt x="86758" y="22119"/>
                      <a:pt x="78192" y="13552"/>
                    </a:cubicBezTo>
                    <a:cubicBezTo>
                      <a:pt x="69625" y="4986"/>
                      <a:pt x="58005" y="173"/>
                      <a:pt x="45891" y="173"/>
                    </a:cubicBezTo>
                    <a:cubicBezTo>
                      <a:pt x="33776" y="173"/>
                      <a:pt x="22156" y="4986"/>
                      <a:pt x="13590" y="13552"/>
                    </a:cubicBezTo>
                    <a:cubicBezTo>
                      <a:pt x="5024" y="22119"/>
                      <a:pt x="211" y="33738"/>
                      <a:pt x="211" y="45853"/>
                    </a:cubicBezTo>
                    <a:cubicBezTo>
                      <a:pt x="211" y="57967"/>
                      <a:pt x="5024" y="69587"/>
                      <a:pt x="13590" y="78153"/>
                    </a:cubicBezTo>
                    <a:cubicBezTo>
                      <a:pt x="22156" y="86719"/>
                      <a:pt x="33776" y="91533"/>
                      <a:pt x="45891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6" name="任意多边形: 形状 3075"/>
              <p:cNvSpPr/>
              <p:nvPr/>
            </p:nvSpPr>
            <p:spPr>
              <a:xfrm>
                <a:off x="18551638" y="24772247"/>
                <a:ext cx="180000" cy="180000"/>
              </a:xfrm>
              <a:custGeom>
                <a:avLst/>
                <a:gdLst>
                  <a:gd name="csX0" fmla="*/ 45891 w 91360"/>
                  <a:gd name="csY0" fmla="*/ 91552 h 91359"/>
                  <a:gd name="csX1" fmla="*/ 78192 w 91360"/>
                  <a:gd name="csY1" fmla="*/ 78173 h 91359"/>
                  <a:gd name="csX2" fmla="*/ 91572 w 91360"/>
                  <a:gd name="csY2" fmla="*/ 45872 h 91359"/>
                  <a:gd name="csX3" fmla="*/ 78192 w 91360"/>
                  <a:gd name="csY3" fmla="*/ 13572 h 91359"/>
                  <a:gd name="csX4" fmla="*/ 45891 w 91360"/>
                  <a:gd name="csY4" fmla="*/ 193 h 91359"/>
                  <a:gd name="csX5" fmla="*/ 13591 w 91360"/>
                  <a:gd name="csY5" fmla="*/ 13572 h 91359"/>
                  <a:gd name="csX6" fmla="*/ 211 w 91360"/>
                  <a:gd name="csY6" fmla="*/ 45872 h 91359"/>
                  <a:gd name="csX7" fmla="*/ 13591 w 91360"/>
                  <a:gd name="csY7" fmla="*/ 78173 h 91359"/>
                  <a:gd name="csX8" fmla="*/ 45891 w 91360"/>
                  <a:gd name="csY8" fmla="*/ 9155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52"/>
                    </a:moveTo>
                    <a:cubicBezTo>
                      <a:pt x="58006" y="91552"/>
                      <a:pt x="69626" y="86739"/>
                      <a:pt x="78192" y="78173"/>
                    </a:cubicBezTo>
                    <a:cubicBezTo>
                      <a:pt x="86759" y="69607"/>
                      <a:pt x="91572" y="57987"/>
                      <a:pt x="91572" y="45872"/>
                    </a:cubicBezTo>
                    <a:cubicBezTo>
                      <a:pt x="91572" y="33758"/>
                      <a:pt x="86759" y="22138"/>
                      <a:pt x="78192" y="13572"/>
                    </a:cubicBezTo>
                    <a:cubicBezTo>
                      <a:pt x="69626" y="5006"/>
                      <a:pt x="58006" y="193"/>
                      <a:pt x="45891" y="193"/>
                    </a:cubicBezTo>
                    <a:cubicBezTo>
                      <a:pt x="33777" y="193"/>
                      <a:pt x="22157" y="5006"/>
                      <a:pt x="13591" y="13572"/>
                    </a:cubicBezTo>
                    <a:cubicBezTo>
                      <a:pt x="5024" y="22138"/>
                      <a:pt x="211" y="33758"/>
                      <a:pt x="211" y="45872"/>
                    </a:cubicBezTo>
                    <a:cubicBezTo>
                      <a:pt x="211" y="57987"/>
                      <a:pt x="5024" y="69607"/>
                      <a:pt x="13591" y="78173"/>
                    </a:cubicBezTo>
                    <a:cubicBezTo>
                      <a:pt x="22157" y="86739"/>
                      <a:pt x="33777" y="91552"/>
                      <a:pt x="45891" y="9155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7" name="任意多边形: 形状 3076"/>
              <p:cNvSpPr/>
              <p:nvPr/>
            </p:nvSpPr>
            <p:spPr>
              <a:xfrm>
                <a:off x="19571424" y="24380947"/>
                <a:ext cx="180000" cy="180000"/>
              </a:xfrm>
              <a:custGeom>
                <a:avLst/>
                <a:gdLst>
                  <a:gd name="csX0" fmla="*/ 45914 w 91360"/>
                  <a:gd name="csY0" fmla="*/ 91559 h 91359"/>
                  <a:gd name="csX1" fmla="*/ 78214 w 91360"/>
                  <a:gd name="csY1" fmla="*/ 78179 h 91359"/>
                  <a:gd name="csX2" fmla="*/ 91594 w 91360"/>
                  <a:gd name="csY2" fmla="*/ 45879 h 91359"/>
                  <a:gd name="csX3" fmla="*/ 78214 w 91360"/>
                  <a:gd name="csY3" fmla="*/ 13578 h 91359"/>
                  <a:gd name="csX4" fmla="*/ 45914 w 91360"/>
                  <a:gd name="csY4" fmla="*/ 199 h 91359"/>
                  <a:gd name="csX5" fmla="*/ 13613 w 91360"/>
                  <a:gd name="csY5" fmla="*/ 13578 h 91359"/>
                  <a:gd name="csX6" fmla="*/ 233 w 91360"/>
                  <a:gd name="csY6" fmla="*/ 45879 h 91359"/>
                  <a:gd name="csX7" fmla="*/ 13613 w 91360"/>
                  <a:gd name="csY7" fmla="*/ 78179 h 91359"/>
                  <a:gd name="csX8" fmla="*/ 45914 w 91360"/>
                  <a:gd name="csY8" fmla="*/ 9155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4" y="91559"/>
                    </a:moveTo>
                    <a:cubicBezTo>
                      <a:pt x="58028" y="91559"/>
                      <a:pt x="69648" y="86745"/>
                      <a:pt x="78214" y="78179"/>
                    </a:cubicBezTo>
                    <a:cubicBezTo>
                      <a:pt x="86781" y="69613"/>
                      <a:pt x="91594" y="57993"/>
                      <a:pt x="91594" y="45879"/>
                    </a:cubicBezTo>
                    <a:cubicBezTo>
                      <a:pt x="91594" y="33764"/>
                      <a:pt x="86781" y="22145"/>
                      <a:pt x="78214" y="13578"/>
                    </a:cubicBezTo>
                    <a:cubicBezTo>
                      <a:pt x="69648" y="5012"/>
                      <a:pt x="58028" y="199"/>
                      <a:pt x="45914" y="199"/>
                    </a:cubicBezTo>
                    <a:cubicBezTo>
                      <a:pt x="33799" y="199"/>
                      <a:pt x="22179" y="5012"/>
                      <a:pt x="13613" y="13578"/>
                    </a:cubicBezTo>
                    <a:cubicBezTo>
                      <a:pt x="5047" y="22145"/>
                      <a:pt x="233" y="33764"/>
                      <a:pt x="233" y="45879"/>
                    </a:cubicBezTo>
                    <a:cubicBezTo>
                      <a:pt x="233" y="57993"/>
                      <a:pt x="5047" y="69613"/>
                      <a:pt x="13613" y="78179"/>
                    </a:cubicBezTo>
                    <a:cubicBezTo>
                      <a:pt x="22179" y="86745"/>
                      <a:pt x="33799" y="91559"/>
                      <a:pt x="45914" y="9155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8" name="任意多边形: 形状 3077"/>
              <p:cNvSpPr/>
              <p:nvPr/>
            </p:nvSpPr>
            <p:spPr>
              <a:xfrm>
                <a:off x="16291458" y="22771119"/>
                <a:ext cx="180000" cy="180000"/>
              </a:xfrm>
              <a:custGeom>
                <a:avLst/>
                <a:gdLst>
                  <a:gd name="csX0" fmla="*/ 45853 w 91360"/>
                  <a:gd name="csY0" fmla="*/ 91516 h 91359"/>
                  <a:gd name="csX1" fmla="*/ 78154 w 91360"/>
                  <a:gd name="csY1" fmla="*/ 78136 h 91359"/>
                  <a:gd name="csX2" fmla="*/ 91534 w 91360"/>
                  <a:gd name="csY2" fmla="*/ 45836 h 91359"/>
                  <a:gd name="csX3" fmla="*/ 78154 w 91360"/>
                  <a:gd name="csY3" fmla="*/ 13535 h 91359"/>
                  <a:gd name="csX4" fmla="*/ 45853 w 91360"/>
                  <a:gd name="csY4" fmla="*/ 156 h 91359"/>
                  <a:gd name="csX5" fmla="*/ 13553 w 91360"/>
                  <a:gd name="csY5" fmla="*/ 13535 h 91359"/>
                  <a:gd name="csX6" fmla="*/ 173 w 91360"/>
                  <a:gd name="csY6" fmla="*/ 45836 h 91359"/>
                  <a:gd name="csX7" fmla="*/ 13553 w 91360"/>
                  <a:gd name="csY7" fmla="*/ 78136 h 91359"/>
                  <a:gd name="csX8" fmla="*/ 45853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16"/>
                    </a:moveTo>
                    <a:cubicBezTo>
                      <a:pt x="57968" y="91516"/>
                      <a:pt x="69588" y="86702"/>
                      <a:pt x="78154" y="78136"/>
                    </a:cubicBezTo>
                    <a:cubicBezTo>
                      <a:pt x="86720" y="69570"/>
                      <a:pt x="91534" y="57950"/>
                      <a:pt x="91534" y="45836"/>
                    </a:cubicBezTo>
                    <a:cubicBezTo>
                      <a:pt x="91534" y="33721"/>
                      <a:pt x="86720" y="22102"/>
                      <a:pt x="78154" y="13535"/>
                    </a:cubicBezTo>
                    <a:cubicBezTo>
                      <a:pt x="69588" y="4969"/>
                      <a:pt x="57968" y="156"/>
                      <a:pt x="45853" y="156"/>
                    </a:cubicBezTo>
                    <a:cubicBezTo>
                      <a:pt x="33739" y="156"/>
                      <a:pt x="22119" y="4969"/>
                      <a:pt x="13553" y="13535"/>
                    </a:cubicBezTo>
                    <a:cubicBezTo>
                      <a:pt x="4986" y="22102"/>
                      <a:pt x="173" y="33721"/>
                      <a:pt x="173" y="45836"/>
                    </a:cubicBezTo>
                    <a:cubicBezTo>
                      <a:pt x="173" y="57950"/>
                      <a:pt x="4986" y="69570"/>
                      <a:pt x="13553" y="78136"/>
                    </a:cubicBezTo>
                    <a:cubicBezTo>
                      <a:pt x="22119" y="86702"/>
                      <a:pt x="33739" y="91516"/>
                      <a:pt x="45853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79" name="任意多边形: 形状 3078"/>
              <p:cNvSpPr/>
              <p:nvPr/>
            </p:nvSpPr>
            <p:spPr>
              <a:xfrm>
                <a:off x="17457896" y="21232189"/>
                <a:ext cx="180000" cy="180000"/>
              </a:xfrm>
              <a:custGeom>
                <a:avLst/>
                <a:gdLst>
                  <a:gd name="csX0" fmla="*/ 45876 w 91360"/>
                  <a:gd name="csY0" fmla="*/ 91475 h 91359"/>
                  <a:gd name="csX1" fmla="*/ 78176 w 91360"/>
                  <a:gd name="csY1" fmla="*/ 78095 h 91359"/>
                  <a:gd name="csX2" fmla="*/ 91556 w 91360"/>
                  <a:gd name="csY2" fmla="*/ 45795 h 91359"/>
                  <a:gd name="csX3" fmla="*/ 78176 w 91360"/>
                  <a:gd name="csY3" fmla="*/ 13495 h 91359"/>
                  <a:gd name="csX4" fmla="*/ 45876 w 91360"/>
                  <a:gd name="csY4" fmla="*/ 115 h 91359"/>
                  <a:gd name="csX5" fmla="*/ 13575 w 91360"/>
                  <a:gd name="csY5" fmla="*/ 13495 h 91359"/>
                  <a:gd name="csX6" fmla="*/ 195 w 91360"/>
                  <a:gd name="csY6" fmla="*/ 45795 h 91359"/>
                  <a:gd name="csX7" fmla="*/ 13575 w 91360"/>
                  <a:gd name="csY7" fmla="*/ 78095 h 91359"/>
                  <a:gd name="csX8" fmla="*/ 45876 w 91360"/>
                  <a:gd name="csY8" fmla="*/ 9147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475"/>
                    </a:moveTo>
                    <a:cubicBezTo>
                      <a:pt x="57990" y="91475"/>
                      <a:pt x="69610" y="86662"/>
                      <a:pt x="78176" y="78095"/>
                    </a:cubicBezTo>
                    <a:cubicBezTo>
                      <a:pt x="86743" y="69529"/>
                      <a:pt x="91556" y="57909"/>
                      <a:pt x="91556" y="45795"/>
                    </a:cubicBezTo>
                    <a:cubicBezTo>
                      <a:pt x="91556" y="33681"/>
                      <a:pt x="86743" y="22061"/>
                      <a:pt x="78176" y="13495"/>
                    </a:cubicBezTo>
                    <a:cubicBezTo>
                      <a:pt x="69610" y="4928"/>
                      <a:pt x="57990" y="115"/>
                      <a:pt x="45876" y="115"/>
                    </a:cubicBezTo>
                    <a:cubicBezTo>
                      <a:pt x="33761" y="115"/>
                      <a:pt x="22141" y="4928"/>
                      <a:pt x="13575" y="13495"/>
                    </a:cubicBezTo>
                    <a:cubicBezTo>
                      <a:pt x="5009" y="22061"/>
                      <a:pt x="195" y="33681"/>
                      <a:pt x="195" y="45795"/>
                    </a:cubicBezTo>
                    <a:cubicBezTo>
                      <a:pt x="195" y="57909"/>
                      <a:pt x="5009" y="69529"/>
                      <a:pt x="13575" y="78095"/>
                    </a:cubicBezTo>
                    <a:cubicBezTo>
                      <a:pt x="22141" y="86662"/>
                      <a:pt x="33761" y="91475"/>
                      <a:pt x="45876" y="9147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0" name="任意多边形: 形状 3079"/>
              <p:cNvSpPr/>
              <p:nvPr/>
            </p:nvSpPr>
            <p:spPr>
              <a:xfrm>
                <a:off x="17348455" y="23946294"/>
                <a:ext cx="180000" cy="180000"/>
              </a:xfrm>
              <a:custGeom>
                <a:avLst/>
                <a:gdLst>
                  <a:gd name="csX0" fmla="*/ 45847 w 91360"/>
                  <a:gd name="csY0" fmla="*/ 91516 h 91359"/>
                  <a:gd name="csX1" fmla="*/ 78148 w 91360"/>
                  <a:gd name="csY1" fmla="*/ 78137 h 91359"/>
                  <a:gd name="csX2" fmla="*/ 91527 w 91360"/>
                  <a:gd name="csY2" fmla="*/ 45836 h 91359"/>
                  <a:gd name="csX3" fmla="*/ 78148 w 91360"/>
                  <a:gd name="csY3" fmla="*/ 13536 h 91359"/>
                  <a:gd name="csX4" fmla="*/ 45847 w 91360"/>
                  <a:gd name="csY4" fmla="*/ 157 h 91359"/>
                  <a:gd name="csX5" fmla="*/ 13546 w 91360"/>
                  <a:gd name="csY5" fmla="*/ 13536 h 91359"/>
                  <a:gd name="csX6" fmla="*/ 167 w 91360"/>
                  <a:gd name="csY6" fmla="*/ 45836 h 91359"/>
                  <a:gd name="csX7" fmla="*/ 13546 w 91360"/>
                  <a:gd name="csY7" fmla="*/ 78137 h 91359"/>
                  <a:gd name="csX8" fmla="*/ 45847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7" y="91516"/>
                    </a:moveTo>
                    <a:cubicBezTo>
                      <a:pt x="57962" y="91516"/>
                      <a:pt x="69582" y="86703"/>
                      <a:pt x="78148" y="78137"/>
                    </a:cubicBezTo>
                    <a:cubicBezTo>
                      <a:pt x="86714" y="69571"/>
                      <a:pt x="91527" y="57951"/>
                      <a:pt x="91527" y="45836"/>
                    </a:cubicBezTo>
                    <a:cubicBezTo>
                      <a:pt x="91527" y="33722"/>
                      <a:pt x="86714" y="22102"/>
                      <a:pt x="78148" y="13536"/>
                    </a:cubicBezTo>
                    <a:cubicBezTo>
                      <a:pt x="69582" y="4970"/>
                      <a:pt x="57962" y="157"/>
                      <a:pt x="45847" y="157"/>
                    </a:cubicBezTo>
                    <a:cubicBezTo>
                      <a:pt x="33732" y="157"/>
                      <a:pt x="22113" y="4970"/>
                      <a:pt x="13546" y="13536"/>
                    </a:cubicBezTo>
                    <a:cubicBezTo>
                      <a:pt x="4980" y="22102"/>
                      <a:pt x="167" y="33722"/>
                      <a:pt x="167" y="45836"/>
                    </a:cubicBezTo>
                    <a:cubicBezTo>
                      <a:pt x="167" y="57951"/>
                      <a:pt x="4980" y="69571"/>
                      <a:pt x="13546" y="78137"/>
                    </a:cubicBezTo>
                    <a:cubicBezTo>
                      <a:pt x="22113" y="86703"/>
                      <a:pt x="33732" y="91516"/>
                      <a:pt x="45847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1" name="任意多边形: 形状 3080"/>
              <p:cNvSpPr/>
              <p:nvPr/>
            </p:nvSpPr>
            <p:spPr>
              <a:xfrm>
                <a:off x="17777780" y="21242947"/>
                <a:ext cx="180000" cy="180000"/>
              </a:xfrm>
              <a:custGeom>
                <a:avLst/>
                <a:gdLst>
                  <a:gd name="csX0" fmla="*/ 45852 w 91360"/>
                  <a:gd name="csY0" fmla="*/ 91496 h 91359"/>
                  <a:gd name="csX1" fmla="*/ 78152 w 91360"/>
                  <a:gd name="csY1" fmla="*/ 78117 h 91359"/>
                  <a:gd name="csX2" fmla="*/ 91532 w 91360"/>
                  <a:gd name="csY2" fmla="*/ 45816 h 91359"/>
                  <a:gd name="csX3" fmla="*/ 78152 w 91360"/>
                  <a:gd name="csY3" fmla="*/ 13516 h 91359"/>
                  <a:gd name="csX4" fmla="*/ 45852 w 91360"/>
                  <a:gd name="csY4" fmla="*/ 136 h 91359"/>
                  <a:gd name="csX5" fmla="*/ 13551 w 91360"/>
                  <a:gd name="csY5" fmla="*/ 13516 h 91359"/>
                  <a:gd name="csX6" fmla="*/ 171 w 91360"/>
                  <a:gd name="csY6" fmla="*/ 45816 h 91359"/>
                  <a:gd name="csX7" fmla="*/ 13551 w 91360"/>
                  <a:gd name="csY7" fmla="*/ 78117 h 91359"/>
                  <a:gd name="csX8" fmla="*/ 45852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2" y="91496"/>
                    </a:moveTo>
                    <a:cubicBezTo>
                      <a:pt x="57966" y="91496"/>
                      <a:pt x="69586" y="86683"/>
                      <a:pt x="78152" y="78117"/>
                    </a:cubicBezTo>
                    <a:cubicBezTo>
                      <a:pt x="86719" y="69550"/>
                      <a:pt x="91532" y="57931"/>
                      <a:pt x="91532" y="45816"/>
                    </a:cubicBezTo>
                    <a:cubicBezTo>
                      <a:pt x="91532" y="33702"/>
                      <a:pt x="86719" y="22082"/>
                      <a:pt x="78152" y="13516"/>
                    </a:cubicBezTo>
                    <a:cubicBezTo>
                      <a:pt x="69586" y="4950"/>
                      <a:pt x="57966" y="136"/>
                      <a:pt x="45852" y="136"/>
                    </a:cubicBezTo>
                    <a:cubicBezTo>
                      <a:pt x="33737" y="136"/>
                      <a:pt x="22117" y="4950"/>
                      <a:pt x="13551" y="13516"/>
                    </a:cubicBezTo>
                    <a:cubicBezTo>
                      <a:pt x="4985" y="22082"/>
                      <a:pt x="171" y="33702"/>
                      <a:pt x="171" y="45816"/>
                    </a:cubicBezTo>
                    <a:cubicBezTo>
                      <a:pt x="171" y="57931"/>
                      <a:pt x="4985" y="69550"/>
                      <a:pt x="13551" y="78117"/>
                    </a:cubicBezTo>
                    <a:cubicBezTo>
                      <a:pt x="22117" y="86683"/>
                      <a:pt x="33737" y="91496"/>
                      <a:pt x="45852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2" name="任意多边形: 形状 3081"/>
              <p:cNvSpPr/>
              <p:nvPr/>
            </p:nvSpPr>
            <p:spPr>
              <a:xfrm>
                <a:off x="18223718" y="21433351"/>
                <a:ext cx="180000" cy="180000"/>
              </a:xfrm>
              <a:custGeom>
                <a:avLst/>
                <a:gdLst>
                  <a:gd name="csX0" fmla="*/ 45872 w 91360"/>
                  <a:gd name="csY0" fmla="*/ 91467 h 91359"/>
                  <a:gd name="csX1" fmla="*/ 78173 w 91360"/>
                  <a:gd name="csY1" fmla="*/ 78088 h 91359"/>
                  <a:gd name="csX2" fmla="*/ 91552 w 91360"/>
                  <a:gd name="csY2" fmla="*/ 45788 h 91359"/>
                  <a:gd name="csX3" fmla="*/ 78173 w 91360"/>
                  <a:gd name="csY3" fmla="*/ 13487 h 91359"/>
                  <a:gd name="csX4" fmla="*/ 45872 w 91360"/>
                  <a:gd name="csY4" fmla="*/ 108 h 91359"/>
                  <a:gd name="csX5" fmla="*/ 13571 w 91360"/>
                  <a:gd name="csY5" fmla="*/ 13487 h 91359"/>
                  <a:gd name="csX6" fmla="*/ 192 w 91360"/>
                  <a:gd name="csY6" fmla="*/ 45788 h 91359"/>
                  <a:gd name="csX7" fmla="*/ 13571 w 91360"/>
                  <a:gd name="csY7" fmla="*/ 78088 h 91359"/>
                  <a:gd name="csX8" fmla="*/ 45872 w 91360"/>
                  <a:gd name="csY8" fmla="*/ 9146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2" y="91467"/>
                    </a:moveTo>
                    <a:cubicBezTo>
                      <a:pt x="57987" y="91467"/>
                      <a:pt x="69606" y="86654"/>
                      <a:pt x="78173" y="78088"/>
                    </a:cubicBezTo>
                    <a:cubicBezTo>
                      <a:pt x="86739" y="69522"/>
                      <a:pt x="91552" y="57902"/>
                      <a:pt x="91552" y="45788"/>
                    </a:cubicBezTo>
                    <a:cubicBezTo>
                      <a:pt x="91552" y="33673"/>
                      <a:pt x="86739" y="22053"/>
                      <a:pt x="78173" y="13487"/>
                    </a:cubicBezTo>
                    <a:cubicBezTo>
                      <a:pt x="69606" y="4921"/>
                      <a:pt x="57987" y="108"/>
                      <a:pt x="45872" y="108"/>
                    </a:cubicBezTo>
                    <a:cubicBezTo>
                      <a:pt x="33757" y="108"/>
                      <a:pt x="22137" y="4921"/>
                      <a:pt x="13571" y="13487"/>
                    </a:cubicBezTo>
                    <a:cubicBezTo>
                      <a:pt x="5005" y="22053"/>
                      <a:pt x="192" y="33673"/>
                      <a:pt x="192" y="45788"/>
                    </a:cubicBezTo>
                    <a:cubicBezTo>
                      <a:pt x="192" y="57902"/>
                      <a:pt x="5005" y="69522"/>
                      <a:pt x="13571" y="78088"/>
                    </a:cubicBezTo>
                    <a:cubicBezTo>
                      <a:pt x="22137" y="86654"/>
                      <a:pt x="33757" y="91467"/>
                      <a:pt x="45872" y="9146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3" name="任意多边形: 形状 3082"/>
              <p:cNvSpPr/>
              <p:nvPr/>
            </p:nvSpPr>
            <p:spPr>
              <a:xfrm>
                <a:off x="19271554" y="21520567"/>
                <a:ext cx="180000" cy="180000"/>
              </a:xfrm>
              <a:custGeom>
                <a:avLst/>
                <a:gdLst>
                  <a:gd name="csX0" fmla="*/ 45904 w 91360"/>
                  <a:gd name="csY0" fmla="*/ 91470 h 91359"/>
                  <a:gd name="csX1" fmla="*/ 78205 w 91360"/>
                  <a:gd name="csY1" fmla="*/ 78091 h 91359"/>
                  <a:gd name="csX2" fmla="*/ 91585 w 91360"/>
                  <a:gd name="csY2" fmla="*/ 45790 h 91359"/>
                  <a:gd name="csX3" fmla="*/ 78205 w 91360"/>
                  <a:gd name="csY3" fmla="*/ 13490 h 91359"/>
                  <a:gd name="csX4" fmla="*/ 45904 w 91360"/>
                  <a:gd name="csY4" fmla="*/ 111 h 91359"/>
                  <a:gd name="csX5" fmla="*/ 13604 w 91360"/>
                  <a:gd name="csY5" fmla="*/ 13490 h 91359"/>
                  <a:gd name="csX6" fmla="*/ 224 w 91360"/>
                  <a:gd name="csY6" fmla="*/ 45790 h 91359"/>
                  <a:gd name="csX7" fmla="*/ 13604 w 91360"/>
                  <a:gd name="csY7" fmla="*/ 78091 h 91359"/>
                  <a:gd name="csX8" fmla="*/ 45904 w 91360"/>
                  <a:gd name="csY8" fmla="*/ 9147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4" y="91470"/>
                    </a:moveTo>
                    <a:cubicBezTo>
                      <a:pt x="58019" y="91470"/>
                      <a:pt x="69639" y="86657"/>
                      <a:pt x="78205" y="78091"/>
                    </a:cubicBezTo>
                    <a:cubicBezTo>
                      <a:pt x="86771" y="69525"/>
                      <a:pt x="91585" y="57905"/>
                      <a:pt x="91585" y="45790"/>
                    </a:cubicBezTo>
                    <a:cubicBezTo>
                      <a:pt x="91585" y="33676"/>
                      <a:pt x="86771" y="22056"/>
                      <a:pt x="78205" y="13490"/>
                    </a:cubicBezTo>
                    <a:cubicBezTo>
                      <a:pt x="69639" y="4924"/>
                      <a:pt x="58019" y="111"/>
                      <a:pt x="45904" y="111"/>
                    </a:cubicBezTo>
                    <a:cubicBezTo>
                      <a:pt x="33790" y="111"/>
                      <a:pt x="22170" y="4924"/>
                      <a:pt x="13604" y="13490"/>
                    </a:cubicBezTo>
                    <a:cubicBezTo>
                      <a:pt x="5037" y="22056"/>
                      <a:pt x="224" y="33676"/>
                      <a:pt x="224" y="45790"/>
                    </a:cubicBezTo>
                    <a:cubicBezTo>
                      <a:pt x="224" y="57905"/>
                      <a:pt x="5037" y="69525"/>
                      <a:pt x="13604" y="78091"/>
                    </a:cubicBezTo>
                    <a:cubicBezTo>
                      <a:pt x="22170" y="86657"/>
                      <a:pt x="33790" y="91470"/>
                      <a:pt x="45904" y="9147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4" name="任意多边形: 形状 3083"/>
              <p:cNvSpPr/>
              <p:nvPr/>
            </p:nvSpPr>
            <p:spPr>
              <a:xfrm>
                <a:off x="16692355" y="22458774"/>
                <a:ext cx="180000" cy="180000"/>
              </a:xfrm>
              <a:custGeom>
                <a:avLst/>
                <a:gdLst>
                  <a:gd name="csX0" fmla="*/ 45853 w 91360"/>
                  <a:gd name="csY0" fmla="*/ 91518 h 91359"/>
                  <a:gd name="csX1" fmla="*/ 78154 w 91360"/>
                  <a:gd name="csY1" fmla="*/ 78139 h 91359"/>
                  <a:gd name="csX2" fmla="*/ 91533 w 91360"/>
                  <a:gd name="csY2" fmla="*/ 45838 h 91359"/>
                  <a:gd name="csX3" fmla="*/ 78154 w 91360"/>
                  <a:gd name="csY3" fmla="*/ 13538 h 91359"/>
                  <a:gd name="csX4" fmla="*/ 45853 w 91360"/>
                  <a:gd name="csY4" fmla="*/ 159 h 91359"/>
                  <a:gd name="csX5" fmla="*/ 13552 w 91360"/>
                  <a:gd name="csY5" fmla="*/ 13538 h 91359"/>
                  <a:gd name="csX6" fmla="*/ 173 w 91360"/>
                  <a:gd name="csY6" fmla="*/ 45838 h 91359"/>
                  <a:gd name="csX7" fmla="*/ 13552 w 91360"/>
                  <a:gd name="csY7" fmla="*/ 78139 h 91359"/>
                  <a:gd name="csX8" fmla="*/ 45853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18"/>
                    </a:moveTo>
                    <a:cubicBezTo>
                      <a:pt x="57967" y="91518"/>
                      <a:pt x="69587" y="86705"/>
                      <a:pt x="78154" y="78139"/>
                    </a:cubicBezTo>
                    <a:cubicBezTo>
                      <a:pt x="86720" y="69573"/>
                      <a:pt x="91533" y="57953"/>
                      <a:pt x="91533" y="45838"/>
                    </a:cubicBezTo>
                    <a:cubicBezTo>
                      <a:pt x="91533" y="33724"/>
                      <a:pt x="86720" y="22104"/>
                      <a:pt x="78154" y="13538"/>
                    </a:cubicBezTo>
                    <a:cubicBezTo>
                      <a:pt x="69587" y="4972"/>
                      <a:pt x="57967" y="159"/>
                      <a:pt x="45853" y="159"/>
                    </a:cubicBezTo>
                    <a:cubicBezTo>
                      <a:pt x="33738" y="159"/>
                      <a:pt x="22118" y="4972"/>
                      <a:pt x="13552" y="13538"/>
                    </a:cubicBezTo>
                    <a:cubicBezTo>
                      <a:pt x="4986" y="22104"/>
                      <a:pt x="173" y="33724"/>
                      <a:pt x="173" y="45838"/>
                    </a:cubicBezTo>
                    <a:cubicBezTo>
                      <a:pt x="173" y="57953"/>
                      <a:pt x="4986" y="69573"/>
                      <a:pt x="13552" y="78139"/>
                    </a:cubicBezTo>
                    <a:cubicBezTo>
                      <a:pt x="22118" y="86705"/>
                      <a:pt x="33738" y="91518"/>
                      <a:pt x="45853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5" name="任意多边形: 形状 3084"/>
              <p:cNvSpPr/>
              <p:nvPr/>
            </p:nvSpPr>
            <p:spPr>
              <a:xfrm>
                <a:off x="19391014" y="23832630"/>
                <a:ext cx="180000" cy="180000"/>
              </a:xfrm>
              <a:custGeom>
                <a:avLst/>
                <a:gdLst>
                  <a:gd name="csX0" fmla="*/ 45908 w 91360"/>
                  <a:gd name="csY0" fmla="*/ 91542 h 91359"/>
                  <a:gd name="csX1" fmla="*/ 78209 w 91360"/>
                  <a:gd name="csY1" fmla="*/ 78162 h 91359"/>
                  <a:gd name="csX2" fmla="*/ 91588 w 91360"/>
                  <a:gd name="csY2" fmla="*/ 45862 h 91359"/>
                  <a:gd name="csX3" fmla="*/ 78209 w 91360"/>
                  <a:gd name="csY3" fmla="*/ 13561 h 91359"/>
                  <a:gd name="csX4" fmla="*/ 45908 w 91360"/>
                  <a:gd name="csY4" fmla="*/ 182 h 91359"/>
                  <a:gd name="csX5" fmla="*/ 13607 w 91360"/>
                  <a:gd name="csY5" fmla="*/ 13561 h 91359"/>
                  <a:gd name="csX6" fmla="*/ 228 w 91360"/>
                  <a:gd name="csY6" fmla="*/ 45862 h 91359"/>
                  <a:gd name="csX7" fmla="*/ 13607 w 91360"/>
                  <a:gd name="csY7" fmla="*/ 78162 h 91359"/>
                  <a:gd name="csX8" fmla="*/ 45908 w 91360"/>
                  <a:gd name="csY8" fmla="*/ 9154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542"/>
                    </a:moveTo>
                    <a:cubicBezTo>
                      <a:pt x="58023" y="91542"/>
                      <a:pt x="69643" y="86728"/>
                      <a:pt x="78209" y="78162"/>
                    </a:cubicBezTo>
                    <a:cubicBezTo>
                      <a:pt x="86775" y="69596"/>
                      <a:pt x="91588" y="57976"/>
                      <a:pt x="91588" y="45862"/>
                    </a:cubicBezTo>
                    <a:cubicBezTo>
                      <a:pt x="91588" y="33748"/>
                      <a:pt x="86775" y="22128"/>
                      <a:pt x="78209" y="13561"/>
                    </a:cubicBezTo>
                    <a:cubicBezTo>
                      <a:pt x="69643" y="4995"/>
                      <a:pt x="58023" y="182"/>
                      <a:pt x="45908" y="182"/>
                    </a:cubicBezTo>
                    <a:cubicBezTo>
                      <a:pt x="33794" y="182"/>
                      <a:pt x="22174" y="4995"/>
                      <a:pt x="13607" y="13561"/>
                    </a:cubicBezTo>
                    <a:cubicBezTo>
                      <a:pt x="5041" y="22128"/>
                      <a:pt x="228" y="33748"/>
                      <a:pt x="228" y="45862"/>
                    </a:cubicBezTo>
                    <a:cubicBezTo>
                      <a:pt x="228" y="57976"/>
                      <a:pt x="5041" y="69596"/>
                      <a:pt x="13607" y="78162"/>
                    </a:cubicBezTo>
                    <a:cubicBezTo>
                      <a:pt x="22174" y="86728"/>
                      <a:pt x="33794" y="91542"/>
                      <a:pt x="45908" y="9154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6" name="任意多边形: 形状 3085"/>
              <p:cNvSpPr/>
              <p:nvPr/>
            </p:nvSpPr>
            <p:spPr>
              <a:xfrm>
                <a:off x="17176106" y="22542981"/>
                <a:ext cx="180000" cy="180000"/>
              </a:xfrm>
              <a:custGeom>
                <a:avLst/>
                <a:gdLst>
                  <a:gd name="csX0" fmla="*/ 45840 w 91360"/>
                  <a:gd name="csY0" fmla="*/ 91499 h 91359"/>
                  <a:gd name="csX1" fmla="*/ 78140 w 91360"/>
                  <a:gd name="csY1" fmla="*/ 78120 h 91359"/>
                  <a:gd name="csX2" fmla="*/ 91520 w 91360"/>
                  <a:gd name="csY2" fmla="*/ 45819 h 91359"/>
                  <a:gd name="csX3" fmla="*/ 78140 w 91360"/>
                  <a:gd name="csY3" fmla="*/ 13519 h 91359"/>
                  <a:gd name="csX4" fmla="*/ 45840 w 91360"/>
                  <a:gd name="csY4" fmla="*/ 139 h 91359"/>
                  <a:gd name="csX5" fmla="*/ 13539 w 91360"/>
                  <a:gd name="csY5" fmla="*/ 13519 h 91359"/>
                  <a:gd name="csX6" fmla="*/ 159 w 91360"/>
                  <a:gd name="csY6" fmla="*/ 45819 h 91359"/>
                  <a:gd name="csX7" fmla="*/ 13539 w 91360"/>
                  <a:gd name="csY7" fmla="*/ 78120 h 91359"/>
                  <a:gd name="csX8" fmla="*/ 45840 w 91360"/>
                  <a:gd name="csY8" fmla="*/ 9149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0" y="91499"/>
                    </a:moveTo>
                    <a:cubicBezTo>
                      <a:pt x="57954" y="91499"/>
                      <a:pt x="69574" y="86686"/>
                      <a:pt x="78140" y="78120"/>
                    </a:cubicBezTo>
                    <a:cubicBezTo>
                      <a:pt x="86707" y="69553"/>
                      <a:pt x="91520" y="57933"/>
                      <a:pt x="91520" y="45819"/>
                    </a:cubicBezTo>
                    <a:cubicBezTo>
                      <a:pt x="91520" y="33705"/>
                      <a:pt x="86707" y="22085"/>
                      <a:pt x="78140" y="13519"/>
                    </a:cubicBezTo>
                    <a:cubicBezTo>
                      <a:pt x="69574" y="4953"/>
                      <a:pt x="57954" y="139"/>
                      <a:pt x="45840" y="139"/>
                    </a:cubicBezTo>
                    <a:cubicBezTo>
                      <a:pt x="33725" y="139"/>
                      <a:pt x="22105" y="4953"/>
                      <a:pt x="13539" y="13519"/>
                    </a:cubicBezTo>
                    <a:cubicBezTo>
                      <a:pt x="4972" y="22085"/>
                      <a:pt x="159" y="33705"/>
                      <a:pt x="159" y="45819"/>
                    </a:cubicBezTo>
                    <a:cubicBezTo>
                      <a:pt x="159" y="57933"/>
                      <a:pt x="4972" y="69553"/>
                      <a:pt x="13539" y="78120"/>
                    </a:cubicBezTo>
                    <a:cubicBezTo>
                      <a:pt x="22105" y="86686"/>
                      <a:pt x="33725" y="91499"/>
                      <a:pt x="45840" y="9149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7" name="任意多边形: 形状 3086"/>
              <p:cNvSpPr/>
              <p:nvPr/>
            </p:nvSpPr>
            <p:spPr>
              <a:xfrm>
                <a:off x="17925900" y="23801595"/>
                <a:ext cx="180000" cy="180000"/>
              </a:xfrm>
              <a:custGeom>
                <a:avLst/>
                <a:gdLst>
                  <a:gd name="csX0" fmla="*/ 45863 w 91360"/>
                  <a:gd name="csY0" fmla="*/ 91541 h 91359"/>
                  <a:gd name="csX1" fmla="*/ 78164 w 91360"/>
                  <a:gd name="csY1" fmla="*/ 78161 h 91359"/>
                  <a:gd name="csX2" fmla="*/ 91543 w 91360"/>
                  <a:gd name="csY2" fmla="*/ 45861 h 91359"/>
                  <a:gd name="csX3" fmla="*/ 78164 w 91360"/>
                  <a:gd name="csY3" fmla="*/ 13561 h 91359"/>
                  <a:gd name="csX4" fmla="*/ 45863 w 91360"/>
                  <a:gd name="csY4" fmla="*/ 181 h 91359"/>
                  <a:gd name="csX5" fmla="*/ 13562 w 91360"/>
                  <a:gd name="csY5" fmla="*/ 13561 h 91359"/>
                  <a:gd name="csX6" fmla="*/ 182 w 91360"/>
                  <a:gd name="csY6" fmla="*/ 45861 h 91359"/>
                  <a:gd name="csX7" fmla="*/ 13562 w 91360"/>
                  <a:gd name="csY7" fmla="*/ 78161 h 91359"/>
                  <a:gd name="csX8" fmla="*/ 45863 w 91360"/>
                  <a:gd name="csY8" fmla="*/ 9154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3" y="91541"/>
                    </a:moveTo>
                    <a:cubicBezTo>
                      <a:pt x="57977" y="91541"/>
                      <a:pt x="69597" y="86728"/>
                      <a:pt x="78164" y="78161"/>
                    </a:cubicBezTo>
                    <a:cubicBezTo>
                      <a:pt x="86730" y="69595"/>
                      <a:pt x="91543" y="57975"/>
                      <a:pt x="91543" y="45861"/>
                    </a:cubicBezTo>
                    <a:cubicBezTo>
                      <a:pt x="91543" y="33747"/>
                      <a:pt x="86730" y="22127"/>
                      <a:pt x="78164" y="13561"/>
                    </a:cubicBezTo>
                    <a:cubicBezTo>
                      <a:pt x="69597" y="4994"/>
                      <a:pt x="57977" y="181"/>
                      <a:pt x="45863" y="181"/>
                    </a:cubicBezTo>
                    <a:cubicBezTo>
                      <a:pt x="33748" y="181"/>
                      <a:pt x="22128" y="4994"/>
                      <a:pt x="13562" y="13561"/>
                    </a:cubicBezTo>
                    <a:cubicBezTo>
                      <a:pt x="4996" y="22127"/>
                      <a:pt x="182" y="33747"/>
                      <a:pt x="182" y="45861"/>
                    </a:cubicBezTo>
                    <a:cubicBezTo>
                      <a:pt x="182" y="57975"/>
                      <a:pt x="4996" y="69595"/>
                      <a:pt x="13562" y="78161"/>
                    </a:cubicBezTo>
                    <a:cubicBezTo>
                      <a:pt x="22128" y="86728"/>
                      <a:pt x="33748" y="91541"/>
                      <a:pt x="45863" y="9154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8" name="任意多边形: 形状 3087"/>
              <p:cNvSpPr/>
              <p:nvPr/>
            </p:nvSpPr>
            <p:spPr>
              <a:xfrm>
                <a:off x="18014886" y="20989441"/>
                <a:ext cx="180000" cy="180000"/>
              </a:xfrm>
              <a:custGeom>
                <a:avLst/>
                <a:gdLst>
                  <a:gd name="csX0" fmla="*/ 45851 w 91360"/>
                  <a:gd name="csY0" fmla="*/ 91545 h 91359"/>
                  <a:gd name="csX1" fmla="*/ 78152 w 91360"/>
                  <a:gd name="csY1" fmla="*/ 78165 h 91359"/>
                  <a:gd name="csX2" fmla="*/ 91531 w 91360"/>
                  <a:gd name="csY2" fmla="*/ 45865 h 91359"/>
                  <a:gd name="csX3" fmla="*/ 78152 w 91360"/>
                  <a:gd name="csY3" fmla="*/ 13565 h 91359"/>
                  <a:gd name="csX4" fmla="*/ 45851 w 91360"/>
                  <a:gd name="csY4" fmla="*/ 185 h 91359"/>
                  <a:gd name="csX5" fmla="*/ 13550 w 91360"/>
                  <a:gd name="csY5" fmla="*/ 13565 h 91359"/>
                  <a:gd name="csX6" fmla="*/ 171 w 91360"/>
                  <a:gd name="csY6" fmla="*/ 45865 h 91359"/>
                  <a:gd name="csX7" fmla="*/ 13550 w 91360"/>
                  <a:gd name="csY7" fmla="*/ 78165 h 91359"/>
                  <a:gd name="csX8" fmla="*/ 45851 w 91360"/>
                  <a:gd name="csY8" fmla="*/ 9154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1" y="91545"/>
                    </a:moveTo>
                    <a:cubicBezTo>
                      <a:pt x="57966" y="91545"/>
                      <a:pt x="69586" y="86732"/>
                      <a:pt x="78152" y="78165"/>
                    </a:cubicBezTo>
                    <a:cubicBezTo>
                      <a:pt x="86718" y="69599"/>
                      <a:pt x="91531" y="57979"/>
                      <a:pt x="91531" y="45865"/>
                    </a:cubicBezTo>
                    <a:cubicBezTo>
                      <a:pt x="91531" y="33751"/>
                      <a:pt x="86718" y="22131"/>
                      <a:pt x="78152" y="13565"/>
                    </a:cubicBezTo>
                    <a:cubicBezTo>
                      <a:pt x="69586" y="4998"/>
                      <a:pt x="57966" y="185"/>
                      <a:pt x="45851" y="185"/>
                    </a:cubicBezTo>
                    <a:cubicBezTo>
                      <a:pt x="33737" y="185"/>
                      <a:pt x="22117" y="4998"/>
                      <a:pt x="13550" y="13565"/>
                    </a:cubicBezTo>
                    <a:cubicBezTo>
                      <a:pt x="4984" y="22131"/>
                      <a:pt x="171" y="33751"/>
                      <a:pt x="171" y="45865"/>
                    </a:cubicBezTo>
                    <a:cubicBezTo>
                      <a:pt x="171" y="57979"/>
                      <a:pt x="4984" y="69599"/>
                      <a:pt x="13550" y="78165"/>
                    </a:cubicBezTo>
                    <a:cubicBezTo>
                      <a:pt x="22117" y="86732"/>
                      <a:pt x="33737" y="91545"/>
                      <a:pt x="45851" y="9154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89" name="任意多边形: 形状 3088"/>
              <p:cNvSpPr/>
              <p:nvPr/>
            </p:nvSpPr>
            <p:spPr>
              <a:xfrm>
                <a:off x="17163466" y="22153989"/>
                <a:ext cx="180000" cy="180000"/>
              </a:xfrm>
              <a:custGeom>
                <a:avLst/>
                <a:gdLst>
                  <a:gd name="csX0" fmla="*/ 45835 w 91360"/>
                  <a:gd name="csY0" fmla="*/ 91513 h 91359"/>
                  <a:gd name="csX1" fmla="*/ 78136 w 91360"/>
                  <a:gd name="csY1" fmla="*/ 78134 h 91359"/>
                  <a:gd name="csX2" fmla="*/ 91515 w 91360"/>
                  <a:gd name="csY2" fmla="*/ 45834 h 91359"/>
                  <a:gd name="csX3" fmla="*/ 78136 w 91360"/>
                  <a:gd name="csY3" fmla="*/ 13533 h 91359"/>
                  <a:gd name="csX4" fmla="*/ 45835 w 91360"/>
                  <a:gd name="csY4" fmla="*/ 154 h 91359"/>
                  <a:gd name="csX5" fmla="*/ 13534 w 91360"/>
                  <a:gd name="csY5" fmla="*/ 13533 h 91359"/>
                  <a:gd name="csX6" fmla="*/ 155 w 91360"/>
                  <a:gd name="csY6" fmla="*/ 45834 h 91359"/>
                  <a:gd name="csX7" fmla="*/ 13534 w 91360"/>
                  <a:gd name="csY7" fmla="*/ 78134 h 91359"/>
                  <a:gd name="csX8" fmla="*/ 45835 w 91360"/>
                  <a:gd name="csY8" fmla="*/ 9151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5" y="91513"/>
                    </a:moveTo>
                    <a:cubicBezTo>
                      <a:pt x="57950" y="91513"/>
                      <a:pt x="69570" y="86700"/>
                      <a:pt x="78136" y="78134"/>
                    </a:cubicBezTo>
                    <a:cubicBezTo>
                      <a:pt x="86702" y="69568"/>
                      <a:pt x="91515" y="57948"/>
                      <a:pt x="91515" y="45834"/>
                    </a:cubicBezTo>
                    <a:cubicBezTo>
                      <a:pt x="91515" y="33719"/>
                      <a:pt x="86702" y="22099"/>
                      <a:pt x="78136" y="13533"/>
                    </a:cubicBezTo>
                    <a:cubicBezTo>
                      <a:pt x="69570" y="4967"/>
                      <a:pt x="57950" y="154"/>
                      <a:pt x="45835" y="154"/>
                    </a:cubicBezTo>
                    <a:cubicBezTo>
                      <a:pt x="33721" y="154"/>
                      <a:pt x="22101" y="4967"/>
                      <a:pt x="13534" y="13533"/>
                    </a:cubicBezTo>
                    <a:cubicBezTo>
                      <a:pt x="4968" y="22099"/>
                      <a:pt x="155" y="33719"/>
                      <a:pt x="155" y="45834"/>
                    </a:cubicBezTo>
                    <a:cubicBezTo>
                      <a:pt x="155" y="57948"/>
                      <a:pt x="4968" y="69568"/>
                      <a:pt x="13534" y="78134"/>
                    </a:cubicBezTo>
                    <a:cubicBezTo>
                      <a:pt x="22101" y="86700"/>
                      <a:pt x="33721" y="91513"/>
                      <a:pt x="45835" y="9151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0" name="任意多边形: 形状 3089"/>
              <p:cNvSpPr/>
              <p:nvPr/>
            </p:nvSpPr>
            <p:spPr>
              <a:xfrm>
                <a:off x="18084946" y="24207620"/>
                <a:ext cx="180000" cy="180000"/>
              </a:xfrm>
              <a:custGeom>
                <a:avLst/>
                <a:gdLst>
                  <a:gd name="csX0" fmla="*/ 45868 w 91360"/>
                  <a:gd name="csY0" fmla="*/ 91553 h 91359"/>
                  <a:gd name="csX1" fmla="*/ 78168 w 91360"/>
                  <a:gd name="csY1" fmla="*/ 78174 h 91359"/>
                  <a:gd name="csX2" fmla="*/ 91548 w 91360"/>
                  <a:gd name="csY2" fmla="*/ 45874 h 91359"/>
                  <a:gd name="csX3" fmla="*/ 78168 w 91360"/>
                  <a:gd name="csY3" fmla="*/ 13573 h 91359"/>
                  <a:gd name="csX4" fmla="*/ 45868 w 91360"/>
                  <a:gd name="csY4" fmla="*/ 194 h 91359"/>
                  <a:gd name="csX5" fmla="*/ 13567 w 91360"/>
                  <a:gd name="csY5" fmla="*/ 13573 h 91359"/>
                  <a:gd name="csX6" fmla="*/ 187 w 91360"/>
                  <a:gd name="csY6" fmla="*/ 45874 h 91359"/>
                  <a:gd name="csX7" fmla="*/ 13567 w 91360"/>
                  <a:gd name="csY7" fmla="*/ 78174 h 91359"/>
                  <a:gd name="csX8" fmla="*/ 45868 w 91360"/>
                  <a:gd name="csY8" fmla="*/ 9155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8" y="91553"/>
                    </a:moveTo>
                    <a:cubicBezTo>
                      <a:pt x="57982" y="91553"/>
                      <a:pt x="69602" y="86740"/>
                      <a:pt x="78168" y="78174"/>
                    </a:cubicBezTo>
                    <a:cubicBezTo>
                      <a:pt x="86735" y="69608"/>
                      <a:pt x="91548" y="57988"/>
                      <a:pt x="91548" y="45874"/>
                    </a:cubicBezTo>
                    <a:cubicBezTo>
                      <a:pt x="91548" y="33759"/>
                      <a:pt x="86735" y="22139"/>
                      <a:pt x="78168" y="13573"/>
                    </a:cubicBezTo>
                    <a:cubicBezTo>
                      <a:pt x="69602" y="5007"/>
                      <a:pt x="57982" y="194"/>
                      <a:pt x="45868" y="194"/>
                    </a:cubicBezTo>
                    <a:cubicBezTo>
                      <a:pt x="33753" y="194"/>
                      <a:pt x="22133" y="5007"/>
                      <a:pt x="13567" y="13573"/>
                    </a:cubicBezTo>
                    <a:cubicBezTo>
                      <a:pt x="5001" y="22139"/>
                      <a:pt x="187" y="33759"/>
                      <a:pt x="187" y="45874"/>
                    </a:cubicBezTo>
                    <a:cubicBezTo>
                      <a:pt x="187" y="57988"/>
                      <a:pt x="5001" y="69608"/>
                      <a:pt x="13567" y="78174"/>
                    </a:cubicBezTo>
                    <a:cubicBezTo>
                      <a:pt x="22133" y="86740"/>
                      <a:pt x="33753" y="91553"/>
                      <a:pt x="45868" y="9155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1" name="任意多边形: 形状 3090"/>
              <p:cNvSpPr/>
              <p:nvPr/>
            </p:nvSpPr>
            <p:spPr>
              <a:xfrm>
                <a:off x="19269092" y="22117797"/>
                <a:ext cx="180000" cy="180000"/>
              </a:xfrm>
              <a:custGeom>
                <a:avLst/>
                <a:gdLst>
                  <a:gd name="csX0" fmla="*/ 45891 w 91360"/>
                  <a:gd name="csY0" fmla="*/ 91516 h 91359"/>
                  <a:gd name="csX1" fmla="*/ 78192 w 91360"/>
                  <a:gd name="csY1" fmla="*/ 78136 h 91359"/>
                  <a:gd name="csX2" fmla="*/ 91571 w 91360"/>
                  <a:gd name="csY2" fmla="*/ 45836 h 91359"/>
                  <a:gd name="csX3" fmla="*/ 78192 w 91360"/>
                  <a:gd name="csY3" fmla="*/ 13536 h 91359"/>
                  <a:gd name="csX4" fmla="*/ 45891 w 91360"/>
                  <a:gd name="csY4" fmla="*/ 156 h 91359"/>
                  <a:gd name="csX5" fmla="*/ 13590 w 91360"/>
                  <a:gd name="csY5" fmla="*/ 13536 h 91359"/>
                  <a:gd name="csX6" fmla="*/ 211 w 91360"/>
                  <a:gd name="csY6" fmla="*/ 45836 h 91359"/>
                  <a:gd name="csX7" fmla="*/ 13590 w 91360"/>
                  <a:gd name="csY7" fmla="*/ 78136 h 91359"/>
                  <a:gd name="csX8" fmla="*/ 45891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516"/>
                    </a:moveTo>
                    <a:cubicBezTo>
                      <a:pt x="58006" y="91516"/>
                      <a:pt x="69626" y="86703"/>
                      <a:pt x="78192" y="78136"/>
                    </a:cubicBezTo>
                    <a:cubicBezTo>
                      <a:pt x="86758" y="69570"/>
                      <a:pt x="91571" y="57950"/>
                      <a:pt x="91571" y="45836"/>
                    </a:cubicBezTo>
                    <a:cubicBezTo>
                      <a:pt x="91571" y="33722"/>
                      <a:pt x="86758" y="22102"/>
                      <a:pt x="78192" y="13536"/>
                    </a:cubicBezTo>
                    <a:cubicBezTo>
                      <a:pt x="69626" y="4970"/>
                      <a:pt x="58006" y="156"/>
                      <a:pt x="45891" y="156"/>
                    </a:cubicBezTo>
                    <a:cubicBezTo>
                      <a:pt x="33777" y="156"/>
                      <a:pt x="22157" y="4970"/>
                      <a:pt x="13590" y="13536"/>
                    </a:cubicBezTo>
                    <a:cubicBezTo>
                      <a:pt x="5024" y="22102"/>
                      <a:pt x="211" y="33722"/>
                      <a:pt x="211" y="45836"/>
                    </a:cubicBezTo>
                    <a:cubicBezTo>
                      <a:pt x="211" y="57950"/>
                      <a:pt x="5024" y="69570"/>
                      <a:pt x="13590" y="78136"/>
                    </a:cubicBezTo>
                    <a:cubicBezTo>
                      <a:pt x="22157" y="86703"/>
                      <a:pt x="33777" y="91516"/>
                      <a:pt x="45891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2" name="任意多边形: 形状 3091"/>
              <p:cNvSpPr/>
              <p:nvPr/>
            </p:nvSpPr>
            <p:spPr>
              <a:xfrm>
                <a:off x="17982539" y="21285289"/>
                <a:ext cx="180000" cy="180000"/>
              </a:xfrm>
              <a:custGeom>
                <a:avLst/>
                <a:gdLst>
                  <a:gd name="csX0" fmla="*/ 45864 w 91360"/>
                  <a:gd name="csY0" fmla="*/ 91463 h 91359"/>
                  <a:gd name="csX1" fmla="*/ 78165 w 91360"/>
                  <a:gd name="csY1" fmla="*/ 78083 h 91359"/>
                  <a:gd name="csX2" fmla="*/ 91545 w 91360"/>
                  <a:gd name="csY2" fmla="*/ 45783 h 91359"/>
                  <a:gd name="csX3" fmla="*/ 78165 w 91360"/>
                  <a:gd name="csY3" fmla="*/ 13483 h 91359"/>
                  <a:gd name="csX4" fmla="*/ 45864 w 91360"/>
                  <a:gd name="csY4" fmla="*/ 103 h 91359"/>
                  <a:gd name="csX5" fmla="*/ 13564 w 91360"/>
                  <a:gd name="csY5" fmla="*/ 13483 h 91359"/>
                  <a:gd name="csX6" fmla="*/ 184 w 91360"/>
                  <a:gd name="csY6" fmla="*/ 45783 h 91359"/>
                  <a:gd name="csX7" fmla="*/ 13564 w 91360"/>
                  <a:gd name="csY7" fmla="*/ 78083 h 91359"/>
                  <a:gd name="csX8" fmla="*/ 45864 w 91360"/>
                  <a:gd name="csY8" fmla="*/ 9146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4" y="91463"/>
                    </a:moveTo>
                    <a:cubicBezTo>
                      <a:pt x="57979" y="91463"/>
                      <a:pt x="69599" y="86650"/>
                      <a:pt x="78165" y="78083"/>
                    </a:cubicBezTo>
                    <a:cubicBezTo>
                      <a:pt x="86732" y="69517"/>
                      <a:pt x="91545" y="57897"/>
                      <a:pt x="91545" y="45783"/>
                    </a:cubicBezTo>
                    <a:cubicBezTo>
                      <a:pt x="91545" y="33669"/>
                      <a:pt x="86732" y="22049"/>
                      <a:pt x="78165" y="13483"/>
                    </a:cubicBezTo>
                    <a:cubicBezTo>
                      <a:pt x="69599" y="4916"/>
                      <a:pt x="57979" y="103"/>
                      <a:pt x="45864" y="103"/>
                    </a:cubicBezTo>
                    <a:cubicBezTo>
                      <a:pt x="33750" y="103"/>
                      <a:pt x="22130" y="4916"/>
                      <a:pt x="13564" y="13483"/>
                    </a:cubicBezTo>
                    <a:cubicBezTo>
                      <a:pt x="4997" y="22049"/>
                      <a:pt x="184" y="33669"/>
                      <a:pt x="184" y="45783"/>
                    </a:cubicBezTo>
                    <a:cubicBezTo>
                      <a:pt x="184" y="57897"/>
                      <a:pt x="4997" y="69517"/>
                      <a:pt x="13564" y="78083"/>
                    </a:cubicBezTo>
                    <a:cubicBezTo>
                      <a:pt x="22130" y="86650"/>
                      <a:pt x="33750" y="91463"/>
                      <a:pt x="45864" y="9146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3" name="任意多边形: 形状 3092"/>
              <p:cNvSpPr/>
              <p:nvPr/>
            </p:nvSpPr>
            <p:spPr>
              <a:xfrm>
                <a:off x="18345246" y="24371305"/>
                <a:ext cx="180000" cy="180000"/>
              </a:xfrm>
              <a:custGeom>
                <a:avLst/>
                <a:gdLst>
                  <a:gd name="csX0" fmla="*/ 45876 w 91360"/>
                  <a:gd name="csY0" fmla="*/ 91558 h 91359"/>
                  <a:gd name="csX1" fmla="*/ 78177 w 91360"/>
                  <a:gd name="csY1" fmla="*/ 78179 h 91359"/>
                  <a:gd name="csX2" fmla="*/ 91556 w 91360"/>
                  <a:gd name="csY2" fmla="*/ 45879 h 91359"/>
                  <a:gd name="csX3" fmla="*/ 78177 w 91360"/>
                  <a:gd name="csY3" fmla="*/ 13578 h 91359"/>
                  <a:gd name="csX4" fmla="*/ 45876 w 91360"/>
                  <a:gd name="csY4" fmla="*/ 199 h 91359"/>
                  <a:gd name="csX5" fmla="*/ 13575 w 91360"/>
                  <a:gd name="csY5" fmla="*/ 13578 h 91359"/>
                  <a:gd name="csX6" fmla="*/ 195 w 91360"/>
                  <a:gd name="csY6" fmla="*/ 45879 h 91359"/>
                  <a:gd name="csX7" fmla="*/ 13575 w 91360"/>
                  <a:gd name="csY7" fmla="*/ 78179 h 91359"/>
                  <a:gd name="csX8" fmla="*/ 45876 w 91360"/>
                  <a:gd name="csY8" fmla="*/ 9155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558"/>
                    </a:moveTo>
                    <a:cubicBezTo>
                      <a:pt x="57990" y="91558"/>
                      <a:pt x="69610" y="86745"/>
                      <a:pt x="78177" y="78179"/>
                    </a:cubicBezTo>
                    <a:cubicBezTo>
                      <a:pt x="86743" y="69613"/>
                      <a:pt x="91556" y="57993"/>
                      <a:pt x="91556" y="45879"/>
                    </a:cubicBezTo>
                    <a:cubicBezTo>
                      <a:pt x="91556" y="33764"/>
                      <a:pt x="86743" y="22144"/>
                      <a:pt x="78177" y="13578"/>
                    </a:cubicBezTo>
                    <a:cubicBezTo>
                      <a:pt x="69610" y="5012"/>
                      <a:pt x="57990" y="199"/>
                      <a:pt x="45876" y="199"/>
                    </a:cubicBezTo>
                    <a:cubicBezTo>
                      <a:pt x="33761" y="199"/>
                      <a:pt x="22141" y="5012"/>
                      <a:pt x="13575" y="13578"/>
                    </a:cubicBezTo>
                    <a:cubicBezTo>
                      <a:pt x="5009" y="22144"/>
                      <a:pt x="195" y="33764"/>
                      <a:pt x="195" y="45879"/>
                    </a:cubicBezTo>
                    <a:cubicBezTo>
                      <a:pt x="195" y="57993"/>
                      <a:pt x="5009" y="69613"/>
                      <a:pt x="13575" y="78179"/>
                    </a:cubicBezTo>
                    <a:cubicBezTo>
                      <a:pt x="22141" y="86745"/>
                      <a:pt x="33761" y="91558"/>
                      <a:pt x="45876" y="9155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4" name="任意多边形: 形状 3093"/>
              <p:cNvSpPr/>
              <p:nvPr/>
            </p:nvSpPr>
            <p:spPr>
              <a:xfrm>
                <a:off x="19089246" y="21623418"/>
                <a:ext cx="180000" cy="180000"/>
              </a:xfrm>
              <a:custGeom>
                <a:avLst/>
                <a:gdLst>
                  <a:gd name="csX0" fmla="*/ 45855 w 91360"/>
                  <a:gd name="csY0" fmla="*/ 91505 h 91359"/>
                  <a:gd name="csX1" fmla="*/ 78156 w 91360"/>
                  <a:gd name="csY1" fmla="*/ 78126 h 91359"/>
                  <a:gd name="csX2" fmla="*/ 91535 w 91360"/>
                  <a:gd name="csY2" fmla="*/ 45825 h 91359"/>
                  <a:gd name="csX3" fmla="*/ 78156 w 91360"/>
                  <a:gd name="csY3" fmla="*/ 13525 h 91359"/>
                  <a:gd name="csX4" fmla="*/ 45855 w 91360"/>
                  <a:gd name="csY4" fmla="*/ 146 h 91359"/>
                  <a:gd name="csX5" fmla="*/ 13554 w 91360"/>
                  <a:gd name="csY5" fmla="*/ 13525 h 91359"/>
                  <a:gd name="csX6" fmla="*/ 175 w 91360"/>
                  <a:gd name="csY6" fmla="*/ 45825 h 91359"/>
                  <a:gd name="csX7" fmla="*/ 13554 w 91360"/>
                  <a:gd name="csY7" fmla="*/ 78126 h 91359"/>
                  <a:gd name="csX8" fmla="*/ 45855 w 91360"/>
                  <a:gd name="csY8" fmla="*/ 9150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505"/>
                    </a:moveTo>
                    <a:cubicBezTo>
                      <a:pt x="57969" y="91505"/>
                      <a:pt x="69589" y="86692"/>
                      <a:pt x="78156" y="78126"/>
                    </a:cubicBezTo>
                    <a:cubicBezTo>
                      <a:pt x="86722" y="69560"/>
                      <a:pt x="91535" y="57940"/>
                      <a:pt x="91535" y="45825"/>
                    </a:cubicBezTo>
                    <a:cubicBezTo>
                      <a:pt x="91535" y="33711"/>
                      <a:pt x="86722" y="22091"/>
                      <a:pt x="78156" y="13525"/>
                    </a:cubicBezTo>
                    <a:cubicBezTo>
                      <a:pt x="69589" y="4959"/>
                      <a:pt x="57969" y="146"/>
                      <a:pt x="45855" y="146"/>
                    </a:cubicBezTo>
                    <a:cubicBezTo>
                      <a:pt x="33740" y="146"/>
                      <a:pt x="22120" y="4959"/>
                      <a:pt x="13554" y="13525"/>
                    </a:cubicBezTo>
                    <a:cubicBezTo>
                      <a:pt x="4988" y="22091"/>
                      <a:pt x="175" y="33711"/>
                      <a:pt x="175" y="45825"/>
                    </a:cubicBezTo>
                    <a:cubicBezTo>
                      <a:pt x="175" y="57940"/>
                      <a:pt x="4988" y="69560"/>
                      <a:pt x="13554" y="78126"/>
                    </a:cubicBezTo>
                    <a:cubicBezTo>
                      <a:pt x="22120" y="86692"/>
                      <a:pt x="33740" y="91505"/>
                      <a:pt x="45855" y="9150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5" name="任意多边形: 形状 3094"/>
              <p:cNvSpPr/>
              <p:nvPr/>
            </p:nvSpPr>
            <p:spPr>
              <a:xfrm>
                <a:off x="19168770" y="21787404"/>
                <a:ext cx="180000" cy="180000"/>
              </a:xfrm>
              <a:custGeom>
                <a:avLst/>
                <a:gdLst>
                  <a:gd name="csX0" fmla="*/ 45901 w 91360"/>
                  <a:gd name="csY0" fmla="*/ 91478 h 91359"/>
                  <a:gd name="csX1" fmla="*/ 78202 w 91360"/>
                  <a:gd name="csY1" fmla="*/ 78099 h 91359"/>
                  <a:gd name="csX2" fmla="*/ 91581 w 91360"/>
                  <a:gd name="csY2" fmla="*/ 45799 h 91359"/>
                  <a:gd name="csX3" fmla="*/ 78202 w 91360"/>
                  <a:gd name="csY3" fmla="*/ 13498 h 91359"/>
                  <a:gd name="csX4" fmla="*/ 45901 w 91360"/>
                  <a:gd name="csY4" fmla="*/ 119 h 91359"/>
                  <a:gd name="csX5" fmla="*/ 13600 w 91360"/>
                  <a:gd name="csY5" fmla="*/ 13498 h 91359"/>
                  <a:gd name="csX6" fmla="*/ 221 w 91360"/>
                  <a:gd name="csY6" fmla="*/ 45799 h 91359"/>
                  <a:gd name="csX7" fmla="*/ 13600 w 91360"/>
                  <a:gd name="csY7" fmla="*/ 78099 h 91359"/>
                  <a:gd name="csX8" fmla="*/ 45901 w 91360"/>
                  <a:gd name="csY8" fmla="*/ 9147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1" y="91478"/>
                    </a:moveTo>
                    <a:cubicBezTo>
                      <a:pt x="58016" y="91478"/>
                      <a:pt x="69636" y="86665"/>
                      <a:pt x="78202" y="78099"/>
                    </a:cubicBezTo>
                    <a:cubicBezTo>
                      <a:pt x="86768" y="69533"/>
                      <a:pt x="91581" y="57913"/>
                      <a:pt x="91581" y="45799"/>
                    </a:cubicBezTo>
                    <a:cubicBezTo>
                      <a:pt x="91581" y="33684"/>
                      <a:pt x="86768" y="22064"/>
                      <a:pt x="78202" y="13498"/>
                    </a:cubicBezTo>
                    <a:cubicBezTo>
                      <a:pt x="69636" y="4932"/>
                      <a:pt x="58016" y="119"/>
                      <a:pt x="45901" y="119"/>
                    </a:cubicBezTo>
                    <a:cubicBezTo>
                      <a:pt x="33787" y="119"/>
                      <a:pt x="22167" y="4932"/>
                      <a:pt x="13600" y="13498"/>
                    </a:cubicBezTo>
                    <a:cubicBezTo>
                      <a:pt x="5034" y="22064"/>
                      <a:pt x="221" y="33684"/>
                      <a:pt x="221" y="45799"/>
                    </a:cubicBezTo>
                    <a:cubicBezTo>
                      <a:pt x="221" y="57913"/>
                      <a:pt x="5034" y="69533"/>
                      <a:pt x="13600" y="78099"/>
                    </a:cubicBezTo>
                    <a:cubicBezTo>
                      <a:pt x="22167" y="86665"/>
                      <a:pt x="33787" y="91478"/>
                      <a:pt x="45901" y="9147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6" name="任意多边形: 形状 3095"/>
              <p:cNvSpPr/>
              <p:nvPr/>
            </p:nvSpPr>
            <p:spPr>
              <a:xfrm>
                <a:off x="19651958" y="22142858"/>
                <a:ext cx="180000" cy="180000"/>
              </a:xfrm>
              <a:custGeom>
                <a:avLst/>
                <a:gdLst>
                  <a:gd name="csX0" fmla="*/ 45887 w 91360"/>
                  <a:gd name="csY0" fmla="*/ 91506 h 91359"/>
                  <a:gd name="csX1" fmla="*/ 78188 w 91360"/>
                  <a:gd name="csY1" fmla="*/ 78127 h 91359"/>
                  <a:gd name="csX2" fmla="*/ 91568 w 91360"/>
                  <a:gd name="csY2" fmla="*/ 45826 h 91359"/>
                  <a:gd name="csX3" fmla="*/ 78188 w 91360"/>
                  <a:gd name="csY3" fmla="*/ 13526 h 91359"/>
                  <a:gd name="csX4" fmla="*/ 45887 w 91360"/>
                  <a:gd name="csY4" fmla="*/ 147 h 91359"/>
                  <a:gd name="csX5" fmla="*/ 13587 w 91360"/>
                  <a:gd name="csY5" fmla="*/ 13526 h 91359"/>
                  <a:gd name="csX6" fmla="*/ 207 w 91360"/>
                  <a:gd name="csY6" fmla="*/ 45826 h 91359"/>
                  <a:gd name="csX7" fmla="*/ 13587 w 91360"/>
                  <a:gd name="csY7" fmla="*/ 78127 h 91359"/>
                  <a:gd name="csX8" fmla="*/ 45887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506"/>
                    </a:moveTo>
                    <a:cubicBezTo>
                      <a:pt x="58002" y="91506"/>
                      <a:pt x="69622" y="86693"/>
                      <a:pt x="78188" y="78127"/>
                    </a:cubicBezTo>
                    <a:cubicBezTo>
                      <a:pt x="86755" y="69561"/>
                      <a:pt x="91568" y="57941"/>
                      <a:pt x="91568" y="45826"/>
                    </a:cubicBezTo>
                    <a:cubicBezTo>
                      <a:pt x="91568" y="33712"/>
                      <a:pt x="86755" y="22092"/>
                      <a:pt x="78188" y="13526"/>
                    </a:cubicBezTo>
                    <a:cubicBezTo>
                      <a:pt x="69622" y="4960"/>
                      <a:pt x="58002" y="147"/>
                      <a:pt x="45887" y="147"/>
                    </a:cubicBezTo>
                    <a:cubicBezTo>
                      <a:pt x="33773" y="147"/>
                      <a:pt x="22153" y="4960"/>
                      <a:pt x="13587" y="13526"/>
                    </a:cubicBezTo>
                    <a:cubicBezTo>
                      <a:pt x="5020" y="22092"/>
                      <a:pt x="207" y="33712"/>
                      <a:pt x="207" y="45826"/>
                    </a:cubicBezTo>
                    <a:cubicBezTo>
                      <a:pt x="207" y="57941"/>
                      <a:pt x="5020" y="69561"/>
                      <a:pt x="13587" y="78127"/>
                    </a:cubicBezTo>
                    <a:cubicBezTo>
                      <a:pt x="22153" y="86693"/>
                      <a:pt x="33773" y="91506"/>
                      <a:pt x="45887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7" name="任意多边形: 形状 3096"/>
              <p:cNvSpPr/>
              <p:nvPr/>
            </p:nvSpPr>
            <p:spPr>
              <a:xfrm>
                <a:off x="16918945" y="23787543"/>
                <a:ext cx="180000" cy="180000"/>
              </a:xfrm>
              <a:custGeom>
                <a:avLst/>
                <a:gdLst>
                  <a:gd name="csX0" fmla="*/ 45832 w 91360"/>
                  <a:gd name="csY0" fmla="*/ 91540 h 91359"/>
                  <a:gd name="csX1" fmla="*/ 78132 w 91360"/>
                  <a:gd name="csY1" fmla="*/ 78161 h 91359"/>
                  <a:gd name="csX2" fmla="*/ 91512 w 91360"/>
                  <a:gd name="csY2" fmla="*/ 45861 h 91359"/>
                  <a:gd name="csX3" fmla="*/ 78132 w 91360"/>
                  <a:gd name="csY3" fmla="*/ 13560 h 91359"/>
                  <a:gd name="csX4" fmla="*/ 45832 w 91360"/>
                  <a:gd name="csY4" fmla="*/ 181 h 91359"/>
                  <a:gd name="csX5" fmla="*/ 13531 w 91360"/>
                  <a:gd name="csY5" fmla="*/ 13560 h 91359"/>
                  <a:gd name="csX6" fmla="*/ 151 w 91360"/>
                  <a:gd name="csY6" fmla="*/ 45861 h 91359"/>
                  <a:gd name="csX7" fmla="*/ 13531 w 91360"/>
                  <a:gd name="csY7" fmla="*/ 78161 h 91359"/>
                  <a:gd name="csX8" fmla="*/ 45832 w 91360"/>
                  <a:gd name="csY8" fmla="*/ 9154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2" y="91540"/>
                    </a:moveTo>
                    <a:cubicBezTo>
                      <a:pt x="57946" y="91540"/>
                      <a:pt x="69566" y="86727"/>
                      <a:pt x="78132" y="78161"/>
                    </a:cubicBezTo>
                    <a:cubicBezTo>
                      <a:pt x="86699" y="69595"/>
                      <a:pt x="91512" y="57975"/>
                      <a:pt x="91512" y="45861"/>
                    </a:cubicBezTo>
                    <a:cubicBezTo>
                      <a:pt x="91512" y="33746"/>
                      <a:pt x="86699" y="22126"/>
                      <a:pt x="78132" y="13560"/>
                    </a:cubicBezTo>
                    <a:cubicBezTo>
                      <a:pt x="69566" y="4994"/>
                      <a:pt x="57946" y="181"/>
                      <a:pt x="45832" y="181"/>
                    </a:cubicBezTo>
                    <a:cubicBezTo>
                      <a:pt x="33717" y="181"/>
                      <a:pt x="22097" y="4994"/>
                      <a:pt x="13531" y="13560"/>
                    </a:cubicBezTo>
                    <a:cubicBezTo>
                      <a:pt x="4964" y="22126"/>
                      <a:pt x="151" y="33746"/>
                      <a:pt x="151" y="45861"/>
                    </a:cubicBezTo>
                    <a:cubicBezTo>
                      <a:pt x="151" y="57975"/>
                      <a:pt x="4964" y="69595"/>
                      <a:pt x="13531" y="78161"/>
                    </a:cubicBezTo>
                    <a:cubicBezTo>
                      <a:pt x="22097" y="86727"/>
                      <a:pt x="33717" y="91540"/>
                      <a:pt x="45832" y="9154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8" name="任意多边形: 形状 3097"/>
              <p:cNvSpPr/>
              <p:nvPr/>
            </p:nvSpPr>
            <p:spPr>
              <a:xfrm>
                <a:off x="18809219" y="21015312"/>
                <a:ext cx="180000" cy="180000"/>
              </a:xfrm>
              <a:custGeom>
                <a:avLst/>
                <a:gdLst>
                  <a:gd name="csX0" fmla="*/ 45876 w 91360"/>
                  <a:gd name="csY0" fmla="*/ 91497 h 91359"/>
                  <a:gd name="csX1" fmla="*/ 78177 w 91360"/>
                  <a:gd name="csY1" fmla="*/ 78117 h 91359"/>
                  <a:gd name="csX2" fmla="*/ 91556 w 91360"/>
                  <a:gd name="csY2" fmla="*/ 45817 h 91359"/>
                  <a:gd name="csX3" fmla="*/ 78177 w 91360"/>
                  <a:gd name="csY3" fmla="*/ 13517 h 91359"/>
                  <a:gd name="csX4" fmla="*/ 45876 w 91360"/>
                  <a:gd name="csY4" fmla="*/ 137 h 91359"/>
                  <a:gd name="csX5" fmla="*/ 13575 w 91360"/>
                  <a:gd name="csY5" fmla="*/ 13517 h 91359"/>
                  <a:gd name="csX6" fmla="*/ 196 w 91360"/>
                  <a:gd name="csY6" fmla="*/ 45817 h 91359"/>
                  <a:gd name="csX7" fmla="*/ 13575 w 91360"/>
                  <a:gd name="csY7" fmla="*/ 78117 h 91359"/>
                  <a:gd name="csX8" fmla="*/ 45876 w 91360"/>
                  <a:gd name="csY8" fmla="*/ 9149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497"/>
                    </a:moveTo>
                    <a:cubicBezTo>
                      <a:pt x="57991" y="91497"/>
                      <a:pt x="69611" y="86684"/>
                      <a:pt x="78177" y="78117"/>
                    </a:cubicBezTo>
                    <a:cubicBezTo>
                      <a:pt x="86743" y="69551"/>
                      <a:pt x="91556" y="57931"/>
                      <a:pt x="91556" y="45817"/>
                    </a:cubicBezTo>
                    <a:cubicBezTo>
                      <a:pt x="91556" y="33703"/>
                      <a:pt x="86743" y="22083"/>
                      <a:pt x="78177" y="13517"/>
                    </a:cubicBezTo>
                    <a:cubicBezTo>
                      <a:pt x="69611" y="4951"/>
                      <a:pt x="57991" y="137"/>
                      <a:pt x="45876" y="137"/>
                    </a:cubicBezTo>
                    <a:cubicBezTo>
                      <a:pt x="33762" y="137"/>
                      <a:pt x="22142" y="4951"/>
                      <a:pt x="13575" y="13517"/>
                    </a:cubicBezTo>
                    <a:cubicBezTo>
                      <a:pt x="5009" y="22083"/>
                      <a:pt x="196" y="33703"/>
                      <a:pt x="196" y="45817"/>
                    </a:cubicBezTo>
                    <a:cubicBezTo>
                      <a:pt x="196" y="57931"/>
                      <a:pt x="5009" y="69551"/>
                      <a:pt x="13575" y="78117"/>
                    </a:cubicBezTo>
                    <a:cubicBezTo>
                      <a:pt x="22142" y="86684"/>
                      <a:pt x="33762" y="91497"/>
                      <a:pt x="45876" y="9149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099" name="任意多边形: 形状 3098"/>
              <p:cNvSpPr/>
              <p:nvPr/>
            </p:nvSpPr>
            <p:spPr>
              <a:xfrm>
                <a:off x="17341528" y="23168023"/>
                <a:ext cx="180000" cy="180000"/>
              </a:xfrm>
              <a:custGeom>
                <a:avLst/>
                <a:gdLst>
                  <a:gd name="csX0" fmla="*/ 45899 w 91360"/>
                  <a:gd name="csY0" fmla="*/ 91518 h 91359"/>
                  <a:gd name="csX1" fmla="*/ 78200 w 91360"/>
                  <a:gd name="csY1" fmla="*/ 78138 h 91359"/>
                  <a:gd name="csX2" fmla="*/ 91579 w 91360"/>
                  <a:gd name="csY2" fmla="*/ 45838 h 91359"/>
                  <a:gd name="csX3" fmla="*/ 78200 w 91360"/>
                  <a:gd name="csY3" fmla="*/ 13538 h 91359"/>
                  <a:gd name="csX4" fmla="*/ 45899 w 91360"/>
                  <a:gd name="csY4" fmla="*/ 158 h 91359"/>
                  <a:gd name="csX5" fmla="*/ 13598 w 91360"/>
                  <a:gd name="csY5" fmla="*/ 13538 h 91359"/>
                  <a:gd name="csX6" fmla="*/ 219 w 91360"/>
                  <a:gd name="csY6" fmla="*/ 45838 h 91359"/>
                  <a:gd name="csX7" fmla="*/ 13598 w 91360"/>
                  <a:gd name="csY7" fmla="*/ 78138 h 91359"/>
                  <a:gd name="csX8" fmla="*/ 45899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9" y="91518"/>
                    </a:moveTo>
                    <a:cubicBezTo>
                      <a:pt x="58014" y="91518"/>
                      <a:pt x="69634" y="86705"/>
                      <a:pt x="78200" y="78138"/>
                    </a:cubicBezTo>
                    <a:cubicBezTo>
                      <a:pt x="86766" y="69572"/>
                      <a:pt x="91579" y="57952"/>
                      <a:pt x="91579" y="45838"/>
                    </a:cubicBezTo>
                    <a:cubicBezTo>
                      <a:pt x="91579" y="33724"/>
                      <a:pt x="86766" y="22104"/>
                      <a:pt x="78200" y="13538"/>
                    </a:cubicBezTo>
                    <a:cubicBezTo>
                      <a:pt x="69634" y="4972"/>
                      <a:pt x="58014" y="158"/>
                      <a:pt x="45899" y="158"/>
                    </a:cubicBezTo>
                    <a:cubicBezTo>
                      <a:pt x="33785" y="158"/>
                      <a:pt x="22165" y="4972"/>
                      <a:pt x="13598" y="13538"/>
                    </a:cubicBezTo>
                    <a:cubicBezTo>
                      <a:pt x="5032" y="22104"/>
                      <a:pt x="219" y="33724"/>
                      <a:pt x="219" y="45838"/>
                    </a:cubicBezTo>
                    <a:cubicBezTo>
                      <a:pt x="219" y="57952"/>
                      <a:pt x="5032" y="69572"/>
                      <a:pt x="13598" y="78138"/>
                    </a:cubicBezTo>
                    <a:cubicBezTo>
                      <a:pt x="22165" y="86705"/>
                      <a:pt x="33785" y="91518"/>
                      <a:pt x="45899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0" name="任意多边形: 形状 3099"/>
              <p:cNvSpPr/>
              <p:nvPr/>
            </p:nvSpPr>
            <p:spPr>
              <a:xfrm>
                <a:off x="18002628" y="21144686"/>
                <a:ext cx="180000" cy="180000"/>
              </a:xfrm>
              <a:custGeom>
                <a:avLst/>
                <a:gdLst>
                  <a:gd name="csX0" fmla="*/ 45865 w 91360"/>
                  <a:gd name="csY0" fmla="*/ 91458 h 91359"/>
                  <a:gd name="csX1" fmla="*/ 78166 w 91360"/>
                  <a:gd name="csY1" fmla="*/ 78079 h 91359"/>
                  <a:gd name="csX2" fmla="*/ 91545 w 91360"/>
                  <a:gd name="csY2" fmla="*/ 45779 h 91359"/>
                  <a:gd name="csX3" fmla="*/ 78166 w 91360"/>
                  <a:gd name="csY3" fmla="*/ 13478 h 91359"/>
                  <a:gd name="csX4" fmla="*/ 45865 w 91360"/>
                  <a:gd name="csY4" fmla="*/ 99 h 91359"/>
                  <a:gd name="csX5" fmla="*/ 13564 w 91360"/>
                  <a:gd name="csY5" fmla="*/ 13478 h 91359"/>
                  <a:gd name="csX6" fmla="*/ 185 w 91360"/>
                  <a:gd name="csY6" fmla="*/ 45779 h 91359"/>
                  <a:gd name="csX7" fmla="*/ 13564 w 91360"/>
                  <a:gd name="csY7" fmla="*/ 78079 h 91359"/>
                  <a:gd name="csX8" fmla="*/ 45865 w 91360"/>
                  <a:gd name="csY8" fmla="*/ 9145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5" y="91458"/>
                    </a:moveTo>
                    <a:cubicBezTo>
                      <a:pt x="57980" y="91458"/>
                      <a:pt x="69600" y="86645"/>
                      <a:pt x="78166" y="78079"/>
                    </a:cubicBezTo>
                    <a:cubicBezTo>
                      <a:pt x="86732" y="69513"/>
                      <a:pt x="91545" y="57893"/>
                      <a:pt x="91545" y="45779"/>
                    </a:cubicBezTo>
                    <a:cubicBezTo>
                      <a:pt x="91545" y="33664"/>
                      <a:pt x="86732" y="22044"/>
                      <a:pt x="78166" y="13478"/>
                    </a:cubicBezTo>
                    <a:cubicBezTo>
                      <a:pt x="69600" y="4912"/>
                      <a:pt x="57980" y="99"/>
                      <a:pt x="45865" y="99"/>
                    </a:cubicBezTo>
                    <a:cubicBezTo>
                      <a:pt x="33751" y="99"/>
                      <a:pt x="22131" y="4912"/>
                      <a:pt x="13564" y="13478"/>
                    </a:cubicBezTo>
                    <a:cubicBezTo>
                      <a:pt x="4998" y="22044"/>
                      <a:pt x="185" y="33664"/>
                      <a:pt x="185" y="45779"/>
                    </a:cubicBezTo>
                    <a:cubicBezTo>
                      <a:pt x="185" y="57893"/>
                      <a:pt x="4998" y="69513"/>
                      <a:pt x="13564" y="78079"/>
                    </a:cubicBezTo>
                    <a:cubicBezTo>
                      <a:pt x="22131" y="86645"/>
                      <a:pt x="33751" y="91458"/>
                      <a:pt x="45865" y="9145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1" name="任意多边形: 形状 3100"/>
              <p:cNvSpPr/>
              <p:nvPr/>
            </p:nvSpPr>
            <p:spPr>
              <a:xfrm>
                <a:off x="19270420" y="23593392"/>
                <a:ext cx="180000" cy="180000"/>
              </a:xfrm>
              <a:custGeom>
                <a:avLst/>
                <a:gdLst>
                  <a:gd name="csX0" fmla="*/ 45883 w 91360"/>
                  <a:gd name="csY0" fmla="*/ 91506 h 91359"/>
                  <a:gd name="csX1" fmla="*/ 78184 w 91360"/>
                  <a:gd name="csY1" fmla="*/ 78127 h 91359"/>
                  <a:gd name="csX2" fmla="*/ 91563 w 91360"/>
                  <a:gd name="csY2" fmla="*/ 45826 h 91359"/>
                  <a:gd name="csX3" fmla="*/ 78184 w 91360"/>
                  <a:gd name="csY3" fmla="*/ 13526 h 91359"/>
                  <a:gd name="csX4" fmla="*/ 45883 w 91360"/>
                  <a:gd name="csY4" fmla="*/ 147 h 91359"/>
                  <a:gd name="csX5" fmla="*/ 13582 w 91360"/>
                  <a:gd name="csY5" fmla="*/ 13526 h 91359"/>
                  <a:gd name="csX6" fmla="*/ 203 w 91360"/>
                  <a:gd name="csY6" fmla="*/ 45826 h 91359"/>
                  <a:gd name="csX7" fmla="*/ 13582 w 91360"/>
                  <a:gd name="csY7" fmla="*/ 78127 h 91359"/>
                  <a:gd name="csX8" fmla="*/ 45883 w 91360"/>
                  <a:gd name="csY8" fmla="*/ 9150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3" y="91506"/>
                    </a:moveTo>
                    <a:cubicBezTo>
                      <a:pt x="57998" y="91506"/>
                      <a:pt x="69618" y="86693"/>
                      <a:pt x="78184" y="78127"/>
                    </a:cubicBezTo>
                    <a:cubicBezTo>
                      <a:pt x="86750" y="69561"/>
                      <a:pt x="91563" y="57941"/>
                      <a:pt x="91563" y="45826"/>
                    </a:cubicBezTo>
                    <a:cubicBezTo>
                      <a:pt x="91563" y="33712"/>
                      <a:pt x="86750" y="22092"/>
                      <a:pt x="78184" y="13526"/>
                    </a:cubicBezTo>
                    <a:cubicBezTo>
                      <a:pt x="69618" y="4960"/>
                      <a:pt x="57998" y="147"/>
                      <a:pt x="45883" y="147"/>
                    </a:cubicBezTo>
                    <a:cubicBezTo>
                      <a:pt x="33769" y="147"/>
                      <a:pt x="22149" y="4960"/>
                      <a:pt x="13582" y="13526"/>
                    </a:cubicBezTo>
                    <a:cubicBezTo>
                      <a:pt x="5016" y="22092"/>
                      <a:pt x="203" y="33712"/>
                      <a:pt x="203" y="45826"/>
                    </a:cubicBezTo>
                    <a:cubicBezTo>
                      <a:pt x="203" y="57941"/>
                      <a:pt x="5016" y="69561"/>
                      <a:pt x="13582" y="78127"/>
                    </a:cubicBezTo>
                    <a:cubicBezTo>
                      <a:pt x="22149" y="86693"/>
                      <a:pt x="33769" y="91506"/>
                      <a:pt x="45883" y="9150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2" name="任意多边形: 形状 3101"/>
              <p:cNvSpPr/>
              <p:nvPr/>
            </p:nvSpPr>
            <p:spPr>
              <a:xfrm>
                <a:off x="19868291" y="24012447"/>
                <a:ext cx="180000" cy="180000"/>
              </a:xfrm>
              <a:custGeom>
                <a:avLst/>
                <a:gdLst>
                  <a:gd name="csX0" fmla="*/ 45904 w 91360"/>
                  <a:gd name="csY0" fmla="*/ 91480 h 91359"/>
                  <a:gd name="csX1" fmla="*/ 78205 w 91360"/>
                  <a:gd name="csY1" fmla="*/ 78101 h 91359"/>
                  <a:gd name="csX2" fmla="*/ 91584 w 91360"/>
                  <a:gd name="csY2" fmla="*/ 45801 h 91359"/>
                  <a:gd name="csX3" fmla="*/ 78205 w 91360"/>
                  <a:gd name="csY3" fmla="*/ 13500 h 91359"/>
                  <a:gd name="csX4" fmla="*/ 45904 w 91360"/>
                  <a:gd name="csY4" fmla="*/ 121 h 91359"/>
                  <a:gd name="csX5" fmla="*/ 13603 w 91360"/>
                  <a:gd name="csY5" fmla="*/ 13500 h 91359"/>
                  <a:gd name="csX6" fmla="*/ 224 w 91360"/>
                  <a:gd name="csY6" fmla="*/ 45801 h 91359"/>
                  <a:gd name="csX7" fmla="*/ 13603 w 91360"/>
                  <a:gd name="csY7" fmla="*/ 78101 h 91359"/>
                  <a:gd name="csX8" fmla="*/ 45904 w 91360"/>
                  <a:gd name="csY8" fmla="*/ 9148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4" y="91480"/>
                    </a:moveTo>
                    <a:cubicBezTo>
                      <a:pt x="58019" y="91480"/>
                      <a:pt x="69639" y="86667"/>
                      <a:pt x="78205" y="78101"/>
                    </a:cubicBezTo>
                    <a:cubicBezTo>
                      <a:pt x="86771" y="69535"/>
                      <a:pt x="91584" y="57915"/>
                      <a:pt x="91584" y="45801"/>
                    </a:cubicBezTo>
                    <a:cubicBezTo>
                      <a:pt x="91584" y="33686"/>
                      <a:pt x="86771" y="22066"/>
                      <a:pt x="78205" y="13500"/>
                    </a:cubicBezTo>
                    <a:cubicBezTo>
                      <a:pt x="69639" y="4934"/>
                      <a:pt x="58019" y="121"/>
                      <a:pt x="45904" y="121"/>
                    </a:cubicBezTo>
                    <a:cubicBezTo>
                      <a:pt x="33790" y="121"/>
                      <a:pt x="22170" y="4934"/>
                      <a:pt x="13603" y="13500"/>
                    </a:cubicBezTo>
                    <a:cubicBezTo>
                      <a:pt x="5037" y="22066"/>
                      <a:pt x="224" y="33686"/>
                      <a:pt x="224" y="45801"/>
                    </a:cubicBezTo>
                    <a:cubicBezTo>
                      <a:pt x="224" y="57915"/>
                      <a:pt x="5037" y="69535"/>
                      <a:pt x="13603" y="78101"/>
                    </a:cubicBezTo>
                    <a:cubicBezTo>
                      <a:pt x="22170" y="86667"/>
                      <a:pt x="33790" y="91480"/>
                      <a:pt x="45904" y="9148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3" name="任意多边形: 形状 3102"/>
              <p:cNvSpPr/>
              <p:nvPr/>
            </p:nvSpPr>
            <p:spPr>
              <a:xfrm>
                <a:off x="18257317" y="22522158"/>
                <a:ext cx="180000" cy="180000"/>
              </a:xfrm>
              <a:custGeom>
                <a:avLst/>
                <a:gdLst>
                  <a:gd name="csX0" fmla="*/ 45873 w 91360"/>
                  <a:gd name="csY0" fmla="*/ 91501 h 91359"/>
                  <a:gd name="csX1" fmla="*/ 78174 w 91360"/>
                  <a:gd name="csY1" fmla="*/ 78122 h 91359"/>
                  <a:gd name="csX2" fmla="*/ 91553 w 91360"/>
                  <a:gd name="csY2" fmla="*/ 45821 h 91359"/>
                  <a:gd name="csX3" fmla="*/ 78174 w 91360"/>
                  <a:gd name="csY3" fmla="*/ 13521 h 91359"/>
                  <a:gd name="csX4" fmla="*/ 45873 w 91360"/>
                  <a:gd name="csY4" fmla="*/ 142 h 91359"/>
                  <a:gd name="csX5" fmla="*/ 13572 w 91360"/>
                  <a:gd name="csY5" fmla="*/ 13521 h 91359"/>
                  <a:gd name="csX6" fmla="*/ 193 w 91360"/>
                  <a:gd name="csY6" fmla="*/ 45821 h 91359"/>
                  <a:gd name="csX7" fmla="*/ 13572 w 91360"/>
                  <a:gd name="csY7" fmla="*/ 78122 h 91359"/>
                  <a:gd name="csX8" fmla="*/ 45873 w 91360"/>
                  <a:gd name="csY8" fmla="*/ 9150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3" y="91501"/>
                    </a:moveTo>
                    <a:cubicBezTo>
                      <a:pt x="57988" y="91501"/>
                      <a:pt x="69608" y="86688"/>
                      <a:pt x="78174" y="78122"/>
                    </a:cubicBezTo>
                    <a:cubicBezTo>
                      <a:pt x="86740" y="69556"/>
                      <a:pt x="91553" y="57936"/>
                      <a:pt x="91553" y="45821"/>
                    </a:cubicBezTo>
                    <a:cubicBezTo>
                      <a:pt x="91553" y="33707"/>
                      <a:pt x="86740" y="22087"/>
                      <a:pt x="78174" y="13521"/>
                    </a:cubicBezTo>
                    <a:cubicBezTo>
                      <a:pt x="69608" y="4955"/>
                      <a:pt x="57988" y="142"/>
                      <a:pt x="45873" y="142"/>
                    </a:cubicBezTo>
                    <a:cubicBezTo>
                      <a:pt x="33758" y="142"/>
                      <a:pt x="22138" y="4955"/>
                      <a:pt x="13572" y="13521"/>
                    </a:cubicBezTo>
                    <a:cubicBezTo>
                      <a:pt x="5006" y="22087"/>
                      <a:pt x="193" y="33707"/>
                      <a:pt x="193" y="45821"/>
                    </a:cubicBezTo>
                    <a:cubicBezTo>
                      <a:pt x="193" y="57936"/>
                      <a:pt x="5006" y="69556"/>
                      <a:pt x="13572" y="78122"/>
                    </a:cubicBezTo>
                    <a:cubicBezTo>
                      <a:pt x="22138" y="86688"/>
                      <a:pt x="33758" y="91501"/>
                      <a:pt x="45873" y="9150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4" name="任意多边形: 形状 3103"/>
              <p:cNvSpPr/>
              <p:nvPr/>
            </p:nvSpPr>
            <p:spPr>
              <a:xfrm>
                <a:off x="16916472" y="22472369"/>
                <a:ext cx="180000" cy="180000"/>
              </a:xfrm>
              <a:custGeom>
                <a:avLst/>
                <a:gdLst>
                  <a:gd name="csX0" fmla="*/ 45840 w 91360"/>
                  <a:gd name="csY0" fmla="*/ 91508 h 91359"/>
                  <a:gd name="csX1" fmla="*/ 78141 w 91360"/>
                  <a:gd name="csY1" fmla="*/ 78128 h 91359"/>
                  <a:gd name="csX2" fmla="*/ 91520 w 91360"/>
                  <a:gd name="csY2" fmla="*/ 45828 h 91359"/>
                  <a:gd name="csX3" fmla="*/ 78141 w 91360"/>
                  <a:gd name="csY3" fmla="*/ 13528 h 91359"/>
                  <a:gd name="csX4" fmla="*/ 45840 w 91360"/>
                  <a:gd name="csY4" fmla="*/ 148 h 91359"/>
                  <a:gd name="csX5" fmla="*/ 13539 w 91360"/>
                  <a:gd name="csY5" fmla="*/ 13528 h 91359"/>
                  <a:gd name="csX6" fmla="*/ 159 w 91360"/>
                  <a:gd name="csY6" fmla="*/ 45828 h 91359"/>
                  <a:gd name="csX7" fmla="*/ 13539 w 91360"/>
                  <a:gd name="csY7" fmla="*/ 78128 h 91359"/>
                  <a:gd name="csX8" fmla="*/ 45840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0" y="91508"/>
                    </a:moveTo>
                    <a:cubicBezTo>
                      <a:pt x="57954" y="91508"/>
                      <a:pt x="69574" y="86695"/>
                      <a:pt x="78141" y="78128"/>
                    </a:cubicBezTo>
                    <a:cubicBezTo>
                      <a:pt x="86707" y="69562"/>
                      <a:pt x="91520" y="57942"/>
                      <a:pt x="91520" y="45828"/>
                    </a:cubicBezTo>
                    <a:cubicBezTo>
                      <a:pt x="91520" y="33714"/>
                      <a:pt x="86707" y="22094"/>
                      <a:pt x="78141" y="13528"/>
                    </a:cubicBezTo>
                    <a:cubicBezTo>
                      <a:pt x="69574" y="4961"/>
                      <a:pt x="57954" y="148"/>
                      <a:pt x="45840" y="148"/>
                    </a:cubicBezTo>
                    <a:cubicBezTo>
                      <a:pt x="33725" y="148"/>
                      <a:pt x="22105" y="4961"/>
                      <a:pt x="13539" y="13528"/>
                    </a:cubicBezTo>
                    <a:cubicBezTo>
                      <a:pt x="4973" y="22094"/>
                      <a:pt x="159" y="33714"/>
                      <a:pt x="159" y="45828"/>
                    </a:cubicBezTo>
                    <a:cubicBezTo>
                      <a:pt x="159" y="57942"/>
                      <a:pt x="4973" y="69562"/>
                      <a:pt x="13539" y="78128"/>
                    </a:cubicBezTo>
                    <a:cubicBezTo>
                      <a:pt x="22105" y="86695"/>
                      <a:pt x="33725" y="91508"/>
                      <a:pt x="45840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5" name="任意多边形: 形状 3104"/>
              <p:cNvSpPr/>
              <p:nvPr/>
            </p:nvSpPr>
            <p:spPr>
              <a:xfrm>
                <a:off x="19521653" y="22250380"/>
                <a:ext cx="180000" cy="180000"/>
              </a:xfrm>
              <a:custGeom>
                <a:avLst/>
                <a:gdLst>
                  <a:gd name="csX0" fmla="*/ 45912 w 91360"/>
                  <a:gd name="csY0" fmla="*/ 91493 h 91359"/>
                  <a:gd name="csX1" fmla="*/ 78213 w 91360"/>
                  <a:gd name="csY1" fmla="*/ 78113 h 91359"/>
                  <a:gd name="csX2" fmla="*/ 91592 w 91360"/>
                  <a:gd name="csY2" fmla="*/ 45813 h 91359"/>
                  <a:gd name="csX3" fmla="*/ 78213 w 91360"/>
                  <a:gd name="csY3" fmla="*/ 13513 h 91359"/>
                  <a:gd name="csX4" fmla="*/ 45912 w 91360"/>
                  <a:gd name="csY4" fmla="*/ 133 h 91359"/>
                  <a:gd name="csX5" fmla="*/ 13611 w 91360"/>
                  <a:gd name="csY5" fmla="*/ 13513 h 91359"/>
                  <a:gd name="csX6" fmla="*/ 232 w 91360"/>
                  <a:gd name="csY6" fmla="*/ 45813 h 91359"/>
                  <a:gd name="csX7" fmla="*/ 13611 w 91360"/>
                  <a:gd name="csY7" fmla="*/ 78113 h 91359"/>
                  <a:gd name="csX8" fmla="*/ 45912 w 91360"/>
                  <a:gd name="csY8" fmla="*/ 9149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2" y="91493"/>
                    </a:moveTo>
                    <a:cubicBezTo>
                      <a:pt x="58027" y="91493"/>
                      <a:pt x="69647" y="86679"/>
                      <a:pt x="78213" y="78113"/>
                    </a:cubicBezTo>
                    <a:cubicBezTo>
                      <a:pt x="86779" y="69547"/>
                      <a:pt x="91592" y="57927"/>
                      <a:pt x="91592" y="45813"/>
                    </a:cubicBezTo>
                    <a:cubicBezTo>
                      <a:pt x="91592" y="33699"/>
                      <a:pt x="86779" y="22079"/>
                      <a:pt x="78213" y="13513"/>
                    </a:cubicBezTo>
                    <a:cubicBezTo>
                      <a:pt x="69647" y="4946"/>
                      <a:pt x="58027" y="133"/>
                      <a:pt x="45912" y="133"/>
                    </a:cubicBezTo>
                    <a:cubicBezTo>
                      <a:pt x="33798" y="133"/>
                      <a:pt x="22178" y="4946"/>
                      <a:pt x="13611" y="13513"/>
                    </a:cubicBezTo>
                    <a:cubicBezTo>
                      <a:pt x="5045" y="22079"/>
                      <a:pt x="232" y="33699"/>
                      <a:pt x="232" y="45813"/>
                    </a:cubicBezTo>
                    <a:cubicBezTo>
                      <a:pt x="232" y="57927"/>
                      <a:pt x="5045" y="69547"/>
                      <a:pt x="13611" y="78113"/>
                    </a:cubicBezTo>
                    <a:cubicBezTo>
                      <a:pt x="22178" y="86679"/>
                      <a:pt x="33798" y="91493"/>
                      <a:pt x="45912" y="9149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6" name="任意多边形: 形状 3105"/>
              <p:cNvSpPr/>
              <p:nvPr/>
            </p:nvSpPr>
            <p:spPr>
              <a:xfrm>
                <a:off x="17673679" y="21867138"/>
                <a:ext cx="180000" cy="180000"/>
              </a:xfrm>
              <a:custGeom>
                <a:avLst/>
                <a:gdLst>
                  <a:gd name="csX0" fmla="*/ 45875 w 91360"/>
                  <a:gd name="csY0" fmla="*/ 91502 h 91359"/>
                  <a:gd name="csX1" fmla="*/ 78175 w 91360"/>
                  <a:gd name="csY1" fmla="*/ 78123 h 91359"/>
                  <a:gd name="csX2" fmla="*/ 91555 w 91360"/>
                  <a:gd name="csY2" fmla="*/ 45822 h 91359"/>
                  <a:gd name="csX3" fmla="*/ 78175 w 91360"/>
                  <a:gd name="csY3" fmla="*/ 13522 h 91359"/>
                  <a:gd name="csX4" fmla="*/ 45875 w 91360"/>
                  <a:gd name="csY4" fmla="*/ 143 h 91359"/>
                  <a:gd name="csX5" fmla="*/ 13574 w 91360"/>
                  <a:gd name="csY5" fmla="*/ 13522 h 91359"/>
                  <a:gd name="csX6" fmla="*/ 194 w 91360"/>
                  <a:gd name="csY6" fmla="*/ 45822 h 91359"/>
                  <a:gd name="csX7" fmla="*/ 13574 w 91360"/>
                  <a:gd name="csY7" fmla="*/ 78123 h 91359"/>
                  <a:gd name="csX8" fmla="*/ 45875 w 91360"/>
                  <a:gd name="csY8" fmla="*/ 9150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502"/>
                    </a:moveTo>
                    <a:cubicBezTo>
                      <a:pt x="57989" y="91502"/>
                      <a:pt x="69609" y="86689"/>
                      <a:pt x="78175" y="78123"/>
                    </a:cubicBezTo>
                    <a:cubicBezTo>
                      <a:pt x="86742" y="69556"/>
                      <a:pt x="91555" y="57937"/>
                      <a:pt x="91555" y="45822"/>
                    </a:cubicBezTo>
                    <a:cubicBezTo>
                      <a:pt x="91555" y="33708"/>
                      <a:pt x="86742" y="22088"/>
                      <a:pt x="78175" y="13522"/>
                    </a:cubicBezTo>
                    <a:cubicBezTo>
                      <a:pt x="69609" y="4956"/>
                      <a:pt x="57989" y="143"/>
                      <a:pt x="45875" y="143"/>
                    </a:cubicBezTo>
                    <a:cubicBezTo>
                      <a:pt x="33760" y="143"/>
                      <a:pt x="22140" y="4956"/>
                      <a:pt x="13574" y="13522"/>
                    </a:cubicBezTo>
                    <a:cubicBezTo>
                      <a:pt x="5008" y="22088"/>
                      <a:pt x="194" y="33708"/>
                      <a:pt x="194" y="45822"/>
                    </a:cubicBezTo>
                    <a:cubicBezTo>
                      <a:pt x="194" y="57937"/>
                      <a:pt x="5008" y="69556"/>
                      <a:pt x="13574" y="78123"/>
                    </a:cubicBezTo>
                    <a:cubicBezTo>
                      <a:pt x="22140" y="86689"/>
                      <a:pt x="33760" y="91502"/>
                      <a:pt x="45875" y="9150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7" name="任意多边形: 形状 3106"/>
              <p:cNvSpPr/>
              <p:nvPr/>
            </p:nvSpPr>
            <p:spPr>
              <a:xfrm>
                <a:off x="18845485" y="21157126"/>
                <a:ext cx="180000" cy="180000"/>
              </a:xfrm>
              <a:custGeom>
                <a:avLst/>
                <a:gdLst>
                  <a:gd name="csX0" fmla="*/ 45891 w 91360"/>
                  <a:gd name="csY0" fmla="*/ 91459 h 91359"/>
                  <a:gd name="csX1" fmla="*/ 78192 w 91360"/>
                  <a:gd name="csY1" fmla="*/ 78079 h 91359"/>
                  <a:gd name="csX2" fmla="*/ 91571 w 91360"/>
                  <a:gd name="csY2" fmla="*/ 45779 h 91359"/>
                  <a:gd name="csX3" fmla="*/ 78192 w 91360"/>
                  <a:gd name="csY3" fmla="*/ 13479 h 91359"/>
                  <a:gd name="csX4" fmla="*/ 45891 w 91360"/>
                  <a:gd name="csY4" fmla="*/ 99 h 91359"/>
                  <a:gd name="csX5" fmla="*/ 13590 w 91360"/>
                  <a:gd name="csY5" fmla="*/ 13479 h 91359"/>
                  <a:gd name="csX6" fmla="*/ 211 w 91360"/>
                  <a:gd name="csY6" fmla="*/ 45779 h 91359"/>
                  <a:gd name="csX7" fmla="*/ 13590 w 91360"/>
                  <a:gd name="csY7" fmla="*/ 78079 h 91359"/>
                  <a:gd name="csX8" fmla="*/ 45891 w 91360"/>
                  <a:gd name="csY8" fmla="*/ 9145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1" y="91459"/>
                    </a:moveTo>
                    <a:cubicBezTo>
                      <a:pt x="58006" y="91459"/>
                      <a:pt x="69626" y="86646"/>
                      <a:pt x="78192" y="78079"/>
                    </a:cubicBezTo>
                    <a:cubicBezTo>
                      <a:pt x="86758" y="69513"/>
                      <a:pt x="91571" y="57893"/>
                      <a:pt x="91571" y="45779"/>
                    </a:cubicBezTo>
                    <a:cubicBezTo>
                      <a:pt x="91571" y="33665"/>
                      <a:pt x="86758" y="22045"/>
                      <a:pt x="78192" y="13479"/>
                    </a:cubicBezTo>
                    <a:cubicBezTo>
                      <a:pt x="69626" y="4912"/>
                      <a:pt x="58006" y="99"/>
                      <a:pt x="45891" y="99"/>
                    </a:cubicBezTo>
                    <a:cubicBezTo>
                      <a:pt x="33777" y="99"/>
                      <a:pt x="22157" y="4912"/>
                      <a:pt x="13590" y="13479"/>
                    </a:cubicBezTo>
                    <a:cubicBezTo>
                      <a:pt x="5024" y="22045"/>
                      <a:pt x="211" y="33665"/>
                      <a:pt x="211" y="45779"/>
                    </a:cubicBezTo>
                    <a:cubicBezTo>
                      <a:pt x="211" y="57893"/>
                      <a:pt x="5024" y="69513"/>
                      <a:pt x="13590" y="78079"/>
                    </a:cubicBezTo>
                    <a:cubicBezTo>
                      <a:pt x="22157" y="86646"/>
                      <a:pt x="33777" y="91459"/>
                      <a:pt x="45891" y="9145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8" name="任意多边形: 形状 3107"/>
              <p:cNvSpPr/>
              <p:nvPr/>
            </p:nvSpPr>
            <p:spPr>
              <a:xfrm>
                <a:off x="18677236" y="24661366"/>
                <a:ext cx="180000" cy="180000"/>
              </a:xfrm>
              <a:custGeom>
                <a:avLst/>
                <a:gdLst>
                  <a:gd name="csX0" fmla="*/ 45894 w 91360"/>
                  <a:gd name="csY0" fmla="*/ 91528 h 91359"/>
                  <a:gd name="csX1" fmla="*/ 78194 w 91360"/>
                  <a:gd name="csY1" fmla="*/ 78148 h 91359"/>
                  <a:gd name="csX2" fmla="*/ 91574 w 91360"/>
                  <a:gd name="csY2" fmla="*/ 45848 h 91359"/>
                  <a:gd name="csX3" fmla="*/ 78194 w 91360"/>
                  <a:gd name="csY3" fmla="*/ 13548 h 91359"/>
                  <a:gd name="csX4" fmla="*/ 45894 w 91360"/>
                  <a:gd name="csY4" fmla="*/ 168 h 91359"/>
                  <a:gd name="csX5" fmla="*/ 13593 w 91360"/>
                  <a:gd name="csY5" fmla="*/ 13548 h 91359"/>
                  <a:gd name="csX6" fmla="*/ 213 w 91360"/>
                  <a:gd name="csY6" fmla="*/ 45848 h 91359"/>
                  <a:gd name="csX7" fmla="*/ 13593 w 91360"/>
                  <a:gd name="csY7" fmla="*/ 78148 h 91359"/>
                  <a:gd name="csX8" fmla="*/ 45894 w 91360"/>
                  <a:gd name="csY8" fmla="*/ 9152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4" y="91528"/>
                    </a:moveTo>
                    <a:cubicBezTo>
                      <a:pt x="58008" y="91528"/>
                      <a:pt x="69628" y="86715"/>
                      <a:pt x="78194" y="78148"/>
                    </a:cubicBezTo>
                    <a:cubicBezTo>
                      <a:pt x="86761" y="69582"/>
                      <a:pt x="91574" y="57962"/>
                      <a:pt x="91574" y="45848"/>
                    </a:cubicBezTo>
                    <a:cubicBezTo>
                      <a:pt x="91574" y="33734"/>
                      <a:pt x="86761" y="22114"/>
                      <a:pt x="78194" y="13548"/>
                    </a:cubicBezTo>
                    <a:cubicBezTo>
                      <a:pt x="69628" y="4982"/>
                      <a:pt x="58008" y="168"/>
                      <a:pt x="45894" y="168"/>
                    </a:cubicBezTo>
                    <a:cubicBezTo>
                      <a:pt x="33779" y="168"/>
                      <a:pt x="22159" y="4982"/>
                      <a:pt x="13593" y="13548"/>
                    </a:cubicBezTo>
                    <a:cubicBezTo>
                      <a:pt x="5026" y="22114"/>
                      <a:pt x="213" y="33734"/>
                      <a:pt x="213" y="45848"/>
                    </a:cubicBezTo>
                    <a:cubicBezTo>
                      <a:pt x="213" y="57962"/>
                      <a:pt x="5026" y="69582"/>
                      <a:pt x="13593" y="78148"/>
                    </a:cubicBezTo>
                    <a:cubicBezTo>
                      <a:pt x="22159" y="86715"/>
                      <a:pt x="33779" y="91528"/>
                      <a:pt x="45894" y="9152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09" name="任意多边形: 形状 3108"/>
              <p:cNvSpPr/>
              <p:nvPr/>
            </p:nvSpPr>
            <p:spPr>
              <a:xfrm>
                <a:off x="20300382" y="23110706"/>
                <a:ext cx="180000" cy="180000"/>
              </a:xfrm>
              <a:custGeom>
                <a:avLst/>
                <a:gdLst>
                  <a:gd name="csX0" fmla="*/ 45909 w 91360"/>
                  <a:gd name="csY0" fmla="*/ 91514 h 91359"/>
                  <a:gd name="csX1" fmla="*/ 78210 w 91360"/>
                  <a:gd name="csY1" fmla="*/ 78135 h 91359"/>
                  <a:gd name="csX2" fmla="*/ 91589 w 91360"/>
                  <a:gd name="csY2" fmla="*/ 45834 h 91359"/>
                  <a:gd name="csX3" fmla="*/ 78210 w 91360"/>
                  <a:gd name="csY3" fmla="*/ 13534 h 91359"/>
                  <a:gd name="csX4" fmla="*/ 45909 w 91360"/>
                  <a:gd name="csY4" fmla="*/ 154 h 91359"/>
                  <a:gd name="csX5" fmla="*/ 13608 w 91360"/>
                  <a:gd name="csY5" fmla="*/ 13534 h 91359"/>
                  <a:gd name="csX6" fmla="*/ 229 w 91360"/>
                  <a:gd name="csY6" fmla="*/ 45834 h 91359"/>
                  <a:gd name="csX7" fmla="*/ 13608 w 91360"/>
                  <a:gd name="csY7" fmla="*/ 78135 h 91359"/>
                  <a:gd name="csX8" fmla="*/ 45909 w 91360"/>
                  <a:gd name="csY8" fmla="*/ 9151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9" y="91514"/>
                    </a:moveTo>
                    <a:cubicBezTo>
                      <a:pt x="58024" y="91514"/>
                      <a:pt x="69644" y="86701"/>
                      <a:pt x="78210" y="78135"/>
                    </a:cubicBezTo>
                    <a:cubicBezTo>
                      <a:pt x="86776" y="69568"/>
                      <a:pt x="91589" y="57949"/>
                      <a:pt x="91589" y="45834"/>
                    </a:cubicBezTo>
                    <a:cubicBezTo>
                      <a:pt x="91589" y="33720"/>
                      <a:pt x="86776" y="22100"/>
                      <a:pt x="78210" y="13534"/>
                    </a:cubicBezTo>
                    <a:cubicBezTo>
                      <a:pt x="69644" y="4968"/>
                      <a:pt x="58024" y="154"/>
                      <a:pt x="45909" y="154"/>
                    </a:cubicBezTo>
                    <a:cubicBezTo>
                      <a:pt x="33794" y="154"/>
                      <a:pt x="22174" y="4968"/>
                      <a:pt x="13608" y="13534"/>
                    </a:cubicBezTo>
                    <a:cubicBezTo>
                      <a:pt x="5042" y="22100"/>
                      <a:pt x="229" y="33720"/>
                      <a:pt x="229" y="45834"/>
                    </a:cubicBezTo>
                    <a:cubicBezTo>
                      <a:pt x="229" y="57949"/>
                      <a:pt x="5042" y="69568"/>
                      <a:pt x="13608" y="78135"/>
                    </a:cubicBezTo>
                    <a:cubicBezTo>
                      <a:pt x="22174" y="86701"/>
                      <a:pt x="33794" y="91514"/>
                      <a:pt x="45909" y="9151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0" name="任意多边形: 形状 3109"/>
              <p:cNvSpPr/>
              <p:nvPr/>
            </p:nvSpPr>
            <p:spPr>
              <a:xfrm>
                <a:off x="18625370" y="24916879"/>
                <a:ext cx="180000" cy="180000"/>
              </a:xfrm>
              <a:custGeom>
                <a:avLst/>
                <a:gdLst>
                  <a:gd name="csX0" fmla="*/ 45884 w 91360"/>
                  <a:gd name="csY0" fmla="*/ 91575 h 91359"/>
                  <a:gd name="csX1" fmla="*/ 78185 w 91360"/>
                  <a:gd name="csY1" fmla="*/ 78196 h 91359"/>
                  <a:gd name="csX2" fmla="*/ 91565 w 91360"/>
                  <a:gd name="csY2" fmla="*/ 45895 h 91359"/>
                  <a:gd name="csX3" fmla="*/ 78185 w 91360"/>
                  <a:gd name="csY3" fmla="*/ 13595 h 91359"/>
                  <a:gd name="csX4" fmla="*/ 45884 w 91360"/>
                  <a:gd name="csY4" fmla="*/ 216 h 91359"/>
                  <a:gd name="csX5" fmla="*/ 13584 w 91360"/>
                  <a:gd name="csY5" fmla="*/ 13595 h 91359"/>
                  <a:gd name="csX6" fmla="*/ 204 w 91360"/>
                  <a:gd name="csY6" fmla="*/ 45895 h 91359"/>
                  <a:gd name="csX7" fmla="*/ 13584 w 91360"/>
                  <a:gd name="csY7" fmla="*/ 78196 h 91359"/>
                  <a:gd name="csX8" fmla="*/ 45884 w 91360"/>
                  <a:gd name="csY8" fmla="*/ 9157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4" y="91575"/>
                    </a:moveTo>
                    <a:cubicBezTo>
                      <a:pt x="57999" y="91575"/>
                      <a:pt x="69619" y="86762"/>
                      <a:pt x="78185" y="78196"/>
                    </a:cubicBezTo>
                    <a:cubicBezTo>
                      <a:pt x="86751" y="69630"/>
                      <a:pt x="91565" y="58010"/>
                      <a:pt x="91565" y="45895"/>
                    </a:cubicBezTo>
                    <a:cubicBezTo>
                      <a:pt x="91565" y="33781"/>
                      <a:pt x="86751" y="22161"/>
                      <a:pt x="78185" y="13595"/>
                    </a:cubicBezTo>
                    <a:cubicBezTo>
                      <a:pt x="69619" y="5029"/>
                      <a:pt x="57999" y="216"/>
                      <a:pt x="45884" y="216"/>
                    </a:cubicBezTo>
                    <a:cubicBezTo>
                      <a:pt x="33770" y="216"/>
                      <a:pt x="22150" y="5029"/>
                      <a:pt x="13584" y="13595"/>
                    </a:cubicBezTo>
                    <a:cubicBezTo>
                      <a:pt x="5017" y="22161"/>
                      <a:pt x="204" y="33781"/>
                      <a:pt x="204" y="45895"/>
                    </a:cubicBezTo>
                    <a:cubicBezTo>
                      <a:pt x="204" y="58010"/>
                      <a:pt x="5017" y="69630"/>
                      <a:pt x="13584" y="78196"/>
                    </a:cubicBezTo>
                    <a:cubicBezTo>
                      <a:pt x="22150" y="86762"/>
                      <a:pt x="33770" y="91575"/>
                      <a:pt x="45884" y="9157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1" name="任意多边形: 形状 3110"/>
              <p:cNvSpPr/>
              <p:nvPr/>
            </p:nvSpPr>
            <p:spPr>
              <a:xfrm>
                <a:off x="17803889" y="23038282"/>
                <a:ext cx="180000" cy="180000"/>
              </a:xfrm>
              <a:custGeom>
                <a:avLst/>
                <a:gdLst>
                  <a:gd name="csX0" fmla="*/ 45859 w 91360"/>
                  <a:gd name="csY0" fmla="*/ 91517 h 91359"/>
                  <a:gd name="csX1" fmla="*/ 78160 w 91360"/>
                  <a:gd name="csY1" fmla="*/ 78138 h 91359"/>
                  <a:gd name="csX2" fmla="*/ 91539 w 91360"/>
                  <a:gd name="csY2" fmla="*/ 45837 h 91359"/>
                  <a:gd name="csX3" fmla="*/ 78160 w 91360"/>
                  <a:gd name="csY3" fmla="*/ 13537 h 91359"/>
                  <a:gd name="csX4" fmla="*/ 45859 w 91360"/>
                  <a:gd name="csY4" fmla="*/ 158 h 91359"/>
                  <a:gd name="csX5" fmla="*/ 13558 w 91360"/>
                  <a:gd name="csY5" fmla="*/ 13537 h 91359"/>
                  <a:gd name="csX6" fmla="*/ 179 w 91360"/>
                  <a:gd name="csY6" fmla="*/ 45837 h 91359"/>
                  <a:gd name="csX7" fmla="*/ 13558 w 91360"/>
                  <a:gd name="csY7" fmla="*/ 78138 h 91359"/>
                  <a:gd name="csX8" fmla="*/ 45859 w 91360"/>
                  <a:gd name="csY8" fmla="*/ 9151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9" y="91517"/>
                    </a:moveTo>
                    <a:cubicBezTo>
                      <a:pt x="57974" y="91517"/>
                      <a:pt x="69593" y="86704"/>
                      <a:pt x="78160" y="78138"/>
                    </a:cubicBezTo>
                    <a:cubicBezTo>
                      <a:pt x="86726" y="69572"/>
                      <a:pt x="91539" y="57952"/>
                      <a:pt x="91539" y="45837"/>
                    </a:cubicBezTo>
                    <a:cubicBezTo>
                      <a:pt x="91539" y="33723"/>
                      <a:pt x="86726" y="22103"/>
                      <a:pt x="78160" y="13537"/>
                    </a:cubicBezTo>
                    <a:cubicBezTo>
                      <a:pt x="69593" y="4971"/>
                      <a:pt x="57974" y="158"/>
                      <a:pt x="45859" y="158"/>
                    </a:cubicBezTo>
                    <a:cubicBezTo>
                      <a:pt x="33744" y="158"/>
                      <a:pt x="22124" y="4971"/>
                      <a:pt x="13558" y="13537"/>
                    </a:cubicBezTo>
                    <a:cubicBezTo>
                      <a:pt x="4992" y="22103"/>
                      <a:pt x="179" y="33723"/>
                      <a:pt x="179" y="45837"/>
                    </a:cubicBezTo>
                    <a:cubicBezTo>
                      <a:pt x="179" y="57952"/>
                      <a:pt x="4992" y="69572"/>
                      <a:pt x="13558" y="78138"/>
                    </a:cubicBezTo>
                    <a:cubicBezTo>
                      <a:pt x="22124" y="86704"/>
                      <a:pt x="33744" y="91517"/>
                      <a:pt x="45859" y="9151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2" name="任意多边形: 形状 3111"/>
              <p:cNvSpPr/>
              <p:nvPr/>
            </p:nvSpPr>
            <p:spPr>
              <a:xfrm>
                <a:off x="18158759" y="24498347"/>
                <a:ext cx="180000" cy="180000"/>
              </a:xfrm>
              <a:custGeom>
                <a:avLst/>
                <a:gdLst>
                  <a:gd name="csX0" fmla="*/ 45866 w 91360"/>
                  <a:gd name="csY0" fmla="*/ 91549 h 91359"/>
                  <a:gd name="csX1" fmla="*/ 78167 w 91360"/>
                  <a:gd name="csY1" fmla="*/ 78170 h 91359"/>
                  <a:gd name="csX2" fmla="*/ 91546 w 91360"/>
                  <a:gd name="csY2" fmla="*/ 45870 h 91359"/>
                  <a:gd name="csX3" fmla="*/ 78167 w 91360"/>
                  <a:gd name="csY3" fmla="*/ 13569 h 91359"/>
                  <a:gd name="csX4" fmla="*/ 45866 w 91360"/>
                  <a:gd name="csY4" fmla="*/ 190 h 91359"/>
                  <a:gd name="csX5" fmla="*/ 13565 w 91360"/>
                  <a:gd name="csY5" fmla="*/ 13569 h 91359"/>
                  <a:gd name="csX6" fmla="*/ 186 w 91360"/>
                  <a:gd name="csY6" fmla="*/ 45870 h 91359"/>
                  <a:gd name="csX7" fmla="*/ 13565 w 91360"/>
                  <a:gd name="csY7" fmla="*/ 78170 h 91359"/>
                  <a:gd name="csX8" fmla="*/ 45866 w 91360"/>
                  <a:gd name="csY8" fmla="*/ 9154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49"/>
                    </a:moveTo>
                    <a:cubicBezTo>
                      <a:pt x="57980" y="91549"/>
                      <a:pt x="69600" y="86736"/>
                      <a:pt x="78167" y="78170"/>
                    </a:cubicBezTo>
                    <a:cubicBezTo>
                      <a:pt x="86733" y="69604"/>
                      <a:pt x="91546" y="57984"/>
                      <a:pt x="91546" y="45870"/>
                    </a:cubicBezTo>
                    <a:cubicBezTo>
                      <a:pt x="91546" y="33755"/>
                      <a:pt x="86733" y="22135"/>
                      <a:pt x="78167" y="13569"/>
                    </a:cubicBezTo>
                    <a:cubicBezTo>
                      <a:pt x="69600" y="5003"/>
                      <a:pt x="57980" y="190"/>
                      <a:pt x="45866" y="190"/>
                    </a:cubicBezTo>
                    <a:cubicBezTo>
                      <a:pt x="33751" y="190"/>
                      <a:pt x="22131" y="5003"/>
                      <a:pt x="13565" y="13569"/>
                    </a:cubicBezTo>
                    <a:cubicBezTo>
                      <a:pt x="4999" y="22135"/>
                      <a:pt x="186" y="33755"/>
                      <a:pt x="186" y="45870"/>
                    </a:cubicBezTo>
                    <a:cubicBezTo>
                      <a:pt x="186" y="57984"/>
                      <a:pt x="4999" y="69604"/>
                      <a:pt x="13565" y="78170"/>
                    </a:cubicBezTo>
                    <a:cubicBezTo>
                      <a:pt x="22131" y="86736"/>
                      <a:pt x="33751" y="91549"/>
                      <a:pt x="45866" y="9154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3" name="任意多边形: 形状 3112"/>
              <p:cNvSpPr/>
              <p:nvPr/>
            </p:nvSpPr>
            <p:spPr>
              <a:xfrm>
                <a:off x="18659055" y="24500702"/>
                <a:ext cx="180000" cy="180000"/>
              </a:xfrm>
              <a:custGeom>
                <a:avLst/>
                <a:gdLst>
                  <a:gd name="csX0" fmla="*/ 45886 w 91360"/>
                  <a:gd name="csY0" fmla="*/ 91526 h 91359"/>
                  <a:gd name="csX1" fmla="*/ 78187 w 91360"/>
                  <a:gd name="csY1" fmla="*/ 78147 h 91359"/>
                  <a:gd name="csX2" fmla="*/ 91566 w 91360"/>
                  <a:gd name="csY2" fmla="*/ 45847 h 91359"/>
                  <a:gd name="csX3" fmla="*/ 78187 w 91360"/>
                  <a:gd name="csY3" fmla="*/ 13546 h 91359"/>
                  <a:gd name="csX4" fmla="*/ 45886 w 91360"/>
                  <a:gd name="csY4" fmla="*/ 167 h 91359"/>
                  <a:gd name="csX5" fmla="*/ 13585 w 91360"/>
                  <a:gd name="csY5" fmla="*/ 13546 h 91359"/>
                  <a:gd name="csX6" fmla="*/ 206 w 91360"/>
                  <a:gd name="csY6" fmla="*/ 45847 h 91359"/>
                  <a:gd name="csX7" fmla="*/ 13585 w 91360"/>
                  <a:gd name="csY7" fmla="*/ 78147 h 91359"/>
                  <a:gd name="csX8" fmla="*/ 45886 w 91360"/>
                  <a:gd name="csY8" fmla="*/ 9152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6" y="91526"/>
                    </a:moveTo>
                    <a:cubicBezTo>
                      <a:pt x="58000" y="91526"/>
                      <a:pt x="69620" y="86713"/>
                      <a:pt x="78187" y="78147"/>
                    </a:cubicBezTo>
                    <a:cubicBezTo>
                      <a:pt x="86753" y="69581"/>
                      <a:pt x="91566" y="57961"/>
                      <a:pt x="91566" y="45847"/>
                    </a:cubicBezTo>
                    <a:cubicBezTo>
                      <a:pt x="91566" y="33732"/>
                      <a:pt x="86753" y="22112"/>
                      <a:pt x="78187" y="13546"/>
                    </a:cubicBezTo>
                    <a:cubicBezTo>
                      <a:pt x="69620" y="4980"/>
                      <a:pt x="58000" y="167"/>
                      <a:pt x="45886" y="167"/>
                    </a:cubicBezTo>
                    <a:cubicBezTo>
                      <a:pt x="33771" y="167"/>
                      <a:pt x="22151" y="4980"/>
                      <a:pt x="13585" y="13546"/>
                    </a:cubicBezTo>
                    <a:cubicBezTo>
                      <a:pt x="5019" y="22112"/>
                      <a:pt x="206" y="33732"/>
                      <a:pt x="206" y="45847"/>
                    </a:cubicBezTo>
                    <a:cubicBezTo>
                      <a:pt x="206" y="57961"/>
                      <a:pt x="5019" y="69581"/>
                      <a:pt x="13585" y="78147"/>
                    </a:cubicBezTo>
                    <a:cubicBezTo>
                      <a:pt x="22151" y="86713"/>
                      <a:pt x="33771" y="91526"/>
                      <a:pt x="45886" y="9152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4" name="任意多边形: 形状 3113"/>
              <p:cNvSpPr/>
              <p:nvPr/>
            </p:nvSpPr>
            <p:spPr>
              <a:xfrm>
                <a:off x="20069849" y="23505827"/>
                <a:ext cx="180000" cy="180000"/>
              </a:xfrm>
              <a:custGeom>
                <a:avLst/>
                <a:gdLst>
                  <a:gd name="csX0" fmla="*/ 45929 w 91360"/>
                  <a:gd name="csY0" fmla="*/ 91531 h 91359"/>
                  <a:gd name="csX1" fmla="*/ 78230 w 91360"/>
                  <a:gd name="csY1" fmla="*/ 78152 h 91359"/>
                  <a:gd name="csX2" fmla="*/ 91609 w 91360"/>
                  <a:gd name="csY2" fmla="*/ 45852 h 91359"/>
                  <a:gd name="csX3" fmla="*/ 78230 w 91360"/>
                  <a:gd name="csY3" fmla="*/ 13551 h 91359"/>
                  <a:gd name="csX4" fmla="*/ 45929 w 91360"/>
                  <a:gd name="csY4" fmla="*/ 172 h 91359"/>
                  <a:gd name="csX5" fmla="*/ 13628 w 91360"/>
                  <a:gd name="csY5" fmla="*/ 13551 h 91359"/>
                  <a:gd name="csX6" fmla="*/ 249 w 91360"/>
                  <a:gd name="csY6" fmla="*/ 45852 h 91359"/>
                  <a:gd name="csX7" fmla="*/ 13628 w 91360"/>
                  <a:gd name="csY7" fmla="*/ 78152 h 91359"/>
                  <a:gd name="csX8" fmla="*/ 45929 w 91360"/>
                  <a:gd name="csY8" fmla="*/ 9153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9" y="91531"/>
                    </a:moveTo>
                    <a:cubicBezTo>
                      <a:pt x="58044" y="91531"/>
                      <a:pt x="69664" y="86718"/>
                      <a:pt x="78230" y="78152"/>
                    </a:cubicBezTo>
                    <a:cubicBezTo>
                      <a:pt x="86796" y="69586"/>
                      <a:pt x="91609" y="57966"/>
                      <a:pt x="91609" y="45852"/>
                    </a:cubicBezTo>
                    <a:cubicBezTo>
                      <a:pt x="91609" y="33737"/>
                      <a:pt x="86796" y="22118"/>
                      <a:pt x="78230" y="13551"/>
                    </a:cubicBezTo>
                    <a:cubicBezTo>
                      <a:pt x="69664" y="4985"/>
                      <a:pt x="58044" y="172"/>
                      <a:pt x="45929" y="172"/>
                    </a:cubicBezTo>
                    <a:cubicBezTo>
                      <a:pt x="33815" y="172"/>
                      <a:pt x="22195" y="4985"/>
                      <a:pt x="13628" y="13551"/>
                    </a:cubicBezTo>
                    <a:cubicBezTo>
                      <a:pt x="5062" y="22118"/>
                      <a:pt x="249" y="33737"/>
                      <a:pt x="249" y="45852"/>
                    </a:cubicBezTo>
                    <a:cubicBezTo>
                      <a:pt x="249" y="57966"/>
                      <a:pt x="5062" y="69586"/>
                      <a:pt x="13628" y="78152"/>
                    </a:cubicBezTo>
                    <a:cubicBezTo>
                      <a:pt x="22195" y="86718"/>
                      <a:pt x="33815" y="91531"/>
                      <a:pt x="45929" y="9153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5" name="任意多边形: 形状 3114"/>
              <p:cNvSpPr/>
              <p:nvPr/>
            </p:nvSpPr>
            <p:spPr>
              <a:xfrm>
                <a:off x="19401130" y="21612157"/>
                <a:ext cx="180000" cy="180000"/>
              </a:xfrm>
              <a:custGeom>
                <a:avLst/>
                <a:gdLst>
                  <a:gd name="csX0" fmla="*/ 45908 w 91360"/>
                  <a:gd name="csY0" fmla="*/ 91473 h 91359"/>
                  <a:gd name="csX1" fmla="*/ 78209 w 91360"/>
                  <a:gd name="csY1" fmla="*/ 78094 h 91359"/>
                  <a:gd name="csX2" fmla="*/ 91589 w 91360"/>
                  <a:gd name="csY2" fmla="*/ 45793 h 91359"/>
                  <a:gd name="csX3" fmla="*/ 78209 w 91360"/>
                  <a:gd name="csY3" fmla="*/ 13493 h 91359"/>
                  <a:gd name="csX4" fmla="*/ 45908 w 91360"/>
                  <a:gd name="csY4" fmla="*/ 113 h 91359"/>
                  <a:gd name="csX5" fmla="*/ 13608 w 91360"/>
                  <a:gd name="csY5" fmla="*/ 13493 h 91359"/>
                  <a:gd name="csX6" fmla="*/ 228 w 91360"/>
                  <a:gd name="csY6" fmla="*/ 45793 h 91359"/>
                  <a:gd name="csX7" fmla="*/ 13608 w 91360"/>
                  <a:gd name="csY7" fmla="*/ 78094 h 91359"/>
                  <a:gd name="csX8" fmla="*/ 45908 w 91360"/>
                  <a:gd name="csY8" fmla="*/ 9147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8" y="91473"/>
                    </a:moveTo>
                    <a:cubicBezTo>
                      <a:pt x="58023" y="91473"/>
                      <a:pt x="69643" y="86660"/>
                      <a:pt x="78209" y="78094"/>
                    </a:cubicBezTo>
                    <a:cubicBezTo>
                      <a:pt x="86775" y="69527"/>
                      <a:pt x="91589" y="57908"/>
                      <a:pt x="91589" y="45793"/>
                    </a:cubicBezTo>
                    <a:cubicBezTo>
                      <a:pt x="91589" y="33679"/>
                      <a:pt x="86775" y="22059"/>
                      <a:pt x="78209" y="13493"/>
                    </a:cubicBezTo>
                    <a:cubicBezTo>
                      <a:pt x="69643" y="4927"/>
                      <a:pt x="58023" y="113"/>
                      <a:pt x="45908" y="113"/>
                    </a:cubicBezTo>
                    <a:cubicBezTo>
                      <a:pt x="33794" y="113"/>
                      <a:pt x="22174" y="4927"/>
                      <a:pt x="13608" y="13493"/>
                    </a:cubicBezTo>
                    <a:cubicBezTo>
                      <a:pt x="5041" y="22059"/>
                      <a:pt x="228" y="33679"/>
                      <a:pt x="228" y="45793"/>
                    </a:cubicBezTo>
                    <a:cubicBezTo>
                      <a:pt x="228" y="57908"/>
                      <a:pt x="5041" y="69527"/>
                      <a:pt x="13608" y="78094"/>
                    </a:cubicBezTo>
                    <a:cubicBezTo>
                      <a:pt x="22174" y="86660"/>
                      <a:pt x="33794" y="91473"/>
                      <a:pt x="45908" y="9147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6" name="任意多边形: 形状 3115"/>
              <p:cNvSpPr/>
              <p:nvPr/>
            </p:nvSpPr>
            <p:spPr>
              <a:xfrm>
                <a:off x="19120995" y="24498065"/>
                <a:ext cx="180000" cy="180000"/>
              </a:xfrm>
              <a:custGeom>
                <a:avLst/>
                <a:gdLst>
                  <a:gd name="csX0" fmla="*/ 45900 w 91360"/>
                  <a:gd name="csY0" fmla="*/ 91562 h 91359"/>
                  <a:gd name="csX1" fmla="*/ 78201 w 91360"/>
                  <a:gd name="csY1" fmla="*/ 78183 h 91359"/>
                  <a:gd name="csX2" fmla="*/ 91580 w 91360"/>
                  <a:gd name="csY2" fmla="*/ 45882 h 91359"/>
                  <a:gd name="csX3" fmla="*/ 78201 w 91360"/>
                  <a:gd name="csY3" fmla="*/ 13582 h 91359"/>
                  <a:gd name="csX4" fmla="*/ 45900 w 91360"/>
                  <a:gd name="csY4" fmla="*/ 203 h 91359"/>
                  <a:gd name="csX5" fmla="*/ 13599 w 91360"/>
                  <a:gd name="csY5" fmla="*/ 13582 h 91359"/>
                  <a:gd name="csX6" fmla="*/ 219 w 91360"/>
                  <a:gd name="csY6" fmla="*/ 45882 h 91359"/>
                  <a:gd name="csX7" fmla="*/ 13599 w 91360"/>
                  <a:gd name="csY7" fmla="*/ 78183 h 91359"/>
                  <a:gd name="csX8" fmla="*/ 45900 w 91360"/>
                  <a:gd name="csY8" fmla="*/ 9156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562"/>
                    </a:moveTo>
                    <a:cubicBezTo>
                      <a:pt x="58014" y="91562"/>
                      <a:pt x="69634" y="86749"/>
                      <a:pt x="78201" y="78183"/>
                    </a:cubicBezTo>
                    <a:cubicBezTo>
                      <a:pt x="86767" y="69617"/>
                      <a:pt x="91580" y="57997"/>
                      <a:pt x="91580" y="45882"/>
                    </a:cubicBezTo>
                    <a:cubicBezTo>
                      <a:pt x="91580" y="33768"/>
                      <a:pt x="86767" y="22148"/>
                      <a:pt x="78201" y="13582"/>
                    </a:cubicBezTo>
                    <a:cubicBezTo>
                      <a:pt x="69634" y="5016"/>
                      <a:pt x="58014" y="203"/>
                      <a:pt x="45900" y="203"/>
                    </a:cubicBezTo>
                    <a:cubicBezTo>
                      <a:pt x="33785" y="203"/>
                      <a:pt x="22165" y="5016"/>
                      <a:pt x="13599" y="13582"/>
                    </a:cubicBezTo>
                    <a:cubicBezTo>
                      <a:pt x="5033" y="22148"/>
                      <a:pt x="219" y="33768"/>
                      <a:pt x="219" y="45882"/>
                    </a:cubicBezTo>
                    <a:cubicBezTo>
                      <a:pt x="219" y="57997"/>
                      <a:pt x="5033" y="69617"/>
                      <a:pt x="13599" y="78183"/>
                    </a:cubicBezTo>
                    <a:cubicBezTo>
                      <a:pt x="22165" y="86749"/>
                      <a:pt x="33785" y="91562"/>
                      <a:pt x="45900" y="9156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7" name="任意多边形: 形状 3116"/>
              <p:cNvSpPr/>
              <p:nvPr/>
            </p:nvSpPr>
            <p:spPr>
              <a:xfrm>
                <a:off x="18326480" y="24690209"/>
                <a:ext cx="180000" cy="180000"/>
              </a:xfrm>
              <a:custGeom>
                <a:avLst/>
                <a:gdLst>
                  <a:gd name="csX0" fmla="*/ 45875 w 91360"/>
                  <a:gd name="csY0" fmla="*/ 91568 h 91359"/>
                  <a:gd name="csX1" fmla="*/ 78176 w 91360"/>
                  <a:gd name="csY1" fmla="*/ 78189 h 91359"/>
                  <a:gd name="csX2" fmla="*/ 91555 w 91360"/>
                  <a:gd name="csY2" fmla="*/ 45888 h 91359"/>
                  <a:gd name="csX3" fmla="*/ 78176 w 91360"/>
                  <a:gd name="csY3" fmla="*/ 13588 h 91359"/>
                  <a:gd name="csX4" fmla="*/ 45875 w 91360"/>
                  <a:gd name="csY4" fmla="*/ 209 h 91359"/>
                  <a:gd name="csX5" fmla="*/ 13574 w 91360"/>
                  <a:gd name="csY5" fmla="*/ 13588 h 91359"/>
                  <a:gd name="csX6" fmla="*/ 195 w 91360"/>
                  <a:gd name="csY6" fmla="*/ 45888 h 91359"/>
                  <a:gd name="csX7" fmla="*/ 13574 w 91360"/>
                  <a:gd name="csY7" fmla="*/ 78189 h 91359"/>
                  <a:gd name="csX8" fmla="*/ 45875 w 91360"/>
                  <a:gd name="csY8" fmla="*/ 9156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568"/>
                    </a:moveTo>
                    <a:cubicBezTo>
                      <a:pt x="57990" y="91568"/>
                      <a:pt x="69610" y="86755"/>
                      <a:pt x="78176" y="78189"/>
                    </a:cubicBezTo>
                    <a:cubicBezTo>
                      <a:pt x="86742" y="69623"/>
                      <a:pt x="91555" y="58003"/>
                      <a:pt x="91555" y="45888"/>
                    </a:cubicBezTo>
                    <a:cubicBezTo>
                      <a:pt x="91555" y="33774"/>
                      <a:pt x="86742" y="22154"/>
                      <a:pt x="78176" y="13588"/>
                    </a:cubicBezTo>
                    <a:cubicBezTo>
                      <a:pt x="69610" y="5022"/>
                      <a:pt x="57990" y="209"/>
                      <a:pt x="45875" y="209"/>
                    </a:cubicBezTo>
                    <a:cubicBezTo>
                      <a:pt x="33761" y="209"/>
                      <a:pt x="22141" y="5022"/>
                      <a:pt x="13574" y="13588"/>
                    </a:cubicBezTo>
                    <a:cubicBezTo>
                      <a:pt x="5008" y="22154"/>
                      <a:pt x="195" y="33774"/>
                      <a:pt x="195" y="45888"/>
                    </a:cubicBezTo>
                    <a:cubicBezTo>
                      <a:pt x="195" y="58003"/>
                      <a:pt x="5008" y="69623"/>
                      <a:pt x="13574" y="78189"/>
                    </a:cubicBezTo>
                    <a:cubicBezTo>
                      <a:pt x="22141" y="86755"/>
                      <a:pt x="33761" y="91568"/>
                      <a:pt x="45875" y="9156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8" name="任意多边形: 形状 3117"/>
              <p:cNvSpPr/>
              <p:nvPr/>
            </p:nvSpPr>
            <p:spPr>
              <a:xfrm>
                <a:off x="17344466" y="22451752"/>
                <a:ext cx="180000" cy="180000"/>
              </a:xfrm>
              <a:custGeom>
                <a:avLst/>
                <a:gdLst>
                  <a:gd name="csX0" fmla="*/ 45877 w 91360"/>
                  <a:gd name="csY0" fmla="*/ 91512 h 91359"/>
                  <a:gd name="csX1" fmla="*/ 78178 w 91360"/>
                  <a:gd name="csY1" fmla="*/ 78133 h 91359"/>
                  <a:gd name="csX2" fmla="*/ 91557 w 91360"/>
                  <a:gd name="csY2" fmla="*/ 45832 h 91359"/>
                  <a:gd name="csX3" fmla="*/ 78178 w 91360"/>
                  <a:gd name="csY3" fmla="*/ 13532 h 91359"/>
                  <a:gd name="csX4" fmla="*/ 45877 w 91360"/>
                  <a:gd name="csY4" fmla="*/ 153 h 91359"/>
                  <a:gd name="csX5" fmla="*/ 13576 w 91360"/>
                  <a:gd name="csY5" fmla="*/ 13532 h 91359"/>
                  <a:gd name="csX6" fmla="*/ 197 w 91360"/>
                  <a:gd name="csY6" fmla="*/ 45832 h 91359"/>
                  <a:gd name="csX7" fmla="*/ 13576 w 91360"/>
                  <a:gd name="csY7" fmla="*/ 78133 h 91359"/>
                  <a:gd name="csX8" fmla="*/ 45877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512"/>
                    </a:moveTo>
                    <a:cubicBezTo>
                      <a:pt x="57992" y="91512"/>
                      <a:pt x="69612" y="86699"/>
                      <a:pt x="78178" y="78133"/>
                    </a:cubicBezTo>
                    <a:cubicBezTo>
                      <a:pt x="86744" y="69567"/>
                      <a:pt x="91557" y="57947"/>
                      <a:pt x="91557" y="45832"/>
                    </a:cubicBezTo>
                    <a:cubicBezTo>
                      <a:pt x="91557" y="33718"/>
                      <a:pt x="86744" y="22098"/>
                      <a:pt x="78178" y="13532"/>
                    </a:cubicBezTo>
                    <a:cubicBezTo>
                      <a:pt x="69612" y="4966"/>
                      <a:pt x="57992" y="153"/>
                      <a:pt x="45877" y="153"/>
                    </a:cubicBezTo>
                    <a:cubicBezTo>
                      <a:pt x="33763" y="153"/>
                      <a:pt x="22143" y="4966"/>
                      <a:pt x="13576" y="13532"/>
                    </a:cubicBezTo>
                    <a:cubicBezTo>
                      <a:pt x="5010" y="22098"/>
                      <a:pt x="197" y="33718"/>
                      <a:pt x="197" y="45832"/>
                    </a:cubicBezTo>
                    <a:cubicBezTo>
                      <a:pt x="197" y="57947"/>
                      <a:pt x="5010" y="69567"/>
                      <a:pt x="13576" y="78133"/>
                    </a:cubicBezTo>
                    <a:cubicBezTo>
                      <a:pt x="22143" y="86699"/>
                      <a:pt x="33763" y="91512"/>
                      <a:pt x="45877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19" name="任意多边形: 形状 3118"/>
              <p:cNvSpPr/>
              <p:nvPr/>
            </p:nvSpPr>
            <p:spPr>
              <a:xfrm>
                <a:off x="19621618" y="21610499"/>
                <a:ext cx="180000" cy="180000"/>
              </a:xfrm>
              <a:custGeom>
                <a:avLst/>
                <a:gdLst>
                  <a:gd name="csX0" fmla="*/ 45887 w 91360"/>
                  <a:gd name="csY0" fmla="*/ 91496 h 91359"/>
                  <a:gd name="csX1" fmla="*/ 78188 w 91360"/>
                  <a:gd name="csY1" fmla="*/ 78117 h 91359"/>
                  <a:gd name="csX2" fmla="*/ 91567 w 91360"/>
                  <a:gd name="csY2" fmla="*/ 45816 h 91359"/>
                  <a:gd name="csX3" fmla="*/ 78188 w 91360"/>
                  <a:gd name="csY3" fmla="*/ 13516 h 91359"/>
                  <a:gd name="csX4" fmla="*/ 45887 w 91360"/>
                  <a:gd name="csY4" fmla="*/ 137 h 91359"/>
                  <a:gd name="csX5" fmla="*/ 13586 w 91360"/>
                  <a:gd name="csY5" fmla="*/ 13516 h 91359"/>
                  <a:gd name="csX6" fmla="*/ 207 w 91360"/>
                  <a:gd name="csY6" fmla="*/ 45816 h 91359"/>
                  <a:gd name="csX7" fmla="*/ 13586 w 91360"/>
                  <a:gd name="csY7" fmla="*/ 78117 h 91359"/>
                  <a:gd name="csX8" fmla="*/ 45887 w 91360"/>
                  <a:gd name="csY8" fmla="*/ 9149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7" y="91496"/>
                    </a:moveTo>
                    <a:cubicBezTo>
                      <a:pt x="58002" y="91496"/>
                      <a:pt x="69622" y="86683"/>
                      <a:pt x="78188" y="78117"/>
                    </a:cubicBezTo>
                    <a:cubicBezTo>
                      <a:pt x="86754" y="69551"/>
                      <a:pt x="91567" y="57931"/>
                      <a:pt x="91567" y="45816"/>
                    </a:cubicBezTo>
                    <a:cubicBezTo>
                      <a:pt x="91567" y="33702"/>
                      <a:pt x="86754" y="22082"/>
                      <a:pt x="78188" y="13516"/>
                    </a:cubicBezTo>
                    <a:cubicBezTo>
                      <a:pt x="69622" y="4950"/>
                      <a:pt x="58002" y="137"/>
                      <a:pt x="45887" y="137"/>
                    </a:cubicBezTo>
                    <a:cubicBezTo>
                      <a:pt x="33773" y="137"/>
                      <a:pt x="22153" y="4950"/>
                      <a:pt x="13586" y="13516"/>
                    </a:cubicBezTo>
                    <a:cubicBezTo>
                      <a:pt x="5020" y="22082"/>
                      <a:pt x="207" y="33702"/>
                      <a:pt x="207" y="45816"/>
                    </a:cubicBezTo>
                    <a:cubicBezTo>
                      <a:pt x="207" y="57931"/>
                      <a:pt x="5020" y="69551"/>
                      <a:pt x="13586" y="78117"/>
                    </a:cubicBezTo>
                    <a:cubicBezTo>
                      <a:pt x="22153" y="86683"/>
                      <a:pt x="33773" y="91496"/>
                      <a:pt x="45887" y="9149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0" name="任意多边形: 形状 3119"/>
              <p:cNvSpPr/>
              <p:nvPr/>
            </p:nvSpPr>
            <p:spPr>
              <a:xfrm>
                <a:off x="17908227" y="23641437"/>
                <a:ext cx="180000" cy="180000"/>
              </a:xfrm>
              <a:custGeom>
                <a:avLst/>
                <a:gdLst>
                  <a:gd name="csX0" fmla="*/ 45866 w 91360"/>
                  <a:gd name="csY0" fmla="*/ 91535 h 91359"/>
                  <a:gd name="csX1" fmla="*/ 78167 w 91360"/>
                  <a:gd name="csY1" fmla="*/ 78156 h 91359"/>
                  <a:gd name="csX2" fmla="*/ 91546 w 91360"/>
                  <a:gd name="csY2" fmla="*/ 45855 h 91359"/>
                  <a:gd name="csX3" fmla="*/ 78167 w 91360"/>
                  <a:gd name="csY3" fmla="*/ 13555 h 91359"/>
                  <a:gd name="csX4" fmla="*/ 45866 w 91360"/>
                  <a:gd name="csY4" fmla="*/ 176 h 91359"/>
                  <a:gd name="csX5" fmla="*/ 13565 w 91360"/>
                  <a:gd name="csY5" fmla="*/ 13555 h 91359"/>
                  <a:gd name="csX6" fmla="*/ 186 w 91360"/>
                  <a:gd name="csY6" fmla="*/ 45855 h 91359"/>
                  <a:gd name="csX7" fmla="*/ 13565 w 91360"/>
                  <a:gd name="csY7" fmla="*/ 78156 h 91359"/>
                  <a:gd name="csX8" fmla="*/ 45866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6" y="91535"/>
                    </a:moveTo>
                    <a:cubicBezTo>
                      <a:pt x="57981" y="91535"/>
                      <a:pt x="69601" y="86722"/>
                      <a:pt x="78167" y="78156"/>
                    </a:cubicBezTo>
                    <a:cubicBezTo>
                      <a:pt x="86733" y="69589"/>
                      <a:pt x="91546" y="57970"/>
                      <a:pt x="91546" y="45855"/>
                    </a:cubicBezTo>
                    <a:cubicBezTo>
                      <a:pt x="91546" y="33741"/>
                      <a:pt x="86733" y="22121"/>
                      <a:pt x="78167" y="13555"/>
                    </a:cubicBezTo>
                    <a:cubicBezTo>
                      <a:pt x="69601" y="4989"/>
                      <a:pt x="57981" y="176"/>
                      <a:pt x="45866" y="176"/>
                    </a:cubicBezTo>
                    <a:cubicBezTo>
                      <a:pt x="33752" y="176"/>
                      <a:pt x="22132" y="4989"/>
                      <a:pt x="13565" y="13555"/>
                    </a:cubicBezTo>
                    <a:cubicBezTo>
                      <a:pt x="4999" y="22121"/>
                      <a:pt x="186" y="33741"/>
                      <a:pt x="186" y="45855"/>
                    </a:cubicBezTo>
                    <a:cubicBezTo>
                      <a:pt x="186" y="57970"/>
                      <a:pt x="4999" y="69589"/>
                      <a:pt x="13565" y="78156"/>
                    </a:cubicBezTo>
                    <a:cubicBezTo>
                      <a:pt x="22132" y="86722"/>
                      <a:pt x="33752" y="91535"/>
                      <a:pt x="45866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1" name="任意多边形: 形状 3120"/>
              <p:cNvSpPr/>
              <p:nvPr/>
            </p:nvSpPr>
            <p:spPr>
              <a:xfrm>
                <a:off x="17726786" y="24403818"/>
                <a:ext cx="180000" cy="180000"/>
              </a:xfrm>
              <a:custGeom>
                <a:avLst/>
                <a:gdLst>
                  <a:gd name="csX0" fmla="*/ 45847 w 91360"/>
                  <a:gd name="csY0" fmla="*/ 91529 h 91359"/>
                  <a:gd name="csX1" fmla="*/ 78148 w 91360"/>
                  <a:gd name="csY1" fmla="*/ 78150 h 91359"/>
                  <a:gd name="csX2" fmla="*/ 91528 w 91360"/>
                  <a:gd name="csY2" fmla="*/ 45849 h 91359"/>
                  <a:gd name="csX3" fmla="*/ 78148 w 91360"/>
                  <a:gd name="csY3" fmla="*/ 13549 h 91359"/>
                  <a:gd name="csX4" fmla="*/ 45847 w 91360"/>
                  <a:gd name="csY4" fmla="*/ 170 h 91359"/>
                  <a:gd name="csX5" fmla="*/ 13546 w 91360"/>
                  <a:gd name="csY5" fmla="*/ 13549 h 91359"/>
                  <a:gd name="csX6" fmla="*/ 167 w 91360"/>
                  <a:gd name="csY6" fmla="*/ 45849 h 91359"/>
                  <a:gd name="csX7" fmla="*/ 13546 w 91360"/>
                  <a:gd name="csY7" fmla="*/ 78150 h 91359"/>
                  <a:gd name="csX8" fmla="*/ 45847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7" y="91529"/>
                    </a:moveTo>
                    <a:cubicBezTo>
                      <a:pt x="57962" y="91529"/>
                      <a:pt x="69582" y="86716"/>
                      <a:pt x="78148" y="78150"/>
                    </a:cubicBezTo>
                    <a:cubicBezTo>
                      <a:pt x="86714" y="69584"/>
                      <a:pt x="91528" y="57964"/>
                      <a:pt x="91528" y="45849"/>
                    </a:cubicBezTo>
                    <a:cubicBezTo>
                      <a:pt x="91528" y="33735"/>
                      <a:pt x="86714" y="22115"/>
                      <a:pt x="78148" y="13549"/>
                    </a:cubicBezTo>
                    <a:cubicBezTo>
                      <a:pt x="69582" y="4983"/>
                      <a:pt x="57962" y="170"/>
                      <a:pt x="45847" y="170"/>
                    </a:cubicBezTo>
                    <a:cubicBezTo>
                      <a:pt x="33733" y="170"/>
                      <a:pt x="22113" y="4983"/>
                      <a:pt x="13546" y="13549"/>
                    </a:cubicBezTo>
                    <a:cubicBezTo>
                      <a:pt x="4980" y="22115"/>
                      <a:pt x="167" y="33735"/>
                      <a:pt x="167" y="45849"/>
                    </a:cubicBezTo>
                    <a:cubicBezTo>
                      <a:pt x="167" y="57964"/>
                      <a:pt x="4980" y="69584"/>
                      <a:pt x="13546" y="78150"/>
                    </a:cubicBezTo>
                    <a:cubicBezTo>
                      <a:pt x="22113" y="86716"/>
                      <a:pt x="33733" y="91529"/>
                      <a:pt x="45847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2" name="任意多边形: 形状 3121"/>
              <p:cNvSpPr/>
              <p:nvPr/>
            </p:nvSpPr>
            <p:spPr>
              <a:xfrm>
                <a:off x="17637829" y="22552794"/>
                <a:ext cx="180000" cy="180000"/>
              </a:xfrm>
              <a:custGeom>
                <a:avLst/>
                <a:gdLst>
                  <a:gd name="csX0" fmla="*/ 45876 w 91360"/>
                  <a:gd name="csY0" fmla="*/ 91485 h 91359"/>
                  <a:gd name="csX1" fmla="*/ 78177 w 91360"/>
                  <a:gd name="csY1" fmla="*/ 78106 h 91359"/>
                  <a:gd name="csX2" fmla="*/ 91557 w 91360"/>
                  <a:gd name="csY2" fmla="*/ 45806 h 91359"/>
                  <a:gd name="csX3" fmla="*/ 78177 w 91360"/>
                  <a:gd name="csY3" fmla="*/ 13505 h 91359"/>
                  <a:gd name="csX4" fmla="*/ 45876 w 91360"/>
                  <a:gd name="csY4" fmla="*/ 126 h 91359"/>
                  <a:gd name="csX5" fmla="*/ 13576 w 91360"/>
                  <a:gd name="csY5" fmla="*/ 13505 h 91359"/>
                  <a:gd name="csX6" fmla="*/ 196 w 91360"/>
                  <a:gd name="csY6" fmla="*/ 45806 h 91359"/>
                  <a:gd name="csX7" fmla="*/ 13576 w 91360"/>
                  <a:gd name="csY7" fmla="*/ 78106 h 91359"/>
                  <a:gd name="csX8" fmla="*/ 45876 w 91360"/>
                  <a:gd name="csY8" fmla="*/ 9148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485"/>
                    </a:moveTo>
                    <a:cubicBezTo>
                      <a:pt x="57991" y="91485"/>
                      <a:pt x="69611" y="86672"/>
                      <a:pt x="78177" y="78106"/>
                    </a:cubicBezTo>
                    <a:cubicBezTo>
                      <a:pt x="86744" y="69540"/>
                      <a:pt x="91557" y="57920"/>
                      <a:pt x="91557" y="45806"/>
                    </a:cubicBezTo>
                    <a:cubicBezTo>
                      <a:pt x="91557" y="33691"/>
                      <a:pt x="86744" y="22072"/>
                      <a:pt x="78177" y="13505"/>
                    </a:cubicBezTo>
                    <a:cubicBezTo>
                      <a:pt x="69611" y="4939"/>
                      <a:pt x="57991" y="126"/>
                      <a:pt x="45876" y="126"/>
                    </a:cubicBezTo>
                    <a:cubicBezTo>
                      <a:pt x="33762" y="126"/>
                      <a:pt x="22142" y="4939"/>
                      <a:pt x="13576" y="13505"/>
                    </a:cubicBezTo>
                    <a:cubicBezTo>
                      <a:pt x="5009" y="22072"/>
                      <a:pt x="196" y="33691"/>
                      <a:pt x="196" y="45806"/>
                    </a:cubicBezTo>
                    <a:cubicBezTo>
                      <a:pt x="196" y="57920"/>
                      <a:pt x="5009" y="69540"/>
                      <a:pt x="13576" y="78106"/>
                    </a:cubicBezTo>
                    <a:cubicBezTo>
                      <a:pt x="22142" y="86672"/>
                      <a:pt x="33762" y="91485"/>
                      <a:pt x="45876" y="9148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3" name="任意多边形: 形状 3122"/>
              <p:cNvSpPr/>
              <p:nvPr/>
            </p:nvSpPr>
            <p:spPr>
              <a:xfrm>
                <a:off x="20084618" y="22179560"/>
                <a:ext cx="180000" cy="180000"/>
              </a:xfrm>
              <a:custGeom>
                <a:avLst/>
                <a:gdLst>
                  <a:gd name="csX0" fmla="*/ 45883 w 91360"/>
                  <a:gd name="csY0" fmla="*/ 91508 h 91359"/>
                  <a:gd name="csX1" fmla="*/ 78184 w 91360"/>
                  <a:gd name="csY1" fmla="*/ 78129 h 91359"/>
                  <a:gd name="csX2" fmla="*/ 91564 w 91360"/>
                  <a:gd name="csY2" fmla="*/ 45829 h 91359"/>
                  <a:gd name="csX3" fmla="*/ 78184 w 91360"/>
                  <a:gd name="csY3" fmla="*/ 13528 h 91359"/>
                  <a:gd name="csX4" fmla="*/ 45883 w 91360"/>
                  <a:gd name="csY4" fmla="*/ 149 h 91359"/>
                  <a:gd name="csX5" fmla="*/ 13582 w 91360"/>
                  <a:gd name="csY5" fmla="*/ 13528 h 91359"/>
                  <a:gd name="csX6" fmla="*/ 203 w 91360"/>
                  <a:gd name="csY6" fmla="*/ 45829 h 91359"/>
                  <a:gd name="csX7" fmla="*/ 13582 w 91360"/>
                  <a:gd name="csY7" fmla="*/ 78129 h 91359"/>
                  <a:gd name="csX8" fmla="*/ 45883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3" y="91508"/>
                    </a:moveTo>
                    <a:cubicBezTo>
                      <a:pt x="57998" y="91508"/>
                      <a:pt x="69618" y="86695"/>
                      <a:pt x="78184" y="78129"/>
                    </a:cubicBezTo>
                    <a:cubicBezTo>
                      <a:pt x="86750" y="69563"/>
                      <a:pt x="91564" y="57943"/>
                      <a:pt x="91564" y="45829"/>
                    </a:cubicBezTo>
                    <a:cubicBezTo>
                      <a:pt x="91564" y="33714"/>
                      <a:pt x="86750" y="22094"/>
                      <a:pt x="78184" y="13528"/>
                    </a:cubicBezTo>
                    <a:cubicBezTo>
                      <a:pt x="69618" y="4962"/>
                      <a:pt x="57998" y="149"/>
                      <a:pt x="45883" y="149"/>
                    </a:cubicBezTo>
                    <a:cubicBezTo>
                      <a:pt x="33769" y="149"/>
                      <a:pt x="22149" y="4962"/>
                      <a:pt x="13582" y="13528"/>
                    </a:cubicBezTo>
                    <a:cubicBezTo>
                      <a:pt x="5016" y="22094"/>
                      <a:pt x="203" y="33714"/>
                      <a:pt x="203" y="45829"/>
                    </a:cubicBezTo>
                    <a:cubicBezTo>
                      <a:pt x="203" y="57943"/>
                      <a:pt x="5016" y="69563"/>
                      <a:pt x="13582" y="78129"/>
                    </a:cubicBezTo>
                    <a:cubicBezTo>
                      <a:pt x="22149" y="86695"/>
                      <a:pt x="33769" y="91508"/>
                      <a:pt x="45883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4" name="任意多边形: 形状 3123"/>
              <p:cNvSpPr/>
              <p:nvPr/>
            </p:nvSpPr>
            <p:spPr>
              <a:xfrm>
                <a:off x="16512558" y="22237309"/>
                <a:ext cx="180000" cy="180000"/>
              </a:xfrm>
              <a:custGeom>
                <a:avLst/>
                <a:gdLst>
                  <a:gd name="csX0" fmla="*/ 45877 w 91360"/>
                  <a:gd name="csY0" fmla="*/ 91490 h 91359"/>
                  <a:gd name="csX1" fmla="*/ 78177 w 91360"/>
                  <a:gd name="csY1" fmla="*/ 78110 h 91359"/>
                  <a:gd name="csX2" fmla="*/ 91557 w 91360"/>
                  <a:gd name="csY2" fmla="*/ 45810 h 91359"/>
                  <a:gd name="csX3" fmla="*/ 78177 w 91360"/>
                  <a:gd name="csY3" fmla="*/ 13510 h 91359"/>
                  <a:gd name="csX4" fmla="*/ 45877 w 91360"/>
                  <a:gd name="csY4" fmla="*/ 130 h 91359"/>
                  <a:gd name="csX5" fmla="*/ 13576 w 91360"/>
                  <a:gd name="csY5" fmla="*/ 13510 h 91359"/>
                  <a:gd name="csX6" fmla="*/ 196 w 91360"/>
                  <a:gd name="csY6" fmla="*/ 45810 h 91359"/>
                  <a:gd name="csX7" fmla="*/ 13576 w 91360"/>
                  <a:gd name="csY7" fmla="*/ 78110 h 91359"/>
                  <a:gd name="csX8" fmla="*/ 45877 w 91360"/>
                  <a:gd name="csY8" fmla="*/ 9149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490"/>
                    </a:moveTo>
                    <a:cubicBezTo>
                      <a:pt x="57991" y="91490"/>
                      <a:pt x="69611" y="86677"/>
                      <a:pt x="78177" y="78110"/>
                    </a:cubicBezTo>
                    <a:cubicBezTo>
                      <a:pt x="86744" y="69544"/>
                      <a:pt x="91557" y="57924"/>
                      <a:pt x="91557" y="45810"/>
                    </a:cubicBezTo>
                    <a:cubicBezTo>
                      <a:pt x="91557" y="33696"/>
                      <a:pt x="86744" y="22076"/>
                      <a:pt x="78177" y="13510"/>
                    </a:cubicBezTo>
                    <a:cubicBezTo>
                      <a:pt x="69611" y="4943"/>
                      <a:pt x="57991" y="130"/>
                      <a:pt x="45877" y="130"/>
                    </a:cubicBezTo>
                    <a:cubicBezTo>
                      <a:pt x="33762" y="130"/>
                      <a:pt x="22142" y="4943"/>
                      <a:pt x="13576" y="13510"/>
                    </a:cubicBezTo>
                    <a:cubicBezTo>
                      <a:pt x="5010" y="22076"/>
                      <a:pt x="196" y="33696"/>
                      <a:pt x="196" y="45810"/>
                    </a:cubicBezTo>
                    <a:cubicBezTo>
                      <a:pt x="196" y="57924"/>
                      <a:pt x="5010" y="69544"/>
                      <a:pt x="13576" y="78110"/>
                    </a:cubicBezTo>
                    <a:cubicBezTo>
                      <a:pt x="22142" y="86677"/>
                      <a:pt x="33762" y="91490"/>
                      <a:pt x="45877" y="9149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5" name="任意多边形: 形状 3124"/>
              <p:cNvSpPr/>
              <p:nvPr/>
            </p:nvSpPr>
            <p:spPr>
              <a:xfrm>
                <a:off x="17156947" y="23604689"/>
                <a:ext cx="180000" cy="180000"/>
              </a:xfrm>
              <a:custGeom>
                <a:avLst/>
                <a:gdLst>
                  <a:gd name="csX0" fmla="*/ 45839 w 91360"/>
                  <a:gd name="csY0" fmla="*/ 91535 h 91359"/>
                  <a:gd name="csX1" fmla="*/ 78140 w 91360"/>
                  <a:gd name="csY1" fmla="*/ 78155 h 91359"/>
                  <a:gd name="csX2" fmla="*/ 91519 w 91360"/>
                  <a:gd name="csY2" fmla="*/ 45855 h 91359"/>
                  <a:gd name="csX3" fmla="*/ 78140 w 91360"/>
                  <a:gd name="csY3" fmla="*/ 13554 h 91359"/>
                  <a:gd name="csX4" fmla="*/ 45839 w 91360"/>
                  <a:gd name="csY4" fmla="*/ 175 h 91359"/>
                  <a:gd name="csX5" fmla="*/ 13538 w 91360"/>
                  <a:gd name="csY5" fmla="*/ 13554 h 91359"/>
                  <a:gd name="csX6" fmla="*/ 159 w 91360"/>
                  <a:gd name="csY6" fmla="*/ 45855 h 91359"/>
                  <a:gd name="csX7" fmla="*/ 13538 w 91360"/>
                  <a:gd name="csY7" fmla="*/ 78155 h 91359"/>
                  <a:gd name="csX8" fmla="*/ 45839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9" y="91535"/>
                    </a:moveTo>
                    <a:cubicBezTo>
                      <a:pt x="57953" y="91535"/>
                      <a:pt x="69573" y="86721"/>
                      <a:pt x="78140" y="78155"/>
                    </a:cubicBezTo>
                    <a:cubicBezTo>
                      <a:pt x="86706" y="69589"/>
                      <a:pt x="91519" y="57969"/>
                      <a:pt x="91519" y="45855"/>
                    </a:cubicBezTo>
                    <a:cubicBezTo>
                      <a:pt x="91519" y="33740"/>
                      <a:pt x="86706" y="22121"/>
                      <a:pt x="78140" y="13554"/>
                    </a:cubicBezTo>
                    <a:cubicBezTo>
                      <a:pt x="69573" y="4988"/>
                      <a:pt x="57953" y="175"/>
                      <a:pt x="45839" y="175"/>
                    </a:cubicBezTo>
                    <a:cubicBezTo>
                      <a:pt x="33724" y="175"/>
                      <a:pt x="22104" y="4988"/>
                      <a:pt x="13538" y="13554"/>
                    </a:cubicBezTo>
                    <a:cubicBezTo>
                      <a:pt x="4972" y="22121"/>
                      <a:pt x="159" y="33740"/>
                      <a:pt x="159" y="45855"/>
                    </a:cubicBezTo>
                    <a:cubicBezTo>
                      <a:pt x="159" y="57969"/>
                      <a:pt x="4972" y="69589"/>
                      <a:pt x="13538" y="78155"/>
                    </a:cubicBezTo>
                    <a:cubicBezTo>
                      <a:pt x="22104" y="86721"/>
                      <a:pt x="33724" y="91535"/>
                      <a:pt x="45839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6" name="任意多边形: 形状 3125"/>
              <p:cNvSpPr/>
              <p:nvPr/>
            </p:nvSpPr>
            <p:spPr>
              <a:xfrm>
                <a:off x="19674789" y="23874439"/>
                <a:ext cx="180000" cy="180000"/>
              </a:xfrm>
              <a:custGeom>
                <a:avLst/>
                <a:gdLst>
                  <a:gd name="csX0" fmla="*/ 45917 w 91360"/>
                  <a:gd name="csY0" fmla="*/ 91543 h 91359"/>
                  <a:gd name="csX1" fmla="*/ 78218 w 91360"/>
                  <a:gd name="csY1" fmla="*/ 78164 h 91359"/>
                  <a:gd name="csX2" fmla="*/ 91597 w 91360"/>
                  <a:gd name="csY2" fmla="*/ 45863 h 91359"/>
                  <a:gd name="csX3" fmla="*/ 78218 w 91360"/>
                  <a:gd name="csY3" fmla="*/ 13563 h 91359"/>
                  <a:gd name="csX4" fmla="*/ 45917 w 91360"/>
                  <a:gd name="csY4" fmla="*/ 184 h 91359"/>
                  <a:gd name="csX5" fmla="*/ 13616 w 91360"/>
                  <a:gd name="csY5" fmla="*/ 13563 h 91359"/>
                  <a:gd name="csX6" fmla="*/ 237 w 91360"/>
                  <a:gd name="csY6" fmla="*/ 45863 h 91359"/>
                  <a:gd name="csX7" fmla="*/ 13616 w 91360"/>
                  <a:gd name="csY7" fmla="*/ 78164 h 91359"/>
                  <a:gd name="csX8" fmla="*/ 45917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7" y="91543"/>
                    </a:moveTo>
                    <a:cubicBezTo>
                      <a:pt x="58031" y="91543"/>
                      <a:pt x="69651" y="86730"/>
                      <a:pt x="78218" y="78164"/>
                    </a:cubicBezTo>
                    <a:cubicBezTo>
                      <a:pt x="86784" y="69597"/>
                      <a:pt x="91597" y="57978"/>
                      <a:pt x="91597" y="45863"/>
                    </a:cubicBezTo>
                    <a:cubicBezTo>
                      <a:pt x="91597" y="33749"/>
                      <a:pt x="86784" y="22129"/>
                      <a:pt x="78218" y="13563"/>
                    </a:cubicBezTo>
                    <a:cubicBezTo>
                      <a:pt x="69651" y="4997"/>
                      <a:pt x="58031" y="184"/>
                      <a:pt x="45917" y="184"/>
                    </a:cubicBezTo>
                    <a:cubicBezTo>
                      <a:pt x="33802" y="184"/>
                      <a:pt x="22182" y="4997"/>
                      <a:pt x="13616" y="13563"/>
                    </a:cubicBezTo>
                    <a:cubicBezTo>
                      <a:pt x="5050" y="22129"/>
                      <a:pt x="237" y="33749"/>
                      <a:pt x="237" y="45863"/>
                    </a:cubicBezTo>
                    <a:cubicBezTo>
                      <a:pt x="237" y="57978"/>
                      <a:pt x="5050" y="69597"/>
                      <a:pt x="13616" y="78164"/>
                    </a:cubicBezTo>
                    <a:cubicBezTo>
                      <a:pt x="22182" y="86730"/>
                      <a:pt x="33802" y="91543"/>
                      <a:pt x="45917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7" name="任意多边形: 形状 3126"/>
              <p:cNvSpPr/>
              <p:nvPr/>
            </p:nvSpPr>
            <p:spPr>
              <a:xfrm>
                <a:off x="18170273" y="24338888"/>
                <a:ext cx="180000" cy="180000"/>
              </a:xfrm>
              <a:custGeom>
                <a:avLst/>
                <a:gdLst>
                  <a:gd name="csX0" fmla="*/ 45894 w 91360"/>
                  <a:gd name="csY0" fmla="*/ 91547 h 91359"/>
                  <a:gd name="csX1" fmla="*/ 78195 w 91360"/>
                  <a:gd name="csY1" fmla="*/ 78168 h 91359"/>
                  <a:gd name="csX2" fmla="*/ 91574 w 91360"/>
                  <a:gd name="csY2" fmla="*/ 45868 h 91359"/>
                  <a:gd name="csX3" fmla="*/ 78195 w 91360"/>
                  <a:gd name="csY3" fmla="*/ 13567 h 91359"/>
                  <a:gd name="csX4" fmla="*/ 45894 w 91360"/>
                  <a:gd name="csY4" fmla="*/ 188 h 91359"/>
                  <a:gd name="csX5" fmla="*/ 13593 w 91360"/>
                  <a:gd name="csY5" fmla="*/ 13567 h 91359"/>
                  <a:gd name="csX6" fmla="*/ 214 w 91360"/>
                  <a:gd name="csY6" fmla="*/ 45868 h 91359"/>
                  <a:gd name="csX7" fmla="*/ 13593 w 91360"/>
                  <a:gd name="csY7" fmla="*/ 78168 h 91359"/>
                  <a:gd name="csX8" fmla="*/ 45894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4" y="91547"/>
                    </a:moveTo>
                    <a:cubicBezTo>
                      <a:pt x="58009" y="91547"/>
                      <a:pt x="69629" y="86734"/>
                      <a:pt x="78195" y="78168"/>
                    </a:cubicBezTo>
                    <a:cubicBezTo>
                      <a:pt x="86761" y="69602"/>
                      <a:pt x="91574" y="57982"/>
                      <a:pt x="91574" y="45868"/>
                    </a:cubicBezTo>
                    <a:cubicBezTo>
                      <a:pt x="91574" y="33753"/>
                      <a:pt x="86761" y="22133"/>
                      <a:pt x="78195" y="13567"/>
                    </a:cubicBezTo>
                    <a:cubicBezTo>
                      <a:pt x="69629" y="5001"/>
                      <a:pt x="58009" y="188"/>
                      <a:pt x="45894" y="188"/>
                    </a:cubicBezTo>
                    <a:cubicBezTo>
                      <a:pt x="33779" y="188"/>
                      <a:pt x="22159" y="5001"/>
                      <a:pt x="13593" y="13567"/>
                    </a:cubicBezTo>
                    <a:cubicBezTo>
                      <a:pt x="5027" y="22133"/>
                      <a:pt x="214" y="33753"/>
                      <a:pt x="214" y="45868"/>
                    </a:cubicBezTo>
                    <a:cubicBezTo>
                      <a:pt x="214" y="57982"/>
                      <a:pt x="5027" y="69602"/>
                      <a:pt x="13593" y="78168"/>
                    </a:cubicBezTo>
                    <a:cubicBezTo>
                      <a:pt x="22159" y="86734"/>
                      <a:pt x="33779" y="91547"/>
                      <a:pt x="45894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8" name="任意多边形: 形状 3127"/>
              <p:cNvSpPr/>
              <p:nvPr/>
            </p:nvSpPr>
            <p:spPr>
              <a:xfrm>
                <a:off x="18208287" y="21894336"/>
                <a:ext cx="180000" cy="180000"/>
              </a:xfrm>
              <a:custGeom>
                <a:avLst/>
                <a:gdLst>
                  <a:gd name="csX0" fmla="*/ 45881 w 91360"/>
                  <a:gd name="csY0" fmla="*/ 91510 h 91359"/>
                  <a:gd name="csX1" fmla="*/ 78182 w 91360"/>
                  <a:gd name="csY1" fmla="*/ 78131 h 91359"/>
                  <a:gd name="csX2" fmla="*/ 91561 w 91360"/>
                  <a:gd name="csY2" fmla="*/ 45830 h 91359"/>
                  <a:gd name="csX3" fmla="*/ 78182 w 91360"/>
                  <a:gd name="csY3" fmla="*/ 13530 h 91359"/>
                  <a:gd name="csX4" fmla="*/ 45881 w 91360"/>
                  <a:gd name="csY4" fmla="*/ 151 h 91359"/>
                  <a:gd name="csX5" fmla="*/ 13580 w 91360"/>
                  <a:gd name="csY5" fmla="*/ 13530 h 91359"/>
                  <a:gd name="csX6" fmla="*/ 201 w 91360"/>
                  <a:gd name="csY6" fmla="*/ 45830 h 91359"/>
                  <a:gd name="csX7" fmla="*/ 13580 w 91360"/>
                  <a:gd name="csY7" fmla="*/ 78131 h 91359"/>
                  <a:gd name="csX8" fmla="*/ 45881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1" y="91510"/>
                    </a:moveTo>
                    <a:cubicBezTo>
                      <a:pt x="57996" y="91510"/>
                      <a:pt x="69616" y="86697"/>
                      <a:pt x="78182" y="78131"/>
                    </a:cubicBezTo>
                    <a:cubicBezTo>
                      <a:pt x="86748" y="69564"/>
                      <a:pt x="91561" y="57945"/>
                      <a:pt x="91561" y="45830"/>
                    </a:cubicBezTo>
                    <a:cubicBezTo>
                      <a:pt x="91561" y="33716"/>
                      <a:pt x="86748" y="22096"/>
                      <a:pt x="78182" y="13530"/>
                    </a:cubicBezTo>
                    <a:cubicBezTo>
                      <a:pt x="69616" y="4964"/>
                      <a:pt x="57996" y="151"/>
                      <a:pt x="45881" y="151"/>
                    </a:cubicBezTo>
                    <a:cubicBezTo>
                      <a:pt x="33767" y="151"/>
                      <a:pt x="22147" y="4964"/>
                      <a:pt x="13580" y="13530"/>
                    </a:cubicBezTo>
                    <a:cubicBezTo>
                      <a:pt x="5014" y="22096"/>
                      <a:pt x="201" y="33716"/>
                      <a:pt x="201" y="45830"/>
                    </a:cubicBezTo>
                    <a:cubicBezTo>
                      <a:pt x="201" y="57945"/>
                      <a:pt x="5014" y="69564"/>
                      <a:pt x="13580" y="78131"/>
                    </a:cubicBezTo>
                    <a:cubicBezTo>
                      <a:pt x="22147" y="86697"/>
                      <a:pt x="33767" y="91510"/>
                      <a:pt x="45881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29" name="任意多边形: 形状 3128"/>
              <p:cNvSpPr/>
              <p:nvPr/>
            </p:nvSpPr>
            <p:spPr>
              <a:xfrm>
                <a:off x="17236684" y="24104616"/>
                <a:ext cx="180000" cy="180000"/>
              </a:xfrm>
              <a:custGeom>
                <a:avLst/>
                <a:gdLst>
                  <a:gd name="csX0" fmla="*/ 45841 w 91360"/>
                  <a:gd name="csY0" fmla="*/ 91550 h 91359"/>
                  <a:gd name="csX1" fmla="*/ 78142 w 91360"/>
                  <a:gd name="csY1" fmla="*/ 78171 h 91359"/>
                  <a:gd name="csX2" fmla="*/ 91522 w 91360"/>
                  <a:gd name="csY2" fmla="*/ 45870 h 91359"/>
                  <a:gd name="csX3" fmla="*/ 78142 w 91360"/>
                  <a:gd name="csY3" fmla="*/ 13570 h 91359"/>
                  <a:gd name="csX4" fmla="*/ 45841 w 91360"/>
                  <a:gd name="csY4" fmla="*/ 191 h 91359"/>
                  <a:gd name="csX5" fmla="*/ 13541 w 91360"/>
                  <a:gd name="csY5" fmla="*/ 13570 h 91359"/>
                  <a:gd name="csX6" fmla="*/ 161 w 91360"/>
                  <a:gd name="csY6" fmla="*/ 45870 h 91359"/>
                  <a:gd name="csX7" fmla="*/ 13541 w 91360"/>
                  <a:gd name="csY7" fmla="*/ 78171 h 91359"/>
                  <a:gd name="csX8" fmla="*/ 45841 w 91360"/>
                  <a:gd name="csY8" fmla="*/ 9155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1" y="91550"/>
                    </a:moveTo>
                    <a:cubicBezTo>
                      <a:pt x="57956" y="91550"/>
                      <a:pt x="69576" y="86737"/>
                      <a:pt x="78142" y="78171"/>
                    </a:cubicBezTo>
                    <a:cubicBezTo>
                      <a:pt x="86708" y="69605"/>
                      <a:pt x="91522" y="57985"/>
                      <a:pt x="91522" y="45870"/>
                    </a:cubicBezTo>
                    <a:cubicBezTo>
                      <a:pt x="91522" y="33756"/>
                      <a:pt x="86708" y="22136"/>
                      <a:pt x="78142" y="13570"/>
                    </a:cubicBezTo>
                    <a:cubicBezTo>
                      <a:pt x="69576" y="5004"/>
                      <a:pt x="57956" y="191"/>
                      <a:pt x="45841" y="191"/>
                    </a:cubicBezTo>
                    <a:cubicBezTo>
                      <a:pt x="33727" y="191"/>
                      <a:pt x="22107" y="5004"/>
                      <a:pt x="13541" y="13570"/>
                    </a:cubicBezTo>
                    <a:cubicBezTo>
                      <a:pt x="4974" y="22136"/>
                      <a:pt x="161" y="33756"/>
                      <a:pt x="161" y="45870"/>
                    </a:cubicBezTo>
                    <a:cubicBezTo>
                      <a:pt x="161" y="57985"/>
                      <a:pt x="4974" y="69605"/>
                      <a:pt x="13541" y="78171"/>
                    </a:cubicBezTo>
                    <a:cubicBezTo>
                      <a:pt x="22107" y="86737"/>
                      <a:pt x="33727" y="91550"/>
                      <a:pt x="45841" y="9155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0" name="任意多边形: 形状 3129"/>
              <p:cNvSpPr/>
              <p:nvPr/>
            </p:nvSpPr>
            <p:spPr>
              <a:xfrm>
                <a:off x="17749207" y="23553030"/>
                <a:ext cx="180000" cy="180000"/>
              </a:xfrm>
              <a:custGeom>
                <a:avLst/>
                <a:gdLst>
                  <a:gd name="csX0" fmla="*/ 45857 w 91360"/>
                  <a:gd name="csY0" fmla="*/ 91533 h 91359"/>
                  <a:gd name="csX1" fmla="*/ 78158 w 91360"/>
                  <a:gd name="csY1" fmla="*/ 78154 h 91359"/>
                  <a:gd name="csX2" fmla="*/ 91538 w 91360"/>
                  <a:gd name="csY2" fmla="*/ 45853 h 91359"/>
                  <a:gd name="csX3" fmla="*/ 78158 w 91360"/>
                  <a:gd name="csY3" fmla="*/ 13553 h 91359"/>
                  <a:gd name="csX4" fmla="*/ 45857 w 91360"/>
                  <a:gd name="csY4" fmla="*/ 174 h 91359"/>
                  <a:gd name="csX5" fmla="*/ 13556 w 91360"/>
                  <a:gd name="csY5" fmla="*/ 13553 h 91359"/>
                  <a:gd name="csX6" fmla="*/ 177 w 91360"/>
                  <a:gd name="csY6" fmla="*/ 45853 h 91359"/>
                  <a:gd name="csX7" fmla="*/ 13556 w 91360"/>
                  <a:gd name="csY7" fmla="*/ 78154 h 91359"/>
                  <a:gd name="csX8" fmla="*/ 45857 w 91360"/>
                  <a:gd name="csY8" fmla="*/ 9153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7" y="91533"/>
                    </a:moveTo>
                    <a:cubicBezTo>
                      <a:pt x="57972" y="91533"/>
                      <a:pt x="69592" y="86720"/>
                      <a:pt x="78158" y="78154"/>
                    </a:cubicBezTo>
                    <a:cubicBezTo>
                      <a:pt x="86724" y="69587"/>
                      <a:pt x="91538" y="57968"/>
                      <a:pt x="91538" y="45853"/>
                    </a:cubicBezTo>
                    <a:cubicBezTo>
                      <a:pt x="91538" y="33739"/>
                      <a:pt x="86724" y="22119"/>
                      <a:pt x="78158" y="13553"/>
                    </a:cubicBezTo>
                    <a:cubicBezTo>
                      <a:pt x="69592" y="4987"/>
                      <a:pt x="57972" y="174"/>
                      <a:pt x="45857" y="174"/>
                    </a:cubicBezTo>
                    <a:cubicBezTo>
                      <a:pt x="33743" y="174"/>
                      <a:pt x="22123" y="4987"/>
                      <a:pt x="13556" y="13553"/>
                    </a:cubicBezTo>
                    <a:cubicBezTo>
                      <a:pt x="4990" y="22119"/>
                      <a:pt x="177" y="33739"/>
                      <a:pt x="177" y="45853"/>
                    </a:cubicBezTo>
                    <a:cubicBezTo>
                      <a:pt x="177" y="57968"/>
                      <a:pt x="4990" y="69587"/>
                      <a:pt x="13556" y="78154"/>
                    </a:cubicBezTo>
                    <a:cubicBezTo>
                      <a:pt x="22123" y="86720"/>
                      <a:pt x="33743" y="91533"/>
                      <a:pt x="45857" y="9153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1" name="任意多边形: 形状 3130"/>
              <p:cNvSpPr/>
              <p:nvPr/>
            </p:nvSpPr>
            <p:spPr>
              <a:xfrm>
                <a:off x="16729122" y="23526141"/>
                <a:ext cx="180000" cy="180000"/>
              </a:xfrm>
              <a:custGeom>
                <a:avLst/>
                <a:gdLst>
                  <a:gd name="csX0" fmla="*/ 45876 w 91360"/>
                  <a:gd name="csY0" fmla="*/ 91521 h 91359"/>
                  <a:gd name="csX1" fmla="*/ 78177 w 91360"/>
                  <a:gd name="csY1" fmla="*/ 78142 h 91359"/>
                  <a:gd name="csX2" fmla="*/ 91556 w 91360"/>
                  <a:gd name="csY2" fmla="*/ 45841 h 91359"/>
                  <a:gd name="csX3" fmla="*/ 78177 w 91360"/>
                  <a:gd name="csY3" fmla="*/ 13541 h 91359"/>
                  <a:gd name="csX4" fmla="*/ 45876 w 91360"/>
                  <a:gd name="csY4" fmla="*/ 162 h 91359"/>
                  <a:gd name="csX5" fmla="*/ 13575 w 91360"/>
                  <a:gd name="csY5" fmla="*/ 13541 h 91359"/>
                  <a:gd name="csX6" fmla="*/ 196 w 91360"/>
                  <a:gd name="csY6" fmla="*/ 45841 h 91359"/>
                  <a:gd name="csX7" fmla="*/ 13575 w 91360"/>
                  <a:gd name="csY7" fmla="*/ 78142 h 91359"/>
                  <a:gd name="csX8" fmla="*/ 45876 w 91360"/>
                  <a:gd name="csY8" fmla="*/ 9152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6" y="91521"/>
                    </a:moveTo>
                    <a:cubicBezTo>
                      <a:pt x="57991" y="91521"/>
                      <a:pt x="69611" y="86708"/>
                      <a:pt x="78177" y="78142"/>
                    </a:cubicBezTo>
                    <a:cubicBezTo>
                      <a:pt x="86743" y="69576"/>
                      <a:pt x="91556" y="57956"/>
                      <a:pt x="91556" y="45841"/>
                    </a:cubicBezTo>
                    <a:cubicBezTo>
                      <a:pt x="91556" y="33727"/>
                      <a:pt x="86743" y="22107"/>
                      <a:pt x="78177" y="13541"/>
                    </a:cubicBezTo>
                    <a:cubicBezTo>
                      <a:pt x="69611" y="4975"/>
                      <a:pt x="57991" y="162"/>
                      <a:pt x="45876" y="162"/>
                    </a:cubicBezTo>
                    <a:cubicBezTo>
                      <a:pt x="33762" y="162"/>
                      <a:pt x="22142" y="4975"/>
                      <a:pt x="13575" y="13541"/>
                    </a:cubicBezTo>
                    <a:cubicBezTo>
                      <a:pt x="5009" y="22107"/>
                      <a:pt x="196" y="33727"/>
                      <a:pt x="196" y="45841"/>
                    </a:cubicBezTo>
                    <a:cubicBezTo>
                      <a:pt x="196" y="57956"/>
                      <a:pt x="5009" y="69576"/>
                      <a:pt x="13575" y="78142"/>
                    </a:cubicBezTo>
                    <a:cubicBezTo>
                      <a:pt x="22142" y="86708"/>
                      <a:pt x="33762" y="91521"/>
                      <a:pt x="45876" y="9152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2" name="任意多边形: 形状 3131"/>
              <p:cNvSpPr/>
              <p:nvPr/>
            </p:nvSpPr>
            <p:spPr>
              <a:xfrm>
                <a:off x="18062196" y="24708852"/>
                <a:ext cx="180000" cy="180000"/>
              </a:xfrm>
              <a:custGeom>
                <a:avLst/>
                <a:gdLst>
                  <a:gd name="csX0" fmla="*/ 45871 w 91360"/>
                  <a:gd name="csY0" fmla="*/ 91545 h 91359"/>
                  <a:gd name="csX1" fmla="*/ 78172 w 91360"/>
                  <a:gd name="csY1" fmla="*/ 78165 h 91359"/>
                  <a:gd name="csX2" fmla="*/ 91551 w 91360"/>
                  <a:gd name="csY2" fmla="*/ 45865 h 91359"/>
                  <a:gd name="csX3" fmla="*/ 78172 w 91360"/>
                  <a:gd name="csY3" fmla="*/ 13565 h 91359"/>
                  <a:gd name="csX4" fmla="*/ 45871 w 91360"/>
                  <a:gd name="csY4" fmla="*/ 185 h 91359"/>
                  <a:gd name="csX5" fmla="*/ 13570 w 91360"/>
                  <a:gd name="csY5" fmla="*/ 13565 h 91359"/>
                  <a:gd name="csX6" fmla="*/ 191 w 91360"/>
                  <a:gd name="csY6" fmla="*/ 45865 h 91359"/>
                  <a:gd name="csX7" fmla="*/ 13570 w 91360"/>
                  <a:gd name="csY7" fmla="*/ 78165 h 91359"/>
                  <a:gd name="csX8" fmla="*/ 45871 w 91360"/>
                  <a:gd name="csY8" fmla="*/ 9154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45"/>
                    </a:moveTo>
                    <a:cubicBezTo>
                      <a:pt x="57985" y="91545"/>
                      <a:pt x="69605" y="86732"/>
                      <a:pt x="78172" y="78165"/>
                    </a:cubicBezTo>
                    <a:cubicBezTo>
                      <a:pt x="86738" y="69599"/>
                      <a:pt x="91551" y="57979"/>
                      <a:pt x="91551" y="45865"/>
                    </a:cubicBezTo>
                    <a:cubicBezTo>
                      <a:pt x="91551" y="33751"/>
                      <a:pt x="86738" y="22131"/>
                      <a:pt x="78172" y="13565"/>
                    </a:cubicBezTo>
                    <a:cubicBezTo>
                      <a:pt x="69605" y="4998"/>
                      <a:pt x="57985" y="185"/>
                      <a:pt x="45871" y="185"/>
                    </a:cubicBezTo>
                    <a:cubicBezTo>
                      <a:pt x="33756" y="185"/>
                      <a:pt x="22136" y="4998"/>
                      <a:pt x="13570" y="13565"/>
                    </a:cubicBezTo>
                    <a:cubicBezTo>
                      <a:pt x="5004" y="22131"/>
                      <a:pt x="191" y="33751"/>
                      <a:pt x="191" y="45865"/>
                    </a:cubicBezTo>
                    <a:cubicBezTo>
                      <a:pt x="191" y="57979"/>
                      <a:pt x="5004" y="69599"/>
                      <a:pt x="13570" y="78165"/>
                    </a:cubicBezTo>
                    <a:cubicBezTo>
                      <a:pt x="22136" y="86732"/>
                      <a:pt x="33756" y="91545"/>
                      <a:pt x="45871" y="9154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3" name="任意多边形: 形状 3132"/>
              <p:cNvSpPr/>
              <p:nvPr/>
            </p:nvSpPr>
            <p:spPr>
              <a:xfrm>
                <a:off x="19915472" y="23559450"/>
                <a:ext cx="180000" cy="180000"/>
              </a:xfrm>
              <a:custGeom>
                <a:avLst/>
                <a:gdLst>
                  <a:gd name="csX0" fmla="*/ 45909 w 91360"/>
                  <a:gd name="csY0" fmla="*/ 91508 h 91359"/>
                  <a:gd name="csX1" fmla="*/ 78209 w 91360"/>
                  <a:gd name="csY1" fmla="*/ 78129 h 91359"/>
                  <a:gd name="csX2" fmla="*/ 91589 w 91360"/>
                  <a:gd name="csY2" fmla="*/ 45829 h 91359"/>
                  <a:gd name="csX3" fmla="*/ 78209 w 91360"/>
                  <a:gd name="csY3" fmla="*/ 13528 h 91359"/>
                  <a:gd name="csX4" fmla="*/ 45909 w 91360"/>
                  <a:gd name="csY4" fmla="*/ 149 h 91359"/>
                  <a:gd name="csX5" fmla="*/ 13608 w 91360"/>
                  <a:gd name="csY5" fmla="*/ 13528 h 91359"/>
                  <a:gd name="csX6" fmla="*/ 228 w 91360"/>
                  <a:gd name="csY6" fmla="*/ 45829 h 91359"/>
                  <a:gd name="csX7" fmla="*/ 13608 w 91360"/>
                  <a:gd name="csY7" fmla="*/ 78129 h 91359"/>
                  <a:gd name="csX8" fmla="*/ 45909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9" y="91508"/>
                    </a:moveTo>
                    <a:cubicBezTo>
                      <a:pt x="58023" y="91508"/>
                      <a:pt x="69643" y="86695"/>
                      <a:pt x="78209" y="78129"/>
                    </a:cubicBezTo>
                    <a:cubicBezTo>
                      <a:pt x="86776" y="69563"/>
                      <a:pt x="91589" y="57943"/>
                      <a:pt x="91589" y="45829"/>
                    </a:cubicBezTo>
                    <a:cubicBezTo>
                      <a:pt x="91589" y="33714"/>
                      <a:pt x="86776" y="22094"/>
                      <a:pt x="78209" y="13528"/>
                    </a:cubicBezTo>
                    <a:cubicBezTo>
                      <a:pt x="69643" y="4962"/>
                      <a:pt x="58023" y="149"/>
                      <a:pt x="45909" y="149"/>
                    </a:cubicBezTo>
                    <a:cubicBezTo>
                      <a:pt x="33794" y="149"/>
                      <a:pt x="22174" y="4962"/>
                      <a:pt x="13608" y="13528"/>
                    </a:cubicBezTo>
                    <a:cubicBezTo>
                      <a:pt x="5041" y="22094"/>
                      <a:pt x="228" y="33714"/>
                      <a:pt x="228" y="45829"/>
                    </a:cubicBezTo>
                    <a:cubicBezTo>
                      <a:pt x="228" y="57943"/>
                      <a:pt x="5041" y="69563"/>
                      <a:pt x="13608" y="78129"/>
                    </a:cubicBezTo>
                    <a:cubicBezTo>
                      <a:pt x="22174" y="86695"/>
                      <a:pt x="33794" y="91508"/>
                      <a:pt x="45909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4" name="任意多边形: 形状 3133"/>
              <p:cNvSpPr/>
              <p:nvPr/>
            </p:nvSpPr>
            <p:spPr>
              <a:xfrm>
                <a:off x="16679971" y="22849465"/>
                <a:ext cx="180000" cy="180000"/>
              </a:xfrm>
              <a:custGeom>
                <a:avLst/>
                <a:gdLst>
                  <a:gd name="csX0" fmla="*/ 45871 w 91360"/>
                  <a:gd name="csY0" fmla="*/ 91518 h 91359"/>
                  <a:gd name="csX1" fmla="*/ 78172 w 91360"/>
                  <a:gd name="csY1" fmla="*/ 78139 h 91359"/>
                  <a:gd name="csX2" fmla="*/ 91551 w 91360"/>
                  <a:gd name="csY2" fmla="*/ 45839 h 91359"/>
                  <a:gd name="csX3" fmla="*/ 78172 w 91360"/>
                  <a:gd name="csY3" fmla="*/ 13538 h 91359"/>
                  <a:gd name="csX4" fmla="*/ 45871 w 91360"/>
                  <a:gd name="csY4" fmla="*/ 159 h 91359"/>
                  <a:gd name="csX5" fmla="*/ 13570 w 91360"/>
                  <a:gd name="csY5" fmla="*/ 13538 h 91359"/>
                  <a:gd name="csX6" fmla="*/ 190 w 91360"/>
                  <a:gd name="csY6" fmla="*/ 45839 h 91359"/>
                  <a:gd name="csX7" fmla="*/ 13570 w 91360"/>
                  <a:gd name="csY7" fmla="*/ 78139 h 91359"/>
                  <a:gd name="csX8" fmla="*/ 45871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18"/>
                    </a:moveTo>
                    <a:cubicBezTo>
                      <a:pt x="57985" y="91518"/>
                      <a:pt x="69605" y="86705"/>
                      <a:pt x="78172" y="78139"/>
                    </a:cubicBezTo>
                    <a:cubicBezTo>
                      <a:pt x="86738" y="69573"/>
                      <a:pt x="91551" y="57953"/>
                      <a:pt x="91551" y="45839"/>
                    </a:cubicBezTo>
                    <a:cubicBezTo>
                      <a:pt x="91551" y="33724"/>
                      <a:pt x="86738" y="22104"/>
                      <a:pt x="78172" y="13538"/>
                    </a:cubicBezTo>
                    <a:cubicBezTo>
                      <a:pt x="69605" y="4972"/>
                      <a:pt x="57985" y="159"/>
                      <a:pt x="45871" y="159"/>
                    </a:cubicBezTo>
                    <a:cubicBezTo>
                      <a:pt x="33756" y="159"/>
                      <a:pt x="22136" y="4972"/>
                      <a:pt x="13570" y="13538"/>
                    </a:cubicBezTo>
                    <a:cubicBezTo>
                      <a:pt x="5004" y="22104"/>
                      <a:pt x="190" y="33724"/>
                      <a:pt x="190" y="45839"/>
                    </a:cubicBezTo>
                    <a:cubicBezTo>
                      <a:pt x="190" y="57953"/>
                      <a:pt x="5004" y="69573"/>
                      <a:pt x="13570" y="78139"/>
                    </a:cubicBezTo>
                    <a:cubicBezTo>
                      <a:pt x="22136" y="86705"/>
                      <a:pt x="33756" y="91518"/>
                      <a:pt x="45871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5" name="任意多边形: 形状 3134"/>
              <p:cNvSpPr/>
              <p:nvPr/>
            </p:nvSpPr>
            <p:spPr>
              <a:xfrm>
                <a:off x="17413592" y="24168639"/>
                <a:ext cx="180000" cy="180000"/>
              </a:xfrm>
              <a:custGeom>
                <a:avLst/>
                <a:gdLst>
                  <a:gd name="csX0" fmla="*/ 45860 w 91360"/>
                  <a:gd name="csY0" fmla="*/ 91547 h 91359"/>
                  <a:gd name="csX1" fmla="*/ 78161 w 91360"/>
                  <a:gd name="csY1" fmla="*/ 78167 h 91359"/>
                  <a:gd name="csX2" fmla="*/ 91540 w 91360"/>
                  <a:gd name="csY2" fmla="*/ 45867 h 91359"/>
                  <a:gd name="csX3" fmla="*/ 78161 w 91360"/>
                  <a:gd name="csY3" fmla="*/ 13567 h 91359"/>
                  <a:gd name="csX4" fmla="*/ 45860 w 91360"/>
                  <a:gd name="csY4" fmla="*/ 187 h 91359"/>
                  <a:gd name="csX5" fmla="*/ 13559 w 91360"/>
                  <a:gd name="csY5" fmla="*/ 13567 h 91359"/>
                  <a:gd name="csX6" fmla="*/ 180 w 91360"/>
                  <a:gd name="csY6" fmla="*/ 45867 h 91359"/>
                  <a:gd name="csX7" fmla="*/ 13559 w 91360"/>
                  <a:gd name="csY7" fmla="*/ 78167 h 91359"/>
                  <a:gd name="csX8" fmla="*/ 45860 w 91360"/>
                  <a:gd name="csY8" fmla="*/ 9154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0" y="91547"/>
                    </a:moveTo>
                    <a:cubicBezTo>
                      <a:pt x="57975" y="91547"/>
                      <a:pt x="69595" y="86733"/>
                      <a:pt x="78161" y="78167"/>
                    </a:cubicBezTo>
                    <a:cubicBezTo>
                      <a:pt x="86727" y="69601"/>
                      <a:pt x="91540" y="57981"/>
                      <a:pt x="91540" y="45867"/>
                    </a:cubicBezTo>
                    <a:cubicBezTo>
                      <a:pt x="91540" y="33753"/>
                      <a:pt x="86727" y="22133"/>
                      <a:pt x="78161" y="13567"/>
                    </a:cubicBezTo>
                    <a:cubicBezTo>
                      <a:pt x="69595" y="5000"/>
                      <a:pt x="57975" y="187"/>
                      <a:pt x="45860" y="187"/>
                    </a:cubicBezTo>
                    <a:cubicBezTo>
                      <a:pt x="33746" y="187"/>
                      <a:pt x="22126" y="5000"/>
                      <a:pt x="13559" y="13567"/>
                    </a:cubicBezTo>
                    <a:cubicBezTo>
                      <a:pt x="4993" y="22133"/>
                      <a:pt x="180" y="33753"/>
                      <a:pt x="180" y="45867"/>
                    </a:cubicBezTo>
                    <a:cubicBezTo>
                      <a:pt x="180" y="57981"/>
                      <a:pt x="4993" y="69601"/>
                      <a:pt x="13559" y="78167"/>
                    </a:cubicBezTo>
                    <a:cubicBezTo>
                      <a:pt x="22126" y="86733"/>
                      <a:pt x="33746" y="91547"/>
                      <a:pt x="45860" y="9154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6" name="任意多边形: 形状 3135"/>
              <p:cNvSpPr/>
              <p:nvPr/>
            </p:nvSpPr>
            <p:spPr>
              <a:xfrm>
                <a:off x="19912316" y="22078195"/>
                <a:ext cx="180000" cy="180000"/>
              </a:xfrm>
              <a:custGeom>
                <a:avLst/>
                <a:gdLst>
                  <a:gd name="csX0" fmla="*/ 45923 w 91360"/>
                  <a:gd name="csY0" fmla="*/ 91525 h 91359"/>
                  <a:gd name="csX1" fmla="*/ 78224 w 91360"/>
                  <a:gd name="csY1" fmla="*/ 78146 h 91359"/>
                  <a:gd name="csX2" fmla="*/ 91604 w 91360"/>
                  <a:gd name="csY2" fmla="*/ 45846 h 91359"/>
                  <a:gd name="csX3" fmla="*/ 78224 w 91360"/>
                  <a:gd name="csY3" fmla="*/ 13545 h 91359"/>
                  <a:gd name="csX4" fmla="*/ 45923 w 91360"/>
                  <a:gd name="csY4" fmla="*/ 166 h 91359"/>
                  <a:gd name="csX5" fmla="*/ 13623 w 91360"/>
                  <a:gd name="csY5" fmla="*/ 13545 h 91359"/>
                  <a:gd name="csX6" fmla="*/ 243 w 91360"/>
                  <a:gd name="csY6" fmla="*/ 45846 h 91359"/>
                  <a:gd name="csX7" fmla="*/ 13623 w 91360"/>
                  <a:gd name="csY7" fmla="*/ 78146 h 91359"/>
                  <a:gd name="csX8" fmla="*/ 45923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3" y="91525"/>
                    </a:moveTo>
                    <a:cubicBezTo>
                      <a:pt x="58038" y="91525"/>
                      <a:pt x="69658" y="86712"/>
                      <a:pt x="78224" y="78146"/>
                    </a:cubicBezTo>
                    <a:cubicBezTo>
                      <a:pt x="86791" y="69580"/>
                      <a:pt x="91604" y="57960"/>
                      <a:pt x="91604" y="45846"/>
                    </a:cubicBezTo>
                    <a:cubicBezTo>
                      <a:pt x="91604" y="33731"/>
                      <a:pt x="86791" y="22111"/>
                      <a:pt x="78224" y="13545"/>
                    </a:cubicBezTo>
                    <a:cubicBezTo>
                      <a:pt x="69658" y="4979"/>
                      <a:pt x="58038" y="166"/>
                      <a:pt x="45923" y="166"/>
                    </a:cubicBezTo>
                    <a:cubicBezTo>
                      <a:pt x="33809" y="166"/>
                      <a:pt x="22189" y="4979"/>
                      <a:pt x="13623" y="13545"/>
                    </a:cubicBezTo>
                    <a:cubicBezTo>
                      <a:pt x="5056" y="22111"/>
                      <a:pt x="243" y="33731"/>
                      <a:pt x="243" y="45846"/>
                    </a:cubicBezTo>
                    <a:cubicBezTo>
                      <a:pt x="243" y="57960"/>
                      <a:pt x="5056" y="69580"/>
                      <a:pt x="13623" y="78146"/>
                    </a:cubicBezTo>
                    <a:cubicBezTo>
                      <a:pt x="22189" y="86712"/>
                      <a:pt x="33809" y="91525"/>
                      <a:pt x="45923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7" name="任意多边形: 形状 3136"/>
              <p:cNvSpPr/>
              <p:nvPr/>
            </p:nvSpPr>
            <p:spPr>
              <a:xfrm>
                <a:off x="16788968" y="21821246"/>
                <a:ext cx="180000" cy="180000"/>
              </a:xfrm>
              <a:custGeom>
                <a:avLst/>
                <a:gdLst>
                  <a:gd name="csX0" fmla="*/ 45846 w 91360"/>
                  <a:gd name="csY0" fmla="*/ 91484 h 91359"/>
                  <a:gd name="csX1" fmla="*/ 78147 w 91360"/>
                  <a:gd name="csY1" fmla="*/ 78104 h 91359"/>
                  <a:gd name="csX2" fmla="*/ 91527 w 91360"/>
                  <a:gd name="csY2" fmla="*/ 45804 h 91359"/>
                  <a:gd name="csX3" fmla="*/ 78147 w 91360"/>
                  <a:gd name="csY3" fmla="*/ 13504 h 91359"/>
                  <a:gd name="csX4" fmla="*/ 45846 w 91360"/>
                  <a:gd name="csY4" fmla="*/ 124 h 91359"/>
                  <a:gd name="csX5" fmla="*/ 13545 w 91360"/>
                  <a:gd name="csY5" fmla="*/ 13504 h 91359"/>
                  <a:gd name="csX6" fmla="*/ 166 w 91360"/>
                  <a:gd name="csY6" fmla="*/ 45804 h 91359"/>
                  <a:gd name="csX7" fmla="*/ 13545 w 91360"/>
                  <a:gd name="csY7" fmla="*/ 78104 h 91359"/>
                  <a:gd name="csX8" fmla="*/ 45846 w 91360"/>
                  <a:gd name="csY8" fmla="*/ 9148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6" y="91484"/>
                    </a:moveTo>
                    <a:cubicBezTo>
                      <a:pt x="57961" y="91484"/>
                      <a:pt x="69581" y="86670"/>
                      <a:pt x="78147" y="78104"/>
                    </a:cubicBezTo>
                    <a:cubicBezTo>
                      <a:pt x="86713" y="69538"/>
                      <a:pt x="91527" y="57918"/>
                      <a:pt x="91527" y="45804"/>
                    </a:cubicBezTo>
                    <a:cubicBezTo>
                      <a:pt x="91527" y="33690"/>
                      <a:pt x="86713" y="22070"/>
                      <a:pt x="78147" y="13504"/>
                    </a:cubicBezTo>
                    <a:cubicBezTo>
                      <a:pt x="69581" y="4937"/>
                      <a:pt x="57961" y="124"/>
                      <a:pt x="45846" y="124"/>
                    </a:cubicBezTo>
                    <a:cubicBezTo>
                      <a:pt x="33732" y="124"/>
                      <a:pt x="22112" y="4937"/>
                      <a:pt x="13545" y="13504"/>
                    </a:cubicBezTo>
                    <a:cubicBezTo>
                      <a:pt x="4979" y="22070"/>
                      <a:pt x="166" y="33690"/>
                      <a:pt x="166" y="45804"/>
                    </a:cubicBezTo>
                    <a:cubicBezTo>
                      <a:pt x="166" y="57918"/>
                      <a:pt x="4979" y="69538"/>
                      <a:pt x="13545" y="78104"/>
                    </a:cubicBezTo>
                    <a:cubicBezTo>
                      <a:pt x="22112" y="86670"/>
                      <a:pt x="33732" y="91484"/>
                      <a:pt x="45846" y="9148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8" name="任意多边形: 形状 3137"/>
              <p:cNvSpPr/>
              <p:nvPr/>
            </p:nvSpPr>
            <p:spPr>
              <a:xfrm>
                <a:off x="18536934" y="24050795"/>
                <a:ext cx="180000" cy="180000"/>
              </a:xfrm>
              <a:custGeom>
                <a:avLst/>
                <a:gdLst>
                  <a:gd name="csX0" fmla="*/ 45867 w 91360"/>
                  <a:gd name="csY0" fmla="*/ 91540 h 91359"/>
                  <a:gd name="csX1" fmla="*/ 78167 w 91360"/>
                  <a:gd name="csY1" fmla="*/ 78160 h 91359"/>
                  <a:gd name="csX2" fmla="*/ 91547 w 91360"/>
                  <a:gd name="csY2" fmla="*/ 45860 h 91359"/>
                  <a:gd name="csX3" fmla="*/ 78167 w 91360"/>
                  <a:gd name="csY3" fmla="*/ 13560 h 91359"/>
                  <a:gd name="csX4" fmla="*/ 45867 w 91360"/>
                  <a:gd name="csY4" fmla="*/ 180 h 91359"/>
                  <a:gd name="csX5" fmla="*/ 13566 w 91360"/>
                  <a:gd name="csY5" fmla="*/ 13560 h 91359"/>
                  <a:gd name="csX6" fmla="*/ 186 w 91360"/>
                  <a:gd name="csY6" fmla="*/ 45860 h 91359"/>
                  <a:gd name="csX7" fmla="*/ 13566 w 91360"/>
                  <a:gd name="csY7" fmla="*/ 78160 h 91359"/>
                  <a:gd name="csX8" fmla="*/ 45867 w 91360"/>
                  <a:gd name="csY8" fmla="*/ 9154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7" y="91540"/>
                    </a:moveTo>
                    <a:cubicBezTo>
                      <a:pt x="57981" y="91540"/>
                      <a:pt x="69601" y="86727"/>
                      <a:pt x="78167" y="78160"/>
                    </a:cubicBezTo>
                    <a:cubicBezTo>
                      <a:pt x="86734" y="69594"/>
                      <a:pt x="91547" y="57974"/>
                      <a:pt x="91547" y="45860"/>
                    </a:cubicBezTo>
                    <a:cubicBezTo>
                      <a:pt x="91547" y="33746"/>
                      <a:pt x="86734" y="22126"/>
                      <a:pt x="78167" y="13560"/>
                    </a:cubicBezTo>
                    <a:cubicBezTo>
                      <a:pt x="69601" y="4993"/>
                      <a:pt x="57981" y="180"/>
                      <a:pt x="45867" y="180"/>
                    </a:cubicBezTo>
                    <a:cubicBezTo>
                      <a:pt x="33752" y="180"/>
                      <a:pt x="22132" y="4993"/>
                      <a:pt x="13566" y="13560"/>
                    </a:cubicBezTo>
                    <a:cubicBezTo>
                      <a:pt x="5000" y="22126"/>
                      <a:pt x="186" y="33746"/>
                      <a:pt x="186" y="45860"/>
                    </a:cubicBezTo>
                    <a:cubicBezTo>
                      <a:pt x="186" y="57974"/>
                      <a:pt x="5000" y="69594"/>
                      <a:pt x="13566" y="78160"/>
                    </a:cubicBezTo>
                    <a:cubicBezTo>
                      <a:pt x="22132" y="86727"/>
                      <a:pt x="33752" y="91540"/>
                      <a:pt x="45867" y="9154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39" name="任意多边形: 形状 3138"/>
              <p:cNvSpPr/>
              <p:nvPr/>
            </p:nvSpPr>
            <p:spPr>
              <a:xfrm>
                <a:off x="17564087" y="22011180"/>
                <a:ext cx="180000" cy="180000"/>
              </a:xfrm>
              <a:custGeom>
                <a:avLst/>
                <a:gdLst>
                  <a:gd name="csX0" fmla="*/ 45890 w 91360"/>
                  <a:gd name="csY0" fmla="*/ 91510 h 91359"/>
                  <a:gd name="csX1" fmla="*/ 78190 w 91360"/>
                  <a:gd name="csY1" fmla="*/ 78131 h 91359"/>
                  <a:gd name="csX2" fmla="*/ 91570 w 91360"/>
                  <a:gd name="csY2" fmla="*/ 45831 h 91359"/>
                  <a:gd name="csX3" fmla="*/ 78190 w 91360"/>
                  <a:gd name="csY3" fmla="*/ 13530 h 91359"/>
                  <a:gd name="csX4" fmla="*/ 45890 w 91360"/>
                  <a:gd name="csY4" fmla="*/ 151 h 91359"/>
                  <a:gd name="csX5" fmla="*/ 13589 w 91360"/>
                  <a:gd name="csY5" fmla="*/ 13530 h 91359"/>
                  <a:gd name="csX6" fmla="*/ 209 w 91360"/>
                  <a:gd name="csY6" fmla="*/ 45831 h 91359"/>
                  <a:gd name="csX7" fmla="*/ 13589 w 91360"/>
                  <a:gd name="csY7" fmla="*/ 78131 h 91359"/>
                  <a:gd name="csX8" fmla="*/ 45890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0" y="91510"/>
                    </a:moveTo>
                    <a:cubicBezTo>
                      <a:pt x="58004" y="91510"/>
                      <a:pt x="69624" y="86697"/>
                      <a:pt x="78190" y="78131"/>
                    </a:cubicBezTo>
                    <a:cubicBezTo>
                      <a:pt x="86757" y="69565"/>
                      <a:pt x="91570" y="57945"/>
                      <a:pt x="91570" y="45831"/>
                    </a:cubicBezTo>
                    <a:cubicBezTo>
                      <a:pt x="91570" y="33716"/>
                      <a:pt x="86757" y="22096"/>
                      <a:pt x="78190" y="13530"/>
                    </a:cubicBezTo>
                    <a:cubicBezTo>
                      <a:pt x="69624" y="4964"/>
                      <a:pt x="58004" y="151"/>
                      <a:pt x="45890" y="151"/>
                    </a:cubicBezTo>
                    <a:cubicBezTo>
                      <a:pt x="33775" y="151"/>
                      <a:pt x="22155" y="4964"/>
                      <a:pt x="13589" y="13530"/>
                    </a:cubicBezTo>
                    <a:cubicBezTo>
                      <a:pt x="5022" y="22096"/>
                      <a:pt x="209" y="33716"/>
                      <a:pt x="209" y="45831"/>
                    </a:cubicBezTo>
                    <a:cubicBezTo>
                      <a:pt x="209" y="57945"/>
                      <a:pt x="5022" y="69565"/>
                      <a:pt x="13589" y="78131"/>
                    </a:cubicBezTo>
                    <a:cubicBezTo>
                      <a:pt x="22155" y="86697"/>
                      <a:pt x="33775" y="91510"/>
                      <a:pt x="45890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0" name="任意多边形: 形状 3139"/>
              <p:cNvSpPr/>
              <p:nvPr/>
            </p:nvSpPr>
            <p:spPr>
              <a:xfrm>
                <a:off x="19184244" y="23302382"/>
                <a:ext cx="180000" cy="180000"/>
              </a:xfrm>
              <a:custGeom>
                <a:avLst/>
                <a:gdLst>
                  <a:gd name="csX0" fmla="*/ 45902 w 91360"/>
                  <a:gd name="csY0" fmla="*/ 91525 h 91359"/>
                  <a:gd name="csX1" fmla="*/ 78203 w 91360"/>
                  <a:gd name="csY1" fmla="*/ 78146 h 91359"/>
                  <a:gd name="csX2" fmla="*/ 91582 w 91360"/>
                  <a:gd name="csY2" fmla="*/ 45845 h 91359"/>
                  <a:gd name="csX3" fmla="*/ 78203 w 91360"/>
                  <a:gd name="csY3" fmla="*/ 13545 h 91359"/>
                  <a:gd name="csX4" fmla="*/ 45902 w 91360"/>
                  <a:gd name="csY4" fmla="*/ 166 h 91359"/>
                  <a:gd name="csX5" fmla="*/ 13601 w 91360"/>
                  <a:gd name="csY5" fmla="*/ 13545 h 91359"/>
                  <a:gd name="csX6" fmla="*/ 221 w 91360"/>
                  <a:gd name="csY6" fmla="*/ 45845 h 91359"/>
                  <a:gd name="csX7" fmla="*/ 13601 w 91360"/>
                  <a:gd name="csY7" fmla="*/ 78146 h 91359"/>
                  <a:gd name="csX8" fmla="*/ 45902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2" y="91525"/>
                    </a:moveTo>
                    <a:cubicBezTo>
                      <a:pt x="58016" y="91525"/>
                      <a:pt x="69636" y="86712"/>
                      <a:pt x="78203" y="78146"/>
                    </a:cubicBezTo>
                    <a:cubicBezTo>
                      <a:pt x="86769" y="69580"/>
                      <a:pt x="91582" y="57960"/>
                      <a:pt x="91582" y="45845"/>
                    </a:cubicBezTo>
                    <a:cubicBezTo>
                      <a:pt x="91582" y="33731"/>
                      <a:pt x="86769" y="22111"/>
                      <a:pt x="78203" y="13545"/>
                    </a:cubicBezTo>
                    <a:cubicBezTo>
                      <a:pt x="69636" y="4979"/>
                      <a:pt x="58016" y="166"/>
                      <a:pt x="45902" y="166"/>
                    </a:cubicBezTo>
                    <a:cubicBezTo>
                      <a:pt x="33787" y="166"/>
                      <a:pt x="22167" y="4979"/>
                      <a:pt x="13601" y="13545"/>
                    </a:cubicBezTo>
                    <a:cubicBezTo>
                      <a:pt x="5035" y="22111"/>
                      <a:pt x="221" y="33731"/>
                      <a:pt x="221" y="45845"/>
                    </a:cubicBezTo>
                    <a:cubicBezTo>
                      <a:pt x="221" y="57960"/>
                      <a:pt x="5035" y="69580"/>
                      <a:pt x="13601" y="78146"/>
                    </a:cubicBezTo>
                    <a:cubicBezTo>
                      <a:pt x="22167" y="86712"/>
                      <a:pt x="33787" y="91525"/>
                      <a:pt x="45902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1" name="任意多边形: 形状 3140"/>
              <p:cNvSpPr/>
              <p:nvPr/>
            </p:nvSpPr>
            <p:spPr>
              <a:xfrm>
                <a:off x="18867810" y="21662803"/>
                <a:ext cx="180000" cy="180000"/>
              </a:xfrm>
              <a:custGeom>
                <a:avLst/>
                <a:gdLst>
                  <a:gd name="csX0" fmla="*/ 45856 w 91360"/>
                  <a:gd name="csY0" fmla="*/ 91543 h 91359"/>
                  <a:gd name="csX1" fmla="*/ 78157 w 91360"/>
                  <a:gd name="csY1" fmla="*/ 78164 h 91359"/>
                  <a:gd name="csX2" fmla="*/ 91536 w 91360"/>
                  <a:gd name="csY2" fmla="*/ 45863 h 91359"/>
                  <a:gd name="csX3" fmla="*/ 78157 w 91360"/>
                  <a:gd name="csY3" fmla="*/ 13563 h 91359"/>
                  <a:gd name="csX4" fmla="*/ 45856 w 91360"/>
                  <a:gd name="csY4" fmla="*/ 184 h 91359"/>
                  <a:gd name="csX5" fmla="*/ 13555 w 91360"/>
                  <a:gd name="csY5" fmla="*/ 13563 h 91359"/>
                  <a:gd name="csX6" fmla="*/ 176 w 91360"/>
                  <a:gd name="csY6" fmla="*/ 45863 h 91359"/>
                  <a:gd name="csX7" fmla="*/ 13555 w 91360"/>
                  <a:gd name="csY7" fmla="*/ 78164 h 91359"/>
                  <a:gd name="csX8" fmla="*/ 45856 w 91360"/>
                  <a:gd name="csY8" fmla="*/ 9154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6" y="91543"/>
                    </a:moveTo>
                    <a:cubicBezTo>
                      <a:pt x="57971" y="91543"/>
                      <a:pt x="69591" y="86730"/>
                      <a:pt x="78157" y="78164"/>
                    </a:cubicBezTo>
                    <a:cubicBezTo>
                      <a:pt x="86723" y="69597"/>
                      <a:pt x="91536" y="57978"/>
                      <a:pt x="91536" y="45863"/>
                    </a:cubicBezTo>
                    <a:cubicBezTo>
                      <a:pt x="91536" y="33749"/>
                      <a:pt x="86723" y="22129"/>
                      <a:pt x="78157" y="13563"/>
                    </a:cubicBezTo>
                    <a:cubicBezTo>
                      <a:pt x="69591" y="4997"/>
                      <a:pt x="57971" y="184"/>
                      <a:pt x="45856" y="184"/>
                    </a:cubicBezTo>
                    <a:cubicBezTo>
                      <a:pt x="33741" y="184"/>
                      <a:pt x="22121" y="4997"/>
                      <a:pt x="13555" y="13563"/>
                    </a:cubicBezTo>
                    <a:cubicBezTo>
                      <a:pt x="4989" y="22129"/>
                      <a:pt x="176" y="33749"/>
                      <a:pt x="176" y="45863"/>
                    </a:cubicBezTo>
                    <a:cubicBezTo>
                      <a:pt x="176" y="57978"/>
                      <a:pt x="4989" y="69597"/>
                      <a:pt x="13555" y="78164"/>
                    </a:cubicBezTo>
                    <a:cubicBezTo>
                      <a:pt x="22121" y="86730"/>
                      <a:pt x="33741" y="91543"/>
                      <a:pt x="45856" y="9154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2" name="任意多边形: 形状 3141"/>
              <p:cNvSpPr/>
              <p:nvPr/>
            </p:nvSpPr>
            <p:spPr>
              <a:xfrm>
                <a:off x="18517404" y="24394660"/>
                <a:ext cx="180000" cy="180000"/>
              </a:xfrm>
              <a:custGeom>
                <a:avLst/>
                <a:gdLst>
                  <a:gd name="csX0" fmla="*/ 45885 w 91360"/>
                  <a:gd name="csY0" fmla="*/ 91559 h 91359"/>
                  <a:gd name="csX1" fmla="*/ 78185 w 91360"/>
                  <a:gd name="csY1" fmla="*/ 78180 h 91359"/>
                  <a:gd name="csX2" fmla="*/ 91565 w 91360"/>
                  <a:gd name="csY2" fmla="*/ 45879 h 91359"/>
                  <a:gd name="csX3" fmla="*/ 78185 w 91360"/>
                  <a:gd name="csY3" fmla="*/ 13579 h 91359"/>
                  <a:gd name="csX4" fmla="*/ 45885 w 91360"/>
                  <a:gd name="csY4" fmla="*/ 200 h 91359"/>
                  <a:gd name="csX5" fmla="*/ 13584 w 91360"/>
                  <a:gd name="csY5" fmla="*/ 13579 h 91359"/>
                  <a:gd name="csX6" fmla="*/ 204 w 91360"/>
                  <a:gd name="csY6" fmla="*/ 45879 h 91359"/>
                  <a:gd name="csX7" fmla="*/ 13584 w 91360"/>
                  <a:gd name="csY7" fmla="*/ 78180 h 91359"/>
                  <a:gd name="csX8" fmla="*/ 45885 w 91360"/>
                  <a:gd name="csY8" fmla="*/ 9155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5" y="91559"/>
                    </a:moveTo>
                    <a:cubicBezTo>
                      <a:pt x="57999" y="91559"/>
                      <a:pt x="69619" y="86746"/>
                      <a:pt x="78185" y="78180"/>
                    </a:cubicBezTo>
                    <a:cubicBezTo>
                      <a:pt x="86752" y="69614"/>
                      <a:pt x="91565" y="57994"/>
                      <a:pt x="91565" y="45879"/>
                    </a:cubicBezTo>
                    <a:cubicBezTo>
                      <a:pt x="91565" y="33765"/>
                      <a:pt x="86752" y="22145"/>
                      <a:pt x="78185" y="13579"/>
                    </a:cubicBezTo>
                    <a:cubicBezTo>
                      <a:pt x="69619" y="5013"/>
                      <a:pt x="57999" y="200"/>
                      <a:pt x="45885" y="200"/>
                    </a:cubicBezTo>
                    <a:cubicBezTo>
                      <a:pt x="33770" y="200"/>
                      <a:pt x="22150" y="5013"/>
                      <a:pt x="13584" y="13579"/>
                    </a:cubicBezTo>
                    <a:cubicBezTo>
                      <a:pt x="5018" y="22145"/>
                      <a:pt x="204" y="33765"/>
                      <a:pt x="204" y="45879"/>
                    </a:cubicBezTo>
                    <a:cubicBezTo>
                      <a:pt x="204" y="57994"/>
                      <a:pt x="5018" y="69614"/>
                      <a:pt x="13584" y="78180"/>
                    </a:cubicBezTo>
                    <a:cubicBezTo>
                      <a:pt x="22150" y="86746"/>
                      <a:pt x="33770" y="91559"/>
                      <a:pt x="45885" y="9155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3" name="任意多边形: 形状 3142"/>
              <p:cNvSpPr/>
              <p:nvPr/>
            </p:nvSpPr>
            <p:spPr>
              <a:xfrm>
                <a:off x="18312895" y="20928101"/>
                <a:ext cx="180000" cy="180000"/>
              </a:xfrm>
              <a:custGeom>
                <a:avLst/>
                <a:gdLst>
                  <a:gd name="csX0" fmla="*/ 45841 w 91360"/>
                  <a:gd name="csY0" fmla="*/ 91532 h 91359"/>
                  <a:gd name="csX1" fmla="*/ 78142 w 91360"/>
                  <a:gd name="csY1" fmla="*/ 78153 h 91359"/>
                  <a:gd name="csX2" fmla="*/ 91522 w 91360"/>
                  <a:gd name="csY2" fmla="*/ 45853 h 91359"/>
                  <a:gd name="csX3" fmla="*/ 78142 w 91360"/>
                  <a:gd name="csY3" fmla="*/ 13552 h 91359"/>
                  <a:gd name="csX4" fmla="*/ 45841 w 91360"/>
                  <a:gd name="csY4" fmla="*/ 173 h 91359"/>
                  <a:gd name="csX5" fmla="*/ 13541 w 91360"/>
                  <a:gd name="csY5" fmla="*/ 13552 h 91359"/>
                  <a:gd name="csX6" fmla="*/ 161 w 91360"/>
                  <a:gd name="csY6" fmla="*/ 45853 h 91359"/>
                  <a:gd name="csX7" fmla="*/ 13541 w 91360"/>
                  <a:gd name="csY7" fmla="*/ 78153 h 91359"/>
                  <a:gd name="csX8" fmla="*/ 45841 w 91360"/>
                  <a:gd name="csY8" fmla="*/ 9153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1" y="91532"/>
                    </a:moveTo>
                    <a:cubicBezTo>
                      <a:pt x="57956" y="91532"/>
                      <a:pt x="69576" y="86719"/>
                      <a:pt x="78142" y="78153"/>
                    </a:cubicBezTo>
                    <a:cubicBezTo>
                      <a:pt x="86708" y="69587"/>
                      <a:pt x="91522" y="57967"/>
                      <a:pt x="91522" y="45853"/>
                    </a:cubicBezTo>
                    <a:cubicBezTo>
                      <a:pt x="91522" y="33738"/>
                      <a:pt x="86708" y="22118"/>
                      <a:pt x="78142" y="13552"/>
                    </a:cubicBezTo>
                    <a:cubicBezTo>
                      <a:pt x="69576" y="4986"/>
                      <a:pt x="57956" y="173"/>
                      <a:pt x="45841" y="173"/>
                    </a:cubicBezTo>
                    <a:cubicBezTo>
                      <a:pt x="33727" y="173"/>
                      <a:pt x="22107" y="4986"/>
                      <a:pt x="13541" y="13552"/>
                    </a:cubicBezTo>
                    <a:cubicBezTo>
                      <a:pt x="4974" y="22118"/>
                      <a:pt x="161" y="33738"/>
                      <a:pt x="161" y="45853"/>
                    </a:cubicBezTo>
                    <a:cubicBezTo>
                      <a:pt x="161" y="57967"/>
                      <a:pt x="4974" y="69587"/>
                      <a:pt x="13541" y="78153"/>
                    </a:cubicBezTo>
                    <a:cubicBezTo>
                      <a:pt x="22107" y="86719"/>
                      <a:pt x="33727" y="91532"/>
                      <a:pt x="45841" y="9153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44" name="任意多边形: 形状 3143"/>
              <p:cNvSpPr/>
              <p:nvPr/>
            </p:nvSpPr>
            <p:spPr>
              <a:xfrm>
                <a:off x="19862705" y="22616095"/>
                <a:ext cx="180000" cy="180000"/>
              </a:xfrm>
              <a:custGeom>
                <a:avLst/>
                <a:gdLst>
                  <a:gd name="csX0" fmla="*/ 45923 w 91360"/>
                  <a:gd name="csY0" fmla="*/ 91504 h 91359"/>
                  <a:gd name="csX1" fmla="*/ 78224 w 91360"/>
                  <a:gd name="csY1" fmla="*/ 78125 h 91359"/>
                  <a:gd name="csX2" fmla="*/ 91603 w 91360"/>
                  <a:gd name="csY2" fmla="*/ 45824 h 91359"/>
                  <a:gd name="csX3" fmla="*/ 78224 w 91360"/>
                  <a:gd name="csY3" fmla="*/ 13524 h 91359"/>
                  <a:gd name="csX4" fmla="*/ 45923 w 91360"/>
                  <a:gd name="csY4" fmla="*/ 145 h 91359"/>
                  <a:gd name="csX5" fmla="*/ 13622 w 91360"/>
                  <a:gd name="csY5" fmla="*/ 13524 h 91359"/>
                  <a:gd name="csX6" fmla="*/ 242 w 91360"/>
                  <a:gd name="csY6" fmla="*/ 45824 h 91359"/>
                  <a:gd name="csX7" fmla="*/ 13622 w 91360"/>
                  <a:gd name="csY7" fmla="*/ 78125 h 91359"/>
                  <a:gd name="csX8" fmla="*/ 45923 w 91360"/>
                  <a:gd name="csY8" fmla="*/ 9150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3" y="91504"/>
                    </a:moveTo>
                    <a:cubicBezTo>
                      <a:pt x="58037" y="91504"/>
                      <a:pt x="69657" y="86691"/>
                      <a:pt x="78224" y="78125"/>
                    </a:cubicBezTo>
                    <a:cubicBezTo>
                      <a:pt x="86790" y="69558"/>
                      <a:pt x="91603" y="57939"/>
                      <a:pt x="91603" y="45824"/>
                    </a:cubicBezTo>
                    <a:cubicBezTo>
                      <a:pt x="91603" y="33710"/>
                      <a:pt x="86790" y="22090"/>
                      <a:pt x="78224" y="13524"/>
                    </a:cubicBezTo>
                    <a:cubicBezTo>
                      <a:pt x="69657" y="4958"/>
                      <a:pt x="58037" y="145"/>
                      <a:pt x="45923" y="145"/>
                    </a:cubicBezTo>
                    <a:cubicBezTo>
                      <a:pt x="33808" y="145"/>
                      <a:pt x="22188" y="4958"/>
                      <a:pt x="13622" y="13524"/>
                    </a:cubicBezTo>
                    <a:cubicBezTo>
                      <a:pt x="5056" y="22090"/>
                      <a:pt x="242" y="33710"/>
                      <a:pt x="242" y="45824"/>
                    </a:cubicBezTo>
                    <a:cubicBezTo>
                      <a:pt x="242" y="57939"/>
                      <a:pt x="5056" y="69558"/>
                      <a:pt x="13622" y="78125"/>
                    </a:cubicBezTo>
                    <a:cubicBezTo>
                      <a:pt x="22188" y="86691"/>
                      <a:pt x="33808" y="91504"/>
                      <a:pt x="45923" y="9150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5" name="任意多边形: 形状 3144"/>
              <p:cNvSpPr/>
              <p:nvPr/>
            </p:nvSpPr>
            <p:spPr>
              <a:xfrm>
                <a:off x="20062020" y="23060889"/>
                <a:ext cx="180000" cy="180000"/>
              </a:xfrm>
              <a:custGeom>
                <a:avLst/>
                <a:gdLst>
                  <a:gd name="csX0" fmla="*/ 45929 w 91360"/>
                  <a:gd name="csY0" fmla="*/ 91518 h 91359"/>
                  <a:gd name="csX1" fmla="*/ 78230 w 91360"/>
                  <a:gd name="csY1" fmla="*/ 78138 h 91359"/>
                  <a:gd name="csX2" fmla="*/ 91609 w 91360"/>
                  <a:gd name="csY2" fmla="*/ 45838 h 91359"/>
                  <a:gd name="csX3" fmla="*/ 78230 w 91360"/>
                  <a:gd name="csY3" fmla="*/ 13538 h 91359"/>
                  <a:gd name="csX4" fmla="*/ 45929 w 91360"/>
                  <a:gd name="csY4" fmla="*/ 158 h 91359"/>
                  <a:gd name="csX5" fmla="*/ 13628 w 91360"/>
                  <a:gd name="csY5" fmla="*/ 13538 h 91359"/>
                  <a:gd name="csX6" fmla="*/ 249 w 91360"/>
                  <a:gd name="csY6" fmla="*/ 45838 h 91359"/>
                  <a:gd name="csX7" fmla="*/ 13628 w 91360"/>
                  <a:gd name="csY7" fmla="*/ 78138 h 91359"/>
                  <a:gd name="csX8" fmla="*/ 45929 w 91360"/>
                  <a:gd name="csY8" fmla="*/ 9151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29" y="91518"/>
                    </a:moveTo>
                    <a:cubicBezTo>
                      <a:pt x="58043" y="91518"/>
                      <a:pt x="69663" y="86705"/>
                      <a:pt x="78230" y="78138"/>
                    </a:cubicBezTo>
                    <a:cubicBezTo>
                      <a:pt x="86796" y="69572"/>
                      <a:pt x="91609" y="57952"/>
                      <a:pt x="91609" y="45838"/>
                    </a:cubicBezTo>
                    <a:cubicBezTo>
                      <a:pt x="91609" y="33724"/>
                      <a:pt x="86796" y="22104"/>
                      <a:pt x="78230" y="13538"/>
                    </a:cubicBezTo>
                    <a:cubicBezTo>
                      <a:pt x="69663" y="4971"/>
                      <a:pt x="58043" y="158"/>
                      <a:pt x="45929" y="158"/>
                    </a:cubicBezTo>
                    <a:cubicBezTo>
                      <a:pt x="33814" y="158"/>
                      <a:pt x="22194" y="4971"/>
                      <a:pt x="13628" y="13538"/>
                    </a:cubicBezTo>
                    <a:cubicBezTo>
                      <a:pt x="5062" y="22104"/>
                      <a:pt x="249" y="33724"/>
                      <a:pt x="249" y="45838"/>
                    </a:cubicBezTo>
                    <a:cubicBezTo>
                      <a:pt x="249" y="57952"/>
                      <a:pt x="5062" y="69572"/>
                      <a:pt x="13628" y="78138"/>
                    </a:cubicBezTo>
                    <a:cubicBezTo>
                      <a:pt x="22194" y="86705"/>
                      <a:pt x="33814" y="91518"/>
                      <a:pt x="45929" y="9151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6" name="任意多边形: 形状 3145"/>
              <p:cNvSpPr/>
              <p:nvPr/>
            </p:nvSpPr>
            <p:spPr>
              <a:xfrm>
                <a:off x="20021552" y="22528176"/>
                <a:ext cx="180000" cy="180000"/>
              </a:xfrm>
              <a:custGeom>
                <a:avLst/>
                <a:gdLst>
                  <a:gd name="csX0" fmla="*/ 45871 w 91360"/>
                  <a:gd name="csY0" fmla="*/ 91545 h 91359"/>
                  <a:gd name="csX1" fmla="*/ 78172 w 91360"/>
                  <a:gd name="csY1" fmla="*/ 78165 h 91359"/>
                  <a:gd name="csX2" fmla="*/ 91551 w 91360"/>
                  <a:gd name="csY2" fmla="*/ 45865 h 91359"/>
                  <a:gd name="csX3" fmla="*/ 78172 w 91360"/>
                  <a:gd name="csY3" fmla="*/ 13565 h 91359"/>
                  <a:gd name="csX4" fmla="*/ 45871 w 91360"/>
                  <a:gd name="csY4" fmla="*/ 185 h 91359"/>
                  <a:gd name="csX5" fmla="*/ 13570 w 91360"/>
                  <a:gd name="csY5" fmla="*/ 13565 h 91359"/>
                  <a:gd name="csX6" fmla="*/ 191 w 91360"/>
                  <a:gd name="csY6" fmla="*/ 45865 h 91359"/>
                  <a:gd name="csX7" fmla="*/ 13570 w 91360"/>
                  <a:gd name="csY7" fmla="*/ 78165 h 91359"/>
                  <a:gd name="csX8" fmla="*/ 45871 w 91360"/>
                  <a:gd name="csY8" fmla="*/ 9154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45"/>
                    </a:moveTo>
                    <a:cubicBezTo>
                      <a:pt x="57985" y="91545"/>
                      <a:pt x="69605" y="86732"/>
                      <a:pt x="78172" y="78165"/>
                    </a:cubicBezTo>
                    <a:cubicBezTo>
                      <a:pt x="86738" y="69599"/>
                      <a:pt x="91551" y="57979"/>
                      <a:pt x="91551" y="45865"/>
                    </a:cubicBezTo>
                    <a:cubicBezTo>
                      <a:pt x="91551" y="33751"/>
                      <a:pt x="86738" y="22131"/>
                      <a:pt x="78172" y="13565"/>
                    </a:cubicBezTo>
                    <a:cubicBezTo>
                      <a:pt x="69605" y="4998"/>
                      <a:pt x="57985" y="185"/>
                      <a:pt x="45871" y="185"/>
                    </a:cubicBezTo>
                    <a:cubicBezTo>
                      <a:pt x="33756" y="185"/>
                      <a:pt x="22136" y="4998"/>
                      <a:pt x="13570" y="13565"/>
                    </a:cubicBezTo>
                    <a:cubicBezTo>
                      <a:pt x="5004" y="22131"/>
                      <a:pt x="191" y="33751"/>
                      <a:pt x="191" y="45865"/>
                    </a:cubicBezTo>
                    <a:cubicBezTo>
                      <a:pt x="191" y="57979"/>
                      <a:pt x="5004" y="69599"/>
                      <a:pt x="13570" y="78165"/>
                    </a:cubicBezTo>
                    <a:cubicBezTo>
                      <a:pt x="22136" y="86732"/>
                      <a:pt x="33756" y="91545"/>
                      <a:pt x="45871" y="9154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7" name="任意多边形: 形状 3146"/>
              <p:cNvSpPr/>
              <p:nvPr/>
            </p:nvSpPr>
            <p:spPr>
              <a:xfrm>
                <a:off x="17660785" y="21623851"/>
                <a:ext cx="180000" cy="180000"/>
              </a:xfrm>
              <a:custGeom>
                <a:avLst/>
                <a:gdLst>
                  <a:gd name="csX0" fmla="*/ 45855 w 91360"/>
                  <a:gd name="csY0" fmla="*/ 91473 h 91359"/>
                  <a:gd name="csX1" fmla="*/ 78155 w 91360"/>
                  <a:gd name="csY1" fmla="*/ 78094 h 91359"/>
                  <a:gd name="csX2" fmla="*/ 91535 w 91360"/>
                  <a:gd name="csY2" fmla="*/ 45794 h 91359"/>
                  <a:gd name="csX3" fmla="*/ 78155 w 91360"/>
                  <a:gd name="csY3" fmla="*/ 13493 h 91359"/>
                  <a:gd name="csX4" fmla="*/ 45855 w 91360"/>
                  <a:gd name="csY4" fmla="*/ 114 h 91359"/>
                  <a:gd name="csX5" fmla="*/ 13554 w 91360"/>
                  <a:gd name="csY5" fmla="*/ 13493 h 91359"/>
                  <a:gd name="csX6" fmla="*/ 174 w 91360"/>
                  <a:gd name="csY6" fmla="*/ 45794 h 91359"/>
                  <a:gd name="csX7" fmla="*/ 13554 w 91360"/>
                  <a:gd name="csY7" fmla="*/ 78094 h 91359"/>
                  <a:gd name="csX8" fmla="*/ 45855 w 91360"/>
                  <a:gd name="csY8" fmla="*/ 9147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5" y="91473"/>
                    </a:moveTo>
                    <a:cubicBezTo>
                      <a:pt x="57969" y="91473"/>
                      <a:pt x="69589" y="86660"/>
                      <a:pt x="78155" y="78094"/>
                    </a:cubicBezTo>
                    <a:cubicBezTo>
                      <a:pt x="86722" y="69528"/>
                      <a:pt x="91535" y="57908"/>
                      <a:pt x="91535" y="45794"/>
                    </a:cubicBezTo>
                    <a:cubicBezTo>
                      <a:pt x="91535" y="33679"/>
                      <a:pt x="86722" y="22059"/>
                      <a:pt x="78155" y="13493"/>
                    </a:cubicBezTo>
                    <a:cubicBezTo>
                      <a:pt x="69589" y="4927"/>
                      <a:pt x="57969" y="114"/>
                      <a:pt x="45855" y="114"/>
                    </a:cubicBezTo>
                    <a:cubicBezTo>
                      <a:pt x="33740" y="114"/>
                      <a:pt x="22120" y="4927"/>
                      <a:pt x="13554" y="13493"/>
                    </a:cubicBezTo>
                    <a:cubicBezTo>
                      <a:pt x="4987" y="22059"/>
                      <a:pt x="174" y="33679"/>
                      <a:pt x="174" y="45794"/>
                    </a:cubicBezTo>
                    <a:cubicBezTo>
                      <a:pt x="174" y="57908"/>
                      <a:pt x="4987" y="69528"/>
                      <a:pt x="13554" y="78094"/>
                    </a:cubicBezTo>
                    <a:cubicBezTo>
                      <a:pt x="22120" y="86660"/>
                      <a:pt x="33740" y="91473"/>
                      <a:pt x="45855" y="9147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8" name="任意多边形: 形状 3147"/>
              <p:cNvSpPr/>
              <p:nvPr/>
            </p:nvSpPr>
            <p:spPr>
              <a:xfrm>
                <a:off x="17160736" y="24481496"/>
                <a:ext cx="180000" cy="180000"/>
              </a:xfrm>
              <a:custGeom>
                <a:avLst/>
                <a:gdLst>
                  <a:gd name="csX0" fmla="*/ 45877 w 91360"/>
                  <a:gd name="csY0" fmla="*/ 91510 h 91359"/>
                  <a:gd name="csX1" fmla="*/ 78178 w 91360"/>
                  <a:gd name="csY1" fmla="*/ 78131 h 91359"/>
                  <a:gd name="csX2" fmla="*/ 91557 w 91360"/>
                  <a:gd name="csY2" fmla="*/ 45831 h 91359"/>
                  <a:gd name="csX3" fmla="*/ 78178 w 91360"/>
                  <a:gd name="csY3" fmla="*/ 13530 h 91359"/>
                  <a:gd name="csX4" fmla="*/ 45877 w 91360"/>
                  <a:gd name="csY4" fmla="*/ 151 h 91359"/>
                  <a:gd name="csX5" fmla="*/ 13576 w 91360"/>
                  <a:gd name="csY5" fmla="*/ 13530 h 91359"/>
                  <a:gd name="csX6" fmla="*/ 196 w 91360"/>
                  <a:gd name="csY6" fmla="*/ 45831 h 91359"/>
                  <a:gd name="csX7" fmla="*/ 13576 w 91360"/>
                  <a:gd name="csY7" fmla="*/ 78131 h 91359"/>
                  <a:gd name="csX8" fmla="*/ 45877 w 91360"/>
                  <a:gd name="csY8" fmla="*/ 9151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510"/>
                    </a:moveTo>
                    <a:cubicBezTo>
                      <a:pt x="57991" y="91510"/>
                      <a:pt x="69611" y="86697"/>
                      <a:pt x="78178" y="78131"/>
                    </a:cubicBezTo>
                    <a:cubicBezTo>
                      <a:pt x="86744" y="69565"/>
                      <a:pt x="91557" y="57945"/>
                      <a:pt x="91557" y="45831"/>
                    </a:cubicBezTo>
                    <a:cubicBezTo>
                      <a:pt x="91557" y="33716"/>
                      <a:pt x="86744" y="22096"/>
                      <a:pt x="78178" y="13530"/>
                    </a:cubicBezTo>
                    <a:cubicBezTo>
                      <a:pt x="69611" y="4964"/>
                      <a:pt x="57991" y="151"/>
                      <a:pt x="45877" y="151"/>
                    </a:cubicBezTo>
                    <a:cubicBezTo>
                      <a:pt x="33762" y="151"/>
                      <a:pt x="22142" y="4964"/>
                      <a:pt x="13576" y="13530"/>
                    </a:cubicBezTo>
                    <a:cubicBezTo>
                      <a:pt x="5010" y="22096"/>
                      <a:pt x="196" y="33716"/>
                      <a:pt x="196" y="45831"/>
                    </a:cubicBezTo>
                    <a:cubicBezTo>
                      <a:pt x="196" y="57945"/>
                      <a:pt x="5010" y="69565"/>
                      <a:pt x="13576" y="78131"/>
                    </a:cubicBezTo>
                    <a:cubicBezTo>
                      <a:pt x="22142" y="86697"/>
                      <a:pt x="33762" y="91510"/>
                      <a:pt x="45877" y="9151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49" name="任意多边形: 形状 3148"/>
              <p:cNvSpPr/>
              <p:nvPr/>
            </p:nvSpPr>
            <p:spPr>
              <a:xfrm>
                <a:off x="17632721" y="21127521"/>
                <a:ext cx="180000" cy="180000"/>
              </a:xfrm>
              <a:custGeom>
                <a:avLst/>
                <a:gdLst>
                  <a:gd name="csX0" fmla="*/ 45851 w 91360"/>
                  <a:gd name="csY0" fmla="*/ 91499 h 91359"/>
                  <a:gd name="csX1" fmla="*/ 78152 w 91360"/>
                  <a:gd name="csY1" fmla="*/ 78119 h 91359"/>
                  <a:gd name="csX2" fmla="*/ 91531 w 91360"/>
                  <a:gd name="csY2" fmla="*/ 45819 h 91359"/>
                  <a:gd name="csX3" fmla="*/ 78152 w 91360"/>
                  <a:gd name="csY3" fmla="*/ 13519 h 91359"/>
                  <a:gd name="csX4" fmla="*/ 45851 w 91360"/>
                  <a:gd name="csY4" fmla="*/ 139 h 91359"/>
                  <a:gd name="csX5" fmla="*/ 13550 w 91360"/>
                  <a:gd name="csY5" fmla="*/ 13519 h 91359"/>
                  <a:gd name="csX6" fmla="*/ 171 w 91360"/>
                  <a:gd name="csY6" fmla="*/ 45819 h 91359"/>
                  <a:gd name="csX7" fmla="*/ 13550 w 91360"/>
                  <a:gd name="csY7" fmla="*/ 78119 h 91359"/>
                  <a:gd name="csX8" fmla="*/ 45851 w 91360"/>
                  <a:gd name="csY8" fmla="*/ 9149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1" y="91499"/>
                    </a:moveTo>
                    <a:cubicBezTo>
                      <a:pt x="57965" y="91499"/>
                      <a:pt x="69585" y="86686"/>
                      <a:pt x="78152" y="78119"/>
                    </a:cubicBezTo>
                    <a:cubicBezTo>
                      <a:pt x="86718" y="69553"/>
                      <a:pt x="91531" y="57933"/>
                      <a:pt x="91531" y="45819"/>
                    </a:cubicBezTo>
                    <a:cubicBezTo>
                      <a:pt x="91531" y="33705"/>
                      <a:pt x="86718" y="22085"/>
                      <a:pt x="78152" y="13519"/>
                    </a:cubicBezTo>
                    <a:cubicBezTo>
                      <a:pt x="69585" y="4953"/>
                      <a:pt x="57965" y="139"/>
                      <a:pt x="45851" y="139"/>
                    </a:cubicBezTo>
                    <a:cubicBezTo>
                      <a:pt x="33736" y="139"/>
                      <a:pt x="22116" y="4953"/>
                      <a:pt x="13550" y="13519"/>
                    </a:cubicBezTo>
                    <a:cubicBezTo>
                      <a:pt x="4984" y="22085"/>
                      <a:pt x="171" y="33705"/>
                      <a:pt x="171" y="45819"/>
                    </a:cubicBezTo>
                    <a:cubicBezTo>
                      <a:pt x="171" y="57933"/>
                      <a:pt x="4984" y="69553"/>
                      <a:pt x="13550" y="78119"/>
                    </a:cubicBezTo>
                    <a:cubicBezTo>
                      <a:pt x="22116" y="86686"/>
                      <a:pt x="33736" y="91499"/>
                      <a:pt x="45851" y="9149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0" name="任意多边形: 形状 3149"/>
              <p:cNvSpPr/>
              <p:nvPr/>
            </p:nvSpPr>
            <p:spPr>
              <a:xfrm>
                <a:off x="19881534" y="24184932"/>
                <a:ext cx="180000" cy="180000"/>
              </a:xfrm>
              <a:custGeom>
                <a:avLst/>
                <a:gdLst>
                  <a:gd name="csX0" fmla="*/ 45857 w 91360"/>
                  <a:gd name="csY0" fmla="*/ 91524 h 91359"/>
                  <a:gd name="csX1" fmla="*/ 78157 w 91360"/>
                  <a:gd name="csY1" fmla="*/ 78145 h 91359"/>
                  <a:gd name="csX2" fmla="*/ 91537 w 91360"/>
                  <a:gd name="csY2" fmla="*/ 45844 h 91359"/>
                  <a:gd name="csX3" fmla="*/ 78157 w 91360"/>
                  <a:gd name="csY3" fmla="*/ 13544 h 91359"/>
                  <a:gd name="csX4" fmla="*/ 45857 w 91360"/>
                  <a:gd name="csY4" fmla="*/ 164 h 91359"/>
                  <a:gd name="csX5" fmla="*/ 13556 w 91360"/>
                  <a:gd name="csY5" fmla="*/ 13544 h 91359"/>
                  <a:gd name="csX6" fmla="*/ 176 w 91360"/>
                  <a:gd name="csY6" fmla="*/ 45844 h 91359"/>
                  <a:gd name="csX7" fmla="*/ 13556 w 91360"/>
                  <a:gd name="csY7" fmla="*/ 78145 h 91359"/>
                  <a:gd name="csX8" fmla="*/ 45857 w 91360"/>
                  <a:gd name="csY8" fmla="*/ 9152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7" y="91524"/>
                    </a:moveTo>
                    <a:cubicBezTo>
                      <a:pt x="57971" y="91524"/>
                      <a:pt x="69591" y="86711"/>
                      <a:pt x="78157" y="78145"/>
                    </a:cubicBezTo>
                    <a:cubicBezTo>
                      <a:pt x="86724" y="69578"/>
                      <a:pt x="91537" y="57959"/>
                      <a:pt x="91537" y="45844"/>
                    </a:cubicBezTo>
                    <a:cubicBezTo>
                      <a:pt x="91537" y="33730"/>
                      <a:pt x="86724" y="22110"/>
                      <a:pt x="78157" y="13544"/>
                    </a:cubicBezTo>
                    <a:cubicBezTo>
                      <a:pt x="69591" y="4978"/>
                      <a:pt x="57971" y="164"/>
                      <a:pt x="45857" y="164"/>
                    </a:cubicBezTo>
                    <a:cubicBezTo>
                      <a:pt x="33742" y="164"/>
                      <a:pt x="22122" y="4978"/>
                      <a:pt x="13556" y="13544"/>
                    </a:cubicBezTo>
                    <a:cubicBezTo>
                      <a:pt x="4989" y="22110"/>
                      <a:pt x="176" y="33730"/>
                      <a:pt x="176" y="45844"/>
                    </a:cubicBezTo>
                    <a:cubicBezTo>
                      <a:pt x="176" y="57959"/>
                      <a:pt x="4989" y="69578"/>
                      <a:pt x="13556" y="78145"/>
                    </a:cubicBezTo>
                    <a:cubicBezTo>
                      <a:pt x="22122" y="86711"/>
                      <a:pt x="33742" y="91524"/>
                      <a:pt x="45857" y="9152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1" name="任意多边形: 形状 3150"/>
              <p:cNvSpPr/>
              <p:nvPr/>
            </p:nvSpPr>
            <p:spPr>
              <a:xfrm>
                <a:off x="17096210" y="21400653"/>
                <a:ext cx="180000" cy="180000"/>
              </a:xfrm>
              <a:custGeom>
                <a:avLst/>
                <a:gdLst>
                  <a:gd name="csX0" fmla="*/ 45911 w 91360"/>
                  <a:gd name="csY0" fmla="*/ 91493 h 91359"/>
                  <a:gd name="csX1" fmla="*/ 78212 w 91360"/>
                  <a:gd name="csY1" fmla="*/ 78114 h 91359"/>
                  <a:gd name="csX2" fmla="*/ 91592 w 91360"/>
                  <a:gd name="csY2" fmla="*/ 45813 h 91359"/>
                  <a:gd name="csX3" fmla="*/ 78212 w 91360"/>
                  <a:gd name="csY3" fmla="*/ 13513 h 91359"/>
                  <a:gd name="csX4" fmla="*/ 45911 w 91360"/>
                  <a:gd name="csY4" fmla="*/ 133 h 91359"/>
                  <a:gd name="csX5" fmla="*/ 13611 w 91360"/>
                  <a:gd name="csY5" fmla="*/ 13513 h 91359"/>
                  <a:gd name="csX6" fmla="*/ 231 w 91360"/>
                  <a:gd name="csY6" fmla="*/ 45813 h 91359"/>
                  <a:gd name="csX7" fmla="*/ 13611 w 91360"/>
                  <a:gd name="csY7" fmla="*/ 78114 h 91359"/>
                  <a:gd name="csX8" fmla="*/ 45911 w 91360"/>
                  <a:gd name="csY8" fmla="*/ 9149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11" y="91493"/>
                    </a:moveTo>
                    <a:cubicBezTo>
                      <a:pt x="58026" y="91493"/>
                      <a:pt x="69646" y="86680"/>
                      <a:pt x="78212" y="78114"/>
                    </a:cubicBezTo>
                    <a:cubicBezTo>
                      <a:pt x="86778" y="69547"/>
                      <a:pt x="91592" y="57928"/>
                      <a:pt x="91592" y="45813"/>
                    </a:cubicBezTo>
                    <a:cubicBezTo>
                      <a:pt x="91592" y="33699"/>
                      <a:pt x="86778" y="22079"/>
                      <a:pt x="78212" y="13513"/>
                    </a:cubicBezTo>
                    <a:cubicBezTo>
                      <a:pt x="69646" y="4947"/>
                      <a:pt x="58026" y="133"/>
                      <a:pt x="45911" y="133"/>
                    </a:cubicBezTo>
                    <a:cubicBezTo>
                      <a:pt x="33797" y="133"/>
                      <a:pt x="22177" y="4947"/>
                      <a:pt x="13611" y="13513"/>
                    </a:cubicBezTo>
                    <a:cubicBezTo>
                      <a:pt x="5044" y="22079"/>
                      <a:pt x="231" y="33699"/>
                      <a:pt x="231" y="45813"/>
                    </a:cubicBezTo>
                    <a:cubicBezTo>
                      <a:pt x="231" y="57928"/>
                      <a:pt x="5044" y="69547"/>
                      <a:pt x="13611" y="78114"/>
                    </a:cubicBezTo>
                    <a:cubicBezTo>
                      <a:pt x="22177" y="86680"/>
                      <a:pt x="33797" y="91493"/>
                      <a:pt x="45911" y="9149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2" name="任意多边形: 形状 3151"/>
              <p:cNvSpPr/>
              <p:nvPr/>
            </p:nvSpPr>
            <p:spPr>
              <a:xfrm>
                <a:off x="16953023" y="23289201"/>
                <a:ext cx="180000" cy="180000"/>
              </a:xfrm>
              <a:custGeom>
                <a:avLst/>
                <a:gdLst>
                  <a:gd name="csX0" fmla="*/ 45833 w 91360"/>
                  <a:gd name="csY0" fmla="*/ 91525 h 91359"/>
                  <a:gd name="csX1" fmla="*/ 78133 w 91360"/>
                  <a:gd name="csY1" fmla="*/ 78145 h 91359"/>
                  <a:gd name="csX2" fmla="*/ 91513 w 91360"/>
                  <a:gd name="csY2" fmla="*/ 45845 h 91359"/>
                  <a:gd name="csX3" fmla="*/ 78133 w 91360"/>
                  <a:gd name="csY3" fmla="*/ 13545 h 91359"/>
                  <a:gd name="csX4" fmla="*/ 45833 w 91360"/>
                  <a:gd name="csY4" fmla="*/ 165 h 91359"/>
                  <a:gd name="csX5" fmla="*/ 13532 w 91360"/>
                  <a:gd name="csY5" fmla="*/ 13545 h 91359"/>
                  <a:gd name="csX6" fmla="*/ 152 w 91360"/>
                  <a:gd name="csY6" fmla="*/ 45845 h 91359"/>
                  <a:gd name="csX7" fmla="*/ 13532 w 91360"/>
                  <a:gd name="csY7" fmla="*/ 78145 h 91359"/>
                  <a:gd name="csX8" fmla="*/ 45833 w 91360"/>
                  <a:gd name="csY8" fmla="*/ 9152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33" y="91525"/>
                    </a:moveTo>
                    <a:cubicBezTo>
                      <a:pt x="57947" y="91525"/>
                      <a:pt x="69567" y="86712"/>
                      <a:pt x="78133" y="78145"/>
                    </a:cubicBezTo>
                    <a:cubicBezTo>
                      <a:pt x="86700" y="69579"/>
                      <a:pt x="91513" y="57959"/>
                      <a:pt x="91513" y="45845"/>
                    </a:cubicBezTo>
                    <a:cubicBezTo>
                      <a:pt x="91513" y="33731"/>
                      <a:pt x="86700" y="22111"/>
                      <a:pt x="78133" y="13545"/>
                    </a:cubicBezTo>
                    <a:cubicBezTo>
                      <a:pt x="69567" y="4979"/>
                      <a:pt x="57947" y="165"/>
                      <a:pt x="45833" y="165"/>
                    </a:cubicBezTo>
                    <a:cubicBezTo>
                      <a:pt x="33718" y="165"/>
                      <a:pt x="22098" y="4979"/>
                      <a:pt x="13532" y="13545"/>
                    </a:cubicBezTo>
                    <a:cubicBezTo>
                      <a:pt x="4966" y="22111"/>
                      <a:pt x="152" y="33731"/>
                      <a:pt x="152" y="45845"/>
                    </a:cubicBezTo>
                    <a:cubicBezTo>
                      <a:pt x="152" y="57959"/>
                      <a:pt x="4966" y="69579"/>
                      <a:pt x="13532" y="78145"/>
                    </a:cubicBezTo>
                    <a:cubicBezTo>
                      <a:pt x="22098" y="86712"/>
                      <a:pt x="33718" y="91525"/>
                      <a:pt x="45833" y="9152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3" name="任意多边形: 形状 3152"/>
              <p:cNvSpPr/>
              <p:nvPr/>
            </p:nvSpPr>
            <p:spPr>
              <a:xfrm>
                <a:off x="19560033" y="24081790"/>
                <a:ext cx="180000" cy="180000"/>
              </a:xfrm>
              <a:custGeom>
                <a:avLst/>
                <a:gdLst>
                  <a:gd name="csX0" fmla="*/ 45877 w 91360"/>
                  <a:gd name="csY0" fmla="*/ 91537 h 91359"/>
                  <a:gd name="csX1" fmla="*/ 78178 w 91360"/>
                  <a:gd name="csY1" fmla="*/ 78158 h 91359"/>
                  <a:gd name="csX2" fmla="*/ 91557 w 91360"/>
                  <a:gd name="csY2" fmla="*/ 45858 h 91359"/>
                  <a:gd name="csX3" fmla="*/ 78178 w 91360"/>
                  <a:gd name="csY3" fmla="*/ 13557 h 91359"/>
                  <a:gd name="csX4" fmla="*/ 45877 w 91360"/>
                  <a:gd name="csY4" fmla="*/ 178 h 91359"/>
                  <a:gd name="csX5" fmla="*/ 13576 w 91360"/>
                  <a:gd name="csY5" fmla="*/ 13557 h 91359"/>
                  <a:gd name="csX6" fmla="*/ 196 w 91360"/>
                  <a:gd name="csY6" fmla="*/ 45858 h 91359"/>
                  <a:gd name="csX7" fmla="*/ 13576 w 91360"/>
                  <a:gd name="csY7" fmla="*/ 78158 h 91359"/>
                  <a:gd name="csX8" fmla="*/ 45877 w 91360"/>
                  <a:gd name="csY8" fmla="*/ 9153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7" y="91537"/>
                    </a:moveTo>
                    <a:cubicBezTo>
                      <a:pt x="57991" y="91537"/>
                      <a:pt x="69611" y="86724"/>
                      <a:pt x="78178" y="78158"/>
                    </a:cubicBezTo>
                    <a:cubicBezTo>
                      <a:pt x="86744" y="69592"/>
                      <a:pt x="91557" y="57972"/>
                      <a:pt x="91557" y="45858"/>
                    </a:cubicBezTo>
                    <a:cubicBezTo>
                      <a:pt x="91557" y="33743"/>
                      <a:pt x="86744" y="22124"/>
                      <a:pt x="78178" y="13557"/>
                    </a:cubicBezTo>
                    <a:cubicBezTo>
                      <a:pt x="69611" y="4991"/>
                      <a:pt x="57991" y="178"/>
                      <a:pt x="45877" y="178"/>
                    </a:cubicBezTo>
                    <a:cubicBezTo>
                      <a:pt x="33762" y="178"/>
                      <a:pt x="22142" y="4991"/>
                      <a:pt x="13576" y="13557"/>
                    </a:cubicBezTo>
                    <a:cubicBezTo>
                      <a:pt x="5010" y="22124"/>
                      <a:pt x="196" y="33743"/>
                      <a:pt x="196" y="45858"/>
                    </a:cubicBezTo>
                    <a:cubicBezTo>
                      <a:pt x="196" y="57972"/>
                      <a:pt x="5010" y="69592"/>
                      <a:pt x="13576" y="78158"/>
                    </a:cubicBezTo>
                    <a:cubicBezTo>
                      <a:pt x="22142" y="86724"/>
                      <a:pt x="33762" y="91537"/>
                      <a:pt x="45877" y="9153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4" name="任意多边形: 形状 3153"/>
              <p:cNvSpPr/>
              <p:nvPr/>
            </p:nvSpPr>
            <p:spPr>
              <a:xfrm>
                <a:off x="17024650" y="24362828"/>
                <a:ext cx="180000" cy="180000"/>
              </a:xfrm>
              <a:custGeom>
                <a:avLst/>
                <a:gdLst>
                  <a:gd name="csX0" fmla="*/ 45878 w 91360"/>
                  <a:gd name="csY0" fmla="*/ 91534 h 91359"/>
                  <a:gd name="csX1" fmla="*/ 78179 w 91360"/>
                  <a:gd name="csY1" fmla="*/ 78155 h 91359"/>
                  <a:gd name="csX2" fmla="*/ 91559 w 91360"/>
                  <a:gd name="csY2" fmla="*/ 45854 h 91359"/>
                  <a:gd name="csX3" fmla="*/ 78179 w 91360"/>
                  <a:gd name="csY3" fmla="*/ 13554 h 91359"/>
                  <a:gd name="csX4" fmla="*/ 45878 w 91360"/>
                  <a:gd name="csY4" fmla="*/ 175 h 91359"/>
                  <a:gd name="csX5" fmla="*/ 13577 w 91360"/>
                  <a:gd name="csY5" fmla="*/ 13554 h 91359"/>
                  <a:gd name="csX6" fmla="*/ 198 w 91360"/>
                  <a:gd name="csY6" fmla="*/ 45854 h 91359"/>
                  <a:gd name="csX7" fmla="*/ 13577 w 91360"/>
                  <a:gd name="csY7" fmla="*/ 78155 h 91359"/>
                  <a:gd name="csX8" fmla="*/ 45878 w 91360"/>
                  <a:gd name="csY8" fmla="*/ 9153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8" y="91534"/>
                    </a:moveTo>
                    <a:cubicBezTo>
                      <a:pt x="57993" y="91534"/>
                      <a:pt x="69613" y="86721"/>
                      <a:pt x="78179" y="78155"/>
                    </a:cubicBezTo>
                    <a:cubicBezTo>
                      <a:pt x="86745" y="69589"/>
                      <a:pt x="91559" y="57969"/>
                      <a:pt x="91559" y="45854"/>
                    </a:cubicBezTo>
                    <a:cubicBezTo>
                      <a:pt x="91559" y="33740"/>
                      <a:pt x="86745" y="22120"/>
                      <a:pt x="78179" y="13554"/>
                    </a:cubicBezTo>
                    <a:cubicBezTo>
                      <a:pt x="69613" y="4988"/>
                      <a:pt x="57993" y="175"/>
                      <a:pt x="45878" y="175"/>
                    </a:cubicBezTo>
                    <a:cubicBezTo>
                      <a:pt x="33764" y="175"/>
                      <a:pt x="22144" y="4988"/>
                      <a:pt x="13577" y="13554"/>
                    </a:cubicBezTo>
                    <a:cubicBezTo>
                      <a:pt x="5011" y="22120"/>
                      <a:pt x="198" y="33740"/>
                      <a:pt x="198" y="45854"/>
                    </a:cubicBezTo>
                    <a:cubicBezTo>
                      <a:pt x="198" y="57969"/>
                      <a:pt x="5011" y="69589"/>
                      <a:pt x="13577" y="78155"/>
                    </a:cubicBezTo>
                    <a:cubicBezTo>
                      <a:pt x="22144" y="86721"/>
                      <a:pt x="33764" y="91534"/>
                      <a:pt x="45878" y="9153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5" name="任意多边形: 形状 3154"/>
              <p:cNvSpPr/>
              <p:nvPr/>
            </p:nvSpPr>
            <p:spPr>
              <a:xfrm>
                <a:off x="17540798" y="24740068"/>
                <a:ext cx="180000" cy="180000"/>
              </a:xfrm>
              <a:custGeom>
                <a:avLst/>
                <a:gdLst>
                  <a:gd name="csX0" fmla="*/ 45872 w 91360"/>
                  <a:gd name="csY0" fmla="*/ 91550 h 91359"/>
                  <a:gd name="csX1" fmla="*/ 78173 w 91360"/>
                  <a:gd name="csY1" fmla="*/ 78171 h 91359"/>
                  <a:gd name="csX2" fmla="*/ 91552 w 91360"/>
                  <a:gd name="csY2" fmla="*/ 45871 h 91359"/>
                  <a:gd name="csX3" fmla="*/ 78173 w 91360"/>
                  <a:gd name="csY3" fmla="*/ 13570 h 91359"/>
                  <a:gd name="csX4" fmla="*/ 45872 w 91360"/>
                  <a:gd name="csY4" fmla="*/ 191 h 91359"/>
                  <a:gd name="csX5" fmla="*/ 13571 w 91360"/>
                  <a:gd name="csY5" fmla="*/ 13570 h 91359"/>
                  <a:gd name="csX6" fmla="*/ 192 w 91360"/>
                  <a:gd name="csY6" fmla="*/ 45871 h 91359"/>
                  <a:gd name="csX7" fmla="*/ 13571 w 91360"/>
                  <a:gd name="csY7" fmla="*/ 78171 h 91359"/>
                  <a:gd name="csX8" fmla="*/ 45872 w 91360"/>
                  <a:gd name="csY8" fmla="*/ 9155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2" y="91550"/>
                    </a:moveTo>
                    <a:cubicBezTo>
                      <a:pt x="57987" y="91550"/>
                      <a:pt x="69607" y="86737"/>
                      <a:pt x="78173" y="78171"/>
                    </a:cubicBezTo>
                    <a:cubicBezTo>
                      <a:pt x="86739" y="69605"/>
                      <a:pt x="91552" y="57985"/>
                      <a:pt x="91552" y="45871"/>
                    </a:cubicBezTo>
                    <a:cubicBezTo>
                      <a:pt x="91552" y="33756"/>
                      <a:pt x="86739" y="22136"/>
                      <a:pt x="78173" y="13570"/>
                    </a:cubicBezTo>
                    <a:cubicBezTo>
                      <a:pt x="69607" y="5004"/>
                      <a:pt x="57987" y="191"/>
                      <a:pt x="45872" y="191"/>
                    </a:cubicBezTo>
                    <a:cubicBezTo>
                      <a:pt x="33757" y="191"/>
                      <a:pt x="22137" y="5004"/>
                      <a:pt x="13571" y="13570"/>
                    </a:cubicBezTo>
                    <a:cubicBezTo>
                      <a:pt x="5005" y="22136"/>
                      <a:pt x="192" y="33756"/>
                      <a:pt x="192" y="45871"/>
                    </a:cubicBezTo>
                    <a:cubicBezTo>
                      <a:pt x="192" y="57985"/>
                      <a:pt x="5005" y="69605"/>
                      <a:pt x="13571" y="78171"/>
                    </a:cubicBezTo>
                    <a:cubicBezTo>
                      <a:pt x="22137" y="86737"/>
                      <a:pt x="33757" y="91550"/>
                      <a:pt x="45872" y="9155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6" name="任意多边形: 形状 3155"/>
              <p:cNvSpPr/>
              <p:nvPr/>
            </p:nvSpPr>
            <p:spPr>
              <a:xfrm>
                <a:off x="17903370" y="24780021"/>
                <a:ext cx="180000" cy="180000"/>
              </a:xfrm>
              <a:custGeom>
                <a:avLst/>
                <a:gdLst>
                  <a:gd name="csX0" fmla="*/ 45863 w 91360"/>
                  <a:gd name="csY0" fmla="*/ 91544 h 91359"/>
                  <a:gd name="csX1" fmla="*/ 78164 w 91360"/>
                  <a:gd name="csY1" fmla="*/ 78165 h 91359"/>
                  <a:gd name="csX2" fmla="*/ 91543 w 91360"/>
                  <a:gd name="csY2" fmla="*/ 45865 h 91359"/>
                  <a:gd name="csX3" fmla="*/ 78164 w 91360"/>
                  <a:gd name="csY3" fmla="*/ 13564 h 91359"/>
                  <a:gd name="csX4" fmla="*/ 45863 w 91360"/>
                  <a:gd name="csY4" fmla="*/ 185 h 91359"/>
                  <a:gd name="csX5" fmla="*/ 13562 w 91360"/>
                  <a:gd name="csY5" fmla="*/ 13564 h 91359"/>
                  <a:gd name="csX6" fmla="*/ 183 w 91360"/>
                  <a:gd name="csY6" fmla="*/ 45865 h 91359"/>
                  <a:gd name="csX7" fmla="*/ 13562 w 91360"/>
                  <a:gd name="csY7" fmla="*/ 78165 h 91359"/>
                  <a:gd name="csX8" fmla="*/ 45863 w 91360"/>
                  <a:gd name="csY8" fmla="*/ 9154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3" y="91544"/>
                    </a:moveTo>
                    <a:cubicBezTo>
                      <a:pt x="57977" y="91544"/>
                      <a:pt x="69597" y="86731"/>
                      <a:pt x="78164" y="78165"/>
                    </a:cubicBezTo>
                    <a:cubicBezTo>
                      <a:pt x="86730" y="69599"/>
                      <a:pt x="91543" y="57979"/>
                      <a:pt x="91543" y="45865"/>
                    </a:cubicBezTo>
                    <a:cubicBezTo>
                      <a:pt x="91543" y="33750"/>
                      <a:pt x="86730" y="22130"/>
                      <a:pt x="78164" y="13564"/>
                    </a:cubicBezTo>
                    <a:cubicBezTo>
                      <a:pt x="69597" y="4998"/>
                      <a:pt x="57977" y="185"/>
                      <a:pt x="45863" y="185"/>
                    </a:cubicBezTo>
                    <a:cubicBezTo>
                      <a:pt x="33748" y="185"/>
                      <a:pt x="22128" y="4998"/>
                      <a:pt x="13562" y="13564"/>
                    </a:cubicBezTo>
                    <a:cubicBezTo>
                      <a:pt x="4996" y="22130"/>
                      <a:pt x="183" y="33750"/>
                      <a:pt x="183" y="45865"/>
                    </a:cubicBezTo>
                    <a:cubicBezTo>
                      <a:pt x="183" y="57979"/>
                      <a:pt x="4996" y="69599"/>
                      <a:pt x="13562" y="78165"/>
                    </a:cubicBezTo>
                    <a:cubicBezTo>
                      <a:pt x="22128" y="86731"/>
                      <a:pt x="33748" y="91544"/>
                      <a:pt x="45863" y="9154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7" name="任意多边形: 形状 3156"/>
              <p:cNvSpPr/>
              <p:nvPr/>
            </p:nvSpPr>
            <p:spPr>
              <a:xfrm>
                <a:off x="18556177" y="21506055"/>
                <a:ext cx="180000" cy="180000"/>
              </a:xfrm>
              <a:custGeom>
                <a:avLst/>
                <a:gdLst>
                  <a:gd name="csX0" fmla="*/ 45882 w 91360"/>
                  <a:gd name="csY0" fmla="*/ 91470 h 91359"/>
                  <a:gd name="csX1" fmla="*/ 78183 w 91360"/>
                  <a:gd name="csY1" fmla="*/ 78090 h 91359"/>
                  <a:gd name="csX2" fmla="*/ 91563 w 91360"/>
                  <a:gd name="csY2" fmla="*/ 45790 h 91359"/>
                  <a:gd name="csX3" fmla="*/ 78183 w 91360"/>
                  <a:gd name="csY3" fmla="*/ 13489 h 91359"/>
                  <a:gd name="csX4" fmla="*/ 45882 w 91360"/>
                  <a:gd name="csY4" fmla="*/ 110 h 91359"/>
                  <a:gd name="csX5" fmla="*/ 13581 w 91360"/>
                  <a:gd name="csY5" fmla="*/ 13489 h 91359"/>
                  <a:gd name="csX6" fmla="*/ 202 w 91360"/>
                  <a:gd name="csY6" fmla="*/ 45790 h 91359"/>
                  <a:gd name="csX7" fmla="*/ 13581 w 91360"/>
                  <a:gd name="csY7" fmla="*/ 78090 h 91359"/>
                  <a:gd name="csX8" fmla="*/ 45882 w 91360"/>
                  <a:gd name="csY8" fmla="*/ 91470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2" y="91470"/>
                    </a:moveTo>
                    <a:cubicBezTo>
                      <a:pt x="57997" y="91470"/>
                      <a:pt x="69617" y="86656"/>
                      <a:pt x="78183" y="78090"/>
                    </a:cubicBezTo>
                    <a:cubicBezTo>
                      <a:pt x="86749" y="69524"/>
                      <a:pt x="91563" y="57904"/>
                      <a:pt x="91563" y="45790"/>
                    </a:cubicBezTo>
                    <a:cubicBezTo>
                      <a:pt x="91563" y="33675"/>
                      <a:pt x="86749" y="22056"/>
                      <a:pt x="78183" y="13489"/>
                    </a:cubicBezTo>
                    <a:cubicBezTo>
                      <a:pt x="69617" y="4923"/>
                      <a:pt x="57997" y="110"/>
                      <a:pt x="45882" y="110"/>
                    </a:cubicBezTo>
                    <a:cubicBezTo>
                      <a:pt x="33768" y="110"/>
                      <a:pt x="22148" y="4923"/>
                      <a:pt x="13581" y="13489"/>
                    </a:cubicBezTo>
                    <a:cubicBezTo>
                      <a:pt x="5015" y="22056"/>
                      <a:pt x="202" y="33675"/>
                      <a:pt x="202" y="45790"/>
                    </a:cubicBezTo>
                    <a:cubicBezTo>
                      <a:pt x="202" y="57904"/>
                      <a:pt x="5015" y="69524"/>
                      <a:pt x="13581" y="78090"/>
                    </a:cubicBezTo>
                    <a:cubicBezTo>
                      <a:pt x="22148" y="86656"/>
                      <a:pt x="33768" y="91470"/>
                      <a:pt x="45882" y="91470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8" name="任意多边形: 形状 3157"/>
              <p:cNvSpPr/>
              <p:nvPr/>
            </p:nvSpPr>
            <p:spPr>
              <a:xfrm>
                <a:off x="18169070" y="21259083"/>
                <a:ext cx="180000" cy="180000"/>
              </a:xfrm>
              <a:custGeom>
                <a:avLst/>
                <a:gdLst>
                  <a:gd name="csX0" fmla="*/ 45870 w 91360"/>
                  <a:gd name="csY0" fmla="*/ 91529 h 91359"/>
                  <a:gd name="csX1" fmla="*/ 78171 w 91360"/>
                  <a:gd name="csY1" fmla="*/ 78150 h 91359"/>
                  <a:gd name="csX2" fmla="*/ 91551 w 91360"/>
                  <a:gd name="csY2" fmla="*/ 45850 h 91359"/>
                  <a:gd name="csX3" fmla="*/ 78171 w 91360"/>
                  <a:gd name="csY3" fmla="*/ 13549 h 91359"/>
                  <a:gd name="csX4" fmla="*/ 45870 w 91360"/>
                  <a:gd name="csY4" fmla="*/ 170 h 91359"/>
                  <a:gd name="csX5" fmla="*/ 13569 w 91360"/>
                  <a:gd name="csY5" fmla="*/ 13549 h 91359"/>
                  <a:gd name="csX6" fmla="*/ 190 w 91360"/>
                  <a:gd name="csY6" fmla="*/ 45850 h 91359"/>
                  <a:gd name="csX7" fmla="*/ 13569 w 91360"/>
                  <a:gd name="csY7" fmla="*/ 78150 h 91359"/>
                  <a:gd name="csX8" fmla="*/ 45870 w 91360"/>
                  <a:gd name="csY8" fmla="*/ 9152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0" y="91529"/>
                    </a:moveTo>
                    <a:cubicBezTo>
                      <a:pt x="57985" y="91529"/>
                      <a:pt x="69605" y="86716"/>
                      <a:pt x="78171" y="78150"/>
                    </a:cubicBezTo>
                    <a:cubicBezTo>
                      <a:pt x="86737" y="69584"/>
                      <a:pt x="91551" y="57964"/>
                      <a:pt x="91551" y="45850"/>
                    </a:cubicBezTo>
                    <a:cubicBezTo>
                      <a:pt x="91551" y="33735"/>
                      <a:pt x="86737" y="22116"/>
                      <a:pt x="78171" y="13549"/>
                    </a:cubicBezTo>
                    <a:cubicBezTo>
                      <a:pt x="69605" y="4983"/>
                      <a:pt x="57985" y="170"/>
                      <a:pt x="45870" y="170"/>
                    </a:cubicBezTo>
                    <a:cubicBezTo>
                      <a:pt x="33756" y="170"/>
                      <a:pt x="22136" y="4983"/>
                      <a:pt x="13569" y="13549"/>
                    </a:cubicBezTo>
                    <a:cubicBezTo>
                      <a:pt x="5003" y="22116"/>
                      <a:pt x="190" y="33735"/>
                      <a:pt x="190" y="45850"/>
                    </a:cubicBezTo>
                    <a:cubicBezTo>
                      <a:pt x="190" y="57964"/>
                      <a:pt x="5003" y="69584"/>
                      <a:pt x="13569" y="78150"/>
                    </a:cubicBezTo>
                    <a:cubicBezTo>
                      <a:pt x="22136" y="86716"/>
                      <a:pt x="33756" y="91529"/>
                      <a:pt x="45870" y="9152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59" name="任意多边形: 形状 3158"/>
              <p:cNvSpPr/>
              <p:nvPr/>
            </p:nvSpPr>
            <p:spPr>
              <a:xfrm>
                <a:off x="17970884" y="24350838"/>
                <a:ext cx="180000" cy="180000"/>
              </a:xfrm>
              <a:custGeom>
                <a:avLst/>
                <a:gdLst>
                  <a:gd name="csX0" fmla="*/ 45896 w 91360"/>
                  <a:gd name="csY0" fmla="*/ 91512 h 91359"/>
                  <a:gd name="csX1" fmla="*/ 78197 w 91360"/>
                  <a:gd name="csY1" fmla="*/ 78132 h 91359"/>
                  <a:gd name="csX2" fmla="*/ 91576 w 91360"/>
                  <a:gd name="csY2" fmla="*/ 45832 h 91359"/>
                  <a:gd name="csX3" fmla="*/ 78197 w 91360"/>
                  <a:gd name="csY3" fmla="*/ 13532 h 91359"/>
                  <a:gd name="csX4" fmla="*/ 45896 w 91360"/>
                  <a:gd name="csY4" fmla="*/ 152 h 91359"/>
                  <a:gd name="csX5" fmla="*/ 13595 w 91360"/>
                  <a:gd name="csY5" fmla="*/ 13532 h 91359"/>
                  <a:gd name="csX6" fmla="*/ 216 w 91360"/>
                  <a:gd name="csY6" fmla="*/ 45832 h 91359"/>
                  <a:gd name="csX7" fmla="*/ 13595 w 91360"/>
                  <a:gd name="csY7" fmla="*/ 78132 h 91359"/>
                  <a:gd name="csX8" fmla="*/ 45896 w 91360"/>
                  <a:gd name="csY8" fmla="*/ 9151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96" y="91512"/>
                    </a:moveTo>
                    <a:cubicBezTo>
                      <a:pt x="58010" y="91512"/>
                      <a:pt x="69630" y="86699"/>
                      <a:pt x="78197" y="78132"/>
                    </a:cubicBezTo>
                    <a:cubicBezTo>
                      <a:pt x="86763" y="69566"/>
                      <a:pt x="91576" y="57946"/>
                      <a:pt x="91576" y="45832"/>
                    </a:cubicBezTo>
                    <a:cubicBezTo>
                      <a:pt x="91576" y="33718"/>
                      <a:pt x="86763" y="22098"/>
                      <a:pt x="78197" y="13532"/>
                    </a:cubicBezTo>
                    <a:cubicBezTo>
                      <a:pt x="69630" y="4965"/>
                      <a:pt x="58010" y="152"/>
                      <a:pt x="45896" y="152"/>
                    </a:cubicBezTo>
                    <a:cubicBezTo>
                      <a:pt x="33781" y="152"/>
                      <a:pt x="22161" y="4965"/>
                      <a:pt x="13595" y="13532"/>
                    </a:cubicBezTo>
                    <a:cubicBezTo>
                      <a:pt x="5029" y="22098"/>
                      <a:pt x="216" y="33718"/>
                      <a:pt x="216" y="45832"/>
                    </a:cubicBezTo>
                    <a:cubicBezTo>
                      <a:pt x="216" y="57946"/>
                      <a:pt x="5029" y="69566"/>
                      <a:pt x="13595" y="78132"/>
                    </a:cubicBezTo>
                    <a:cubicBezTo>
                      <a:pt x="22161" y="86699"/>
                      <a:pt x="33781" y="91512"/>
                      <a:pt x="45896" y="9151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0" name="任意多边形: 形状 3159"/>
              <p:cNvSpPr/>
              <p:nvPr/>
            </p:nvSpPr>
            <p:spPr>
              <a:xfrm>
                <a:off x="19661757" y="21743337"/>
                <a:ext cx="180000" cy="180000"/>
              </a:xfrm>
              <a:custGeom>
                <a:avLst/>
                <a:gdLst>
                  <a:gd name="csX0" fmla="*/ 45900 w 91360"/>
                  <a:gd name="csY0" fmla="*/ 91479 h 91359"/>
                  <a:gd name="csX1" fmla="*/ 78201 w 91360"/>
                  <a:gd name="csY1" fmla="*/ 78100 h 91359"/>
                  <a:gd name="csX2" fmla="*/ 91581 w 91360"/>
                  <a:gd name="csY2" fmla="*/ 45799 h 91359"/>
                  <a:gd name="csX3" fmla="*/ 78201 w 91360"/>
                  <a:gd name="csY3" fmla="*/ 13499 h 91359"/>
                  <a:gd name="csX4" fmla="*/ 45900 w 91360"/>
                  <a:gd name="csY4" fmla="*/ 120 h 91359"/>
                  <a:gd name="csX5" fmla="*/ 13600 w 91360"/>
                  <a:gd name="csY5" fmla="*/ 13499 h 91359"/>
                  <a:gd name="csX6" fmla="*/ 220 w 91360"/>
                  <a:gd name="csY6" fmla="*/ 45799 h 91359"/>
                  <a:gd name="csX7" fmla="*/ 13600 w 91360"/>
                  <a:gd name="csY7" fmla="*/ 78100 h 91359"/>
                  <a:gd name="csX8" fmla="*/ 45900 w 91360"/>
                  <a:gd name="csY8" fmla="*/ 9147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0" y="91479"/>
                    </a:moveTo>
                    <a:cubicBezTo>
                      <a:pt x="58015" y="91479"/>
                      <a:pt x="69635" y="86666"/>
                      <a:pt x="78201" y="78100"/>
                    </a:cubicBezTo>
                    <a:cubicBezTo>
                      <a:pt x="86767" y="69534"/>
                      <a:pt x="91581" y="57914"/>
                      <a:pt x="91581" y="45799"/>
                    </a:cubicBezTo>
                    <a:cubicBezTo>
                      <a:pt x="91581" y="33685"/>
                      <a:pt x="86767" y="22065"/>
                      <a:pt x="78201" y="13499"/>
                    </a:cubicBezTo>
                    <a:cubicBezTo>
                      <a:pt x="69635" y="4933"/>
                      <a:pt x="58015" y="120"/>
                      <a:pt x="45900" y="120"/>
                    </a:cubicBezTo>
                    <a:cubicBezTo>
                      <a:pt x="33786" y="120"/>
                      <a:pt x="22166" y="4933"/>
                      <a:pt x="13600" y="13499"/>
                    </a:cubicBezTo>
                    <a:cubicBezTo>
                      <a:pt x="5033" y="22065"/>
                      <a:pt x="220" y="33685"/>
                      <a:pt x="220" y="45799"/>
                    </a:cubicBezTo>
                    <a:cubicBezTo>
                      <a:pt x="220" y="57914"/>
                      <a:pt x="5033" y="69534"/>
                      <a:pt x="13600" y="78100"/>
                    </a:cubicBezTo>
                    <a:cubicBezTo>
                      <a:pt x="22166" y="86666"/>
                      <a:pt x="33786" y="91479"/>
                      <a:pt x="45900" y="9147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1" name="任意多边形: 形状 3160"/>
              <p:cNvSpPr/>
              <p:nvPr/>
            </p:nvSpPr>
            <p:spPr>
              <a:xfrm>
                <a:off x="17179052" y="24263186"/>
                <a:ext cx="180000" cy="180000"/>
              </a:xfrm>
              <a:custGeom>
                <a:avLst/>
                <a:gdLst>
                  <a:gd name="csX0" fmla="*/ 45873 w 91360"/>
                  <a:gd name="csY0" fmla="*/ 91548 h 91359"/>
                  <a:gd name="csX1" fmla="*/ 78174 w 91360"/>
                  <a:gd name="csY1" fmla="*/ 78169 h 91359"/>
                  <a:gd name="csX2" fmla="*/ 91553 w 91360"/>
                  <a:gd name="csY2" fmla="*/ 45869 h 91359"/>
                  <a:gd name="csX3" fmla="*/ 78174 w 91360"/>
                  <a:gd name="csY3" fmla="*/ 13568 h 91359"/>
                  <a:gd name="csX4" fmla="*/ 45873 w 91360"/>
                  <a:gd name="csY4" fmla="*/ 189 h 91359"/>
                  <a:gd name="csX5" fmla="*/ 13572 w 91360"/>
                  <a:gd name="csY5" fmla="*/ 13568 h 91359"/>
                  <a:gd name="csX6" fmla="*/ 193 w 91360"/>
                  <a:gd name="csY6" fmla="*/ 45869 h 91359"/>
                  <a:gd name="csX7" fmla="*/ 13572 w 91360"/>
                  <a:gd name="csY7" fmla="*/ 78169 h 91359"/>
                  <a:gd name="csX8" fmla="*/ 45873 w 91360"/>
                  <a:gd name="csY8" fmla="*/ 9154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3" y="91548"/>
                    </a:moveTo>
                    <a:cubicBezTo>
                      <a:pt x="57988" y="91548"/>
                      <a:pt x="69608" y="86735"/>
                      <a:pt x="78174" y="78169"/>
                    </a:cubicBezTo>
                    <a:cubicBezTo>
                      <a:pt x="86740" y="69603"/>
                      <a:pt x="91553" y="57983"/>
                      <a:pt x="91553" y="45869"/>
                    </a:cubicBezTo>
                    <a:cubicBezTo>
                      <a:pt x="91553" y="33754"/>
                      <a:pt x="86740" y="22135"/>
                      <a:pt x="78174" y="13568"/>
                    </a:cubicBezTo>
                    <a:cubicBezTo>
                      <a:pt x="69608" y="5002"/>
                      <a:pt x="57988" y="189"/>
                      <a:pt x="45873" y="189"/>
                    </a:cubicBezTo>
                    <a:cubicBezTo>
                      <a:pt x="33758" y="189"/>
                      <a:pt x="22138" y="5002"/>
                      <a:pt x="13572" y="13568"/>
                    </a:cubicBezTo>
                    <a:cubicBezTo>
                      <a:pt x="5006" y="22135"/>
                      <a:pt x="193" y="33754"/>
                      <a:pt x="193" y="45869"/>
                    </a:cubicBezTo>
                    <a:cubicBezTo>
                      <a:pt x="193" y="57983"/>
                      <a:pt x="5006" y="69603"/>
                      <a:pt x="13572" y="78169"/>
                    </a:cubicBezTo>
                    <a:cubicBezTo>
                      <a:pt x="22138" y="86735"/>
                      <a:pt x="33758" y="91548"/>
                      <a:pt x="45873" y="9154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2" name="任意多边形: 形状 3161"/>
              <p:cNvSpPr/>
              <p:nvPr/>
            </p:nvSpPr>
            <p:spPr>
              <a:xfrm>
                <a:off x="16581203" y="22606747"/>
                <a:ext cx="180000" cy="180000"/>
              </a:xfrm>
              <a:custGeom>
                <a:avLst/>
                <a:gdLst>
                  <a:gd name="csX0" fmla="*/ 45853 w 91360"/>
                  <a:gd name="csY0" fmla="*/ 91502 h 91359"/>
                  <a:gd name="csX1" fmla="*/ 78153 w 91360"/>
                  <a:gd name="csY1" fmla="*/ 78123 h 91359"/>
                  <a:gd name="csX2" fmla="*/ 91533 w 91360"/>
                  <a:gd name="csY2" fmla="*/ 45822 h 91359"/>
                  <a:gd name="csX3" fmla="*/ 78153 w 91360"/>
                  <a:gd name="csY3" fmla="*/ 13522 h 91359"/>
                  <a:gd name="csX4" fmla="*/ 45853 w 91360"/>
                  <a:gd name="csY4" fmla="*/ 142 h 91359"/>
                  <a:gd name="csX5" fmla="*/ 13552 w 91360"/>
                  <a:gd name="csY5" fmla="*/ 13522 h 91359"/>
                  <a:gd name="csX6" fmla="*/ 172 w 91360"/>
                  <a:gd name="csY6" fmla="*/ 45822 h 91359"/>
                  <a:gd name="csX7" fmla="*/ 13552 w 91360"/>
                  <a:gd name="csY7" fmla="*/ 78123 h 91359"/>
                  <a:gd name="csX8" fmla="*/ 45853 w 91360"/>
                  <a:gd name="csY8" fmla="*/ 9150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53" y="91502"/>
                    </a:moveTo>
                    <a:cubicBezTo>
                      <a:pt x="57967" y="91502"/>
                      <a:pt x="69587" y="86689"/>
                      <a:pt x="78153" y="78123"/>
                    </a:cubicBezTo>
                    <a:cubicBezTo>
                      <a:pt x="86720" y="69556"/>
                      <a:pt x="91533" y="57937"/>
                      <a:pt x="91533" y="45822"/>
                    </a:cubicBezTo>
                    <a:cubicBezTo>
                      <a:pt x="91533" y="33708"/>
                      <a:pt x="86720" y="22088"/>
                      <a:pt x="78153" y="13522"/>
                    </a:cubicBezTo>
                    <a:cubicBezTo>
                      <a:pt x="69587" y="4956"/>
                      <a:pt x="57967" y="142"/>
                      <a:pt x="45853" y="142"/>
                    </a:cubicBezTo>
                    <a:cubicBezTo>
                      <a:pt x="33738" y="142"/>
                      <a:pt x="22118" y="4956"/>
                      <a:pt x="13552" y="13522"/>
                    </a:cubicBezTo>
                    <a:cubicBezTo>
                      <a:pt x="4986" y="22088"/>
                      <a:pt x="172" y="33708"/>
                      <a:pt x="172" y="45822"/>
                    </a:cubicBezTo>
                    <a:cubicBezTo>
                      <a:pt x="172" y="57937"/>
                      <a:pt x="4986" y="69556"/>
                      <a:pt x="13552" y="78123"/>
                    </a:cubicBezTo>
                    <a:cubicBezTo>
                      <a:pt x="22118" y="86689"/>
                      <a:pt x="33738" y="91502"/>
                      <a:pt x="45853" y="9150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3" name="任意多边形: 形状 3162"/>
              <p:cNvSpPr/>
              <p:nvPr/>
            </p:nvSpPr>
            <p:spPr>
              <a:xfrm>
                <a:off x="17175773" y="21489954"/>
                <a:ext cx="180000" cy="180000"/>
              </a:xfrm>
              <a:custGeom>
                <a:avLst/>
                <a:gdLst>
                  <a:gd name="csX0" fmla="*/ 45888 w 91360"/>
                  <a:gd name="csY0" fmla="*/ 91508 h 91359"/>
                  <a:gd name="csX1" fmla="*/ 78189 w 91360"/>
                  <a:gd name="csY1" fmla="*/ 78129 h 91359"/>
                  <a:gd name="csX2" fmla="*/ 91569 w 91360"/>
                  <a:gd name="csY2" fmla="*/ 45828 h 91359"/>
                  <a:gd name="csX3" fmla="*/ 78189 w 91360"/>
                  <a:gd name="csY3" fmla="*/ 13528 h 91359"/>
                  <a:gd name="csX4" fmla="*/ 45888 w 91360"/>
                  <a:gd name="csY4" fmla="*/ 148 h 91359"/>
                  <a:gd name="csX5" fmla="*/ 13588 w 91360"/>
                  <a:gd name="csY5" fmla="*/ 13528 h 91359"/>
                  <a:gd name="csX6" fmla="*/ 208 w 91360"/>
                  <a:gd name="csY6" fmla="*/ 45828 h 91359"/>
                  <a:gd name="csX7" fmla="*/ 13588 w 91360"/>
                  <a:gd name="csY7" fmla="*/ 78129 h 91359"/>
                  <a:gd name="csX8" fmla="*/ 45888 w 91360"/>
                  <a:gd name="csY8" fmla="*/ 91508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8" y="91508"/>
                    </a:moveTo>
                    <a:cubicBezTo>
                      <a:pt x="58003" y="91508"/>
                      <a:pt x="69623" y="86695"/>
                      <a:pt x="78189" y="78129"/>
                    </a:cubicBezTo>
                    <a:cubicBezTo>
                      <a:pt x="86755" y="69562"/>
                      <a:pt x="91569" y="57943"/>
                      <a:pt x="91569" y="45828"/>
                    </a:cubicBezTo>
                    <a:cubicBezTo>
                      <a:pt x="91569" y="33714"/>
                      <a:pt x="86755" y="22094"/>
                      <a:pt x="78189" y="13528"/>
                    </a:cubicBezTo>
                    <a:cubicBezTo>
                      <a:pt x="69623" y="4962"/>
                      <a:pt x="58003" y="148"/>
                      <a:pt x="45888" y="148"/>
                    </a:cubicBezTo>
                    <a:cubicBezTo>
                      <a:pt x="33774" y="148"/>
                      <a:pt x="22154" y="4962"/>
                      <a:pt x="13588" y="13528"/>
                    </a:cubicBezTo>
                    <a:cubicBezTo>
                      <a:pt x="5021" y="22094"/>
                      <a:pt x="208" y="33714"/>
                      <a:pt x="208" y="45828"/>
                    </a:cubicBezTo>
                    <a:cubicBezTo>
                      <a:pt x="208" y="57943"/>
                      <a:pt x="5021" y="69562"/>
                      <a:pt x="13588" y="78129"/>
                    </a:cubicBezTo>
                    <a:cubicBezTo>
                      <a:pt x="22154" y="86695"/>
                      <a:pt x="33774" y="91508"/>
                      <a:pt x="45888" y="91508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4" name="任意多边形: 形状 3163"/>
              <p:cNvSpPr/>
              <p:nvPr/>
            </p:nvSpPr>
            <p:spPr>
              <a:xfrm>
                <a:off x="17472796" y="21753280"/>
                <a:ext cx="180000" cy="180000"/>
              </a:xfrm>
              <a:custGeom>
                <a:avLst/>
                <a:gdLst>
                  <a:gd name="csX0" fmla="*/ 45849 w 91360"/>
                  <a:gd name="csY0" fmla="*/ 91477 h 91359"/>
                  <a:gd name="csX1" fmla="*/ 78150 w 91360"/>
                  <a:gd name="csY1" fmla="*/ 78098 h 91359"/>
                  <a:gd name="csX2" fmla="*/ 91529 w 91360"/>
                  <a:gd name="csY2" fmla="*/ 45798 h 91359"/>
                  <a:gd name="csX3" fmla="*/ 78150 w 91360"/>
                  <a:gd name="csY3" fmla="*/ 13497 h 91359"/>
                  <a:gd name="csX4" fmla="*/ 45849 w 91360"/>
                  <a:gd name="csY4" fmla="*/ 118 h 91359"/>
                  <a:gd name="csX5" fmla="*/ 13548 w 91360"/>
                  <a:gd name="csY5" fmla="*/ 13497 h 91359"/>
                  <a:gd name="csX6" fmla="*/ 168 w 91360"/>
                  <a:gd name="csY6" fmla="*/ 45798 h 91359"/>
                  <a:gd name="csX7" fmla="*/ 13548 w 91360"/>
                  <a:gd name="csY7" fmla="*/ 78098 h 91359"/>
                  <a:gd name="csX8" fmla="*/ 45849 w 91360"/>
                  <a:gd name="csY8" fmla="*/ 9147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9" y="91477"/>
                    </a:moveTo>
                    <a:cubicBezTo>
                      <a:pt x="57963" y="91477"/>
                      <a:pt x="69583" y="86664"/>
                      <a:pt x="78150" y="78098"/>
                    </a:cubicBezTo>
                    <a:cubicBezTo>
                      <a:pt x="86716" y="69532"/>
                      <a:pt x="91529" y="57912"/>
                      <a:pt x="91529" y="45798"/>
                    </a:cubicBezTo>
                    <a:cubicBezTo>
                      <a:pt x="91529" y="33683"/>
                      <a:pt x="86716" y="22063"/>
                      <a:pt x="78150" y="13497"/>
                    </a:cubicBezTo>
                    <a:cubicBezTo>
                      <a:pt x="69583" y="4931"/>
                      <a:pt x="57963" y="118"/>
                      <a:pt x="45849" y="118"/>
                    </a:cubicBezTo>
                    <a:cubicBezTo>
                      <a:pt x="33734" y="118"/>
                      <a:pt x="22114" y="4931"/>
                      <a:pt x="13548" y="13497"/>
                    </a:cubicBezTo>
                    <a:cubicBezTo>
                      <a:pt x="4982" y="22063"/>
                      <a:pt x="168" y="33683"/>
                      <a:pt x="168" y="45798"/>
                    </a:cubicBezTo>
                    <a:cubicBezTo>
                      <a:pt x="168" y="57912"/>
                      <a:pt x="4982" y="69532"/>
                      <a:pt x="13548" y="78098"/>
                    </a:cubicBezTo>
                    <a:cubicBezTo>
                      <a:pt x="22114" y="86664"/>
                      <a:pt x="33734" y="91477"/>
                      <a:pt x="45849" y="9147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5" name="任意多边形: 形状 3164"/>
              <p:cNvSpPr/>
              <p:nvPr/>
            </p:nvSpPr>
            <p:spPr>
              <a:xfrm>
                <a:off x="16581241" y="23325833"/>
                <a:ext cx="180000" cy="180000"/>
              </a:xfrm>
              <a:custGeom>
                <a:avLst/>
                <a:gdLst>
                  <a:gd name="csX0" fmla="*/ 45871 w 91360"/>
                  <a:gd name="csY0" fmla="*/ 91535 h 91359"/>
                  <a:gd name="csX1" fmla="*/ 78172 w 91360"/>
                  <a:gd name="csY1" fmla="*/ 78155 h 91359"/>
                  <a:gd name="csX2" fmla="*/ 91551 w 91360"/>
                  <a:gd name="csY2" fmla="*/ 45855 h 91359"/>
                  <a:gd name="csX3" fmla="*/ 78172 w 91360"/>
                  <a:gd name="csY3" fmla="*/ 13554 h 91359"/>
                  <a:gd name="csX4" fmla="*/ 45871 w 91360"/>
                  <a:gd name="csY4" fmla="*/ 175 h 91359"/>
                  <a:gd name="csX5" fmla="*/ 13570 w 91360"/>
                  <a:gd name="csY5" fmla="*/ 13554 h 91359"/>
                  <a:gd name="csX6" fmla="*/ 191 w 91360"/>
                  <a:gd name="csY6" fmla="*/ 45855 h 91359"/>
                  <a:gd name="csX7" fmla="*/ 13570 w 91360"/>
                  <a:gd name="csY7" fmla="*/ 78155 h 91359"/>
                  <a:gd name="csX8" fmla="*/ 45871 w 91360"/>
                  <a:gd name="csY8" fmla="*/ 91535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1" y="91535"/>
                    </a:moveTo>
                    <a:cubicBezTo>
                      <a:pt x="57986" y="91535"/>
                      <a:pt x="69606" y="86721"/>
                      <a:pt x="78172" y="78155"/>
                    </a:cubicBezTo>
                    <a:cubicBezTo>
                      <a:pt x="86738" y="69589"/>
                      <a:pt x="91551" y="57969"/>
                      <a:pt x="91551" y="45855"/>
                    </a:cubicBezTo>
                    <a:cubicBezTo>
                      <a:pt x="91551" y="33740"/>
                      <a:pt x="86738" y="22121"/>
                      <a:pt x="78172" y="13554"/>
                    </a:cubicBezTo>
                    <a:cubicBezTo>
                      <a:pt x="69606" y="4988"/>
                      <a:pt x="57986" y="175"/>
                      <a:pt x="45871" y="175"/>
                    </a:cubicBezTo>
                    <a:cubicBezTo>
                      <a:pt x="33757" y="175"/>
                      <a:pt x="22137" y="4988"/>
                      <a:pt x="13570" y="13554"/>
                    </a:cubicBezTo>
                    <a:cubicBezTo>
                      <a:pt x="5004" y="22121"/>
                      <a:pt x="191" y="33740"/>
                      <a:pt x="191" y="45855"/>
                    </a:cubicBezTo>
                    <a:cubicBezTo>
                      <a:pt x="191" y="57969"/>
                      <a:pt x="5004" y="69589"/>
                      <a:pt x="13570" y="78155"/>
                    </a:cubicBezTo>
                    <a:cubicBezTo>
                      <a:pt x="22137" y="86721"/>
                      <a:pt x="33757" y="91535"/>
                      <a:pt x="45871" y="91535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6" name="任意多边形: 形状 3165"/>
              <p:cNvSpPr/>
              <p:nvPr/>
            </p:nvSpPr>
            <p:spPr>
              <a:xfrm>
                <a:off x="19456391" y="22489766"/>
                <a:ext cx="180000" cy="180000"/>
              </a:xfrm>
              <a:custGeom>
                <a:avLst/>
                <a:gdLst>
                  <a:gd name="csX0" fmla="*/ 45904 w 91360"/>
                  <a:gd name="csY0" fmla="*/ 91497 h 91359"/>
                  <a:gd name="csX1" fmla="*/ 78205 w 91360"/>
                  <a:gd name="csY1" fmla="*/ 78118 h 91359"/>
                  <a:gd name="csX2" fmla="*/ 91584 w 91360"/>
                  <a:gd name="csY2" fmla="*/ 45818 h 91359"/>
                  <a:gd name="csX3" fmla="*/ 78205 w 91360"/>
                  <a:gd name="csY3" fmla="*/ 13517 h 91359"/>
                  <a:gd name="csX4" fmla="*/ 45904 w 91360"/>
                  <a:gd name="csY4" fmla="*/ 138 h 91359"/>
                  <a:gd name="csX5" fmla="*/ 13603 w 91360"/>
                  <a:gd name="csY5" fmla="*/ 13517 h 91359"/>
                  <a:gd name="csX6" fmla="*/ 224 w 91360"/>
                  <a:gd name="csY6" fmla="*/ 45818 h 91359"/>
                  <a:gd name="csX7" fmla="*/ 13603 w 91360"/>
                  <a:gd name="csY7" fmla="*/ 78118 h 91359"/>
                  <a:gd name="csX8" fmla="*/ 45904 w 91360"/>
                  <a:gd name="csY8" fmla="*/ 9149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04" y="91497"/>
                    </a:moveTo>
                    <a:cubicBezTo>
                      <a:pt x="58019" y="91497"/>
                      <a:pt x="69639" y="86684"/>
                      <a:pt x="78205" y="78118"/>
                    </a:cubicBezTo>
                    <a:cubicBezTo>
                      <a:pt x="86771" y="69552"/>
                      <a:pt x="91584" y="57932"/>
                      <a:pt x="91584" y="45818"/>
                    </a:cubicBezTo>
                    <a:cubicBezTo>
                      <a:pt x="91584" y="33703"/>
                      <a:pt x="86771" y="22084"/>
                      <a:pt x="78205" y="13517"/>
                    </a:cubicBezTo>
                    <a:cubicBezTo>
                      <a:pt x="69639" y="4951"/>
                      <a:pt x="58019" y="138"/>
                      <a:pt x="45904" y="138"/>
                    </a:cubicBezTo>
                    <a:cubicBezTo>
                      <a:pt x="33790" y="138"/>
                      <a:pt x="22170" y="4951"/>
                      <a:pt x="13603" y="13517"/>
                    </a:cubicBezTo>
                    <a:cubicBezTo>
                      <a:pt x="5037" y="22084"/>
                      <a:pt x="224" y="33703"/>
                      <a:pt x="224" y="45818"/>
                    </a:cubicBezTo>
                    <a:cubicBezTo>
                      <a:pt x="224" y="57932"/>
                      <a:pt x="5037" y="69552"/>
                      <a:pt x="13603" y="78118"/>
                    </a:cubicBezTo>
                    <a:cubicBezTo>
                      <a:pt x="22170" y="86684"/>
                      <a:pt x="33790" y="91497"/>
                      <a:pt x="45904" y="9149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7" name="任意多边形: 形状 3166"/>
              <p:cNvSpPr/>
              <p:nvPr/>
            </p:nvSpPr>
            <p:spPr>
              <a:xfrm>
                <a:off x="20061839" y="23862098"/>
                <a:ext cx="180000" cy="180000"/>
              </a:xfrm>
              <a:custGeom>
                <a:avLst/>
                <a:gdLst>
                  <a:gd name="csX0" fmla="*/ 45930 w 91360"/>
                  <a:gd name="csY0" fmla="*/ 91516 h 91359"/>
                  <a:gd name="csX1" fmla="*/ 78231 w 91360"/>
                  <a:gd name="csY1" fmla="*/ 78137 h 91359"/>
                  <a:gd name="csX2" fmla="*/ 91610 w 91360"/>
                  <a:gd name="csY2" fmla="*/ 45836 h 91359"/>
                  <a:gd name="csX3" fmla="*/ 78231 w 91360"/>
                  <a:gd name="csY3" fmla="*/ 13536 h 91359"/>
                  <a:gd name="csX4" fmla="*/ 45930 w 91360"/>
                  <a:gd name="csY4" fmla="*/ 157 h 91359"/>
                  <a:gd name="csX5" fmla="*/ 13629 w 91360"/>
                  <a:gd name="csY5" fmla="*/ 13536 h 91359"/>
                  <a:gd name="csX6" fmla="*/ 250 w 91360"/>
                  <a:gd name="csY6" fmla="*/ 45836 h 91359"/>
                  <a:gd name="csX7" fmla="*/ 13629 w 91360"/>
                  <a:gd name="csY7" fmla="*/ 78137 h 91359"/>
                  <a:gd name="csX8" fmla="*/ 45930 w 91360"/>
                  <a:gd name="csY8" fmla="*/ 91516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0" y="91516"/>
                    </a:moveTo>
                    <a:cubicBezTo>
                      <a:pt x="58044" y="91516"/>
                      <a:pt x="69664" y="86703"/>
                      <a:pt x="78231" y="78137"/>
                    </a:cubicBezTo>
                    <a:cubicBezTo>
                      <a:pt x="86797" y="69571"/>
                      <a:pt x="91610" y="57951"/>
                      <a:pt x="91610" y="45836"/>
                    </a:cubicBezTo>
                    <a:cubicBezTo>
                      <a:pt x="91610" y="33722"/>
                      <a:pt x="86797" y="22102"/>
                      <a:pt x="78231" y="13536"/>
                    </a:cubicBezTo>
                    <a:cubicBezTo>
                      <a:pt x="69664" y="4970"/>
                      <a:pt x="58044" y="157"/>
                      <a:pt x="45930" y="157"/>
                    </a:cubicBezTo>
                    <a:cubicBezTo>
                      <a:pt x="33815" y="157"/>
                      <a:pt x="22195" y="4970"/>
                      <a:pt x="13629" y="13536"/>
                    </a:cubicBezTo>
                    <a:cubicBezTo>
                      <a:pt x="5063" y="22102"/>
                      <a:pt x="250" y="33722"/>
                      <a:pt x="250" y="45836"/>
                    </a:cubicBezTo>
                    <a:cubicBezTo>
                      <a:pt x="250" y="57951"/>
                      <a:pt x="5063" y="69571"/>
                      <a:pt x="13629" y="78137"/>
                    </a:cubicBezTo>
                    <a:cubicBezTo>
                      <a:pt x="22195" y="86703"/>
                      <a:pt x="33815" y="91516"/>
                      <a:pt x="45930" y="91516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8" name="任意多边形: 形状 3167"/>
              <p:cNvSpPr/>
              <p:nvPr/>
            </p:nvSpPr>
            <p:spPr>
              <a:xfrm>
                <a:off x="17175942" y="23921012"/>
                <a:ext cx="180000" cy="180000"/>
              </a:xfrm>
              <a:custGeom>
                <a:avLst/>
                <a:gdLst>
                  <a:gd name="csX0" fmla="*/ 45875 w 91360"/>
                  <a:gd name="csY0" fmla="*/ 91549 h 91359"/>
                  <a:gd name="csX1" fmla="*/ 78176 w 91360"/>
                  <a:gd name="csY1" fmla="*/ 78170 h 91359"/>
                  <a:gd name="csX2" fmla="*/ 91556 w 91360"/>
                  <a:gd name="csY2" fmla="*/ 45870 h 91359"/>
                  <a:gd name="csX3" fmla="*/ 78176 w 91360"/>
                  <a:gd name="csY3" fmla="*/ 13569 h 91359"/>
                  <a:gd name="csX4" fmla="*/ 45875 w 91360"/>
                  <a:gd name="csY4" fmla="*/ 190 h 91359"/>
                  <a:gd name="csX5" fmla="*/ 13575 w 91360"/>
                  <a:gd name="csY5" fmla="*/ 13569 h 91359"/>
                  <a:gd name="csX6" fmla="*/ 195 w 91360"/>
                  <a:gd name="csY6" fmla="*/ 45870 h 91359"/>
                  <a:gd name="csX7" fmla="*/ 13575 w 91360"/>
                  <a:gd name="csY7" fmla="*/ 78170 h 91359"/>
                  <a:gd name="csX8" fmla="*/ 45875 w 91360"/>
                  <a:gd name="csY8" fmla="*/ 91549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5" y="91549"/>
                    </a:moveTo>
                    <a:cubicBezTo>
                      <a:pt x="57990" y="91549"/>
                      <a:pt x="69610" y="86736"/>
                      <a:pt x="78176" y="78170"/>
                    </a:cubicBezTo>
                    <a:cubicBezTo>
                      <a:pt x="86742" y="69604"/>
                      <a:pt x="91556" y="57984"/>
                      <a:pt x="91556" y="45870"/>
                    </a:cubicBezTo>
                    <a:cubicBezTo>
                      <a:pt x="91556" y="33755"/>
                      <a:pt x="86742" y="22135"/>
                      <a:pt x="78176" y="13569"/>
                    </a:cubicBezTo>
                    <a:cubicBezTo>
                      <a:pt x="69610" y="5003"/>
                      <a:pt x="57990" y="190"/>
                      <a:pt x="45875" y="190"/>
                    </a:cubicBezTo>
                    <a:cubicBezTo>
                      <a:pt x="33761" y="190"/>
                      <a:pt x="22141" y="5003"/>
                      <a:pt x="13575" y="13569"/>
                    </a:cubicBezTo>
                    <a:cubicBezTo>
                      <a:pt x="5008" y="22135"/>
                      <a:pt x="195" y="33755"/>
                      <a:pt x="195" y="45870"/>
                    </a:cubicBezTo>
                    <a:cubicBezTo>
                      <a:pt x="195" y="57984"/>
                      <a:pt x="5008" y="69604"/>
                      <a:pt x="13575" y="78170"/>
                    </a:cubicBezTo>
                    <a:cubicBezTo>
                      <a:pt x="22141" y="86736"/>
                      <a:pt x="33761" y="91549"/>
                      <a:pt x="45875" y="91549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69" name="任意多边形: 形状 3168"/>
              <p:cNvSpPr/>
              <p:nvPr/>
            </p:nvSpPr>
            <p:spPr>
              <a:xfrm>
                <a:off x="16761130" y="22295333"/>
                <a:ext cx="180000" cy="180000"/>
              </a:xfrm>
              <a:custGeom>
                <a:avLst/>
                <a:gdLst>
                  <a:gd name="csX0" fmla="*/ 45827 w 91360"/>
                  <a:gd name="csY0" fmla="*/ 91494 h 91359"/>
                  <a:gd name="csX1" fmla="*/ 78127 w 91360"/>
                  <a:gd name="csY1" fmla="*/ 78115 h 91359"/>
                  <a:gd name="csX2" fmla="*/ 91507 w 91360"/>
                  <a:gd name="csY2" fmla="*/ 45814 h 91359"/>
                  <a:gd name="csX3" fmla="*/ 78127 w 91360"/>
                  <a:gd name="csY3" fmla="*/ 13514 h 91359"/>
                  <a:gd name="csX4" fmla="*/ 45827 w 91360"/>
                  <a:gd name="csY4" fmla="*/ 135 h 91359"/>
                  <a:gd name="csX5" fmla="*/ 13526 w 91360"/>
                  <a:gd name="csY5" fmla="*/ 13514 h 91359"/>
                  <a:gd name="csX6" fmla="*/ 146 w 91360"/>
                  <a:gd name="csY6" fmla="*/ 45814 h 91359"/>
                  <a:gd name="csX7" fmla="*/ 13526 w 91360"/>
                  <a:gd name="csY7" fmla="*/ 78115 h 91359"/>
                  <a:gd name="csX8" fmla="*/ 45827 w 91360"/>
                  <a:gd name="csY8" fmla="*/ 91494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7" y="91494"/>
                    </a:moveTo>
                    <a:cubicBezTo>
                      <a:pt x="57941" y="91494"/>
                      <a:pt x="69561" y="86681"/>
                      <a:pt x="78127" y="78115"/>
                    </a:cubicBezTo>
                    <a:cubicBezTo>
                      <a:pt x="86694" y="69549"/>
                      <a:pt x="91507" y="57929"/>
                      <a:pt x="91507" y="45814"/>
                    </a:cubicBezTo>
                    <a:cubicBezTo>
                      <a:pt x="91507" y="33700"/>
                      <a:pt x="86694" y="22080"/>
                      <a:pt x="78127" y="13514"/>
                    </a:cubicBezTo>
                    <a:cubicBezTo>
                      <a:pt x="69561" y="4948"/>
                      <a:pt x="57941" y="135"/>
                      <a:pt x="45827" y="135"/>
                    </a:cubicBezTo>
                    <a:cubicBezTo>
                      <a:pt x="33712" y="135"/>
                      <a:pt x="22092" y="4948"/>
                      <a:pt x="13526" y="13514"/>
                    </a:cubicBezTo>
                    <a:cubicBezTo>
                      <a:pt x="4960" y="22080"/>
                      <a:pt x="146" y="33700"/>
                      <a:pt x="146" y="45814"/>
                    </a:cubicBezTo>
                    <a:cubicBezTo>
                      <a:pt x="146" y="57929"/>
                      <a:pt x="4960" y="69549"/>
                      <a:pt x="13526" y="78115"/>
                    </a:cubicBezTo>
                    <a:cubicBezTo>
                      <a:pt x="22092" y="86681"/>
                      <a:pt x="33712" y="91494"/>
                      <a:pt x="45827" y="91494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70" name="任意多边形: 形状 3169"/>
              <p:cNvSpPr/>
              <p:nvPr/>
            </p:nvSpPr>
            <p:spPr>
              <a:xfrm>
                <a:off x="18194680" y="22101482"/>
                <a:ext cx="180000" cy="180000"/>
              </a:xfrm>
              <a:custGeom>
                <a:avLst/>
                <a:gdLst>
                  <a:gd name="csX0" fmla="*/ 45872 w 91360"/>
                  <a:gd name="csY0" fmla="*/ 91493 h 91359"/>
                  <a:gd name="csX1" fmla="*/ 78173 w 91360"/>
                  <a:gd name="csY1" fmla="*/ 78114 h 91359"/>
                  <a:gd name="csX2" fmla="*/ 91552 w 91360"/>
                  <a:gd name="csY2" fmla="*/ 45813 h 91359"/>
                  <a:gd name="csX3" fmla="*/ 78173 w 91360"/>
                  <a:gd name="csY3" fmla="*/ 13513 h 91359"/>
                  <a:gd name="csX4" fmla="*/ 45872 w 91360"/>
                  <a:gd name="csY4" fmla="*/ 134 h 91359"/>
                  <a:gd name="csX5" fmla="*/ 13571 w 91360"/>
                  <a:gd name="csY5" fmla="*/ 13513 h 91359"/>
                  <a:gd name="csX6" fmla="*/ 192 w 91360"/>
                  <a:gd name="csY6" fmla="*/ 45813 h 91359"/>
                  <a:gd name="csX7" fmla="*/ 13571 w 91360"/>
                  <a:gd name="csY7" fmla="*/ 78114 h 91359"/>
                  <a:gd name="csX8" fmla="*/ 45872 w 91360"/>
                  <a:gd name="csY8" fmla="*/ 9149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72" y="91493"/>
                    </a:moveTo>
                    <a:cubicBezTo>
                      <a:pt x="57986" y="91493"/>
                      <a:pt x="69606" y="86680"/>
                      <a:pt x="78173" y="78114"/>
                    </a:cubicBezTo>
                    <a:cubicBezTo>
                      <a:pt x="86739" y="69548"/>
                      <a:pt x="91552" y="57928"/>
                      <a:pt x="91552" y="45813"/>
                    </a:cubicBezTo>
                    <a:cubicBezTo>
                      <a:pt x="91552" y="33699"/>
                      <a:pt x="86739" y="22079"/>
                      <a:pt x="78173" y="13513"/>
                    </a:cubicBezTo>
                    <a:cubicBezTo>
                      <a:pt x="69606" y="4947"/>
                      <a:pt x="57986" y="134"/>
                      <a:pt x="45872" y="134"/>
                    </a:cubicBezTo>
                    <a:cubicBezTo>
                      <a:pt x="33757" y="134"/>
                      <a:pt x="22137" y="4947"/>
                      <a:pt x="13571" y="13513"/>
                    </a:cubicBezTo>
                    <a:cubicBezTo>
                      <a:pt x="5005" y="22079"/>
                      <a:pt x="192" y="33699"/>
                      <a:pt x="192" y="45813"/>
                    </a:cubicBezTo>
                    <a:cubicBezTo>
                      <a:pt x="192" y="57928"/>
                      <a:pt x="5005" y="69548"/>
                      <a:pt x="13571" y="78114"/>
                    </a:cubicBezTo>
                    <a:cubicBezTo>
                      <a:pt x="22137" y="86680"/>
                      <a:pt x="33757" y="91493"/>
                      <a:pt x="45872" y="9149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71" name="任意多边形: 形状 3170"/>
              <p:cNvSpPr/>
              <p:nvPr/>
            </p:nvSpPr>
            <p:spPr>
              <a:xfrm>
                <a:off x="18978626" y="21301889"/>
                <a:ext cx="180000" cy="180000"/>
              </a:xfrm>
              <a:custGeom>
                <a:avLst/>
                <a:gdLst>
                  <a:gd name="csX0" fmla="*/ 45889 w 91360"/>
                  <a:gd name="csY0" fmla="*/ 91492 h 91359"/>
                  <a:gd name="csX1" fmla="*/ 78190 w 91360"/>
                  <a:gd name="csY1" fmla="*/ 78113 h 91359"/>
                  <a:gd name="csX2" fmla="*/ 91570 w 91360"/>
                  <a:gd name="csY2" fmla="*/ 45812 h 91359"/>
                  <a:gd name="csX3" fmla="*/ 78190 w 91360"/>
                  <a:gd name="csY3" fmla="*/ 13512 h 91359"/>
                  <a:gd name="csX4" fmla="*/ 45889 w 91360"/>
                  <a:gd name="csY4" fmla="*/ 133 h 91359"/>
                  <a:gd name="csX5" fmla="*/ 13588 w 91360"/>
                  <a:gd name="csY5" fmla="*/ 13512 h 91359"/>
                  <a:gd name="csX6" fmla="*/ 209 w 91360"/>
                  <a:gd name="csY6" fmla="*/ 45812 h 91359"/>
                  <a:gd name="csX7" fmla="*/ 13588 w 91360"/>
                  <a:gd name="csY7" fmla="*/ 78113 h 91359"/>
                  <a:gd name="csX8" fmla="*/ 45889 w 91360"/>
                  <a:gd name="csY8" fmla="*/ 91492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89" y="91492"/>
                    </a:moveTo>
                    <a:cubicBezTo>
                      <a:pt x="58004" y="91492"/>
                      <a:pt x="69624" y="86679"/>
                      <a:pt x="78190" y="78113"/>
                    </a:cubicBezTo>
                    <a:cubicBezTo>
                      <a:pt x="86756" y="69546"/>
                      <a:pt x="91570" y="57927"/>
                      <a:pt x="91570" y="45812"/>
                    </a:cubicBezTo>
                    <a:cubicBezTo>
                      <a:pt x="91570" y="33698"/>
                      <a:pt x="86756" y="22078"/>
                      <a:pt x="78190" y="13512"/>
                    </a:cubicBezTo>
                    <a:cubicBezTo>
                      <a:pt x="69624" y="4946"/>
                      <a:pt x="58004" y="133"/>
                      <a:pt x="45889" y="133"/>
                    </a:cubicBezTo>
                    <a:cubicBezTo>
                      <a:pt x="33775" y="133"/>
                      <a:pt x="22155" y="4946"/>
                      <a:pt x="13588" y="13512"/>
                    </a:cubicBezTo>
                    <a:cubicBezTo>
                      <a:pt x="5022" y="22078"/>
                      <a:pt x="209" y="33698"/>
                      <a:pt x="209" y="45812"/>
                    </a:cubicBezTo>
                    <a:cubicBezTo>
                      <a:pt x="209" y="57927"/>
                      <a:pt x="5022" y="69546"/>
                      <a:pt x="13588" y="78113"/>
                    </a:cubicBezTo>
                    <a:cubicBezTo>
                      <a:pt x="22155" y="86679"/>
                      <a:pt x="33775" y="91492"/>
                      <a:pt x="45889" y="91492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72" name="任意多边形: 形状 3171"/>
              <p:cNvSpPr/>
              <p:nvPr/>
            </p:nvSpPr>
            <p:spPr>
              <a:xfrm>
                <a:off x="16512601" y="22418045"/>
                <a:ext cx="180000" cy="180000"/>
              </a:xfrm>
              <a:custGeom>
                <a:avLst/>
                <a:gdLst>
                  <a:gd name="csX0" fmla="*/ 45825 w 91360"/>
                  <a:gd name="csY0" fmla="*/ 91507 h 91359"/>
                  <a:gd name="csX1" fmla="*/ 78126 w 91360"/>
                  <a:gd name="csY1" fmla="*/ 78127 h 91359"/>
                  <a:gd name="csX2" fmla="*/ 91505 w 91360"/>
                  <a:gd name="csY2" fmla="*/ 45827 h 91359"/>
                  <a:gd name="csX3" fmla="*/ 78126 w 91360"/>
                  <a:gd name="csY3" fmla="*/ 13527 h 91359"/>
                  <a:gd name="csX4" fmla="*/ 45825 w 91360"/>
                  <a:gd name="csY4" fmla="*/ 147 h 91359"/>
                  <a:gd name="csX5" fmla="*/ 13524 w 91360"/>
                  <a:gd name="csY5" fmla="*/ 13527 h 91359"/>
                  <a:gd name="csX6" fmla="*/ 145 w 91360"/>
                  <a:gd name="csY6" fmla="*/ 45827 h 91359"/>
                  <a:gd name="csX7" fmla="*/ 13524 w 91360"/>
                  <a:gd name="csY7" fmla="*/ 78127 h 91359"/>
                  <a:gd name="csX8" fmla="*/ 45825 w 91360"/>
                  <a:gd name="csY8" fmla="*/ 9150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25" y="91507"/>
                    </a:moveTo>
                    <a:cubicBezTo>
                      <a:pt x="57940" y="91507"/>
                      <a:pt x="69560" y="86694"/>
                      <a:pt x="78126" y="78127"/>
                    </a:cubicBezTo>
                    <a:cubicBezTo>
                      <a:pt x="86692" y="69561"/>
                      <a:pt x="91505" y="57941"/>
                      <a:pt x="91505" y="45827"/>
                    </a:cubicBezTo>
                    <a:cubicBezTo>
                      <a:pt x="91505" y="33713"/>
                      <a:pt x="86692" y="22093"/>
                      <a:pt x="78126" y="13527"/>
                    </a:cubicBezTo>
                    <a:cubicBezTo>
                      <a:pt x="69560" y="4961"/>
                      <a:pt x="57940" y="147"/>
                      <a:pt x="45825" y="147"/>
                    </a:cubicBezTo>
                    <a:cubicBezTo>
                      <a:pt x="33711" y="147"/>
                      <a:pt x="22091" y="4961"/>
                      <a:pt x="13524" y="13527"/>
                    </a:cubicBezTo>
                    <a:cubicBezTo>
                      <a:pt x="4958" y="22093"/>
                      <a:pt x="145" y="33713"/>
                      <a:pt x="145" y="45827"/>
                    </a:cubicBezTo>
                    <a:cubicBezTo>
                      <a:pt x="145" y="57941"/>
                      <a:pt x="4958" y="69561"/>
                      <a:pt x="13524" y="78127"/>
                    </a:cubicBezTo>
                    <a:cubicBezTo>
                      <a:pt x="22091" y="86694"/>
                      <a:pt x="33711" y="91507"/>
                      <a:pt x="45825" y="9150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73" name="任意多边形: 形状 3172"/>
              <p:cNvSpPr/>
              <p:nvPr/>
            </p:nvSpPr>
            <p:spPr>
              <a:xfrm>
                <a:off x="20196602" y="23313441"/>
                <a:ext cx="180000" cy="180000"/>
              </a:xfrm>
              <a:custGeom>
                <a:avLst/>
                <a:gdLst>
                  <a:gd name="csX0" fmla="*/ 45931 w 91360"/>
                  <a:gd name="csY0" fmla="*/ 91511 h 91359"/>
                  <a:gd name="csX1" fmla="*/ 78232 w 91360"/>
                  <a:gd name="csY1" fmla="*/ 78132 h 91359"/>
                  <a:gd name="csX2" fmla="*/ 91611 w 91360"/>
                  <a:gd name="csY2" fmla="*/ 45831 h 91359"/>
                  <a:gd name="csX3" fmla="*/ 78232 w 91360"/>
                  <a:gd name="csY3" fmla="*/ 13531 h 91359"/>
                  <a:gd name="csX4" fmla="*/ 45931 w 91360"/>
                  <a:gd name="csY4" fmla="*/ 152 h 91359"/>
                  <a:gd name="csX5" fmla="*/ 13630 w 91360"/>
                  <a:gd name="csY5" fmla="*/ 13531 h 91359"/>
                  <a:gd name="csX6" fmla="*/ 251 w 91360"/>
                  <a:gd name="csY6" fmla="*/ 45831 h 91359"/>
                  <a:gd name="csX7" fmla="*/ 13630 w 91360"/>
                  <a:gd name="csY7" fmla="*/ 78132 h 91359"/>
                  <a:gd name="csX8" fmla="*/ 45931 w 91360"/>
                  <a:gd name="csY8" fmla="*/ 91511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931" y="91511"/>
                    </a:moveTo>
                    <a:cubicBezTo>
                      <a:pt x="58046" y="91511"/>
                      <a:pt x="69665" y="86698"/>
                      <a:pt x="78232" y="78132"/>
                    </a:cubicBezTo>
                    <a:cubicBezTo>
                      <a:pt x="86798" y="69566"/>
                      <a:pt x="91611" y="57946"/>
                      <a:pt x="91611" y="45831"/>
                    </a:cubicBezTo>
                    <a:cubicBezTo>
                      <a:pt x="91611" y="33717"/>
                      <a:pt x="86798" y="22097"/>
                      <a:pt x="78232" y="13531"/>
                    </a:cubicBezTo>
                    <a:cubicBezTo>
                      <a:pt x="69665" y="4965"/>
                      <a:pt x="58046" y="152"/>
                      <a:pt x="45931" y="152"/>
                    </a:cubicBezTo>
                    <a:cubicBezTo>
                      <a:pt x="33816" y="152"/>
                      <a:pt x="22196" y="4965"/>
                      <a:pt x="13630" y="13531"/>
                    </a:cubicBezTo>
                    <a:cubicBezTo>
                      <a:pt x="5064" y="22097"/>
                      <a:pt x="251" y="33717"/>
                      <a:pt x="251" y="45831"/>
                    </a:cubicBezTo>
                    <a:cubicBezTo>
                      <a:pt x="251" y="57946"/>
                      <a:pt x="5064" y="69566"/>
                      <a:pt x="13630" y="78132"/>
                    </a:cubicBezTo>
                    <a:cubicBezTo>
                      <a:pt x="22196" y="86698"/>
                      <a:pt x="33816" y="91511"/>
                      <a:pt x="45931" y="91511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74" name="任意多边形: 形状 3173"/>
              <p:cNvSpPr/>
              <p:nvPr/>
            </p:nvSpPr>
            <p:spPr>
              <a:xfrm>
                <a:off x="16761343" y="24049771"/>
                <a:ext cx="180000" cy="180000"/>
              </a:xfrm>
              <a:custGeom>
                <a:avLst/>
                <a:gdLst>
                  <a:gd name="csX0" fmla="*/ 45869 w 91360"/>
                  <a:gd name="csY0" fmla="*/ 91527 h 91359"/>
                  <a:gd name="csX1" fmla="*/ 78170 w 91360"/>
                  <a:gd name="csY1" fmla="*/ 78148 h 91359"/>
                  <a:gd name="csX2" fmla="*/ 91549 w 91360"/>
                  <a:gd name="csY2" fmla="*/ 45848 h 91359"/>
                  <a:gd name="csX3" fmla="*/ 78170 w 91360"/>
                  <a:gd name="csY3" fmla="*/ 13547 h 91359"/>
                  <a:gd name="csX4" fmla="*/ 45869 w 91360"/>
                  <a:gd name="csY4" fmla="*/ 168 h 91359"/>
                  <a:gd name="csX5" fmla="*/ 13568 w 91360"/>
                  <a:gd name="csY5" fmla="*/ 13547 h 91359"/>
                  <a:gd name="csX6" fmla="*/ 189 w 91360"/>
                  <a:gd name="csY6" fmla="*/ 45848 h 91359"/>
                  <a:gd name="csX7" fmla="*/ 13568 w 91360"/>
                  <a:gd name="csY7" fmla="*/ 78148 h 91359"/>
                  <a:gd name="csX8" fmla="*/ 45869 w 91360"/>
                  <a:gd name="csY8" fmla="*/ 91527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69" y="91527"/>
                    </a:moveTo>
                    <a:cubicBezTo>
                      <a:pt x="57984" y="91527"/>
                      <a:pt x="69604" y="86714"/>
                      <a:pt x="78170" y="78148"/>
                    </a:cubicBezTo>
                    <a:cubicBezTo>
                      <a:pt x="86736" y="69582"/>
                      <a:pt x="91549" y="57962"/>
                      <a:pt x="91549" y="45848"/>
                    </a:cubicBezTo>
                    <a:cubicBezTo>
                      <a:pt x="91549" y="33733"/>
                      <a:pt x="86736" y="22114"/>
                      <a:pt x="78170" y="13547"/>
                    </a:cubicBezTo>
                    <a:cubicBezTo>
                      <a:pt x="69604" y="4981"/>
                      <a:pt x="57984" y="168"/>
                      <a:pt x="45869" y="168"/>
                    </a:cubicBezTo>
                    <a:cubicBezTo>
                      <a:pt x="33755" y="168"/>
                      <a:pt x="22135" y="4981"/>
                      <a:pt x="13568" y="13547"/>
                    </a:cubicBezTo>
                    <a:cubicBezTo>
                      <a:pt x="5002" y="22114"/>
                      <a:pt x="189" y="33733"/>
                      <a:pt x="189" y="45848"/>
                    </a:cubicBezTo>
                    <a:cubicBezTo>
                      <a:pt x="189" y="57962"/>
                      <a:pt x="5002" y="69582"/>
                      <a:pt x="13568" y="78148"/>
                    </a:cubicBezTo>
                    <a:cubicBezTo>
                      <a:pt x="22135" y="86714"/>
                      <a:pt x="33755" y="91527"/>
                      <a:pt x="45869" y="91527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175" name="任意多边形: 形状 3174"/>
              <p:cNvSpPr/>
              <p:nvPr/>
            </p:nvSpPr>
            <p:spPr>
              <a:xfrm>
                <a:off x="17316486" y="24478478"/>
                <a:ext cx="180000" cy="180000"/>
              </a:xfrm>
              <a:custGeom>
                <a:avLst/>
                <a:gdLst>
                  <a:gd name="csX0" fmla="*/ 45848 w 91360"/>
                  <a:gd name="csY0" fmla="*/ 91503 h 91359"/>
                  <a:gd name="csX1" fmla="*/ 78149 w 91360"/>
                  <a:gd name="csY1" fmla="*/ 78124 h 91359"/>
                  <a:gd name="csX2" fmla="*/ 91528 w 91360"/>
                  <a:gd name="csY2" fmla="*/ 45823 h 91359"/>
                  <a:gd name="csX3" fmla="*/ 78149 w 91360"/>
                  <a:gd name="csY3" fmla="*/ 13523 h 91359"/>
                  <a:gd name="csX4" fmla="*/ 45848 w 91360"/>
                  <a:gd name="csY4" fmla="*/ 144 h 91359"/>
                  <a:gd name="csX5" fmla="*/ 13547 w 91360"/>
                  <a:gd name="csY5" fmla="*/ 13523 h 91359"/>
                  <a:gd name="csX6" fmla="*/ 168 w 91360"/>
                  <a:gd name="csY6" fmla="*/ 45823 h 91359"/>
                  <a:gd name="csX7" fmla="*/ 13547 w 91360"/>
                  <a:gd name="csY7" fmla="*/ 78124 h 91359"/>
                  <a:gd name="csX8" fmla="*/ 45848 w 91360"/>
                  <a:gd name="csY8" fmla="*/ 91503 h 91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1360" h="91359">
                    <a:moveTo>
                      <a:pt x="45848" y="91503"/>
                    </a:moveTo>
                    <a:cubicBezTo>
                      <a:pt x="57962" y="91503"/>
                      <a:pt x="69582" y="86690"/>
                      <a:pt x="78149" y="78124"/>
                    </a:cubicBezTo>
                    <a:cubicBezTo>
                      <a:pt x="86715" y="69558"/>
                      <a:pt x="91528" y="57938"/>
                      <a:pt x="91528" y="45823"/>
                    </a:cubicBezTo>
                    <a:cubicBezTo>
                      <a:pt x="91528" y="33709"/>
                      <a:pt x="86715" y="22089"/>
                      <a:pt x="78149" y="13523"/>
                    </a:cubicBezTo>
                    <a:cubicBezTo>
                      <a:pt x="69582" y="4957"/>
                      <a:pt x="57962" y="144"/>
                      <a:pt x="45848" y="144"/>
                    </a:cubicBezTo>
                    <a:cubicBezTo>
                      <a:pt x="33733" y="144"/>
                      <a:pt x="22113" y="4957"/>
                      <a:pt x="13547" y="13523"/>
                    </a:cubicBezTo>
                    <a:cubicBezTo>
                      <a:pt x="4981" y="22089"/>
                      <a:pt x="168" y="33709"/>
                      <a:pt x="168" y="45823"/>
                    </a:cubicBezTo>
                    <a:cubicBezTo>
                      <a:pt x="168" y="57938"/>
                      <a:pt x="4981" y="69558"/>
                      <a:pt x="13547" y="78124"/>
                    </a:cubicBezTo>
                    <a:cubicBezTo>
                      <a:pt x="22113" y="86690"/>
                      <a:pt x="33733" y="91503"/>
                      <a:pt x="45848" y="91503"/>
                    </a:cubicBez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</p:grpSp>
      </p:grpSp>
      <p:grpSp>
        <p:nvGrpSpPr>
          <p:cNvPr id="3704" name="组合 3703"/>
          <p:cNvGrpSpPr>
            <a:grpSpLocks noChangeAspect="1"/>
          </p:cNvGrpSpPr>
          <p:nvPr/>
        </p:nvGrpSpPr>
        <p:grpSpPr>
          <a:xfrm>
            <a:off x="12220854" y="10021686"/>
            <a:ext cx="7919720" cy="7920000"/>
            <a:chOff x="25077471" y="18223483"/>
            <a:chExt cx="9563722" cy="9563605"/>
          </a:xfrm>
        </p:grpSpPr>
        <p:sp>
          <p:nvSpPr>
            <p:cNvPr id="3177" name="任意多边形: 形状 3176"/>
            <p:cNvSpPr/>
            <p:nvPr/>
          </p:nvSpPr>
          <p:spPr>
            <a:xfrm>
              <a:off x="25077471" y="18223483"/>
              <a:ext cx="0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3178" name="任意多边形: 形状 3177"/>
            <p:cNvSpPr/>
            <p:nvPr/>
          </p:nvSpPr>
          <p:spPr>
            <a:xfrm>
              <a:off x="34641193" y="18223483"/>
              <a:ext cx="0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3179" name="任意多边形: 形状 3178"/>
            <p:cNvSpPr/>
            <p:nvPr/>
          </p:nvSpPr>
          <p:spPr>
            <a:xfrm>
              <a:off x="25077471" y="27787088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3180" name="任意多边形: 形状 3179"/>
            <p:cNvSpPr/>
            <p:nvPr/>
          </p:nvSpPr>
          <p:spPr>
            <a:xfrm>
              <a:off x="25077471" y="18223483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chemeClr val="bg2">
                  <a:lumMod val="90000"/>
                </a:schemeClr>
              </a:solidFill>
              <a:prstDash val="solid"/>
              <a:miter/>
            </a:ln>
          </p:spPr>
        </p:sp>
        <p:sp>
          <p:nvSpPr>
            <p:cNvPr id="3181" name="任意多边形: 形状 3180"/>
            <p:cNvSpPr/>
            <p:nvPr/>
          </p:nvSpPr>
          <p:spPr>
            <a:xfrm>
              <a:off x="25077471" y="27103973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2" name="任意多边形: 形状 3181"/>
            <p:cNvSpPr/>
            <p:nvPr/>
          </p:nvSpPr>
          <p:spPr>
            <a:xfrm>
              <a:off x="25077471" y="25737744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3" name="任意多边形: 形状 3182"/>
            <p:cNvSpPr/>
            <p:nvPr/>
          </p:nvSpPr>
          <p:spPr>
            <a:xfrm>
              <a:off x="25077471" y="24371515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4" name="任意多边形: 形状 3183"/>
            <p:cNvSpPr/>
            <p:nvPr/>
          </p:nvSpPr>
          <p:spPr>
            <a:xfrm>
              <a:off x="25077471" y="23005286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5" name="任意多边形: 形状 3184"/>
            <p:cNvSpPr/>
            <p:nvPr/>
          </p:nvSpPr>
          <p:spPr>
            <a:xfrm>
              <a:off x="25077471" y="21639056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6" name="任意多边形: 形状 3185"/>
            <p:cNvSpPr/>
            <p:nvPr/>
          </p:nvSpPr>
          <p:spPr>
            <a:xfrm>
              <a:off x="25077471" y="20272827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7" name="任意多边形: 形状 3186"/>
            <p:cNvSpPr/>
            <p:nvPr/>
          </p:nvSpPr>
          <p:spPr>
            <a:xfrm>
              <a:off x="25077471" y="18906598"/>
              <a:ext cx="9563722" cy="0"/>
            </a:xfrm>
            <a:custGeom>
              <a:avLst/>
              <a:gdLst>
                <a:gd name="csX0" fmla="*/ 0 w 9563722"/>
                <a:gd name="csY0" fmla="*/ 0 h 32047"/>
                <a:gd name="csX1" fmla="*/ 9563723 w 9563722"/>
                <a:gd name="csY1" fmla="*/ 0 h 320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63722" h="32047">
                  <a:moveTo>
                    <a:pt x="0" y="0"/>
                  </a:moveTo>
                  <a:lnTo>
                    <a:pt x="9563723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8" name="任意多边形: 形状 3187"/>
            <p:cNvSpPr/>
            <p:nvPr/>
          </p:nvSpPr>
          <p:spPr>
            <a:xfrm>
              <a:off x="25760594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89" name="任意多边形: 形状 3188"/>
            <p:cNvSpPr/>
            <p:nvPr/>
          </p:nvSpPr>
          <p:spPr>
            <a:xfrm>
              <a:off x="27126840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90" name="任意多边形: 形状 3189"/>
            <p:cNvSpPr/>
            <p:nvPr/>
          </p:nvSpPr>
          <p:spPr>
            <a:xfrm>
              <a:off x="28493086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91" name="任意多边形: 形状 3190"/>
            <p:cNvSpPr/>
            <p:nvPr/>
          </p:nvSpPr>
          <p:spPr>
            <a:xfrm>
              <a:off x="29859332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92" name="任意多边形: 形状 3191"/>
            <p:cNvSpPr/>
            <p:nvPr/>
          </p:nvSpPr>
          <p:spPr>
            <a:xfrm>
              <a:off x="31225578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93" name="任意多边形: 形状 3192"/>
            <p:cNvSpPr/>
            <p:nvPr/>
          </p:nvSpPr>
          <p:spPr>
            <a:xfrm>
              <a:off x="32591824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94" name="任意多边形: 形状 3193"/>
            <p:cNvSpPr/>
            <p:nvPr/>
          </p:nvSpPr>
          <p:spPr>
            <a:xfrm>
              <a:off x="33958070" y="18223483"/>
              <a:ext cx="32047" cy="9563604"/>
            </a:xfrm>
            <a:custGeom>
              <a:avLst/>
              <a:gdLst>
                <a:gd name="csX0" fmla="*/ 0 w 32047"/>
                <a:gd name="csY0" fmla="*/ 9563604 h 9563604"/>
                <a:gd name="csX1" fmla="*/ 0 w 32047"/>
                <a:gd name="csY1" fmla="*/ 0 h 95636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047" h="9563604">
                  <a:moveTo>
                    <a:pt x="0" y="956360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20000"/>
                </a:srgbClr>
              </a:solidFill>
              <a:prstDash val="sysDash"/>
              <a:round/>
            </a:ln>
          </p:spPr>
        </p:sp>
        <p:sp>
          <p:nvSpPr>
            <p:cNvPr id="3195" name="任意多边形: 形状 3194"/>
            <p:cNvSpPr/>
            <p:nvPr/>
          </p:nvSpPr>
          <p:spPr>
            <a:xfrm>
              <a:off x="29176209" y="22322171"/>
              <a:ext cx="1366246" cy="1366229"/>
            </a:xfrm>
            <a:custGeom>
              <a:avLst/>
              <a:gdLst>
                <a:gd name="csX0" fmla="*/ 683123 w 1366246"/>
                <a:gd name="csY0" fmla="*/ 1366229 h 1366229"/>
                <a:gd name="csX1" fmla="*/ 1166164 w 1366246"/>
                <a:gd name="csY1" fmla="*/ 1166150 h 1366229"/>
                <a:gd name="csX2" fmla="*/ 1366246 w 1366246"/>
                <a:gd name="csY2" fmla="*/ 683115 h 1366229"/>
                <a:gd name="csX3" fmla="*/ 1166164 w 1366246"/>
                <a:gd name="csY3" fmla="*/ 200080 h 1366229"/>
                <a:gd name="csX4" fmla="*/ 683123 w 1366246"/>
                <a:gd name="csY4" fmla="*/ 0 h 1366229"/>
                <a:gd name="csX5" fmla="*/ 200082 w 1366246"/>
                <a:gd name="csY5" fmla="*/ 200080 h 1366229"/>
                <a:gd name="csX6" fmla="*/ 0 w 1366246"/>
                <a:gd name="csY6" fmla="*/ 683115 h 1366229"/>
                <a:gd name="csX7" fmla="*/ 200082 w 1366246"/>
                <a:gd name="csY7" fmla="*/ 1166150 h 1366229"/>
                <a:gd name="csX8" fmla="*/ 683123 w 1366246"/>
                <a:gd name="csY8" fmla="*/ 1366229 h 1366229"/>
                <a:gd name="csX9" fmla="*/ 683123 w 1366246"/>
                <a:gd name="csY9" fmla="*/ 1366229 h 13662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366246" h="1366229">
                  <a:moveTo>
                    <a:pt x="683123" y="1366229"/>
                  </a:moveTo>
                  <a:cubicBezTo>
                    <a:pt x="864289" y="1366229"/>
                    <a:pt x="1038060" y="1294252"/>
                    <a:pt x="1166164" y="1166150"/>
                  </a:cubicBezTo>
                  <a:cubicBezTo>
                    <a:pt x="1294268" y="1038047"/>
                    <a:pt x="1366246" y="864279"/>
                    <a:pt x="1366246" y="683115"/>
                  </a:cubicBezTo>
                  <a:cubicBezTo>
                    <a:pt x="1366246" y="501950"/>
                    <a:pt x="1294268" y="328182"/>
                    <a:pt x="1166164" y="200080"/>
                  </a:cubicBezTo>
                  <a:cubicBezTo>
                    <a:pt x="1038060" y="71977"/>
                    <a:pt x="864289" y="0"/>
                    <a:pt x="683123" y="0"/>
                  </a:cubicBezTo>
                  <a:cubicBezTo>
                    <a:pt x="501957" y="0"/>
                    <a:pt x="328186" y="71977"/>
                    <a:pt x="200082" y="200080"/>
                  </a:cubicBezTo>
                  <a:cubicBezTo>
                    <a:pt x="71978" y="328182"/>
                    <a:pt x="0" y="501950"/>
                    <a:pt x="0" y="683115"/>
                  </a:cubicBezTo>
                  <a:cubicBezTo>
                    <a:pt x="0" y="864279"/>
                    <a:pt x="71978" y="1038047"/>
                    <a:pt x="200082" y="1166150"/>
                  </a:cubicBezTo>
                  <a:cubicBezTo>
                    <a:pt x="328186" y="1294252"/>
                    <a:pt x="501957" y="1366229"/>
                    <a:pt x="683123" y="1366229"/>
                  </a:cubicBezTo>
                  <a:lnTo>
                    <a:pt x="683123" y="1366229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3196" name="任意多边形: 形状 3195"/>
            <p:cNvSpPr/>
            <p:nvPr/>
          </p:nvSpPr>
          <p:spPr>
            <a:xfrm>
              <a:off x="28493086" y="21639056"/>
              <a:ext cx="2732491" cy="2732458"/>
            </a:xfrm>
            <a:custGeom>
              <a:avLst/>
              <a:gdLst>
                <a:gd name="csX0" fmla="*/ 1366246 w 2732491"/>
                <a:gd name="csY0" fmla="*/ 2732459 h 2732458"/>
                <a:gd name="csX1" fmla="*/ 2332328 w 2732491"/>
                <a:gd name="csY1" fmla="*/ 2332299 h 2732458"/>
                <a:gd name="csX2" fmla="*/ 2732492 w 2732491"/>
                <a:gd name="csY2" fmla="*/ 1366229 h 2732458"/>
                <a:gd name="csX3" fmla="*/ 2332328 w 2732491"/>
                <a:gd name="csY3" fmla="*/ 400159 h 2732458"/>
                <a:gd name="csX4" fmla="*/ 1366246 w 2732491"/>
                <a:gd name="csY4" fmla="*/ 0 h 2732458"/>
                <a:gd name="csX5" fmla="*/ 400164 w 2732491"/>
                <a:gd name="csY5" fmla="*/ 400159 h 2732458"/>
                <a:gd name="csX6" fmla="*/ 0 w 2732491"/>
                <a:gd name="csY6" fmla="*/ 1366229 h 2732458"/>
                <a:gd name="csX7" fmla="*/ 400164 w 2732491"/>
                <a:gd name="csY7" fmla="*/ 2332299 h 2732458"/>
                <a:gd name="csX8" fmla="*/ 1366246 w 2732491"/>
                <a:gd name="csY8" fmla="*/ 2732459 h 2732458"/>
                <a:gd name="csX9" fmla="*/ 1366246 w 2732491"/>
                <a:gd name="csY9" fmla="*/ 2732459 h 27324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2732491" h="2732458">
                  <a:moveTo>
                    <a:pt x="1366246" y="2732459"/>
                  </a:moveTo>
                  <a:cubicBezTo>
                    <a:pt x="1728579" y="2732459"/>
                    <a:pt x="2076120" y="2588504"/>
                    <a:pt x="2332328" y="2332299"/>
                  </a:cubicBezTo>
                  <a:cubicBezTo>
                    <a:pt x="2588536" y="2076094"/>
                    <a:pt x="2732492" y="1728558"/>
                    <a:pt x="2732492" y="1366229"/>
                  </a:cubicBezTo>
                  <a:cubicBezTo>
                    <a:pt x="2732492" y="1003901"/>
                    <a:pt x="2588536" y="656364"/>
                    <a:pt x="2332328" y="400159"/>
                  </a:cubicBezTo>
                  <a:cubicBezTo>
                    <a:pt x="2076120" y="143954"/>
                    <a:pt x="1728579" y="0"/>
                    <a:pt x="1366246" y="0"/>
                  </a:cubicBezTo>
                  <a:cubicBezTo>
                    <a:pt x="1003913" y="0"/>
                    <a:pt x="656372" y="143954"/>
                    <a:pt x="400164" y="400159"/>
                  </a:cubicBezTo>
                  <a:cubicBezTo>
                    <a:pt x="143956" y="656364"/>
                    <a:pt x="0" y="1003901"/>
                    <a:pt x="0" y="1366229"/>
                  </a:cubicBezTo>
                  <a:cubicBezTo>
                    <a:pt x="0" y="1728558"/>
                    <a:pt x="143956" y="2076094"/>
                    <a:pt x="400164" y="2332299"/>
                  </a:cubicBezTo>
                  <a:cubicBezTo>
                    <a:pt x="656372" y="2588504"/>
                    <a:pt x="1003913" y="2732459"/>
                    <a:pt x="1366246" y="2732459"/>
                  </a:cubicBezTo>
                  <a:lnTo>
                    <a:pt x="1366246" y="2732459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3197" name="任意多边形: 形状 3196"/>
            <p:cNvSpPr/>
            <p:nvPr/>
          </p:nvSpPr>
          <p:spPr>
            <a:xfrm>
              <a:off x="27809963" y="20955942"/>
              <a:ext cx="4098737" cy="4098687"/>
            </a:xfrm>
            <a:custGeom>
              <a:avLst/>
              <a:gdLst>
                <a:gd name="csX0" fmla="*/ 2049369 w 4098737"/>
                <a:gd name="csY0" fmla="*/ 4098688 h 4098687"/>
                <a:gd name="csX1" fmla="*/ 3498492 w 4098737"/>
                <a:gd name="csY1" fmla="*/ 3498449 h 4098687"/>
                <a:gd name="csX2" fmla="*/ 4098738 w 4098737"/>
                <a:gd name="csY2" fmla="*/ 2049344 h 4098687"/>
                <a:gd name="csX3" fmla="*/ 3498492 w 4098737"/>
                <a:gd name="csY3" fmla="*/ 600239 h 4098687"/>
                <a:gd name="csX4" fmla="*/ 2049369 w 4098737"/>
                <a:gd name="csY4" fmla="*/ 0 h 4098687"/>
                <a:gd name="csX5" fmla="*/ 600247 w 4098737"/>
                <a:gd name="csY5" fmla="*/ 600239 h 4098687"/>
                <a:gd name="csX6" fmla="*/ 0 w 4098737"/>
                <a:gd name="csY6" fmla="*/ 2049344 h 4098687"/>
                <a:gd name="csX7" fmla="*/ 600247 w 4098737"/>
                <a:gd name="csY7" fmla="*/ 3498449 h 4098687"/>
                <a:gd name="csX8" fmla="*/ 2049369 w 4098737"/>
                <a:gd name="csY8" fmla="*/ 4098688 h 4098687"/>
                <a:gd name="csX9" fmla="*/ 2049369 w 4098737"/>
                <a:gd name="csY9" fmla="*/ 4098688 h 4098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098737" h="4098687">
                  <a:moveTo>
                    <a:pt x="2049369" y="4098688"/>
                  </a:moveTo>
                  <a:cubicBezTo>
                    <a:pt x="2592868" y="4098688"/>
                    <a:pt x="3114180" y="3882756"/>
                    <a:pt x="3498492" y="3498449"/>
                  </a:cubicBezTo>
                  <a:cubicBezTo>
                    <a:pt x="3882804" y="3114142"/>
                    <a:pt x="4098738" y="2592836"/>
                    <a:pt x="4098738" y="2049344"/>
                  </a:cubicBezTo>
                  <a:cubicBezTo>
                    <a:pt x="4098738" y="1505851"/>
                    <a:pt x="3882804" y="984546"/>
                    <a:pt x="3498492" y="600239"/>
                  </a:cubicBezTo>
                  <a:cubicBezTo>
                    <a:pt x="3114180" y="215932"/>
                    <a:pt x="2592868" y="0"/>
                    <a:pt x="2049369" y="0"/>
                  </a:cubicBezTo>
                  <a:cubicBezTo>
                    <a:pt x="1505870" y="0"/>
                    <a:pt x="984558" y="215932"/>
                    <a:pt x="600247" y="600239"/>
                  </a:cubicBezTo>
                  <a:cubicBezTo>
                    <a:pt x="215934" y="984546"/>
                    <a:pt x="0" y="1505851"/>
                    <a:pt x="0" y="2049344"/>
                  </a:cubicBezTo>
                  <a:cubicBezTo>
                    <a:pt x="0" y="2592836"/>
                    <a:pt x="215934" y="3114142"/>
                    <a:pt x="600247" y="3498449"/>
                  </a:cubicBezTo>
                  <a:cubicBezTo>
                    <a:pt x="984558" y="3882756"/>
                    <a:pt x="1505870" y="4098688"/>
                    <a:pt x="2049369" y="4098688"/>
                  </a:cubicBezTo>
                  <a:lnTo>
                    <a:pt x="2049369" y="4098688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sp>
          <p:nvSpPr>
            <p:cNvPr id="3198" name="任意多边形: 形状 3197"/>
            <p:cNvSpPr/>
            <p:nvPr/>
          </p:nvSpPr>
          <p:spPr>
            <a:xfrm>
              <a:off x="27126840" y="20272827"/>
              <a:ext cx="5464984" cy="5464916"/>
            </a:xfrm>
            <a:custGeom>
              <a:avLst/>
              <a:gdLst>
                <a:gd name="csX0" fmla="*/ 2732492 w 5464984"/>
                <a:gd name="csY0" fmla="*/ 5464917 h 5464916"/>
                <a:gd name="csX1" fmla="*/ 4664656 w 5464984"/>
                <a:gd name="csY1" fmla="*/ 4664599 h 5464916"/>
                <a:gd name="csX2" fmla="*/ 5464985 w 5464984"/>
                <a:gd name="csY2" fmla="*/ 2732459 h 5464916"/>
                <a:gd name="csX3" fmla="*/ 4664656 w 5464984"/>
                <a:gd name="csY3" fmla="*/ 800319 h 5464916"/>
                <a:gd name="csX4" fmla="*/ 2732492 w 5464984"/>
                <a:gd name="csY4" fmla="*/ 0 h 5464916"/>
                <a:gd name="csX5" fmla="*/ 800328 w 5464984"/>
                <a:gd name="csY5" fmla="*/ 800319 h 5464916"/>
                <a:gd name="csX6" fmla="*/ 0 w 5464984"/>
                <a:gd name="csY6" fmla="*/ 2732459 h 5464916"/>
                <a:gd name="csX7" fmla="*/ 800328 w 5464984"/>
                <a:gd name="csY7" fmla="*/ 4664599 h 5464916"/>
                <a:gd name="csX8" fmla="*/ 2732492 w 5464984"/>
                <a:gd name="csY8" fmla="*/ 5464917 h 5464916"/>
                <a:gd name="csX9" fmla="*/ 2732492 w 5464984"/>
                <a:gd name="csY9" fmla="*/ 5464917 h 54649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464984" h="5464916">
                  <a:moveTo>
                    <a:pt x="2732492" y="5464917"/>
                  </a:moveTo>
                  <a:cubicBezTo>
                    <a:pt x="3457157" y="5464917"/>
                    <a:pt x="4152240" y="5177008"/>
                    <a:pt x="4664656" y="4664599"/>
                  </a:cubicBezTo>
                  <a:cubicBezTo>
                    <a:pt x="5177072" y="4152189"/>
                    <a:pt x="5464985" y="3457115"/>
                    <a:pt x="5464985" y="2732459"/>
                  </a:cubicBezTo>
                  <a:cubicBezTo>
                    <a:pt x="5464985" y="2007802"/>
                    <a:pt x="5177072" y="1312728"/>
                    <a:pt x="4664656" y="800319"/>
                  </a:cubicBezTo>
                  <a:cubicBezTo>
                    <a:pt x="4152240" y="287909"/>
                    <a:pt x="3457157" y="0"/>
                    <a:pt x="2732492" y="0"/>
                  </a:cubicBezTo>
                  <a:cubicBezTo>
                    <a:pt x="2007827" y="0"/>
                    <a:pt x="1312744" y="287909"/>
                    <a:pt x="800328" y="800319"/>
                  </a:cubicBezTo>
                  <a:cubicBezTo>
                    <a:pt x="287912" y="1312728"/>
                    <a:pt x="0" y="2007802"/>
                    <a:pt x="0" y="2732459"/>
                  </a:cubicBezTo>
                  <a:cubicBezTo>
                    <a:pt x="0" y="3457115"/>
                    <a:pt x="287912" y="4152189"/>
                    <a:pt x="800328" y="4664599"/>
                  </a:cubicBezTo>
                  <a:cubicBezTo>
                    <a:pt x="1312744" y="5177008"/>
                    <a:pt x="2007827" y="5464917"/>
                    <a:pt x="2732492" y="5464917"/>
                  </a:cubicBezTo>
                  <a:lnTo>
                    <a:pt x="2732492" y="5464917"/>
                  </a:lnTo>
                  <a:close/>
                </a:path>
              </a:pathLst>
            </a:custGeom>
            <a:noFill/>
            <a:ln w="101600" cap="flat">
              <a:solidFill>
                <a:srgbClr val="808080">
                  <a:alpha val="50000"/>
                </a:srgbClr>
              </a:solidFill>
              <a:custDash>
                <a:ds d="222000" sp="96000"/>
              </a:custDash>
              <a:miter/>
            </a:ln>
          </p:spPr>
        </p:sp>
        <p:grpSp>
          <p:nvGrpSpPr>
            <p:cNvPr id="3700" name="组合 3699"/>
            <p:cNvGrpSpPr/>
            <p:nvPr/>
          </p:nvGrpSpPr>
          <p:grpSpPr>
            <a:xfrm>
              <a:off x="25707757" y="18918192"/>
              <a:ext cx="8327472" cy="8499722"/>
              <a:chOff x="25707757" y="18918192"/>
              <a:chExt cx="8327472" cy="8499722"/>
            </a:xfrm>
          </p:grpSpPr>
          <p:sp>
            <p:nvSpPr>
              <p:cNvPr id="3200" name="任意多边形: 形状 3199"/>
              <p:cNvSpPr/>
              <p:nvPr/>
            </p:nvSpPr>
            <p:spPr>
              <a:xfrm>
                <a:off x="29277551" y="25034138"/>
                <a:ext cx="180000" cy="180000"/>
              </a:xfrm>
              <a:custGeom>
                <a:avLst/>
                <a:gdLst>
                  <a:gd name="csX0" fmla="*/ 45501 w 90645"/>
                  <a:gd name="csY0" fmla="*/ 90865 h 90643"/>
                  <a:gd name="csX1" fmla="*/ 77549 w 90645"/>
                  <a:gd name="csY1" fmla="*/ 77591 h 90643"/>
                  <a:gd name="csX2" fmla="*/ 90824 w 90645"/>
                  <a:gd name="csY2" fmla="*/ 45543 h 90643"/>
                  <a:gd name="csX3" fmla="*/ 77549 w 90645"/>
                  <a:gd name="csY3" fmla="*/ 13496 h 90643"/>
                  <a:gd name="csX4" fmla="*/ 45501 w 90645"/>
                  <a:gd name="csY4" fmla="*/ 221 h 90643"/>
                  <a:gd name="csX5" fmla="*/ 13453 w 90645"/>
                  <a:gd name="csY5" fmla="*/ 13496 h 90643"/>
                  <a:gd name="csX6" fmla="*/ 179 w 90645"/>
                  <a:gd name="csY6" fmla="*/ 45543 h 90643"/>
                  <a:gd name="csX7" fmla="*/ 13453 w 90645"/>
                  <a:gd name="csY7" fmla="*/ 77591 h 90643"/>
                  <a:gd name="csX8" fmla="*/ 45501 w 90645"/>
                  <a:gd name="csY8" fmla="*/ 9086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1" y="90865"/>
                    </a:moveTo>
                    <a:cubicBezTo>
                      <a:pt x="57521" y="90865"/>
                      <a:pt x="69050" y="86090"/>
                      <a:pt x="77549" y="77591"/>
                    </a:cubicBezTo>
                    <a:cubicBezTo>
                      <a:pt x="86048" y="69091"/>
                      <a:pt x="90824" y="57563"/>
                      <a:pt x="90824" y="45543"/>
                    </a:cubicBezTo>
                    <a:cubicBezTo>
                      <a:pt x="90824" y="33524"/>
                      <a:pt x="86048" y="21995"/>
                      <a:pt x="77549" y="13496"/>
                    </a:cubicBezTo>
                    <a:cubicBezTo>
                      <a:pt x="69050" y="4997"/>
                      <a:pt x="57521" y="221"/>
                      <a:pt x="45501" y="221"/>
                    </a:cubicBezTo>
                    <a:cubicBezTo>
                      <a:pt x="33481" y="221"/>
                      <a:pt x="21952" y="4997"/>
                      <a:pt x="13453" y="13496"/>
                    </a:cubicBezTo>
                    <a:cubicBezTo>
                      <a:pt x="4954" y="21995"/>
                      <a:pt x="179" y="33524"/>
                      <a:pt x="179" y="45543"/>
                    </a:cubicBezTo>
                    <a:cubicBezTo>
                      <a:pt x="179" y="57563"/>
                      <a:pt x="4954" y="69091"/>
                      <a:pt x="13453" y="77591"/>
                    </a:cubicBezTo>
                    <a:cubicBezTo>
                      <a:pt x="21952" y="86090"/>
                      <a:pt x="33481" y="90865"/>
                      <a:pt x="45501" y="9086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1" name="任意多边形: 形状 3200"/>
              <p:cNvSpPr/>
              <p:nvPr/>
            </p:nvSpPr>
            <p:spPr>
              <a:xfrm>
                <a:off x="30562398" y="20395253"/>
                <a:ext cx="180000" cy="180000"/>
              </a:xfrm>
              <a:custGeom>
                <a:avLst/>
                <a:gdLst>
                  <a:gd name="csX0" fmla="*/ 45541 w 90645"/>
                  <a:gd name="csY0" fmla="*/ 90720 h 90643"/>
                  <a:gd name="csX1" fmla="*/ 77589 w 90645"/>
                  <a:gd name="csY1" fmla="*/ 77446 h 90643"/>
                  <a:gd name="csX2" fmla="*/ 90864 w 90645"/>
                  <a:gd name="csY2" fmla="*/ 45398 h 90643"/>
                  <a:gd name="csX3" fmla="*/ 77589 w 90645"/>
                  <a:gd name="csY3" fmla="*/ 13351 h 90643"/>
                  <a:gd name="csX4" fmla="*/ 45541 w 90645"/>
                  <a:gd name="csY4" fmla="*/ 76 h 90643"/>
                  <a:gd name="csX5" fmla="*/ 13493 w 90645"/>
                  <a:gd name="csY5" fmla="*/ 13351 h 90643"/>
                  <a:gd name="csX6" fmla="*/ 219 w 90645"/>
                  <a:gd name="csY6" fmla="*/ 45398 h 90643"/>
                  <a:gd name="csX7" fmla="*/ 13493 w 90645"/>
                  <a:gd name="csY7" fmla="*/ 77446 h 90643"/>
                  <a:gd name="csX8" fmla="*/ 45541 w 90645"/>
                  <a:gd name="csY8" fmla="*/ 9072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1" y="90720"/>
                    </a:moveTo>
                    <a:cubicBezTo>
                      <a:pt x="57561" y="90720"/>
                      <a:pt x="69090" y="85945"/>
                      <a:pt x="77589" y="77446"/>
                    </a:cubicBezTo>
                    <a:cubicBezTo>
                      <a:pt x="86088" y="68947"/>
                      <a:pt x="90864" y="57418"/>
                      <a:pt x="90864" y="45398"/>
                    </a:cubicBezTo>
                    <a:cubicBezTo>
                      <a:pt x="90864" y="33379"/>
                      <a:pt x="86088" y="21850"/>
                      <a:pt x="77589" y="13351"/>
                    </a:cubicBezTo>
                    <a:cubicBezTo>
                      <a:pt x="69090" y="4852"/>
                      <a:pt x="57561" y="76"/>
                      <a:pt x="45541" y="76"/>
                    </a:cubicBezTo>
                    <a:cubicBezTo>
                      <a:pt x="33521" y="76"/>
                      <a:pt x="21992" y="4852"/>
                      <a:pt x="13493" y="13351"/>
                    </a:cubicBezTo>
                    <a:cubicBezTo>
                      <a:pt x="4994" y="21850"/>
                      <a:pt x="219" y="33379"/>
                      <a:pt x="219" y="45398"/>
                    </a:cubicBezTo>
                    <a:cubicBezTo>
                      <a:pt x="219" y="57418"/>
                      <a:pt x="4994" y="68947"/>
                      <a:pt x="13493" y="77446"/>
                    </a:cubicBezTo>
                    <a:cubicBezTo>
                      <a:pt x="21992" y="85945"/>
                      <a:pt x="33521" y="90720"/>
                      <a:pt x="45541" y="9072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2" name="任意多边形: 形状 3201"/>
              <p:cNvSpPr/>
              <p:nvPr/>
            </p:nvSpPr>
            <p:spPr>
              <a:xfrm>
                <a:off x="31377399" y="23327155"/>
                <a:ext cx="180000" cy="180000"/>
              </a:xfrm>
              <a:custGeom>
                <a:avLst/>
                <a:gdLst>
                  <a:gd name="csX0" fmla="*/ 45567 w 90645"/>
                  <a:gd name="csY0" fmla="*/ 90812 h 90643"/>
                  <a:gd name="csX1" fmla="*/ 77614 w 90645"/>
                  <a:gd name="csY1" fmla="*/ 77537 h 90643"/>
                  <a:gd name="csX2" fmla="*/ 90889 w 90645"/>
                  <a:gd name="csY2" fmla="*/ 45490 h 90643"/>
                  <a:gd name="csX3" fmla="*/ 77614 w 90645"/>
                  <a:gd name="csY3" fmla="*/ 13442 h 90643"/>
                  <a:gd name="csX4" fmla="*/ 45567 w 90645"/>
                  <a:gd name="csY4" fmla="*/ 168 h 90643"/>
                  <a:gd name="csX5" fmla="*/ 13519 w 90645"/>
                  <a:gd name="csY5" fmla="*/ 13442 h 90643"/>
                  <a:gd name="csX6" fmla="*/ 244 w 90645"/>
                  <a:gd name="csY6" fmla="*/ 45490 h 90643"/>
                  <a:gd name="csX7" fmla="*/ 13519 w 90645"/>
                  <a:gd name="csY7" fmla="*/ 77537 h 90643"/>
                  <a:gd name="csX8" fmla="*/ 45567 w 90645"/>
                  <a:gd name="csY8" fmla="*/ 9081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7" y="90812"/>
                    </a:moveTo>
                    <a:cubicBezTo>
                      <a:pt x="57586" y="90812"/>
                      <a:pt x="69115" y="86036"/>
                      <a:pt x="77614" y="77537"/>
                    </a:cubicBezTo>
                    <a:cubicBezTo>
                      <a:pt x="86114" y="69038"/>
                      <a:pt x="90889" y="57509"/>
                      <a:pt x="90889" y="45490"/>
                    </a:cubicBezTo>
                    <a:cubicBezTo>
                      <a:pt x="90889" y="33470"/>
                      <a:pt x="86114" y="21941"/>
                      <a:pt x="77614" y="13442"/>
                    </a:cubicBezTo>
                    <a:cubicBezTo>
                      <a:pt x="69115" y="4943"/>
                      <a:pt x="57586" y="168"/>
                      <a:pt x="45567" y="168"/>
                    </a:cubicBezTo>
                    <a:cubicBezTo>
                      <a:pt x="33547" y="168"/>
                      <a:pt x="22018" y="4943"/>
                      <a:pt x="13519" y="13442"/>
                    </a:cubicBezTo>
                    <a:cubicBezTo>
                      <a:pt x="5020" y="21941"/>
                      <a:pt x="244" y="33470"/>
                      <a:pt x="244" y="45490"/>
                    </a:cubicBezTo>
                    <a:cubicBezTo>
                      <a:pt x="244" y="57509"/>
                      <a:pt x="5020" y="69038"/>
                      <a:pt x="13519" y="77537"/>
                    </a:cubicBezTo>
                    <a:cubicBezTo>
                      <a:pt x="22018" y="86036"/>
                      <a:pt x="33547" y="90812"/>
                      <a:pt x="45567" y="9081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3" name="任意多边形: 形状 3202"/>
              <p:cNvSpPr/>
              <p:nvPr/>
            </p:nvSpPr>
            <p:spPr>
              <a:xfrm>
                <a:off x="28642130" y="22797212"/>
                <a:ext cx="180000" cy="180000"/>
              </a:xfrm>
              <a:custGeom>
                <a:avLst/>
                <a:gdLst>
                  <a:gd name="csX0" fmla="*/ 45481 w 90645"/>
                  <a:gd name="csY0" fmla="*/ 90795 h 90643"/>
                  <a:gd name="csX1" fmla="*/ 77529 w 90645"/>
                  <a:gd name="csY1" fmla="*/ 77521 h 90643"/>
                  <a:gd name="csX2" fmla="*/ 90804 w 90645"/>
                  <a:gd name="csY2" fmla="*/ 45473 h 90643"/>
                  <a:gd name="csX3" fmla="*/ 77529 w 90645"/>
                  <a:gd name="csY3" fmla="*/ 13426 h 90643"/>
                  <a:gd name="csX4" fmla="*/ 45481 w 90645"/>
                  <a:gd name="csY4" fmla="*/ 151 h 90643"/>
                  <a:gd name="csX5" fmla="*/ 13433 w 90645"/>
                  <a:gd name="csY5" fmla="*/ 13426 h 90643"/>
                  <a:gd name="csX6" fmla="*/ 159 w 90645"/>
                  <a:gd name="csY6" fmla="*/ 45473 h 90643"/>
                  <a:gd name="csX7" fmla="*/ 13433 w 90645"/>
                  <a:gd name="csY7" fmla="*/ 77521 h 90643"/>
                  <a:gd name="csX8" fmla="*/ 45481 w 90645"/>
                  <a:gd name="csY8" fmla="*/ 9079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1" y="90795"/>
                    </a:moveTo>
                    <a:cubicBezTo>
                      <a:pt x="57501" y="90795"/>
                      <a:pt x="69030" y="86020"/>
                      <a:pt x="77529" y="77521"/>
                    </a:cubicBezTo>
                    <a:cubicBezTo>
                      <a:pt x="86028" y="69022"/>
                      <a:pt x="90804" y="57493"/>
                      <a:pt x="90804" y="45473"/>
                    </a:cubicBezTo>
                    <a:cubicBezTo>
                      <a:pt x="90804" y="33454"/>
                      <a:pt x="86028" y="21925"/>
                      <a:pt x="77529" y="13426"/>
                    </a:cubicBezTo>
                    <a:cubicBezTo>
                      <a:pt x="69030" y="4927"/>
                      <a:pt x="57501" y="151"/>
                      <a:pt x="45481" y="151"/>
                    </a:cubicBezTo>
                    <a:cubicBezTo>
                      <a:pt x="33462" y="151"/>
                      <a:pt x="21933" y="4927"/>
                      <a:pt x="13433" y="13426"/>
                    </a:cubicBezTo>
                    <a:cubicBezTo>
                      <a:pt x="4934" y="21925"/>
                      <a:pt x="159" y="33454"/>
                      <a:pt x="159" y="45473"/>
                    </a:cubicBezTo>
                    <a:cubicBezTo>
                      <a:pt x="159" y="57493"/>
                      <a:pt x="4934" y="69022"/>
                      <a:pt x="13433" y="77521"/>
                    </a:cubicBezTo>
                    <a:cubicBezTo>
                      <a:pt x="21933" y="86020"/>
                      <a:pt x="33462" y="90795"/>
                      <a:pt x="45481" y="9079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4" name="任意多边形: 形状 3203"/>
              <p:cNvSpPr/>
              <p:nvPr/>
            </p:nvSpPr>
            <p:spPr>
              <a:xfrm>
                <a:off x="27457840" y="23434555"/>
                <a:ext cx="180000" cy="180000"/>
              </a:xfrm>
              <a:custGeom>
                <a:avLst/>
                <a:gdLst>
                  <a:gd name="csX0" fmla="*/ 45444 w 90645"/>
                  <a:gd name="csY0" fmla="*/ 90815 h 90643"/>
                  <a:gd name="csX1" fmla="*/ 77492 w 90645"/>
                  <a:gd name="csY1" fmla="*/ 77541 h 90643"/>
                  <a:gd name="csX2" fmla="*/ 90767 w 90645"/>
                  <a:gd name="csY2" fmla="*/ 45493 h 90643"/>
                  <a:gd name="csX3" fmla="*/ 77492 w 90645"/>
                  <a:gd name="csY3" fmla="*/ 13446 h 90643"/>
                  <a:gd name="csX4" fmla="*/ 45444 w 90645"/>
                  <a:gd name="csY4" fmla="*/ 171 h 90643"/>
                  <a:gd name="csX5" fmla="*/ 13396 w 90645"/>
                  <a:gd name="csY5" fmla="*/ 13446 h 90643"/>
                  <a:gd name="csX6" fmla="*/ 122 w 90645"/>
                  <a:gd name="csY6" fmla="*/ 45493 h 90643"/>
                  <a:gd name="csX7" fmla="*/ 13396 w 90645"/>
                  <a:gd name="csY7" fmla="*/ 77541 h 90643"/>
                  <a:gd name="csX8" fmla="*/ 45444 w 90645"/>
                  <a:gd name="csY8" fmla="*/ 9081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4" y="90815"/>
                    </a:moveTo>
                    <a:cubicBezTo>
                      <a:pt x="57464" y="90815"/>
                      <a:pt x="68993" y="86040"/>
                      <a:pt x="77492" y="77541"/>
                    </a:cubicBezTo>
                    <a:cubicBezTo>
                      <a:pt x="85991" y="69042"/>
                      <a:pt x="90767" y="57513"/>
                      <a:pt x="90767" y="45493"/>
                    </a:cubicBezTo>
                    <a:cubicBezTo>
                      <a:pt x="90767" y="33474"/>
                      <a:pt x="85991" y="21945"/>
                      <a:pt x="77492" y="13446"/>
                    </a:cubicBezTo>
                    <a:cubicBezTo>
                      <a:pt x="68993" y="4947"/>
                      <a:pt x="57464" y="171"/>
                      <a:pt x="45444" y="171"/>
                    </a:cubicBezTo>
                    <a:cubicBezTo>
                      <a:pt x="33425" y="171"/>
                      <a:pt x="21896" y="4947"/>
                      <a:pt x="13396" y="13446"/>
                    </a:cubicBezTo>
                    <a:cubicBezTo>
                      <a:pt x="4897" y="21945"/>
                      <a:pt x="122" y="33474"/>
                      <a:pt x="122" y="45493"/>
                    </a:cubicBezTo>
                    <a:cubicBezTo>
                      <a:pt x="122" y="57513"/>
                      <a:pt x="4897" y="69042"/>
                      <a:pt x="13396" y="77541"/>
                    </a:cubicBezTo>
                    <a:cubicBezTo>
                      <a:pt x="21896" y="86040"/>
                      <a:pt x="33425" y="90815"/>
                      <a:pt x="45444" y="9081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5" name="任意多边形: 形状 3204"/>
              <p:cNvSpPr/>
              <p:nvPr/>
            </p:nvSpPr>
            <p:spPr>
              <a:xfrm>
                <a:off x="31597925" y="22200489"/>
                <a:ext cx="180000" cy="180000"/>
              </a:xfrm>
              <a:custGeom>
                <a:avLst/>
                <a:gdLst>
                  <a:gd name="csX0" fmla="*/ 45573 w 90645"/>
                  <a:gd name="csY0" fmla="*/ 90777 h 90643"/>
                  <a:gd name="csX1" fmla="*/ 77621 w 90645"/>
                  <a:gd name="csY1" fmla="*/ 77502 h 90643"/>
                  <a:gd name="csX2" fmla="*/ 90896 w 90645"/>
                  <a:gd name="csY2" fmla="*/ 45455 h 90643"/>
                  <a:gd name="csX3" fmla="*/ 77621 w 90645"/>
                  <a:gd name="csY3" fmla="*/ 13407 h 90643"/>
                  <a:gd name="csX4" fmla="*/ 45573 w 90645"/>
                  <a:gd name="csY4" fmla="*/ 133 h 90643"/>
                  <a:gd name="csX5" fmla="*/ 13526 w 90645"/>
                  <a:gd name="csY5" fmla="*/ 13407 h 90643"/>
                  <a:gd name="csX6" fmla="*/ 251 w 90645"/>
                  <a:gd name="csY6" fmla="*/ 45455 h 90643"/>
                  <a:gd name="csX7" fmla="*/ 13526 w 90645"/>
                  <a:gd name="csY7" fmla="*/ 77502 h 90643"/>
                  <a:gd name="csX8" fmla="*/ 45573 w 90645"/>
                  <a:gd name="csY8" fmla="*/ 9077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3" y="90777"/>
                    </a:moveTo>
                    <a:cubicBezTo>
                      <a:pt x="57593" y="90777"/>
                      <a:pt x="69122" y="86001"/>
                      <a:pt x="77621" y="77502"/>
                    </a:cubicBezTo>
                    <a:cubicBezTo>
                      <a:pt x="86120" y="69003"/>
                      <a:pt x="90896" y="57474"/>
                      <a:pt x="90896" y="45455"/>
                    </a:cubicBezTo>
                    <a:cubicBezTo>
                      <a:pt x="90896" y="33435"/>
                      <a:pt x="86120" y="21906"/>
                      <a:pt x="77621" y="13407"/>
                    </a:cubicBezTo>
                    <a:cubicBezTo>
                      <a:pt x="69122" y="4908"/>
                      <a:pt x="57593" y="133"/>
                      <a:pt x="45573" y="133"/>
                    </a:cubicBezTo>
                    <a:cubicBezTo>
                      <a:pt x="33554" y="133"/>
                      <a:pt x="22025" y="4908"/>
                      <a:pt x="13526" y="13407"/>
                    </a:cubicBezTo>
                    <a:cubicBezTo>
                      <a:pt x="5026" y="21906"/>
                      <a:pt x="251" y="33435"/>
                      <a:pt x="251" y="45455"/>
                    </a:cubicBezTo>
                    <a:cubicBezTo>
                      <a:pt x="251" y="57474"/>
                      <a:pt x="5026" y="69003"/>
                      <a:pt x="13526" y="77502"/>
                    </a:cubicBezTo>
                    <a:cubicBezTo>
                      <a:pt x="22025" y="86001"/>
                      <a:pt x="33554" y="90777"/>
                      <a:pt x="45573" y="9077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6" name="任意多边形: 形状 3205"/>
              <p:cNvSpPr/>
              <p:nvPr/>
            </p:nvSpPr>
            <p:spPr>
              <a:xfrm>
                <a:off x="29996694" y="24309928"/>
                <a:ext cx="180000" cy="180000"/>
              </a:xfrm>
              <a:custGeom>
                <a:avLst/>
                <a:gdLst>
                  <a:gd name="csX0" fmla="*/ 45523 w 90645"/>
                  <a:gd name="csY0" fmla="*/ 90842 h 90643"/>
                  <a:gd name="csX1" fmla="*/ 77571 w 90645"/>
                  <a:gd name="csY1" fmla="*/ 77568 h 90643"/>
                  <a:gd name="csX2" fmla="*/ 90846 w 90645"/>
                  <a:gd name="csY2" fmla="*/ 45521 h 90643"/>
                  <a:gd name="csX3" fmla="*/ 77571 w 90645"/>
                  <a:gd name="csY3" fmla="*/ 13473 h 90643"/>
                  <a:gd name="csX4" fmla="*/ 45523 w 90645"/>
                  <a:gd name="csY4" fmla="*/ 199 h 90643"/>
                  <a:gd name="csX5" fmla="*/ 13476 w 90645"/>
                  <a:gd name="csY5" fmla="*/ 13473 h 90643"/>
                  <a:gd name="csX6" fmla="*/ 201 w 90645"/>
                  <a:gd name="csY6" fmla="*/ 45521 h 90643"/>
                  <a:gd name="csX7" fmla="*/ 13476 w 90645"/>
                  <a:gd name="csY7" fmla="*/ 77568 h 90643"/>
                  <a:gd name="csX8" fmla="*/ 45523 w 90645"/>
                  <a:gd name="csY8" fmla="*/ 9084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3" y="90842"/>
                    </a:moveTo>
                    <a:cubicBezTo>
                      <a:pt x="57543" y="90842"/>
                      <a:pt x="69072" y="86067"/>
                      <a:pt x="77571" y="77568"/>
                    </a:cubicBezTo>
                    <a:cubicBezTo>
                      <a:pt x="86071" y="69069"/>
                      <a:pt x="90846" y="57540"/>
                      <a:pt x="90846" y="45521"/>
                    </a:cubicBezTo>
                    <a:cubicBezTo>
                      <a:pt x="90846" y="33501"/>
                      <a:pt x="86071" y="21972"/>
                      <a:pt x="77571" y="13473"/>
                    </a:cubicBezTo>
                    <a:cubicBezTo>
                      <a:pt x="69072" y="4974"/>
                      <a:pt x="57543" y="199"/>
                      <a:pt x="45523" y="199"/>
                    </a:cubicBezTo>
                    <a:cubicBezTo>
                      <a:pt x="33504" y="199"/>
                      <a:pt x="21975" y="4974"/>
                      <a:pt x="13476" y="13473"/>
                    </a:cubicBezTo>
                    <a:cubicBezTo>
                      <a:pt x="4976" y="21972"/>
                      <a:pt x="201" y="33501"/>
                      <a:pt x="201" y="45521"/>
                    </a:cubicBezTo>
                    <a:cubicBezTo>
                      <a:pt x="201" y="57540"/>
                      <a:pt x="4976" y="69069"/>
                      <a:pt x="13476" y="77568"/>
                    </a:cubicBezTo>
                    <a:cubicBezTo>
                      <a:pt x="21975" y="86067"/>
                      <a:pt x="33504" y="90842"/>
                      <a:pt x="45523" y="9084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7" name="任意多边形: 形状 3206"/>
              <p:cNvSpPr/>
              <p:nvPr/>
            </p:nvSpPr>
            <p:spPr>
              <a:xfrm>
                <a:off x="29382078" y="22011478"/>
                <a:ext cx="180000" cy="180000"/>
              </a:xfrm>
              <a:custGeom>
                <a:avLst/>
                <a:gdLst>
                  <a:gd name="csX0" fmla="*/ 45504 w 90645"/>
                  <a:gd name="csY0" fmla="*/ 90771 h 90643"/>
                  <a:gd name="csX1" fmla="*/ 77552 w 90645"/>
                  <a:gd name="csY1" fmla="*/ 77496 h 90643"/>
                  <a:gd name="csX2" fmla="*/ 90827 w 90645"/>
                  <a:gd name="csY2" fmla="*/ 45449 h 90643"/>
                  <a:gd name="csX3" fmla="*/ 77552 w 90645"/>
                  <a:gd name="csY3" fmla="*/ 13401 h 90643"/>
                  <a:gd name="csX4" fmla="*/ 45504 w 90645"/>
                  <a:gd name="csY4" fmla="*/ 127 h 90643"/>
                  <a:gd name="csX5" fmla="*/ 13456 w 90645"/>
                  <a:gd name="csY5" fmla="*/ 13401 h 90643"/>
                  <a:gd name="csX6" fmla="*/ 182 w 90645"/>
                  <a:gd name="csY6" fmla="*/ 45449 h 90643"/>
                  <a:gd name="csX7" fmla="*/ 13456 w 90645"/>
                  <a:gd name="csY7" fmla="*/ 77496 h 90643"/>
                  <a:gd name="csX8" fmla="*/ 45504 w 90645"/>
                  <a:gd name="csY8" fmla="*/ 9077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4" y="90771"/>
                    </a:moveTo>
                    <a:cubicBezTo>
                      <a:pt x="57524" y="90771"/>
                      <a:pt x="69053" y="85995"/>
                      <a:pt x="77552" y="77496"/>
                    </a:cubicBezTo>
                    <a:cubicBezTo>
                      <a:pt x="86051" y="68997"/>
                      <a:pt x="90827" y="57468"/>
                      <a:pt x="90827" y="45449"/>
                    </a:cubicBezTo>
                    <a:cubicBezTo>
                      <a:pt x="90827" y="33429"/>
                      <a:pt x="86051" y="21900"/>
                      <a:pt x="77552" y="13401"/>
                    </a:cubicBezTo>
                    <a:cubicBezTo>
                      <a:pt x="69053" y="4902"/>
                      <a:pt x="57524" y="127"/>
                      <a:pt x="45504" y="127"/>
                    </a:cubicBezTo>
                    <a:cubicBezTo>
                      <a:pt x="33485" y="127"/>
                      <a:pt x="21956" y="4902"/>
                      <a:pt x="13456" y="13401"/>
                    </a:cubicBezTo>
                    <a:cubicBezTo>
                      <a:pt x="4957" y="21900"/>
                      <a:pt x="182" y="33429"/>
                      <a:pt x="182" y="45449"/>
                    </a:cubicBezTo>
                    <a:cubicBezTo>
                      <a:pt x="182" y="57468"/>
                      <a:pt x="4957" y="68997"/>
                      <a:pt x="13456" y="77496"/>
                    </a:cubicBezTo>
                    <a:cubicBezTo>
                      <a:pt x="21956" y="85995"/>
                      <a:pt x="33485" y="90771"/>
                      <a:pt x="45504" y="9077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8" name="任意多边形: 形状 3207"/>
              <p:cNvSpPr/>
              <p:nvPr/>
            </p:nvSpPr>
            <p:spPr>
              <a:xfrm>
                <a:off x="29616137" y="23099806"/>
                <a:ext cx="180000" cy="180000"/>
              </a:xfrm>
              <a:custGeom>
                <a:avLst/>
                <a:gdLst>
                  <a:gd name="csX0" fmla="*/ 45512 w 90645"/>
                  <a:gd name="csY0" fmla="*/ 90805 h 90643"/>
                  <a:gd name="csX1" fmla="*/ 77559 w 90645"/>
                  <a:gd name="csY1" fmla="*/ 77530 h 90643"/>
                  <a:gd name="csX2" fmla="*/ 90834 w 90645"/>
                  <a:gd name="csY2" fmla="*/ 45483 h 90643"/>
                  <a:gd name="csX3" fmla="*/ 77559 w 90645"/>
                  <a:gd name="csY3" fmla="*/ 13435 h 90643"/>
                  <a:gd name="csX4" fmla="*/ 45512 w 90645"/>
                  <a:gd name="csY4" fmla="*/ 161 h 90643"/>
                  <a:gd name="csX5" fmla="*/ 13464 w 90645"/>
                  <a:gd name="csY5" fmla="*/ 13435 h 90643"/>
                  <a:gd name="csX6" fmla="*/ 189 w 90645"/>
                  <a:gd name="csY6" fmla="*/ 45483 h 90643"/>
                  <a:gd name="csX7" fmla="*/ 13464 w 90645"/>
                  <a:gd name="csY7" fmla="*/ 77530 h 90643"/>
                  <a:gd name="csX8" fmla="*/ 45512 w 90645"/>
                  <a:gd name="csY8" fmla="*/ 9080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2" y="90805"/>
                    </a:moveTo>
                    <a:cubicBezTo>
                      <a:pt x="57531" y="90805"/>
                      <a:pt x="69060" y="86029"/>
                      <a:pt x="77559" y="77530"/>
                    </a:cubicBezTo>
                    <a:cubicBezTo>
                      <a:pt x="86059" y="69031"/>
                      <a:pt x="90834" y="57502"/>
                      <a:pt x="90834" y="45483"/>
                    </a:cubicBezTo>
                    <a:cubicBezTo>
                      <a:pt x="90834" y="33463"/>
                      <a:pt x="86059" y="21934"/>
                      <a:pt x="77559" y="13435"/>
                    </a:cubicBezTo>
                    <a:cubicBezTo>
                      <a:pt x="69060" y="4936"/>
                      <a:pt x="57531" y="161"/>
                      <a:pt x="45512" y="161"/>
                    </a:cubicBezTo>
                    <a:cubicBezTo>
                      <a:pt x="33492" y="161"/>
                      <a:pt x="21963" y="4936"/>
                      <a:pt x="13464" y="13435"/>
                    </a:cubicBezTo>
                    <a:cubicBezTo>
                      <a:pt x="4965" y="21934"/>
                      <a:pt x="189" y="33463"/>
                      <a:pt x="189" y="45483"/>
                    </a:cubicBezTo>
                    <a:cubicBezTo>
                      <a:pt x="189" y="57502"/>
                      <a:pt x="4965" y="69031"/>
                      <a:pt x="13464" y="77530"/>
                    </a:cubicBezTo>
                    <a:cubicBezTo>
                      <a:pt x="21963" y="86029"/>
                      <a:pt x="33492" y="90805"/>
                      <a:pt x="45512" y="9080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09" name="任意多边形: 形状 3208"/>
              <p:cNvSpPr/>
              <p:nvPr/>
            </p:nvSpPr>
            <p:spPr>
              <a:xfrm>
                <a:off x="30205646" y="22562103"/>
                <a:ext cx="180000" cy="180000"/>
              </a:xfrm>
              <a:custGeom>
                <a:avLst/>
                <a:gdLst>
                  <a:gd name="csX0" fmla="*/ 45530 w 90645"/>
                  <a:gd name="csY0" fmla="*/ 90788 h 90643"/>
                  <a:gd name="csX1" fmla="*/ 77578 w 90645"/>
                  <a:gd name="csY1" fmla="*/ 77513 h 90643"/>
                  <a:gd name="csX2" fmla="*/ 90853 w 90645"/>
                  <a:gd name="csY2" fmla="*/ 45466 h 90643"/>
                  <a:gd name="csX3" fmla="*/ 77578 w 90645"/>
                  <a:gd name="csY3" fmla="*/ 13419 h 90643"/>
                  <a:gd name="csX4" fmla="*/ 45530 w 90645"/>
                  <a:gd name="csY4" fmla="*/ 144 h 90643"/>
                  <a:gd name="csX5" fmla="*/ 13482 w 90645"/>
                  <a:gd name="csY5" fmla="*/ 13419 h 90643"/>
                  <a:gd name="csX6" fmla="*/ 207 w 90645"/>
                  <a:gd name="csY6" fmla="*/ 45466 h 90643"/>
                  <a:gd name="csX7" fmla="*/ 13482 w 90645"/>
                  <a:gd name="csY7" fmla="*/ 77513 h 90643"/>
                  <a:gd name="csX8" fmla="*/ 45530 w 90645"/>
                  <a:gd name="csY8" fmla="*/ 9078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0" y="90788"/>
                    </a:moveTo>
                    <a:cubicBezTo>
                      <a:pt x="57550" y="90788"/>
                      <a:pt x="69079" y="86013"/>
                      <a:pt x="77578" y="77513"/>
                    </a:cubicBezTo>
                    <a:cubicBezTo>
                      <a:pt x="86077" y="69014"/>
                      <a:pt x="90853" y="57486"/>
                      <a:pt x="90853" y="45466"/>
                    </a:cubicBezTo>
                    <a:cubicBezTo>
                      <a:pt x="90853" y="33446"/>
                      <a:pt x="86077" y="21918"/>
                      <a:pt x="77578" y="13419"/>
                    </a:cubicBezTo>
                    <a:cubicBezTo>
                      <a:pt x="69079" y="4919"/>
                      <a:pt x="57550" y="144"/>
                      <a:pt x="45530" y="144"/>
                    </a:cubicBezTo>
                    <a:cubicBezTo>
                      <a:pt x="33510" y="144"/>
                      <a:pt x="21981" y="4919"/>
                      <a:pt x="13482" y="13419"/>
                    </a:cubicBezTo>
                    <a:cubicBezTo>
                      <a:pt x="4983" y="21918"/>
                      <a:pt x="207" y="33446"/>
                      <a:pt x="207" y="45466"/>
                    </a:cubicBezTo>
                    <a:cubicBezTo>
                      <a:pt x="207" y="57486"/>
                      <a:pt x="4983" y="69014"/>
                      <a:pt x="13482" y="77513"/>
                    </a:cubicBezTo>
                    <a:cubicBezTo>
                      <a:pt x="21981" y="86013"/>
                      <a:pt x="33510" y="90788"/>
                      <a:pt x="45530" y="9078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0" name="任意多边形: 形状 3209"/>
              <p:cNvSpPr/>
              <p:nvPr/>
            </p:nvSpPr>
            <p:spPr>
              <a:xfrm>
                <a:off x="32223670" y="26276383"/>
                <a:ext cx="180000" cy="180000"/>
              </a:xfrm>
              <a:custGeom>
                <a:avLst/>
                <a:gdLst>
                  <a:gd name="csX0" fmla="*/ 45593 w 90645"/>
                  <a:gd name="csY0" fmla="*/ 90904 h 90643"/>
                  <a:gd name="csX1" fmla="*/ 77641 w 90645"/>
                  <a:gd name="csY1" fmla="*/ 77629 h 90643"/>
                  <a:gd name="csX2" fmla="*/ 90916 w 90645"/>
                  <a:gd name="csY2" fmla="*/ 45582 h 90643"/>
                  <a:gd name="csX3" fmla="*/ 77641 w 90645"/>
                  <a:gd name="csY3" fmla="*/ 13534 h 90643"/>
                  <a:gd name="csX4" fmla="*/ 45593 w 90645"/>
                  <a:gd name="csY4" fmla="*/ 260 h 90643"/>
                  <a:gd name="csX5" fmla="*/ 13545 w 90645"/>
                  <a:gd name="csY5" fmla="*/ 13534 h 90643"/>
                  <a:gd name="csX6" fmla="*/ 270 w 90645"/>
                  <a:gd name="csY6" fmla="*/ 45582 h 90643"/>
                  <a:gd name="csX7" fmla="*/ 13545 w 90645"/>
                  <a:gd name="csY7" fmla="*/ 77629 h 90643"/>
                  <a:gd name="csX8" fmla="*/ 45593 w 90645"/>
                  <a:gd name="csY8" fmla="*/ 909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3" y="90904"/>
                    </a:moveTo>
                    <a:cubicBezTo>
                      <a:pt x="57613" y="90904"/>
                      <a:pt x="69142" y="86128"/>
                      <a:pt x="77641" y="77629"/>
                    </a:cubicBezTo>
                    <a:cubicBezTo>
                      <a:pt x="86140" y="69130"/>
                      <a:pt x="90916" y="57601"/>
                      <a:pt x="90916" y="45582"/>
                    </a:cubicBezTo>
                    <a:cubicBezTo>
                      <a:pt x="90916" y="33562"/>
                      <a:pt x="86140" y="22033"/>
                      <a:pt x="77641" y="13534"/>
                    </a:cubicBezTo>
                    <a:cubicBezTo>
                      <a:pt x="69142" y="5035"/>
                      <a:pt x="57613" y="260"/>
                      <a:pt x="45593" y="260"/>
                    </a:cubicBezTo>
                    <a:cubicBezTo>
                      <a:pt x="33573" y="260"/>
                      <a:pt x="22044" y="5035"/>
                      <a:pt x="13545" y="13534"/>
                    </a:cubicBezTo>
                    <a:cubicBezTo>
                      <a:pt x="5046" y="22033"/>
                      <a:pt x="270" y="33562"/>
                      <a:pt x="270" y="45582"/>
                    </a:cubicBezTo>
                    <a:cubicBezTo>
                      <a:pt x="270" y="57601"/>
                      <a:pt x="5046" y="69130"/>
                      <a:pt x="13545" y="77629"/>
                    </a:cubicBezTo>
                    <a:cubicBezTo>
                      <a:pt x="22044" y="86128"/>
                      <a:pt x="33573" y="90904"/>
                      <a:pt x="45593" y="909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1" name="任意多边形: 形状 3210"/>
              <p:cNvSpPr/>
              <p:nvPr/>
            </p:nvSpPr>
            <p:spPr>
              <a:xfrm>
                <a:off x="28123964" y="21120456"/>
                <a:ext cx="180000" cy="180000"/>
              </a:xfrm>
              <a:custGeom>
                <a:avLst/>
                <a:gdLst>
                  <a:gd name="csX0" fmla="*/ 45465 w 90645"/>
                  <a:gd name="csY0" fmla="*/ 90743 h 90643"/>
                  <a:gd name="csX1" fmla="*/ 77513 w 90645"/>
                  <a:gd name="csY1" fmla="*/ 77468 h 90643"/>
                  <a:gd name="csX2" fmla="*/ 90788 w 90645"/>
                  <a:gd name="csY2" fmla="*/ 45421 h 90643"/>
                  <a:gd name="csX3" fmla="*/ 77513 w 90645"/>
                  <a:gd name="csY3" fmla="*/ 13374 h 90643"/>
                  <a:gd name="csX4" fmla="*/ 45465 w 90645"/>
                  <a:gd name="csY4" fmla="*/ 99 h 90643"/>
                  <a:gd name="csX5" fmla="*/ 13417 w 90645"/>
                  <a:gd name="csY5" fmla="*/ 13374 h 90643"/>
                  <a:gd name="csX6" fmla="*/ 143 w 90645"/>
                  <a:gd name="csY6" fmla="*/ 45421 h 90643"/>
                  <a:gd name="csX7" fmla="*/ 13417 w 90645"/>
                  <a:gd name="csY7" fmla="*/ 77468 h 90643"/>
                  <a:gd name="csX8" fmla="*/ 45465 w 90645"/>
                  <a:gd name="csY8" fmla="*/ 9074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5" y="90743"/>
                    </a:moveTo>
                    <a:cubicBezTo>
                      <a:pt x="57485" y="90743"/>
                      <a:pt x="69014" y="85968"/>
                      <a:pt x="77513" y="77468"/>
                    </a:cubicBezTo>
                    <a:cubicBezTo>
                      <a:pt x="86012" y="68969"/>
                      <a:pt x="90788" y="57441"/>
                      <a:pt x="90788" y="45421"/>
                    </a:cubicBezTo>
                    <a:cubicBezTo>
                      <a:pt x="90788" y="33401"/>
                      <a:pt x="86012" y="21873"/>
                      <a:pt x="77513" y="13374"/>
                    </a:cubicBezTo>
                    <a:cubicBezTo>
                      <a:pt x="69014" y="4874"/>
                      <a:pt x="57485" y="99"/>
                      <a:pt x="45465" y="99"/>
                    </a:cubicBezTo>
                    <a:cubicBezTo>
                      <a:pt x="33445" y="99"/>
                      <a:pt x="21916" y="4874"/>
                      <a:pt x="13417" y="13374"/>
                    </a:cubicBezTo>
                    <a:cubicBezTo>
                      <a:pt x="4918" y="21873"/>
                      <a:pt x="143" y="33401"/>
                      <a:pt x="143" y="45421"/>
                    </a:cubicBezTo>
                    <a:cubicBezTo>
                      <a:pt x="143" y="57441"/>
                      <a:pt x="4918" y="68969"/>
                      <a:pt x="13417" y="77468"/>
                    </a:cubicBezTo>
                    <a:cubicBezTo>
                      <a:pt x="21916" y="85968"/>
                      <a:pt x="33445" y="90743"/>
                      <a:pt x="45465" y="9074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2" name="任意多边形: 形状 3211"/>
              <p:cNvSpPr/>
              <p:nvPr/>
            </p:nvSpPr>
            <p:spPr>
              <a:xfrm>
                <a:off x="28328446" y="24017639"/>
                <a:ext cx="180000" cy="180000"/>
              </a:xfrm>
              <a:custGeom>
                <a:avLst/>
                <a:gdLst>
                  <a:gd name="csX0" fmla="*/ 45471 w 90645"/>
                  <a:gd name="csY0" fmla="*/ 90833 h 90643"/>
                  <a:gd name="csX1" fmla="*/ 77519 w 90645"/>
                  <a:gd name="csY1" fmla="*/ 77559 h 90643"/>
                  <a:gd name="csX2" fmla="*/ 90794 w 90645"/>
                  <a:gd name="csY2" fmla="*/ 45511 h 90643"/>
                  <a:gd name="csX3" fmla="*/ 77519 w 90645"/>
                  <a:gd name="csY3" fmla="*/ 13464 h 90643"/>
                  <a:gd name="csX4" fmla="*/ 45471 w 90645"/>
                  <a:gd name="csY4" fmla="*/ 189 h 90643"/>
                  <a:gd name="csX5" fmla="*/ 13424 w 90645"/>
                  <a:gd name="csY5" fmla="*/ 13464 h 90643"/>
                  <a:gd name="csX6" fmla="*/ 149 w 90645"/>
                  <a:gd name="csY6" fmla="*/ 45511 h 90643"/>
                  <a:gd name="csX7" fmla="*/ 13424 w 90645"/>
                  <a:gd name="csY7" fmla="*/ 77559 h 90643"/>
                  <a:gd name="csX8" fmla="*/ 45471 w 90645"/>
                  <a:gd name="csY8" fmla="*/ 9083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1" y="90833"/>
                    </a:moveTo>
                    <a:cubicBezTo>
                      <a:pt x="57491" y="90833"/>
                      <a:pt x="69020" y="86058"/>
                      <a:pt x="77519" y="77559"/>
                    </a:cubicBezTo>
                    <a:cubicBezTo>
                      <a:pt x="86018" y="69060"/>
                      <a:pt x="90794" y="57531"/>
                      <a:pt x="90794" y="45511"/>
                    </a:cubicBezTo>
                    <a:cubicBezTo>
                      <a:pt x="90794" y="33492"/>
                      <a:pt x="86018" y="21963"/>
                      <a:pt x="77519" y="13464"/>
                    </a:cubicBezTo>
                    <a:cubicBezTo>
                      <a:pt x="69020" y="4965"/>
                      <a:pt x="57491" y="189"/>
                      <a:pt x="45471" y="189"/>
                    </a:cubicBezTo>
                    <a:cubicBezTo>
                      <a:pt x="33452" y="189"/>
                      <a:pt x="21923" y="4965"/>
                      <a:pt x="13424" y="13464"/>
                    </a:cubicBezTo>
                    <a:cubicBezTo>
                      <a:pt x="4924" y="21963"/>
                      <a:pt x="149" y="33492"/>
                      <a:pt x="149" y="45511"/>
                    </a:cubicBezTo>
                    <a:cubicBezTo>
                      <a:pt x="149" y="57531"/>
                      <a:pt x="4924" y="69060"/>
                      <a:pt x="13424" y="77559"/>
                    </a:cubicBezTo>
                    <a:cubicBezTo>
                      <a:pt x="21923" y="86058"/>
                      <a:pt x="33452" y="90833"/>
                      <a:pt x="45471" y="9083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3" name="任意多边形: 形状 3212"/>
              <p:cNvSpPr/>
              <p:nvPr/>
            </p:nvSpPr>
            <p:spPr>
              <a:xfrm>
                <a:off x="31002903" y="21729831"/>
                <a:ext cx="180000" cy="180000"/>
              </a:xfrm>
              <a:custGeom>
                <a:avLst/>
                <a:gdLst>
                  <a:gd name="csX0" fmla="*/ 45555 w 90645"/>
                  <a:gd name="csY0" fmla="*/ 90762 h 90643"/>
                  <a:gd name="csX1" fmla="*/ 77603 w 90645"/>
                  <a:gd name="csY1" fmla="*/ 77487 h 90643"/>
                  <a:gd name="csX2" fmla="*/ 90877 w 90645"/>
                  <a:gd name="csY2" fmla="*/ 45440 h 90643"/>
                  <a:gd name="csX3" fmla="*/ 77603 w 90645"/>
                  <a:gd name="csY3" fmla="*/ 13393 h 90643"/>
                  <a:gd name="csX4" fmla="*/ 45555 w 90645"/>
                  <a:gd name="csY4" fmla="*/ 118 h 90643"/>
                  <a:gd name="csX5" fmla="*/ 13507 w 90645"/>
                  <a:gd name="csY5" fmla="*/ 13393 h 90643"/>
                  <a:gd name="csX6" fmla="*/ 232 w 90645"/>
                  <a:gd name="csY6" fmla="*/ 45440 h 90643"/>
                  <a:gd name="csX7" fmla="*/ 13507 w 90645"/>
                  <a:gd name="csY7" fmla="*/ 77487 h 90643"/>
                  <a:gd name="csX8" fmla="*/ 45555 w 90645"/>
                  <a:gd name="csY8" fmla="*/ 9076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5" y="90762"/>
                    </a:moveTo>
                    <a:cubicBezTo>
                      <a:pt x="57575" y="90762"/>
                      <a:pt x="69104" y="85987"/>
                      <a:pt x="77603" y="77487"/>
                    </a:cubicBezTo>
                    <a:cubicBezTo>
                      <a:pt x="86102" y="68988"/>
                      <a:pt x="90877" y="57460"/>
                      <a:pt x="90877" y="45440"/>
                    </a:cubicBezTo>
                    <a:cubicBezTo>
                      <a:pt x="90877" y="33420"/>
                      <a:pt x="86102" y="21892"/>
                      <a:pt x="77603" y="13393"/>
                    </a:cubicBezTo>
                    <a:cubicBezTo>
                      <a:pt x="69104" y="4893"/>
                      <a:pt x="57575" y="118"/>
                      <a:pt x="45555" y="118"/>
                    </a:cubicBezTo>
                    <a:cubicBezTo>
                      <a:pt x="33535" y="118"/>
                      <a:pt x="22006" y="4893"/>
                      <a:pt x="13507" y="13393"/>
                    </a:cubicBezTo>
                    <a:cubicBezTo>
                      <a:pt x="5008" y="21892"/>
                      <a:pt x="232" y="33420"/>
                      <a:pt x="232" y="45440"/>
                    </a:cubicBezTo>
                    <a:cubicBezTo>
                      <a:pt x="232" y="57460"/>
                      <a:pt x="5008" y="68988"/>
                      <a:pt x="13507" y="77487"/>
                    </a:cubicBezTo>
                    <a:cubicBezTo>
                      <a:pt x="22006" y="85987"/>
                      <a:pt x="33535" y="90762"/>
                      <a:pt x="45555" y="9076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4" name="任意多边形: 形状 3213"/>
              <p:cNvSpPr/>
              <p:nvPr/>
            </p:nvSpPr>
            <p:spPr>
              <a:xfrm>
                <a:off x="30309201" y="23684322"/>
                <a:ext cx="180000" cy="180000"/>
              </a:xfrm>
              <a:custGeom>
                <a:avLst/>
                <a:gdLst>
                  <a:gd name="csX0" fmla="*/ 45533 w 90645"/>
                  <a:gd name="csY0" fmla="*/ 90823 h 90643"/>
                  <a:gd name="csX1" fmla="*/ 77581 w 90645"/>
                  <a:gd name="csY1" fmla="*/ 77548 h 90643"/>
                  <a:gd name="csX2" fmla="*/ 90856 w 90645"/>
                  <a:gd name="csY2" fmla="*/ 45501 h 90643"/>
                  <a:gd name="csX3" fmla="*/ 77581 w 90645"/>
                  <a:gd name="csY3" fmla="*/ 13454 h 90643"/>
                  <a:gd name="csX4" fmla="*/ 45533 w 90645"/>
                  <a:gd name="csY4" fmla="*/ 179 h 90643"/>
                  <a:gd name="csX5" fmla="*/ 13485 w 90645"/>
                  <a:gd name="csY5" fmla="*/ 13454 h 90643"/>
                  <a:gd name="csX6" fmla="*/ 211 w 90645"/>
                  <a:gd name="csY6" fmla="*/ 45501 h 90643"/>
                  <a:gd name="csX7" fmla="*/ 13485 w 90645"/>
                  <a:gd name="csY7" fmla="*/ 77548 h 90643"/>
                  <a:gd name="csX8" fmla="*/ 45533 w 90645"/>
                  <a:gd name="csY8" fmla="*/ 9082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3" y="90823"/>
                    </a:moveTo>
                    <a:cubicBezTo>
                      <a:pt x="57553" y="90823"/>
                      <a:pt x="69082" y="86048"/>
                      <a:pt x="77581" y="77548"/>
                    </a:cubicBezTo>
                    <a:cubicBezTo>
                      <a:pt x="86080" y="69049"/>
                      <a:pt x="90856" y="57521"/>
                      <a:pt x="90856" y="45501"/>
                    </a:cubicBezTo>
                    <a:cubicBezTo>
                      <a:pt x="90856" y="33481"/>
                      <a:pt x="86080" y="21953"/>
                      <a:pt x="77581" y="13454"/>
                    </a:cubicBezTo>
                    <a:cubicBezTo>
                      <a:pt x="69082" y="4954"/>
                      <a:pt x="57553" y="179"/>
                      <a:pt x="45533" y="179"/>
                    </a:cubicBezTo>
                    <a:cubicBezTo>
                      <a:pt x="33514" y="179"/>
                      <a:pt x="21985" y="4954"/>
                      <a:pt x="13485" y="13454"/>
                    </a:cubicBezTo>
                    <a:cubicBezTo>
                      <a:pt x="4986" y="21953"/>
                      <a:pt x="211" y="33481"/>
                      <a:pt x="211" y="45501"/>
                    </a:cubicBezTo>
                    <a:cubicBezTo>
                      <a:pt x="211" y="57521"/>
                      <a:pt x="4986" y="69049"/>
                      <a:pt x="13485" y="77548"/>
                    </a:cubicBezTo>
                    <a:cubicBezTo>
                      <a:pt x="21985" y="86048"/>
                      <a:pt x="33514" y="90823"/>
                      <a:pt x="45533" y="9082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5" name="任意多边形: 形状 3214"/>
              <p:cNvSpPr/>
              <p:nvPr/>
            </p:nvSpPr>
            <p:spPr>
              <a:xfrm>
                <a:off x="29048052" y="22460189"/>
                <a:ext cx="180000" cy="180000"/>
              </a:xfrm>
              <a:custGeom>
                <a:avLst/>
                <a:gdLst>
                  <a:gd name="csX0" fmla="*/ 45494 w 90645"/>
                  <a:gd name="csY0" fmla="*/ 90785 h 90643"/>
                  <a:gd name="csX1" fmla="*/ 77542 w 90645"/>
                  <a:gd name="csY1" fmla="*/ 77510 h 90643"/>
                  <a:gd name="csX2" fmla="*/ 90816 w 90645"/>
                  <a:gd name="csY2" fmla="*/ 45463 h 90643"/>
                  <a:gd name="csX3" fmla="*/ 77542 w 90645"/>
                  <a:gd name="csY3" fmla="*/ 13415 h 90643"/>
                  <a:gd name="csX4" fmla="*/ 45494 w 90645"/>
                  <a:gd name="csY4" fmla="*/ 141 h 90643"/>
                  <a:gd name="csX5" fmla="*/ 13446 w 90645"/>
                  <a:gd name="csY5" fmla="*/ 13415 h 90643"/>
                  <a:gd name="csX6" fmla="*/ 171 w 90645"/>
                  <a:gd name="csY6" fmla="*/ 45463 h 90643"/>
                  <a:gd name="csX7" fmla="*/ 13446 w 90645"/>
                  <a:gd name="csY7" fmla="*/ 77510 h 90643"/>
                  <a:gd name="csX8" fmla="*/ 45494 w 90645"/>
                  <a:gd name="csY8" fmla="*/ 9078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4" y="90785"/>
                    </a:moveTo>
                    <a:cubicBezTo>
                      <a:pt x="57514" y="90785"/>
                      <a:pt x="69043" y="86009"/>
                      <a:pt x="77542" y="77510"/>
                    </a:cubicBezTo>
                    <a:cubicBezTo>
                      <a:pt x="86041" y="69011"/>
                      <a:pt x="90816" y="57482"/>
                      <a:pt x="90816" y="45463"/>
                    </a:cubicBezTo>
                    <a:cubicBezTo>
                      <a:pt x="90816" y="33443"/>
                      <a:pt x="86041" y="21914"/>
                      <a:pt x="77542" y="13415"/>
                    </a:cubicBezTo>
                    <a:cubicBezTo>
                      <a:pt x="69043" y="4916"/>
                      <a:pt x="57514" y="141"/>
                      <a:pt x="45494" y="141"/>
                    </a:cubicBezTo>
                    <a:cubicBezTo>
                      <a:pt x="33474" y="141"/>
                      <a:pt x="21945" y="4916"/>
                      <a:pt x="13446" y="13415"/>
                    </a:cubicBezTo>
                    <a:cubicBezTo>
                      <a:pt x="4947" y="21914"/>
                      <a:pt x="171" y="33443"/>
                      <a:pt x="171" y="45463"/>
                    </a:cubicBezTo>
                    <a:cubicBezTo>
                      <a:pt x="171" y="57482"/>
                      <a:pt x="4947" y="69011"/>
                      <a:pt x="13446" y="77510"/>
                    </a:cubicBezTo>
                    <a:cubicBezTo>
                      <a:pt x="21945" y="86009"/>
                      <a:pt x="33474" y="90785"/>
                      <a:pt x="45494" y="9078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6" name="任意多边形: 形状 3215"/>
              <p:cNvSpPr/>
              <p:nvPr/>
            </p:nvSpPr>
            <p:spPr>
              <a:xfrm>
                <a:off x="28980238" y="23780630"/>
                <a:ext cx="180000" cy="180000"/>
              </a:xfrm>
              <a:custGeom>
                <a:avLst/>
                <a:gdLst>
                  <a:gd name="csX0" fmla="*/ 45492 w 90645"/>
                  <a:gd name="csY0" fmla="*/ 90826 h 90643"/>
                  <a:gd name="csX1" fmla="*/ 77540 w 90645"/>
                  <a:gd name="csY1" fmla="*/ 77551 h 90643"/>
                  <a:gd name="csX2" fmla="*/ 90814 w 90645"/>
                  <a:gd name="csY2" fmla="*/ 45504 h 90643"/>
                  <a:gd name="csX3" fmla="*/ 77540 w 90645"/>
                  <a:gd name="csY3" fmla="*/ 13457 h 90643"/>
                  <a:gd name="csX4" fmla="*/ 45492 w 90645"/>
                  <a:gd name="csY4" fmla="*/ 182 h 90643"/>
                  <a:gd name="csX5" fmla="*/ 13444 w 90645"/>
                  <a:gd name="csY5" fmla="*/ 13457 h 90643"/>
                  <a:gd name="csX6" fmla="*/ 169 w 90645"/>
                  <a:gd name="csY6" fmla="*/ 45504 h 90643"/>
                  <a:gd name="csX7" fmla="*/ 13444 w 90645"/>
                  <a:gd name="csY7" fmla="*/ 77551 h 90643"/>
                  <a:gd name="csX8" fmla="*/ 45492 w 90645"/>
                  <a:gd name="csY8" fmla="*/ 9082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2" y="90826"/>
                    </a:moveTo>
                    <a:cubicBezTo>
                      <a:pt x="57511" y="90826"/>
                      <a:pt x="69040" y="86051"/>
                      <a:pt x="77540" y="77551"/>
                    </a:cubicBezTo>
                    <a:cubicBezTo>
                      <a:pt x="86039" y="69052"/>
                      <a:pt x="90814" y="57524"/>
                      <a:pt x="90814" y="45504"/>
                    </a:cubicBezTo>
                    <a:cubicBezTo>
                      <a:pt x="90814" y="33484"/>
                      <a:pt x="86039" y="21956"/>
                      <a:pt x="77540" y="13457"/>
                    </a:cubicBezTo>
                    <a:cubicBezTo>
                      <a:pt x="69040" y="4957"/>
                      <a:pt x="57511" y="182"/>
                      <a:pt x="45492" y="182"/>
                    </a:cubicBezTo>
                    <a:cubicBezTo>
                      <a:pt x="33472" y="182"/>
                      <a:pt x="21943" y="4957"/>
                      <a:pt x="13444" y="13457"/>
                    </a:cubicBezTo>
                    <a:cubicBezTo>
                      <a:pt x="4945" y="21956"/>
                      <a:pt x="169" y="33484"/>
                      <a:pt x="169" y="45504"/>
                    </a:cubicBezTo>
                    <a:cubicBezTo>
                      <a:pt x="169" y="57524"/>
                      <a:pt x="4945" y="69052"/>
                      <a:pt x="13444" y="77551"/>
                    </a:cubicBezTo>
                    <a:cubicBezTo>
                      <a:pt x="21943" y="86051"/>
                      <a:pt x="33472" y="90826"/>
                      <a:pt x="45492" y="9082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7" name="任意多边形: 形状 3216"/>
              <p:cNvSpPr/>
              <p:nvPr/>
            </p:nvSpPr>
            <p:spPr>
              <a:xfrm>
                <a:off x="30377521" y="22308773"/>
                <a:ext cx="180000" cy="180000"/>
              </a:xfrm>
              <a:custGeom>
                <a:avLst/>
                <a:gdLst>
                  <a:gd name="csX0" fmla="*/ 45535 w 90645"/>
                  <a:gd name="csY0" fmla="*/ 90780 h 90643"/>
                  <a:gd name="csX1" fmla="*/ 77583 w 90645"/>
                  <a:gd name="csY1" fmla="*/ 77506 h 90643"/>
                  <a:gd name="csX2" fmla="*/ 90858 w 90645"/>
                  <a:gd name="csY2" fmla="*/ 45458 h 90643"/>
                  <a:gd name="csX3" fmla="*/ 77583 w 90645"/>
                  <a:gd name="csY3" fmla="*/ 13411 h 90643"/>
                  <a:gd name="csX4" fmla="*/ 45535 w 90645"/>
                  <a:gd name="csY4" fmla="*/ 136 h 90643"/>
                  <a:gd name="csX5" fmla="*/ 13487 w 90645"/>
                  <a:gd name="csY5" fmla="*/ 13411 h 90643"/>
                  <a:gd name="csX6" fmla="*/ 213 w 90645"/>
                  <a:gd name="csY6" fmla="*/ 45458 h 90643"/>
                  <a:gd name="csX7" fmla="*/ 13487 w 90645"/>
                  <a:gd name="csY7" fmla="*/ 77506 h 90643"/>
                  <a:gd name="csX8" fmla="*/ 45535 w 90645"/>
                  <a:gd name="csY8" fmla="*/ 9078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5" y="90780"/>
                    </a:moveTo>
                    <a:cubicBezTo>
                      <a:pt x="57555" y="90780"/>
                      <a:pt x="69084" y="86005"/>
                      <a:pt x="77583" y="77506"/>
                    </a:cubicBezTo>
                    <a:cubicBezTo>
                      <a:pt x="86082" y="69006"/>
                      <a:pt x="90858" y="57478"/>
                      <a:pt x="90858" y="45458"/>
                    </a:cubicBezTo>
                    <a:cubicBezTo>
                      <a:pt x="90858" y="33439"/>
                      <a:pt x="86082" y="21910"/>
                      <a:pt x="77583" y="13411"/>
                    </a:cubicBezTo>
                    <a:cubicBezTo>
                      <a:pt x="69084" y="4912"/>
                      <a:pt x="57555" y="136"/>
                      <a:pt x="45535" y="136"/>
                    </a:cubicBezTo>
                    <a:cubicBezTo>
                      <a:pt x="33516" y="136"/>
                      <a:pt x="21987" y="4912"/>
                      <a:pt x="13487" y="13411"/>
                    </a:cubicBezTo>
                    <a:cubicBezTo>
                      <a:pt x="4988" y="21910"/>
                      <a:pt x="213" y="33439"/>
                      <a:pt x="213" y="45458"/>
                    </a:cubicBezTo>
                    <a:cubicBezTo>
                      <a:pt x="213" y="57478"/>
                      <a:pt x="4988" y="69006"/>
                      <a:pt x="13487" y="77506"/>
                    </a:cubicBezTo>
                    <a:cubicBezTo>
                      <a:pt x="21987" y="86005"/>
                      <a:pt x="33516" y="90780"/>
                      <a:pt x="45535" y="9078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8" name="任意多边形: 形状 3217"/>
              <p:cNvSpPr/>
              <p:nvPr/>
            </p:nvSpPr>
            <p:spPr>
              <a:xfrm>
                <a:off x="30771531" y="24127695"/>
                <a:ext cx="180000" cy="180000"/>
              </a:xfrm>
              <a:custGeom>
                <a:avLst/>
                <a:gdLst>
                  <a:gd name="csX0" fmla="*/ 45548 w 90645"/>
                  <a:gd name="csY0" fmla="*/ 90837 h 90643"/>
                  <a:gd name="csX1" fmla="*/ 77596 w 90645"/>
                  <a:gd name="csY1" fmla="*/ 77562 h 90643"/>
                  <a:gd name="csX2" fmla="*/ 90870 w 90645"/>
                  <a:gd name="csY2" fmla="*/ 45515 h 90643"/>
                  <a:gd name="csX3" fmla="*/ 77596 w 90645"/>
                  <a:gd name="csY3" fmla="*/ 13467 h 90643"/>
                  <a:gd name="csX4" fmla="*/ 45548 w 90645"/>
                  <a:gd name="csY4" fmla="*/ 193 h 90643"/>
                  <a:gd name="csX5" fmla="*/ 13500 w 90645"/>
                  <a:gd name="csY5" fmla="*/ 13467 h 90643"/>
                  <a:gd name="csX6" fmla="*/ 225 w 90645"/>
                  <a:gd name="csY6" fmla="*/ 45515 h 90643"/>
                  <a:gd name="csX7" fmla="*/ 13500 w 90645"/>
                  <a:gd name="csY7" fmla="*/ 77562 h 90643"/>
                  <a:gd name="csX8" fmla="*/ 45548 w 90645"/>
                  <a:gd name="csY8" fmla="*/ 9083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8" y="90837"/>
                    </a:moveTo>
                    <a:cubicBezTo>
                      <a:pt x="57567" y="90837"/>
                      <a:pt x="69096" y="86061"/>
                      <a:pt x="77596" y="77562"/>
                    </a:cubicBezTo>
                    <a:cubicBezTo>
                      <a:pt x="86095" y="69063"/>
                      <a:pt x="90870" y="57534"/>
                      <a:pt x="90870" y="45515"/>
                    </a:cubicBezTo>
                    <a:cubicBezTo>
                      <a:pt x="90870" y="33495"/>
                      <a:pt x="86095" y="21966"/>
                      <a:pt x="77596" y="13467"/>
                    </a:cubicBezTo>
                    <a:cubicBezTo>
                      <a:pt x="69096" y="4968"/>
                      <a:pt x="57567" y="193"/>
                      <a:pt x="45548" y="193"/>
                    </a:cubicBezTo>
                    <a:cubicBezTo>
                      <a:pt x="33528" y="193"/>
                      <a:pt x="21999" y="4968"/>
                      <a:pt x="13500" y="13467"/>
                    </a:cubicBezTo>
                    <a:cubicBezTo>
                      <a:pt x="5001" y="21966"/>
                      <a:pt x="225" y="33495"/>
                      <a:pt x="225" y="45515"/>
                    </a:cubicBezTo>
                    <a:cubicBezTo>
                      <a:pt x="225" y="57534"/>
                      <a:pt x="5001" y="69063"/>
                      <a:pt x="13500" y="77562"/>
                    </a:cubicBezTo>
                    <a:cubicBezTo>
                      <a:pt x="21999" y="86061"/>
                      <a:pt x="33528" y="90837"/>
                      <a:pt x="45548" y="9083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19" name="任意多边形: 形状 3218"/>
              <p:cNvSpPr/>
              <p:nvPr/>
            </p:nvSpPr>
            <p:spPr>
              <a:xfrm>
                <a:off x="28596702" y="21522499"/>
                <a:ext cx="180000" cy="180000"/>
              </a:xfrm>
              <a:custGeom>
                <a:avLst/>
                <a:gdLst>
                  <a:gd name="csX0" fmla="*/ 45480 w 90645"/>
                  <a:gd name="csY0" fmla="*/ 90756 h 90643"/>
                  <a:gd name="csX1" fmla="*/ 77528 w 90645"/>
                  <a:gd name="csY1" fmla="*/ 77481 h 90643"/>
                  <a:gd name="csX2" fmla="*/ 90802 w 90645"/>
                  <a:gd name="csY2" fmla="*/ 45434 h 90643"/>
                  <a:gd name="csX3" fmla="*/ 77528 w 90645"/>
                  <a:gd name="csY3" fmla="*/ 13386 h 90643"/>
                  <a:gd name="csX4" fmla="*/ 45480 w 90645"/>
                  <a:gd name="csY4" fmla="*/ 112 h 90643"/>
                  <a:gd name="csX5" fmla="*/ 13432 w 90645"/>
                  <a:gd name="csY5" fmla="*/ 13386 h 90643"/>
                  <a:gd name="csX6" fmla="*/ 157 w 90645"/>
                  <a:gd name="csY6" fmla="*/ 45434 h 90643"/>
                  <a:gd name="csX7" fmla="*/ 13432 w 90645"/>
                  <a:gd name="csY7" fmla="*/ 77481 h 90643"/>
                  <a:gd name="csX8" fmla="*/ 45480 w 90645"/>
                  <a:gd name="csY8" fmla="*/ 907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0" y="90756"/>
                    </a:moveTo>
                    <a:cubicBezTo>
                      <a:pt x="57499" y="90756"/>
                      <a:pt x="69028" y="85980"/>
                      <a:pt x="77528" y="77481"/>
                    </a:cubicBezTo>
                    <a:cubicBezTo>
                      <a:pt x="86027" y="68982"/>
                      <a:pt x="90802" y="57453"/>
                      <a:pt x="90802" y="45434"/>
                    </a:cubicBezTo>
                    <a:cubicBezTo>
                      <a:pt x="90802" y="33414"/>
                      <a:pt x="86027" y="21885"/>
                      <a:pt x="77528" y="13386"/>
                    </a:cubicBezTo>
                    <a:cubicBezTo>
                      <a:pt x="69028" y="4887"/>
                      <a:pt x="57499" y="112"/>
                      <a:pt x="45480" y="112"/>
                    </a:cubicBezTo>
                    <a:cubicBezTo>
                      <a:pt x="33460" y="112"/>
                      <a:pt x="21931" y="4887"/>
                      <a:pt x="13432" y="13386"/>
                    </a:cubicBezTo>
                    <a:cubicBezTo>
                      <a:pt x="4933" y="21885"/>
                      <a:pt x="157" y="33414"/>
                      <a:pt x="157" y="45434"/>
                    </a:cubicBezTo>
                    <a:cubicBezTo>
                      <a:pt x="157" y="57453"/>
                      <a:pt x="4933" y="68982"/>
                      <a:pt x="13432" y="77481"/>
                    </a:cubicBezTo>
                    <a:cubicBezTo>
                      <a:pt x="21931" y="85980"/>
                      <a:pt x="33460" y="90756"/>
                      <a:pt x="45480" y="907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0" name="任意多边形: 形状 3219"/>
              <p:cNvSpPr/>
              <p:nvPr/>
            </p:nvSpPr>
            <p:spPr>
              <a:xfrm>
                <a:off x="27993858" y="25270857"/>
                <a:ext cx="180000" cy="180000"/>
              </a:xfrm>
              <a:custGeom>
                <a:avLst/>
                <a:gdLst>
                  <a:gd name="csX0" fmla="*/ 45461 w 90645"/>
                  <a:gd name="csY0" fmla="*/ 90872 h 90643"/>
                  <a:gd name="csX1" fmla="*/ 77509 w 90645"/>
                  <a:gd name="csY1" fmla="*/ 77598 h 90643"/>
                  <a:gd name="csX2" fmla="*/ 90784 w 90645"/>
                  <a:gd name="csY2" fmla="*/ 45550 h 90643"/>
                  <a:gd name="csX3" fmla="*/ 77509 w 90645"/>
                  <a:gd name="csY3" fmla="*/ 13503 h 90643"/>
                  <a:gd name="csX4" fmla="*/ 45461 w 90645"/>
                  <a:gd name="csY4" fmla="*/ 229 h 90643"/>
                  <a:gd name="csX5" fmla="*/ 13413 w 90645"/>
                  <a:gd name="csY5" fmla="*/ 13503 h 90643"/>
                  <a:gd name="csX6" fmla="*/ 138 w 90645"/>
                  <a:gd name="csY6" fmla="*/ 45550 h 90643"/>
                  <a:gd name="csX7" fmla="*/ 13413 w 90645"/>
                  <a:gd name="csY7" fmla="*/ 77598 h 90643"/>
                  <a:gd name="csX8" fmla="*/ 45461 w 90645"/>
                  <a:gd name="csY8" fmla="*/ 9087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1" y="90872"/>
                    </a:moveTo>
                    <a:cubicBezTo>
                      <a:pt x="57481" y="90872"/>
                      <a:pt x="69010" y="86097"/>
                      <a:pt x="77509" y="77598"/>
                    </a:cubicBezTo>
                    <a:cubicBezTo>
                      <a:pt x="86008" y="69099"/>
                      <a:pt x="90784" y="57570"/>
                      <a:pt x="90784" y="45550"/>
                    </a:cubicBezTo>
                    <a:cubicBezTo>
                      <a:pt x="90784" y="33531"/>
                      <a:pt x="86008" y="22002"/>
                      <a:pt x="77509" y="13503"/>
                    </a:cubicBezTo>
                    <a:cubicBezTo>
                      <a:pt x="69010" y="5004"/>
                      <a:pt x="57481" y="229"/>
                      <a:pt x="45461" y="229"/>
                    </a:cubicBezTo>
                    <a:cubicBezTo>
                      <a:pt x="33441" y="229"/>
                      <a:pt x="21912" y="5004"/>
                      <a:pt x="13413" y="13503"/>
                    </a:cubicBezTo>
                    <a:cubicBezTo>
                      <a:pt x="4914" y="22002"/>
                      <a:pt x="138" y="33531"/>
                      <a:pt x="138" y="45550"/>
                    </a:cubicBezTo>
                    <a:cubicBezTo>
                      <a:pt x="138" y="57570"/>
                      <a:pt x="4914" y="69099"/>
                      <a:pt x="13413" y="77598"/>
                    </a:cubicBezTo>
                    <a:cubicBezTo>
                      <a:pt x="21912" y="86097"/>
                      <a:pt x="33441" y="90872"/>
                      <a:pt x="45461" y="9087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1" name="任意多边形: 形状 3220"/>
              <p:cNvSpPr/>
              <p:nvPr/>
            </p:nvSpPr>
            <p:spPr>
              <a:xfrm>
                <a:off x="32608303" y="21297558"/>
                <a:ext cx="180000" cy="180000"/>
              </a:xfrm>
              <a:custGeom>
                <a:avLst/>
                <a:gdLst>
                  <a:gd name="csX0" fmla="*/ 45605 w 90645"/>
                  <a:gd name="csY0" fmla="*/ 90748 h 90643"/>
                  <a:gd name="csX1" fmla="*/ 77653 w 90645"/>
                  <a:gd name="csY1" fmla="*/ 77474 h 90643"/>
                  <a:gd name="csX2" fmla="*/ 90928 w 90645"/>
                  <a:gd name="csY2" fmla="*/ 45427 h 90643"/>
                  <a:gd name="csX3" fmla="*/ 77653 w 90645"/>
                  <a:gd name="csY3" fmla="*/ 13379 h 90643"/>
                  <a:gd name="csX4" fmla="*/ 45605 w 90645"/>
                  <a:gd name="csY4" fmla="*/ 105 h 90643"/>
                  <a:gd name="csX5" fmla="*/ 13557 w 90645"/>
                  <a:gd name="csY5" fmla="*/ 13379 h 90643"/>
                  <a:gd name="csX6" fmla="*/ 282 w 90645"/>
                  <a:gd name="csY6" fmla="*/ 45427 h 90643"/>
                  <a:gd name="csX7" fmla="*/ 13557 w 90645"/>
                  <a:gd name="csY7" fmla="*/ 77474 h 90643"/>
                  <a:gd name="csX8" fmla="*/ 45605 w 90645"/>
                  <a:gd name="csY8" fmla="*/ 9074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05" y="90748"/>
                    </a:moveTo>
                    <a:cubicBezTo>
                      <a:pt x="57625" y="90748"/>
                      <a:pt x="69154" y="85973"/>
                      <a:pt x="77653" y="77474"/>
                    </a:cubicBezTo>
                    <a:cubicBezTo>
                      <a:pt x="86152" y="68975"/>
                      <a:pt x="90928" y="57446"/>
                      <a:pt x="90928" y="45427"/>
                    </a:cubicBezTo>
                    <a:cubicBezTo>
                      <a:pt x="90928" y="33407"/>
                      <a:pt x="86152" y="21878"/>
                      <a:pt x="77653" y="13379"/>
                    </a:cubicBezTo>
                    <a:cubicBezTo>
                      <a:pt x="69154" y="4880"/>
                      <a:pt x="57625" y="105"/>
                      <a:pt x="45605" y="105"/>
                    </a:cubicBezTo>
                    <a:cubicBezTo>
                      <a:pt x="33585" y="105"/>
                      <a:pt x="22056" y="4880"/>
                      <a:pt x="13557" y="13379"/>
                    </a:cubicBezTo>
                    <a:cubicBezTo>
                      <a:pt x="5058" y="21878"/>
                      <a:pt x="282" y="33407"/>
                      <a:pt x="282" y="45427"/>
                    </a:cubicBezTo>
                    <a:cubicBezTo>
                      <a:pt x="282" y="57446"/>
                      <a:pt x="5058" y="68975"/>
                      <a:pt x="13557" y="77474"/>
                    </a:cubicBezTo>
                    <a:cubicBezTo>
                      <a:pt x="22056" y="85973"/>
                      <a:pt x="33585" y="90748"/>
                      <a:pt x="45605" y="9074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2" name="任意多边形: 形状 3221"/>
              <p:cNvSpPr/>
              <p:nvPr/>
            </p:nvSpPr>
            <p:spPr>
              <a:xfrm>
                <a:off x="30031283" y="22960013"/>
                <a:ext cx="180000" cy="180000"/>
              </a:xfrm>
              <a:custGeom>
                <a:avLst/>
                <a:gdLst>
                  <a:gd name="csX0" fmla="*/ 45525 w 90645"/>
                  <a:gd name="csY0" fmla="*/ 90800 h 90643"/>
                  <a:gd name="csX1" fmla="*/ 77572 w 90645"/>
                  <a:gd name="csY1" fmla="*/ 77526 h 90643"/>
                  <a:gd name="csX2" fmla="*/ 90847 w 90645"/>
                  <a:gd name="csY2" fmla="*/ 45478 h 90643"/>
                  <a:gd name="csX3" fmla="*/ 77572 w 90645"/>
                  <a:gd name="csY3" fmla="*/ 13431 h 90643"/>
                  <a:gd name="csX4" fmla="*/ 45525 w 90645"/>
                  <a:gd name="csY4" fmla="*/ 156 h 90643"/>
                  <a:gd name="csX5" fmla="*/ 13477 w 90645"/>
                  <a:gd name="csY5" fmla="*/ 13431 h 90643"/>
                  <a:gd name="csX6" fmla="*/ 202 w 90645"/>
                  <a:gd name="csY6" fmla="*/ 45478 h 90643"/>
                  <a:gd name="csX7" fmla="*/ 13477 w 90645"/>
                  <a:gd name="csY7" fmla="*/ 77526 h 90643"/>
                  <a:gd name="csX8" fmla="*/ 45525 w 90645"/>
                  <a:gd name="csY8" fmla="*/ 9080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5" y="90800"/>
                    </a:moveTo>
                    <a:cubicBezTo>
                      <a:pt x="57544" y="90800"/>
                      <a:pt x="69073" y="86025"/>
                      <a:pt x="77572" y="77526"/>
                    </a:cubicBezTo>
                    <a:cubicBezTo>
                      <a:pt x="86072" y="69027"/>
                      <a:pt x="90847" y="57498"/>
                      <a:pt x="90847" y="45478"/>
                    </a:cubicBezTo>
                    <a:cubicBezTo>
                      <a:pt x="90847" y="33459"/>
                      <a:pt x="86072" y="21930"/>
                      <a:pt x="77572" y="13431"/>
                    </a:cubicBezTo>
                    <a:cubicBezTo>
                      <a:pt x="69073" y="4932"/>
                      <a:pt x="57544" y="156"/>
                      <a:pt x="45525" y="156"/>
                    </a:cubicBezTo>
                    <a:cubicBezTo>
                      <a:pt x="33505" y="156"/>
                      <a:pt x="21976" y="4932"/>
                      <a:pt x="13477" y="13431"/>
                    </a:cubicBezTo>
                    <a:cubicBezTo>
                      <a:pt x="4978" y="21930"/>
                      <a:pt x="202" y="33459"/>
                      <a:pt x="202" y="45478"/>
                    </a:cubicBezTo>
                    <a:cubicBezTo>
                      <a:pt x="202" y="57498"/>
                      <a:pt x="4978" y="69027"/>
                      <a:pt x="13477" y="77526"/>
                    </a:cubicBezTo>
                    <a:cubicBezTo>
                      <a:pt x="21976" y="86025"/>
                      <a:pt x="33505" y="90800"/>
                      <a:pt x="45525" y="9080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3" name="任意多边形: 形状 3222"/>
              <p:cNvSpPr/>
              <p:nvPr/>
            </p:nvSpPr>
            <p:spPr>
              <a:xfrm>
                <a:off x="29781391" y="22646364"/>
                <a:ext cx="180000" cy="180000"/>
              </a:xfrm>
              <a:custGeom>
                <a:avLst/>
                <a:gdLst>
                  <a:gd name="csX0" fmla="*/ 45517 w 90645"/>
                  <a:gd name="csY0" fmla="*/ 90791 h 90643"/>
                  <a:gd name="csX1" fmla="*/ 77565 w 90645"/>
                  <a:gd name="csY1" fmla="*/ 77516 h 90643"/>
                  <a:gd name="csX2" fmla="*/ 90839 w 90645"/>
                  <a:gd name="csY2" fmla="*/ 45469 h 90643"/>
                  <a:gd name="csX3" fmla="*/ 77565 w 90645"/>
                  <a:gd name="csY3" fmla="*/ 13421 h 90643"/>
                  <a:gd name="csX4" fmla="*/ 45517 w 90645"/>
                  <a:gd name="csY4" fmla="*/ 147 h 90643"/>
                  <a:gd name="csX5" fmla="*/ 13469 w 90645"/>
                  <a:gd name="csY5" fmla="*/ 13421 h 90643"/>
                  <a:gd name="csX6" fmla="*/ 194 w 90645"/>
                  <a:gd name="csY6" fmla="*/ 45469 h 90643"/>
                  <a:gd name="csX7" fmla="*/ 13469 w 90645"/>
                  <a:gd name="csY7" fmla="*/ 77516 h 90643"/>
                  <a:gd name="csX8" fmla="*/ 45517 w 90645"/>
                  <a:gd name="csY8" fmla="*/ 9079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7" y="90791"/>
                    </a:moveTo>
                    <a:cubicBezTo>
                      <a:pt x="57536" y="90791"/>
                      <a:pt x="69065" y="86015"/>
                      <a:pt x="77565" y="77516"/>
                    </a:cubicBezTo>
                    <a:cubicBezTo>
                      <a:pt x="86064" y="69017"/>
                      <a:pt x="90839" y="57488"/>
                      <a:pt x="90839" y="45469"/>
                    </a:cubicBezTo>
                    <a:cubicBezTo>
                      <a:pt x="90839" y="33449"/>
                      <a:pt x="86064" y="21920"/>
                      <a:pt x="77565" y="13421"/>
                    </a:cubicBezTo>
                    <a:cubicBezTo>
                      <a:pt x="69065" y="4922"/>
                      <a:pt x="57536" y="147"/>
                      <a:pt x="45517" y="147"/>
                    </a:cubicBezTo>
                    <a:cubicBezTo>
                      <a:pt x="33497" y="147"/>
                      <a:pt x="21968" y="4922"/>
                      <a:pt x="13469" y="13421"/>
                    </a:cubicBezTo>
                    <a:cubicBezTo>
                      <a:pt x="4970" y="21920"/>
                      <a:pt x="194" y="33449"/>
                      <a:pt x="194" y="45469"/>
                    </a:cubicBezTo>
                    <a:cubicBezTo>
                      <a:pt x="194" y="57488"/>
                      <a:pt x="4970" y="69017"/>
                      <a:pt x="13469" y="77516"/>
                    </a:cubicBezTo>
                    <a:cubicBezTo>
                      <a:pt x="21968" y="86015"/>
                      <a:pt x="33497" y="90791"/>
                      <a:pt x="45517" y="9079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4" name="任意多边形: 形状 3223"/>
              <p:cNvSpPr/>
              <p:nvPr/>
            </p:nvSpPr>
            <p:spPr>
              <a:xfrm>
                <a:off x="29557673" y="24451287"/>
                <a:ext cx="180000" cy="180000"/>
              </a:xfrm>
              <a:custGeom>
                <a:avLst/>
                <a:gdLst>
                  <a:gd name="csX0" fmla="*/ 45510 w 90645"/>
                  <a:gd name="csY0" fmla="*/ 90847 h 90643"/>
                  <a:gd name="csX1" fmla="*/ 77558 w 90645"/>
                  <a:gd name="csY1" fmla="*/ 77572 h 90643"/>
                  <a:gd name="csX2" fmla="*/ 90832 w 90645"/>
                  <a:gd name="csY2" fmla="*/ 45525 h 90643"/>
                  <a:gd name="csX3" fmla="*/ 77558 w 90645"/>
                  <a:gd name="csY3" fmla="*/ 13477 h 90643"/>
                  <a:gd name="csX4" fmla="*/ 45510 w 90645"/>
                  <a:gd name="csY4" fmla="*/ 203 h 90643"/>
                  <a:gd name="csX5" fmla="*/ 13462 w 90645"/>
                  <a:gd name="csY5" fmla="*/ 13477 h 90643"/>
                  <a:gd name="csX6" fmla="*/ 187 w 90645"/>
                  <a:gd name="csY6" fmla="*/ 45525 h 90643"/>
                  <a:gd name="csX7" fmla="*/ 13462 w 90645"/>
                  <a:gd name="csY7" fmla="*/ 77572 h 90643"/>
                  <a:gd name="csX8" fmla="*/ 45510 w 90645"/>
                  <a:gd name="csY8" fmla="*/ 9084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0" y="90847"/>
                    </a:moveTo>
                    <a:cubicBezTo>
                      <a:pt x="57529" y="90847"/>
                      <a:pt x="69058" y="86071"/>
                      <a:pt x="77558" y="77572"/>
                    </a:cubicBezTo>
                    <a:cubicBezTo>
                      <a:pt x="86057" y="69073"/>
                      <a:pt x="90832" y="57544"/>
                      <a:pt x="90832" y="45525"/>
                    </a:cubicBezTo>
                    <a:cubicBezTo>
                      <a:pt x="90832" y="33505"/>
                      <a:pt x="86057" y="21977"/>
                      <a:pt x="77558" y="13477"/>
                    </a:cubicBezTo>
                    <a:cubicBezTo>
                      <a:pt x="69058" y="4978"/>
                      <a:pt x="57529" y="203"/>
                      <a:pt x="45510" y="203"/>
                    </a:cubicBezTo>
                    <a:cubicBezTo>
                      <a:pt x="33490" y="203"/>
                      <a:pt x="21961" y="4978"/>
                      <a:pt x="13462" y="13477"/>
                    </a:cubicBezTo>
                    <a:cubicBezTo>
                      <a:pt x="4963" y="21977"/>
                      <a:pt x="187" y="33505"/>
                      <a:pt x="187" y="45525"/>
                    </a:cubicBezTo>
                    <a:cubicBezTo>
                      <a:pt x="187" y="57544"/>
                      <a:pt x="4963" y="69073"/>
                      <a:pt x="13462" y="77572"/>
                    </a:cubicBezTo>
                    <a:cubicBezTo>
                      <a:pt x="21961" y="86071"/>
                      <a:pt x="33490" y="90847"/>
                      <a:pt x="45510" y="9084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5" name="任意多边形: 形状 3224"/>
              <p:cNvSpPr/>
              <p:nvPr/>
            </p:nvSpPr>
            <p:spPr>
              <a:xfrm>
                <a:off x="29831609" y="21825888"/>
                <a:ext cx="180000" cy="180000"/>
              </a:xfrm>
              <a:custGeom>
                <a:avLst/>
                <a:gdLst>
                  <a:gd name="csX0" fmla="*/ 45518 w 90645"/>
                  <a:gd name="csY0" fmla="*/ 90765 h 90643"/>
                  <a:gd name="csX1" fmla="*/ 77566 w 90645"/>
                  <a:gd name="csY1" fmla="*/ 77490 h 90643"/>
                  <a:gd name="csX2" fmla="*/ 90841 w 90645"/>
                  <a:gd name="csY2" fmla="*/ 45443 h 90643"/>
                  <a:gd name="csX3" fmla="*/ 77566 w 90645"/>
                  <a:gd name="csY3" fmla="*/ 13396 h 90643"/>
                  <a:gd name="csX4" fmla="*/ 45518 w 90645"/>
                  <a:gd name="csY4" fmla="*/ 121 h 90643"/>
                  <a:gd name="csX5" fmla="*/ 13470 w 90645"/>
                  <a:gd name="csY5" fmla="*/ 13396 h 90643"/>
                  <a:gd name="csX6" fmla="*/ 196 w 90645"/>
                  <a:gd name="csY6" fmla="*/ 45443 h 90643"/>
                  <a:gd name="csX7" fmla="*/ 13470 w 90645"/>
                  <a:gd name="csY7" fmla="*/ 77490 h 90643"/>
                  <a:gd name="csX8" fmla="*/ 45518 w 90645"/>
                  <a:gd name="csY8" fmla="*/ 9076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8" y="90765"/>
                    </a:moveTo>
                    <a:cubicBezTo>
                      <a:pt x="57538" y="90765"/>
                      <a:pt x="69067" y="85990"/>
                      <a:pt x="77566" y="77490"/>
                    </a:cubicBezTo>
                    <a:cubicBezTo>
                      <a:pt x="86065" y="68991"/>
                      <a:pt x="90841" y="57463"/>
                      <a:pt x="90841" y="45443"/>
                    </a:cubicBezTo>
                    <a:cubicBezTo>
                      <a:pt x="90841" y="33423"/>
                      <a:pt x="86065" y="21895"/>
                      <a:pt x="77566" y="13396"/>
                    </a:cubicBezTo>
                    <a:cubicBezTo>
                      <a:pt x="69067" y="4896"/>
                      <a:pt x="57538" y="121"/>
                      <a:pt x="45518" y="121"/>
                    </a:cubicBezTo>
                    <a:cubicBezTo>
                      <a:pt x="33499" y="121"/>
                      <a:pt x="21970" y="4896"/>
                      <a:pt x="13470" y="13396"/>
                    </a:cubicBezTo>
                    <a:cubicBezTo>
                      <a:pt x="4971" y="21895"/>
                      <a:pt x="196" y="33423"/>
                      <a:pt x="196" y="45443"/>
                    </a:cubicBezTo>
                    <a:cubicBezTo>
                      <a:pt x="196" y="57463"/>
                      <a:pt x="4971" y="68991"/>
                      <a:pt x="13470" y="77490"/>
                    </a:cubicBezTo>
                    <a:cubicBezTo>
                      <a:pt x="21970" y="85990"/>
                      <a:pt x="33499" y="90765"/>
                      <a:pt x="45518" y="9076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6" name="任意多边形: 形状 3225"/>
              <p:cNvSpPr/>
              <p:nvPr/>
            </p:nvSpPr>
            <p:spPr>
              <a:xfrm>
                <a:off x="31741222" y="23519129"/>
                <a:ext cx="180000" cy="180000"/>
              </a:xfrm>
              <a:custGeom>
                <a:avLst/>
                <a:gdLst>
                  <a:gd name="csX0" fmla="*/ 45578 w 90645"/>
                  <a:gd name="csY0" fmla="*/ 90818 h 90643"/>
                  <a:gd name="csX1" fmla="*/ 77626 w 90645"/>
                  <a:gd name="csY1" fmla="*/ 77543 h 90643"/>
                  <a:gd name="csX2" fmla="*/ 90900 w 90645"/>
                  <a:gd name="csY2" fmla="*/ 45496 h 90643"/>
                  <a:gd name="csX3" fmla="*/ 77626 w 90645"/>
                  <a:gd name="csY3" fmla="*/ 13448 h 90643"/>
                  <a:gd name="csX4" fmla="*/ 45578 w 90645"/>
                  <a:gd name="csY4" fmla="*/ 174 h 90643"/>
                  <a:gd name="csX5" fmla="*/ 13530 w 90645"/>
                  <a:gd name="csY5" fmla="*/ 13448 h 90643"/>
                  <a:gd name="csX6" fmla="*/ 255 w 90645"/>
                  <a:gd name="csY6" fmla="*/ 45496 h 90643"/>
                  <a:gd name="csX7" fmla="*/ 13530 w 90645"/>
                  <a:gd name="csY7" fmla="*/ 77543 h 90643"/>
                  <a:gd name="csX8" fmla="*/ 45578 w 90645"/>
                  <a:gd name="csY8" fmla="*/ 9081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8" y="90818"/>
                    </a:moveTo>
                    <a:cubicBezTo>
                      <a:pt x="57598" y="90818"/>
                      <a:pt x="69127" y="86042"/>
                      <a:pt x="77626" y="77543"/>
                    </a:cubicBezTo>
                    <a:cubicBezTo>
                      <a:pt x="86125" y="69044"/>
                      <a:pt x="90900" y="57515"/>
                      <a:pt x="90900" y="45496"/>
                    </a:cubicBezTo>
                    <a:cubicBezTo>
                      <a:pt x="90900" y="33476"/>
                      <a:pt x="86125" y="21947"/>
                      <a:pt x="77626" y="13448"/>
                    </a:cubicBezTo>
                    <a:cubicBezTo>
                      <a:pt x="69127" y="4949"/>
                      <a:pt x="57598" y="174"/>
                      <a:pt x="45578" y="174"/>
                    </a:cubicBezTo>
                    <a:cubicBezTo>
                      <a:pt x="33558" y="174"/>
                      <a:pt x="22029" y="4949"/>
                      <a:pt x="13530" y="13448"/>
                    </a:cubicBezTo>
                    <a:cubicBezTo>
                      <a:pt x="5031" y="21947"/>
                      <a:pt x="255" y="33476"/>
                      <a:pt x="255" y="45496"/>
                    </a:cubicBezTo>
                    <a:cubicBezTo>
                      <a:pt x="255" y="57515"/>
                      <a:pt x="5031" y="69044"/>
                      <a:pt x="13530" y="77543"/>
                    </a:cubicBezTo>
                    <a:cubicBezTo>
                      <a:pt x="22029" y="86042"/>
                      <a:pt x="33558" y="90818"/>
                      <a:pt x="45578" y="9081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7" name="任意多边形: 形状 3226"/>
              <p:cNvSpPr/>
              <p:nvPr/>
            </p:nvSpPr>
            <p:spPr>
              <a:xfrm>
                <a:off x="27108105" y="22045448"/>
                <a:ext cx="180000" cy="180000"/>
              </a:xfrm>
              <a:custGeom>
                <a:avLst/>
                <a:gdLst>
                  <a:gd name="csX0" fmla="*/ 45433 w 90645"/>
                  <a:gd name="csY0" fmla="*/ 90772 h 90643"/>
                  <a:gd name="csX1" fmla="*/ 77481 w 90645"/>
                  <a:gd name="csY1" fmla="*/ 77497 h 90643"/>
                  <a:gd name="csX2" fmla="*/ 90756 w 90645"/>
                  <a:gd name="csY2" fmla="*/ 45450 h 90643"/>
                  <a:gd name="csX3" fmla="*/ 77481 w 90645"/>
                  <a:gd name="csY3" fmla="*/ 13402 h 90643"/>
                  <a:gd name="csX4" fmla="*/ 45433 w 90645"/>
                  <a:gd name="csY4" fmla="*/ 128 h 90643"/>
                  <a:gd name="csX5" fmla="*/ 13385 w 90645"/>
                  <a:gd name="csY5" fmla="*/ 13402 h 90643"/>
                  <a:gd name="csX6" fmla="*/ 111 w 90645"/>
                  <a:gd name="csY6" fmla="*/ 45450 h 90643"/>
                  <a:gd name="csX7" fmla="*/ 13385 w 90645"/>
                  <a:gd name="csY7" fmla="*/ 77497 h 90643"/>
                  <a:gd name="csX8" fmla="*/ 45433 w 90645"/>
                  <a:gd name="csY8" fmla="*/ 9077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3" y="90772"/>
                    </a:moveTo>
                    <a:cubicBezTo>
                      <a:pt x="57453" y="90772"/>
                      <a:pt x="68982" y="85996"/>
                      <a:pt x="77481" y="77497"/>
                    </a:cubicBezTo>
                    <a:cubicBezTo>
                      <a:pt x="85980" y="68998"/>
                      <a:pt x="90756" y="57469"/>
                      <a:pt x="90756" y="45450"/>
                    </a:cubicBezTo>
                    <a:cubicBezTo>
                      <a:pt x="90756" y="33430"/>
                      <a:pt x="85980" y="21901"/>
                      <a:pt x="77481" y="13402"/>
                    </a:cubicBezTo>
                    <a:cubicBezTo>
                      <a:pt x="68982" y="4903"/>
                      <a:pt x="57453" y="128"/>
                      <a:pt x="45433" y="128"/>
                    </a:cubicBezTo>
                    <a:cubicBezTo>
                      <a:pt x="33414" y="128"/>
                      <a:pt x="21885" y="4903"/>
                      <a:pt x="13385" y="13402"/>
                    </a:cubicBezTo>
                    <a:cubicBezTo>
                      <a:pt x="4886" y="21901"/>
                      <a:pt x="111" y="33430"/>
                      <a:pt x="111" y="45450"/>
                    </a:cubicBezTo>
                    <a:cubicBezTo>
                      <a:pt x="111" y="57469"/>
                      <a:pt x="4886" y="68998"/>
                      <a:pt x="13385" y="77497"/>
                    </a:cubicBezTo>
                    <a:cubicBezTo>
                      <a:pt x="21885" y="85996"/>
                      <a:pt x="33414" y="90772"/>
                      <a:pt x="45433" y="9077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8" name="任意多边形: 形状 3227"/>
              <p:cNvSpPr/>
              <p:nvPr/>
            </p:nvSpPr>
            <p:spPr>
              <a:xfrm>
                <a:off x="28871438" y="23194412"/>
                <a:ext cx="180000" cy="180000"/>
              </a:xfrm>
              <a:custGeom>
                <a:avLst/>
                <a:gdLst>
                  <a:gd name="csX0" fmla="*/ 45488 w 90645"/>
                  <a:gd name="csY0" fmla="*/ 90808 h 90643"/>
                  <a:gd name="csX1" fmla="*/ 77536 w 90645"/>
                  <a:gd name="csY1" fmla="*/ 77533 h 90643"/>
                  <a:gd name="csX2" fmla="*/ 90811 w 90645"/>
                  <a:gd name="csY2" fmla="*/ 45486 h 90643"/>
                  <a:gd name="csX3" fmla="*/ 77536 w 90645"/>
                  <a:gd name="csY3" fmla="*/ 13438 h 90643"/>
                  <a:gd name="csX4" fmla="*/ 45488 w 90645"/>
                  <a:gd name="csY4" fmla="*/ 164 h 90643"/>
                  <a:gd name="csX5" fmla="*/ 13441 w 90645"/>
                  <a:gd name="csY5" fmla="*/ 13438 h 90643"/>
                  <a:gd name="csX6" fmla="*/ 166 w 90645"/>
                  <a:gd name="csY6" fmla="*/ 45486 h 90643"/>
                  <a:gd name="csX7" fmla="*/ 13441 w 90645"/>
                  <a:gd name="csY7" fmla="*/ 77533 h 90643"/>
                  <a:gd name="csX8" fmla="*/ 45488 w 90645"/>
                  <a:gd name="csY8" fmla="*/ 9080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8" y="90808"/>
                    </a:moveTo>
                    <a:cubicBezTo>
                      <a:pt x="57508" y="90808"/>
                      <a:pt x="69037" y="86032"/>
                      <a:pt x="77536" y="77533"/>
                    </a:cubicBezTo>
                    <a:cubicBezTo>
                      <a:pt x="86035" y="69034"/>
                      <a:pt x="90811" y="57505"/>
                      <a:pt x="90811" y="45486"/>
                    </a:cubicBezTo>
                    <a:cubicBezTo>
                      <a:pt x="90811" y="33466"/>
                      <a:pt x="86035" y="21937"/>
                      <a:pt x="77536" y="13438"/>
                    </a:cubicBezTo>
                    <a:cubicBezTo>
                      <a:pt x="69037" y="4939"/>
                      <a:pt x="57508" y="164"/>
                      <a:pt x="45488" y="164"/>
                    </a:cubicBezTo>
                    <a:cubicBezTo>
                      <a:pt x="33469" y="164"/>
                      <a:pt x="21940" y="4939"/>
                      <a:pt x="13441" y="13438"/>
                    </a:cubicBezTo>
                    <a:cubicBezTo>
                      <a:pt x="4941" y="21937"/>
                      <a:pt x="166" y="33466"/>
                      <a:pt x="166" y="45486"/>
                    </a:cubicBezTo>
                    <a:cubicBezTo>
                      <a:pt x="166" y="57505"/>
                      <a:pt x="4941" y="69034"/>
                      <a:pt x="13441" y="77533"/>
                    </a:cubicBezTo>
                    <a:cubicBezTo>
                      <a:pt x="21940" y="86032"/>
                      <a:pt x="33469" y="90808"/>
                      <a:pt x="45488" y="9080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29" name="任意多边形: 形状 3228"/>
              <p:cNvSpPr/>
              <p:nvPr/>
            </p:nvSpPr>
            <p:spPr>
              <a:xfrm>
                <a:off x="31094783" y="22875639"/>
                <a:ext cx="180000" cy="180000"/>
              </a:xfrm>
              <a:custGeom>
                <a:avLst/>
                <a:gdLst>
                  <a:gd name="csX0" fmla="*/ 45558 w 90645"/>
                  <a:gd name="csY0" fmla="*/ 90798 h 90643"/>
                  <a:gd name="csX1" fmla="*/ 77606 w 90645"/>
                  <a:gd name="csY1" fmla="*/ 77523 h 90643"/>
                  <a:gd name="csX2" fmla="*/ 90880 w 90645"/>
                  <a:gd name="csY2" fmla="*/ 45476 h 90643"/>
                  <a:gd name="csX3" fmla="*/ 77606 w 90645"/>
                  <a:gd name="csY3" fmla="*/ 13428 h 90643"/>
                  <a:gd name="csX4" fmla="*/ 45558 w 90645"/>
                  <a:gd name="csY4" fmla="*/ 154 h 90643"/>
                  <a:gd name="csX5" fmla="*/ 13510 w 90645"/>
                  <a:gd name="csY5" fmla="*/ 13428 h 90643"/>
                  <a:gd name="csX6" fmla="*/ 235 w 90645"/>
                  <a:gd name="csY6" fmla="*/ 45476 h 90643"/>
                  <a:gd name="csX7" fmla="*/ 13510 w 90645"/>
                  <a:gd name="csY7" fmla="*/ 77523 h 90643"/>
                  <a:gd name="csX8" fmla="*/ 45558 w 90645"/>
                  <a:gd name="csY8" fmla="*/ 9079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8" y="90798"/>
                    </a:moveTo>
                    <a:cubicBezTo>
                      <a:pt x="57577" y="90798"/>
                      <a:pt x="69106" y="86022"/>
                      <a:pt x="77606" y="77523"/>
                    </a:cubicBezTo>
                    <a:cubicBezTo>
                      <a:pt x="86105" y="69024"/>
                      <a:pt x="90880" y="57495"/>
                      <a:pt x="90880" y="45476"/>
                    </a:cubicBezTo>
                    <a:cubicBezTo>
                      <a:pt x="90880" y="33456"/>
                      <a:pt x="86105" y="21927"/>
                      <a:pt x="77606" y="13428"/>
                    </a:cubicBezTo>
                    <a:cubicBezTo>
                      <a:pt x="69106" y="4929"/>
                      <a:pt x="57577" y="154"/>
                      <a:pt x="45558" y="154"/>
                    </a:cubicBezTo>
                    <a:cubicBezTo>
                      <a:pt x="33538" y="154"/>
                      <a:pt x="22009" y="4929"/>
                      <a:pt x="13510" y="13428"/>
                    </a:cubicBezTo>
                    <a:cubicBezTo>
                      <a:pt x="5011" y="21927"/>
                      <a:pt x="235" y="33456"/>
                      <a:pt x="235" y="45476"/>
                    </a:cubicBezTo>
                    <a:cubicBezTo>
                      <a:pt x="235" y="57495"/>
                      <a:pt x="5011" y="69024"/>
                      <a:pt x="13510" y="77523"/>
                    </a:cubicBezTo>
                    <a:cubicBezTo>
                      <a:pt x="22009" y="86022"/>
                      <a:pt x="33538" y="90798"/>
                      <a:pt x="45558" y="9079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0" name="任意多边形: 形状 3229"/>
              <p:cNvSpPr/>
              <p:nvPr/>
            </p:nvSpPr>
            <p:spPr>
              <a:xfrm>
                <a:off x="30629670" y="24671209"/>
                <a:ext cx="180000" cy="180000"/>
              </a:xfrm>
              <a:custGeom>
                <a:avLst/>
                <a:gdLst>
                  <a:gd name="csX0" fmla="*/ 45543 w 90645"/>
                  <a:gd name="csY0" fmla="*/ 90854 h 90643"/>
                  <a:gd name="csX1" fmla="*/ 77591 w 90645"/>
                  <a:gd name="csY1" fmla="*/ 77579 h 90643"/>
                  <a:gd name="csX2" fmla="*/ 90866 w 90645"/>
                  <a:gd name="csY2" fmla="*/ 45532 h 90643"/>
                  <a:gd name="csX3" fmla="*/ 77591 w 90645"/>
                  <a:gd name="csY3" fmla="*/ 13484 h 90643"/>
                  <a:gd name="csX4" fmla="*/ 45543 w 90645"/>
                  <a:gd name="csY4" fmla="*/ 210 h 90643"/>
                  <a:gd name="csX5" fmla="*/ 13495 w 90645"/>
                  <a:gd name="csY5" fmla="*/ 13484 h 90643"/>
                  <a:gd name="csX6" fmla="*/ 221 w 90645"/>
                  <a:gd name="csY6" fmla="*/ 45532 h 90643"/>
                  <a:gd name="csX7" fmla="*/ 13495 w 90645"/>
                  <a:gd name="csY7" fmla="*/ 77579 h 90643"/>
                  <a:gd name="csX8" fmla="*/ 45543 w 90645"/>
                  <a:gd name="csY8" fmla="*/ 9085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3" y="90854"/>
                    </a:moveTo>
                    <a:cubicBezTo>
                      <a:pt x="57563" y="90854"/>
                      <a:pt x="69092" y="86078"/>
                      <a:pt x="77591" y="77579"/>
                    </a:cubicBezTo>
                    <a:cubicBezTo>
                      <a:pt x="86090" y="69080"/>
                      <a:pt x="90866" y="57551"/>
                      <a:pt x="90866" y="45532"/>
                    </a:cubicBezTo>
                    <a:cubicBezTo>
                      <a:pt x="90866" y="33512"/>
                      <a:pt x="86090" y="21983"/>
                      <a:pt x="77591" y="13484"/>
                    </a:cubicBezTo>
                    <a:cubicBezTo>
                      <a:pt x="69092" y="4985"/>
                      <a:pt x="57563" y="210"/>
                      <a:pt x="45543" y="210"/>
                    </a:cubicBezTo>
                    <a:cubicBezTo>
                      <a:pt x="33524" y="210"/>
                      <a:pt x="21995" y="4985"/>
                      <a:pt x="13495" y="13484"/>
                    </a:cubicBezTo>
                    <a:cubicBezTo>
                      <a:pt x="4996" y="21983"/>
                      <a:pt x="221" y="33512"/>
                      <a:pt x="221" y="45532"/>
                    </a:cubicBezTo>
                    <a:cubicBezTo>
                      <a:pt x="221" y="57551"/>
                      <a:pt x="4996" y="69080"/>
                      <a:pt x="13495" y="77579"/>
                    </a:cubicBezTo>
                    <a:cubicBezTo>
                      <a:pt x="21995" y="86078"/>
                      <a:pt x="33524" y="90854"/>
                      <a:pt x="45543" y="9085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1" name="任意多边形: 形状 3230"/>
              <p:cNvSpPr/>
              <p:nvPr/>
            </p:nvSpPr>
            <p:spPr>
              <a:xfrm>
                <a:off x="29208358" y="20763835"/>
                <a:ext cx="180000" cy="180000"/>
              </a:xfrm>
              <a:custGeom>
                <a:avLst/>
                <a:gdLst>
                  <a:gd name="csX0" fmla="*/ 45499 w 90645"/>
                  <a:gd name="csY0" fmla="*/ 90732 h 90643"/>
                  <a:gd name="csX1" fmla="*/ 77547 w 90645"/>
                  <a:gd name="csY1" fmla="*/ 77457 h 90643"/>
                  <a:gd name="csX2" fmla="*/ 90821 w 90645"/>
                  <a:gd name="csY2" fmla="*/ 45410 h 90643"/>
                  <a:gd name="csX3" fmla="*/ 77547 w 90645"/>
                  <a:gd name="csY3" fmla="*/ 13362 h 90643"/>
                  <a:gd name="csX4" fmla="*/ 45499 w 90645"/>
                  <a:gd name="csY4" fmla="*/ 88 h 90643"/>
                  <a:gd name="csX5" fmla="*/ 13451 w 90645"/>
                  <a:gd name="csY5" fmla="*/ 13362 h 90643"/>
                  <a:gd name="csX6" fmla="*/ 176 w 90645"/>
                  <a:gd name="csY6" fmla="*/ 45410 h 90643"/>
                  <a:gd name="csX7" fmla="*/ 13451 w 90645"/>
                  <a:gd name="csY7" fmla="*/ 77457 h 90643"/>
                  <a:gd name="csX8" fmla="*/ 45499 w 90645"/>
                  <a:gd name="csY8" fmla="*/ 9073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9" y="90732"/>
                    </a:moveTo>
                    <a:cubicBezTo>
                      <a:pt x="57519" y="90732"/>
                      <a:pt x="69048" y="85956"/>
                      <a:pt x="77547" y="77457"/>
                    </a:cubicBezTo>
                    <a:cubicBezTo>
                      <a:pt x="86046" y="68958"/>
                      <a:pt x="90821" y="57429"/>
                      <a:pt x="90821" y="45410"/>
                    </a:cubicBezTo>
                    <a:cubicBezTo>
                      <a:pt x="90821" y="33390"/>
                      <a:pt x="86046" y="21861"/>
                      <a:pt x="77547" y="13362"/>
                    </a:cubicBezTo>
                    <a:cubicBezTo>
                      <a:pt x="69048" y="4863"/>
                      <a:pt x="57519" y="88"/>
                      <a:pt x="45499" y="88"/>
                    </a:cubicBezTo>
                    <a:cubicBezTo>
                      <a:pt x="33479" y="88"/>
                      <a:pt x="21950" y="4863"/>
                      <a:pt x="13451" y="13362"/>
                    </a:cubicBezTo>
                    <a:cubicBezTo>
                      <a:pt x="4952" y="21861"/>
                      <a:pt x="176" y="33390"/>
                      <a:pt x="176" y="45410"/>
                    </a:cubicBezTo>
                    <a:cubicBezTo>
                      <a:pt x="176" y="57429"/>
                      <a:pt x="4952" y="68958"/>
                      <a:pt x="13451" y="77457"/>
                    </a:cubicBezTo>
                    <a:cubicBezTo>
                      <a:pt x="21950" y="85956"/>
                      <a:pt x="33479" y="90732"/>
                      <a:pt x="45499" y="9073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2" name="任意多边形: 形状 3231"/>
              <p:cNvSpPr/>
              <p:nvPr/>
            </p:nvSpPr>
            <p:spPr>
              <a:xfrm>
                <a:off x="29168168" y="23363506"/>
                <a:ext cx="180000" cy="180000"/>
              </a:xfrm>
              <a:custGeom>
                <a:avLst/>
                <a:gdLst>
                  <a:gd name="csX0" fmla="*/ 45498 w 90645"/>
                  <a:gd name="csY0" fmla="*/ 90813 h 90643"/>
                  <a:gd name="csX1" fmla="*/ 77545 w 90645"/>
                  <a:gd name="csY1" fmla="*/ 77538 h 90643"/>
                  <a:gd name="csX2" fmla="*/ 90820 w 90645"/>
                  <a:gd name="csY2" fmla="*/ 45491 h 90643"/>
                  <a:gd name="csX3" fmla="*/ 77545 w 90645"/>
                  <a:gd name="csY3" fmla="*/ 13444 h 90643"/>
                  <a:gd name="csX4" fmla="*/ 45498 w 90645"/>
                  <a:gd name="csY4" fmla="*/ 169 h 90643"/>
                  <a:gd name="csX5" fmla="*/ 13450 w 90645"/>
                  <a:gd name="csY5" fmla="*/ 13444 h 90643"/>
                  <a:gd name="csX6" fmla="*/ 175 w 90645"/>
                  <a:gd name="csY6" fmla="*/ 45491 h 90643"/>
                  <a:gd name="csX7" fmla="*/ 13450 w 90645"/>
                  <a:gd name="csY7" fmla="*/ 77538 h 90643"/>
                  <a:gd name="csX8" fmla="*/ 45498 w 90645"/>
                  <a:gd name="csY8" fmla="*/ 9081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8" y="90813"/>
                    </a:moveTo>
                    <a:cubicBezTo>
                      <a:pt x="57517" y="90813"/>
                      <a:pt x="69046" y="86038"/>
                      <a:pt x="77545" y="77538"/>
                    </a:cubicBezTo>
                    <a:cubicBezTo>
                      <a:pt x="86045" y="69039"/>
                      <a:pt x="90820" y="57511"/>
                      <a:pt x="90820" y="45491"/>
                    </a:cubicBezTo>
                    <a:cubicBezTo>
                      <a:pt x="90820" y="33471"/>
                      <a:pt x="86045" y="21943"/>
                      <a:pt x="77545" y="13444"/>
                    </a:cubicBezTo>
                    <a:cubicBezTo>
                      <a:pt x="69046" y="4944"/>
                      <a:pt x="57517" y="169"/>
                      <a:pt x="45498" y="169"/>
                    </a:cubicBezTo>
                    <a:cubicBezTo>
                      <a:pt x="33478" y="169"/>
                      <a:pt x="21949" y="4944"/>
                      <a:pt x="13450" y="13444"/>
                    </a:cubicBezTo>
                    <a:cubicBezTo>
                      <a:pt x="4951" y="21943"/>
                      <a:pt x="175" y="33471"/>
                      <a:pt x="175" y="45491"/>
                    </a:cubicBezTo>
                    <a:cubicBezTo>
                      <a:pt x="175" y="57511"/>
                      <a:pt x="4951" y="69039"/>
                      <a:pt x="13450" y="77538"/>
                    </a:cubicBezTo>
                    <a:cubicBezTo>
                      <a:pt x="21949" y="86038"/>
                      <a:pt x="33478" y="90813"/>
                      <a:pt x="45498" y="9081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3" name="任意多边形: 形状 3232"/>
              <p:cNvSpPr/>
              <p:nvPr/>
            </p:nvSpPr>
            <p:spPr>
              <a:xfrm>
                <a:off x="30683039" y="22818847"/>
                <a:ext cx="180000" cy="180000"/>
              </a:xfrm>
              <a:custGeom>
                <a:avLst/>
                <a:gdLst>
                  <a:gd name="csX0" fmla="*/ 45545 w 90645"/>
                  <a:gd name="csY0" fmla="*/ 90796 h 90643"/>
                  <a:gd name="csX1" fmla="*/ 77593 w 90645"/>
                  <a:gd name="csY1" fmla="*/ 77521 h 90643"/>
                  <a:gd name="csX2" fmla="*/ 90867 w 90645"/>
                  <a:gd name="csY2" fmla="*/ 45474 h 90643"/>
                  <a:gd name="csX3" fmla="*/ 77593 w 90645"/>
                  <a:gd name="csY3" fmla="*/ 13427 h 90643"/>
                  <a:gd name="csX4" fmla="*/ 45545 w 90645"/>
                  <a:gd name="csY4" fmla="*/ 152 h 90643"/>
                  <a:gd name="csX5" fmla="*/ 13497 w 90645"/>
                  <a:gd name="csY5" fmla="*/ 13427 h 90643"/>
                  <a:gd name="csX6" fmla="*/ 222 w 90645"/>
                  <a:gd name="csY6" fmla="*/ 45474 h 90643"/>
                  <a:gd name="csX7" fmla="*/ 13497 w 90645"/>
                  <a:gd name="csY7" fmla="*/ 77521 h 90643"/>
                  <a:gd name="csX8" fmla="*/ 45545 w 90645"/>
                  <a:gd name="csY8" fmla="*/ 9079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5" y="90796"/>
                    </a:moveTo>
                    <a:cubicBezTo>
                      <a:pt x="57565" y="90796"/>
                      <a:pt x="69094" y="86021"/>
                      <a:pt x="77593" y="77521"/>
                    </a:cubicBezTo>
                    <a:cubicBezTo>
                      <a:pt x="86092" y="69022"/>
                      <a:pt x="90867" y="57494"/>
                      <a:pt x="90867" y="45474"/>
                    </a:cubicBezTo>
                    <a:cubicBezTo>
                      <a:pt x="90867" y="33454"/>
                      <a:pt x="86092" y="21926"/>
                      <a:pt x="77593" y="13427"/>
                    </a:cubicBezTo>
                    <a:cubicBezTo>
                      <a:pt x="69094" y="4927"/>
                      <a:pt x="57565" y="152"/>
                      <a:pt x="45545" y="152"/>
                    </a:cubicBezTo>
                    <a:cubicBezTo>
                      <a:pt x="33525" y="152"/>
                      <a:pt x="21996" y="4927"/>
                      <a:pt x="13497" y="13427"/>
                    </a:cubicBezTo>
                    <a:cubicBezTo>
                      <a:pt x="4998" y="21926"/>
                      <a:pt x="222" y="33454"/>
                      <a:pt x="222" y="45474"/>
                    </a:cubicBezTo>
                    <a:cubicBezTo>
                      <a:pt x="222" y="57494"/>
                      <a:pt x="4998" y="69022"/>
                      <a:pt x="13497" y="77521"/>
                    </a:cubicBezTo>
                    <a:cubicBezTo>
                      <a:pt x="21996" y="86021"/>
                      <a:pt x="33525" y="90796"/>
                      <a:pt x="45545" y="9079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4" name="任意多边形: 形状 3233"/>
              <p:cNvSpPr/>
              <p:nvPr/>
            </p:nvSpPr>
            <p:spPr>
              <a:xfrm>
                <a:off x="31155444" y="24821397"/>
                <a:ext cx="180000" cy="180000"/>
              </a:xfrm>
              <a:custGeom>
                <a:avLst/>
                <a:gdLst>
                  <a:gd name="csX0" fmla="*/ 45560 w 90645"/>
                  <a:gd name="csY0" fmla="*/ 90858 h 90643"/>
                  <a:gd name="csX1" fmla="*/ 77607 w 90645"/>
                  <a:gd name="csY1" fmla="*/ 77584 h 90643"/>
                  <a:gd name="csX2" fmla="*/ 90882 w 90645"/>
                  <a:gd name="csY2" fmla="*/ 45536 h 90643"/>
                  <a:gd name="csX3" fmla="*/ 77607 w 90645"/>
                  <a:gd name="csY3" fmla="*/ 13489 h 90643"/>
                  <a:gd name="csX4" fmla="*/ 45560 w 90645"/>
                  <a:gd name="csY4" fmla="*/ 214 h 90643"/>
                  <a:gd name="csX5" fmla="*/ 13512 w 90645"/>
                  <a:gd name="csY5" fmla="*/ 13489 h 90643"/>
                  <a:gd name="csX6" fmla="*/ 237 w 90645"/>
                  <a:gd name="csY6" fmla="*/ 45536 h 90643"/>
                  <a:gd name="csX7" fmla="*/ 13512 w 90645"/>
                  <a:gd name="csY7" fmla="*/ 77584 h 90643"/>
                  <a:gd name="csX8" fmla="*/ 45560 w 90645"/>
                  <a:gd name="csY8" fmla="*/ 9085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0" y="90858"/>
                    </a:moveTo>
                    <a:cubicBezTo>
                      <a:pt x="57579" y="90858"/>
                      <a:pt x="69108" y="86083"/>
                      <a:pt x="77607" y="77584"/>
                    </a:cubicBezTo>
                    <a:cubicBezTo>
                      <a:pt x="86107" y="69085"/>
                      <a:pt x="90882" y="57556"/>
                      <a:pt x="90882" y="45536"/>
                    </a:cubicBezTo>
                    <a:cubicBezTo>
                      <a:pt x="90882" y="33517"/>
                      <a:pt x="86107" y="21988"/>
                      <a:pt x="77607" y="13489"/>
                    </a:cubicBezTo>
                    <a:cubicBezTo>
                      <a:pt x="69108" y="4990"/>
                      <a:pt x="57579" y="214"/>
                      <a:pt x="45560" y="214"/>
                    </a:cubicBezTo>
                    <a:cubicBezTo>
                      <a:pt x="33540" y="214"/>
                      <a:pt x="22011" y="4990"/>
                      <a:pt x="13512" y="13489"/>
                    </a:cubicBezTo>
                    <a:cubicBezTo>
                      <a:pt x="5013" y="21988"/>
                      <a:pt x="237" y="33517"/>
                      <a:pt x="237" y="45536"/>
                    </a:cubicBezTo>
                    <a:cubicBezTo>
                      <a:pt x="237" y="57556"/>
                      <a:pt x="5013" y="69085"/>
                      <a:pt x="13512" y="77584"/>
                    </a:cubicBezTo>
                    <a:cubicBezTo>
                      <a:pt x="22011" y="86083"/>
                      <a:pt x="33540" y="90858"/>
                      <a:pt x="45560" y="9085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5" name="任意多边形: 形状 3234"/>
              <p:cNvSpPr/>
              <p:nvPr/>
            </p:nvSpPr>
            <p:spPr>
              <a:xfrm>
                <a:off x="28817358" y="19371460"/>
                <a:ext cx="180000" cy="180000"/>
              </a:xfrm>
              <a:custGeom>
                <a:avLst/>
                <a:gdLst>
                  <a:gd name="csX0" fmla="*/ 45487 w 90645"/>
                  <a:gd name="csY0" fmla="*/ 90688 h 90643"/>
                  <a:gd name="csX1" fmla="*/ 77535 w 90645"/>
                  <a:gd name="csY1" fmla="*/ 77414 h 90643"/>
                  <a:gd name="csX2" fmla="*/ 90809 w 90645"/>
                  <a:gd name="csY2" fmla="*/ 45366 h 90643"/>
                  <a:gd name="csX3" fmla="*/ 77535 w 90645"/>
                  <a:gd name="csY3" fmla="*/ 13319 h 90643"/>
                  <a:gd name="csX4" fmla="*/ 45487 w 90645"/>
                  <a:gd name="csY4" fmla="*/ 44 h 90643"/>
                  <a:gd name="csX5" fmla="*/ 13439 w 90645"/>
                  <a:gd name="csY5" fmla="*/ 13319 h 90643"/>
                  <a:gd name="csX6" fmla="*/ 164 w 90645"/>
                  <a:gd name="csY6" fmla="*/ 45366 h 90643"/>
                  <a:gd name="csX7" fmla="*/ 13439 w 90645"/>
                  <a:gd name="csY7" fmla="*/ 77414 h 90643"/>
                  <a:gd name="csX8" fmla="*/ 45487 w 90645"/>
                  <a:gd name="csY8" fmla="*/ 9068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7" y="90688"/>
                    </a:moveTo>
                    <a:cubicBezTo>
                      <a:pt x="57506" y="90688"/>
                      <a:pt x="69035" y="85913"/>
                      <a:pt x="77535" y="77414"/>
                    </a:cubicBezTo>
                    <a:cubicBezTo>
                      <a:pt x="86034" y="68915"/>
                      <a:pt x="90809" y="57386"/>
                      <a:pt x="90809" y="45366"/>
                    </a:cubicBezTo>
                    <a:cubicBezTo>
                      <a:pt x="90809" y="33347"/>
                      <a:pt x="86034" y="21818"/>
                      <a:pt x="77535" y="13319"/>
                    </a:cubicBezTo>
                    <a:cubicBezTo>
                      <a:pt x="69035" y="4820"/>
                      <a:pt x="57506" y="44"/>
                      <a:pt x="45487" y="44"/>
                    </a:cubicBezTo>
                    <a:cubicBezTo>
                      <a:pt x="33467" y="44"/>
                      <a:pt x="21938" y="4820"/>
                      <a:pt x="13439" y="13319"/>
                    </a:cubicBezTo>
                    <a:cubicBezTo>
                      <a:pt x="4940" y="21818"/>
                      <a:pt x="164" y="33347"/>
                      <a:pt x="164" y="45366"/>
                    </a:cubicBezTo>
                    <a:cubicBezTo>
                      <a:pt x="164" y="57386"/>
                      <a:pt x="4940" y="68915"/>
                      <a:pt x="13439" y="77414"/>
                    </a:cubicBezTo>
                    <a:cubicBezTo>
                      <a:pt x="21938" y="85913"/>
                      <a:pt x="33467" y="90688"/>
                      <a:pt x="45487" y="9068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6" name="任意多边形: 形状 3235"/>
              <p:cNvSpPr/>
              <p:nvPr/>
            </p:nvSpPr>
            <p:spPr>
              <a:xfrm>
                <a:off x="26763491" y="24172082"/>
                <a:ext cx="180000" cy="180000"/>
              </a:xfrm>
              <a:custGeom>
                <a:avLst/>
                <a:gdLst>
                  <a:gd name="csX0" fmla="*/ 45423 w 90645"/>
                  <a:gd name="csY0" fmla="*/ 90838 h 90643"/>
                  <a:gd name="csX1" fmla="*/ 77470 w 90645"/>
                  <a:gd name="csY1" fmla="*/ 77564 h 90643"/>
                  <a:gd name="csX2" fmla="*/ 90745 w 90645"/>
                  <a:gd name="csY2" fmla="*/ 45516 h 90643"/>
                  <a:gd name="csX3" fmla="*/ 77470 w 90645"/>
                  <a:gd name="csY3" fmla="*/ 13469 h 90643"/>
                  <a:gd name="csX4" fmla="*/ 45423 w 90645"/>
                  <a:gd name="csY4" fmla="*/ 194 h 90643"/>
                  <a:gd name="csX5" fmla="*/ 13375 w 90645"/>
                  <a:gd name="csY5" fmla="*/ 13469 h 90643"/>
                  <a:gd name="csX6" fmla="*/ 100 w 90645"/>
                  <a:gd name="csY6" fmla="*/ 45516 h 90643"/>
                  <a:gd name="csX7" fmla="*/ 13375 w 90645"/>
                  <a:gd name="csY7" fmla="*/ 77564 h 90643"/>
                  <a:gd name="csX8" fmla="*/ 45423 w 90645"/>
                  <a:gd name="csY8" fmla="*/ 9083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23" y="90838"/>
                    </a:moveTo>
                    <a:cubicBezTo>
                      <a:pt x="57442" y="90838"/>
                      <a:pt x="68971" y="86063"/>
                      <a:pt x="77470" y="77564"/>
                    </a:cubicBezTo>
                    <a:cubicBezTo>
                      <a:pt x="85970" y="69065"/>
                      <a:pt x="90745" y="57536"/>
                      <a:pt x="90745" y="45516"/>
                    </a:cubicBezTo>
                    <a:cubicBezTo>
                      <a:pt x="90745" y="33497"/>
                      <a:pt x="85970" y="21968"/>
                      <a:pt x="77470" y="13469"/>
                    </a:cubicBezTo>
                    <a:cubicBezTo>
                      <a:pt x="68971" y="4970"/>
                      <a:pt x="57442" y="194"/>
                      <a:pt x="45423" y="194"/>
                    </a:cubicBezTo>
                    <a:cubicBezTo>
                      <a:pt x="33403" y="194"/>
                      <a:pt x="21874" y="4970"/>
                      <a:pt x="13375" y="13469"/>
                    </a:cubicBezTo>
                    <a:cubicBezTo>
                      <a:pt x="4876" y="21968"/>
                      <a:pt x="100" y="33497"/>
                      <a:pt x="100" y="45516"/>
                    </a:cubicBezTo>
                    <a:cubicBezTo>
                      <a:pt x="100" y="57536"/>
                      <a:pt x="4876" y="69065"/>
                      <a:pt x="13375" y="77564"/>
                    </a:cubicBezTo>
                    <a:cubicBezTo>
                      <a:pt x="21874" y="86063"/>
                      <a:pt x="33403" y="90838"/>
                      <a:pt x="45423" y="9083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7" name="任意多边形: 形状 3236"/>
              <p:cNvSpPr/>
              <p:nvPr/>
            </p:nvSpPr>
            <p:spPr>
              <a:xfrm>
                <a:off x="31863448" y="21912914"/>
                <a:ext cx="180000" cy="180000"/>
              </a:xfrm>
              <a:custGeom>
                <a:avLst/>
                <a:gdLst>
                  <a:gd name="csX0" fmla="*/ 45582 w 90645"/>
                  <a:gd name="csY0" fmla="*/ 90768 h 90643"/>
                  <a:gd name="csX1" fmla="*/ 77630 w 90645"/>
                  <a:gd name="csY1" fmla="*/ 77493 h 90643"/>
                  <a:gd name="csX2" fmla="*/ 90904 w 90645"/>
                  <a:gd name="csY2" fmla="*/ 45446 h 90643"/>
                  <a:gd name="csX3" fmla="*/ 77630 w 90645"/>
                  <a:gd name="csY3" fmla="*/ 13398 h 90643"/>
                  <a:gd name="csX4" fmla="*/ 45582 w 90645"/>
                  <a:gd name="csY4" fmla="*/ 124 h 90643"/>
                  <a:gd name="csX5" fmla="*/ 13534 w 90645"/>
                  <a:gd name="csY5" fmla="*/ 13398 h 90643"/>
                  <a:gd name="csX6" fmla="*/ 259 w 90645"/>
                  <a:gd name="csY6" fmla="*/ 45446 h 90643"/>
                  <a:gd name="csX7" fmla="*/ 13534 w 90645"/>
                  <a:gd name="csY7" fmla="*/ 77493 h 90643"/>
                  <a:gd name="csX8" fmla="*/ 45582 w 90645"/>
                  <a:gd name="csY8" fmla="*/ 9076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2" y="90768"/>
                    </a:moveTo>
                    <a:cubicBezTo>
                      <a:pt x="57601" y="90768"/>
                      <a:pt x="69130" y="85992"/>
                      <a:pt x="77630" y="77493"/>
                    </a:cubicBezTo>
                    <a:cubicBezTo>
                      <a:pt x="86129" y="68994"/>
                      <a:pt x="90904" y="57465"/>
                      <a:pt x="90904" y="45446"/>
                    </a:cubicBezTo>
                    <a:cubicBezTo>
                      <a:pt x="90904" y="33426"/>
                      <a:pt x="86129" y="21897"/>
                      <a:pt x="77630" y="13398"/>
                    </a:cubicBezTo>
                    <a:cubicBezTo>
                      <a:pt x="69130" y="4899"/>
                      <a:pt x="57601" y="124"/>
                      <a:pt x="45582" y="124"/>
                    </a:cubicBezTo>
                    <a:cubicBezTo>
                      <a:pt x="33562" y="124"/>
                      <a:pt x="22033" y="4899"/>
                      <a:pt x="13534" y="13398"/>
                    </a:cubicBezTo>
                    <a:cubicBezTo>
                      <a:pt x="5035" y="21897"/>
                      <a:pt x="259" y="33426"/>
                      <a:pt x="259" y="45446"/>
                    </a:cubicBezTo>
                    <a:cubicBezTo>
                      <a:pt x="259" y="57465"/>
                      <a:pt x="5035" y="68994"/>
                      <a:pt x="13534" y="77493"/>
                    </a:cubicBezTo>
                    <a:cubicBezTo>
                      <a:pt x="22033" y="85992"/>
                      <a:pt x="33562" y="90768"/>
                      <a:pt x="45582" y="9076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8" name="任意多边形: 形状 3237"/>
              <p:cNvSpPr/>
              <p:nvPr/>
            </p:nvSpPr>
            <p:spPr>
              <a:xfrm>
                <a:off x="29868175" y="23457464"/>
                <a:ext cx="180000" cy="180000"/>
              </a:xfrm>
              <a:custGeom>
                <a:avLst/>
                <a:gdLst>
                  <a:gd name="csX0" fmla="*/ 45519 w 90645"/>
                  <a:gd name="csY0" fmla="*/ 90816 h 90643"/>
                  <a:gd name="csX1" fmla="*/ 77567 w 90645"/>
                  <a:gd name="csY1" fmla="*/ 77541 h 90643"/>
                  <a:gd name="csX2" fmla="*/ 90842 w 90645"/>
                  <a:gd name="csY2" fmla="*/ 45494 h 90643"/>
                  <a:gd name="csX3" fmla="*/ 77567 w 90645"/>
                  <a:gd name="csY3" fmla="*/ 13446 h 90643"/>
                  <a:gd name="csX4" fmla="*/ 45519 w 90645"/>
                  <a:gd name="csY4" fmla="*/ 172 h 90643"/>
                  <a:gd name="csX5" fmla="*/ 13472 w 90645"/>
                  <a:gd name="csY5" fmla="*/ 13446 h 90643"/>
                  <a:gd name="csX6" fmla="*/ 197 w 90645"/>
                  <a:gd name="csY6" fmla="*/ 45494 h 90643"/>
                  <a:gd name="csX7" fmla="*/ 13472 w 90645"/>
                  <a:gd name="csY7" fmla="*/ 77541 h 90643"/>
                  <a:gd name="csX8" fmla="*/ 45519 w 90645"/>
                  <a:gd name="csY8" fmla="*/ 9081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9" y="90816"/>
                    </a:moveTo>
                    <a:cubicBezTo>
                      <a:pt x="57539" y="90816"/>
                      <a:pt x="69068" y="86040"/>
                      <a:pt x="77567" y="77541"/>
                    </a:cubicBezTo>
                    <a:cubicBezTo>
                      <a:pt x="86067" y="69042"/>
                      <a:pt x="90842" y="57513"/>
                      <a:pt x="90842" y="45494"/>
                    </a:cubicBezTo>
                    <a:cubicBezTo>
                      <a:pt x="90842" y="33474"/>
                      <a:pt x="86067" y="21946"/>
                      <a:pt x="77567" y="13446"/>
                    </a:cubicBezTo>
                    <a:cubicBezTo>
                      <a:pt x="69068" y="4947"/>
                      <a:pt x="57539" y="172"/>
                      <a:pt x="45519" y="172"/>
                    </a:cubicBezTo>
                    <a:cubicBezTo>
                      <a:pt x="33500" y="172"/>
                      <a:pt x="21971" y="4947"/>
                      <a:pt x="13472" y="13446"/>
                    </a:cubicBezTo>
                    <a:cubicBezTo>
                      <a:pt x="4972" y="21946"/>
                      <a:pt x="197" y="33474"/>
                      <a:pt x="197" y="45494"/>
                    </a:cubicBezTo>
                    <a:cubicBezTo>
                      <a:pt x="197" y="57513"/>
                      <a:pt x="4972" y="69042"/>
                      <a:pt x="13472" y="77541"/>
                    </a:cubicBezTo>
                    <a:cubicBezTo>
                      <a:pt x="21971" y="86040"/>
                      <a:pt x="33500" y="90816"/>
                      <a:pt x="45519" y="9081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39" name="任意多边形: 形状 3238"/>
              <p:cNvSpPr/>
              <p:nvPr/>
            </p:nvSpPr>
            <p:spPr>
              <a:xfrm>
                <a:off x="29513095" y="22240932"/>
                <a:ext cx="180000" cy="180000"/>
              </a:xfrm>
              <a:custGeom>
                <a:avLst/>
                <a:gdLst>
                  <a:gd name="csX0" fmla="*/ 45508 w 90645"/>
                  <a:gd name="csY0" fmla="*/ 90778 h 90643"/>
                  <a:gd name="csX1" fmla="*/ 77556 w 90645"/>
                  <a:gd name="csY1" fmla="*/ 77503 h 90643"/>
                  <a:gd name="csX2" fmla="*/ 90831 w 90645"/>
                  <a:gd name="csY2" fmla="*/ 45456 h 90643"/>
                  <a:gd name="csX3" fmla="*/ 77556 w 90645"/>
                  <a:gd name="csY3" fmla="*/ 13408 h 90643"/>
                  <a:gd name="csX4" fmla="*/ 45508 w 90645"/>
                  <a:gd name="csY4" fmla="*/ 134 h 90643"/>
                  <a:gd name="csX5" fmla="*/ 13461 w 90645"/>
                  <a:gd name="csY5" fmla="*/ 13408 h 90643"/>
                  <a:gd name="csX6" fmla="*/ 186 w 90645"/>
                  <a:gd name="csY6" fmla="*/ 45456 h 90643"/>
                  <a:gd name="csX7" fmla="*/ 13461 w 90645"/>
                  <a:gd name="csY7" fmla="*/ 77503 h 90643"/>
                  <a:gd name="csX8" fmla="*/ 45508 w 90645"/>
                  <a:gd name="csY8" fmla="*/ 9077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8" y="90778"/>
                    </a:moveTo>
                    <a:cubicBezTo>
                      <a:pt x="57528" y="90778"/>
                      <a:pt x="69057" y="86003"/>
                      <a:pt x="77556" y="77503"/>
                    </a:cubicBezTo>
                    <a:cubicBezTo>
                      <a:pt x="86055" y="69004"/>
                      <a:pt x="90831" y="57475"/>
                      <a:pt x="90831" y="45456"/>
                    </a:cubicBezTo>
                    <a:cubicBezTo>
                      <a:pt x="90831" y="33436"/>
                      <a:pt x="86055" y="21908"/>
                      <a:pt x="77556" y="13408"/>
                    </a:cubicBezTo>
                    <a:cubicBezTo>
                      <a:pt x="69057" y="4909"/>
                      <a:pt x="57528" y="134"/>
                      <a:pt x="45508" y="134"/>
                    </a:cubicBezTo>
                    <a:cubicBezTo>
                      <a:pt x="33489" y="134"/>
                      <a:pt x="21960" y="4909"/>
                      <a:pt x="13461" y="13408"/>
                    </a:cubicBezTo>
                    <a:cubicBezTo>
                      <a:pt x="4961" y="21908"/>
                      <a:pt x="186" y="33436"/>
                      <a:pt x="186" y="45456"/>
                    </a:cubicBezTo>
                    <a:cubicBezTo>
                      <a:pt x="186" y="57475"/>
                      <a:pt x="4961" y="69004"/>
                      <a:pt x="13461" y="77503"/>
                    </a:cubicBezTo>
                    <a:cubicBezTo>
                      <a:pt x="21960" y="86003"/>
                      <a:pt x="33489" y="90778"/>
                      <a:pt x="45508" y="9077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0" name="任意多边形: 形状 3239"/>
              <p:cNvSpPr/>
              <p:nvPr/>
            </p:nvSpPr>
            <p:spPr>
              <a:xfrm>
                <a:off x="29717955" y="25556817"/>
                <a:ext cx="180000" cy="180000"/>
              </a:xfrm>
              <a:custGeom>
                <a:avLst/>
                <a:gdLst>
                  <a:gd name="csX0" fmla="*/ 45515 w 90645"/>
                  <a:gd name="csY0" fmla="*/ 90881 h 90643"/>
                  <a:gd name="csX1" fmla="*/ 77563 w 90645"/>
                  <a:gd name="csY1" fmla="*/ 77607 h 90643"/>
                  <a:gd name="csX2" fmla="*/ 90837 w 90645"/>
                  <a:gd name="csY2" fmla="*/ 45559 h 90643"/>
                  <a:gd name="csX3" fmla="*/ 77563 w 90645"/>
                  <a:gd name="csY3" fmla="*/ 13512 h 90643"/>
                  <a:gd name="csX4" fmla="*/ 45515 w 90645"/>
                  <a:gd name="csY4" fmla="*/ 237 h 90643"/>
                  <a:gd name="csX5" fmla="*/ 13467 w 90645"/>
                  <a:gd name="csY5" fmla="*/ 13512 h 90643"/>
                  <a:gd name="csX6" fmla="*/ 192 w 90645"/>
                  <a:gd name="csY6" fmla="*/ 45559 h 90643"/>
                  <a:gd name="csX7" fmla="*/ 13467 w 90645"/>
                  <a:gd name="csY7" fmla="*/ 77607 h 90643"/>
                  <a:gd name="csX8" fmla="*/ 45515 w 90645"/>
                  <a:gd name="csY8" fmla="*/ 9088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5" y="90881"/>
                    </a:moveTo>
                    <a:cubicBezTo>
                      <a:pt x="57534" y="90881"/>
                      <a:pt x="69063" y="86106"/>
                      <a:pt x="77563" y="77607"/>
                    </a:cubicBezTo>
                    <a:cubicBezTo>
                      <a:pt x="86062" y="69108"/>
                      <a:pt x="90837" y="57579"/>
                      <a:pt x="90837" y="45559"/>
                    </a:cubicBezTo>
                    <a:cubicBezTo>
                      <a:pt x="90837" y="33540"/>
                      <a:pt x="86062" y="22011"/>
                      <a:pt x="77563" y="13512"/>
                    </a:cubicBezTo>
                    <a:cubicBezTo>
                      <a:pt x="69063" y="5013"/>
                      <a:pt x="57534" y="237"/>
                      <a:pt x="45515" y="237"/>
                    </a:cubicBezTo>
                    <a:cubicBezTo>
                      <a:pt x="33495" y="237"/>
                      <a:pt x="21966" y="5013"/>
                      <a:pt x="13467" y="13512"/>
                    </a:cubicBezTo>
                    <a:cubicBezTo>
                      <a:pt x="4968" y="22011"/>
                      <a:pt x="192" y="33540"/>
                      <a:pt x="192" y="45559"/>
                    </a:cubicBezTo>
                    <a:cubicBezTo>
                      <a:pt x="192" y="57579"/>
                      <a:pt x="4968" y="69108"/>
                      <a:pt x="13467" y="77607"/>
                    </a:cubicBezTo>
                    <a:cubicBezTo>
                      <a:pt x="21966" y="86106"/>
                      <a:pt x="33495" y="90881"/>
                      <a:pt x="45515" y="9088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1" name="任意多边形: 形状 3240"/>
              <p:cNvSpPr/>
              <p:nvPr/>
            </p:nvSpPr>
            <p:spPr>
              <a:xfrm>
                <a:off x="30102977" y="20881927"/>
                <a:ext cx="180000" cy="180000"/>
              </a:xfrm>
              <a:custGeom>
                <a:avLst/>
                <a:gdLst>
                  <a:gd name="csX0" fmla="*/ 45527 w 90645"/>
                  <a:gd name="csY0" fmla="*/ 90736 h 90643"/>
                  <a:gd name="csX1" fmla="*/ 77575 w 90645"/>
                  <a:gd name="csY1" fmla="*/ 77461 h 90643"/>
                  <a:gd name="csX2" fmla="*/ 90849 w 90645"/>
                  <a:gd name="csY2" fmla="*/ 45414 h 90643"/>
                  <a:gd name="csX3" fmla="*/ 77575 w 90645"/>
                  <a:gd name="csY3" fmla="*/ 13366 h 90643"/>
                  <a:gd name="csX4" fmla="*/ 45527 w 90645"/>
                  <a:gd name="csY4" fmla="*/ 92 h 90643"/>
                  <a:gd name="csX5" fmla="*/ 13479 w 90645"/>
                  <a:gd name="csY5" fmla="*/ 13366 h 90643"/>
                  <a:gd name="csX6" fmla="*/ 204 w 90645"/>
                  <a:gd name="csY6" fmla="*/ 45414 h 90643"/>
                  <a:gd name="csX7" fmla="*/ 13479 w 90645"/>
                  <a:gd name="csY7" fmla="*/ 77461 h 90643"/>
                  <a:gd name="csX8" fmla="*/ 45527 w 90645"/>
                  <a:gd name="csY8" fmla="*/ 907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7" y="90736"/>
                    </a:moveTo>
                    <a:cubicBezTo>
                      <a:pt x="57546" y="90736"/>
                      <a:pt x="69075" y="85960"/>
                      <a:pt x="77575" y="77461"/>
                    </a:cubicBezTo>
                    <a:cubicBezTo>
                      <a:pt x="86074" y="68962"/>
                      <a:pt x="90849" y="57433"/>
                      <a:pt x="90849" y="45414"/>
                    </a:cubicBezTo>
                    <a:cubicBezTo>
                      <a:pt x="90849" y="33394"/>
                      <a:pt x="86074" y="21865"/>
                      <a:pt x="77575" y="13366"/>
                    </a:cubicBezTo>
                    <a:cubicBezTo>
                      <a:pt x="69075" y="4867"/>
                      <a:pt x="57546" y="92"/>
                      <a:pt x="45527" y="92"/>
                    </a:cubicBezTo>
                    <a:cubicBezTo>
                      <a:pt x="33507" y="92"/>
                      <a:pt x="21978" y="4867"/>
                      <a:pt x="13479" y="13366"/>
                    </a:cubicBezTo>
                    <a:cubicBezTo>
                      <a:pt x="4980" y="21865"/>
                      <a:pt x="204" y="33394"/>
                      <a:pt x="204" y="45414"/>
                    </a:cubicBezTo>
                    <a:cubicBezTo>
                      <a:pt x="204" y="57433"/>
                      <a:pt x="4980" y="68962"/>
                      <a:pt x="13479" y="77461"/>
                    </a:cubicBezTo>
                    <a:cubicBezTo>
                      <a:pt x="21978" y="85960"/>
                      <a:pt x="33507" y="90736"/>
                      <a:pt x="45527" y="907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2" name="任意多边形: 形状 3241"/>
              <p:cNvSpPr/>
              <p:nvPr/>
            </p:nvSpPr>
            <p:spPr>
              <a:xfrm>
                <a:off x="33855229" y="23131600"/>
                <a:ext cx="180000" cy="180000"/>
              </a:xfrm>
              <a:custGeom>
                <a:avLst/>
                <a:gdLst>
                  <a:gd name="csX0" fmla="*/ 45644 w 90645"/>
                  <a:gd name="csY0" fmla="*/ 90806 h 90643"/>
                  <a:gd name="csX1" fmla="*/ 77692 w 90645"/>
                  <a:gd name="csY1" fmla="*/ 77531 h 90643"/>
                  <a:gd name="csX2" fmla="*/ 90966 w 90645"/>
                  <a:gd name="csY2" fmla="*/ 45484 h 90643"/>
                  <a:gd name="csX3" fmla="*/ 77692 w 90645"/>
                  <a:gd name="csY3" fmla="*/ 13436 h 90643"/>
                  <a:gd name="csX4" fmla="*/ 45644 w 90645"/>
                  <a:gd name="csY4" fmla="*/ 162 h 90643"/>
                  <a:gd name="csX5" fmla="*/ 13596 w 90645"/>
                  <a:gd name="csY5" fmla="*/ 13436 h 90643"/>
                  <a:gd name="csX6" fmla="*/ 321 w 90645"/>
                  <a:gd name="csY6" fmla="*/ 45484 h 90643"/>
                  <a:gd name="csX7" fmla="*/ 13596 w 90645"/>
                  <a:gd name="csY7" fmla="*/ 77531 h 90643"/>
                  <a:gd name="csX8" fmla="*/ 45644 w 90645"/>
                  <a:gd name="csY8" fmla="*/ 9080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44" y="90806"/>
                    </a:moveTo>
                    <a:cubicBezTo>
                      <a:pt x="57664" y="90806"/>
                      <a:pt x="69193" y="86030"/>
                      <a:pt x="77692" y="77531"/>
                    </a:cubicBezTo>
                    <a:cubicBezTo>
                      <a:pt x="86191" y="69032"/>
                      <a:pt x="90966" y="57503"/>
                      <a:pt x="90966" y="45484"/>
                    </a:cubicBezTo>
                    <a:cubicBezTo>
                      <a:pt x="90966" y="33464"/>
                      <a:pt x="86191" y="21935"/>
                      <a:pt x="77692" y="13436"/>
                    </a:cubicBezTo>
                    <a:cubicBezTo>
                      <a:pt x="69193" y="4937"/>
                      <a:pt x="57664" y="162"/>
                      <a:pt x="45644" y="162"/>
                    </a:cubicBezTo>
                    <a:cubicBezTo>
                      <a:pt x="33624" y="162"/>
                      <a:pt x="22095" y="4937"/>
                      <a:pt x="13596" y="13436"/>
                    </a:cubicBezTo>
                    <a:cubicBezTo>
                      <a:pt x="5097" y="21935"/>
                      <a:pt x="321" y="33464"/>
                      <a:pt x="321" y="45484"/>
                    </a:cubicBezTo>
                    <a:cubicBezTo>
                      <a:pt x="321" y="57503"/>
                      <a:pt x="5097" y="69032"/>
                      <a:pt x="13596" y="77531"/>
                    </a:cubicBezTo>
                    <a:cubicBezTo>
                      <a:pt x="22095" y="86030"/>
                      <a:pt x="33624" y="90806"/>
                      <a:pt x="45644" y="9080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3" name="任意多边形: 形状 3242"/>
              <p:cNvSpPr/>
              <p:nvPr/>
            </p:nvSpPr>
            <p:spPr>
              <a:xfrm>
                <a:off x="27809670" y="22581009"/>
                <a:ext cx="180000" cy="180000"/>
              </a:xfrm>
              <a:custGeom>
                <a:avLst/>
                <a:gdLst>
                  <a:gd name="csX0" fmla="*/ 45455 w 90645"/>
                  <a:gd name="csY0" fmla="*/ 90789 h 90643"/>
                  <a:gd name="csX1" fmla="*/ 77503 w 90645"/>
                  <a:gd name="csY1" fmla="*/ 77514 h 90643"/>
                  <a:gd name="csX2" fmla="*/ 90778 w 90645"/>
                  <a:gd name="csY2" fmla="*/ 45467 h 90643"/>
                  <a:gd name="csX3" fmla="*/ 77503 w 90645"/>
                  <a:gd name="csY3" fmla="*/ 13419 h 90643"/>
                  <a:gd name="csX4" fmla="*/ 45455 w 90645"/>
                  <a:gd name="csY4" fmla="*/ 145 h 90643"/>
                  <a:gd name="csX5" fmla="*/ 13407 w 90645"/>
                  <a:gd name="csY5" fmla="*/ 13419 h 90643"/>
                  <a:gd name="csX6" fmla="*/ 133 w 90645"/>
                  <a:gd name="csY6" fmla="*/ 45467 h 90643"/>
                  <a:gd name="csX7" fmla="*/ 13407 w 90645"/>
                  <a:gd name="csY7" fmla="*/ 77514 h 90643"/>
                  <a:gd name="csX8" fmla="*/ 45455 w 90645"/>
                  <a:gd name="csY8" fmla="*/ 9078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5" y="90789"/>
                    </a:moveTo>
                    <a:cubicBezTo>
                      <a:pt x="57475" y="90789"/>
                      <a:pt x="69004" y="86013"/>
                      <a:pt x="77503" y="77514"/>
                    </a:cubicBezTo>
                    <a:cubicBezTo>
                      <a:pt x="86002" y="69015"/>
                      <a:pt x="90778" y="57486"/>
                      <a:pt x="90778" y="45467"/>
                    </a:cubicBezTo>
                    <a:cubicBezTo>
                      <a:pt x="90778" y="33447"/>
                      <a:pt x="86002" y="21918"/>
                      <a:pt x="77503" y="13419"/>
                    </a:cubicBezTo>
                    <a:cubicBezTo>
                      <a:pt x="69004" y="4920"/>
                      <a:pt x="57475" y="145"/>
                      <a:pt x="45455" y="145"/>
                    </a:cubicBezTo>
                    <a:cubicBezTo>
                      <a:pt x="33436" y="145"/>
                      <a:pt x="21907" y="4920"/>
                      <a:pt x="13407" y="13419"/>
                    </a:cubicBezTo>
                    <a:cubicBezTo>
                      <a:pt x="4908" y="21918"/>
                      <a:pt x="133" y="33447"/>
                      <a:pt x="133" y="45467"/>
                    </a:cubicBezTo>
                    <a:cubicBezTo>
                      <a:pt x="133" y="57486"/>
                      <a:pt x="4908" y="69015"/>
                      <a:pt x="13407" y="77514"/>
                    </a:cubicBezTo>
                    <a:cubicBezTo>
                      <a:pt x="21907" y="86013"/>
                      <a:pt x="33436" y="90789"/>
                      <a:pt x="45455" y="9078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4" name="任意多边形: 形状 3243"/>
              <p:cNvSpPr/>
              <p:nvPr/>
            </p:nvSpPr>
            <p:spPr>
              <a:xfrm>
                <a:off x="28496790" y="23705309"/>
                <a:ext cx="180000" cy="180000"/>
              </a:xfrm>
              <a:custGeom>
                <a:avLst/>
                <a:gdLst>
                  <a:gd name="csX0" fmla="*/ 45477 w 90645"/>
                  <a:gd name="csY0" fmla="*/ 90824 h 90643"/>
                  <a:gd name="csX1" fmla="*/ 77525 w 90645"/>
                  <a:gd name="csY1" fmla="*/ 77549 h 90643"/>
                  <a:gd name="csX2" fmla="*/ 90799 w 90645"/>
                  <a:gd name="csY2" fmla="*/ 45502 h 90643"/>
                  <a:gd name="csX3" fmla="*/ 77525 w 90645"/>
                  <a:gd name="csY3" fmla="*/ 13454 h 90643"/>
                  <a:gd name="csX4" fmla="*/ 45477 w 90645"/>
                  <a:gd name="csY4" fmla="*/ 180 h 90643"/>
                  <a:gd name="csX5" fmla="*/ 13429 w 90645"/>
                  <a:gd name="csY5" fmla="*/ 13454 h 90643"/>
                  <a:gd name="csX6" fmla="*/ 154 w 90645"/>
                  <a:gd name="csY6" fmla="*/ 45502 h 90643"/>
                  <a:gd name="csX7" fmla="*/ 13429 w 90645"/>
                  <a:gd name="csY7" fmla="*/ 77549 h 90643"/>
                  <a:gd name="csX8" fmla="*/ 45477 w 90645"/>
                  <a:gd name="csY8" fmla="*/ 9082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7" y="90824"/>
                    </a:moveTo>
                    <a:cubicBezTo>
                      <a:pt x="57496" y="90824"/>
                      <a:pt x="69025" y="86048"/>
                      <a:pt x="77525" y="77549"/>
                    </a:cubicBezTo>
                    <a:cubicBezTo>
                      <a:pt x="86024" y="69050"/>
                      <a:pt x="90799" y="57521"/>
                      <a:pt x="90799" y="45502"/>
                    </a:cubicBezTo>
                    <a:cubicBezTo>
                      <a:pt x="90799" y="33482"/>
                      <a:pt x="86024" y="21953"/>
                      <a:pt x="77525" y="13454"/>
                    </a:cubicBezTo>
                    <a:cubicBezTo>
                      <a:pt x="69025" y="4955"/>
                      <a:pt x="57496" y="180"/>
                      <a:pt x="45477" y="180"/>
                    </a:cubicBezTo>
                    <a:cubicBezTo>
                      <a:pt x="33457" y="180"/>
                      <a:pt x="21928" y="4955"/>
                      <a:pt x="13429" y="13454"/>
                    </a:cubicBezTo>
                    <a:cubicBezTo>
                      <a:pt x="4930" y="21953"/>
                      <a:pt x="154" y="33482"/>
                      <a:pt x="154" y="45502"/>
                    </a:cubicBezTo>
                    <a:cubicBezTo>
                      <a:pt x="154" y="57521"/>
                      <a:pt x="4930" y="69050"/>
                      <a:pt x="13429" y="77549"/>
                    </a:cubicBezTo>
                    <a:cubicBezTo>
                      <a:pt x="21928" y="86048"/>
                      <a:pt x="33457" y="90824"/>
                      <a:pt x="45477" y="9082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5" name="任意多边形: 形状 3244"/>
              <p:cNvSpPr/>
              <p:nvPr/>
            </p:nvSpPr>
            <p:spPr>
              <a:xfrm>
                <a:off x="30861518" y="22493817"/>
                <a:ext cx="180000" cy="180000"/>
              </a:xfrm>
              <a:custGeom>
                <a:avLst/>
                <a:gdLst>
                  <a:gd name="csX0" fmla="*/ 45550 w 90645"/>
                  <a:gd name="csY0" fmla="*/ 90786 h 90643"/>
                  <a:gd name="csX1" fmla="*/ 77598 w 90645"/>
                  <a:gd name="csY1" fmla="*/ 77511 h 90643"/>
                  <a:gd name="csX2" fmla="*/ 90873 w 90645"/>
                  <a:gd name="csY2" fmla="*/ 45464 h 90643"/>
                  <a:gd name="csX3" fmla="*/ 77598 w 90645"/>
                  <a:gd name="csY3" fmla="*/ 13416 h 90643"/>
                  <a:gd name="csX4" fmla="*/ 45550 w 90645"/>
                  <a:gd name="csY4" fmla="*/ 142 h 90643"/>
                  <a:gd name="csX5" fmla="*/ 13503 w 90645"/>
                  <a:gd name="csY5" fmla="*/ 13416 h 90643"/>
                  <a:gd name="csX6" fmla="*/ 228 w 90645"/>
                  <a:gd name="csY6" fmla="*/ 45464 h 90643"/>
                  <a:gd name="csX7" fmla="*/ 13503 w 90645"/>
                  <a:gd name="csY7" fmla="*/ 77511 h 90643"/>
                  <a:gd name="csX8" fmla="*/ 45550 w 90645"/>
                  <a:gd name="csY8" fmla="*/ 9078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0" y="90786"/>
                    </a:moveTo>
                    <a:cubicBezTo>
                      <a:pt x="57570" y="90786"/>
                      <a:pt x="69099" y="86010"/>
                      <a:pt x="77598" y="77511"/>
                    </a:cubicBezTo>
                    <a:cubicBezTo>
                      <a:pt x="86098" y="69012"/>
                      <a:pt x="90873" y="57483"/>
                      <a:pt x="90873" y="45464"/>
                    </a:cubicBezTo>
                    <a:cubicBezTo>
                      <a:pt x="90873" y="33444"/>
                      <a:pt x="86098" y="21915"/>
                      <a:pt x="77598" y="13416"/>
                    </a:cubicBezTo>
                    <a:cubicBezTo>
                      <a:pt x="69099" y="4917"/>
                      <a:pt x="57570" y="142"/>
                      <a:pt x="45550" y="142"/>
                    </a:cubicBezTo>
                    <a:cubicBezTo>
                      <a:pt x="33531" y="142"/>
                      <a:pt x="22002" y="4917"/>
                      <a:pt x="13503" y="13416"/>
                    </a:cubicBezTo>
                    <a:cubicBezTo>
                      <a:pt x="5003" y="21915"/>
                      <a:pt x="228" y="33444"/>
                      <a:pt x="228" y="45464"/>
                    </a:cubicBezTo>
                    <a:cubicBezTo>
                      <a:pt x="228" y="57483"/>
                      <a:pt x="5003" y="69012"/>
                      <a:pt x="13503" y="77511"/>
                    </a:cubicBezTo>
                    <a:cubicBezTo>
                      <a:pt x="22002" y="86010"/>
                      <a:pt x="33531" y="90786"/>
                      <a:pt x="45550" y="9078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6" name="任意多边形: 形状 3245"/>
              <p:cNvSpPr/>
              <p:nvPr/>
            </p:nvSpPr>
            <p:spPr>
              <a:xfrm>
                <a:off x="30446741" y="23905800"/>
                <a:ext cx="180000" cy="180000"/>
              </a:xfrm>
              <a:custGeom>
                <a:avLst/>
                <a:gdLst>
                  <a:gd name="csX0" fmla="*/ 45538 w 90645"/>
                  <a:gd name="csY0" fmla="*/ 90830 h 90643"/>
                  <a:gd name="csX1" fmla="*/ 77585 w 90645"/>
                  <a:gd name="csY1" fmla="*/ 77555 h 90643"/>
                  <a:gd name="csX2" fmla="*/ 90860 w 90645"/>
                  <a:gd name="csY2" fmla="*/ 45508 h 90643"/>
                  <a:gd name="csX3" fmla="*/ 77585 w 90645"/>
                  <a:gd name="csY3" fmla="*/ 13460 h 90643"/>
                  <a:gd name="csX4" fmla="*/ 45538 w 90645"/>
                  <a:gd name="csY4" fmla="*/ 186 h 90643"/>
                  <a:gd name="csX5" fmla="*/ 13490 w 90645"/>
                  <a:gd name="csY5" fmla="*/ 13460 h 90643"/>
                  <a:gd name="csX6" fmla="*/ 215 w 90645"/>
                  <a:gd name="csY6" fmla="*/ 45508 h 90643"/>
                  <a:gd name="csX7" fmla="*/ 13490 w 90645"/>
                  <a:gd name="csY7" fmla="*/ 77555 h 90643"/>
                  <a:gd name="csX8" fmla="*/ 45538 w 90645"/>
                  <a:gd name="csY8" fmla="*/ 9083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8" y="90830"/>
                    </a:moveTo>
                    <a:cubicBezTo>
                      <a:pt x="57557" y="90830"/>
                      <a:pt x="69086" y="86054"/>
                      <a:pt x="77585" y="77555"/>
                    </a:cubicBezTo>
                    <a:cubicBezTo>
                      <a:pt x="86085" y="69056"/>
                      <a:pt x="90860" y="57527"/>
                      <a:pt x="90860" y="45508"/>
                    </a:cubicBezTo>
                    <a:cubicBezTo>
                      <a:pt x="90860" y="33488"/>
                      <a:pt x="86085" y="21960"/>
                      <a:pt x="77585" y="13460"/>
                    </a:cubicBezTo>
                    <a:cubicBezTo>
                      <a:pt x="69086" y="4961"/>
                      <a:pt x="57557" y="186"/>
                      <a:pt x="45538" y="186"/>
                    </a:cubicBezTo>
                    <a:cubicBezTo>
                      <a:pt x="33518" y="186"/>
                      <a:pt x="21989" y="4961"/>
                      <a:pt x="13490" y="13460"/>
                    </a:cubicBezTo>
                    <a:cubicBezTo>
                      <a:pt x="4990" y="21960"/>
                      <a:pt x="215" y="33488"/>
                      <a:pt x="215" y="45508"/>
                    </a:cubicBezTo>
                    <a:cubicBezTo>
                      <a:pt x="215" y="57527"/>
                      <a:pt x="4990" y="69056"/>
                      <a:pt x="13490" y="77555"/>
                    </a:cubicBezTo>
                    <a:cubicBezTo>
                      <a:pt x="21989" y="86054"/>
                      <a:pt x="33518" y="90830"/>
                      <a:pt x="45538" y="9083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7" name="任意多边形: 形状 3246"/>
              <p:cNvSpPr/>
              <p:nvPr/>
            </p:nvSpPr>
            <p:spPr>
              <a:xfrm>
                <a:off x="28893179" y="21617452"/>
                <a:ext cx="180000" cy="180000"/>
              </a:xfrm>
              <a:custGeom>
                <a:avLst/>
                <a:gdLst>
                  <a:gd name="csX0" fmla="*/ 45489 w 90645"/>
                  <a:gd name="csY0" fmla="*/ 90758 h 90643"/>
                  <a:gd name="csX1" fmla="*/ 77537 w 90645"/>
                  <a:gd name="csY1" fmla="*/ 77484 h 90643"/>
                  <a:gd name="csX2" fmla="*/ 90812 w 90645"/>
                  <a:gd name="csY2" fmla="*/ 45436 h 90643"/>
                  <a:gd name="csX3" fmla="*/ 77537 w 90645"/>
                  <a:gd name="csY3" fmla="*/ 13389 h 90643"/>
                  <a:gd name="csX4" fmla="*/ 45489 w 90645"/>
                  <a:gd name="csY4" fmla="*/ 115 h 90643"/>
                  <a:gd name="csX5" fmla="*/ 13441 w 90645"/>
                  <a:gd name="csY5" fmla="*/ 13389 h 90643"/>
                  <a:gd name="csX6" fmla="*/ 167 w 90645"/>
                  <a:gd name="csY6" fmla="*/ 45436 h 90643"/>
                  <a:gd name="csX7" fmla="*/ 13441 w 90645"/>
                  <a:gd name="csY7" fmla="*/ 77484 h 90643"/>
                  <a:gd name="csX8" fmla="*/ 45489 w 90645"/>
                  <a:gd name="csY8" fmla="*/ 9075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9" y="90758"/>
                    </a:moveTo>
                    <a:cubicBezTo>
                      <a:pt x="57509" y="90758"/>
                      <a:pt x="69038" y="85983"/>
                      <a:pt x="77537" y="77484"/>
                    </a:cubicBezTo>
                    <a:cubicBezTo>
                      <a:pt x="86036" y="68985"/>
                      <a:pt x="90812" y="57456"/>
                      <a:pt x="90812" y="45436"/>
                    </a:cubicBezTo>
                    <a:cubicBezTo>
                      <a:pt x="90812" y="33417"/>
                      <a:pt x="86036" y="21888"/>
                      <a:pt x="77537" y="13389"/>
                    </a:cubicBezTo>
                    <a:cubicBezTo>
                      <a:pt x="69038" y="4890"/>
                      <a:pt x="57509" y="115"/>
                      <a:pt x="45489" y="115"/>
                    </a:cubicBezTo>
                    <a:cubicBezTo>
                      <a:pt x="33469" y="115"/>
                      <a:pt x="21940" y="4890"/>
                      <a:pt x="13441" y="13389"/>
                    </a:cubicBezTo>
                    <a:cubicBezTo>
                      <a:pt x="4942" y="21888"/>
                      <a:pt x="167" y="33417"/>
                      <a:pt x="167" y="45436"/>
                    </a:cubicBezTo>
                    <a:cubicBezTo>
                      <a:pt x="167" y="57456"/>
                      <a:pt x="4942" y="68985"/>
                      <a:pt x="13441" y="77484"/>
                    </a:cubicBezTo>
                    <a:cubicBezTo>
                      <a:pt x="21940" y="85983"/>
                      <a:pt x="33469" y="90758"/>
                      <a:pt x="45489" y="9075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8" name="任意多边形: 形状 3247"/>
              <p:cNvSpPr/>
              <p:nvPr/>
            </p:nvSpPr>
            <p:spPr>
              <a:xfrm>
                <a:off x="29097246" y="24078124"/>
                <a:ext cx="180000" cy="180000"/>
              </a:xfrm>
              <a:custGeom>
                <a:avLst/>
                <a:gdLst>
                  <a:gd name="csX0" fmla="*/ 45495 w 90645"/>
                  <a:gd name="csY0" fmla="*/ 90835 h 90643"/>
                  <a:gd name="csX1" fmla="*/ 77543 w 90645"/>
                  <a:gd name="csY1" fmla="*/ 77561 h 90643"/>
                  <a:gd name="csX2" fmla="*/ 90818 w 90645"/>
                  <a:gd name="csY2" fmla="*/ 45513 h 90643"/>
                  <a:gd name="csX3" fmla="*/ 77543 w 90645"/>
                  <a:gd name="csY3" fmla="*/ 13466 h 90643"/>
                  <a:gd name="csX4" fmla="*/ 45495 w 90645"/>
                  <a:gd name="csY4" fmla="*/ 191 h 90643"/>
                  <a:gd name="csX5" fmla="*/ 13448 w 90645"/>
                  <a:gd name="csY5" fmla="*/ 13466 h 90643"/>
                  <a:gd name="csX6" fmla="*/ 173 w 90645"/>
                  <a:gd name="csY6" fmla="*/ 45513 h 90643"/>
                  <a:gd name="csX7" fmla="*/ 13448 w 90645"/>
                  <a:gd name="csY7" fmla="*/ 77561 h 90643"/>
                  <a:gd name="csX8" fmla="*/ 45495 w 90645"/>
                  <a:gd name="csY8" fmla="*/ 9083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5" y="90835"/>
                    </a:moveTo>
                    <a:cubicBezTo>
                      <a:pt x="57515" y="90835"/>
                      <a:pt x="69044" y="86060"/>
                      <a:pt x="77543" y="77561"/>
                    </a:cubicBezTo>
                    <a:cubicBezTo>
                      <a:pt x="86042" y="69062"/>
                      <a:pt x="90818" y="57533"/>
                      <a:pt x="90818" y="45513"/>
                    </a:cubicBezTo>
                    <a:cubicBezTo>
                      <a:pt x="90818" y="33494"/>
                      <a:pt x="86042" y="21965"/>
                      <a:pt x="77543" y="13466"/>
                    </a:cubicBezTo>
                    <a:cubicBezTo>
                      <a:pt x="69044" y="4967"/>
                      <a:pt x="57515" y="191"/>
                      <a:pt x="45495" y="191"/>
                    </a:cubicBezTo>
                    <a:cubicBezTo>
                      <a:pt x="33476" y="191"/>
                      <a:pt x="21947" y="4967"/>
                      <a:pt x="13448" y="13466"/>
                    </a:cubicBezTo>
                    <a:cubicBezTo>
                      <a:pt x="4948" y="21965"/>
                      <a:pt x="173" y="33494"/>
                      <a:pt x="173" y="45513"/>
                    </a:cubicBezTo>
                    <a:cubicBezTo>
                      <a:pt x="173" y="57533"/>
                      <a:pt x="4948" y="69062"/>
                      <a:pt x="13448" y="77561"/>
                    </a:cubicBezTo>
                    <a:cubicBezTo>
                      <a:pt x="21947" y="86060"/>
                      <a:pt x="33476" y="90835"/>
                      <a:pt x="45495" y="9083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49" name="任意多边形: 形状 3248"/>
              <p:cNvSpPr/>
              <p:nvPr/>
            </p:nvSpPr>
            <p:spPr>
              <a:xfrm>
                <a:off x="30268980" y="21484539"/>
                <a:ext cx="180000" cy="180000"/>
              </a:xfrm>
              <a:custGeom>
                <a:avLst/>
                <a:gdLst>
                  <a:gd name="csX0" fmla="*/ 45532 w 90645"/>
                  <a:gd name="csY0" fmla="*/ 90754 h 90643"/>
                  <a:gd name="csX1" fmla="*/ 77580 w 90645"/>
                  <a:gd name="csY1" fmla="*/ 77480 h 90643"/>
                  <a:gd name="csX2" fmla="*/ 90855 w 90645"/>
                  <a:gd name="csY2" fmla="*/ 45432 h 90643"/>
                  <a:gd name="csX3" fmla="*/ 77580 w 90645"/>
                  <a:gd name="csY3" fmla="*/ 13385 h 90643"/>
                  <a:gd name="csX4" fmla="*/ 45532 w 90645"/>
                  <a:gd name="csY4" fmla="*/ 110 h 90643"/>
                  <a:gd name="csX5" fmla="*/ 13484 w 90645"/>
                  <a:gd name="csY5" fmla="*/ 13385 h 90643"/>
                  <a:gd name="csX6" fmla="*/ 209 w 90645"/>
                  <a:gd name="csY6" fmla="*/ 45432 h 90643"/>
                  <a:gd name="csX7" fmla="*/ 13484 w 90645"/>
                  <a:gd name="csY7" fmla="*/ 77480 h 90643"/>
                  <a:gd name="csX8" fmla="*/ 45532 w 90645"/>
                  <a:gd name="csY8" fmla="*/ 9075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2" y="90754"/>
                    </a:moveTo>
                    <a:cubicBezTo>
                      <a:pt x="57552" y="90754"/>
                      <a:pt x="69081" y="85979"/>
                      <a:pt x="77580" y="77480"/>
                    </a:cubicBezTo>
                    <a:cubicBezTo>
                      <a:pt x="86079" y="68981"/>
                      <a:pt x="90855" y="57452"/>
                      <a:pt x="90855" y="45432"/>
                    </a:cubicBezTo>
                    <a:cubicBezTo>
                      <a:pt x="90855" y="33413"/>
                      <a:pt x="86079" y="21884"/>
                      <a:pt x="77580" y="13385"/>
                    </a:cubicBezTo>
                    <a:cubicBezTo>
                      <a:pt x="69081" y="4886"/>
                      <a:pt x="57552" y="110"/>
                      <a:pt x="45532" y="110"/>
                    </a:cubicBezTo>
                    <a:cubicBezTo>
                      <a:pt x="33512" y="110"/>
                      <a:pt x="21983" y="4886"/>
                      <a:pt x="13484" y="13385"/>
                    </a:cubicBezTo>
                    <a:cubicBezTo>
                      <a:pt x="4985" y="21884"/>
                      <a:pt x="209" y="33413"/>
                      <a:pt x="209" y="45432"/>
                    </a:cubicBezTo>
                    <a:cubicBezTo>
                      <a:pt x="209" y="57452"/>
                      <a:pt x="4985" y="68981"/>
                      <a:pt x="13484" y="77480"/>
                    </a:cubicBezTo>
                    <a:cubicBezTo>
                      <a:pt x="21983" y="85979"/>
                      <a:pt x="33512" y="90754"/>
                      <a:pt x="45532" y="9075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0" name="任意多边形: 形状 3249"/>
              <p:cNvSpPr/>
              <p:nvPr/>
            </p:nvSpPr>
            <p:spPr>
              <a:xfrm>
                <a:off x="30940311" y="23872955"/>
                <a:ext cx="180000" cy="180000"/>
              </a:xfrm>
              <a:custGeom>
                <a:avLst/>
                <a:gdLst>
                  <a:gd name="csX0" fmla="*/ 45553 w 90645"/>
                  <a:gd name="csY0" fmla="*/ 90829 h 90643"/>
                  <a:gd name="csX1" fmla="*/ 77601 w 90645"/>
                  <a:gd name="csY1" fmla="*/ 77554 h 90643"/>
                  <a:gd name="csX2" fmla="*/ 90875 w 90645"/>
                  <a:gd name="csY2" fmla="*/ 45507 h 90643"/>
                  <a:gd name="csX3" fmla="*/ 77601 w 90645"/>
                  <a:gd name="csY3" fmla="*/ 13459 h 90643"/>
                  <a:gd name="csX4" fmla="*/ 45553 w 90645"/>
                  <a:gd name="csY4" fmla="*/ 185 h 90643"/>
                  <a:gd name="csX5" fmla="*/ 13505 w 90645"/>
                  <a:gd name="csY5" fmla="*/ 13459 h 90643"/>
                  <a:gd name="csX6" fmla="*/ 230 w 90645"/>
                  <a:gd name="csY6" fmla="*/ 45507 h 90643"/>
                  <a:gd name="csX7" fmla="*/ 13505 w 90645"/>
                  <a:gd name="csY7" fmla="*/ 77554 h 90643"/>
                  <a:gd name="csX8" fmla="*/ 45553 w 90645"/>
                  <a:gd name="csY8" fmla="*/ 9082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3" y="90829"/>
                    </a:moveTo>
                    <a:cubicBezTo>
                      <a:pt x="57573" y="90829"/>
                      <a:pt x="69102" y="86053"/>
                      <a:pt x="77601" y="77554"/>
                    </a:cubicBezTo>
                    <a:cubicBezTo>
                      <a:pt x="86100" y="69055"/>
                      <a:pt x="90875" y="57526"/>
                      <a:pt x="90875" y="45507"/>
                    </a:cubicBezTo>
                    <a:cubicBezTo>
                      <a:pt x="90875" y="33487"/>
                      <a:pt x="86100" y="21958"/>
                      <a:pt x="77601" y="13459"/>
                    </a:cubicBezTo>
                    <a:cubicBezTo>
                      <a:pt x="69102" y="4960"/>
                      <a:pt x="57573" y="185"/>
                      <a:pt x="45553" y="185"/>
                    </a:cubicBezTo>
                    <a:cubicBezTo>
                      <a:pt x="33533" y="185"/>
                      <a:pt x="22004" y="4960"/>
                      <a:pt x="13505" y="13459"/>
                    </a:cubicBezTo>
                    <a:cubicBezTo>
                      <a:pt x="5006" y="21958"/>
                      <a:pt x="230" y="33487"/>
                      <a:pt x="230" y="45507"/>
                    </a:cubicBezTo>
                    <a:cubicBezTo>
                      <a:pt x="230" y="57526"/>
                      <a:pt x="5006" y="69055"/>
                      <a:pt x="13505" y="77554"/>
                    </a:cubicBezTo>
                    <a:cubicBezTo>
                      <a:pt x="22004" y="86053"/>
                      <a:pt x="33533" y="90829"/>
                      <a:pt x="45553" y="9082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1" name="任意多边形: 形状 3250"/>
              <p:cNvSpPr/>
              <p:nvPr/>
            </p:nvSpPr>
            <p:spPr>
              <a:xfrm>
                <a:off x="28392900" y="22406662"/>
                <a:ext cx="180000" cy="180000"/>
              </a:xfrm>
              <a:custGeom>
                <a:avLst/>
                <a:gdLst>
                  <a:gd name="csX0" fmla="*/ 45473 w 90645"/>
                  <a:gd name="csY0" fmla="*/ 90783 h 90643"/>
                  <a:gd name="csX1" fmla="*/ 77521 w 90645"/>
                  <a:gd name="csY1" fmla="*/ 77509 h 90643"/>
                  <a:gd name="csX2" fmla="*/ 90796 w 90645"/>
                  <a:gd name="csY2" fmla="*/ 45461 h 90643"/>
                  <a:gd name="csX3" fmla="*/ 77521 w 90645"/>
                  <a:gd name="csY3" fmla="*/ 13414 h 90643"/>
                  <a:gd name="csX4" fmla="*/ 45473 w 90645"/>
                  <a:gd name="csY4" fmla="*/ 139 h 90643"/>
                  <a:gd name="csX5" fmla="*/ 13426 w 90645"/>
                  <a:gd name="csY5" fmla="*/ 13414 h 90643"/>
                  <a:gd name="csX6" fmla="*/ 151 w 90645"/>
                  <a:gd name="csY6" fmla="*/ 45461 h 90643"/>
                  <a:gd name="csX7" fmla="*/ 13426 w 90645"/>
                  <a:gd name="csY7" fmla="*/ 77509 h 90643"/>
                  <a:gd name="csX8" fmla="*/ 45473 w 90645"/>
                  <a:gd name="csY8" fmla="*/ 907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3" y="90783"/>
                    </a:moveTo>
                    <a:cubicBezTo>
                      <a:pt x="57493" y="90783"/>
                      <a:pt x="69022" y="86008"/>
                      <a:pt x="77521" y="77509"/>
                    </a:cubicBezTo>
                    <a:cubicBezTo>
                      <a:pt x="86020" y="69010"/>
                      <a:pt x="90796" y="57481"/>
                      <a:pt x="90796" y="45461"/>
                    </a:cubicBezTo>
                    <a:cubicBezTo>
                      <a:pt x="90796" y="33442"/>
                      <a:pt x="86020" y="21913"/>
                      <a:pt x="77521" y="13414"/>
                    </a:cubicBezTo>
                    <a:cubicBezTo>
                      <a:pt x="69022" y="4915"/>
                      <a:pt x="57493" y="139"/>
                      <a:pt x="45473" y="139"/>
                    </a:cubicBezTo>
                    <a:cubicBezTo>
                      <a:pt x="33454" y="139"/>
                      <a:pt x="21925" y="4915"/>
                      <a:pt x="13426" y="13414"/>
                    </a:cubicBezTo>
                    <a:cubicBezTo>
                      <a:pt x="4926" y="21913"/>
                      <a:pt x="151" y="33442"/>
                      <a:pt x="151" y="45461"/>
                    </a:cubicBezTo>
                    <a:cubicBezTo>
                      <a:pt x="151" y="57481"/>
                      <a:pt x="4926" y="69010"/>
                      <a:pt x="13426" y="77509"/>
                    </a:cubicBezTo>
                    <a:cubicBezTo>
                      <a:pt x="21925" y="86008"/>
                      <a:pt x="33454" y="90783"/>
                      <a:pt x="45473" y="907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2" name="任意多边形: 形状 3251"/>
              <p:cNvSpPr/>
              <p:nvPr/>
            </p:nvSpPr>
            <p:spPr>
              <a:xfrm>
                <a:off x="28214918" y="23048884"/>
                <a:ext cx="180000" cy="180000"/>
              </a:xfrm>
              <a:custGeom>
                <a:avLst/>
                <a:gdLst>
                  <a:gd name="csX0" fmla="*/ 45468 w 90645"/>
                  <a:gd name="csY0" fmla="*/ 90803 h 90643"/>
                  <a:gd name="csX1" fmla="*/ 77516 w 90645"/>
                  <a:gd name="csY1" fmla="*/ 77529 h 90643"/>
                  <a:gd name="csX2" fmla="*/ 90790 w 90645"/>
                  <a:gd name="csY2" fmla="*/ 45481 h 90643"/>
                  <a:gd name="csX3" fmla="*/ 77516 w 90645"/>
                  <a:gd name="csY3" fmla="*/ 13434 h 90643"/>
                  <a:gd name="csX4" fmla="*/ 45468 w 90645"/>
                  <a:gd name="csY4" fmla="*/ 159 h 90643"/>
                  <a:gd name="csX5" fmla="*/ 13420 w 90645"/>
                  <a:gd name="csY5" fmla="*/ 13434 h 90643"/>
                  <a:gd name="csX6" fmla="*/ 145 w 90645"/>
                  <a:gd name="csY6" fmla="*/ 45481 h 90643"/>
                  <a:gd name="csX7" fmla="*/ 13420 w 90645"/>
                  <a:gd name="csY7" fmla="*/ 77529 h 90643"/>
                  <a:gd name="csX8" fmla="*/ 45468 w 90645"/>
                  <a:gd name="csY8" fmla="*/ 9080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8" y="90803"/>
                    </a:moveTo>
                    <a:cubicBezTo>
                      <a:pt x="57488" y="90803"/>
                      <a:pt x="69017" y="86028"/>
                      <a:pt x="77516" y="77529"/>
                    </a:cubicBezTo>
                    <a:cubicBezTo>
                      <a:pt x="86015" y="69030"/>
                      <a:pt x="90790" y="57501"/>
                      <a:pt x="90790" y="45481"/>
                    </a:cubicBezTo>
                    <a:cubicBezTo>
                      <a:pt x="90790" y="33462"/>
                      <a:pt x="86015" y="21933"/>
                      <a:pt x="77516" y="13434"/>
                    </a:cubicBezTo>
                    <a:cubicBezTo>
                      <a:pt x="69017" y="4935"/>
                      <a:pt x="57488" y="159"/>
                      <a:pt x="45468" y="159"/>
                    </a:cubicBezTo>
                    <a:cubicBezTo>
                      <a:pt x="33448" y="159"/>
                      <a:pt x="21919" y="4935"/>
                      <a:pt x="13420" y="13434"/>
                    </a:cubicBezTo>
                    <a:cubicBezTo>
                      <a:pt x="4921" y="21933"/>
                      <a:pt x="145" y="33462"/>
                      <a:pt x="145" y="45481"/>
                    </a:cubicBezTo>
                    <a:cubicBezTo>
                      <a:pt x="145" y="57501"/>
                      <a:pt x="4921" y="69030"/>
                      <a:pt x="13420" y="77529"/>
                    </a:cubicBezTo>
                    <a:cubicBezTo>
                      <a:pt x="21919" y="86028"/>
                      <a:pt x="33448" y="90803"/>
                      <a:pt x="45468" y="9080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3" name="任意多边形: 形状 3252"/>
              <p:cNvSpPr/>
              <p:nvPr/>
            </p:nvSpPr>
            <p:spPr>
              <a:xfrm>
                <a:off x="32068705" y="22723400"/>
                <a:ext cx="180000" cy="180000"/>
              </a:xfrm>
              <a:custGeom>
                <a:avLst/>
                <a:gdLst>
                  <a:gd name="csX0" fmla="*/ 45588 w 90645"/>
                  <a:gd name="csY0" fmla="*/ 90793 h 90643"/>
                  <a:gd name="csX1" fmla="*/ 77636 w 90645"/>
                  <a:gd name="csY1" fmla="*/ 77518 h 90643"/>
                  <a:gd name="csX2" fmla="*/ 90911 w 90645"/>
                  <a:gd name="csY2" fmla="*/ 45471 h 90643"/>
                  <a:gd name="csX3" fmla="*/ 77636 w 90645"/>
                  <a:gd name="csY3" fmla="*/ 13424 h 90643"/>
                  <a:gd name="csX4" fmla="*/ 45588 w 90645"/>
                  <a:gd name="csY4" fmla="*/ 149 h 90643"/>
                  <a:gd name="csX5" fmla="*/ 13540 w 90645"/>
                  <a:gd name="csY5" fmla="*/ 13424 h 90643"/>
                  <a:gd name="csX6" fmla="*/ 266 w 90645"/>
                  <a:gd name="csY6" fmla="*/ 45471 h 90643"/>
                  <a:gd name="csX7" fmla="*/ 13540 w 90645"/>
                  <a:gd name="csY7" fmla="*/ 77518 h 90643"/>
                  <a:gd name="csX8" fmla="*/ 45588 w 90645"/>
                  <a:gd name="csY8" fmla="*/ 9079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8" y="90793"/>
                    </a:moveTo>
                    <a:cubicBezTo>
                      <a:pt x="57608" y="90793"/>
                      <a:pt x="69137" y="86018"/>
                      <a:pt x="77636" y="77518"/>
                    </a:cubicBezTo>
                    <a:cubicBezTo>
                      <a:pt x="86135" y="69019"/>
                      <a:pt x="90911" y="57491"/>
                      <a:pt x="90911" y="45471"/>
                    </a:cubicBezTo>
                    <a:cubicBezTo>
                      <a:pt x="90911" y="33451"/>
                      <a:pt x="86135" y="21923"/>
                      <a:pt x="77636" y="13424"/>
                    </a:cubicBezTo>
                    <a:cubicBezTo>
                      <a:pt x="69137" y="4924"/>
                      <a:pt x="57608" y="149"/>
                      <a:pt x="45588" y="149"/>
                    </a:cubicBezTo>
                    <a:cubicBezTo>
                      <a:pt x="33568" y="149"/>
                      <a:pt x="22039" y="4924"/>
                      <a:pt x="13540" y="13424"/>
                    </a:cubicBezTo>
                    <a:cubicBezTo>
                      <a:pt x="5041" y="21923"/>
                      <a:pt x="266" y="33451"/>
                      <a:pt x="266" y="45471"/>
                    </a:cubicBezTo>
                    <a:cubicBezTo>
                      <a:pt x="266" y="57491"/>
                      <a:pt x="5041" y="69019"/>
                      <a:pt x="13540" y="77518"/>
                    </a:cubicBezTo>
                    <a:cubicBezTo>
                      <a:pt x="22039" y="86018"/>
                      <a:pt x="33568" y="90793"/>
                      <a:pt x="45588" y="9079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4" name="任意多边形: 形状 3253"/>
              <p:cNvSpPr/>
              <p:nvPr/>
            </p:nvSpPr>
            <p:spPr>
              <a:xfrm>
                <a:off x="30162087" y="25185570"/>
                <a:ext cx="180000" cy="180000"/>
              </a:xfrm>
              <a:custGeom>
                <a:avLst/>
                <a:gdLst>
                  <a:gd name="csX0" fmla="*/ 45529 w 90645"/>
                  <a:gd name="csY0" fmla="*/ 90870 h 90643"/>
                  <a:gd name="csX1" fmla="*/ 77576 w 90645"/>
                  <a:gd name="csY1" fmla="*/ 77595 h 90643"/>
                  <a:gd name="csX2" fmla="*/ 90851 w 90645"/>
                  <a:gd name="csY2" fmla="*/ 45548 h 90643"/>
                  <a:gd name="csX3" fmla="*/ 77576 w 90645"/>
                  <a:gd name="csY3" fmla="*/ 13500 h 90643"/>
                  <a:gd name="csX4" fmla="*/ 45529 w 90645"/>
                  <a:gd name="csY4" fmla="*/ 226 h 90643"/>
                  <a:gd name="csX5" fmla="*/ 13481 w 90645"/>
                  <a:gd name="csY5" fmla="*/ 13500 h 90643"/>
                  <a:gd name="csX6" fmla="*/ 206 w 90645"/>
                  <a:gd name="csY6" fmla="*/ 45548 h 90643"/>
                  <a:gd name="csX7" fmla="*/ 13481 w 90645"/>
                  <a:gd name="csY7" fmla="*/ 77595 h 90643"/>
                  <a:gd name="csX8" fmla="*/ 45529 w 90645"/>
                  <a:gd name="csY8" fmla="*/ 9087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9" y="90870"/>
                    </a:moveTo>
                    <a:cubicBezTo>
                      <a:pt x="57548" y="90870"/>
                      <a:pt x="69077" y="86094"/>
                      <a:pt x="77576" y="77595"/>
                    </a:cubicBezTo>
                    <a:cubicBezTo>
                      <a:pt x="86076" y="69096"/>
                      <a:pt x="90851" y="57567"/>
                      <a:pt x="90851" y="45548"/>
                    </a:cubicBezTo>
                    <a:cubicBezTo>
                      <a:pt x="90851" y="33528"/>
                      <a:pt x="86076" y="21999"/>
                      <a:pt x="77576" y="13500"/>
                    </a:cubicBezTo>
                    <a:cubicBezTo>
                      <a:pt x="69077" y="5001"/>
                      <a:pt x="57548" y="226"/>
                      <a:pt x="45529" y="226"/>
                    </a:cubicBezTo>
                    <a:cubicBezTo>
                      <a:pt x="33509" y="226"/>
                      <a:pt x="21980" y="5001"/>
                      <a:pt x="13481" y="13500"/>
                    </a:cubicBezTo>
                    <a:cubicBezTo>
                      <a:pt x="4982" y="21999"/>
                      <a:pt x="206" y="33528"/>
                      <a:pt x="206" y="45548"/>
                    </a:cubicBezTo>
                    <a:cubicBezTo>
                      <a:pt x="206" y="57567"/>
                      <a:pt x="4982" y="69096"/>
                      <a:pt x="13481" y="77595"/>
                    </a:cubicBezTo>
                    <a:cubicBezTo>
                      <a:pt x="21980" y="86094"/>
                      <a:pt x="33509" y="90870"/>
                      <a:pt x="45529" y="9087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5" name="任意多边形: 形状 3254"/>
              <p:cNvSpPr/>
              <p:nvPr/>
            </p:nvSpPr>
            <p:spPr>
              <a:xfrm>
                <a:off x="29654692" y="21221787"/>
                <a:ext cx="180000" cy="180000"/>
              </a:xfrm>
              <a:custGeom>
                <a:avLst/>
                <a:gdLst>
                  <a:gd name="csX0" fmla="*/ 45513 w 90645"/>
                  <a:gd name="csY0" fmla="*/ 90746 h 90643"/>
                  <a:gd name="csX1" fmla="*/ 77561 w 90645"/>
                  <a:gd name="csY1" fmla="*/ 77472 h 90643"/>
                  <a:gd name="csX2" fmla="*/ 90835 w 90645"/>
                  <a:gd name="csY2" fmla="*/ 45424 h 90643"/>
                  <a:gd name="csX3" fmla="*/ 77561 w 90645"/>
                  <a:gd name="csY3" fmla="*/ 13377 h 90643"/>
                  <a:gd name="csX4" fmla="*/ 45513 w 90645"/>
                  <a:gd name="csY4" fmla="*/ 102 h 90643"/>
                  <a:gd name="csX5" fmla="*/ 13465 w 90645"/>
                  <a:gd name="csY5" fmla="*/ 13377 h 90643"/>
                  <a:gd name="csX6" fmla="*/ 190 w 90645"/>
                  <a:gd name="csY6" fmla="*/ 45424 h 90643"/>
                  <a:gd name="csX7" fmla="*/ 13465 w 90645"/>
                  <a:gd name="csY7" fmla="*/ 77472 h 90643"/>
                  <a:gd name="csX8" fmla="*/ 45513 w 90645"/>
                  <a:gd name="csY8" fmla="*/ 9074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3" y="90746"/>
                    </a:moveTo>
                    <a:cubicBezTo>
                      <a:pt x="57532" y="90746"/>
                      <a:pt x="69061" y="85971"/>
                      <a:pt x="77561" y="77472"/>
                    </a:cubicBezTo>
                    <a:cubicBezTo>
                      <a:pt x="86060" y="68973"/>
                      <a:pt x="90835" y="57444"/>
                      <a:pt x="90835" y="45424"/>
                    </a:cubicBezTo>
                    <a:cubicBezTo>
                      <a:pt x="90835" y="33405"/>
                      <a:pt x="86060" y="21876"/>
                      <a:pt x="77561" y="13377"/>
                    </a:cubicBezTo>
                    <a:cubicBezTo>
                      <a:pt x="69061" y="4878"/>
                      <a:pt x="57532" y="102"/>
                      <a:pt x="45513" y="102"/>
                    </a:cubicBezTo>
                    <a:cubicBezTo>
                      <a:pt x="33493" y="102"/>
                      <a:pt x="21964" y="4878"/>
                      <a:pt x="13465" y="13377"/>
                    </a:cubicBezTo>
                    <a:cubicBezTo>
                      <a:pt x="4966" y="21876"/>
                      <a:pt x="190" y="33405"/>
                      <a:pt x="190" y="45424"/>
                    </a:cubicBezTo>
                    <a:cubicBezTo>
                      <a:pt x="190" y="57444"/>
                      <a:pt x="4966" y="68973"/>
                      <a:pt x="13465" y="77472"/>
                    </a:cubicBezTo>
                    <a:cubicBezTo>
                      <a:pt x="21964" y="85971"/>
                      <a:pt x="33493" y="90746"/>
                      <a:pt x="45513" y="9074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6" name="任意多边形: 形状 3255"/>
              <p:cNvSpPr/>
              <p:nvPr/>
            </p:nvSpPr>
            <p:spPr>
              <a:xfrm>
                <a:off x="29453834" y="23598553"/>
                <a:ext cx="180000" cy="180000"/>
              </a:xfrm>
              <a:custGeom>
                <a:avLst/>
                <a:gdLst>
                  <a:gd name="csX0" fmla="*/ 45507 w 90645"/>
                  <a:gd name="csY0" fmla="*/ 90820 h 90643"/>
                  <a:gd name="csX1" fmla="*/ 77554 w 90645"/>
                  <a:gd name="csY1" fmla="*/ 77546 h 90643"/>
                  <a:gd name="csX2" fmla="*/ 90829 w 90645"/>
                  <a:gd name="csY2" fmla="*/ 45498 h 90643"/>
                  <a:gd name="csX3" fmla="*/ 77554 w 90645"/>
                  <a:gd name="csY3" fmla="*/ 13451 h 90643"/>
                  <a:gd name="csX4" fmla="*/ 45507 w 90645"/>
                  <a:gd name="csY4" fmla="*/ 176 h 90643"/>
                  <a:gd name="csX5" fmla="*/ 13459 w 90645"/>
                  <a:gd name="csY5" fmla="*/ 13451 h 90643"/>
                  <a:gd name="csX6" fmla="*/ 184 w 90645"/>
                  <a:gd name="csY6" fmla="*/ 45498 h 90643"/>
                  <a:gd name="csX7" fmla="*/ 13459 w 90645"/>
                  <a:gd name="csY7" fmla="*/ 77546 h 90643"/>
                  <a:gd name="csX8" fmla="*/ 45507 w 90645"/>
                  <a:gd name="csY8" fmla="*/ 9082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7" y="90820"/>
                    </a:moveTo>
                    <a:cubicBezTo>
                      <a:pt x="57526" y="90820"/>
                      <a:pt x="69055" y="86045"/>
                      <a:pt x="77554" y="77546"/>
                    </a:cubicBezTo>
                    <a:cubicBezTo>
                      <a:pt x="86054" y="69047"/>
                      <a:pt x="90829" y="57518"/>
                      <a:pt x="90829" y="45498"/>
                    </a:cubicBezTo>
                    <a:cubicBezTo>
                      <a:pt x="90829" y="33479"/>
                      <a:pt x="86054" y="21950"/>
                      <a:pt x="77554" y="13451"/>
                    </a:cubicBezTo>
                    <a:cubicBezTo>
                      <a:pt x="69055" y="4952"/>
                      <a:pt x="57526" y="176"/>
                      <a:pt x="45507" y="176"/>
                    </a:cubicBezTo>
                    <a:cubicBezTo>
                      <a:pt x="33487" y="176"/>
                      <a:pt x="21958" y="4952"/>
                      <a:pt x="13459" y="13451"/>
                    </a:cubicBezTo>
                    <a:cubicBezTo>
                      <a:pt x="4959" y="21950"/>
                      <a:pt x="184" y="33479"/>
                      <a:pt x="184" y="45498"/>
                    </a:cubicBezTo>
                    <a:cubicBezTo>
                      <a:pt x="184" y="57518"/>
                      <a:pt x="4959" y="69047"/>
                      <a:pt x="13459" y="77546"/>
                    </a:cubicBezTo>
                    <a:cubicBezTo>
                      <a:pt x="21958" y="86045"/>
                      <a:pt x="33487" y="90820"/>
                      <a:pt x="45507" y="9082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7" name="任意多边形: 形状 3256"/>
              <p:cNvSpPr/>
              <p:nvPr/>
            </p:nvSpPr>
            <p:spPr>
              <a:xfrm>
                <a:off x="29931260" y="22149768"/>
                <a:ext cx="180000" cy="180000"/>
              </a:xfrm>
              <a:custGeom>
                <a:avLst/>
                <a:gdLst>
                  <a:gd name="csX0" fmla="*/ 45521 w 90645"/>
                  <a:gd name="csY0" fmla="*/ 90775 h 90643"/>
                  <a:gd name="csX1" fmla="*/ 77569 w 90645"/>
                  <a:gd name="csY1" fmla="*/ 77501 h 90643"/>
                  <a:gd name="csX2" fmla="*/ 90844 w 90645"/>
                  <a:gd name="csY2" fmla="*/ 45453 h 90643"/>
                  <a:gd name="csX3" fmla="*/ 77569 w 90645"/>
                  <a:gd name="csY3" fmla="*/ 13406 h 90643"/>
                  <a:gd name="csX4" fmla="*/ 45521 w 90645"/>
                  <a:gd name="csY4" fmla="*/ 131 h 90643"/>
                  <a:gd name="csX5" fmla="*/ 13474 w 90645"/>
                  <a:gd name="csY5" fmla="*/ 13406 h 90643"/>
                  <a:gd name="csX6" fmla="*/ 199 w 90645"/>
                  <a:gd name="csY6" fmla="*/ 45453 h 90643"/>
                  <a:gd name="csX7" fmla="*/ 13474 w 90645"/>
                  <a:gd name="csY7" fmla="*/ 77501 h 90643"/>
                  <a:gd name="csX8" fmla="*/ 45521 w 90645"/>
                  <a:gd name="csY8" fmla="*/ 9077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1" y="90775"/>
                    </a:moveTo>
                    <a:cubicBezTo>
                      <a:pt x="57541" y="90775"/>
                      <a:pt x="69070" y="86000"/>
                      <a:pt x="77569" y="77501"/>
                    </a:cubicBezTo>
                    <a:cubicBezTo>
                      <a:pt x="86068" y="69001"/>
                      <a:pt x="90844" y="57473"/>
                      <a:pt x="90844" y="45453"/>
                    </a:cubicBezTo>
                    <a:cubicBezTo>
                      <a:pt x="90844" y="33434"/>
                      <a:pt x="86068" y="21905"/>
                      <a:pt x="77569" y="13406"/>
                    </a:cubicBezTo>
                    <a:cubicBezTo>
                      <a:pt x="69070" y="4907"/>
                      <a:pt x="57541" y="131"/>
                      <a:pt x="45521" y="131"/>
                    </a:cubicBezTo>
                    <a:cubicBezTo>
                      <a:pt x="33502" y="131"/>
                      <a:pt x="21973" y="4907"/>
                      <a:pt x="13474" y="13406"/>
                    </a:cubicBezTo>
                    <a:cubicBezTo>
                      <a:pt x="4974" y="21905"/>
                      <a:pt x="199" y="33434"/>
                      <a:pt x="199" y="45453"/>
                    </a:cubicBezTo>
                    <a:cubicBezTo>
                      <a:pt x="199" y="57473"/>
                      <a:pt x="4974" y="69001"/>
                      <a:pt x="13474" y="77501"/>
                    </a:cubicBezTo>
                    <a:cubicBezTo>
                      <a:pt x="21973" y="86000"/>
                      <a:pt x="33502" y="90775"/>
                      <a:pt x="45521" y="9077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8" name="任意多边形: 形状 3257"/>
              <p:cNvSpPr/>
              <p:nvPr/>
            </p:nvSpPr>
            <p:spPr>
              <a:xfrm>
                <a:off x="31443309" y="24395229"/>
                <a:ext cx="180000" cy="180000"/>
              </a:xfrm>
              <a:custGeom>
                <a:avLst/>
                <a:gdLst>
                  <a:gd name="csX0" fmla="*/ 45569 w 90645"/>
                  <a:gd name="csY0" fmla="*/ 90845 h 90643"/>
                  <a:gd name="csX1" fmla="*/ 77616 w 90645"/>
                  <a:gd name="csY1" fmla="*/ 77571 h 90643"/>
                  <a:gd name="csX2" fmla="*/ 90891 w 90645"/>
                  <a:gd name="csY2" fmla="*/ 45523 h 90643"/>
                  <a:gd name="csX3" fmla="*/ 77616 w 90645"/>
                  <a:gd name="csY3" fmla="*/ 13476 h 90643"/>
                  <a:gd name="csX4" fmla="*/ 45569 w 90645"/>
                  <a:gd name="csY4" fmla="*/ 201 h 90643"/>
                  <a:gd name="csX5" fmla="*/ 13521 w 90645"/>
                  <a:gd name="csY5" fmla="*/ 13476 h 90643"/>
                  <a:gd name="csX6" fmla="*/ 246 w 90645"/>
                  <a:gd name="csY6" fmla="*/ 45523 h 90643"/>
                  <a:gd name="csX7" fmla="*/ 13521 w 90645"/>
                  <a:gd name="csY7" fmla="*/ 77571 h 90643"/>
                  <a:gd name="csX8" fmla="*/ 45569 w 90645"/>
                  <a:gd name="csY8" fmla="*/ 9084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9" y="90845"/>
                    </a:moveTo>
                    <a:cubicBezTo>
                      <a:pt x="57588" y="90845"/>
                      <a:pt x="69117" y="86070"/>
                      <a:pt x="77616" y="77571"/>
                    </a:cubicBezTo>
                    <a:cubicBezTo>
                      <a:pt x="86116" y="69072"/>
                      <a:pt x="90891" y="57543"/>
                      <a:pt x="90891" y="45523"/>
                    </a:cubicBezTo>
                    <a:cubicBezTo>
                      <a:pt x="90891" y="33504"/>
                      <a:pt x="86116" y="21975"/>
                      <a:pt x="77616" y="13476"/>
                    </a:cubicBezTo>
                    <a:cubicBezTo>
                      <a:pt x="69117" y="4977"/>
                      <a:pt x="57588" y="201"/>
                      <a:pt x="45569" y="201"/>
                    </a:cubicBezTo>
                    <a:cubicBezTo>
                      <a:pt x="33549" y="201"/>
                      <a:pt x="22020" y="4977"/>
                      <a:pt x="13521" y="13476"/>
                    </a:cubicBezTo>
                    <a:cubicBezTo>
                      <a:pt x="5022" y="21975"/>
                      <a:pt x="246" y="33504"/>
                      <a:pt x="246" y="45523"/>
                    </a:cubicBezTo>
                    <a:cubicBezTo>
                      <a:pt x="246" y="57543"/>
                      <a:pt x="5022" y="69072"/>
                      <a:pt x="13521" y="77571"/>
                    </a:cubicBezTo>
                    <a:cubicBezTo>
                      <a:pt x="22020" y="86070"/>
                      <a:pt x="33549" y="90845"/>
                      <a:pt x="45569" y="9084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59" name="任意多边形: 形状 3258"/>
              <p:cNvSpPr/>
              <p:nvPr/>
            </p:nvSpPr>
            <p:spPr>
              <a:xfrm>
                <a:off x="27697605" y="21800054"/>
                <a:ext cx="180000" cy="180000"/>
              </a:xfrm>
              <a:custGeom>
                <a:avLst/>
                <a:gdLst>
                  <a:gd name="csX0" fmla="*/ 45452 w 90645"/>
                  <a:gd name="csY0" fmla="*/ 90764 h 90643"/>
                  <a:gd name="csX1" fmla="*/ 77500 w 90645"/>
                  <a:gd name="csY1" fmla="*/ 77490 h 90643"/>
                  <a:gd name="csX2" fmla="*/ 90774 w 90645"/>
                  <a:gd name="csY2" fmla="*/ 45442 h 90643"/>
                  <a:gd name="csX3" fmla="*/ 77500 w 90645"/>
                  <a:gd name="csY3" fmla="*/ 13395 h 90643"/>
                  <a:gd name="csX4" fmla="*/ 45452 w 90645"/>
                  <a:gd name="csY4" fmla="*/ 120 h 90643"/>
                  <a:gd name="csX5" fmla="*/ 13404 w 90645"/>
                  <a:gd name="csY5" fmla="*/ 13395 h 90643"/>
                  <a:gd name="csX6" fmla="*/ 129 w 90645"/>
                  <a:gd name="csY6" fmla="*/ 45442 h 90643"/>
                  <a:gd name="csX7" fmla="*/ 13404 w 90645"/>
                  <a:gd name="csY7" fmla="*/ 77490 h 90643"/>
                  <a:gd name="csX8" fmla="*/ 45452 w 90645"/>
                  <a:gd name="csY8" fmla="*/ 9076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2" y="90764"/>
                    </a:moveTo>
                    <a:cubicBezTo>
                      <a:pt x="57471" y="90764"/>
                      <a:pt x="69000" y="85989"/>
                      <a:pt x="77500" y="77490"/>
                    </a:cubicBezTo>
                    <a:cubicBezTo>
                      <a:pt x="85999" y="68991"/>
                      <a:pt x="90774" y="57462"/>
                      <a:pt x="90774" y="45442"/>
                    </a:cubicBezTo>
                    <a:cubicBezTo>
                      <a:pt x="90774" y="33423"/>
                      <a:pt x="85999" y="21894"/>
                      <a:pt x="77500" y="13395"/>
                    </a:cubicBezTo>
                    <a:cubicBezTo>
                      <a:pt x="69000" y="4896"/>
                      <a:pt x="57471" y="120"/>
                      <a:pt x="45452" y="120"/>
                    </a:cubicBezTo>
                    <a:cubicBezTo>
                      <a:pt x="33432" y="120"/>
                      <a:pt x="21903" y="4896"/>
                      <a:pt x="13404" y="13395"/>
                    </a:cubicBezTo>
                    <a:cubicBezTo>
                      <a:pt x="4905" y="21894"/>
                      <a:pt x="129" y="33423"/>
                      <a:pt x="129" y="45442"/>
                    </a:cubicBezTo>
                    <a:cubicBezTo>
                      <a:pt x="129" y="57462"/>
                      <a:pt x="4905" y="68991"/>
                      <a:pt x="13404" y="77490"/>
                    </a:cubicBezTo>
                    <a:cubicBezTo>
                      <a:pt x="21903" y="85989"/>
                      <a:pt x="33432" y="90764"/>
                      <a:pt x="45452" y="9076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0" name="任意多边形: 形状 3259"/>
              <p:cNvSpPr/>
              <p:nvPr/>
            </p:nvSpPr>
            <p:spPr>
              <a:xfrm>
                <a:off x="28740823" y="24632126"/>
                <a:ext cx="180000" cy="180000"/>
              </a:xfrm>
              <a:custGeom>
                <a:avLst/>
                <a:gdLst>
                  <a:gd name="csX0" fmla="*/ 45484 w 90645"/>
                  <a:gd name="csY0" fmla="*/ 90853 h 90643"/>
                  <a:gd name="csX1" fmla="*/ 77532 w 90645"/>
                  <a:gd name="csY1" fmla="*/ 77578 h 90643"/>
                  <a:gd name="csX2" fmla="*/ 90807 w 90645"/>
                  <a:gd name="csY2" fmla="*/ 45531 h 90643"/>
                  <a:gd name="csX3" fmla="*/ 77532 w 90645"/>
                  <a:gd name="csY3" fmla="*/ 13483 h 90643"/>
                  <a:gd name="csX4" fmla="*/ 45484 w 90645"/>
                  <a:gd name="csY4" fmla="*/ 209 h 90643"/>
                  <a:gd name="csX5" fmla="*/ 13436 w 90645"/>
                  <a:gd name="csY5" fmla="*/ 13483 h 90643"/>
                  <a:gd name="csX6" fmla="*/ 162 w 90645"/>
                  <a:gd name="csY6" fmla="*/ 45531 h 90643"/>
                  <a:gd name="csX7" fmla="*/ 13436 w 90645"/>
                  <a:gd name="csY7" fmla="*/ 77578 h 90643"/>
                  <a:gd name="csX8" fmla="*/ 45484 w 90645"/>
                  <a:gd name="csY8" fmla="*/ 9085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4" y="90853"/>
                    </a:moveTo>
                    <a:cubicBezTo>
                      <a:pt x="57504" y="90853"/>
                      <a:pt x="69033" y="86077"/>
                      <a:pt x="77532" y="77578"/>
                    </a:cubicBezTo>
                    <a:cubicBezTo>
                      <a:pt x="86031" y="69079"/>
                      <a:pt x="90807" y="57550"/>
                      <a:pt x="90807" y="45531"/>
                    </a:cubicBezTo>
                    <a:cubicBezTo>
                      <a:pt x="90807" y="33511"/>
                      <a:pt x="86031" y="21982"/>
                      <a:pt x="77532" y="13483"/>
                    </a:cubicBezTo>
                    <a:cubicBezTo>
                      <a:pt x="69033" y="4984"/>
                      <a:pt x="57504" y="209"/>
                      <a:pt x="45484" y="209"/>
                    </a:cubicBezTo>
                    <a:cubicBezTo>
                      <a:pt x="33465" y="209"/>
                      <a:pt x="21936" y="4984"/>
                      <a:pt x="13436" y="13483"/>
                    </a:cubicBezTo>
                    <a:cubicBezTo>
                      <a:pt x="4937" y="21982"/>
                      <a:pt x="162" y="33511"/>
                      <a:pt x="162" y="45531"/>
                    </a:cubicBezTo>
                    <a:cubicBezTo>
                      <a:pt x="162" y="57550"/>
                      <a:pt x="4937" y="69079"/>
                      <a:pt x="13436" y="77578"/>
                    </a:cubicBezTo>
                    <a:cubicBezTo>
                      <a:pt x="21936" y="86077"/>
                      <a:pt x="33465" y="90853"/>
                      <a:pt x="45484" y="9085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1" name="任意多边形: 形状 3260"/>
              <p:cNvSpPr/>
              <p:nvPr/>
            </p:nvSpPr>
            <p:spPr>
              <a:xfrm>
                <a:off x="31261242" y="20640134"/>
                <a:ext cx="180000" cy="180000"/>
              </a:xfrm>
              <a:custGeom>
                <a:avLst/>
                <a:gdLst>
                  <a:gd name="csX0" fmla="*/ 45563 w 90645"/>
                  <a:gd name="csY0" fmla="*/ 90728 h 90643"/>
                  <a:gd name="csX1" fmla="*/ 77611 w 90645"/>
                  <a:gd name="csY1" fmla="*/ 77453 h 90643"/>
                  <a:gd name="csX2" fmla="*/ 90885 w 90645"/>
                  <a:gd name="csY2" fmla="*/ 45406 h 90643"/>
                  <a:gd name="csX3" fmla="*/ 77611 w 90645"/>
                  <a:gd name="csY3" fmla="*/ 13359 h 90643"/>
                  <a:gd name="csX4" fmla="*/ 45563 w 90645"/>
                  <a:gd name="csY4" fmla="*/ 84 h 90643"/>
                  <a:gd name="csX5" fmla="*/ 13515 w 90645"/>
                  <a:gd name="csY5" fmla="*/ 13359 h 90643"/>
                  <a:gd name="csX6" fmla="*/ 240 w 90645"/>
                  <a:gd name="csY6" fmla="*/ 45406 h 90643"/>
                  <a:gd name="csX7" fmla="*/ 13515 w 90645"/>
                  <a:gd name="csY7" fmla="*/ 77453 h 90643"/>
                  <a:gd name="csX8" fmla="*/ 45563 w 90645"/>
                  <a:gd name="csY8" fmla="*/ 9072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3" y="90728"/>
                    </a:moveTo>
                    <a:cubicBezTo>
                      <a:pt x="57583" y="90728"/>
                      <a:pt x="69112" y="85953"/>
                      <a:pt x="77611" y="77453"/>
                    </a:cubicBezTo>
                    <a:cubicBezTo>
                      <a:pt x="86110" y="68954"/>
                      <a:pt x="90885" y="57426"/>
                      <a:pt x="90885" y="45406"/>
                    </a:cubicBezTo>
                    <a:cubicBezTo>
                      <a:pt x="90885" y="33386"/>
                      <a:pt x="86110" y="21858"/>
                      <a:pt x="77611" y="13359"/>
                    </a:cubicBezTo>
                    <a:cubicBezTo>
                      <a:pt x="69112" y="4859"/>
                      <a:pt x="57583" y="84"/>
                      <a:pt x="45563" y="84"/>
                    </a:cubicBezTo>
                    <a:cubicBezTo>
                      <a:pt x="33543" y="84"/>
                      <a:pt x="22014" y="4859"/>
                      <a:pt x="13515" y="13359"/>
                    </a:cubicBezTo>
                    <a:cubicBezTo>
                      <a:pt x="5016" y="21858"/>
                      <a:pt x="240" y="33386"/>
                      <a:pt x="240" y="45406"/>
                    </a:cubicBezTo>
                    <a:cubicBezTo>
                      <a:pt x="240" y="57426"/>
                      <a:pt x="5016" y="68954"/>
                      <a:pt x="13515" y="77453"/>
                    </a:cubicBezTo>
                    <a:cubicBezTo>
                      <a:pt x="22014" y="85953"/>
                      <a:pt x="33543" y="90728"/>
                      <a:pt x="45563" y="9072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2" name="任意多边形: 形状 3261"/>
              <p:cNvSpPr/>
              <p:nvPr/>
            </p:nvSpPr>
            <p:spPr>
              <a:xfrm>
                <a:off x="30483264" y="23281678"/>
                <a:ext cx="180000" cy="180000"/>
              </a:xfrm>
              <a:custGeom>
                <a:avLst/>
                <a:gdLst>
                  <a:gd name="csX0" fmla="*/ 45539 w 90645"/>
                  <a:gd name="csY0" fmla="*/ 90810 h 90643"/>
                  <a:gd name="csX1" fmla="*/ 77587 w 90645"/>
                  <a:gd name="csY1" fmla="*/ 77536 h 90643"/>
                  <a:gd name="csX2" fmla="*/ 90861 w 90645"/>
                  <a:gd name="csY2" fmla="*/ 45488 h 90643"/>
                  <a:gd name="csX3" fmla="*/ 77587 w 90645"/>
                  <a:gd name="csY3" fmla="*/ 13441 h 90643"/>
                  <a:gd name="csX4" fmla="*/ 45539 w 90645"/>
                  <a:gd name="csY4" fmla="*/ 166 h 90643"/>
                  <a:gd name="csX5" fmla="*/ 13491 w 90645"/>
                  <a:gd name="csY5" fmla="*/ 13441 h 90643"/>
                  <a:gd name="csX6" fmla="*/ 216 w 90645"/>
                  <a:gd name="csY6" fmla="*/ 45488 h 90643"/>
                  <a:gd name="csX7" fmla="*/ 13491 w 90645"/>
                  <a:gd name="csY7" fmla="*/ 77536 h 90643"/>
                  <a:gd name="csX8" fmla="*/ 45539 w 90645"/>
                  <a:gd name="csY8" fmla="*/ 9081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9" y="90810"/>
                    </a:moveTo>
                    <a:cubicBezTo>
                      <a:pt x="57558" y="90810"/>
                      <a:pt x="69087" y="86035"/>
                      <a:pt x="77587" y="77536"/>
                    </a:cubicBezTo>
                    <a:cubicBezTo>
                      <a:pt x="86086" y="69037"/>
                      <a:pt x="90861" y="57508"/>
                      <a:pt x="90861" y="45488"/>
                    </a:cubicBezTo>
                    <a:cubicBezTo>
                      <a:pt x="90861" y="33469"/>
                      <a:pt x="86086" y="21940"/>
                      <a:pt x="77587" y="13441"/>
                    </a:cubicBezTo>
                    <a:cubicBezTo>
                      <a:pt x="69087" y="4942"/>
                      <a:pt x="57558" y="166"/>
                      <a:pt x="45539" y="166"/>
                    </a:cubicBezTo>
                    <a:cubicBezTo>
                      <a:pt x="33519" y="166"/>
                      <a:pt x="21990" y="4942"/>
                      <a:pt x="13491" y="13441"/>
                    </a:cubicBezTo>
                    <a:cubicBezTo>
                      <a:pt x="4992" y="21940"/>
                      <a:pt x="216" y="33469"/>
                      <a:pt x="216" y="45488"/>
                    </a:cubicBezTo>
                    <a:cubicBezTo>
                      <a:pt x="216" y="57508"/>
                      <a:pt x="4992" y="69037"/>
                      <a:pt x="13491" y="77536"/>
                    </a:cubicBezTo>
                    <a:cubicBezTo>
                      <a:pt x="21990" y="86035"/>
                      <a:pt x="33519" y="90810"/>
                      <a:pt x="45539" y="9081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3" name="任意多边形: 形状 3262"/>
              <p:cNvSpPr/>
              <p:nvPr/>
            </p:nvSpPr>
            <p:spPr>
              <a:xfrm>
                <a:off x="29346627" y="22947830"/>
                <a:ext cx="180000" cy="180000"/>
              </a:xfrm>
              <a:custGeom>
                <a:avLst/>
                <a:gdLst>
                  <a:gd name="csX0" fmla="*/ 45503 w 90645"/>
                  <a:gd name="csY0" fmla="*/ 90800 h 90643"/>
                  <a:gd name="csX1" fmla="*/ 77551 w 90645"/>
                  <a:gd name="csY1" fmla="*/ 77525 h 90643"/>
                  <a:gd name="csX2" fmla="*/ 90826 w 90645"/>
                  <a:gd name="csY2" fmla="*/ 45478 h 90643"/>
                  <a:gd name="csX3" fmla="*/ 77551 w 90645"/>
                  <a:gd name="csY3" fmla="*/ 13431 h 90643"/>
                  <a:gd name="csX4" fmla="*/ 45503 w 90645"/>
                  <a:gd name="csY4" fmla="*/ 156 h 90643"/>
                  <a:gd name="csX5" fmla="*/ 13455 w 90645"/>
                  <a:gd name="csY5" fmla="*/ 13431 h 90643"/>
                  <a:gd name="csX6" fmla="*/ 181 w 90645"/>
                  <a:gd name="csY6" fmla="*/ 45478 h 90643"/>
                  <a:gd name="csX7" fmla="*/ 13455 w 90645"/>
                  <a:gd name="csY7" fmla="*/ 77525 h 90643"/>
                  <a:gd name="csX8" fmla="*/ 45503 w 90645"/>
                  <a:gd name="csY8" fmla="*/ 9080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3" y="90800"/>
                    </a:moveTo>
                    <a:cubicBezTo>
                      <a:pt x="57523" y="90800"/>
                      <a:pt x="69052" y="86025"/>
                      <a:pt x="77551" y="77525"/>
                    </a:cubicBezTo>
                    <a:cubicBezTo>
                      <a:pt x="86050" y="69026"/>
                      <a:pt x="90826" y="57498"/>
                      <a:pt x="90826" y="45478"/>
                    </a:cubicBezTo>
                    <a:cubicBezTo>
                      <a:pt x="90826" y="33458"/>
                      <a:pt x="86050" y="21930"/>
                      <a:pt x="77551" y="13431"/>
                    </a:cubicBezTo>
                    <a:cubicBezTo>
                      <a:pt x="69052" y="4931"/>
                      <a:pt x="57523" y="156"/>
                      <a:pt x="45503" y="156"/>
                    </a:cubicBezTo>
                    <a:cubicBezTo>
                      <a:pt x="33484" y="156"/>
                      <a:pt x="21955" y="4931"/>
                      <a:pt x="13455" y="13431"/>
                    </a:cubicBezTo>
                    <a:cubicBezTo>
                      <a:pt x="4956" y="21930"/>
                      <a:pt x="181" y="33458"/>
                      <a:pt x="181" y="45478"/>
                    </a:cubicBezTo>
                    <a:cubicBezTo>
                      <a:pt x="181" y="57498"/>
                      <a:pt x="4956" y="69026"/>
                      <a:pt x="13455" y="77525"/>
                    </a:cubicBezTo>
                    <a:cubicBezTo>
                      <a:pt x="21955" y="86025"/>
                      <a:pt x="33484" y="90800"/>
                      <a:pt x="45503" y="9080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4" name="任意多边形: 形状 3263"/>
              <p:cNvSpPr/>
              <p:nvPr/>
            </p:nvSpPr>
            <p:spPr>
              <a:xfrm>
                <a:off x="29375211" y="23498194"/>
                <a:ext cx="180000" cy="180000"/>
              </a:xfrm>
              <a:custGeom>
                <a:avLst/>
                <a:gdLst>
                  <a:gd name="csX0" fmla="*/ 45504 w 90645"/>
                  <a:gd name="csY0" fmla="*/ 90817 h 90643"/>
                  <a:gd name="csX1" fmla="*/ 77552 w 90645"/>
                  <a:gd name="csY1" fmla="*/ 77543 h 90643"/>
                  <a:gd name="csX2" fmla="*/ 90827 w 90645"/>
                  <a:gd name="csY2" fmla="*/ 45495 h 90643"/>
                  <a:gd name="csX3" fmla="*/ 77552 w 90645"/>
                  <a:gd name="csY3" fmla="*/ 13448 h 90643"/>
                  <a:gd name="csX4" fmla="*/ 45504 w 90645"/>
                  <a:gd name="csY4" fmla="*/ 173 h 90643"/>
                  <a:gd name="csX5" fmla="*/ 13456 w 90645"/>
                  <a:gd name="csY5" fmla="*/ 13448 h 90643"/>
                  <a:gd name="csX6" fmla="*/ 182 w 90645"/>
                  <a:gd name="csY6" fmla="*/ 45495 h 90643"/>
                  <a:gd name="csX7" fmla="*/ 13456 w 90645"/>
                  <a:gd name="csY7" fmla="*/ 77543 h 90643"/>
                  <a:gd name="csX8" fmla="*/ 45504 w 90645"/>
                  <a:gd name="csY8" fmla="*/ 9081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4" y="90817"/>
                    </a:moveTo>
                    <a:cubicBezTo>
                      <a:pt x="57524" y="90817"/>
                      <a:pt x="69053" y="86042"/>
                      <a:pt x="77552" y="77543"/>
                    </a:cubicBezTo>
                    <a:cubicBezTo>
                      <a:pt x="86051" y="69044"/>
                      <a:pt x="90827" y="57515"/>
                      <a:pt x="90827" y="45495"/>
                    </a:cubicBezTo>
                    <a:cubicBezTo>
                      <a:pt x="90827" y="33476"/>
                      <a:pt x="86051" y="21947"/>
                      <a:pt x="77552" y="13448"/>
                    </a:cubicBezTo>
                    <a:cubicBezTo>
                      <a:pt x="69053" y="4949"/>
                      <a:pt x="57524" y="173"/>
                      <a:pt x="45504" y="173"/>
                    </a:cubicBezTo>
                    <a:cubicBezTo>
                      <a:pt x="33484" y="173"/>
                      <a:pt x="21955" y="4949"/>
                      <a:pt x="13456" y="13448"/>
                    </a:cubicBezTo>
                    <a:cubicBezTo>
                      <a:pt x="4957" y="21947"/>
                      <a:pt x="182" y="33476"/>
                      <a:pt x="182" y="45495"/>
                    </a:cubicBezTo>
                    <a:cubicBezTo>
                      <a:pt x="182" y="57515"/>
                      <a:pt x="4957" y="69044"/>
                      <a:pt x="13456" y="77543"/>
                    </a:cubicBezTo>
                    <a:cubicBezTo>
                      <a:pt x="21955" y="86042"/>
                      <a:pt x="33484" y="90817"/>
                      <a:pt x="45504" y="9081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5" name="任意多边形: 形状 3264"/>
              <p:cNvSpPr/>
              <p:nvPr/>
            </p:nvSpPr>
            <p:spPr>
              <a:xfrm>
                <a:off x="30517992" y="22291501"/>
                <a:ext cx="180000" cy="180000"/>
              </a:xfrm>
              <a:custGeom>
                <a:avLst/>
                <a:gdLst>
                  <a:gd name="csX0" fmla="*/ 45540 w 90645"/>
                  <a:gd name="csY0" fmla="*/ 90780 h 90643"/>
                  <a:gd name="csX1" fmla="*/ 77588 w 90645"/>
                  <a:gd name="csY1" fmla="*/ 77505 h 90643"/>
                  <a:gd name="csX2" fmla="*/ 90862 w 90645"/>
                  <a:gd name="csY2" fmla="*/ 45458 h 90643"/>
                  <a:gd name="csX3" fmla="*/ 77588 w 90645"/>
                  <a:gd name="csY3" fmla="*/ 13410 h 90643"/>
                  <a:gd name="csX4" fmla="*/ 45540 w 90645"/>
                  <a:gd name="csY4" fmla="*/ 136 h 90643"/>
                  <a:gd name="csX5" fmla="*/ 13492 w 90645"/>
                  <a:gd name="csY5" fmla="*/ 13410 h 90643"/>
                  <a:gd name="csX6" fmla="*/ 217 w 90645"/>
                  <a:gd name="csY6" fmla="*/ 45458 h 90643"/>
                  <a:gd name="csX7" fmla="*/ 13492 w 90645"/>
                  <a:gd name="csY7" fmla="*/ 77505 h 90643"/>
                  <a:gd name="csX8" fmla="*/ 45540 w 90645"/>
                  <a:gd name="csY8" fmla="*/ 9078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0" y="90780"/>
                    </a:moveTo>
                    <a:cubicBezTo>
                      <a:pt x="57559" y="90780"/>
                      <a:pt x="69088" y="86004"/>
                      <a:pt x="77588" y="77505"/>
                    </a:cubicBezTo>
                    <a:cubicBezTo>
                      <a:pt x="86087" y="69006"/>
                      <a:pt x="90862" y="57477"/>
                      <a:pt x="90862" y="45458"/>
                    </a:cubicBezTo>
                    <a:cubicBezTo>
                      <a:pt x="90862" y="33438"/>
                      <a:pt x="86087" y="21909"/>
                      <a:pt x="77588" y="13410"/>
                    </a:cubicBezTo>
                    <a:cubicBezTo>
                      <a:pt x="69088" y="4911"/>
                      <a:pt x="57559" y="136"/>
                      <a:pt x="45540" y="136"/>
                    </a:cubicBezTo>
                    <a:cubicBezTo>
                      <a:pt x="33520" y="136"/>
                      <a:pt x="21991" y="4911"/>
                      <a:pt x="13492" y="13410"/>
                    </a:cubicBezTo>
                    <a:cubicBezTo>
                      <a:pt x="4993" y="21909"/>
                      <a:pt x="217" y="33438"/>
                      <a:pt x="217" y="45458"/>
                    </a:cubicBezTo>
                    <a:cubicBezTo>
                      <a:pt x="217" y="57477"/>
                      <a:pt x="4993" y="69006"/>
                      <a:pt x="13492" y="77505"/>
                    </a:cubicBezTo>
                    <a:cubicBezTo>
                      <a:pt x="21991" y="86004"/>
                      <a:pt x="33520" y="90780"/>
                      <a:pt x="45540" y="9078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6" name="任意多边形: 形状 3265"/>
              <p:cNvSpPr/>
              <p:nvPr/>
            </p:nvSpPr>
            <p:spPr>
              <a:xfrm>
                <a:off x="31205857" y="24239588"/>
                <a:ext cx="180000" cy="180000"/>
              </a:xfrm>
              <a:custGeom>
                <a:avLst/>
                <a:gdLst>
                  <a:gd name="csX0" fmla="*/ 45561 w 90645"/>
                  <a:gd name="csY0" fmla="*/ 90840 h 90643"/>
                  <a:gd name="csX1" fmla="*/ 77609 w 90645"/>
                  <a:gd name="csY1" fmla="*/ 77566 h 90643"/>
                  <a:gd name="csX2" fmla="*/ 90884 w 90645"/>
                  <a:gd name="csY2" fmla="*/ 45518 h 90643"/>
                  <a:gd name="csX3" fmla="*/ 77609 w 90645"/>
                  <a:gd name="csY3" fmla="*/ 13471 h 90643"/>
                  <a:gd name="csX4" fmla="*/ 45561 w 90645"/>
                  <a:gd name="csY4" fmla="*/ 196 h 90643"/>
                  <a:gd name="csX5" fmla="*/ 13513 w 90645"/>
                  <a:gd name="csY5" fmla="*/ 13471 h 90643"/>
                  <a:gd name="csX6" fmla="*/ 239 w 90645"/>
                  <a:gd name="csY6" fmla="*/ 45518 h 90643"/>
                  <a:gd name="csX7" fmla="*/ 13513 w 90645"/>
                  <a:gd name="csY7" fmla="*/ 77566 h 90643"/>
                  <a:gd name="csX8" fmla="*/ 45561 w 90645"/>
                  <a:gd name="csY8" fmla="*/ 9084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1" y="90840"/>
                    </a:moveTo>
                    <a:cubicBezTo>
                      <a:pt x="57581" y="90840"/>
                      <a:pt x="69110" y="86065"/>
                      <a:pt x="77609" y="77566"/>
                    </a:cubicBezTo>
                    <a:cubicBezTo>
                      <a:pt x="86108" y="69067"/>
                      <a:pt x="90884" y="57538"/>
                      <a:pt x="90884" y="45518"/>
                    </a:cubicBezTo>
                    <a:cubicBezTo>
                      <a:pt x="90884" y="33499"/>
                      <a:pt x="86108" y="21970"/>
                      <a:pt x="77609" y="13471"/>
                    </a:cubicBezTo>
                    <a:cubicBezTo>
                      <a:pt x="69110" y="4972"/>
                      <a:pt x="57581" y="196"/>
                      <a:pt x="45561" y="196"/>
                    </a:cubicBezTo>
                    <a:cubicBezTo>
                      <a:pt x="33542" y="196"/>
                      <a:pt x="22013" y="4972"/>
                      <a:pt x="13513" y="13471"/>
                    </a:cubicBezTo>
                    <a:cubicBezTo>
                      <a:pt x="5014" y="21970"/>
                      <a:pt x="239" y="33499"/>
                      <a:pt x="239" y="45518"/>
                    </a:cubicBezTo>
                    <a:cubicBezTo>
                      <a:pt x="239" y="57538"/>
                      <a:pt x="5014" y="69067"/>
                      <a:pt x="13513" y="77566"/>
                    </a:cubicBezTo>
                    <a:cubicBezTo>
                      <a:pt x="22013" y="86065"/>
                      <a:pt x="33542" y="90840"/>
                      <a:pt x="45561" y="9084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7" name="任意多边形: 形状 3266"/>
              <p:cNvSpPr/>
              <p:nvPr/>
            </p:nvSpPr>
            <p:spPr>
              <a:xfrm>
                <a:off x="28701259" y="21962937"/>
                <a:ext cx="180000" cy="180000"/>
              </a:xfrm>
              <a:custGeom>
                <a:avLst/>
                <a:gdLst>
                  <a:gd name="csX0" fmla="*/ 45483 w 90645"/>
                  <a:gd name="csY0" fmla="*/ 90769 h 90643"/>
                  <a:gd name="csX1" fmla="*/ 77531 w 90645"/>
                  <a:gd name="csY1" fmla="*/ 77495 h 90643"/>
                  <a:gd name="csX2" fmla="*/ 90806 w 90645"/>
                  <a:gd name="csY2" fmla="*/ 45447 h 90643"/>
                  <a:gd name="csX3" fmla="*/ 77531 w 90645"/>
                  <a:gd name="csY3" fmla="*/ 13400 h 90643"/>
                  <a:gd name="csX4" fmla="*/ 45483 w 90645"/>
                  <a:gd name="csY4" fmla="*/ 125 h 90643"/>
                  <a:gd name="csX5" fmla="*/ 13435 w 90645"/>
                  <a:gd name="csY5" fmla="*/ 13400 h 90643"/>
                  <a:gd name="csX6" fmla="*/ 161 w 90645"/>
                  <a:gd name="csY6" fmla="*/ 45447 h 90643"/>
                  <a:gd name="csX7" fmla="*/ 13435 w 90645"/>
                  <a:gd name="csY7" fmla="*/ 77495 h 90643"/>
                  <a:gd name="csX8" fmla="*/ 45483 w 90645"/>
                  <a:gd name="csY8" fmla="*/ 9076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3" y="90769"/>
                    </a:moveTo>
                    <a:cubicBezTo>
                      <a:pt x="57503" y="90769"/>
                      <a:pt x="69032" y="85994"/>
                      <a:pt x="77531" y="77495"/>
                    </a:cubicBezTo>
                    <a:cubicBezTo>
                      <a:pt x="86030" y="68996"/>
                      <a:pt x="90806" y="57467"/>
                      <a:pt x="90806" y="45447"/>
                    </a:cubicBezTo>
                    <a:cubicBezTo>
                      <a:pt x="90806" y="33428"/>
                      <a:pt x="86030" y="21899"/>
                      <a:pt x="77531" y="13400"/>
                    </a:cubicBezTo>
                    <a:cubicBezTo>
                      <a:pt x="69032" y="4901"/>
                      <a:pt x="57503" y="125"/>
                      <a:pt x="45483" y="125"/>
                    </a:cubicBezTo>
                    <a:cubicBezTo>
                      <a:pt x="33463" y="125"/>
                      <a:pt x="21934" y="4901"/>
                      <a:pt x="13435" y="13400"/>
                    </a:cubicBezTo>
                    <a:cubicBezTo>
                      <a:pt x="4936" y="21899"/>
                      <a:pt x="161" y="33428"/>
                      <a:pt x="161" y="45447"/>
                    </a:cubicBezTo>
                    <a:cubicBezTo>
                      <a:pt x="161" y="57467"/>
                      <a:pt x="4936" y="68996"/>
                      <a:pt x="13435" y="77495"/>
                    </a:cubicBezTo>
                    <a:cubicBezTo>
                      <a:pt x="21934" y="85994"/>
                      <a:pt x="33463" y="90769"/>
                      <a:pt x="45483" y="9076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8" name="任意多边形: 形状 3267"/>
              <p:cNvSpPr/>
              <p:nvPr/>
            </p:nvSpPr>
            <p:spPr>
              <a:xfrm>
                <a:off x="27624118" y="24845397"/>
                <a:ext cx="180000" cy="180000"/>
              </a:xfrm>
              <a:custGeom>
                <a:avLst/>
                <a:gdLst>
                  <a:gd name="csX0" fmla="*/ 45449 w 90645"/>
                  <a:gd name="csY0" fmla="*/ 90859 h 90643"/>
                  <a:gd name="csX1" fmla="*/ 77497 w 90645"/>
                  <a:gd name="csY1" fmla="*/ 77585 h 90643"/>
                  <a:gd name="csX2" fmla="*/ 90772 w 90645"/>
                  <a:gd name="csY2" fmla="*/ 45537 h 90643"/>
                  <a:gd name="csX3" fmla="*/ 77497 w 90645"/>
                  <a:gd name="csY3" fmla="*/ 13490 h 90643"/>
                  <a:gd name="csX4" fmla="*/ 45449 w 90645"/>
                  <a:gd name="csY4" fmla="*/ 215 h 90643"/>
                  <a:gd name="csX5" fmla="*/ 13402 w 90645"/>
                  <a:gd name="csY5" fmla="*/ 13490 h 90643"/>
                  <a:gd name="csX6" fmla="*/ 127 w 90645"/>
                  <a:gd name="csY6" fmla="*/ 45537 h 90643"/>
                  <a:gd name="csX7" fmla="*/ 13402 w 90645"/>
                  <a:gd name="csY7" fmla="*/ 77585 h 90643"/>
                  <a:gd name="csX8" fmla="*/ 45449 w 90645"/>
                  <a:gd name="csY8" fmla="*/ 9085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9" y="90859"/>
                    </a:moveTo>
                    <a:cubicBezTo>
                      <a:pt x="57469" y="90859"/>
                      <a:pt x="68998" y="86084"/>
                      <a:pt x="77497" y="77585"/>
                    </a:cubicBezTo>
                    <a:cubicBezTo>
                      <a:pt x="85996" y="69086"/>
                      <a:pt x="90772" y="57557"/>
                      <a:pt x="90772" y="45537"/>
                    </a:cubicBezTo>
                    <a:cubicBezTo>
                      <a:pt x="90772" y="33518"/>
                      <a:pt x="85996" y="21989"/>
                      <a:pt x="77497" y="13490"/>
                    </a:cubicBezTo>
                    <a:cubicBezTo>
                      <a:pt x="68998" y="4991"/>
                      <a:pt x="57469" y="215"/>
                      <a:pt x="45449" y="215"/>
                    </a:cubicBezTo>
                    <a:cubicBezTo>
                      <a:pt x="33430" y="215"/>
                      <a:pt x="21901" y="4991"/>
                      <a:pt x="13402" y="13490"/>
                    </a:cubicBezTo>
                    <a:cubicBezTo>
                      <a:pt x="4902" y="21989"/>
                      <a:pt x="127" y="33518"/>
                      <a:pt x="127" y="45537"/>
                    </a:cubicBezTo>
                    <a:cubicBezTo>
                      <a:pt x="127" y="57557"/>
                      <a:pt x="4902" y="69086"/>
                      <a:pt x="13402" y="77585"/>
                    </a:cubicBezTo>
                    <a:cubicBezTo>
                      <a:pt x="21901" y="86084"/>
                      <a:pt x="33430" y="90859"/>
                      <a:pt x="45449" y="9085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69" name="任意多边形: 形状 3268"/>
              <p:cNvSpPr/>
              <p:nvPr/>
            </p:nvSpPr>
            <p:spPr>
              <a:xfrm>
                <a:off x="31393913" y="19729201"/>
                <a:ext cx="180000" cy="180000"/>
              </a:xfrm>
              <a:custGeom>
                <a:avLst/>
                <a:gdLst>
                  <a:gd name="csX0" fmla="*/ 45567 w 90645"/>
                  <a:gd name="csY0" fmla="*/ 90700 h 90643"/>
                  <a:gd name="csX1" fmla="*/ 77615 w 90645"/>
                  <a:gd name="csY1" fmla="*/ 77425 h 90643"/>
                  <a:gd name="csX2" fmla="*/ 90890 w 90645"/>
                  <a:gd name="csY2" fmla="*/ 45378 h 90643"/>
                  <a:gd name="csX3" fmla="*/ 77615 w 90645"/>
                  <a:gd name="csY3" fmla="*/ 13330 h 90643"/>
                  <a:gd name="csX4" fmla="*/ 45567 w 90645"/>
                  <a:gd name="csY4" fmla="*/ 56 h 90643"/>
                  <a:gd name="csX5" fmla="*/ 13519 w 90645"/>
                  <a:gd name="csY5" fmla="*/ 13330 h 90643"/>
                  <a:gd name="csX6" fmla="*/ 245 w 90645"/>
                  <a:gd name="csY6" fmla="*/ 45378 h 90643"/>
                  <a:gd name="csX7" fmla="*/ 13519 w 90645"/>
                  <a:gd name="csY7" fmla="*/ 77425 h 90643"/>
                  <a:gd name="csX8" fmla="*/ 45567 w 90645"/>
                  <a:gd name="csY8" fmla="*/ 9070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7" y="90700"/>
                    </a:moveTo>
                    <a:cubicBezTo>
                      <a:pt x="57587" y="90700"/>
                      <a:pt x="69116" y="85924"/>
                      <a:pt x="77615" y="77425"/>
                    </a:cubicBezTo>
                    <a:cubicBezTo>
                      <a:pt x="86114" y="68926"/>
                      <a:pt x="90890" y="57397"/>
                      <a:pt x="90890" y="45378"/>
                    </a:cubicBezTo>
                    <a:cubicBezTo>
                      <a:pt x="90890" y="33358"/>
                      <a:pt x="86114" y="21829"/>
                      <a:pt x="77615" y="13330"/>
                    </a:cubicBezTo>
                    <a:cubicBezTo>
                      <a:pt x="69116" y="4831"/>
                      <a:pt x="57587" y="56"/>
                      <a:pt x="45567" y="56"/>
                    </a:cubicBezTo>
                    <a:cubicBezTo>
                      <a:pt x="33547" y="56"/>
                      <a:pt x="22018" y="4831"/>
                      <a:pt x="13519" y="13330"/>
                    </a:cubicBezTo>
                    <a:cubicBezTo>
                      <a:pt x="5020" y="21829"/>
                      <a:pt x="245" y="33358"/>
                      <a:pt x="245" y="45378"/>
                    </a:cubicBezTo>
                    <a:cubicBezTo>
                      <a:pt x="245" y="57397"/>
                      <a:pt x="5020" y="68926"/>
                      <a:pt x="13519" y="77425"/>
                    </a:cubicBezTo>
                    <a:cubicBezTo>
                      <a:pt x="22018" y="85924"/>
                      <a:pt x="33547" y="90700"/>
                      <a:pt x="45567" y="9070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0" name="任意多边形: 形状 3269"/>
              <p:cNvSpPr/>
              <p:nvPr/>
            </p:nvSpPr>
            <p:spPr>
              <a:xfrm>
                <a:off x="29957835" y="23380260"/>
                <a:ext cx="180000" cy="180000"/>
              </a:xfrm>
              <a:custGeom>
                <a:avLst/>
                <a:gdLst>
                  <a:gd name="csX0" fmla="*/ 45522 w 90645"/>
                  <a:gd name="csY0" fmla="*/ 90813 h 90643"/>
                  <a:gd name="csX1" fmla="*/ 77570 w 90645"/>
                  <a:gd name="csY1" fmla="*/ 77539 h 90643"/>
                  <a:gd name="csX2" fmla="*/ 90845 w 90645"/>
                  <a:gd name="csY2" fmla="*/ 45492 h 90643"/>
                  <a:gd name="csX3" fmla="*/ 77570 w 90645"/>
                  <a:gd name="csY3" fmla="*/ 13444 h 90643"/>
                  <a:gd name="csX4" fmla="*/ 45522 w 90645"/>
                  <a:gd name="csY4" fmla="*/ 170 h 90643"/>
                  <a:gd name="csX5" fmla="*/ 13474 w 90645"/>
                  <a:gd name="csY5" fmla="*/ 13444 h 90643"/>
                  <a:gd name="csX6" fmla="*/ 200 w 90645"/>
                  <a:gd name="csY6" fmla="*/ 45492 h 90643"/>
                  <a:gd name="csX7" fmla="*/ 13474 w 90645"/>
                  <a:gd name="csY7" fmla="*/ 77539 h 90643"/>
                  <a:gd name="csX8" fmla="*/ 45522 w 90645"/>
                  <a:gd name="csY8" fmla="*/ 9081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2" y="90813"/>
                    </a:moveTo>
                    <a:cubicBezTo>
                      <a:pt x="57542" y="90813"/>
                      <a:pt x="69071" y="86038"/>
                      <a:pt x="77570" y="77539"/>
                    </a:cubicBezTo>
                    <a:cubicBezTo>
                      <a:pt x="86069" y="69040"/>
                      <a:pt x="90845" y="57511"/>
                      <a:pt x="90845" y="45492"/>
                    </a:cubicBezTo>
                    <a:cubicBezTo>
                      <a:pt x="90845" y="33472"/>
                      <a:pt x="86069" y="21943"/>
                      <a:pt x="77570" y="13444"/>
                    </a:cubicBezTo>
                    <a:cubicBezTo>
                      <a:pt x="69071" y="4945"/>
                      <a:pt x="57542" y="170"/>
                      <a:pt x="45522" y="170"/>
                    </a:cubicBezTo>
                    <a:cubicBezTo>
                      <a:pt x="33503" y="170"/>
                      <a:pt x="21974" y="4945"/>
                      <a:pt x="13474" y="13444"/>
                    </a:cubicBezTo>
                    <a:cubicBezTo>
                      <a:pt x="4975" y="21943"/>
                      <a:pt x="200" y="33472"/>
                      <a:pt x="200" y="45492"/>
                    </a:cubicBezTo>
                    <a:cubicBezTo>
                      <a:pt x="200" y="57511"/>
                      <a:pt x="4975" y="69040"/>
                      <a:pt x="13474" y="77539"/>
                    </a:cubicBezTo>
                    <a:cubicBezTo>
                      <a:pt x="21974" y="86038"/>
                      <a:pt x="33503" y="90813"/>
                      <a:pt x="45522" y="9081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1" name="任意多边形: 形状 3270"/>
              <p:cNvSpPr/>
              <p:nvPr/>
            </p:nvSpPr>
            <p:spPr>
              <a:xfrm>
                <a:off x="29477490" y="22828385"/>
                <a:ext cx="180000" cy="180000"/>
              </a:xfrm>
              <a:custGeom>
                <a:avLst/>
                <a:gdLst>
                  <a:gd name="csX0" fmla="*/ 45507 w 90645"/>
                  <a:gd name="csY0" fmla="*/ 90796 h 90643"/>
                  <a:gd name="csX1" fmla="*/ 77555 w 90645"/>
                  <a:gd name="csY1" fmla="*/ 77522 h 90643"/>
                  <a:gd name="csX2" fmla="*/ 90830 w 90645"/>
                  <a:gd name="csY2" fmla="*/ 45474 h 90643"/>
                  <a:gd name="csX3" fmla="*/ 77555 w 90645"/>
                  <a:gd name="csY3" fmla="*/ 13427 h 90643"/>
                  <a:gd name="csX4" fmla="*/ 45507 w 90645"/>
                  <a:gd name="csY4" fmla="*/ 152 h 90643"/>
                  <a:gd name="csX5" fmla="*/ 13459 w 90645"/>
                  <a:gd name="csY5" fmla="*/ 13427 h 90643"/>
                  <a:gd name="csX6" fmla="*/ 185 w 90645"/>
                  <a:gd name="csY6" fmla="*/ 45474 h 90643"/>
                  <a:gd name="csX7" fmla="*/ 13459 w 90645"/>
                  <a:gd name="csY7" fmla="*/ 77522 h 90643"/>
                  <a:gd name="csX8" fmla="*/ 45507 w 90645"/>
                  <a:gd name="csY8" fmla="*/ 9079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7" y="90796"/>
                    </a:moveTo>
                    <a:cubicBezTo>
                      <a:pt x="57527" y="90796"/>
                      <a:pt x="69056" y="86021"/>
                      <a:pt x="77555" y="77522"/>
                    </a:cubicBezTo>
                    <a:cubicBezTo>
                      <a:pt x="86054" y="69023"/>
                      <a:pt x="90830" y="57494"/>
                      <a:pt x="90830" y="45474"/>
                    </a:cubicBezTo>
                    <a:cubicBezTo>
                      <a:pt x="90830" y="33455"/>
                      <a:pt x="86054" y="21926"/>
                      <a:pt x="77555" y="13427"/>
                    </a:cubicBezTo>
                    <a:cubicBezTo>
                      <a:pt x="69056" y="4928"/>
                      <a:pt x="57527" y="152"/>
                      <a:pt x="45507" y="152"/>
                    </a:cubicBezTo>
                    <a:cubicBezTo>
                      <a:pt x="33488" y="152"/>
                      <a:pt x="21959" y="4928"/>
                      <a:pt x="13459" y="13427"/>
                    </a:cubicBezTo>
                    <a:cubicBezTo>
                      <a:pt x="4960" y="21926"/>
                      <a:pt x="185" y="33455"/>
                      <a:pt x="185" y="45474"/>
                    </a:cubicBezTo>
                    <a:cubicBezTo>
                      <a:pt x="185" y="57494"/>
                      <a:pt x="4960" y="69023"/>
                      <a:pt x="13459" y="77522"/>
                    </a:cubicBezTo>
                    <a:cubicBezTo>
                      <a:pt x="21959" y="86021"/>
                      <a:pt x="33488" y="90796"/>
                      <a:pt x="45507" y="9079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2" name="任意多边形: 形状 3271"/>
              <p:cNvSpPr/>
              <p:nvPr/>
            </p:nvSpPr>
            <p:spPr>
              <a:xfrm>
                <a:off x="29685290" y="23917815"/>
                <a:ext cx="180000" cy="180000"/>
              </a:xfrm>
              <a:custGeom>
                <a:avLst/>
                <a:gdLst>
                  <a:gd name="csX0" fmla="*/ 45514 w 90645"/>
                  <a:gd name="csY0" fmla="*/ 90830 h 90643"/>
                  <a:gd name="csX1" fmla="*/ 77562 w 90645"/>
                  <a:gd name="csY1" fmla="*/ 77556 h 90643"/>
                  <a:gd name="csX2" fmla="*/ 90836 w 90645"/>
                  <a:gd name="csY2" fmla="*/ 45508 h 90643"/>
                  <a:gd name="csX3" fmla="*/ 77562 w 90645"/>
                  <a:gd name="csY3" fmla="*/ 13461 h 90643"/>
                  <a:gd name="csX4" fmla="*/ 45514 w 90645"/>
                  <a:gd name="csY4" fmla="*/ 186 h 90643"/>
                  <a:gd name="csX5" fmla="*/ 13466 w 90645"/>
                  <a:gd name="csY5" fmla="*/ 13461 h 90643"/>
                  <a:gd name="csX6" fmla="*/ 191 w 90645"/>
                  <a:gd name="csY6" fmla="*/ 45508 h 90643"/>
                  <a:gd name="csX7" fmla="*/ 13466 w 90645"/>
                  <a:gd name="csY7" fmla="*/ 77556 h 90643"/>
                  <a:gd name="csX8" fmla="*/ 45514 w 90645"/>
                  <a:gd name="csY8" fmla="*/ 9083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4" y="90830"/>
                    </a:moveTo>
                    <a:cubicBezTo>
                      <a:pt x="57533" y="90830"/>
                      <a:pt x="69062" y="86055"/>
                      <a:pt x="77562" y="77556"/>
                    </a:cubicBezTo>
                    <a:cubicBezTo>
                      <a:pt x="86061" y="69057"/>
                      <a:pt x="90836" y="57528"/>
                      <a:pt x="90836" y="45508"/>
                    </a:cubicBezTo>
                    <a:cubicBezTo>
                      <a:pt x="90836" y="33489"/>
                      <a:pt x="86061" y="21960"/>
                      <a:pt x="77562" y="13461"/>
                    </a:cubicBezTo>
                    <a:cubicBezTo>
                      <a:pt x="69062" y="4962"/>
                      <a:pt x="57533" y="186"/>
                      <a:pt x="45514" y="186"/>
                    </a:cubicBezTo>
                    <a:cubicBezTo>
                      <a:pt x="33494" y="186"/>
                      <a:pt x="21965" y="4962"/>
                      <a:pt x="13466" y="13461"/>
                    </a:cubicBezTo>
                    <a:cubicBezTo>
                      <a:pt x="4967" y="21960"/>
                      <a:pt x="191" y="33489"/>
                      <a:pt x="191" y="45508"/>
                    </a:cubicBezTo>
                    <a:cubicBezTo>
                      <a:pt x="191" y="57528"/>
                      <a:pt x="4967" y="69057"/>
                      <a:pt x="13466" y="77556"/>
                    </a:cubicBezTo>
                    <a:cubicBezTo>
                      <a:pt x="21965" y="86055"/>
                      <a:pt x="33494" y="90830"/>
                      <a:pt x="45514" y="9083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3" name="任意多边形: 形状 3272"/>
              <p:cNvSpPr/>
              <p:nvPr/>
            </p:nvSpPr>
            <p:spPr>
              <a:xfrm>
                <a:off x="30190356" y="21643263"/>
                <a:ext cx="180000" cy="180000"/>
              </a:xfrm>
              <a:custGeom>
                <a:avLst/>
                <a:gdLst>
                  <a:gd name="csX0" fmla="*/ 45530 w 90645"/>
                  <a:gd name="csY0" fmla="*/ 90759 h 90643"/>
                  <a:gd name="csX1" fmla="*/ 77577 w 90645"/>
                  <a:gd name="csY1" fmla="*/ 77485 h 90643"/>
                  <a:gd name="csX2" fmla="*/ 90852 w 90645"/>
                  <a:gd name="csY2" fmla="*/ 45437 h 90643"/>
                  <a:gd name="csX3" fmla="*/ 77577 w 90645"/>
                  <a:gd name="csY3" fmla="*/ 13390 h 90643"/>
                  <a:gd name="csX4" fmla="*/ 45530 w 90645"/>
                  <a:gd name="csY4" fmla="*/ 115 h 90643"/>
                  <a:gd name="csX5" fmla="*/ 13482 w 90645"/>
                  <a:gd name="csY5" fmla="*/ 13390 h 90643"/>
                  <a:gd name="csX6" fmla="*/ 207 w 90645"/>
                  <a:gd name="csY6" fmla="*/ 45437 h 90643"/>
                  <a:gd name="csX7" fmla="*/ 13482 w 90645"/>
                  <a:gd name="csY7" fmla="*/ 77485 h 90643"/>
                  <a:gd name="csX8" fmla="*/ 45530 w 90645"/>
                  <a:gd name="csY8" fmla="*/ 9075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0" y="90759"/>
                    </a:moveTo>
                    <a:cubicBezTo>
                      <a:pt x="57549" y="90759"/>
                      <a:pt x="69078" y="85984"/>
                      <a:pt x="77577" y="77485"/>
                    </a:cubicBezTo>
                    <a:cubicBezTo>
                      <a:pt x="86077" y="68986"/>
                      <a:pt x="90852" y="57457"/>
                      <a:pt x="90852" y="45437"/>
                    </a:cubicBezTo>
                    <a:cubicBezTo>
                      <a:pt x="90852" y="33418"/>
                      <a:pt x="86077" y="21889"/>
                      <a:pt x="77577" y="13390"/>
                    </a:cubicBezTo>
                    <a:cubicBezTo>
                      <a:pt x="69078" y="4891"/>
                      <a:pt x="57549" y="115"/>
                      <a:pt x="45530" y="115"/>
                    </a:cubicBezTo>
                    <a:cubicBezTo>
                      <a:pt x="33510" y="115"/>
                      <a:pt x="21981" y="4891"/>
                      <a:pt x="13482" y="13390"/>
                    </a:cubicBezTo>
                    <a:cubicBezTo>
                      <a:pt x="4982" y="21889"/>
                      <a:pt x="207" y="33418"/>
                      <a:pt x="207" y="45437"/>
                    </a:cubicBezTo>
                    <a:cubicBezTo>
                      <a:pt x="207" y="57457"/>
                      <a:pt x="4982" y="68986"/>
                      <a:pt x="13482" y="77485"/>
                    </a:cubicBezTo>
                    <a:cubicBezTo>
                      <a:pt x="21981" y="85984"/>
                      <a:pt x="33510" y="90759"/>
                      <a:pt x="45530" y="9075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4" name="任意多边形: 形状 3273"/>
              <p:cNvSpPr/>
              <p:nvPr/>
            </p:nvSpPr>
            <p:spPr>
              <a:xfrm>
                <a:off x="31962646" y="23724141"/>
                <a:ext cx="180000" cy="180000"/>
              </a:xfrm>
              <a:custGeom>
                <a:avLst/>
                <a:gdLst>
                  <a:gd name="csX0" fmla="*/ 45585 w 90645"/>
                  <a:gd name="csY0" fmla="*/ 90824 h 90643"/>
                  <a:gd name="csX1" fmla="*/ 77633 w 90645"/>
                  <a:gd name="csY1" fmla="*/ 77550 h 90643"/>
                  <a:gd name="csX2" fmla="*/ 90907 w 90645"/>
                  <a:gd name="csY2" fmla="*/ 45502 h 90643"/>
                  <a:gd name="csX3" fmla="*/ 77633 w 90645"/>
                  <a:gd name="csY3" fmla="*/ 13455 h 90643"/>
                  <a:gd name="csX4" fmla="*/ 45585 w 90645"/>
                  <a:gd name="csY4" fmla="*/ 180 h 90643"/>
                  <a:gd name="csX5" fmla="*/ 13537 w 90645"/>
                  <a:gd name="csY5" fmla="*/ 13455 h 90643"/>
                  <a:gd name="csX6" fmla="*/ 262 w 90645"/>
                  <a:gd name="csY6" fmla="*/ 45502 h 90643"/>
                  <a:gd name="csX7" fmla="*/ 13537 w 90645"/>
                  <a:gd name="csY7" fmla="*/ 77550 h 90643"/>
                  <a:gd name="csX8" fmla="*/ 45585 w 90645"/>
                  <a:gd name="csY8" fmla="*/ 9082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5" y="90824"/>
                    </a:moveTo>
                    <a:cubicBezTo>
                      <a:pt x="57604" y="90824"/>
                      <a:pt x="69133" y="86049"/>
                      <a:pt x="77633" y="77550"/>
                    </a:cubicBezTo>
                    <a:cubicBezTo>
                      <a:pt x="86132" y="69051"/>
                      <a:pt x="90907" y="57522"/>
                      <a:pt x="90907" y="45502"/>
                    </a:cubicBezTo>
                    <a:cubicBezTo>
                      <a:pt x="90907" y="33483"/>
                      <a:pt x="86132" y="21954"/>
                      <a:pt x="77633" y="13455"/>
                    </a:cubicBezTo>
                    <a:cubicBezTo>
                      <a:pt x="69133" y="4956"/>
                      <a:pt x="57604" y="180"/>
                      <a:pt x="45585" y="180"/>
                    </a:cubicBezTo>
                    <a:cubicBezTo>
                      <a:pt x="33565" y="180"/>
                      <a:pt x="22036" y="4956"/>
                      <a:pt x="13537" y="13455"/>
                    </a:cubicBezTo>
                    <a:cubicBezTo>
                      <a:pt x="5038" y="21954"/>
                      <a:pt x="262" y="33483"/>
                      <a:pt x="262" y="45502"/>
                    </a:cubicBezTo>
                    <a:cubicBezTo>
                      <a:pt x="262" y="57522"/>
                      <a:pt x="5038" y="69051"/>
                      <a:pt x="13537" y="77550"/>
                    </a:cubicBezTo>
                    <a:cubicBezTo>
                      <a:pt x="22036" y="86049"/>
                      <a:pt x="33565" y="90824"/>
                      <a:pt x="45585" y="9082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5" name="任意多边形: 形状 3274"/>
              <p:cNvSpPr/>
              <p:nvPr/>
            </p:nvSpPr>
            <p:spPr>
              <a:xfrm>
                <a:off x="28149420" y="22503699"/>
                <a:ext cx="180000" cy="180000"/>
              </a:xfrm>
              <a:custGeom>
                <a:avLst/>
                <a:gdLst>
                  <a:gd name="csX0" fmla="*/ 45466 w 90645"/>
                  <a:gd name="csY0" fmla="*/ 90786 h 90643"/>
                  <a:gd name="csX1" fmla="*/ 77514 w 90645"/>
                  <a:gd name="csY1" fmla="*/ 77512 h 90643"/>
                  <a:gd name="csX2" fmla="*/ 90788 w 90645"/>
                  <a:gd name="csY2" fmla="*/ 45464 h 90643"/>
                  <a:gd name="csX3" fmla="*/ 77514 w 90645"/>
                  <a:gd name="csY3" fmla="*/ 13417 h 90643"/>
                  <a:gd name="csX4" fmla="*/ 45466 w 90645"/>
                  <a:gd name="csY4" fmla="*/ 142 h 90643"/>
                  <a:gd name="csX5" fmla="*/ 13418 w 90645"/>
                  <a:gd name="csY5" fmla="*/ 13417 h 90643"/>
                  <a:gd name="csX6" fmla="*/ 143 w 90645"/>
                  <a:gd name="csY6" fmla="*/ 45464 h 90643"/>
                  <a:gd name="csX7" fmla="*/ 13418 w 90645"/>
                  <a:gd name="csY7" fmla="*/ 77512 h 90643"/>
                  <a:gd name="csX8" fmla="*/ 45466 w 90645"/>
                  <a:gd name="csY8" fmla="*/ 9078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6" y="90786"/>
                    </a:moveTo>
                    <a:cubicBezTo>
                      <a:pt x="57486" y="90786"/>
                      <a:pt x="69015" y="86011"/>
                      <a:pt x="77514" y="77512"/>
                    </a:cubicBezTo>
                    <a:cubicBezTo>
                      <a:pt x="86013" y="69013"/>
                      <a:pt x="90788" y="57484"/>
                      <a:pt x="90788" y="45464"/>
                    </a:cubicBezTo>
                    <a:cubicBezTo>
                      <a:pt x="90788" y="33445"/>
                      <a:pt x="86013" y="21916"/>
                      <a:pt x="77514" y="13417"/>
                    </a:cubicBezTo>
                    <a:cubicBezTo>
                      <a:pt x="69015" y="4918"/>
                      <a:pt x="57486" y="142"/>
                      <a:pt x="45466" y="142"/>
                    </a:cubicBezTo>
                    <a:cubicBezTo>
                      <a:pt x="33446" y="142"/>
                      <a:pt x="21917" y="4918"/>
                      <a:pt x="13418" y="13417"/>
                    </a:cubicBezTo>
                    <a:cubicBezTo>
                      <a:pt x="4919" y="21916"/>
                      <a:pt x="143" y="33445"/>
                      <a:pt x="143" y="45464"/>
                    </a:cubicBezTo>
                    <a:cubicBezTo>
                      <a:pt x="143" y="57484"/>
                      <a:pt x="4919" y="69013"/>
                      <a:pt x="13418" y="77512"/>
                    </a:cubicBezTo>
                    <a:cubicBezTo>
                      <a:pt x="21917" y="86011"/>
                      <a:pt x="33446" y="90786"/>
                      <a:pt x="45466" y="9078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6" name="任意多边形: 形状 3275"/>
              <p:cNvSpPr/>
              <p:nvPr/>
            </p:nvSpPr>
            <p:spPr>
              <a:xfrm>
                <a:off x="28350041" y="23169719"/>
                <a:ext cx="180000" cy="180000"/>
              </a:xfrm>
              <a:custGeom>
                <a:avLst/>
                <a:gdLst>
                  <a:gd name="csX0" fmla="*/ 45472 w 90645"/>
                  <a:gd name="csY0" fmla="*/ 90807 h 90643"/>
                  <a:gd name="csX1" fmla="*/ 77520 w 90645"/>
                  <a:gd name="csY1" fmla="*/ 77532 h 90643"/>
                  <a:gd name="csX2" fmla="*/ 90795 w 90645"/>
                  <a:gd name="csY2" fmla="*/ 45485 h 90643"/>
                  <a:gd name="csX3" fmla="*/ 77520 w 90645"/>
                  <a:gd name="csY3" fmla="*/ 13437 h 90643"/>
                  <a:gd name="csX4" fmla="*/ 45472 w 90645"/>
                  <a:gd name="csY4" fmla="*/ 163 h 90643"/>
                  <a:gd name="csX5" fmla="*/ 13424 w 90645"/>
                  <a:gd name="csY5" fmla="*/ 13437 h 90643"/>
                  <a:gd name="csX6" fmla="*/ 150 w 90645"/>
                  <a:gd name="csY6" fmla="*/ 45485 h 90643"/>
                  <a:gd name="csX7" fmla="*/ 13424 w 90645"/>
                  <a:gd name="csY7" fmla="*/ 77532 h 90643"/>
                  <a:gd name="csX8" fmla="*/ 45472 w 90645"/>
                  <a:gd name="csY8" fmla="*/ 9080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2" y="90807"/>
                    </a:moveTo>
                    <a:cubicBezTo>
                      <a:pt x="57492" y="90807"/>
                      <a:pt x="69021" y="86031"/>
                      <a:pt x="77520" y="77532"/>
                    </a:cubicBezTo>
                    <a:cubicBezTo>
                      <a:pt x="86019" y="69033"/>
                      <a:pt x="90795" y="57504"/>
                      <a:pt x="90795" y="45485"/>
                    </a:cubicBezTo>
                    <a:cubicBezTo>
                      <a:pt x="90795" y="33465"/>
                      <a:pt x="86019" y="21937"/>
                      <a:pt x="77520" y="13437"/>
                    </a:cubicBezTo>
                    <a:cubicBezTo>
                      <a:pt x="69021" y="4938"/>
                      <a:pt x="57492" y="163"/>
                      <a:pt x="45472" y="163"/>
                    </a:cubicBezTo>
                    <a:cubicBezTo>
                      <a:pt x="33452" y="163"/>
                      <a:pt x="21923" y="4938"/>
                      <a:pt x="13424" y="13437"/>
                    </a:cubicBezTo>
                    <a:cubicBezTo>
                      <a:pt x="4925" y="21937"/>
                      <a:pt x="150" y="33465"/>
                      <a:pt x="150" y="45485"/>
                    </a:cubicBezTo>
                    <a:cubicBezTo>
                      <a:pt x="150" y="57504"/>
                      <a:pt x="4925" y="69033"/>
                      <a:pt x="13424" y="77532"/>
                    </a:cubicBezTo>
                    <a:cubicBezTo>
                      <a:pt x="21923" y="86031"/>
                      <a:pt x="33452" y="90807"/>
                      <a:pt x="45472" y="9080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7" name="任意多边形: 形状 3276"/>
              <p:cNvSpPr/>
              <p:nvPr/>
            </p:nvSpPr>
            <p:spPr>
              <a:xfrm>
                <a:off x="30910504" y="22627157"/>
                <a:ext cx="180000" cy="180000"/>
              </a:xfrm>
              <a:custGeom>
                <a:avLst/>
                <a:gdLst>
                  <a:gd name="csX0" fmla="*/ 45552 w 90645"/>
                  <a:gd name="csY0" fmla="*/ 90790 h 90643"/>
                  <a:gd name="csX1" fmla="*/ 77600 w 90645"/>
                  <a:gd name="csY1" fmla="*/ 77515 h 90643"/>
                  <a:gd name="csX2" fmla="*/ 90875 w 90645"/>
                  <a:gd name="csY2" fmla="*/ 45468 h 90643"/>
                  <a:gd name="csX3" fmla="*/ 77600 w 90645"/>
                  <a:gd name="csY3" fmla="*/ 13421 h 90643"/>
                  <a:gd name="csX4" fmla="*/ 45552 w 90645"/>
                  <a:gd name="csY4" fmla="*/ 146 h 90643"/>
                  <a:gd name="csX5" fmla="*/ 13504 w 90645"/>
                  <a:gd name="csY5" fmla="*/ 13421 h 90643"/>
                  <a:gd name="csX6" fmla="*/ 229 w 90645"/>
                  <a:gd name="csY6" fmla="*/ 45468 h 90643"/>
                  <a:gd name="csX7" fmla="*/ 13504 w 90645"/>
                  <a:gd name="csY7" fmla="*/ 77515 h 90643"/>
                  <a:gd name="csX8" fmla="*/ 45552 w 90645"/>
                  <a:gd name="csY8" fmla="*/ 9079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2" y="90790"/>
                    </a:moveTo>
                    <a:cubicBezTo>
                      <a:pt x="57572" y="90790"/>
                      <a:pt x="69101" y="86015"/>
                      <a:pt x="77600" y="77515"/>
                    </a:cubicBezTo>
                    <a:cubicBezTo>
                      <a:pt x="86099" y="69016"/>
                      <a:pt x="90875" y="57488"/>
                      <a:pt x="90875" y="45468"/>
                    </a:cubicBezTo>
                    <a:cubicBezTo>
                      <a:pt x="90875" y="33448"/>
                      <a:pt x="86099" y="21920"/>
                      <a:pt x="77600" y="13421"/>
                    </a:cubicBezTo>
                    <a:cubicBezTo>
                      <a:pt x="69101" y="4921"/>
                      <a:pt x="57572" y="146"/>
                      <a:pt x="45552" y="146"/>
                    </a:cubicBezTo>
                    <a:cubicBezTo>
                      <a:pt x="33532" y="146"/>
                      <a:pt x="22003" y="4921"/>
                      <a:pt x="13504" y="13421"/>
                    </a:cubicBezTo>
                    <a:cubicBezTo>
                      <a:pt x="5005" y="21920"/>
                      <a:pt x="229" y="33448"/>
                      <a:pt x="229" y="45468"/>
                    </a:cubicBezTo>
                    <a:cubicBezTo>
                      <a:pt x="229" y="57488"/>
                      <a:pt x="5005" y="69016"/>
                      <a:pt x="13504" y="77515"/>
                    </a:cubicBezTo>
                    <a:cubicBezTo>
                      <a:pt x="22003" y="86015"/>
                      <a:pt x="33532" y="90790"/>
                      <a:pt x="45552" y="9079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8" name="任意多边形: 形状 3277"/>
              <p:cNvSpPr/>
              <p:nvPr/>
            </p:nvSpPr>
            <p:spPr>
              <a:xfrm>
                <a:off x="30293456" y="25900853"/>
                <a:ext cx="180000" cy="180000"/>
              </a:xfrm>
              <a:custGeom>
                <a:avLst/>
                <a:gdLst>
                  <a:gd name="csX0" fmla="*/ 45533 w 90645"/>
                  <a:gd name="csY0" fmla="*/ 90892 h 90643"/>
                  <a:gd name="csX1" fmla="*/ 77581 w 90645"/>
                  <a:gd name="csY1" fmla="*/ 77618 h 90643"/>
                  <a:gd name="csX2" fmla="*/ 90855 w 90645"/>
                  <a:gd name="csY2" fmla="*/ 45570 h 90643"/>
                  <a:gd name="csX3" fmla="*/ 77581 w 90645"/>
                  <a:gd name="csY3" fmla="*/ 13523 h 90643"/>
                  <a:gd name="csX4" fmla="*/ 45533 w 90645"/>
                  <a:gd name="csY4" fmla="*/ 248 h 90643"/>
                  <a:gd name="csX5" fmla="*/ 13485 w 90645"/>
                  <a:gd name="csY5" fmla="*/ 13523 h 90643"/>
                  <a:gd name="csX6" fmla="*/ 210 w 90645"/>
                  <a:gd name="csY6" fmla="*/ 45570 h 90643"/>
                  <a:gd name="csX7" fmla="*/ 13485 w 90645"/>
                  <a:gd name="csY7" fmla="*/ 77618 h 90643"/>
                  <a:gd name="csX8" fmla="*/ 45533 w 90645"/>
                  <a:gd name="csY8" fmla="*/ 9089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3" y="90892"/>
                    </a:moveTo>
                    <a:cubicBezTo>
                      <a:pt x="57552" y="90892"/>
                      <a:pt x="69081" y="86117"/>
                      <a:pt x="77581" y="77618"/>
                    </a:cubicBezTo>
                    <a:cubicBezTo>
                      <a:pt x="86080" y="69119"/>
                      <a:pt x="90855" y="57590"/>
                      <a:pt x="90855" y="45570"/>
                    </a:cubicBezTo>
                    <a:cubicBezTo>
                      <a:pt x="90855" y="33551"/>
                      <a:pt x="86080" y="22022"/>
                      <a:pt x="77581" y="13523"/>
                    </a:cubicBezTo>
                    <a:cubicBezTo>
                      <a:pt x="69081" y="5024"/>
                      <a:pt x="57552" y="248"/>
                      <a:pt x="45533" y="248"/>
                    </a:cubicBezTo>
                    <a:cubicBezTo>
                      <a:pt x="33513" y="248"/>
                      <a:pt x="21984" y="5024"/>
                      <a:pt x="13485" y="13523"/>
                    </a:cubicBezTo>
                    <a:cubicBezTo>
                      <a:pt x="4986" y="22022"/>
                      <a:pt x="210" y="33551"/>
                      <a:pt x="210" y="45570"/>
                    </a:cubicBezTo>
                    <a:cubicBezTo>
                      <a:pt x="210" y="57590"/>
                      <a:pt x="4986" y="69119"/>
                      <a:pt x="13485" y="77618"/>
                    </a:cubicBezTo>
                    <a:cubicBezTo>
                      <a:pt x="21984" y="86117"/>
                      <a:pt x="33513" y="90892"/>
                      <a:pt x="45533" y="9089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79" name="任意多边形: 形状 3278"/>
              <p:cNvSpPr/>
              <p:nvPr/>
            </p:nvSpPr>
            <p:spPr>
              <a:xfrm>
                <a:off x="29127166" y="20995033"/>
                <a:ext cx="180000" cy="180000"/>
              </a:xfrm>
              <a:custGeom>
                <a:avLst/>
                <a:gdLst>
                  <a:gd name="csX0" fmla="*/ 45496 w 90645"/>
                  <a:gd name="csY0" fmla="*/ 90739 h 90643"/>
                  <a:gd name="csX1" fmla="*/ 77544 w 90645"/>
                  <a:gd name="csY1" fmla="*/ 77465 h 90643"/>
                  <a:gd name="csX2" fmla="*/ 90819 w 90645"/>
                  <a:gd name="csY2" fmla="*/ 45417 h 90643"/>
                  <a:gd name="csX3" fmla="*/ 77544 w 90645"/>
                  <a:gd name="csY3" fmla="*/ 13370 h 90643"/>
                  <a:gd name="csX4" fmla="*/ 45496 w 90645"/>
                  <a:gd name="csY4" fmla="*/ 95 h 90643"/>
                  <a:gd name="csX5" fmla="*/ 13448 w 90645"/>
                  <a:gd name="csY5" fmla="*/ 13370 h 90643"/>
                  <a:gd name="csX6" fmla="*/ 174 w 90645"/>
                  <a:gd name="csY6" fmla="*/ 45417 h 90643"/>
                  <a:gd name="csX7" fmla="*/ 13448 w 90645"/>
                  <a:gd name="csY7" fmla="*/ 77465 h 90643"/>
                  <a:gd name="csX8" fmla="*/ 45496 w 90645"/>
                  <a:gd name="csY8" fmla="*/ 9073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6" y="90739"/>
                    </a:moveTo>
                    <a:cubicBezTo>
                      <a:pt x="57516" y="90739"/>
                      <a:pt x="69045" y="85964"/>
                      <a:pt x="77544" y="77465"/>
                    </a:cubicBezTo>
                    <a:cubicBezTo>
                      <a:pt x="86043" y="68965"/>
                      <a:pt x="90819" y="57437"/>
                      <a:pt x="90819" y="45417"/>
                    </a:cubicBezTo>
                    <a:cubicBezTo>
                      <a:pt x="90819" y="33398"/>
                      <a:pt x="86043" y="21869"/>
                      <a:pt x="77544" y="13370"/>
                    </a:cubicBezTo>
                    <a:cubicBezTo>
                      <a:pt x="69045" y="4871"/>
                      <a:pt x="57516" y="95"/>
                      <a:pt x="45496" y="95"/>
                    </a:cubicBezTo>
                    <a:cubicBezTo>
                      <a:pt x="33477" y="95"/>
                      <a:pt x="21948" y="4871"/>
                      <a:pt x="13448" y="13370"/>
                    </a:cubicBezTo>
                    <a:cubicBezTo>
                      <a:pt x="4949" y="21869"/>
                      <a:pt x="174" y="33398"/>
                      <a:pt x="174" y="45417"/>
                    </a:cubicBezTo>
                    <a:cubicBezTo>
                      <a:pt x="174" y="57437"/>
                      <a:pt x="4949" y="68965"/>
                      <a:pt x="13448" y="77465"/>
                    </a:cubicBezTo>
                    <a:cubicBezTo>
                      <a:pt x="21948" y="85964"/>
                      <a:pt x="33477" y="90739"/>
                      <a:pt x="45496" y="9073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0" name="任意多边形: 形状 3279"/>
              <p:cNvSpPr/>
              <p:nvPr/>
            </p:nvSpPr>
            <p:spPr>
              <a:xfrm>
                <a:off x="28933075" y="25127051"/>
                <a:ext cx="180000" cy="180000"/>
              </a:xfrm>
              <a:custGeom>
                <a:avLst/>
                <a:gdLst>
                  <a:gd name="csX0" fmla="*/ 45490 w 90645"/>
                  <a:gd name="csY0" fmla="*/ 90868 h 90643"/>
                  <a:gd name="csX1" fmla="*/ 77538 w 90645"/>
                  <a:gd name="csY1" fmla="*/ 77593 h 90643"/>
                  <a:gd name="csX2" fmla="*/ 90813 w 90645"/>
                  <a:gd name="csY2" fmla="*/ 45546 h 90643"/>
                  <a:gd name="csX3" fmla="*/ 77538 w 90645"/>
                  <a:gd name="csY3" fmla="*/ 13499 h 90643"/>
                  <a:gd name="csX4" fmla="*/ 45490 w 90645"/>
                  <a:gd name="csY4" fmla="*/ 224 h 90643"/>
                  <a:gd name="csX5" fmla="*/ 13442 w 90645"/>
                  <a:gd name="csY5" fmla="*/ 13499 h 90643"/>
                  <a:gd name="csX6" fmla="*/ 168 w 90645"/>
                  <a:gd name="csY6" fmla="*/ 45546 h 90643"/>
                  <a:gd name="csX7" fmla="*/ 13442 w 90645"/>
                  <a:gd name="csY7" fmla="*/ 77593 h 90643"/>
                  <a:gd name="csX8" fmla="*/ 45490 w 90645"/>
                  <a:gd name="csY8" fmla="*/ 9086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0" y="90868"/>
                    </a:moveTo>
                    <a:cubicBezTo>
                      <a:pt x="57510" y="90868"/>
                      <a:pt x="69039" y="86093"/>
                      <a:pt x="77538" y="77593"/>
                    </a:cubicBezTo>
                    <a:cubicBezTo>
                      <a:pt x="86037" y="69094"/>
                      <a:pt x="90813" y="57566"/>
                      <a:pt x="90813" y="45546"/>
                    </a:cubicBezTo>
                    <a:cubicBezTo>
                      <a:pt x="90813" y="33526"/>
                      <a:pt x="86037" y="21998"/>
                      <a:pt x="77538" y="13499"/>
                    </a:cubicBezTo>
                    <a:cubicBezTo>
                      <a:pt x="69039" y="4999"/>
                      <a:pt x="57510" y="224"/>
                      <a:pt x="45490" y="224"/>
                    </a:cubicBezTo>
                    <a:cubicBezTo>
                      <a:pt x="33471" y="224"/>
                      <a:pt x="21942" y="4999"/>
                      <a:pt x="13442" y="13499"/>
                    </a:cubicBezTo>
                    <a:cubicBezTo>
                      <a:pt x="4943" y="21998"/>
                      <a:pt x="168" y="33526"/>
                      <a:pt x="168" y="45546"/>
                    </a:cubicBezTo>
                    <a:cubicBezTo>
                      <a:pt x="168" y="57566"/>
                      <a:pt x="4943" y="69094"/>
                      <a:pt x="13442" y="77593"/>
                    </a:cubicBezTo>
                    <a:cubicBezTo>
                      <a:pt x="21942" y="86093"/>
                      <a:pt x="33471" y="90868"/>
                      <a:pt x="45490" y="9086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1" name="任意多边形: 形状 3280"/>
              <p:cNvSpPr/>
              <p:nvPr/>
            </p:nvSpPr>
            <p:spPr>
              <a:xfrm>
                <a:off x="30479166" y="21200402"/>
                <a:ext cx="180000" cy="180000"/>
              </a:xfrm>
              <a:custGeom>
                <a:avLst/>
                <a:gdLst>
                  <a:gd name="csX0" fmla="*/ 45539 w 90645"/>
                  <a:gd name="csY0" fmla="*/ 90745 h 90643"/>
                  <a:gd name="csX1" fmla="*/ 77586 w 90645"/>
                  <a:gd name="csY1" fmla="*/ 77471 h 90643"/>
                  <a:gd name="csX2" fmla="*/ 90861 w 90645"/>
                  <a:gd name="csY2" fmla="*/ 45423 h 90643"/>
                  <a:gd name="csX3" fmla="*/ 77586 w 90645"/>
                  <a:gd name="csY3" fmla="*/ 13376 h 90643"/>
                  <a:gd name="csX4" fmla="*/ 45539 w 90645"/>
                  <a:gd name="csY4" fmla="*/ 102 h 90643"/>
                  <a:gd name="csX5" fmla="*/ 13491 w 90645"/>
                  <a:gd name="csY5" fmla="*/ 13376 h 90643"/>
                  <a:gd name="csX6" fmla="*/ 216 w 90645"/>
                  <a:gd name="csY6" fmla="*/ 45423 h 90643"/>
                  <a:gd name="csX7" fmla="*/ 13491 w 90645"/>
                  <a:gd name="csY7" fmla="*/ 77471 h 90643"/>
                  <a:gd name="csX8" fmla="*/ 45539 w 90645"/>
                  <a:gd name="csY8" fmla="*/ 9074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9" y="90745"/>
                    </a:moveTo>
                    <a:cubicBezTo>
                      <a:pt x="57558" y="90745"/>
                      <a:pt x="69087" y="85970"/>
                      <a:pt x="77586" y="77471"/>
                    </a:cubicBezTo>
                    <a:cubicBezTo>
                      <a:pt x="86086" y="68972"/>
                      <a:pt x="90861" y="57443"/>
                      <a:pt x="90861" y="45423"/>
                    </a:cubicBezTo>
                    <a:cubicBezTo>
                      <a:pt x="90861" y="33404"/>
                      <a:pt x="86086" y="21875"/>
                      <a:pt x="77586" y="13376"/>
                    </a:cubicBezTo>
                    <a:cubicBezTo>
                      <a:pt x="69087" y="4877"/>
                      <a:pt x="57558" y="102"/>
                      <a:pt x="45539" y="102"/>
                    </a:cubicBezTo>
                    <a:cubicBezTo>
                      <a:pt x="33519" y="102"/>
                      <a:pt x="21990" y="4877"/>
                      <a:pt x="13491" y="13376"/>
                    </a:cubicBezTo>
                    <a:cubicBezTo>
                      <a:pt x="4991" y="21875"/>
                      <a:pt x="216" y="33404"/>
                      <a:pt x="216" y="45423"/>
                    </a:cubicBezTo>
                    <a:cubicBezTo>
                      <a:pt x="216" y="57443"/>
                      <a:pt x="4991" y="68972"/>
                      <a:pt x="13491" y="77471"/>
                    </a:cubicBezTo>
                    <a:cubicBezTo>
                      <a:pt x="21990" y="85970"/>
                      <a:pt x="33519" y="90745"/>
                      <a:pt x="45539" y="9074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2" name="任意多边形: 形状 3281"/>
              <p:cNvSpPr/>
              <p:nvPr/>
            </p:nvSpPr>
            <p:spPr>
              <a:xfrm>
                <a:off x="30825271" y="23039531"/>
                <a:ext cx="180000" cy="180000"/>
              </a:xfrm>
              <a:custGeom>
                <a:avLst/>
                <a:gdLst>
                  <a:gd name="csX0" fmla="*/ 45549 w 90645"/>
                  <a:gd name="csY0" fmla="*/ 90803 h 90643"/>
                  <a:gd name="csX1" fmla="*/ 77597 w 90645"/>
                  <a:gd name="csY1" fmla="*/ 77528 h 90643"/>
                  <a:gd name="csX2" fmla="*/ 90872 w 90645"/>
                  <a:gd name="csY2" fmla="*/ 45481 h 90643"/>
                  <a:gd name="csX3" fmla="*/ 77597 w 90645"/>
                  <a:gd name="csY3" fmla="*/ 13433 h 90643"/>
                  <a:gd name="csX4" fmla="*/ 45549 w 90645"/>
                  <a:gd name="csY4" fmla="*/ 159 h 90643"/>
                  <a:gd name="csX5" fmla="*/ 13501 w 90645"/>
                  <a:gd name="csY5" fmla="*/ 13433 h 90643"/>
                  <a:gd name="csX6" fmla="*/ 227 w 90645"/>
                  <a:gd name="csY6" fmla="*/ 45481 h 90643"/>
                  <a:gd name="csX7" fmla="*/ 13501 w 90645"/>
                  <a:gd name="csY7" fmla="*/ 77528 h 90643"/>
                  <a:gd name="csX8" fmla="*/ 45549 w 90645"/>
                  <a:gd name="csY8" fmla="*/ 9080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9" y="90803"/>
                    </a:moveTo>
                    <a:cubicBezTo>
                      <a:pt x="57569" y="90803"/>
                      <a:pt x="69098" y="86027"/>
                      <a:pt x="77597" y="77528"/>
                    </a:cubicBezTo>
                    <a:cubicBezTo>
                      <a:pt x="86096" y="69029"/>
                      <a:pt x="90872" y="57500"/>
                      <a:pt x="90872" y="45481"/>
                    </a:cubicBezTo>
                    <a:cubicBezTo>
                      <a:pt x="90872" y="33461"/>
                      <a:pt x="86096" y="21932"/>
                      <a:pt x="77597" y="13433"/>
                    </a:cubicBezTo>
                    <a:cubicBezTo>
                      <a:pt x="69098" y="4934"/>
                      <a:pt x="57569" y="159"/>
                      <a:pt x="45549" y="159"/>
                    </a:cubicBezTo>
                    <a:cubicBezTo>
                      <a:pt x="33530" y="159"/>
                      <a:pt x="22001" y="4934"/>
                      <a:pt x="13501" y="13433"/>
                    </a:cubicBezTo>
                    <a:cubicBezTo>
                      <a:pt x="5002" y="21932"/>
                      <a:pt x="227" y="33461"/>
                      <a:pt x="227" y="45481"/>
                    </a:cubicBezTo>
                    <a:cubicBezTo>
                      <a:pt x="227" y="57500"/>
                      <a:pt x="5002" y="69029"/>
                      <a:pt x="13501" y="77528"/>
                    </a:cubicBezTo>
                    <a:cubicBezTo>
                      <a:pt x="22001" y="86027"/>
                      <a:pt x="33530" y="90803"/>
                      <a:pt x="45549" y="9080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3" name="任意多边形: 形状 3282"/>
              <p:cNvSpPr/>
              <p:nvPr/>
            </p:nvSpPr>
            <p:spPr>
              <a:xfrm>
                <a:off x="28447508" y="22706972"/>
                <a:ext cx="180000" cy="180000"/>
              </a:xfrm>
              <a:custGeom>
                <a:avLst/>
                <a:gdLst>
                  <a:gd name="csX0" fmla="*/ 45475 w 90645"/>
                  <a:gd name="csY0" fmla="*/ 90792 h 90643"/>
                  <a:gd name="csX1" fmla="*/ 77523 w 90645"/>
                  <a:gd name="csY1" fmla="*/ 77518 h 90643"/>
                  <a:gd name="csX2" fmla="*/ 90798 w 90645"/>
                  <a:gd name="csY2" fmla="*/ 45470 h 90643"/>
                  <a:gd name="csX3" fmla="*/ 77523 w 90645"/>
                  <a:gd name="csY3" fmla="*/ 13423 h 90643"/>
                  <a:gd name="csX4" fmla="*/ 45475 w 90645"/>
                  <a:gd name="csY4" fmla="*/ 149 h 90643"/>
                  <a:gd name="csX5" fmla="*/ 13427 w 90645"/>
                  <a:gd name="csY5" fmla="*/ 13423 h 90643"/>
                  <a:gd name="csX6" fmla="*/ 153 w 90645"/>
                  <a:gd name="csY6" fmla="*/ 45470 h 90643"/>
                  <a:gd name="csX7" fmla="*/ 13427 w 90645"/>
                  <a:gd name="csY7" fmla="*/ 77518 h 90643"/>
                  <a:gd name="csX8" fmla="*/ 45475 w 90645"/>
                  <a:gd name="csY8" fmla="*/ 9079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5" y="90792"/>
                    </a:moveTo>
                    <a:cubicBezTo>
                      <a:pt x="57495" y="90792"/>
                      <a:pt x="69024" y="86017"/>
                      <a:pt x="77523" y="77518"/>
                    </a:cubicBezTo>
                    <a:cubicBezTo>
                      <a:pt x="86022" y="69019"/>
                      <a:pt x="90798" y="57490"/>
                      <a:pt x="90798" y="45470"/>
                    </a:cubicBezTo>
                    <a:cubicBezTo>
                      <a:pt x="90798" y="33451"/>
                      <a:pt x="86022" y="21922"/>
                      <a:pt x="77523" y="13423"/>
                    </a:cubicBezTo>
                    <a:cubicBezTo>
                      <a:pt x="69024" y="4924"/>
                      <a:pt x="57495" y="149"/>
                      <a:pt x="45475" y="149"/>
                    </a:cubicBezTo>
                    <a:cubicBezTo>
                      <a:pt x="33455" y="149"/>
                      <a:pt x="21926" y="4924"/>
                      <a:pt x="13427" y="13423"/>
                    </a:cubicBezTo>
                    <a:cubicBezTo>
                      <a:pt x="4928" y="21922"/>
                      <a:pt x="153" y="33451"/>
                      <a:pt x="153" y="45470"/>
                    </a:cubicBezTo>
                    <a:cubicBezTo>
                      <a:pt x="153" y="57490"/>
                      <a:pt x="4928" y="69019"/>
                      <a:pt x="13427" y="77518"/>
                    </a:cubicBezTo>
                    <a:cubicBezTo>
                      <a:pt x="21926" y="86017"/>
                      <a:pt x="33455" y="90792"/>
                      <a:pt x="45475" y="9079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4" name="任意多边形: 形状 3283"/>
              <p:cNvSpPr/>
              <p:nvPr/>
            </p:nvSpPr>
            <p:spPr>
              <a:xfrm>
                <a:off x="27729358" y="23817921"/>
                <a:ext cx="180000" cy="180000"/>
              </a:xfrm>
              <a:custGeom>
                <a:avLst/>
                <a:gdLst>
                  <a:gd name="csX0" fmla="*/ 45453 w 90645"/>
                  <a:gd name="csY0" fmla="*/ 90827 h 90643"/>
                  <a:gd name="csX1" fmla="*/ 77501 w 90645"/>
                  <a:gd name="csY1" fmla="*/ 77553 h 90643"/>
                  <a:gd name="csX2" fmla="*/ 90775 w 90645"/>
                  <a:gd name="csY2" fmla="*/ 45505 h 90643"/>
                  <a:gd name="csX3" fmla="*/ 77501 w 90645"/>
                  <a:gd name="csY3" fmla="*/ 13458 h 90643"/>
                  <a:gd name="csX4" fmla="*/ 45453 w 90645"/>
                  <a:gd name="csY4" fmla="*/ 183 h 90643"/>
                  <a:gd name="csX5" fmla="*/ 13405 w 90645"/>
                  <a:gd name="csY5" fmla="*/ 13458 h 90643"/>
                  <a:gd name="csX6" fmla="*/ 130 w 90645"/>
                  <a:gd name="csY6" fmla="*/ 45505 h 90643"/>
                  <a:gd name="csX7" fmla="*/ 13405 w 90645"/>
                  <a:gd name="csY7" fmla="*/ 77553 h 90643"/>
                  <a:gd name="csX8" fmla="*/ 45453 w 90645"/>
                  <a:gd name="csY8" fmla="*/ 9082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3" y="90827"/>
                    </a:moveTo>
                    <a:cubicBezTo>
                      <a:pt x="57472" y="90827"/>
                      <a:pt x="69001" y="86052"/>
                      <a:pt x="77501" y="77553"/>
                    </a:cubicBezTo>
                    <a:cubicBezTo>
                      <a:pt x="86000" y="69054"/>
                      <a:pt x="90775" y="57525"/>
                      <a:pt x="90775" y="45505"/>
                    </a:cubicBezTo>
                    <a:cubicBezTo>
                      <a:pt x="90775" y="33486"/>
                      <a:pt x="86000" y="21957"/>
                      <a:pt x="77501" y="13458"/>
                    </a:cubicBezTo>
                    <a:cubicBezTo>
                      <a:pt x="69001" y="4959"/>
                      <a:pt x="57472" y="183"/>
                      <a:pt x="45453" y="183"/>
                    </a:cubicBezTo>
                    <a:cubicBezTo>
                      <a:pt x="33433" y="183"/>
                      <a:pt x="21904" y="4959"/>
                      <a:pt x="13405" y="13458"/>
                    </a:cubicBezTo>
                    <a:cubicBezTo>
                      <a:pt x="4906" y="21957"/>
                      <a:pt x="130" y="33486"/>
                      <a:pt x="130" y="45505"/>
                    </a:cubicBezTo>
                    <a:cubicBezTo>
                      <a:pt x="130" y="57525"/>
                      <a:pt x="4906" y="69054"/>
                      <a:pt x="13405" y="77553"/>
                    </a:cubicBezTo>
                    <a:cubicBezTo>
                      <a:pt x="21904" y="86052"/>
                      <a:pt x="33433" y="90827"/>
                      <a:pt x="45453" y="9082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5" name="任意多边形: 形状 3284"/>
              <p:cNvSpPr/>
              <p:nvPr/>
            </p:nvSpPr>
            <p:spPr>
              <a:xfrm>
                <a:off x="33087462" y="22365431"/>
                <a:ext cx="180000" cy="180000"/>
              </a:xfrm>
              <a:custGeom>
                <a:avLst/>
                <a:gdLst>
                  <a:gd name="csX0" fmla="*/ 45620 w 90645"/>
                  <a:gd name="csY0" fmla="*/ 90782 h 90643"/>
                  <a:gd name="csX1" fmla="*/ 77668 w 90645"/>
                  <a:gd name="csY1" fmla="*/ 77507 h 90643"/>
                  <a:gd name="csX2" fmla="*/ 90942 w 90645"/>
                  <a:gd name="csY2" fmla="*/ 45460 h 90643"/>
                  <a:gd name="csX3" fmla="*/ 77668 w 90645"/>
                  <a:gd name="csY3" fmla="*/ 13412 h 90643"/>
                  <a:gd name="csX4" fmla="*/ 45620 w 90645"/>
                  <a:gd name="csY4" fmla="*/ 138 h 90643"/>
                  <a:gd name="csX5" fmla="*/ 13572 w 90645"/>
                  <a:gd name="csY5" fmla="*/ 13412 h 90643"/>
                  <a:gd name="csX6" fmla="*/ 297 w 90645"/>
                  <a:gd name="csY6" fmla="*/ 45460 h 90643"/>
                  <a:gd name="csX7" fmla="*/ 13572 w 90645"/>
                  <a:gd name="csY7" fmla="*/ 77507 h 90643"/>
                  <a:gd name="csX8" fmla="*/ 45620 w 90645"/>
                  <a:gd name="csY8" fmla="*/ 9078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20" y="90782"/>
                    </a:moveTo>
                    <a:cubicBezTo>
                      <a:pt x="57640" y="90782"/>
                      <a:pt x="69169" y="86006"/>
                      <a:pt x="77668" y="77507"/>
                    </a:cubicBezTo>
                    <a:cubicBezTo>
                      <a:pt x="86167" y="69008"/>
                      <a:pt x="90942" y="57479"/>
                      <a:pt x="90942" y="45460"/>
                    </a:cubicBezTo>
                    <a:cubicBezTo>
                      <a:pt x="90942" y="33440"/>
                      <a:pt x="86167" y="21911"/>
                      <a:pt x="77668" y="13412"/>
                    </a:cubicBezTo>
                    <a:cubicBezTo>
                      <a:pt x="69169" y="4913"/>
                      <a:pt x="57640" y="138"/>
                      <a:pt x="45620" y="138"/>
                    </a:cubicBezTo>
                    <a:cubicBezTo>
                      <a:pt x="33600" y="138"/>
                      <a:pt x="22071" y="4913"/>
                      <a:pt x="13572" y="13412"/>
                    </a:cubicBezTo>
                    <a:cubicBezTo>
                      <a:pt x="5073" y="21911"/>
                      <a:pt x="297" y="33440"/>
                      <a:pt x="297" y="45460"/>
                    </a:cubicBezTo>
                    <a:cubicBezTo>
                      <a:pt x="297" y="57479"/>
                      <a:pt x="5073" y="69008"/>
                      <a:pt x="13572" y="77507"/>
                    </a:cubicBezTo>
                    <a:cubicBezTo>
                      <a:pt x="22071" y="86006"/>
                      <a:pt x="33600" y="90782"/>
                      <a:pt x="45620" y="9078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6" name="任意多边形: 形状 3285"/>
              <p:cNvSpPr/>
              <p:nvPr/>
            </p:nvSpPr>
            <p:spPr>
              <a:xfrm>
                <a:off x="30124913" y="24026004"/>
                <a:ext cx="180000" cy="180000"/>
              </a:xfrm>
              <a:custGeom>
                <a:avLst/>
                <a:gdLst>
                  <a:gd name="csX0" fmla="*/ 45527 w 90645"/>
                  <a:gd name="csY0" fmla="*/ 90834 h 90643"/>
                  <a:gd name="csX1" fmla="*/ 77575 w 90645"/>
                  <a:gd name="csY1" fmla="*/ 77559 h 90643"/>
                  <a:gd name="csX2" fmla="*/ 90850 w 90645"/>
                  <a:gd name="csY2" fmla="*/ 45512 h 90643"/>
                  <a:gd name="csX3" fmla="*/ 77575 w 90645"/>
                  <a:gd name="csY3" fmla="*/ 13464 h 90643"/>
                  <a:gd name="csX4" fmla="*/ 45527 w 90645"/>
                  <a:gd name="csY4" fmla="*/ 190 h 90643"/>
                  <a:gd name="csX5" fmla="*/ 13480 w 90645"/>
                  <a:gd name="csY5" fmla="*/ 13464 h 90643"/>
                  <a:gd name="csX6" fmla="*/ 205 w 90645"/>
                  <a:gd name="csY6" fmla="*/ 45512 h 90643"/>
                  <a:gd name="csX7" fmla="*/ 13480 w 90645"/>
                  <a:gd name="csY7" fmla="*/ 77559 h 90643"/>
                  <a:gd name="csX8" fmla="*/ 45527 w 90645"/>
                  <a:gd name="csY8" fmla="*/ 9083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7" y="90834"/>
                    </a:moveTo>
                    <a:cubicBezTo>
                      <a:pt x="57547" y="90834"/>
                      <a:pt x="69076" y="86058"/>
                      <a:pt x="77575" y="77559"/>
                    </a:cubicBezTo>
                    <a:cubicBezTo>
                      <a:pt x="86075" y="69060"/>
                      <a:pt x="90850" y="57531"/>
                      <a:pt x="90850" y="45512"/>
                    </a:cubicBezTo>
                    <a:cubicBezTo>
                      <a:pt x="90850" y="33492"/>
                      <a:pt x="86075" y="21963"/>
                      <a:pt x="77575" y="13464"/>
                    </a:cubicBezTo>
                    <a:cubicBezTo>
                      <a:pt x="69076" y="4965"/>
                      <a:pt x="57547" y="190"/>
                      <a:pt x="45527" y="190"/>
                    </a:cubicBezTo>
                    <a:cubicBezTo>
                      <a:pt x="33508" y="190"/>
                      <a:pt x="21979" y="4965"/>
                      <a:pt x="13480" y="13464"/>
                    </a:cubicBezTo>
                    <a:cubicBezTo>
                      <a:pt x="4980" y="21963"/>
                      <a:pt x="205" y="33492"/>
                      <a:pt x="205" y="45512"/>
                    </a:cubicBezTo>
                    <a:cubicBezTo>
                      <a:pt x="205" y="57531"/>
                      <a:pt x="4980" y="69060"/>
                      <a:pt x="13480" y="77559"/>
                    </a:cubicBezTo>
                    <a:cubicBezTo>
                      <a:pt x="21979" y="86058"/>
                      <a:pt x="33508" y="90834"/>
                      <a:pt x="45527" y="9083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7" name="任意多边形: 形状 3286"/>
              <p:cNvSpPr/>
              <p:nvPr/>
            </p:nvSpPr>
            <p:spPr>
              <a:xfrm>
                <a:off x="29742551" y="21402160"/>
                <a:ext cx="180000" cy="180000"/>
              </a:xfrm>
              <a:custGeom>
                <a:avLst/>
                <a:gdLst>
                  <a:gd name="csX0" fmla="*/ 45516 w 90645"/>
                  <a:gd name="csY0" fmla="*/ 90752 h 90643"/>
                  <a:gd name="csX1" fmla="*/ 77563 w 90645"/>
                  <a:gd name="csY1" fmla="*/ 77477 h 90643"/>
                  <a:gd name="csX2" fmla="*/ 90838 w 90645"/>
                  <a:gd name="csY2" fmla="*/ 45430 h 90643"/>
                  <a:gd name="csX3" fmla="*/ 77563 w 90645"/>
                  <a:gd name="csY3" fmla="*/ 13382 h 90643"/>
                  <a:gd name="csX4" fmla="*/ 45516 w 90645"/>
                  <a:gd name="csY4" fmla="*/ 108 h 90643"/>
                  <a:gd name="csX5" fmla="*/ 13468 w 90645"/>
                  <a:gd name="csY5" fmla="*/ 13382 h 90643"/>
                  <a:gd name="csX6" fmla="*/ 193 w 90645"/>
                  <a:gd name="csY6" fmla="*/ 45430 h 90643"/>
                  <a:gd name="csX7" fmla="*/ 13468 w 90645"/>
                  <a:gd name="csY7" fmla="*/ 77477 h 90643"/>
                  <a:gd name="csX8" fmla="*/ 45516 w 90645"/>
                  <a:gd name="csY8" fmla="*/ 9075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6" y="90752"/>
                    </a:moveTo>
                    <a:cubicBezTo>
                      <a:pt x="57535" y="90752"/>
                      <a:pt x="69064" y="85976"/>
                      <a:pt x="77563" y="77477"/>
                    </a:cubicBezTo>
                    <a:cubicBezTo>
                      <a:pt x="86063" y="68978"/>
                      <a:pt x="90838" y="57449"/>
                      <a:pt x="90838" y="45430"/>
                    </a:cubicBezTo>
                    <a:cubicBezTo>
                      <a:pt x="90838" y="33410"/>
                      <a:pt x="86063" y="21881"/>
                      <a:pt x="77563" y="13382"/>
                    </a:cubicBezTo>
                    <a:cubicBezTo>
                      <a:pt x="69064" y="4883"/>
                      <a:pt x="57535" y="108"/>
                      <a:pt x="45516" y="108"/>
                    </a:cubicBezTo>
                    <a:cubicBezTo>
                      <a:pt x="33496" y="108"/>
                      <a:pt x="21967" y="4883"/>
                      <a:pt x="13468" y="13382"/>
                    </a:cubicBezTo>
                    <a:cubicBezTo>
                      <a:pt x="4968" y="21881"/>
                      <a:pt x="193" y="33410"/>
                      <a:pt x="193" y="45430"/>
                    </a:cubicBezTo>
                    <a:cubicBezTo>
                      <a:pt x="193" y="57449"/>
                      <a:pt x="4968" y="68978"/>
                      <a:pt x="13468" y="77477"/>
                    </a:cubicBezTo>
                    <a:cubicBezTo>
                      <a:pt x="21967" y="85976"/>
                      <a:pt x="33496" y="90752"/>
                      <a:pt x="45516" y="9075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8" name="任意多边形: 形状 3287"/>
              <p:cNvSpPr/>
              <p:nvPr/>
            </p:nvSpPr>
            <p:spPr>
              <a:xfrm>
                <a:off x="29542459" y="23236149"/>
                <a:ext cx="180000" cy="180000"/>
              </a:xfrm>
              <a:custGeom>
                <a:avLst/>
                <a:gdLst>
                  <a:gd name="csX0" fmla="*/ 45509 w 90645"/>
                  <a:gd name="csY0" fmla="*/ 90809 h 90643"/>
                  <a:gd name="csX1" fmla="*/ 77557 w 90645"/>
                  <a:gd name="csY1" fmla="*/ 77534 h 90643"/>
                  <a:gd name="csX2" fmla="*/ 90832 w 90645"/>
                  <a:gd name="csY2" fmla="*/ 45487 h 90643"/>
                  <a:gd name="csX3" fmla="*/ 77557 w 90645"/>
                  <a:gd name="csY3" fmla="*/ 13440 h 90643"/>
                  <a:gd name="csX4" fmla="*/ 45509 w 90645"/>
                  <a:gd name="csY4" fmla="*/ 165 h 90643"/>
                  <a:gd name="csX5" fmla="*/ 13461 w 90645"/>
                  <a:gd name="csY5" fmla="*/ 13440 h 90643"/>
                  <a:gd name="csX6" fmla="*/ 187 w 90645"/>
                  <a:gd name="csY6" fmla="*/ 45487 h 90643"/>
                  <a:gd name="csX7" fmla="*/ 13461 w 90645"/>
                  <a:gd name="csY7" fmla="*/ 77534 h 90643"/>
                  <a:gd name="csX8" fmla="*/ 45509 w 90645"/>
                  <a:gd name="csY8" fmla="*/ 9080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9" y="90809"/>
                    </a:moveTo>
                    <a:cubicBezTo>
                      <a:pt x="57529" y="90809"/>
                      <a:pt x="69058" y="86034"/>
                      <a:pt x="77557" y="77534"/>
                    </a:cubicBezTo>
                    <a:cubicBezTo>
                      <a:pt x="86056" y="69035"/>
                      <a:pt x="90832" y="57507"/>
                      <a:pt x="90832" y="45487"/>
                    </a:cubicBezTo>
                    <a:cubicBezTo>
                      <a:pt x="90832" y="33467"/>
                      <a:pt x="86056" y="21939"/>
                      <a:pt x="77557" y="13440"/>
                    </a:cubicBezTo>
                    <a:cubicBezTo>
                      <a:pt x="69058" y="4940"/>
                      <a:pt x="57529" y="165"/>
                      <a:pt x="45509" y="165"/>
                    </a:cubicBezTo>
                    <a:cubicBezTo>
                      <a:pt x="33490" y="165"/>
                      <a:pt x="21961" y="4940"/>
                      <a:pt x="13461" y="13440"/>
                    </a:cubicBezTo>
                    <a:cubicBezTo>
                      <a:pt x="4962" y="21939"/>
                      <a:pt x="187" y="33467"/>
                      <a:pt x="187" y="45487"/>
                    </a:cubicBezTo>
                    <a:cubicBezTo>
                      <a:pt x="187" y="57507"/>
                      <a:pt x="4962" y="69035"/>
                      <a:pt x="13461" y="77534"/>
                    </a:cubicBezTo>
                    <a:cubicBezTo>
                      <a:pt x="21961" y="86034"/>
                      <a:pt x="33490" y="90809"/>
                      <a:pt x="45509" y="9080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89" name="任意多边形: 形状 3288"/>
              <p:cNvSpPr/>
              <p:nvPr/>
            </p:nvSpPr>
            <p:spPr>
              <a:xfrm>
                <a:off x="29900498" y="22909914"/>
                <a:ext cx="180000" cy="180000"/>
              </a:xfrm>
              <a:custGeom>
                <a:avLst/>
                <a:gdLst>
                  <a:gd name="csX0" fmla="*/ 45520 w 90645"/>
                  <a:gd name="csY0" fmla="*/ 90799 h 90643"/>
                  <a:gd name="csX1" fmla="*/ 77568 w 90645"/>
                  <a:gd name="csY1" fmla="*/ 77524 h 90643"/>
                  <a:gd name="csX2" fmla="*/ 90843 w 90645"/>
                  <a:gd name="csY2" fmla="*/ 45477 h 90643"/>
                  <a:gd name="csX3" fmla="*/ 77568 w 90645"/>
                  <a:gd name="csY3" fmla="*/ 13429 h 90643"/>
                  <a:gd name="csX4" fmla="*/ 45520 w 90645"/>
                  <a:gd name="csY4" fmla="*/ 155 h 90643"/>
                  <a:gd name="csX5" fmla="*/ 13473 w 90645"/>
                  <a:gd name="csY5" fmla="*/ 13429 h 90643"/>
                  <a:gd name="csX6" fmla="*/ 198 w 90645"/>
                  <a:gd name="csY6" fmla="*/ 45477 h 90643"/>
                  <a:gd name="csX7" fmla="*/ 13473 w 90645"/>
                  <a:gd name="csY7" fmla="*/ 77524 h 90643"/>
                  <a:gd name="csX8" fmla="*/ 45520 w 90645"/>
                  <a:gd name="csY8" fmla="*/ 9079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0" y="90799"/>
                    </a:moveTo>
                    <a:cubicBezTo>
                      <a:pt x="57540" y="90799"/>
                      <a:pt x="69069" y="86023"/>
                      <a:pt x="77568" y="77524"/>
                    </a:cubicBezTo>
                    <a:cubicBezTo>
                      <a:pt x="86068" y="69025"/>
                      <a:pt x="90843" y="57496"/>
                      <a:pt x="90843" y="45477"/>
                    </a:cubicBezTo>
                    <a:cubicBezTo>
                      <a:pt x="90843" y="33457"/>
                      <a:pt x="86068" y="21928"/>
                      <a:pt x="77568" y="13429"/>
                    </a:cubicBezTo>
                    <a:cubicBezTo>
                      <a:pt x="69069" y="4930"/>
                      <a:pt x="57540" y="155"/>
                      <a:pt x="45520" y="155"/>
                    </a:cubicBezTo>
                    <a:cubicBezTo>
                      <a:pt x="33501" y="155"/>
                      <a:pt x="21972" y="4930"/>
                      <a:pt x="13473" y="13429"/>
                    </a:cubicBezTo>
                    <a:cubicBezTo>
                      <a:pt x="4973" y="21928"/>
                      <a:pt x="198" y="33457"/>
                      <a:pt x="198" y="45477"/>
                    </a:cubicBezTo>
                    <a:cubicBezTo>
                      <a:pt x="198" y="57496"/>
                      <a:pt x="4973" y="69025"/>
                      <a:pt x="13473" y="77524"/>
                    </a:cubicBezTo>
                    <a:cubicBezTo>
                      <a:pt x="21972" y="86023"/>
                      <a:pt x="33501" y="90799"/>
                      <a:pt x="45520" y="9079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0" name="任意多边形: 形状 3289"/>
              <p:cNvSpPr/>
              <p:nvPr/>
            </p:nvSpPr>
            <p:spPr>
              <a:xfrm>
                <a:off x="31773659" y="24554849"/>
                <a:ext cx="180000" cy="180000"/>
              </a:xfrm>
              <a:custGeom>
                <a:avLst/>
                <a:gdLst>
                  <a:gd name="csX0" fmla="*/ 45579 w 90645"/>
                  <a:gd name="csY0" fmla="*/ 90850 h 90643"/>
                  <a:gd name="csX1" fmla="*/ 77627 w 90645"/>
                  <a:gd name="csY1" fmla="*/ 77576 h 90643"/>
                  <a:gd name="csX2" fmla="*/ 90901 w 90645"/>
                  <a:gd name="csY2" fmla="*/ 45528 h 90643"/>
                  <a:gd name="csX3" fmla="*/ 77627 w 90645"/>
                  <a:gd name="csY3" fmla="*/ 13481 h 90643"/>
                  <a:gd name="csX4" fmla="*/ 45579 w 90645"/>
                  <a:gd name="csY4" fmla="*/ 206 h 90643"/>
                  <a:gd name="csX5" fmla="*/ 13531 w 90645"/>
                  <a:gd name="csY5" fmla="*/ 13481 h 90643"/>
                  <a:gd name="csX6" fmla="*/ 256 w 90645"/>
                  <a:gd name="csY6" fmla="*/ 45528 h 90643"/>
                  <a:gd name="csX7" fmla="*/ 13531 w 90645"/>
                  <a:gd name="csY7" fmla="*/ 77576 h 90643"/>
                  <a:gd name="csX8" fmla="*/ 45579 w 90645"/>
                  <a:gd name="csY8" fmla="*/ 9085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9" y="90850"/>
                    </a:moveTo>
                    <a:cubicBezTo>
                      <a:pt x="57599" y="90850"/>
                      <a:pt x="69128" y="86075"/>
                      <a:pt x="77627" y="77576"/>
                    </a:cubicBezTo>
                    <a:cubicBezTo>
                      <a:pt x="86126" y="69077"/>
                      <a:pt x="90901" y="57548"/>
                      <a:pt x="90901" y="45528"/>
                    </a:cubicBezTo>
                    <a:cubicBezTo>
                      <a:pt x="90901" y="33509"/>
                      <a:pt x="86126" y="21980"/>
                      <a:pt x="77627" y="13481"/>
                    </a:cubicBezTo>
                    <a:cubicBezTo>
                      <a:pt x="69128" y="4982"/>
                      <a:pt x="57599" y="206"/>
                      <a:pt x="45579" y="206"/>
                    </a:cubicBezTo>
                    <a:cubicBezTo>
                      <a:pt x="33559" y="206"/>
                      <a:pt x="22030" y="4982"/>
                      <a:pt x="13531" y="13481"/>
                    </a:cubicBezTo>
                    <a:cubicBezTo>
                      <a:pt x="5032" y="21980"/>
                      <a:pt x="256" y="33509"/>
                      <a:pt x="256" y="45528"/>
                    </a:cubicBezTo>
                    <a:cubicBezTo>
                      <a:pt x="256" y="57548"/>
                      <a:pt x="5032" y="69077"/>
                      <a:pt x="13531" y="77576"/>
                    </a:cubicBezTo>
                    <a:cubicBezTo>
                      <a:pt x="22030" y="86075"/>
                      <a:pt x="33559" y="90850"/>
                      <a:pt x="45579" y="9085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1" name="任意多边形: 形状 3290"/>
              <p:cNvSpPr/>
              <p:nvPr/>
            </p:nvSpPr>
            <p:spPr>
              <a:xfrm>
                <a:off x="26283452" y="20424681"/>
                <a:ext cx="180000" cy="180000"/>
              </a:xfrm>
              <a:custGeom>
                <a:avLst/>
                <a:gdLst>
                  <a:gd name="csX0" fmla="*/ 45408 w 90645"/>
                  <a:gd name="csY0" fmla="*/ 90721 h 90643"/>
                  <a:gd name="csX1" fmla="*/ 77455 w 90645"/>
                  <a:gd name="csY1" fmla="*/ 77447 h 90643"/>
                  <a:gd name="csX2" fmla="*/ 90730 w 90645"/>
                  <a:gd name="csY2" fmla="*/ 45399 h 90643"/>
                  <a:gd name="csX3" fmla="*/ 77455 w 90645"/>
                  <a:gd name="csY3" fmla="*/ 13352 h 90643"/>
                  <a:gd name="csX4" fmla="*/ 45408 w 90645"/>
                  <a:gd name="csY4" fmla="*/ 77 h 90643"/>
                  <a:gd name="csX5" fmla="*/ 13360 w 90645"/>
                  <a:gd name="csY5" fmla="*/ 13352 h 90643"/>
                  <a:gd name="csX6" fmla="*/ 85 w 90645"/>
                  <a:gd name="csY6" fmla="*/ 45399 h 90643"/>
                  <a:gd name="csX7" fmla="*/ 13360 w 90645"/>
                  <a:gd name="csY7" fmla="*/ 77447 h 90643"/>
                  <a:gd name="csX8" fmla="*/ 45408 w 90645"/>
                  <a:gd name="csY8" fmla="*/ 9072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08" y="90721"/>
                    </a:moveTo>
                    <a:cubicBezTo>
                      <a:pt x="57427" y="90721"/>
                      <a:pt x="68956" y="85946"/>
                      <a:pt x="77455" y="77447"/>
                    </a:cubicBezTo>
                    <a:cubicBezTo>
                      <a:pt x="85955" y="68948"/>
                      <a:pt x="90730" y="57419"/>
                      <a:pt x="90730" y="45399"/>
                    </a:cubicBezTo>
                    <a:cubicBezTo>
                      <a:pt x="90730" y="33380"/>
                      <a:pt x="85955" y="21851"/>
                      <a:pt x="77455" y="13352"/>
                    </a:cubicBezTo>
                    <a:cubicBezTo>
                      <a:pt x="68956" y="4853"/>
                      <a:pt x="57427" y="77"/>
                      <a:pt x="45408" y="77"/>
                    </a:cubicBezTo>
                    <a:cubicBezTo>
                      <a:pt x="33388" y="77"/>
                      <a:pt x="21859" y="4853"/>
                      <a:pt x="13360" y="13352"/>
                    </a:cubicBezTo>
                    <a:cubicBezTo>
                      <a:pt x="4861" y="21851"/>
                      <a:pt x="85" y="33380"/>
                      <a:pt x="85" y="45399"/>
                    </a:cubicBezTo>
                    <a:cubicBezTo>
                      <a:pt x="85" y="57419"/>
                      <a:pt x="4861" y="68948"/>
                      <a:pt x="13360" y="77447"/>
                    </a:cubicBezTo>
                    <a:cubicBezTo>
                      <a:pt x="21859" y="85946"/>
                      <a:pt x="33388" y="90721"/>
                      <a:pt x="45408" y="9072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2" name="任意多边形: 形状 3291"/>
              <p:cNvSpPr/>
              <p:nvPr/>
            </p:nvSpPr>
            <p:spPr>
              <a:xfrm>
                <a:off x="28787230" y="24367521"/>
                <a:ext cx="180000" cy="180000"/>
              </a:xfrm>
              <a:custGeom>
                <a:avLst/>
                <a:gdLst>
                  <a:gd name="csX0" fmla="*/ 45486 w 90645"/>
                  <a:gd name="csY0" fmla="*/ 90844 h 90643"/>
                  <a:gd name="csX1" fmla="*/ 77534 w 90645"/>
                  <a:gd name="csY1" fmla="*/ 77570 h 90643"/>
                  <a:gd name="csX2" fmla="*/ 90808 w 90645"/>
                  <a:gd name="csY2" fmla="*/ 45522 h 90643"/>
                  <a:gd name="csX3" fmla="*/ 77534 w 90645"/>
                  <a:gd name="csY3" fmla="*/ 13475 h 90643"/>
                  <a:gd name="csX4" fmla="*/ 45486 w 90645"/>
                  <a:gd name="csY4" fmla="*/ 200 h 90643"/>
                  <a:gd name="csX5" fmla="*/ 13438 w 90645"/>
                  <a:gd name="csY5" fmla="*/ 13475 h 90643"/>
                  <a:gd name="csX6" fmla="*/ 163 w 90645"/>
                  <a:gd name="csY6" fmla="*/ 45522 h 90643"/>
                  <a:gd name="csX7" fmla="*/ 13438 w 90645"/>
                  <a:gd name="csY7" fmla="*/ 77570 h 90643"/>
                  <a:gd name="csX8" fmla="*/ 45486 w 90645"/>
                  <a:gd name="csY8" fmla="*/ 9084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6" y="90844"/>
                    </a:moveTo>
                    <a:cubicBezTo>
                      <a:pt x="57505" y="90844"/>
                      <a:pt x="69034" y="86069"/>
                      <a:pt x="77534" y="77570"/>
                    </a:cubicBezTo>
                    <a:cubicBezTo>
                      <a:pt x="86033" y="69071"/>
                      <a:pt x="90808" y="57542"/>
                      <a:pt x="90808" y="45522"/>
                    </a:cubicBezTo>
                    <a:cubicBezTo>
                      <a:pt x="90808" y="33503"/>
                      <a:pt x="86033" y="21974"/>
                      <a:pt x="77534" y="13475"/>
                    </a:cubicBezTo>
                    <a:cubicBezTo>
                      <a:pt x="69034" y="4976"/>
                      <a:pt x="57505" y="200"/>
                      <a:pt x="45486" y="200"/>
                    </a:cubicBezTo>
                    <a:cubicBezTo>
                      <a:pt x="33466" y="200"/>
                      <a:pt x="21937" y="4976"/>
                      <a:pt x="13438" y="13475"/>
                    </a:cubicBezTo>
                    <a:cubicBezTo>
                      <a:pt x="4939" y="21974"/>
                      <a:pt x="163" y="33503"/>
                      <a:pt x="163" y="45522"/>
                    </a:cubicBezTo>
                    <a:cubicBezTo>
                      <a:pt x="163" y="57542"/>
                      <a:pt x="4939" y="69071"/>
                      <a:pt x="13438" y="77570"/>
                    </a:cubicBezTo>
                    <a:cubicBezTo>
                      <a:pt x="21937" y="86069"/>
                      <a:pt x="33466" y="90844"/>
                      <a:pt x="45486" y="9084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3" name="任意多边形: 形状 3292"/>
              <p:cNvSpPr/>
              <p:nvPr/>
            </p:nvSpPr>
            <p:spPr>
              <a:xfrm>
                <a:off x="31113242" y="21786557"/>
                <a:ext cx="180000" cy="180000"/>
              </a:xfrm>
              <a:custGeom>
                <a:avLst/>
                <a:gdLst>
                  <a:gd name="csX0" fmla="*/ 45558 w 90645"/>
                  <a:gd name="csY0" fmla="*/ 90764 h 90643"/>
                  <a:gd name="csX1" fmla="*/ 77606 w 90645"/>
                  <a:gd name="csY1" fmla="*/ 77489 h 90643"/>
                  <a:gd name="csX2" fmla="*/ 90881 w 90645"/>
                  <a:gd name="csY2" fmla="*/ 45442 h 90643"/>
                  <a:gd name="csX3" fmla="*/ 77606 w 90645"/>
                  <a:gd name="csY3" fmla="*/ 13394 h 90643"/>
                  <a:gd name="csX4" fmla="*/ 45558 w 90645"/>
                  <a:gd name="csY4" fmla="*/ 120 h 90643"/>
                  <a:gd name="csX5" fmla="*/ 13510 w 90645"/>
                  <a:gd name="csY5" fmla="*/ 13394 h 90643"/>
                  <a:gd name="csX6" fmla="*/ 236 w 90645"/>
                  <a:gd name="csY6" fmla="*/ 45442 h 90643"/>
                  <a:gd name="csX7" fmla="*/ 13510 w 90645"/>
                  <a:gd name="csY7" fmla="*/ 77489 h 90643"/>
                  <a:gd name="csX8" fmla="*/ 45558 w 90645"/>
                  <a:gd name="csY8" fmla="*/ 9076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8" y="90764"/>
                    </a:moveTo>
                    <a:cubicBezTo>
                      <a:pt x="57578" y="90764"/>
                      <a:pt x="69107" y="85988"/>
                      <a:pt x="77606" y="77489"/>
                    </a:cubicBezTo>
                    <a:cubicBezTo>
                      <a:pt x="86105" y="68990"/>
                      <a:pt x="90881" y="57461"/>
                      <a:pt x="90881" y="45442"/>
                    </a:cubicBezTo>
                    <a:cubicBezTo>
                      <a:pt x="90881" y="33422"/>
                      <a:pt x="86105" y="21893"/>
                      <a:pt x="77606" y="13394"/>
                    </a:cubicBezTo>
                    <a:cubicBezTo>
                      <a:pt x="69107" y="4895"/>
                      <a:pt x="57578" y="120"/>
                      <a:pt x="45558" y="120"/>
                    </a:cubicBezTo>
                    <a:cubicBezTo>
                      <a:pt x="33539" y="120"/>
                      <a:pt x="22010" y="4895"/>
                      <a:pt x="13510" y="13394"/>
                    </a:cubicBezTo>
                    <a:cubicBezTo>
                      <a:pt x="5011" y="21893"/>
                      <a:pt x="236" y="33422"/>
                      <a:pt x="236" y="45442"/>
                    </a:cubicBezTo>
                    <a:cubicBezTo>
                      <a:pt x="236" y="57461"/>
                      <a:pt x="5011" y="68990"/>
                      <a:pt x="13510" y="77489"/>
                    </a:cubicBezTo>
                    <a:cubicBezTo>
                      <a:pt x="22010" y="85988"/>
                      <a:pt x="33539" y="90764"/>
                      <a:pt x="45558" y="9076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4" name="任意多边形: 形状 3293"/>
              <p:cNvSpPr/>
              <p:nvPr/>
            </p:nvSpPr>
            <p:spPr>
              <a:xfrm>
                <a:off x="30713595" y="23587986"/>
                <a:ext cx="180000" cy="180000"/>
              </a:xfrm>
              <a:custGeom>
                <a:avLst/>
                <a:gdLst>
                  <a:gd name="csX0" fmla="*/ 45546 w 90645"/>
                  <a:gd name="csY0" fmla="*/ 90820 h 90643"/>
                  <a:gd name="csX1" fmla="*/ 77594 w 90645"/>
                  <a:gd name="csY1" fmla="*/ 77545 h 90643"/>
                  <a:gd name="csX2" fmla="*/ 90868 w 90645"/>
                  <a:gd name="csY2" fmla="*/ 45498 h 90643"/>
                  <a:gd name="csX3" fmla="*/ 77594 w 90645"/>
                  <a:gd name="csY3" fmla="*/ 13451 h 90643"/>
                  <a:gd name="csX4" fmla="*/ 45546 w 90645"/>
                  <a:gd name="csY4" fmla="*/ 176 h 90643"/>
                  <a:gd name="csX5" fmla="*/ 13498 w 90645"/>
                  <a:gd name="csY5" fmla="*/ 13451 h 90643"/>
                  <a:gd name="csX6" fmla="*/ 223 w 90645"/>
                  <a:gd name="csY6" fmla="*/ 45498 h 90643"/>
                  <a:gd name="csX7" fmla="*/ 13498 w 90645"/>
                  <a:gd name="csY7" fmla="*/ 77545 h 90643"/>
                  <a:gd name="csX8" fmla="*/ 45546 w 90645"/>
                  <a:gd name="csY8" fmla="*/ 9082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6" y="90820"/>
                    </a:moveTo>
                    <a:cubicBezTo>
                      <a:pt x="57566" y="90820"/>
                      <a:pt x="69095" y="86045"/>
                      <a:pt x="77594" y="77545"/>
                    </a:cubicBezTo>
                    <a:cubicBezTo>
                      <a:pt x="86093" y="69046"/>
                      <a:pt x="90868" y="57518"/>
                      <a:pt x="90868" y="45498"/>
                    </a:cubicBezTo>
                    <a:cubicBezTo>
                      <a:pt x="90868" y="33478"/>
                      <a:pt x="86093" y="21950"/>
                      <a:pt x="77594" y="13451"/>
                    </a:cubicBezTo>
                    <a:cubicBezTo>
                      <a:pt x="69095" y="4951"/>
                      <a:pt x="57566" y="176"/>
                      <a:pt x="45546" y="176"/>
                    </a:cubicBezTo>
                    <a:cubicBezTo>
                      <a:pt x="33526" y="176"/>
                      <a:pt x="21997" y="4951"/>
                      <a:pt x="13498" y="13451"/>
                    </a:cubicBezTo>
                    <a:cubicBezTo>
                      <a:pt x="4999" y="21950"/>
                      <a:pt x="223" y="33478"/>
                      <a:pt x="223" y="45498"/>
                    </a:cubicBezTo>
                    <a:cubicBezTo>
                      <a:pt x="223" y="57518"/>
                      <a:pt x="4999" y="69046"/>
                      <a:pt x="13498" y="77545"/>
                    </a:cubicBezTo>
                    <a:cubicBezTo>
                      <a:pt x="21997" y="86045"/>
                      <a:pt x="33526" y="90820"/>
                      <a:pt x="45546" y="9082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5" name="任意多边形: 形状 3294"/>
              <p:cNvSpPr/>
              <p:nvPr/>
            </p:nvSpPr>
            <p:spPr>
              <a:xfrm>
                <a:off x="29191809" y="22130601"/>
                <a:ext cx="180000" cy="180000"/>
              </a:xfrm>
              <a:custGeom>
                <a:avLst/>
                <a:gdLst>
                  <a:gd name="csX0" fmla="*/ 45498 w 90645"/>
                  <a:gd name="csY0" fmla="*/ 90774 h 90643"/>
                  <a:gd name="csX1" fmla="*/ 77546 w 90645"/>
                  <a:gd name="csY1" fmla="*/ 77500 h 90643"/>
                  <a:gd name="csX2" fmla="*/ 90821 w 90645"/>
                  <a:gd name="csY2" fmla="*/ 45453 h 90643"/>
                  <a:gd name="csX3" fmla="*/ 77546 w 90645"/>
                  <a:gd name="csY3" fmla="*/ 13405 h 90643"/>
                  <a:gd name="csX4" fmla="*/ 45498 w 90645"/>
                  <a:gd name="csY4" fmla="*/ 131 h 90643"/>
                  <a:gd name="csX5" fmla="*/ 13450 w 90645"/>
                  <a:gd name="csY5" fmla="*/ 13405 h 90643"/>
                  <a:gd name="csX6" fmla="*/ 176 w 90645"/>
                  <a:gd name="csY6" fmla="*/ 45453 h 90643"/>
                  <a:gd name="csX7" fmla="*/ 13450 w 90645"/>
                  <a:gd name="csY7" fmla="*/ 77500 h 90643"/>
                  <a:gd name="csX8" fmla="*/ 45498 w 90645"/>
                  <a:gd name="csY8" fmla="*/ 9077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8" y="90774"/>
                    </a:moveTo>
                    <a:cubicBezTo>
                      <a:pt x="57518" y="90774"/>
                      <a:pt x="69047" y="85999"/>
                      <a:pt x="77546" y="77500"/>
                    </a:cubicBezTo>
                    <a:cubicBezTo>
                      <a:pt x="86045" y="69001"/>
                      <a:pt x="90821" y="57472"/>
                      <a:pt x="90821" y="45453"/>
                    </a:cubicBezTo>
                    <a:cubicBezTo>
                      <a:pt x="90821" y="33433"/>
                      <a:pt x="86045" y="21904"/>
                      <a:pt x="77546" y="13405"/>
                    </a:cubicBezTo>
                    <a:cubicBezTo>
                      <a:pt x="69047" y="4906"/>
                      <a:pt x="57518" y="131"/>
                      <a:pt x="45498" y="131"/>
                    </a:cubicBezTo>
                    <a:cubicBezTo>
                      <a:pt x="33479" y="131"/>
                      <a:pt x="21950" y="4906"/>
                      <a:pt x="13450" y="13405"/>
                    </a:cubicBezTo>
                    <a:cubicBezTo>
                      <a:pt x="4951" y="21904"/>
                      <a:pt x="176" y="33433"/>
                      <a:pt x="176" y="45453"/>
                    </a:cubicBezTo>
                    <a:cubicBezTo>
                      <a:pt x="176" y="57472"/>
                      <a:pt x="4951" y="69001"/>
                      <a:pt x="13450" y="77500"/>
                    </a:cubicBezTo>
                    <a:cubicBezTo>
                      <a:pt x="21950" y="85999"/>
                      <a:pt x="33479" y="90774"/>
                      <a:pt x="45498" y="9077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6" name="任意多边形: 形状 3295"/>
              <p:cNvSpPr/>
              <p:nvPr/>
            </p:nvSpPr>
            <p:spPr>
              <a:xfrm>
                <a:off x="29239919" y="24294802"/>
                <a:ext cx="180000" cy="180000"/>
              </a:xfrm>
              <a:custGeom>
                <a:avLst/>
                <a:gdLst>
                  <a:gd name="csX0" fmla="*/ 45500 w 90645"/>
                  <a:gd name="csY0" fmla="*/ 90842 h 90643"/>
                  <a:gd name="csX1" fmla="*/ 77548 w 90645"/>
                  <a:gd name="csY1" fmla="*/ 77568 h 90643"/>
                  <a:gd name="csX2" fmla="*/ 90822 w 90645"/>
                  <a:gd name="csY2" fmla="*/ 45520 h 90643"/>
                  <a:gd name="csX3" fmla="*/ 77548 w 90645"/>
                  <a:gd name="csY3" fmla="*/ 13473 h 90643"/>
                  <a:gd name="csX4" fmla="*/ 45500 w 90645"/>
                  <a:gd name="csY4" fmla="*/ 198 h 90643"/>
                  <a:gd name="csX5" fmla="*/ 13452 w 90645"/>
                  <a:gd name="csY5" fmla="*/ 13473 h 90643"/>
                  <a:gd name="csX6" fmla="*/ 177 w 90645"/>
                  <a:gd name="csY6" fmla="*/ 45520 h 90643"/>
                  <a:gd name="csX7" fmla="*/ 13452 w 90645"/>
                  <a:gd name="csY7" fmla="*/ 77568 h 90643"/>
                  <a:gd name="csX8" fmla="*/ 45500 w 90645"/>
                  <a:gd name="csY8" fmla="*/ 9084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0" y="90842"/>
                    </a:moveTo>
                    <a:cubicBezTo>
                      <a:pt x="57520" y="90842"/>
                      <a:pt x="69049" y="86067"/>
                      <a:pt x="77548" y="77568"/>
                    </a:cubicBezTo>
                    <a:cubicBezTo>
                      <a:pt x="86047" y="69068"/>
                      <a:pt x="90822" y="57540"/>
                      <a:pt x="90822" y="45520"/>
                    </a:cubicBezTo>
                    <a:cubicBezTo>
                      <a:pt x="90822" y="33501"/>
                      <a:pt x="86047" y="21972"/>
                      <a:pt x="77548" y="13473"/>
                    </a:cubicBezTo>
                    <a:cubicBezTo>
                      <a:pt x="69049" y="4973"/>
                      <a:pt x="57520" y="198"/>
                      <a:pt x="45500" y="198"/>
                    </a:cubicBezTo>
                    <a:cubicBezTo>
                      <a:pt x="33480" y="198"/>
                      <a:pt x="21951" y="4973"/>
                      <a:pt x="13452" y="13473"/>
                    </a:cubicBezTo>
                    <a:cubicBezTo>
                      <a:pt x="4953" y="21972"/>
                      <a:pt x="177" y="33501"/>
                      <a:pt x="177" y="45520"/>
                    </a:cubicBezTo>
                    <a:cubicBezTo>
                      <a:pt x="177" y="57540"/>
                      <a:pt x="4953" y="69068"/>
                      <a:pt x="13452" y="77568"/>
                    </a:cubicBezTo>
                    <a:cubicBezTo>
                      <a:pt x="21951" y="86067"/>
                      <a:pt x="33480" y="90842"/>
                      <a:pt x="45500" y="9084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7" name="任意多边形: 形状 3296"/>
              <p:cNvSpPr/>
              <p:nvPr/>
            </p:nvSpPr>
            <p:spPr>
              <a:xfrm>
                <a:off x="30668613" y="21990798"/>
                <a:ext cx="180000" cy="180000"/>
              </a:xfrm>
              <a:custGeom>
                <a:avLst/>
                <a:gdLst>
                  <a:gd name="csX0" fmla="*/ 45544 w 90645"/>
                  <a:gd name="csY0" fmla="*/ 90770 h 90643"/>
                  <a:gd name="csX1" fmla="*/ 77592 w 90645"/>
                  <a:gd name="csY1" fmla="*/ 77496 h 90643"/>
                  <a:gd name="csX2" fmla="*/ 90867 w 90645"/>
                  <a:gd name="csY2" fmla="*/ 45448 h 90643"/>
                  <a:gd name="csX3" fmla="*/ 77592 w 90645"/>
                  <a:gd name="csY3" fmla="*/ 13401 h 90643"/>
                  <a:gd name="csX4" fmla="*/ 45544 w 90645"/>
                  <a:gd name="csY4" fmla="*/ 126 h 90643"/>
                  <a:gd name="csX5" fmla="*/ 13497 w 90645"/>
                  <a:gd name="csY5" fmla="*/ 13401 h 90643"/>
                  <a:gd name="csX6" fmla="*/ 222 w 90645"/>
                  <a:gd name="csY6" fmla="*/ 45448 h 90643"/>
                  <a:gd name="csX7" fmla="*/ 13497 w 90645"/>
                  <a:gd name="csY7" fmla="*/ 77496 h 90643"/>
                  <a:gd name="csX8" fmla="*/ 45544 w 90645"/>
                  <a:gd name="csY8" fmla="*/ 9077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4" y="90770"/>
                    </a:moveTo>
                    <a:cubicBezTo>
                      <a:pt x="57564" y="90770"/>
                      <a:pt x="69093" y="85995"/>
                      <a:pt x="77592" y="77496"/>
                    </a:cubicBezTo>
                    <a:cubicBezTo>
                      <a:pt x="86091" y="68997"/>
                      <a:pt x="90867" y="57468"/>
                      <a:pt x="90867" y="45448"/>
                    </a:cubicBezTo>
                    <a:cubicBezTo>
                      <a:pt x="90867" y="33429"/>
                      <a:pt x="86091" y="21900"/>
                      <a:pt x="77592" y="13401"/>
                    </a:cubicBezTo>
                    <a:cubicBezTo>
                      <a:pt x="69093" y="4902"/>
                      <a:pt x="57564" y="126"/>
                      <a:pt x="45544" y="126"/>
                    </a:cubicBezTo>
                    <a:cubicBezTo>
                      <a:pt x="33525" y="126"/>
                      <a:pt x="21996" y="4902"/>
                      <a:pt x="13497" y="13401"/>
                    </a:cubicBezTo>
                    <a:cubicBezTo>
                      <a:pt x="4997" y="21900"/>
                      <a:pt x="222" y="33429"/>
                      <a:pt x="222" y="45448"/>
                    </a:cubicBezTo>
                    <a:cubicBezTo>
                      <a:pt x="222" y="57468"/>
                      <a:pt x="4997" y="68997"/>
                      <a:pt x="13497" y="77496"/>
                    </a:cubicBezTo>
                    <a:cubicBezTo>
                      <a:pt x="21996" y="85995"/>
                      <a:pt x="33525" y="90770"/>
                      <a:pt x="45544" y="9077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8" name="任意多边形: 形状 3297"/>
              <p:cNvSpPr/>
              <p:nvPr/>
            </p:nvSpPr>
            <p:spPr>
              <a:xfrm>
                <a:off x="31047992" y="23417516"/>
                <a:ext cx="180000" cy="180000"/>
              </a:xfrm>
              <a:custGeom>
                <a:avLst/>
                <a:gdLst>
                  <a:gd name="csX0" fmla="*/ 45556 w 90645"/>
                  <a:gd name="csY0" fmla="*/ 90815 h 90643"/>
                  <a:gd name="csX1" fmla="*/ 77604 w 90645"/>
                  <a:gd name="csY1" fmla="*/ 77540 h 90643"/>
                  <a:gd name="csX2" fmla="*/ 90879 w 90645"/>
                  <a:gd name="csY2" fmla="*/ 45493 h 90643"/>
                  <a:gd name="csX3" fmla="*/ 77604 w 90645"/>
                  <a:gd name="csY3" fmla="*/ 13445 h 90643"/>
                  <a:gd name="csX4" fmla="*/ 45556 w 90645"/>
                  <a:gd name="csY4" fmla="*/ 171 h 90643"/>
                  <a:gd name="csX5" fmla="*/ 13508 w 90645"/>
                  <a:gd name="csY5" fmla="*/ 13445 h 90643"/>
                  <a:gd name="csX6" fmla="*/ 234 w 90645"/>
                  <a:gd name="csY6" fmla="*/ 45493 h 90643"/>
                  <a:gd name="csX7" fmla="*/ 13508 w 90645"/>
                  <a:gd name="csY7" fmla="*/ 77540 h 90643"/>
                  <a:gd name="csX8" fmla="*/ 45556 w 90645"/>
                  <a:gd name="csY8" fmla="*/ 9081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6" y="90815"/>
                    </a:moveTo>
                    <a:cubicBezTo>
                      <a:pt x="57576" y="90815"/>
                      <a:pt x="69105" y="86039"/>
                      <a:pt x="77604" y="77540"/>
                    </a:cubicBezTo>
                    <a:cubicBezTo>
                      <a:pt x="86103" y="69041"/>
                      <a:pt x="90879" y="57512"/>
                      <a:pt x="90879" y="45493"/>
                    </a:cubicBezTo>
                    <a:cubicBezTo>
                      <a:pt x="90879" y="33473"/>
                      <a:pt x="86103" y="21944"/>
                      <a:pt x="77604" y="13445"/>
                    </a:cubicBezTo>
                    <a:cubicBezTo>
                      <a:pt x="69105" y="4946"/>
                      <a:pt x="57576" y="171"/>
                      <a:pt x="45556" y="171"/>
                    </a:cubicBezTo>
                    <a:cubicBezTo>
                      <a:pt x="33537" y="171"/>
                      <a:pt x="22008" y="4946"/>
                      <a:pt x="13508" y="13445"/>
                    </a:cubicBezTo>
                    <a:cubicBezTo>
                      <a:pt x="5009" y="21944"/>
                      <a:pt x="234" y="33473"/>
                      <a:pt x="234" y="45493"/>
                    </a:cubicBezTo>
                    <a:cubicBezTo>
                      <a:pt x="234" y="57512"/>
                      <a:pt x="5009" y="69041"/>
                      <a:pt x="13508" y="77540"/>
                    </a:cubicBezTo>
                    <a:cubicBezTo>
                      <a:pt x="22008" y="86039"/>
                      <a:pt x="33537" y="90815"/>
                      <a:pt x="45556" y="9081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299" name="任意多边形: 形状 3298"/>
              <p:cNvSpPr/>
              <p:nvPr/>
            </p:nvSpPr>
            <p:spPr>
              <a:xfrm>
                <a:off x="28836773" y="22189464"/>
                <a:ext cx="180000" cy="180000"/>
              </a:xfrm>
              <a:custGeom>
                <a:avLst/>
                <a:gdLst>
                  <a:gd name="csX0" fmla="*/ 45487 w 90645"/>
                  <a:gd name="csY0" fmla="*/ 90776 h 90643"/>
                  <a:gd name="csX1" fmla="*/ 77535 w 90645"/>
                  <a:gd name="csY1" fmla="*/ 77502 h 90643"/>
                  <a:gd name="csX2" fmla="*/ 90810 w 90645"/>
                  <a:gd name="csY2" fmla="*/ 45454 h 90643"/>
                  <a:gd name="csX3" fmla="*/ 77535 w 90645"/>
                  <a:gd name="csY3" fmla="*/ 13407 h 90643"/>
                  <a:gd name="csX4" fmla="*/ 45487 w 90645"/>
                  <a:gd name="csY4" fmla="*/ 132 h 90643"/>
                  <a:gd name="csX5" fmla="*/ 13439 w 90645"/>
                  <a:gd name="csY5" fmla="*/ 13407 h 90643"/>
                  <a:gd name="csX6" fmla="*/ 165 w 90645"/>
                  <a:gd name="csY6" fmla="*/ 45454 h 90643"/>
                  <a:gd name="csX7" fmla="*/ 13439 w 90645"/>
                  <a:gd name="csY7" fmla="*/ 77502 h 90643"/>
                  <a:gd name="csX8" fmla="*/ 45487 w 90645"/>
                  <a:gd name="csY8" fmla="*/ 9077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7" y="90776"/>
                    </a:moveTo>
                    <a:cubicBezTo>
                      <a:pt x="57507" y="90776"/>
                      <a:pt x="69036" y="86001"/>
                      <a:pt x="77535" y="77502"/>
                    </a:cubicBezTo>
                    <a:cubicBezTo>
                      <a:pt x="86034" y="69003"/>
                      <a:pt x="90810" y="57474"/>
                      <a:pt x="90810" y="45454"/>
                    </a:cubicBezTo>
                    <a:cubicBezTo>
                      <a:pt x="90810" y="33435"/>
                      <a:pt x="86034" y="21906"/>
                      <a:pt x="77535" y="13407"/>
                    </a:cubicBezTo>
                    <a:cubicBezTo>
                      <a:pt x="69036" y="4908"/>
                      <a:pt x="57507" y="132"/>
                      <a:pt x="45487" y="132"/>
                    </a:cubicBezTo>
                    <a:cubicBezTo>
                      <a:pt x="33468" y="132"/>
                      <a:pt x="21939" y="4908"/>
                      <a:pt x="13439" y="13407"/>
                    </a:cubicBezTo>
                    <a:cubicBezTo>
                      <a:pt x="4940" y="21906"/>
                      <a:pt x="165" y="33435"/>
                      <a:pt x="165" y="45454"/>
                    </a:cubicBezTo>
                    <a:cubicBezTo>
                      <a:pt x="165" y="57474"/>
                      <a:pt x="4940" y="69003"/>
                      <a:pt x="13439" y="77502"/>
                    </a:cubicBezTo>
                    <a:cubicBezTo>
                      <a:pt x="21939" y="86001"/>
                      <a:pt x="33468" y="90776"/>
                      <a:pt x="45487" y="9077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0" name="任意多边形: 形状 3299"/>
              <p:cNvSpPr/>
              <p:nvPr/>
            </p:nvSpPr>
            <p:spPr>
              <a:xfrm>
                <a:off x="26922037" y="23288042"/>
                <a:ext cx="180000" cy="180000"/>
              </a:xfrm>
              <a:custGeom>
                <a:avLst/>
                <a:gdLst>
                  <a:gd name="csX0" fmla="*/ 45428 w 90645"/>
                  <a:gd name="csY0" fmla="*/ 90811 h 90643"/>
                  <a:gd name="csX1" fmla="*/ 77475 w 90645"/>
                  <a:gd name="csY1" fmla="*/ 77536 h 90643"/>
                  <a:gd name="csX2" fmla="*/ 90750 w 90645"/>
                  <a:gd name="csY2" fmla="*/ 45489 h 90643"/>
                  <a:gd name="csX3" fmla="*/ 77475 w 90645"/>
                  <a:gd name="csY3" fmla="*/ 13441 h 90643"/>
                  <a:gd name="csX4" fmla="*/ 45428 w 90645"/>
                  <a:gd name="csY4" fmla="*/ 167 h 90643"/>
                  <a:gd name="csX5" fmla="*/ 13380 w 90645"/>
                  <a:gd name="csY5" fmla="*/ 13441 h 90643"/>
                  <a:gd name="csX6" fmla="*/ 105 w 90645"/>
                  <a:gd name="csY6" fmla="*/ 45489 h 90643"/>
                  <a:gd name="csX7" fmla="*/ 13380 w 90645"/>
                  <a:gd name="csY7" fmla="*/ 77536 h 90643"/>
                  <a:gd name="csX8" fmla="*/ 45428 w 90645"/>
                  <a:gd name="csY8" fmla="*/ 9081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28" y="90811"/>
                    </a:moveTo>
                    <a:cubicBezTo>
                      <a:pt x="57447" y="90811"/>
                      <a:pt x="68976" y="86035"/>
                      <a:pt x="77475" y="77536"/>
                    </a:cubicBezTo>
                    <a:cubicBezTo>
                      <a:pt x="85975" y="69037"/>
                      <a:pt x="90750" y="57508"/>
                      <a:pt x="90750" y="45489"/>
                    </a:cubicBezTo>
                    <a:cubicBezTo>
                      <a:pt x="90750" y="33469"/>
                      <a:pt x="85975" y="21940"/>
                      <a:pt x="77475" y="13441"/>
                    </a:cubicBezTo>
                    <a:cubicBezTo>
                      <a:pt x="68976" y="4942"/>
                      <a:pt x="57447" y="167"/>
                      <a:pt x="45428" y="167"/>
                    </a:cubicBezTo>
                    <a:cubicBezTo>
                      <a:pt x="33408" y="167"/>
                      <a:pt x="21879" y="4942"/>
                      <a:pt x="13380" y="13441"/>
                    </a:cubicBezTo>
                    <a:cubicBezTo>
                      <a:pt x="4880" y="21940"/>
                      <a:pt x="105" y="33469"/>
                      <a:pt x="105" y="45489"/>
                    </a:cubicBezTo>
                    <a:cubicBezTo>
                      <a:pt x="105" y="57508"/>
                      <a:pt x="4880" y="69037"/>
                      <a:pt x="13380" y="77536"/>
                    </a:cubicBezTo>
                    <a:cubicBezTo>
                      <a:pt x="21879" y="86035"/>
                      <a:pt x="33408" y="90811"/>
                      <a:pt x="45428" y="9081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1" name="任意多边形: 形状 3300"/>
              <p:cNvSpPr/>
              <p:nvPr/>
            </p:nvSpPr>
            <p:spPr>
              <a:xfrm>
                <a:off x="31672229" y="22752311"/>
                <a:ext cx="180000" cy="180000"/>
              </a:xfrm>
              <a:custGeom>
                <a:avLst/>
                <a:gdLst>
                  <a:gd name="csX0" fmla="*/ 45576 w 90645"/>
                  <a:gd name="csY0" fmla="*/ 90794 h 90643"/>
                  <a:gd name="csX1" fmla="*/ 77624 w 90645"/>
                  <a:gd name="csY1" fmla="*/ 77519 h 90643"/>
                  <a:gd name="csX2" fmla="*/ 90898 w 90645"/>
                  <a:gd name="csY2" fmla="*/ 45472 h 90643"/>
                  <a:gd name="csX3" fmla="*/ 77624 w 90645"/>
                  <a:gd name="csY3" fmla="*/ 13424 h 90643"/>
                  <a:gd name="csX4" fmla="*/ 45576 w 90645"/>
                  <a:gd name="csY4" fmla="*/ 150 h 90643"/>
                  <a:gd name="csX5" fmla="*/ 13528 w 90645"/>
                  <a:gd name="csY5" fmla="*/ 13424 h 90643"/>
                  <a:gd name="csX6" fmla="*/ 253 w 90645"/>
                  <a:gd name="csY6" fmla="*/ 45472 h 90643"/>
                  <a:gd name="csX7" fmla="*/ 13528 w 90645"/>
                  <a:gd name="csY7" fmla="*/ 77519 h 90643"/>
                  <a:gd name="csX8" fmla="*/ 45576 w 90645"/>
                  <a:gd name="csY8" fmla="*/ 9079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6" y="90794"/>
                    </a:moveTo>
                    <a:cubicBezTo>
                      <a:pt x="57595" y="90794"/>
                      <a:pt x="69124" y="86018"/>
                      <a:pt x="77624" y="77519"/>
                    </a:cubicBezTo>
                    <a:cubicBezTo>
                      <a:pt x="86123" y="69020"/>
                      <a:pt x="90898" y="57491"/>
                      <a:pt x="90898" y="45472"/>
                    </a:cubicBezTo>
                    <a:cubicBezTo>
                      <a:pt x="90898" y="33452"/>
                      <a:pt x="86123" y="21924"/>
                      <a:pt x="77624" y="13424"/>
                    </a:cubicBezTo>
                    <a:cubicBezTo>
                      <a:pt x="69124" y="4925"/>
                      <a:pt x="57595" y="150"/>
                      <a:pt x="45576" y="150"/>
                    </a:cubicBezTo>
                    <a:cubicBezTo>
                      <a:pt x="33556" y="150"/>
                      <a:pt x="22027" y="4925"/>
                      <a:pt x="13528" y="13424"/>
                    </a:cubicBezTo>
                    <a:cubicBezTo>
                      <a:pt x="5029" y="21924"/>
                      <a:pt x="253" y="33452"/>
                      <a:pt x="253" y="45472"/>
                    </a:cubicBezTo>
                    <a:cubicBezTo>
                      <a:pt x="253" y="57491"/>
                      <a:pt x="5029" y="69020"/>
                      <a:pt x="13528" y="77519"/>
                    </a:cubicBezTo>
                    <a:cubicBezTo>
                      <a:pt x="22027" y="86018"/>
                      <a:pt x="33556" y="90794"/>
                      <a:pt x="45576" y="9079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2" name="任意多边形: 形状 3301"/>
              <p:cNvSpPr/>
              <p:nvPr/>
            </p:nvSpPr>
            <p:spPr>
              <a:xfrm>
                <a:off x="29856370" y="24902766"/>
                <a:ext cx="180000" cy="180000"/>
              </a:xfrm>
              <a:custGeom>
                <a:avLst/>
                <a:gdLst>
                  <a:gd name="csX0" fmla="*/ 45519 w 90645"/>
                  <a:gd name="csY0" fmla="*/ 90861 h 90643"/>
                  <a:gd name="csX1" fmla="*/ 77567 w 90645"/>
                  <a:gd name="csY1" fmla="*/ 77586 h 90643"/>
                  <a:gd name="csX2" fmla="*/ 90842 w 90645"/>
                  <a:gd name="csY2" fmla="*/ 45539 h 90643"/>
                  <a:gd name="csX3" fmla="*/ 77567 w 90645"/>
                  <a:gd name="csY3" fmla="*/ 13492 h 90643"/>
                  <a:gd name="csX4" fmla="*/ 45519 w 90645"/>
                  <a:gd name="csY4" fmla="*/ 217 h 90643"/>
                  <a:gd name="csX5" fmla="*/ 13471 w 90645"/>
                  <a:gd name="csY5" fmla="*/ 13492 h 90643"/>
                  <a:gd name="csX6" fmla="*/ 197 w 90645"/>
                  <a:gd name="csY6" fmla="*/ 45539 h 90643"/>
                  <a:gd name="csX7" fmla="*/ 13471 w 90645"/>
                  <a:gd name="csY7" fmla="*/ 77586 h 90643"/>
                  <a:gd name="csX8" fmla="*/ 45519 w 90645"/>
                  <a:gd name="csY8" fmla="*/ 9086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9" y="90861"/>
                    </a:moveTo>
                    <a:cubicBezTo>
                      <a:pt x="57539" y="90861"/>
                      <a:pt x="69068" y="86086"/>
                      <a:pt x="77567" y="77586"/>
                    </a:cubicBezTo>
                    <a:cubicBezTo>
                      <a:pt x="86066" y="69087"/>
                      <a:pt x="90842" y="57559"/>
                      <a:pt x="90842" y="45539"/>
                    </a:cubicBezTo>
                    <a:cubicBezTo>
                      <a:pt x="90842" y="33519"/>
                      <a:pt x="86066" y="21991"/>
                      <a:pt x="77567" y="13492"/>
                    </a:cubicBezTo>
                    <a:cubicBezTo>
                      <a:pt x="69068" y="4992"/>
                      <a:pt x="57539" y="217"/>
                      <a:pt x="45519" y="217"/>
                    </a:cubicBezTo>
                    <a:cubicBezTo>
                      <a:pt x="33499" y="217"/>
                      <a:pt x="21970" y="4992"/>
                      <a:pt x="13471" y="13492"/>
                    </a:cubicBezTo>
                    <a:cubicBezTo>
                      <a:pt x="4972" y="21991"/>
                      <a:pt x="197" y="33519"/>
                      <a:pt x="197" y="45539"/>
                    </a:cubicBezTo>
                    <a:cubicBezTo>
                      <a:pt x="197" y="57559"/>
                      <a:pt x="4972" y="69087"/>
                      <a:pt x="13471" y="77586"/>
                    </a:cubicBezTo>
                    <a:cubicBezTo>
                      <a:pt x="21970" y="86086"/>
                      <a:pt x="33499" y="90861"/>
                      <a:pt x="45519" y="9086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3" name="任意多边形: 形状 3302"/>
              <p:cNvSpPr/>
              <p:nvPr/>
            </p:nvSpPr>
            <p:spPr>
              <a:xfrm>
                <a:off x="29579220" y="20131735"/>
                <a:ext cx="180000" cy="180000"/>
              </a:xfrm>
              <a:custGeom>
                <a:avLst/>
                <a:gdLst>
                  <a:gd name="csX0" fmla="*/ 45510 w 90645"/>
                  <a:gd name="csY0" fmla="*/ 90712 h 90643"/>
                  <a:gd name="csX1" fmla="*/ 77558 w 90645"/>
                  <a:gd name="csY1" fmla="*/ 77438 h 90643"/>
                  <a:gd name="csX2" fmla="*/ 90833 w 90645"/>
                  <a:gd name="csY2" fmla="*/ 45390 h 90643"/>
                  <a:gd name="csX3" fmla="*/ 77558 w 90645"/>
                  <a:gd name="csY3" fmla="*/ 13343 h 90643"/>
                  <a:gd name="csX4" fmla="*/ 45510 w 90645"/>
                  <a:gd name="csY4" fmla="*/ 68 h 90643"/>
                  <a:gd name="csX5" fmla="*/ 13463 w 90645"/>
                  <a:gd name="csY5" fmla="*/ 13343 h 90643"/>
                  <a:gd name="csX6" fmla="*/ 188 w 90645"/>
                  <a:gd name="csY6" fmla="*/ 45390 h 90643"/>
                  <a:gd name="csX7" fmla="*/ 13463 w 90645"/>
                  <a:gd name="csY7" fmla="*/ 77438 h 90643"/>
                  <a:gd name="csX8" fmla="*/ 45510 w 90645"/>
                  <a:gd name="csY8" fmla="*/ 9071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0" y="90712"/>
                    </a:moveTo>
                    <a:cubicBezTo>
                      <a:pt x="57530" y="90712"/>
                      <a:pt x="69059" y="85937"/>
                      <a:pt x="77558" y="77438"/>
                    </a:cubicBezTo>
                    <a:cubicBezTo>
                      <a:pt x="86058" y="68939"/>
                      <a:pt x="90833" y="57410"/>
                      <a:pt x="90833" y="45390"/>
                    </a:cubicBezTo>
                    <a:cubicBezTo>
                      <a:pt x="90833" y="33371"/>
                      <a:pt x="86058" y="21842"/>
                      <a:pt x="77558" y="13343"/>
                    </a:cubicBezTo>
                    <a:cubicBezTo>
                      <a:pt x="69059" y="4844"/>
                      <a:pt x="57530" y="68"/>
                      <a:pt x="45510" y="68"/>
                    </a:cubicBezTo>
                    <a:cubicBezTo>
                      <a:pt x="33491" y="68"/>
                      <a:pt x="21962" y="4844"/>
                      <a:pt x="13463" y="13343"/>
                    </a:cubicBezTo>
                    <a:cubicBezTo>
                      <a:pt x="4963" y="21842"/>
                      <a:pt x="188" y="33371"/>
                      <a:pt x="188" y="45390"/>
                    </a:cubicBezTo>
                    <a:cubicBezTo>
                      <a:pt x="188" y="57410"/>
                      <a:pt x="4963" y="68939"/>
                      <a:pt x="13463" y="77438"/>
                    </a:cubicBezTo>
                    <a:cubicBezTo>
                      <a:pt x="21962" y="85937"/>
                      <a:pt x="33491" y="90712"/>
                      <a:pt x="45510" y="9071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4" name="任意多边形: 形状 3303"/>
              <p:cNvSpPr/>
              <p:nvPr/>
            </p:nvSpPr>
            <p:spPr>
              <a:xfrm>
                <a:off x="29813468" y="23641159"/>
                <a:ext cx="180000" cy="180000"/>
              </a:xfrm>
              <a:custGeom>
                <a:avLst/>
                <a:gdLst>
                  <a:gd name="csX0" fmla="*/ 45518 w 90645"/>
                  <a:gd name="csY0" fmla="*/ 90822 h 90643"/>
                  <a:gd name="csX1" fmla="*/ 77566 w 90645"/>
                  <a:gd name="csY1" fmla="*/ 77547 h 90643"/>
                  <a:gd name="csX2" fmla="*/ 90840 w 90645"/>
                  <a:gd name="csY2" fmla="*/ 45500 h 90643"/>
                  <a:gd name="csX3" fmla="*/ 77566 w 90645"/>
                  <a:gd name="csY3" fmla="*/ 13452 h 90643"/>
                  <a:gd name="csX4" fmla="*/ 45518 w 90645"/>
                  <a:gd name="csY4" fmla="*/ 178 h 90643"/>
                  <a:gd name="csX5" fmla="*/ 13470 w 90645"/>
                  <a:gd name="csY5" fmla="*/ 13452 h 90643"/>
                  <a:gd name="csX6" fmla="*/ 195 w 90645"/>
                  <a:gd name="csY6" fmla="*/ 45500 h 90643"/>
                  <a:gd name="csX7" fmla="*/ 13470 w 90645"/>
                  <a:gd name="csY7" fmla="*/ 77547 h 90643"/>
                  <a:gd name="csX8" fmla="*/ 45518 w 90645"/>
                  <a:gd name="csY8" fmla="*/ 9082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8" y="90822"/>
                    </a:moveTo>
                    <a:cubicBezTo>
                      <a:pt x="57537" y="90822"/>
                      <a:pt x="69066" y="86046"/>
                      <a:pt x="77566" y="77547"/>
                    </a:cubicBezTo>
                    <a:cubicBezTo>
                      <a:pt x="86065" y="69048"/>
                      <a:pt x="90840" y="57519"/>
                      <a:pt x="90840" y="45500"/>
                    </a:cubicBezTo>
                    <a:cubicBezTo>
                      <a:pt x="90840" y="33480"/>
                      <a:pt x="86065" y="21951"/>
                      <a:pt x="77566" y="13452"/>
                    </a:cubicBezTo>
                    <a:cubicBezTo>
                      <a:pt x="69066" y="4953"/>
                      <a:pt x="57537" y="178"/>
                      <a:pt x="45518" y="178"/>
                    </a:cubicBezTo>
                    <a:cubicBezTo>
                      <a:pt x="33498" y="178"/>
                      <a:pt x="21969" y="4953"/>
                      <a:pt x="13470" y="13452"/>
                    </a:cubicBezTo>
                    <a:cubicBezTo>
                      <a:pt x="4971" y="21951"/>
                      <a:pt x="195" y="33480"/>
                      <a:pt x="195" y="45500"/>
                    </a:cubicBezTo>
                    <a:cubicBezTo>
                      <a:pt x="195" y="57519"/>
                      <a:pt x="4971" y="69048"/>
                      <a:pt x="13470" y="77547"/>
                    </a:cubicBezTo>
                    <a:cubicBezTo>
                      <a:pt x="21969" y="86046"/>
                      <a:pt x="33498" y="90822"/>
                      <a:pt x="45518" y="9082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5" name="任意多边形: 形状 3304"/>
              <p:cNvSpPr/>
              <p:nvPr/>
            </p:nvSpPr>
            <p:spPr>
              <a:xfrm>
                <a:off x="30060642" y="22412250"/>
                <a:ext cx="180000" cy="180000"/>
              </a:xfrm>
              <a:custGeom>
                <a:avLst/>
                <a:gdLst>
                  <a:gd name="csX0" fmla="*/ 45525 w 90645"/>
                  <a:gd name="csY0" fmla="*/ 90783 h 90643"/>
                  <a:gd name="csX1" fmla="*/ 77573 w 90645"/>
                  <a:gd name="csY1" fmla="*/ 77509 h 90643"/>
                  <a:gd name="csX2" fmla="*/ 90848 w 90645"/>
                  <a:gd name="csY2" fmla="*/ 45461 h 90643"/>
                  <a:gd name="csX3" fmla="*/ 77573 w 90645"/>
                  <a:gd name="csY3" fmla="*/ 13414 h 90643"/>
                  <a:gd name="csX4" fmla="*/ 45525 w 90645"/>
                  <a:gd name="csY4" fmla="*/ 139 h 90643"/>
                  <a:gd name="csX5" fmla="*/ 13478 w 90645"/>
                  <a:gd name="csY5" fmla="*/ 13414 h 90643"/>
                  <a:gd name="csX6" fmla="*/ 203 w 90645"/>
                  <a:gd name="csY6" fmla="*/ 45461 h 90643"/>
                  <a:gd name="csX7" fmla="*/ 13478 w 90645"/>
                  <a:gd name="csY7" fmla="*/ 77509 h 90643"/>
                  <a:gd name="csX8" fmla="*/ 45525 w 90645"/>
                  <a:gd name="csY8" fmla="*/ 907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5" y="90783"/>
                    </a:moveTo>
                    <a:cubicBezTo>
                      <a:pt x="57545" y="90783"/>
                      <a:pt x="69074" y="86008"/>
                      <a:pt x="77573" y="77509"/>
                    </a:cubicBezTo>
                    <a:cubicBezTo>
                      <a:pt x="86073" y="69010"/>
                      <a:pt x="90848" y="57481"/>
                      <a:pt x="90848" y="45461"/>
                    </a:cubicBezTo>
                    <a:cubicBezTo>
                      <a:pt x="90848" y="33442"/>
                      <a:pt x="86073" y="21913"/>
                      <a:pt x="77573" y="13414"/>
                    </a:cubicBezTo>
                    <a:cubicBezTo>
                      <a:pt x="69074" y="4915"/>
                      <a:pt x="57545" y="139"/>
                      <a:pt x="45525" y="139"/>
                    </a:cubicBezTo>
                    <a:cubicBezTo>
                      <a:pt x="33506" y="139"/>
                      <a:pt x="21977" y="4915"/>
                      <a:pt x="13478" y="13414"/>
                    </a:cubicBezTo>
                    <a:cubicBezTo>
                      <a:pt x="4978" y="21913"/>
                      <a:pt x="203" y="33442"/>
                      <a:pt x="203" y="45461"/>
                    </a:cubicBezTo>
                    <a:cubicBezTo>
                      <a:pt x="203" y="57481"/>
                      <a:pt x="4978" y="69010"/>
                      <a:pt x="13478" y="77509"/>
                    </a:cubicBezTo>
                    <a:cubicBezTo>
                      <a:pt x="21977" y="86008"/>
                      <a:pt x="33506" y="90783"/>
                      <a:pt x="45525" y="907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6" name="任意多边形: 形状 3305"/>
              <p:cNvSpPr/>
              <p:nvPr/>
            </p:nvSpPr>
            <p:spPr>
              <a:xfrm>
                <a:off x="32416988" y="23958636"/>
                <a:ext cx="180000" cy="180000"/>
              </a:xfrm>
              <a:custGeom>
                <a:avLst/>
                <a:gdLst>
                  <a:gd name="csX0" fmla="*/ 45599 w 90645"/>
                  <a:gd name="csY0" fmla="*/ 90832 h 90643"/>
                  <a:gd name="csX1" fmla="*/ 77647 w 90645"/>
                  <a:gd name="csY1" fmla="*/ 77557 h 90643"/>
                  <a:gd name="csX2" fmla="*/ 90922 w 90645"/>
                  <a:gd name="csY2" fmla="*/ 45510 h 90643"/>
                  <a:gd name="csX3" fmla="*/ 77647 w 90645"/>
                  <a:gd name="csY3" fmla="*/ 13462 h 90643"/>
                  <a:gd name="csX4" fmla="*/ 45599 w 90645"/>
                  <a:gd name="csY4" fmla="*/ 188 h 90643"/>
                  <a:gd name="csX5" fmla="*/ 13551 w 90645"/>
                  <a:gd name="csY5" fmla="*/ 13462 h 90643"/>
                  <a:gd name="csX6" fmla="*/ 276 w 90645"/>
                  <a:gd name="csY6" fmla="*/ 45510 h 90643"/>
                  <a:gd name="csX7" fmla="*/ 13551 w 90645"/>
                  <a:gd name="csY7" fmla="*/ 77557 h 90643"/>
                  <a:gd name="csX8" fmla="*/ 45599 w 90645"/>
                  <a:gd name="csY8" fmla="*/ 9083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9" y="90832"/>
                    </a:moveTo>
                    <a:cubicBezTo>
                      <a:pt x="57619" y="90832"/>
                      <a:pt x="69148" y="86056"/>
                      <a:pt x="77647" y="77557"/>
                    </a:cubicBezTo>
                    <a:cubicBezTo>
                      <a:pt x="86146" y="69058"/>
                      <a:pt x="90922" y="57529"/>
                      <a:pt x="90922" y="45510"/>
                    </a:cubicBezTo>
                    <a:cubicBezTo>
                      <a:pt x="90922" y="33490"/>
                      <a:pt x="86146" y="21961"/>
                      <a:pt x="77647" y="13462"/>
                    </a:cubicBezTo>
                    <a:cubicBezTo>
                      <a:pt x="69148" y="4963"/>
                      <a:pt x="57619" y="188"/>
                      <a:pt x="45599" y="188"/>
                    </a:cubicBezTo>
                    <a:cubicBezTo>
                      <a:pt x="33579" y="188"/>
                      <a:pt x="22050" y="4963"/>
                      <a:pt x="13551" y="13462"/>
                    </a:cubicBezTo>
                    <a:cubicBezTo>
                      <a:pt x="5052" y="21961"/>
                      <a:pt x="276" y="33490"/>
                      <a:pt x="276" y="45510"/>
                    </a:cubicBezTo>
                    <a:cubicBezTo>
                      <a:pt x="276" y="57529"/>
                      <a:pt x="5052" y="69058"/>
                      <a:pt x="13551" y="77557"/>
                    </a:cubicBezTo>
                    <a:cubicBezTo>
                      <a:pt x="22050" y="86056"/>
                      <a:pt x="33579" y="90832"/>
                      <a:pt x="45599" y="9083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7" name="任意多边形: 形状 3306"/>
              <p:cNvSpPr/>
              <p:nvPr/>
            </p:nvSpPr>
            <p:spPr>
              <a:xfrm>
                <a:off x="27917190" y="21671870"/>
                <a:ext cx="180000" cy="180000"/>
              </a:xfrm>
              <a:custGeom>
                <a:avLst/>
                <a:gdLst>
                  <a:gd name="csX0" fmla="*/ 45459 w 90645"/>
                  <a:gd name="csY0" fmla="*/ 90760 h 90643"/>
                  <a:gd name="csX1" fmla="*/ 77506 w 90645"/>
                  <a:gd name="csY1" fmla="*/ 77486 h 90643"/>
                  <a:gd name="csX2" fmla="*/ 90781 w 90645"/>
                  <a:gd name="csY2" fmla="*/ 45438 h 90643"/>
                  <a:gd name="csX3" fmla="*/ 77506 w 90645"/>
                  <a:gd name="csY3" fmla="*/ 13391 h 90643"/>
                  <a:gd name="csX4" fmla="*/ 45459 w 90645"/>
                  <a:gd name="csY4" fmla="*/ 116 h 90643"/>
                  <a:gd name="csX5" fmla="*/ 13411 w 90645"/>
                  <a:gd name="csY5" fmla="*/ 13391 h 90643"/>
                  <a:gd name="csX6" fmla="*/ 136 w 90645"/>
                  <a:gd name="csY6" fmla="*/ 45438 h 90643"/>
                  <a:gd name="csX7" fmla="*/ 13411 w 90645"/>
                  <a:gd name="csY7" fmla="*/ 77486 h 90643"/>
                  <a:gd name="csX8" fmla="*/ 45459 w 90645"/>
                  <a:gd name="csY8" fmla="*/ 9076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9" y="90760"/>
                    </a:moveTo>
                    <a:cubicBezTo>
                      <a:pt x="57478" y="90760"/>
                      <a:pt x="69007" y="85985"/>
                      <a:pt x="77506" y="77486"/>
                    </a:cubicBezTo>
                    <a:cubicBezTo>
                      <a:pt x="86006" y="68987"/>
                      <a:pt x="90781" y="57458"/>
                      <a:pt x="90781" y="45438"/>
                    </a:cubicBezTo>
                    <a:cubicBezTo>
                      <a:pt x="90781" y="33419"/>
                      <a:pt x="86006" y="21890"/>
                      <a:pt x="77506" y="13391"/>
                    </a:cubicBezTo>
                    <a:cubicBezTo>
                      <a:pt x="69007" y="4892"/>
                      <a:pt x="57478" y="116"/>
                      <a:pt x="45459" y="116"/>
                    </a:cubicBezTo>
                    <a:cubicBezTo>
                      <a:pt x="33439" y="116"/>
                      <a:pt x="21910" y="4892"/>
                      <a:pt x="13411" y="13391"/>
                    </a:cubicBezTo>
                    <a:cubicBezTo>
                      <a:pt x="4912" y="21890"/>
                      <a:pt x="136" y="33419"/>
                      <a:pt x="136" y="45438"/>
                    </a:cubicBezTo>
                    <a:cubicBezTo>
                      <a:pt x="136" y="57458"/>
                      <a:pt x="4912" y="68987"/>
                      <a:pt x="13411" y="77486"/>
                    </a:cubicBezTo>
                    <a:cubicBezTo>
                      <a:pt x="21910" y="85985"/>
                      <a:pt x="33439" y="90760"/>
                      <a:pt x="45459" y="9076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8" name="任意多边形: 形状 3307"/>
              <p:cNvSpPr/>
              <p:nvPr/>
            </p:nvSpPr>
            <p:spPr>
              <a:xfrm>
                <a:off x="28557160" y="26119389"/>
                <a:ext cx="180000" cy="180000"/>
              </a:xfrm>
              <a:custGeom>
                <a:avLst/>
                <a:gdLst>
                  <a:gd name="csX0" fmla="*/ 45479 w 90645"/>
                  <a:gd name="csY0" fmla="*/ 90899 h 90643"/>
                  <a:gd name="csX1" fmla="*/ 77526 w 90645"/>
                  <a:gd name="csY1" fmla="*/ 77624 h 90643"/>
                  <a:gd name="csX2" fmla="*/ 90801 w 90645"/>
                  <a:gd name="csY2" fmla="*/ 45577 h 90643"/>
                  <a:gd name="csX3" fmla="*/ 77526 w 90645"/>
                  <a:gd name="csY3" fmla="*/ 13530 h 90643"/>
                  <a:gd name="csX4" fmla="*/ 45479 w 90645"/>
                  <a:gd name="csY4" fmla="*/ 255 h 90643"/>
                  <a:gd name="csX5" fmla="*/ 13431 w 90645"/>
                  <a:gd name="csY5" fmla="*/ 13530 h 90643"/>
                  <a:gd name="csX6" fmla="*/ 156 w 90645"/>
                  <a:gd name="csY6" fmla="*/ 45577 h 90643"/>
                  <a:gd name="csX7" fmla="*/ 13431 w 90645"/>
                  <a:gd name="csY7" fmla="*/ 77624 h 90643"/>
                  <a:gd name="csX8" fmla="*/ 45479 w 90645"/>
                  <a:gd name="csY8" fmla="*/ 9089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9" y="90899"/>
                    </a:moveTo>
                    <a:cubicBezTo>
                      <a:pt x="57498" y="90899"/>
                      <a:pt x="69027" y="86124"/>
                      <a:pt x="77526" y="77624"/>
                    </a:cubicBezTo>
                    <a:cubicBezTo>
                      <a:pt x="86026" y="69125"/>
                      <a:pt x="90801" y="57597"/>
                      <a:pt x="90801" y="45577"/>
                    </a:cubicBezTo>
                    <a:cubicBezTo>
                      <a:pt x="90801" y="33557"/>
                      <a:pt x="86026" y="22029"/>
                      <a:pt x="77526" y="13530"/>
                    </a:cubicBezTo>
                    <a:cubicBezTo>
                      <a:pt x="69027" y="5030"/>
                      <a:pt x="57498" y="255"/>
                      <a:pt x="45479" y="255"/>
                    </a:cubicBezTo>
                    <a:cubicBezTo>
                      <a:pt x="33459" y="255"/>
                      <a:pt x="21930" y="5030"/>
                      <a:pt x="13431" y="13530"/>
                    </a:cubicBezTo>
                    <a:cubicBezTo>
                      <a:pt x="4932" y="22029"/>
                      <a:pt x="156" y="33557"/>
                      <a:pt x="156" y="45577"/>
                    </a:cubicBezTo>
                    <a:cubicBezTo>
                      <a:pt x="156" y="57597"/>
                      <a:pt x="4932" y="69125"/>
                      <a:pt x="13431" y="77624"/>
                    </a:cubicBezTo>
                    <a:cubicBezTo>
                      <a:pt x="21930" y="86124"/>
                      <a:pt x="33459" y="90899"/>
                      <a:pt x="45479" y="9089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09" name="任意多边形: 形状 3308"/>
              <p:cNvSpPr/>
              <p:nvPr/>
            </p:nvSpPr>
            <p:spPr>
              <a:xfrm>
                <a:off x="30742209" y="21080025"/>
                <a:ext cx="180000" cy="180000"/>
              </a:xfrm>
              <a:custGeom>
                <a:avLst/>
                <a:gdLst>
                  <a:gd name="csX0" fmla="*/ 45547 w 90645"/>
                  <a:gd name="csY0" fmla="*/ 90742 h 90643"/>
                  <a:gd name="csX1" fmla="*/ 77595 w 90645"/>
                  <a:gd name="csY1" fmla="*/ 77467 h 90643"/>
                  <a:gd name="csX2" fmla="*/ 90869 w 90645"/>
                  <a:gd name="csY2" fmla="*/ 45420 h 90643"/>
                  <a:gd name="csX3" fmla="*/ 77595 w 90645"/>
                  <a:gd name="csY3" fmla="*/ 13372 h 90643"/>
                  <a:gd name="csX4" fmla="*/ 45547 w 90645"/>
                  <a:gd name="csY4" fmla="*/ 98 h 90643"/>
                  <a:gd name="csX5" fmla="*/ 13499 w 90645"/>
                  <a:gd name="csY5" fmla="*/ 13372 h 90643"/>
                  <a:gd name="csX6" fmla="*/ 224 w 90645"/>
                  <a:gd name="csY6" fmla="*/ 45420 h 90643"/>
                  <a:gd name="csX7" fmla="*/ 13499 w 90645"/>
                  <a:gd name="csY7" fmla="*/ 77467 h 90643"/>
                  <a:gd name="csX8" fmla="*/ 45547 w 90645"/>
                  <a:gd name="csY8" fmla="*/ 9074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7" y="90742"/>
                    </a:moveTo>
                    <a:cubicBezTo>
                      <a:pt x="57566" y="90742"/>
                      <a:pt x="69095" y="85966"/>
                      <a:pt x="77595" y="77467"/>
                    </a:cubicBezTo>
                    <a:cubicBezTo>
                      <a:pt x="86094" y="68968"/>
                      <a:pt x="90869" y="57439"/>
                      <a:pt x="90869" y="45420"/>
                    </a:cubicBezTo>
                    <a:cubicBezTo>
                      <a:pt x="90869" y="33400"/>
                      <a:pt x="86094" y="21871"/>
                      <a:pt x="77595" y="13372"/>
                    </a:cubicBezTo>
                    <a:cubicBezTo>
                      <a:pt x="69095" y="4873"/>
                      <a:pt x="57566" y="98"/>
                      <a:pt x="45547" y="98"/>
                    </a:cubicBezTo>
                    <a:cubicBezTo>
                      <a:pt x="33527" y="98"/>
                      <a:pt x="21998" y="4873"/>
                      <a:pt x="13499" y="13372"/>
                    </a:cubicBezTo>
                    <a:cubicBezTo>
                      <a:pt x="5000" y="21871"/>
                      <a:pt x="224" y="33400"/>
                      <a:pt x="224" y="45420"/>
                    </a:cubicBezTo>
                    <a:cubicBezTo>
                      <a:pt x="224" y="57439"/>
                      <a:pt x="5000" y="68968"/>
                      <a:pt x="13499" y="77467"/>
                    </a:cubicBezTo>
                    <a:cubicBezTo>
                      <a:pt x="21998" y="85966"/>
                      <a:pt x="33527" y="90742"/>
                      <a:pt x="45547" y="9074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0" name="任意多边形: 形状 3309"/>
              <p:cNvSpPr/>
              <p:nvPr/>
            </p:nvSpPr>
            <p:spPr>
              <a:xfrm>
                <a:off x="30400948" y="23083603"/>
                <a:ext cx="180000" cy="180000"/>
              </a:xfrm>
              <a:custGeom>
                <a:avLst/>
                <a:gdLst>
                  <a:gd name="csX0" fmla="*/ 45536 w 90645"/>
                  <a:gd name="csY0" fmla="*/ 90804 h 90643"/>
                  <a:gd name="csX1" fmla="*/ 77584 w 90645"/>
                  <a:gd name="csY1" fmla="*/ 77530 h 90643"/>
                  <a:gd name="csX2" fmla="*/ 90859 w 90645"/>
                  <a:gd name="csY2" fmla="*/ 45482 h 90643"/>
                  <a:gd name="csX3" fmla="*/ 77584 w 90645"/>
                  <a:gd name="csY3" fmla="*/ 13435 h 90643"/>
                  <a:gd name="csX4" fmla="*/ 45536 w 90645"/>
                  <a:gd name="csY4" fmla="*/ 160 h 90643"/>
                  <a:gd name="csX5" fmla="*/ 13488 w 90645"/>
                  <a:gd name="csY5" fmla="*/ 13435 h 90643"/>
                  <a:gd name="csX6" fmla="*/ 214 w 90645"/>
                  <a:gd name="csY6" fmla="*/ 45482 h 90643"/>
                  <a:gd name="csX7" fmla="*/ 13488 w 90645"/>
                  <a:gd name="csY7" fmla="*/ 77530 h 90643"/>
                  <a:gd name="csX8" fmla="*/ 45536 w 90645"/>
                  <a:gd name="csY8" fmla="*/ 908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6" y="90804"/>
                    </a:moveTo>
                    <a:cubicBezTo>
                      <a:pt x="57556" y="90804"/>
                      <a:pt x="69085" y="86029"/>
                      <a:pt x="77584" y="77530"/>
                    </a:cubicBezTo>
                    <a:cubicBezTo>
                      <a:pt x="86083" y="69031"/>
                      <a:pt x="90859" y="57502"/>
                      <a:pt x="90859" y="45482"/>
                    </a:cubicBezTo>
                    <a:cubicBezTo>
                      <a:pt x="90859" y="33463"/>
                      <a:pt x="86083" y="21934"/>
                      <a:pt x="77584" y="13435"/>
                    </a:cubicBezTo>
                    <a:cubicBezTo>
                      <a:pt x="69085" y="4936"/>
                      <a:pt x="57556" y="160"/>
                      <a:pt x="45536" y="160"/>
                    </a:cubicBezTo>
                    <a:cubicBezTo>
                      <a:pt x="33516" y="160"/>
                      <a:pt x="21987" y="4936"/>
                      <a:pt x="13488" y="13435"/>
                    </a:cubicBezTo>
                    <a:cubicBezTo>
                      <a:pt x="4989" y="21934"/>
                      <a:pt x="214" y="33463"/>
                      <a:pt x="214" y="45482"/>
                    </a:cubicBezTo>
                    <a:cubicBezTo>
                      <a:pt x="214" y="57502"/>
                      <a:pt x="4989" y="69031"/>
                      <a:pt x="13488" y="77530"/>
                    </a:cubicBezTo>
                    <a:cubicBezTo>
                      <a:pt x="21987" y="86029"/>
                      <a:pt x="33516" y="90804"/>
                      <a:pt x="45536" y="908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1" name="任意多边形: 形状 3310"/>
              <p:cNvSpPr/>
              <p:nvPr/>
            </p:nvSpPr>
            <p:spPr>
              <a:xfrm>
                <a:off x="29009652" y="22552313"/>
                <a:ext cx="180000" cy="180000"/>
              </a:xfrm>
              <a:custGeom>
                <a:avLst/>
                <a:gdLst>
                  <a:gd name="csX0" fmla="*/ 45493 w 90645"/>
                  <a:gd name="csY0" fmla="*/ 90788 h 90643"/>
                  <a:gd name="csX1" fmla="*/ 77541 w 90645"/>
                  <a:gd name="csY1" fmla="*/ 77513 h 90643"/>
                  <a:gd name="csX2" fmla="*/ 90815 w 90645"/>
                  <a:gd name="csY2" fmla="*/ 45466 h 90643"/>
                  <a:gd name="csX3" fmla="*/ 77541 w 90645"/>
                  <a:gd name="csY3" fmla="*/ 13418 h 90643"/>
                  <a:gd name="csX4" fmla="*/ 45493 w 90645"/>
                  <a:gd name="csY4" fmla="*/ 144 h 90643"/>
                  <a:gd name="csX5" fmla="*/ 13445 w 90645"/>
                  <a:gd name="csY5" fmla="*/ 13418 h 90643"/>
                  <a:gd name="csX6" fmla="*/ 170 w 90645"/>
                  <a:gd name="csY6" fmla="*/ 45466 h 90643"/>
                  <a:gd name="csX7" fmla="*/ 13445 w 90645"/>
                  <a:gd name="csY7" fmla="*/ 77513 h 90643"/>
                  <a:gd name="csX8" fmla="*/ 45493 w 90645"/>
                  <a:gd name="csY8" fmla="*/ 9078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3" y="90788"/>
                    </a:moveTo>
                    <a:cubicBezTo>
                      <a:pt x="57512" y="90788"/>
                      <a:pt x="69041" y="86012"/>
                      <a:pt x="77541" y="77513"/>
                    </a:cubicBezTo>
                    <a:cubicBezTo>
                      <a:pt x="86040" y="69014"/>
                      <a:pt x="90815" y="57485"/>
                      <a:pt x="90815" y="45466"/>
                    </a:cubicBezTo>
                    <a:cubicBezTo>
                      <a:pt x="90815" y="33446"/>
                      <a:pt x="86040" y="21917"/>
                      <a:pt x="77541" y="13418"/>
                    </a:cubicBezTo>
                    <a:cubicBezTo>
                      <a:pt x="69041" y="4919"/>
                      <a:pt x="57512" y="144"/>
                      <a:pt x="45493" y="144"/>
                    </a:cubicBezTo>
                    <a:cubicBezTo>
                      <a:pt x="33473" y="144"/>
                      <a:pt x="21944" y="4919"/>
                      <a:pt x="13445" y="13418"/>
                    </a:cubicBezTo>
                    <a:cubicBezTo>
                      <a:pt x="4946" y="21917"/>
                      <a:pt x="170" y="33446"/>
                      <a:pt x="170" y="45466"/>
                    </a:cubicBezTo>
                    <a:cubicBezTo>
                      <a:pt x="170" y="57485"/>
                      <a:pt x="4946" y="69014"/>
                      <a:pt x="13445" y="77513"/>
                    </a:cubicBezTo>
                    <a:cubicBezTo>
                      <a:pt x="21944" y="86012"/>
                      <a:pt x="33473" y="90788"/>
                      <a:pt x="45493" y="9078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2" name="任意多边形: 形状 3311"/>
              <p:cNvSpPr/>
              <p:nvPr/>
            </p:nvSpPr>
            <p:spPr>
              <a:xfrm>
                <a:off x="29083374" y="23004563"/>
                <a:ext cx="180000" cy="180000"/>
              </a:xfrm>
              <a:custGeom>
                <a:avLst/>
                <a:gdLst>
                  <a:gd name="csX0" fmla="*/ 45495 w 90645"/>
                  <a:gd name="csY0" fmla="*/ 90802 h 90643"/>
                  <a:gd name="csX1" fmla="*/ 77543 w 90645"/>
                  <a:gd name="csY1" fmla="*/ 77527 h 90643"/>
                  <a:gd name="csX2" fmla="*/ 90818 w 90645"/>
                  <a:gd name="csY2" fmla="*/ 45480 h 90643"/>
                  <a:gd name="csX3" fmla="*/ 77543 w 90645"/>
                  <a:gd name="csY3" fmla="*/ 13432 h 90643"/>
                  <a:gd name="csX4" fmla="*/ 45495 w 90645"/>
                  <a:gd name="csY4" fmla="*/ 158 h 90643"/>
                  <a:gd name="csX5" fmla="*/ 13447 w 90645"/>
                  <a:gd name="csY5" fmla="*/ 13432 h 90643"/>
                  <a:gd name="csX6" fmla="*/ 172 w 90645"/>
                  <a:gd name="csY6" fmla="*/ 45480 h 90643"/>
                  <a:gd name="csX7" fmla="*/ 13447 w 90645"/>
                  <a:gd name="csY7" fmla="*/ 77527 h 90643"/>
                  <a:gd name="csX8" fmla="*/ 45495 w 90645"/>
                  <a:gd name="csY8" fmla="*/ 9080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5" y="90802"/>
                    </a:moveTo>
                    <a:cubicBezTo>
                      <a:pt x="57515" y="90802"/>
                      <a:pt x="69044" y="86026"/>
                      <a:pt x="77543" y="77527"/>
                    </a:cubicBezTo>
                    <a:cubicBezTo>
                      <a:pt x="86042" y="69028"/>
                      <a:pt x="90818" y="57499"/>
                      <a:pt x="90818" y="45480"/>
                    </a:cubicBezTo>
                    <a:cubicBezTo>
                      <a:pt x="90818" y="33460"/>
                      <a:pt x="86042" y="21931"/>
                      <a:pt x="77543" y="13432"/>
                    </a:cubicBezTo>
                    <a:cubicBezTo>
                      <a:pt x="69044" y="4933"/>
                      <a:pt x="57515" y="158"/>
                      <a:pt x="45495" y="158"/>
                    </a:cubicBezTo>
                    <a:cubicBezTo>
                      <a:pt x="33475" y="158"/>
                      <a:pt x="21946" y="4933"/>
                      <a:pt x="13447" y="13432"/>
                    </a:cubicBezTo>
                    <a:cubicBezTo>
                      <a:pt x="4948" y="21931"/>
                      <a:pt x="172" y="33460"/>
                      <a:pt x="172" y="45480"/>
                    </a:cubicBezTo>
                    <a:cubicBezTo>
                      <a:pt x="172" y="57499"/>
                      <a:pt x="4948" y="69028"/>
                      <a:pt x="13447" y="77527"/>
                    </a:cubicBezTo>
                    <a:cubicBezTo>
                      <a:pt x="21946" y="86026"/>
                      <a:pt x="33475" y="90802"/>
                      <a:pt x="45495" y="9080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3" name="任意多边形: 形状 3312"/>
              <p:cNvSpPr/>
              <p:nvPr/>
            </p:nvSpPr>
            <p:spPr>
              <a:xfrm>
                <a:off x="30338434" y="22685065"/>
                <a:ext cx="180000" cy="180000"/>
              </a:xfrm>
              <a:custGeom>
                <a:avLst/>
                <a:gdLst>
                  <a:gd name="csX0" fmla="*/ 45534 w 90645"/>
                  <a:gd name="csY0" fmla="*/ 90792 h 90643"/>
                  <a:gd name="csX1" fmla="*/ 77582 w 90645"/>
                  <a:gd name="csY1" fmla="*/ 77517 h 90643"/>
                  <a:gd name="csX2" fmla="*/ 90857 w 90645"/>
                  <a:gd name="csY2" fmla="*/ 45470 h 90643"/>
                  <a:gd name="csX3" fmla="*/ 77582 w 90645"/>
                  <a:gd name="csY3" fmla="*/ 13422 h 90643"/>
                  <a:gd name="csX4" fmla="*/ 45534 w 90645"/>
                  <a:gd name="csY4" fmla="*/ 148 h 90643"/>
                  <a:gd name="csX5" fmla="*/ 13486 w 90645"/>
                  <a:gd name="csY5" fmla="*/ 13422 h 90643"/>
                  <a:gd name="csX6" fmla="*/ 212 w 90645"/>
                  <a:gd name="csY6" fmla="*/ 45470 h 90643"/>
                  <a:gd name="csX7" fmla="*/ 13486 w 90645"/>
                  <a:gd name="csY7" fmla="*/ 77517 h 90643"/>
                  <a:gd name="csX8" fmla="*/ 45534 w 90645"/>
                  <a:gd name="csY8" fmla="*/ 9079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4" y="90792"/>
                    </a:moveTo>
                    <a:cubicBezTo>
                      <a:pt x="57554" y="90792"/>
                      <a:pt x="69083" y="86016"/>
                      <a:pt x="77582" y="77517"/>
                    </a:cubicBezTo>
                    <a:cubicBezTo>
                      <a:pt x="86081" y="69018"/>
                      <a:pt x="90857" y="57489"/>
                      <a:pt x="90857" y="45470"/>
                    </a:cubicBezTo>
                    <a:cubicBezTo>
                      <a:pt x="90857" y="33450"/>
                      <a:pt x="86081" y="21921"/>
                      <a:pt x="77582" y="13422"/>
                    </a:cubicBezTo>
                    <a:cubicBezTo>
                      <a:pt x="69083" y="4923"/>
                      <a:pt x="57554" y="148"/>
                      <a:pt x="45534" y="148"/>
                    </a:cubicBezTo>
                    <a:cubicBezTo>
                      <a:pt x="33514" y="148"/>
                      <a:pt x="21985" y="4923"/>
                      <a:pt x="13486" y="13422"/>
                    </a:cubicBezTo>
                    <a:cubicBezTo>
                      <a:pt x="4987" y="21921"/>
                      <a:pt x="212" y="33450"/>
                      <a:pt x="212" y="45470"/>
                    </a:cubicBezTo>
                    <a:cubicBezTo>
                      <a:pt x="212" y="57489"/>
                      <a:pt x="4987" y="69018"/>
                      <a:pt x="13486" y="77517"/>
                    </a:cubicBezTo>
                    <a:cubicBezTo>
                      <a:pt x="21985" y="86016"/>
                      <a:pt x="33514" y="90792"/>
                      <a:pt x="45534" y="9079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4" name="任意多边形: 形状 3313"/>
              <p:cNvSpPr/>
              <p:nvPr/>
            </p:nvSpPr>
            <p:spPr>
              <a:xfrm>
                <a:off x="30961201" y="25447784"/>
                <a:ext cx="180000" cy="180000"/>
              </a:xfrm>
              <a:custGeom>
                <a:avLst/>
                <a:gdLst>
                  <a:gd name="csX0" fmla="*/ 45554 w 90645"/>
                  <a:gd name="csY0" fmla="*/ 90878 h 90643"/>
                  <a:gd name="csX1" fmla="*/ 77601 w 90645"/>
                  <a:gd name="csY1" fmla="*/ 77603 h 90643"/>
                  <a:gd name="csX2" fmla="*/ 90876 w 90645"/>
                  <a:gd name="csY2" fmla="*/ 45556 h 90643"/>
                  <a:gd name="csX3" fmla="*/ 77601 w 90645"/>
                  <a:gd name="csY3" fmla="*/ 13509 h 90643"/>
                  <a:gd name="csX4" fmla="*/ 45554 w 90645"/>
                  <a:gd name="csY4" fmla="*/ 234 h 90643"/>
                  <a:gd name="csX5" fmla="*/ 13506 w 90645"/>
                  <a:gd name="csY5" fmla="*/ 13509 h 90643"/>
                  <a:gd name="csX6" fmla="*/ 231 w 90645"/>
                  <a:gd name="csY6" fmla="*/ 45556 h 90643"/>
                  <a:gd name="csX7" fmla="*/ 13506 w 90645"/>
                  <a:gd name="csY7" fmla="*/ 77603 h 90643"/>
                  <a:gd name="csX8" fmla="*/ 45554 w 90645"/>
                  <a:gd name="csY8" fmla="*/ 9087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4" y="90878"/>
                    </a:moveTo>
                    <a:cubicBezTo>
                      <a:pt x="57573" y="90878"/>
                      <a:pt x="69102" y="86103"/>
                      <a:pt x="77601" y="77603"/>
                    </a:cubicBezTo>
                    <a:cubicBezTo>
                      <a:pt x="86101" y="69104"/>
                      <a:pt x="90876" y="57576"/>
                      <a:pt x="90876" y="45556"/>
                    </a:cubicBezTo>
                    <a:cubicBezTo>
                      <a:pt x="90876" y="33536"/>
                      <a:pt x="86101" y="22008"/>
                      <a:pt x="77601" y="13509"/>
                    </a:cubicBezTo>
                    <a:cubicBezTo>
                      <a:pt x="69102" y="5009"/>
                      <a:pt x="57573" y="234"/>
                      <a:pt x="45554" y="234"/>
                    </a:cubicBezTo>
                    <a:cubicBezTo>
                      <a:pt x="33534" y="234"/>
                      <a:pt x="22005" y="5009"/>
                      <a:pt x="13506" y="13509"/>
                    </a:cubicBezTo>
                    <a:cubicBezTo>
                      <a:pt x="5007" y="22008"/>
                      <a:pt x="231" y="33536"/>
                      <a:pt x="231" y="45556"/>
                    </a:cubicBezTo>
                    <a:cubicBezTo>
                      <a:pt x="231" y="57576"/>
                      <a:pt x="5007" y="69104"/>
                      <a:pt x="13506" y="77603"/>
                    </a:cubicBezTo>
                    <a:cubicBezTo>
                      <a:pt x="22005" y="86103"/>
                      <a:pt x="33534" y="90878"/>
                      <a:pt x="45554" y="9087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5" name="任意多边形: 形状 3314"/>
              <p:cNvSpPr/>
              <p:nvPr/>
            </p:nvSpPr>
            <p:spPr>
              <a:xfrm>
                <a:off x="28269128" y="21387145"/>
                <a:ext cx="180000" cy="180000"/>
              </a:xfrm>
              <a:custGeom>
                <a:avLst/>
                <a:gdLst>
                  <a:gd name="csX0" fmla="*/ 45470 w 90645"/>
                  <a:gd name="csY0" fmla="*/ 90751 h 90643"/>
                  <a:gd name="csX1" fmla="*/ 77517 w 90645"/>
                  <a:gd name="csY1" fmla="*/ 77477 h 90643"/>
                  <a:gd name="csX2" fmla="*/ 90792 w 90645"/>
                  <a:gd name="csY2" fmla="*/ 45429 h 90643"/>
                  <a:gd name="csX3" fmla="*/ 77517 w 90645"/>
                  <a:gd name="csY3" fmla="*/ 13382 h 90643"/>
                  <a:gd name="csX4" fmla="*/ 45470 w 90645"/>
                  <a:gd name="csY4" fmla="*/ 107 h 90643"/>
                  <a:gd name="csX5" fmla="*/ 13422 w 90645"/>
                  <a:gd name="csY5" fmla="*/ 13382 h 90643"/>
                  <a:gd name="csX6" fmla="*/ 147 w 90645"/>
                  <a:gd name="csY6" fmla="*/ 45429 h 90643"/>
                  <a:gd name="csX7" fmla="*/ 13422 w 90645"/>
                  <a:gd name="csY7" fmla="*/ 77477 h 90643"/>
                  <a:gd name="csX8" fmla="*/ 45470 w 90645"/>
                  <a:gd name="csY8" fmla="*/ 9075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0" y="90751"/>
                    </a:moveTo>
                    <a:cubicBezTo>
                      <a:pt x="57489" y="90751"/>
                      <a:pt x="69018" y="85976"/>
                      <a:pt x="77517" y="77477"/>
                    </a:cubicBezTo>
                    <a:cubicBezTo>
                      <a:pt x="86017" y="68978"/>
                      <a:pt x="90792" y="57449"/>
                      <a:pt x="90792" y="45429"/>
                    </a:cubicBezTo>
                    <a:cubicBezTo>
                      <a:pt x="90792" y="33410"/>
                      <a:pt x="86017" y="21881"/>
                      <a:pt x="77517" y="13382"/>
                    </a:cubicBezTo>
                    <a:cubicBezTo>
                      <a:pt x="69018" y="4883"/>
                      <a:pt x="57489" y="107"/>
                      <a:pt x="45470" y="107"/>
                    </a:cubicBezTo>
                    <a:cubicBezTo>
                      <a:pt x="33450" y="107"/>
                      <a:pt x="21921" y="4883"/>
                      <a:pt x="13422" y="13382"/>
                    </a:cubicBezTo>
                    <a:cubicBezTo>
                      <a:pt x="4923" y="21881"/>
                      <a:pt x="147" y="33410"/>
                      <a:pt x="147" y="45429"/>
                    </a:cubicBezTo>
                    <a:cubicBezTo>
                      <a:pt x="147" y="57449"/>
                      <a:pt x="4923" y="68978"/>
                      <a:pt x="13422" y="77477"/>
                    </a:cubicBezTo>
                    <a:cubicBezTo>
                      <a:pt x="21921" y="85976"/>
                      <a:pt x="33450" y="90751"/>
                      <a:pt x="45470" y="9075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6" name="任意多边形: 形状 3315"/>
              <p:cNvSpPr/>
              <p:nvPr/>
            </p:nvSpPr>
            <p:spPr>
              <a:xfrm>
                <a:off x="28069837" y="24150933"/>
                <a:ext cx="180000" cy="180000"/>
              </a:xfrm>
              <a:custGeom>
                <a:avLst/>
                <a:gdLst>
                  <a:gd name="csX0" fmla="*/ 45463 w 90645"/>
                  <a:gd name="csY0" fmla="*/ 90838 h 90643"/>
                  <a:gd name="csX1" fmla="*/ 77511 w 90645"/>
                  <a:gd name="csY1" fmla="*/ 77563 h 90643"/>
                  <a:gd name="csX2" fmla="*/ 90786 w 90645"/>
                  <a:gd name="csY2" fmla="*/ 45516 h 90643"/>
                  <a:gd name="csX3" fmla="*/ 77511 w 90645"/>
                  <a:gd name="csY3" fmla="*/ 13468 h 90643"/>
                  <a:gd name="csX4" fmla="*/ 45463 w 90645"/>
                  <a:gd name="csY4" fmla="*/ 194 h 90643"/>
                  <a:gd name="csX5" fmla="*/ 13415 w 90645"/>
                  <a:gd name="csY5" fmla="*/ 13468 h 90643"/>
                  <a:gd name="csX6" fmla="*/ 141 w 90645"/>
                  <a:gd name="csY6" fmla="*/ 45516 h 90643"/>
                  <a:gd name="csX7" fmla="*/ 13415 w 90645"/>
                  <a:gd name="csY7" fmla="*/ 77563 h 90643"/>
                  <a:gd name="csX8" fmla="*/ 45463 w 90645"/>
                  <a:gd name="csY8" fmla="*/ 9083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3" y="90838"/>
                    </a:moveTo>
                    <a:cubicBezTo>
                      <a:pt x="57483" y="90838"/>
                      <a:pt x="69012" y="86062"/>
                      <a:pt x="77511" y="77563"/>
                    </a:cubicBezTo>
                    <a:cubicBezTo>
                      <a:pt x="86010" y="69064"/>
                      <a:pt x="90786" y="57535"/>
                      <a:pt x="90786" y="45516"/>
                    </a:cubicBezTo>
                    <a:cubicBezTo>
                      <a:pt x="90786" y="33496"/>
                      <a:pt x="86010" y="21967"/>
                      <a:pt x="77511" y="13468"/>
                    </a:cubicBezTo>
                    <a:cubicBezTo>
                      <a:pt x="69012" y="4969"/>
                      <a:pt x="57483" y="194"/>
                      <a:pt x="45463" y="194"/>
                    </a:cubicBezTo>
                    <a:cubicBezTo>
                      <a:pt x="33444" y="194"/>
                      <a:pt x="21915" y="4969"/>
                      <a:pt x="13415" y="13468"/>
                    </a:cubicBezTo>
                    <a:cubicBezTo>
                      <a:pt x="4916" y="21967"/>
                      <a:pt x="141" y="33496"/>
                      <a:pt x="141" y="45516"/>
                    </a:cubicBezTo>
                    <a:cubicBezTo>
                      <a:pt x="141" y="57535"/>
                      <a:pt x="4916" y="69064"/>
                      <a:pt x="13415" y="77563"/>
                    </a:cubicBezTo>
                    <a:cubicBezTo>
                      <a:pt x="21915" y="86062"/>
                      <a:pt x="33444" y="90838"/>
                      <a:pt x="45463" y="9083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7" name="任意多边形: 形状 3316"/>
              <p:cNvSpPr/>
              <p:nvPr/>
            </p:nvSpPr>
            <p:spPr>
              <a:xfrm>
                <a:off x="32128182" y="21538902"/>
                <a:ext cx="180000" cy="180000"/>
              </a:xfrm>
              <a:custGeom>
                <a:avLst/>
                <a:gdLst>
                  <a:gd name="csX0" fmla="*/ 45590 w 90645"/>
                  <a:gd name="csY0" fmla="*/ 90756 h 90643"/>
                  <a:gd name="csX1" fmla="*/ 77638 w 90645"/>
                  <a:gd name="csY1" fmla="*/ 77482 h 90643"/>
                  <a:gd name="csX2" fmla="*/ 90913 w 90645"/>
                  <a:gd name="csY2" fmla="*/ 45434 h 90643"/>
                  <a:gd name="csX3" fmla="*/ 77638 w 90645"/>
                  <a:gd name="csY3" fmla="*/ 13387 h 90643"/>
                  <a:gd name="csX4" fmla="*/ 45590 w 90645"/>
                  <a:gd name="csY4" fmla="*/ 112 h 90643"/>
                  <a:gd name="csX5" fmla="*/ 13542 w 90645"/>
                  <a:gd name="csY5" fmla="*/ 13387 h 90643"/>
                  <a:gd name="csX6" fmla="*/ 267 w 90645"/>
                  <a:gd name="csY6" fmla="*/ 45434 h 90643"/>
                  <a:gd name="csX7" fmla="*/ 13542 w 90645"/>
                  <a:gd name="csY7" fmla="*/ 77482 h 90643"/>
                  <a:gd name="csX8" fmla="*/ 45590 w 90645"/>
                  <a:gd name="csY8" fmla="*/ 907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0" y="90756"/>
                    </a:moveTo>
                    <a:cubicBezTo>
                      <a:pt x="57610" y="90756"/>
                      <a:pt x="69139" y="85981"/>
                      <a:pt x="77638" y="77482"/>
                    </a:cubicBezTo>
                    <a:cubicBezTo>
                      <a:pt x="86137" y="68982"/>
                      <a:pt x="90913" y="57454"/>
                      <a:pt x="90913" y="45434"/>
                    </a:cubicBezTo>
                    <a:cubicBezTo>
                      <a:pt x="90913" y="33415"/>
                      <a:pt x="86137" y="21886"/>
                      <a:pt x="77638" y="13387"/>
                    </a:cubicBezTo>
                    <a:cubicBezTo>
                      <a:pt x="69139" y="4887"/>
                      <a:pt x="57610" y="112"/>
                      <a:pt x="45590" y="112"/>
                    </a:cubicBezTo>
                    <a:cubicBezTo>
                      <a:pt x="33570" y="112"/>
                      <a:pt x="22041" y="4887"/>
                      <a:pt x="13542" y="13387"/>
                    </a:cubicBezTo>
                    <a:cubicBezTo>
                      <a:pt x="5043" y="21886"/>
                      <a:pt x="267" y="33415"/>
                      <a:pt x="267" y="45434"/>
                    </a:cubicBezTo>
                    <a:cubicBezTo>
                      <a:pt x="267" y="57454"/>
                      <a:pt x="5043" y="68982"/>
                      <a:pt x="13542" y="77482"/>
                    </a:cubicBezTo>
                    <a:cubicBezTo>
                      <a:pt x="22041" y="85981"/>
                      <a:pt x="33570" y="90756"/>
                      <a:pt x="45590" y="907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8" name="任意多边形: 形状 3317"/>
              <p:cNvSpPr/>
              <p:nvPr/>
            </p:nvSpPr>
            <p:spPr>
              <a:xfrm>
                <a:off x="30229789" y="23791884"/>
                <a:ext cx="180000" cy="180000"/>
              </a:xfrm>
              <a:custGeom>
                <a:avLst/>
                <a:gdLst>
                  <a:gd name="csX0" fmla="*/ 45531 w 90645"/>
                  <a:gd name="csY0" fmla="*/ 90826 h 90643"/>
                  <a:gd name="csX1" fmla="*/ 77579 w 90645"/>
                  <a:gd name="csY1" fmla="*/ 77552 h 90643"/>
                  <a:gd name="csX2" fmla="*/ 90853 w 90645"/>
                  <a:gd name="csY2" fmla="*/ 45504 h 90643"/>
                  <a:gd name="csX3" fmla="*/ 77579 w 90645"/>
                  <a:gd name="csY3" fmla="*/ 13457 h 90643"/>
                  <a:gd name="csX4" fmla="*/ 45531 w 90645"/>
                  <a:gd name="csY4" fmla="*/ 182 h 90643"/>
                  <a:gd name="csX5" fmla="*/ 13483 w 90645"/>
                  <a:gd name="csY5" fmla="*/ 13457 h 90643"/>
                  <a:gd name="csX6" fmla="*/ 208 w 90645"/>
                  <a:gd name="csY6" fmla="*/ 45504 h 90643"/>
                  <a:gd name="csX7" fmla="*/ 13483 w 90645"/>
                  <a:gd name="csY7" fmla="*/ 77552 h 90643"/>
                  <a:gd name="csX8" fmla="*/ 45531 w 90645"/>
                  <a:gd name="csY8" fmla="*/ 9082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1" y="90826"/>
                    </a:moveTo>
                    <a:cubicBezTo>
                      <a:pt x="57550" y="90826"/>
                      <a:pt x="69079" y="86051"/>
                      <a:pt x="77579" y="77552"/>
                    </a:cubicBezTo>
                    <a:cubicBezTo>
                      <a:pt x="86078" y="69053"/>
                      <a:pt x="90853" y="57524"/>
                      <a:pt x="90853" y="45504"/>
                    </a:cubicBezTo>
                    <a:cubicBezTo>
                      <a:pt x="90853" y="33485"/>
                      <a:pt x="86078" y="21956"/>
                      <a:pt x="77579" y="13457"/>
                    </a:cubicBezTo>
                    <a:cubicBezTo>
                      <a:pt x="69079" y="4958"/>
                      <a:pt x="57550" y="182"/>
                      <a:pt x="45531" y="182"/>
                    </a:cubicBezTo>
                    <a:cubicBezTo>
                      <a:pt x="33511" y="182"/>
                      <a:pt x="21982" y="4958"/>
                      <a:pt x="13483" y="13457"/>
                    </a:cubicBezTo>
                    <a:cubicBezTo>
                      <a:pt x="4984" y="21956"/>
                      <a:pt x="208" y="33485"/>
                      <a:pt x="208" y="45504"/>
                    </a:cubicBezTo>
                    <a:cubicBezTo>
                      <a:pt x="208" y="57524"/>
                      <a:pt x="4984" y="69053"/>
                      <a:pt x="13483" y="77552"/>
                    </a:cubicBezTo>
                    <a:cubicBezTo>
                      <a:pt x="21982" y="86051"/>
                      <a:pt x="33511" y="90826"/>
                      <a:pt x="45531" y="9082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19" name="任意多边形: 形状 3318"/>
              <p:cNvSpPr/>
              <p:nvPr/>
            </p:nvSpPr>
            <p:spPr>
              <a:xfrm>
                <a:off x="29642625" y="22326784"/>
                <a:ext cx="180000" cy="180000"/>
              </a:xfrm>
              <a:custGeom>
                <a:avLst/>
                <a:gdLst>
                  <a:gd name="csX0" fmla="*/ 45512 w 90645"/>
                  <a:gd name="csY0" fmla="*/ 90781 h 90643"/>
                  <a:gd name="csX1" fmla="*/ 77560 w 90645"/>
                  <a:gd name="csY1" fmla="*/ 77506 h 90643"/>
                  <a:gd name="csX2" fmla="*/ 90835 w 90645"/>
                  <a:gd name="csY2" fmla="*/ 45459 h 90643"/>
                  <a:gd name="csX3" fmla="*/ 77560 w 90645"/>
                  <a:gd name="csY3" fmla="*/ 13411 h 90643"/>
                  <a:gd name="csX4" fmla="*/ 45512 w 90645"/>
                  <a:gd name="csY4" fmla="*/ 137 h 90643"/>
                  <a:gd name="csX5" fmla="*/ 13465 w 90645"/>
                  <a:gd name="csY5" fmla="*/ 13411 h 90643"/>
                  <a:gd name="csX6" fmla="*/ 190 w 90645"/>
                  <a:gd name="csY6" fmla="*/ 45459 h 90643"/>
                  <a:gd name="csX7" fmla="*/ 13465 w 90645"/>
                  <a:gd name="csY7" fmla="*/ 77506 h 90643"/>
                  <a:gd name="csX8" fmla="*/ 45512 w 90645"/>
                  <a:gd name="csY8" fmla="*/ 9078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2" y="90781"/>
                    </a:moveTo>
                    <a:cubicBezTo>
                      <a:pt x="57532" y="90781"/>
                      <a:pt x="69061" y="86005"/>
                      <a:pt x="77560" y="77506"/>
                    </a:cubicBezTo>
                    <a:cubicBezTo>
                      <a:pt x="86059" y="69007"/>
                      <a:pt x="90835" y="57478"/>
                      <a:pt x="90835" y="45459"/>
                    </a:cubicBezTo>
                    <a:cubicBezTo>
                      <a:pt x="90835" y="33439"/>
                      <a:pt x="86059" y="21910"/>
                      <a:pt x="77560" y="13411"/>
                    </a:cubicBezTo>
                    <a:cubicBezTo>
                      <a:pt x="69061" y="4912"/>
                      <a:pt x="57532" y="137"/>
                      <a:pt x="45512" y="137"/>
                    </a:cubicBezTo>
                    <a:cubicBezTo>
                      <a:pt x="33493" y="137"/>
                      <a:pt x="21964" y="4912"/>
                      <a:pt x="13465" y="13411"/>
                    </a:cubicBezTo>
                    <a:cubicBezTo>
                      <a:pt x="4965" y="21910"/>
                      <a:pt x="190" y="33439"/>
                      <a:pt x="190" y="45459"/>
                    </a:cubicBezTo>
                    <a:cubicBezTo>
                      <a:pt x="190" y="57478"/>
                      <a:pt x="4965" y="69007"/>
                      <a:pt x="13465" y="77506"/>
                    </a:cubicBezTo>
                    <a:cubicBezTo>
                      <a:pt x="21964" y="86005"/>
                      <a:pt x="33493" y="90781"/>
                      <a:pt x="45512" y="9078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0" name="任意多边形: 形状 3319"/>
              <p:cNvSpPr/>
              <p:nvPr/>
            </p:nvSpPr>
            <p:spPr>
              <a:xfrm>
                <a:off x="29410455" y="24707224"/>
                <a:ext cx="180000" cy="180000"/>
              </a:xfrm>
              <a:custGeom>
                <a:avLst/>
                <a:gdLst>
                  <a:gd name="csX0" fmla="*/ 45505 w 90645"/>
                  <a:gd name="csY0" fmla="*/ 90855 h 90643"/>
                  <a:gd name="csX1" fmla="*/ 77553 w 90645"/>
                  <a:gd name="csY1" fmla="*/ 77580 h 90643"/>
                  <a:gd name="csX2" fmla="*/ 90828 w 90645"/>
                  <a:gd name="csY2" fmla="*/ 45533 h 90643"/>
                  <a:gd name="csX3" fmla="*/ 77553 w 90645"/>
                  <a:gd name="csY3" fmla="*/ 13485 h 90643"/>
                  <a:gd name="csX4" fmla="*/ 45505 w 90645"/>
                  <a:gd name="csY4" fmla="*/ 211 h 90643"/>
                  <a:gd name="csX5" fmla="*/ 13457 w 90645"/>
                  <a:gd name="csY5" fmla="*/ 13485 h 90643"/>
                  <a:gd name="csX6" fmla="*/ 183 w 90645"/>
                  <a:gd name="csY6" fmla="*/ 45533 h 90643"/>
                  <a:gd name="csX7" fmla="*/ 13457 w 90645"/>
                  <a:gd name="csY7" fmla="*/ 77580 h 90643"/>
                  <a:gd name="csX8" fmla="*/ 45505 w 90645"/>
                  <a:gd name="csY8" fmla="*/ 9085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5" y="90855"/>
                    </a:moveTo>
                    <a:cubicBezTo>
                      <a:pt x="57525" y="90855"/>
                      <a:pt x="69054" y="86079"/>
                      <a:pt x="77553" y="77580"/>
                    </a:cubicBezTo>
                    <a:cubicBezTo>
                      <a:pt x="86052" y="69081"/>
                      <a:pt x="90828" y="57552"/>
                      <a:pt x="90828" y="45533"/>
                    </a:cubicBezTo>
                    <a:cubicBezTo>
                      <a:pt x="90828" y="33513"/>
                      <a:pt x="86052" y="21985"/>
                      <a:pt x="77553" y="13485"/>
                    </a:cubicBezTo>
                    <a:cubicBezTo>
                      <a:pt x="69054" y="4986"/>
                      <a:pt x="57525" y="211"/>
                      <a:pt x="45505" y="211"/>
                    </a:cubicBezTo>
                    <a:cubicBezTo>
                      <a:pt x="33486" y="211"/>
                      <a:pt x="21957" y="4986"/>
                      <a:pt x="13457" y="13485"/>
                    </a:cubicBezTo>
                    <a:cubicBezTo>
                      <a:pt x="4958" y="21985"/>
                      <a:pt x="183" y="33513"/>
                      <a:pt x="183" y="45533"/>
                    </a:cubicBezTo>
                    <a:cubicBezTo>
                      <a:pt x="183" y="57552"/>
                      <a:pt x="4958" y="69081"/>
                      <a:pt x="13457" y="77580"/>
                    </a:cubicBezTo>
                    <a:cubicBezTo>
                      <a:pt x="21957" y="86079"/>
                      <a:pt x="33486" y="90855"/>
                      <a:pt x="45505" y="9085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1" name="任意多边形: 形状 3320"/>
              <p:cNvSpPr/>
              <p:nvPr/>
            </p:nvSpPr>
            <p:spPr>
              <a:xfrm>
                <a:off x="30027652" y="20797151"/>
                <a:ext cx="180000" cy="180000"/>
              </a:xfrm>
              <a:custGeom>
                <a:avLst/>
                <a:gdLst>
                  <a:gd name="csX0" fmla="*/ 45524 w 90645"/>
                  <a:gd name="csY0" fmla="*/ 90733 h 90643"/>
                  <a:gd name="csX1" fmla="*/ 77572 w 90645"/>
                  <a:gd name="csY1" fmla="*/ 77458 h 90643"/>
                  <a:gd name="csX2" fmla="*/ 90847 w 90645"/>
                  <a:gd name="csY2" fmla="*/ 45411 h 90643"/>
                  <a:gd name="csX3" fmla="*/ 77572 w 90645"/>
                  <a:gd name="csY3" fmla="*/ 13363 h 90643"/>
                  <a:gd name="csX4" fmla="*/ 45524 w 90645"/>
                  <a:gd name="csY4" fmla="*/ 89 h 90643"/>
                  <a:gd name="csX5" fmla="*/ 13477 w 90645"/>
                  <a:gd name="csY5" fmla="*/ 13363 h 90643"/>
                  <a:gd name="csX6" fmla="*/ 202 w 90645"/>
                  <a:gd name="csY6" fmla="*/ 45411 h 90643"/>
                  <a:gd name="csX7" fmla="*/ 13477 w 90645"/>
                  <a:gd name="csY7" fmla="*/ 77458 h 90643"/>
                  <a:gd name="csX8" fmla="*/ 45524 w 90645"/>
                  <a:gd name="csY8" fmla="*/ 9073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4" y="90733"/>
                    </a:moveTo>
                    <a:cubicBezTo>
                      <a:pt x="57544" y="90733"/>
                      <a:pt x="69073" y="85957"/>
                      <a:pt x="77572" y="77458"/>
                    </a:cubicBezTo>
                    <a:cubicBezTo>
                      <a:pt x="86071" y="68959"/>
                      <a:pt x="90847" y="57430"/>
                      <a:pt x="90847" y="45411"/>
                    </a:cubicBezTo>
                    <a:cubicBezTo>
                      <a:pt x="90847" y="33391"/>
                      <a:pt x="86071" y="21863"/>
                      <a:pt x="77572" y="13363"/>
                    </a:cubicBezTo>
                    <a:cubicBezTo>
                      <a:pt x="69073" y="4864"/>
                      <a:pt x="57544" y="89"/>
                      <a:pt x="45524" y="89"/>
                    </a:cubicBezTo>
                    <a:cubicBezTo>
                      <a:pt x="33505" y="89"/>
                      <a:pt x="21976" y="4864"/>
                      <a:pt x="13477" y="13363"/>
                    </a:cubicBezTo>
                    <a:cubicBezTo>
                      <a:pt x="4977" y="21863"/>
                      <a:pt x="202" y="33391"/>
                      <a:pt x="202" y="45411"/>
                    </a:cubicBezTo>
                    <a:cubicBezTo>
                      <a:pt x="202" y="57430"/>
                      <a:pt x="4977" y="68959"/>
                      <a:pt x="13477" y="77458"/>
                    </a:cubicBezTo>
                    <a:cubicBezTo>
                      <a:pt x="21976" y="85957"/>
                      <a:pt x="33505" y="90733"/>
                      <a:pt x="45524" y="9073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2" name="任意多边形: 形状 3321"/>
              <p:cNvSpPr/>
              <p:nvPr/>
            </p:nvSpPr>
            <p:spPr>
              <a:xfrm>
                <a:off x="31524733" y="23203983"/>
                <a:ext cx="180000" cy="180000"/>
              </a:xfrm>
              <a:custGeom>
                <a:avLst/>
                <a:gdLst>
                  <a:gd name="csX0" fmla="*/ 45571 w 90645"/>
                  <a:gd name="csY0" fmla="*/ 90808 h 90643"/>
                  <a:gd name="csX1" fmla="*/ 77619 w 90645"/>
                  <a:gd name="csY1" fmla="*/ 77533 h 90643"/>
                  <a:gd name="csX2" fmla="*/ 90894 w 90645"/>
                  <a:gd name="csY2" fmla="*/ 45486 h 90643"/>
                  <a:gd name="csX3" fmla="*/ 77619 w 90645"/>
                  <a:gd name="csY3" fmla="*/ 13439 h 90643"/>
                  <a:gd name="csX4" fmla="*/ 45571 w 90645"/>
                  <a:gd name="csY4" fmla="*/ 164 h 90643"/>
                  <a:gd name="csX5" fmla="*/ 13523 w 90645"/>
                  <a:gd name="csY5" fmla="*/ 13439 h 90643"/>
                  <a:gd name="csX6" fmla="*/ 249 w 90645"/>
                  <a:gd name="csY6" fmla="*/ 45486 h 90643"/>
                  <a:gd name="csX7" fmla="*/ 13523 w 90645"/>
                  <a:gd name="csY7" fmla="*/ 77533 h 90643"/>
                  <a:gd name="csX8" fmla="*/ 45571 w 90645"/>
                  <a:gd name="csY8" fmla="*/ 9080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1" y="90808"/>
                    </a:moveTo>
                    <a:cubicBezTo>
                      <a:pt x="57591" y="90808"/>
                      <a:pt x="69120" y="86033"/>
                      <a:pt x="77619" y="77533"/>
                    </a:cubicBezTo>
                    <a:cubicBezTo>
                      <a:pt x="86118" y="69034"/>
                      <a:pt x="90894" y="57506"/>
                      <a:pt x="90894" y="45486"/>
                    </a:cubicBezTo>
                    <a:cubicBezTo>
                      <a:pt x="90894" y="33466"/>
                      <a:pt x="86118" y="21938"/>
                      <a:pt x="77619" y="13439"/>
                    </a:cubicBezTo>
                    <a:cubicBezTo>
                      <a:pt x="69120" y="4939"/>
                      <a:pt x="57591" y="164"/>
                      <a:pt x="45571" y="164"/>
                    </a:cubicBezTo>
                    <a:cubicBezTo>
                      <a:pt x="33551" y="164"/>
                      <a:pt x="22022" y="4939"/>
                      <a:pt x="13523" y="13439"/>
                    </a:cubicBezTo>
                    <a:cubicBezTo>
                      <a:pt x="5024" y="21938"/>
                      <a:pt x="249" y="33466"/>
                      <a:pt x="249" y="45486"/>
                    </a:cubicBezTo>
                    <a:cubicBezTo>
                      <a:pt x="249" y="57506"/>
                      <a:pt x="5024" y="69034"/>
                      <a:pt x="13523" y="77533"/>
                    </a:cubicBezTo>
                    <a:cubicBezTo>
                      <a:pt x="22022" y="86033"/>
                      <a:pt x="33551" y="90808"/>
                      <a:pt x="45571" y="9080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3" name="任意多边形: 形状 3322"/>
              <p:cNvSpPr/>
              <p:nvPr/>
            </p:nvSpPr>
            <p:spPr>
              <a:xfrm>
                <a:off x="27318917" y="22891740"/>
                <a:ext cx="180000" cy="180000"/>
              </a:xfrm>
              <a:custGeom>
                <a:avLst/>
                <a:gdLst>
                  <a:gd name="csX0" fmla="*/ 45440 w 90645"/>
                  <a:gd name="csY0" fmla="*/ 90798 h 90643"/>
                  <a:gd name="csX1" fmla="*/ 77488 w 90645"/>
                  <a:gd name="csY1" fmla="*/ 77524 h 90643"/>
                  <a:gd name="csX2" fmla="*/ 90762 w 90645"/>
                  <a:gd name="csY2" fmla="*/ 45476 h 90643"/>
                  <a:gd name="csX3" fmla="*/ 77488 w 90645"/>
                  <a:gd name="csY3" fmla="*/ 13429 h 90643"/>
                  <a:gd name="csX4" fmla="*/ 45440 w 90645"/>
                  <a:gd name="csY4" fmla="*/ 154 h 90643"/>
                  <a:gd name="csX5" fmla="*/ 13392 w 90645"/>
                  <a:gd name="csY5" fmla="*/ 13429 h 90643"/>
                  <a:gd name="csX6" fmla="*/ 117 w 90645"/>
                  <a:gd name="csY6" fmla="*/ 45476 h 90643"/>
                  <a:gd name="csX7" fmla="*/ 13392 w 90645"/>
                  <a:gd name="csY7" fmla="*/ 77524 h 90643"/>
                  <a:gd name="csX8" fmla="*/ 45440 w 90645"/>
                  <a:gd name="csY8" fmla="*/ 9079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0" y="90798"/>
                    </a:moveTo>
                    <a:cubicBezTo>
                      <a:pt x="57460" y="90798"/>
                      <a:pt x="68989" y="86023"/>
                      <a:pt x="77488" y="77524"/>
                    </a:cubicBezTo>
                    <a:cubicBezTo>
                      <a:pt x="85987" y="69025"/>
                      <a:pt x="90762" y="57496"/>
                      <a:pt x="90762" y="45476"/>
                    </a:cubicBezTo>
                    <a:cubicBezTo>
                      <a:pt x="90762" y="33457"/>
                      <a:pt x="85987" y="21928"/>
                      <a:pt x="77488" y="13429"/>
                    </a:cubicBezTo>
                    <a:cubicBezTo>
                      <a:pt x="68989" y="4930"/>
                      <a:pt x="57460" y="154"/>
                      <a:pt x="45440" y="154"/>
                    </a:cubicBezTo>
                    <a:cubicBezTo>
                      <a:pt x="33420" y="154"/>
                      <a:pt x="21891" y="4930"/>
                      <a:pt x="13392" y="13429"/>
                    </a:cubicBezTo>
                    <a:cubicBezTo>
                      <a:pt x="4893" y="21928"/>
                      <a:pt x="117" y="33457"/>
                      <a:pt x="117" y="45476"/>
                    </a:cubicBezTo>
                    <a:cubicBezTo>
                      <a:pt x="117" y="57496"/>
                      <a:pt x="4893" y="69025"/>
                      <a:pt x="13392" y="77524"/>
                    </a:cubicBezTo>
                    <a:cubicBezTo>
                      <a:pt x="21891" y="86023"/>
                      <a:pt x="33420" y="90798"/>
                      <a:pt x="45440" y="9079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4" name="任意多边形: 形状 3323"/>
              <p:cNvSpPr/>
              <p:nvPr/>
            </p:nvSpPr>
            <p:spPr>
              <a:xfrm>
                <a:off x="28611196" y="23567870"/>
                <a:ext cx="180000" cy="180000"/>
              </a:xfrm>
              <a:custGeom>
                <a:avLst/>
                <a:gdLst>
                  <a:gd name="csX0" fmla="*/ 45480 w 90645"/>
                  <a:gd name="csY0" fmla="*/ 90819 h 90643"/>
                  <a:gd name="csX1" fmla="*/ 77528 w 90645"/>
                  <a:gd name="csY1" fmla="*/ 77545 h 90643"/>
                  <a:gd name="csX2" fmla="*/ 90803 w 90645"/>
                  <a:gd name="csY2" fmla="*/ 45497 h 90643"/>
                  <a:gd name="csX3" fmla="*/ 77528 w 90645"/>
                  <a:gd name="csY3" fmla="*/ 13450 h 90643"/>
                  <a:gd name="csX4" fmla="*/ 45480 w 90645"/>
                  <a:gd name="csY4" fmla="*/ 175 h 90643"/>
                  <a:gd name="csX5" fmla="*/ 13432 w 90645"/>
                  <a:gd name="csY5" fmla="*/ 13450 h 90643"/>
                  <a:gd name="csX6" fmla="*/ 158 w 90645"/>
                  <a:gd name="csY6" fmla="*/ 45497 h 90643"/>
                  <a:gd name="csX7" fmla="*/ 13432 w 90645"/>
                  <a:gd name="csY7" fmla="*/ 77545 h 90643"/>
                  <a:gd name="csX8" fmla="*/ 45480 w 90645"/>
                  <a:gd name="csY8" fmla="*/ 9081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0" y="90819"/>
                    </a:moveTo>
                    <a:cubicBezTo>
                      <a:pt x="57500" y="90819"/>
                      <a:pt x="69029" y="86044"/>
                      <a:pt x="77528" y="77545"/>
                    </a:cubicBezTo>
                    <a:cubicBezTo>
                      <a:pt x="86027" y="69046"/>
                      <a:pt x="90803" y="57517"/>
                      <a:pt x="90803" y="45497"/>
                    </a:cubicBezTo>
                    <a:cubicBezTo>
                      <a:pt x="90803" y="33478"/>
                      <a:pt x="86027" y="21949"/>
                      <a:pt x="77528" y="13450"/>
                    </a:cubicBezTo>
                    <a:cubicBezTo>
                      <a:pt x="69029" y="4951"/>
                      <a:pt x="57500" y="175"/>
                      <a:pt x="45480" y="175"/>
                    </a:cubicBezTo>
                    <a:cubicBezTo>
                      <a:pt x="33461" y="175"/>
                      <a:pt x="21932" y="4951"/>
                      <a:pt x="13432" y="13450"/>
                    </a:cubicBezTo>
                    <a:cubicBezTo>
                      <a:pt x="4933" y="21949"/>
                      <a:pt x="158" y="33478"/>
                      <a:pt x="158" y="45497"/>
                    </a:cubicBezTo>
                    <a:cubicBezTo>
                      <a:pt x="158" y="57517"/>
                      <a:pt x="4933" y="69046"/>
                      <a:pt x="13432" y="77545"/>
                    </a:cubicBezTo>
                    <a:cubicBezTo>
                      <a:pt x="21932" y="86044"/>
                      <a:pt x="33461" y="90819"/>
                      <a:pt x="45480" y="9081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5" name="任意多边形: 形状 3324"/>
              <p:cNvSpPr/>
              <p:nvPr/>
            </p:nvSpPr>
            <p:spPr>
              <a:xfrm>
                <a:off x="31330667" y="22092289"/>
                <a:ext cx="180000" cy="180000"/>
              </a:xfrm>
              <a:custGeom>
                <a:avLst/>
                <a:gdLst>
                  <a:gd name="csX0" fmla="*/ 45565 w 90645"/>
                  <a:gd name="csY0" fmla="*/ 90773 h 90643"/>
                  <a:gd name="csX1" fmla="*/ 77613 w 90645"/>
                  <a:gd name="csY1" fmla="*/ 77499 h 90643"/>
                  <a:gd name="csX2" fmla="*/ 90888 w 90645"/>
                  <a:gd name="csY2" fmla="*/ 45451 h 90643"/>
                  <a:gd name="csX3" fmla="*/ 77613 w 90645"/>
                  <a:gd name="csY3" fmla="*/ 13404 h 90643"/>
                  <a:gd name="csX4" fmla="*/ 45565 w 90645"/>
                  <a:gd name="csY4" fmla="*/ 129 h 90643"/>
                  <a:gd name="csX5" fmla="*/ 13517 w 90645"/>
                  <a:gd name="csY5" fmla="*/ 13404 h 90643"/>
                  <a:gd name="csX6" fmla="*/ 243 w 90645"/>
                  <a:gd name="csY6" fmla="*/ 45451 h 90643"/>
                  <a:gd name="csX7" fmla="*/ 13517 w 90645"/>
                  <a:gd name="csY7" fmla="*/ 77499 h 90643"/>
                  <a:gd name="csX8" fmla="*/ 45565 w 90645"/>
                  <a:gd name="csY8" fmla="*/ 9077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5" y="90773"/>
                    </a:moveTo>
                    <a:cubicBezTo>
                      <a:pt x="57585" y="90773"/>
                      <a:pt x="69114" y="85998"/>
                      <a:pt x="77613" y="77499"/>
                    </a:cubicBezTo>
                    <a:cubicBezTo>
                      <a:pt x="86112" y="69000"/>
                      <a:pt x="90888" y="57471"/>
                      <a:pt x="90888" y="45451"/>
                    </a:cubicBezTo>
                    <a:cubicBezTo>
                      <a:pt x="90888" y="33432"/>
                      <a:pt x="86112" y="21903"/>
                      <a:pt x="77613" y="13404"/>
                    </a:cubicBezTo>
                    <a:cubicBezTo>
                      <a:pt x="69114" y="4905"/>
                      <a:pt x="57585" y="129"/>
                      <a:pt x="45565" y="129"/>
                    </a:cubicBezTo>
                    <a:cubicBezTo>
                      <a:pt x="33545" y="129"/>
                      <a:pt x="22016" y="4905"/>
                      <a:pt x="13517" y="13404"/>
                    </a:cubicBezTo>
                    <a:cubicBezTo>
                      <a:pt x="5018" y="21903"/>
                      <a:pt x="243" y="33432"/>
                      <a:pt x="243" y="45451"/>
                    </a:cubicBezTo>
                    <a:cubicBezTo>
                      <a:pt x="243" y="57471"/>
                      <a:pt x="5018" y="69000"/>
                      <a:pt x="13517" y="77499"/>
                    </a:cubicBezTo>
                    <a:cubicBezTo>
                      <a:pt x="22016" y="85998"/>
                      <a:pt x="33545" y="90773"/>
                      <a:pt x="45565" y="9077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6" name="任意多边形: 形状 3325"/>
              <p:cNvSpPr/>
              <p:nvPr/>
            </p:nvSpPr>
            <p:spPr>
              <a:xfrm>
                <a:off x="30593297" y="24521755"/>
                <a:ext cx="180000" cy="180000"/>
              </a:xfrm>
              <a:custGeom>
                <a:avLst/>
                <a:gdLst>
                  <a:gd name="csX0" fmla="*/ 45542 w 90645"/>
                  <a:gd name="csY0" fmla="*/ 90849 h 90643"/>
                  <a:gd name="csX1" fmla="*/ 77590 w 90645"/>
                  <a:gd name="csY1" fmla="*/ 77575 h 90643"/>
                  <a:gd name="csX2" fmla="*/ 90865 w 90645"/>
                  <a:gd name="csY2" fmla="*/ 45527 h 90643"/>
                  <a:gd name="csX3" fmla="*/ 77590 w 90645"/>
                  <a:gd name="csY3" fmla="*/ 13480 h 90643"/>
                  <a:gd name="csX4" fmla="*/ 45542 w 90645"/>
                  <a:gd name="csY4" fmla="*/ 205 h 90643"/>
                  <a:gd name="csX5" fmla="*/ 13494 w 90645"/>
                  <a:gd name="csY5" fmla="*/ 13480 h 90643"/>
                  <a:gd name="csX6" fmla="*/ 220 w 90645"/>
                  <a:gd name="csY6" fmla="*/ 45527 h 90643"/>
                  <a:gd name="csX7" fmla="*/ 13494 w 90645"/>
                  <a:gd name="csY7" fmla="*/ 77575 h 90643"/>
                  <a:gd name="csX8" fmla="*/ 45542 w 90645"/>
                  <a:gd name="csY8" fmla="*/ 9084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2" y="90849"/>
                    </a:moveTo>
                    <a:cubicBezTo>
                      <a:pt x="57562" y="90849"/>
                      <a:pt x="69091" y="86074"/>
                      <a:pt x="77590" y="77575"/>
                    </a:cubicBezTo>
                    <a:cubicBezTo>
                      <a:pt x="86089" y="69076"/>
                      <a:pt x="90865" y="57547"/>
                      <a:pt x="90865" y="45527"/>
                    </a:cubicBezTo>
                    <a:cubicBezTo>
                      <a:pt x="90865" y="33508"/>
                      <a:pt x="86089" y="21979"/>
                      <a:pt x="77590" y="13480"/>
                    </a:cubicBezTo>
                    <a:cubicBezTo>
                      <a:pt x="69091" y="4981"/>
                      <a:pt x="57562" y="205"/>
                      <a:pt x="45542" y="205"/>
                    </a:cubicBezTo>
                    <a:cubicBezTo>
                      <a:pt x="33522" y="205"/>
                      <a:pt x="21993" y="4981"/>
                      <a:pt x="13494" y="13480"/>
                    </a:cubicBezTo>
                    <a:cubicBezTo>
                      <a:pt x="4995" y="21979"/>
                      <a:pt x="220" y="33508"/>
                      <a:pt x="220" y="45527"/>
                    </a:cubicBezTo>
                    <a:cubicBezTo>
                      <a:pt x="220" y="57547"/>
                      <a:pt x="4995" y="69076"/>
                      <a:pt x="13494" y="77575"/>
                    </a:cubicBezTo>
                    <a:cubicBezTo>
                      <a:pt x="21993" y="86074"/>
                      <a:pt x="33522" y="90849"/>
                      <a:pt x="45542" y="9084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7" name="任意多边形: 形状 3326"/>
              <p:cNvSpPr/>
              <p:nvPr/>
            </p:nvSpPr>
            <p:spPr>
              <a:xfrm>
                <a:off x="29302172" y="21887688"/>
                <a:ext cx="180000" cy="180000"/>
              </a:xfrm>
              <a:custGeom>
                <a:avLst/>
                <a:gdLst>
                  <a:gd name="csX0" fmla="*/ 45502 w 90645"/>
                  <a:gd name="csY0" fmla="*/ 90767 h 90643"/>
                  <a:gd name="csX1" fmla="*/ 77550 w 90645"/>
                  <a:gd name="csY1" fmla="*/ 77492 h 90643"/>
                  <a:gd name="csX2" fmla="*/ 90824 w 90645"/>
                  <a:gd name="csY2" fmla="*/ 45445 h 90643"/>
                  <a:gd name="csX3" fmla="*/ 77550 w 90645"/>
                  <a:gd name="csY3" fmla="*/ 13397 h 90643"/>
                  <a:gd name="csX4" fmla="*/ 45502 w 90645"/>
                  <a:gd name="csY4" fmla="*/ 123 h 90643"/>
                  <a:gd name="csX5" fmla="*/ 13454 w 90645"/>
                  <a:gd name="csY5" fmla="*/ 13397 h 90643"/>
                  <a:gd name="csX6" fmla="*/ 179 w 90645"/>
                  <a:gd name="csY6" fmla="*/ 45445 h 90643"/>
                  <a:gd name="csX7" fmla="*/ 13454 w 90645"/>
                  <a:gd name="csY7" fmla="*/ 77492 h 90643"/>
                  <a:gd name="csX8" fmla="*/ 45502 w 90645"/>
                  <a:gd name="csY8" fmla="*/ 9076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2" y="90767"/>
                    </a:moveTo>
                    <a:cubicBezTo>
                      <a:pt x="57521" y="90767"/>
                      <a:pt x="69050" y="85991"/>
                      <a:pt x="77550" y="77492"/>
                    </a:cubicBezTo>
                    <a:cubicBezTo>
                      <a:pt x="86049" y="68993"/>
                      <a:pt x="90824" y="57464"/>
                      <a:pt x="90824" y="45445"/>
                    </a:cubicBezTo>
                    <a:cubicBezTo>
                      <a:pt x="90824" y="33425"/>
                      <a:pt x="86049" y="21897"/>
                      <a:pt x="77550" y="13397"/>
                    </a:cubicBezTo>
                    <a:cubicBezTo>
                      <a:pt x="69050" y="4898"/>
                      <a:pt x="57521" y="123"/>
                      <a:pt x="45502" y="123"/>
                    </a:cubicBezTo>
                    <a:cubicBezTo>
                      <a:pt x="33482" y="123"/>
                      <a:pt x="21953" y="4898"/>
                      <a:pt x="13454" y="13397"/>
                    </a:cubicBezTo>
                    <a:cubicBezTo>
                      <a:pt x="4955" y="21897"/>
                      <a:pt x="179" y="33425"/>
                      <a:pt x="179" y="45445"/>
                    </a:cubicBezTo>
                    <a:cubicBezTo>
                      <a:pt x="179" y="57464"/>
                      <a:pt x="4955" y="68993"/>
                      <a:pt x="13454" y="77492"/>
                    </a:cubicBezTo>
                    <a:cubicBezTo>
                      <a:pt x="21953" y="85991"/>
                      <a:pt x="33482" y="90767"/>
                      <a:pt x="45502" y="9076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8" name="任意多边形: 形状 3327"/>
              <p:cNvSpPr/>
              <p:nvPr/>
            </p:nvSpPr>
            <p:spPr>
              <a:xfrm>
                <a:off x="29307947" y="23143840"/>
                <a:ext cx="180000" cy="180000"/>
              </a:xfrm>
              <a:custGeom>
                <a:avLst/>
                <a:gdLst>
                  <a:gd name="csX0" fmla="*/ 45502 w 90645"/>
                  <a:gd name="csY0" fmla="*/ 90806 h 90643"/>
                  <a:gd name="csX1" fmla="*/ 77550 w 90645"/>
                  <a:gd name="csY1" fmla="*/ 77532 h 90643"/>
                  <a:gd name="csX2" fmla="*/ 90825 w 90645"/>
                  <a:gd name="csY2" fmla="*/ 45484 h 90643"/>
                  <a:gd name="csX3" fmla="*/ 77550 w 90645"/>
                  <a:gd name="csY3" fmla="*/ 13437 h 90643"/>
                  <a:gd name="csX4" fmla="*/ 45502 w 90645"/>
                  <a:gd name="csY4" fmla="*/ 162 h 90643"/>
                  <a:gd name="csX5" fmla="*/ 13454 w 90645"/>
                  <a:gd name="csY5" fmla="*/ 13437 h 90643"/>
                  <a:gd name="csX6" fmla="*/ 179 w 90645"/>
                  <a:gd name="csY6" fmla="*/ 45484 h 90643"/>
                  <a:gd name="csX7" fmla="*/ 13454 w 90645"/>
                  <a:gd name="csY7" fmla="*/ 77532 h 90643"/>
                  <a:gd name="csX8" fmla="*/ 45502 w 90645"/>
                  <a:gd name="csY8" fmla="*/ 9080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2" y="90806"/>
                    </a:moveTo>
                    <a:cubicBezTo>
                      <a:pt x="57522" y="90806"/>
                      <a:pt x="69051" y="86031"/>
                      <a:pt x="77550" y="77532"/>
                    </a:cubicBezTo>
                    <a:cubicBezTo>
                      <a:pt x="86049" y="69033"/>
                      <a:pt x="90825" y="57504"/>
                      <a:pt x="90825" y="45484"/>
                    </a:cubicBezTo>
                    <a:cubicBezTo>
                      <a:pt x="90825" y="33465"/>
                      <a:pt x="86049" y="21936"/>
                      <a:pt x="77550" y="13437"/>
                    </a:cubicBezTo>
                    <a:cubicBezTo>
                      <a:pt x="69051" y="4938"/>
                      <a:pt x="57522" y="162"/>
                      <a:pt x="45502" y="162"/>
                    </a:cubicBezTo>
                    <a:cubicBezTo>
                      <a:pt x="33482" y="162"/>
                      <a:pt x="21953" y="4938"/>
                      <a:pt x="13454" y="13437"/>
                    </a:cubicBezTo>
                    <a:cubicBezTo>
                      <a:pt x="4955" y="21936"/>
                      <a:pt x="179" y="33465"/>
                      <a:pt x="179" y="45484"/>
                    </a:cubicBezTo>
                    <a:cubicBezTo>
                      <a:pt x="179" y="57504"/>
                      <a:pt x="4955" y="69033"/>
                      <a:pt x="13454" y="77532"/>
                    </a:cubicBezTo>
                    <a:cubicBezTo>
                      <a:pt x="21953" y="86031"/>
                      <a:pt x="33482" y="90806"/>
                      <a:pt x="45502" y="9080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29" name="任意多边形: 形状 3328"/>
              <p:cNvSpPr/>
              <p:nvPr/>
            </p:nvSpPr>
            <p:spPr>
              <a:xfrm>
                <a:off x="30584035" y="22600941"/>
                <a:ext cx="180000" cy="180000"/>
              </a:xfrm>
              <a:custGeom>
                <a:avLst/>
                <a:gdLst>
                  <a:gd name="csX0" fmla="*/ 45542 w 90645"/>
                  <a:gd name="csY0" fmla="*/ 90789 h 90643"/>
                  <a:gd name="csX1" fmla="*/ 77590 w 90645"/>
                  <a:gd name="csY1" fmla="*/ 77515 h 90643"/>
                  <a:gd name="csX2" fmla="*/ 90864 w 90645"/>
                  <a:gd name="csY2" fmla="*/ 45467 h 90643"/>
                  <a:gd name="csX3" fmla="*/ 77590 w 90645"/>
                  <a:gd name="csY3" fmla="*/ 13420 h 90643"/>
                  <a:gd name="csX4" fmla="*/ 45542 w 90645"/>
                  <a:gd name="csY4" fmla="*/ 145 h 90643"/>
                  <a:gd name="csX5" fmla="*/ 13494 w 90645"/>
                  <a:gd name="csY5" fmla="*/ 13420 h 90643"/>
                  <a:gd name="csX6" fmla="*/ 219 w 90645"/>
                  <a:gd name="csY6" fmla="*/ 45467 h 90643"/>
                  <a:gd name="csX7" fmla="*/ 13494 w 90645"/>
                  <a:gd name="csY7" fmla="*/ 77515 h 90643"/>
                  <a:gd name="csX8" fmla="*/ 45542 w 90645"/>
                  <a:gd name="csY8" fmla="*/ 9078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2" y="90789"/>
                    </a:moveTo>
                    <a:cubicBezTo>
                      <a:pt x="57561" y="90789"/>
                      <a:pt x="69090" y="86014"/>
                      <a:pt x="77590" y="77515"/>
                    </a:cubicBezTo>
                    <a:cubicBezTo>
                      <a:pt x="86089" y="69016"/>
                      <a:pt x="90864" y="57487"/>
                      <a:pt x="90864" y="45467"/>
                    </a:cubicBezTo>
                    <a:cubicBezTo>
                      <a:pt x="90864" y="33448"/>
                      <a:pt x="86089" y="21919"/>
                      <a:pt x="77590" y="13420"/>
                    </a:cubicBezTo>
                    <a:cubicBezTo>
                      <a:pt x="69090" y="4921"/>
                      <a:pt x="57561" y="145"/>
                      <a:pt x="45542" y="145"/>
                    </a:cubicBezTo>
                    <a:cubicBezTo>
                      <a:pt x="33522" y="145"/>
                      <a:pt x="21993" y="4921"/>
                      <a:pt x="13494" y="13420"/>
                    </a:cubicBezTo>
                    <a:cubicBezTo>
                      <a:pt x="4995" y="21919"/>
                      <a:pt x="219" y="33448"/>
                      <a:pt x="219" y="45467"/>
                    </a:cubicBezTo>
                    <a:cubicBezTo>
                      <a:pt x="219" y="57487"/>
                      <a:pt x="4995" y="69016"/>
                      <a:pt x="13494" y="77515"/>
                    </a:cubicBezTo>
                    <a:cubicBezTo>
                      <a:pt x="21993" y="86014"/>
                      <a:pt x="33522" y="90789"/>
                      <a:pt x="45542" y="9078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0" name="任意多边形: 形状 3329"/>
              <p:cNvSpPr/>
              <p:nvPr/>
            </p:nvSpPr>
            <p:spPr>
              <a:xfrm>
                <a:off x="31293404" y="25659969"/>
                <a:ext cx="180000" cy="180000"/>
              </a:xfrm>
              <a:custGeom>
                <a:avLst/>
                <a:gdLst>
                  <a:gd name="csX0" fmla="*/ 45564 w 90645"/>
                  <a:gd name="csY0" fmla="*/ 90885 h 90643"/>
                  <a:gd name="csX1" fmla="*/ 77612 w 90645"/>
                  <a:gd name="csY1" fmla="*/ 77610 h 90643"/>
                  <a:gd name="csX2" fmla="*/ 90886 w 90645"/>
                  <a:gd name="csY2" fmla="*/ 45563 h 90643"/>
                  <a:gd name="csX3" fmla="*/ 77612 w 90645"/>
                  <a:gd name="csY3" fmla="*/ 13515 h 90643"/>
                  <a:gd name="csX4" fmla="*/ 45564 w 90645"/>
                  <a:gd name="csY4" fmla="*/ 241 h 90643"/>
                  <a:gd name="csX5" fmla="*/ 13516 w 90645"/>
                  <a:gd name="csY5" fmla="*/ 13515 h 90643"/>
                  <a:gd name="csX6" fmla="*/ 241 w 90645"/>
                  <a:gd name="csY6" fmla="*/ 45563 h 90643"/>
                  <a:gd name="csX7" fmla="*/ 13516 w 90645"/>
                  <a:gd name="csY7" fmla="*/ 77610 h 90643"/>
                  <a:gd name="csX8" fmla="*/ 45564 w 90645"/>
                  <a:gd name="csY8" fmla="*/ 9088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4" y="90885"/>
                    </a:moveTo>
                    <a:cubicBezTo>
                      <a:pt x="57584" y="90885"/>
                      <a:pt x="69113" y="86109"/>
                      <a:pt x="77612" y="77610"/>
                    </a:cubicBezTo>
                    <a:cubicBezTo>
                      <a:pt x="86111" y="69111"/>
                      <a:pt x="90886" y="57582"/>
                      <a:pt x="90886" y="45563"/>
                    </a:cubicBezTo>
                    <a:cubicBezTo>
                      <a:pt x="90886" y="33543"/>
                      <a:pt x="86111" y="22014"/>
                      <a:pt x="77612" y="13515"/>
                    </a:cubicBezTo>
                    <a:cubicBezTo>
                      <a:pt x="69113" y="5016"/>
                      <a:pt x="57584" y="241"/>
                      <a:pt x="45564" y="241"/>
                    </a:cubicBezTo>
                    <a:cubicBezTo>
                      <a:pt x="33544" y="241"/>
                      <a:pt x="22015" y="5016"/>
                      <a:pt x="13516" y="13515"/>
                    </a:cubicBezTo>
                    <a:cubicBezTo>
                      <a:pt x="5017" y="22014"/>
                      <a:pt x="241" y="33543"/>
                      <a:pt x="241" y="45563"/>
                    </a:cubicBezTo>
                    <a:cubicBezTo>
                      <a:pt x="241" y="57582"/>
                      <a:pt x="5017" y="69111"/>
                      <a:pt x="13516" y="77610"/>
                    </a:cubicBezTo>
                    <a:cubicBezTo>
                      <a:pt x="22015" y="86109"/>
                      <a:pt x="33544" y="90885"/>
                      <a:pt x="45564" y="9088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1" name="任意多边形: 形状 3330"/>
              <p:cNvSpPr/>
              <p:nvPr/>
            </p:nvSpPr>
            <p:spPr>
              <a:xfrm>
                <a:off x="28639813" y="20909775"/>
                <a:ext cx="180000" cy="180000"/>
              </a:xfrm>
              <a:custGeom>
                <a:avLst/>
                <a:gdLst>
                  <a:gd name="csX0" fmla="*/ 45481 w 90645"/>
                  <a:gd name="csY0" fmla="*/ 90736 h 90643"/>
                  <a:gd name="csX1" fmla="*/ 77529 w 90645"/>
                  <a:gd name="csY1" fmla="*/ 77462 h 90643"/>
                  <a:gd name="csX2" fmla="*/ 90804 w 90645"/>
                  <a:gd name="csY2" fmla="*/ 45414 h 90643"/>
                  <a:gd name="csX3" fmla="*/ 77529 w 90645"/>
                  <a:gd name="csY3" fmla="*/ 13367 h 90643"/>
                  <a:gd name="csX4" fmla="*/ 45481 w 90645"/>
                  <a:gd name="csY4" fmla="*/ 92 h 90643"/>
                  <a:gd name="csX5" fmla="*/ 13433 w 90645"/>
                  <a:gd name="csY5" fmla="*/ 13367 h 90643"/>
                  <a:gd name="csX6" fmla="*/ 159 w 90645"/>
                  <a:gd name="csY6" fmla="*/ 45414 h 90643"/>
                  <a:gd name="csX7" fmla="*/ 13433 w 90645"/>
                  <a:gd name="csY7" fmla="*/ 77462 h 90643"/>
                  <a:gd name="csX8" fmla="*/ 45481 w 90645"/>
                  <a:gd name="csY8" fmla="*/ 907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1" y="90736"/>
                    </a:moveTo>
                    <a:cubicBezTo>
                      <a:pt x="57501" y="90736"/>
                      <a:pt x="69030" y="85961"/>
                      <a:pt x="77529" y="77462"/>
                    </a:cubicBezTo>
                    <a:cubicBezTo>
                      <a:pt x="86028" y="68963"/>
                      <a:pt x="90804" y="57434"/>
                      <a:pt x="90804" y="45414"/>
                    </a:cubicBezTo>
                    <a:cubicBezTo>
                      <a:pt x="90804" y="33395"/>
                      <a:pt x="86028" y="21866"/>
                      <a:pt x="77529" y="13367"/>
                    </a:cubicBezTo>
                    <a:cubicBezTo>
                      <a:pt x="69030" y="4868"/>
                      <a:pt x="57501" y="92"/>
                      <a:pt x="45481" y="92"/>
                    </a:cubicBezTo>
                    <a:cubicBezTo>
                      <a:pt x="33461" y="92"/>
                      <a:pt x="21932" y="4868"/>
                      <a:pt x="13433" y="13367"/>
                    </a:cubicBezTo>
                    <a:cubicBezTo>
                      <a:pt x="4934" y="21866"/>
                      <a:pt x="159" y="33395"/>
                      <a:pt x="159" y="45414"/>
                    </a:cubicBezTo>
                    <a:cubicBezTo>
                      <a:pt x="159" y="57434"/>
                      <a:pt x="4934" y="68963"/>
                      <a:pt x="13433" y="77462"/>
                    </a:cubicBezTo>
                    <a:cubicBezTo>
                      <a:pt x="21932" y="85961"/>
                      <a:pt x="33461" y="90736"/>
                      <a:pt x="45481" y="907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2" name="任意多边形: 形状 3331"/>
              <p:cNvSpPr/>
              <p:nvPr/>
            </p:nvSpPr>
            <p:spPr>
              <a:xfrm>
                <a:off x="27355958" y="23882480"/>
                <a:ext cx="180000" cy="180000"/>
              </a:xfrm>
              <a:custGeom>
                <a:avLst/>
                <a:gdLst>
                  <a:gd name="csX0" fmla="*/ 45441 w 90645"/>
                  <a:gd name="csY0" fmla="*/ 90829 h 90643"/>
                  <a:gd name="csX1" fmla="*/ 77489 w 90645"/>
                  <a:gd name="csY1" fmla="*/ 77555 h 90643"/>
                  <a:gd name="csX2" fmla="*/ 90764 w 90645"/>
                  <a:gd name="csY2" fmla="*/ 45507 h 90643"/>
                  <a:gd name="csX3" fmla="*/ 77489 w 90645"/>
                  <a:gd name="csY3" fmla="*/ 13460 h 90643"/>
                  <a:gd name="csX4" fmla="*/ 45441 w 90645"/>
                  <a:gd name="csY4" fmla="*/ 185 h 90643"/>
                  <a:gd name="csX5" fmla="*/ 13393 w 90645"/>
                  <a:gd name="csY5" fmla="*/ 13460 h 90643"/>
                  <a:gd name="csX6" fmla="*/ 119 w 90645"/>
                  <a:gd name="csY6" fmla="*/ 45507 h 90643"/>
                  <a:gd name="csX7" fmla="*/ 13393 w 90645"/>
                  <a:gd name="csY7" fmla="*/ 77555 h 90643"/>
                  <a:gd name="csX8" fmla="*/ 45441 w 90645"/>
                  <a:gd name="csY8" fmla="*/ 9082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1" y="90829"/>
                    </a:moveTo>
                    <a:cubicBezTo>
                      <a:pt x="57461" y="90829"/>
                      <a:pt x="68990" y="86054"/>
                      <a:pt x="77489" y="77555"/>
                    </a:cubicBezTo>
                    <a:cubicBezTo>
                      <a:pt x="85988" y="69056"/>
                      <a:pt x="90764" y="57527"/>
                      <a:pt x="90764" y="45507"/>
                    </a:cubicBezTo>
                    <a:cubicBezTo>
                      <a:pt x="90764" y="33488"/>
                      <a:pt x="85988" y="21959"/>
                      <a:pt x="77489" y="13460"/>
                    </a:cubicBezTo>
                    <a:cubicBezTo>
                      <a:pt x="68990" y="4961"/>
                      <a:pt x="57461" y="185"/>
                      <a:pt x="45441" y="185"/>
                    </a:cubicBezTo>
                    <a:cubicBezTo>
                      <a:pt x="33421" y="185"/>
                      <a:pt x="21892" y="4961"/>
                      <a:pt x="13393" y="13460"/>
                    </a:cubicBezTo>
                    <a:cubicBezTo>
                      <a:pt x="4894" y="21959"/>
                      <a:pt x="119" y="33488"/>
                      <a:pt x="119" y="45507"/>
                    </a:cubicBezTo>
                    <a:cubicBezTo>
                      <a:pt x="119" y="57527"/>
                      <a:pt x="4894" y="69056"/>
                      <a:pt x="13393" y="77555"/>
                    </a:cubicBezTo>
                    <a:cubicBezTo>
                      <a:pt x="21892" y="86054"/>
                      <a:pt x="33421" y="90829"/>
                      <a:pt x="45441" y="9082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3" name="任意多边形: 形状 3332"/>
              <p:cNvSpPr/>
              <p:nvPr/>
            </p:nvSpPr>
            <p:spPr>
              <a:xfrm>
                <a:off x="31510981" y="21597773"/>
                <a:ext cx="180000" cy="180000"/>
              </a:xfrm>
              <a:custGeom>
                <a:avLst/>
                <a:gdLst>
                  <a:gd name="csX0" fmla="*/ 45571 w 90645"/>
                  <a:gd name="csY0" fmla="*/ 90758 h 90643"/>
                  <a:gd name="csX1" fmla="*/ 77619 w 90645"/>
                  <a:gd name="csY1" fmla="*/ 77483 h 90643"/>
                  <a:gd name="csX2" fmla="*/ 90893 w 90645"/>
                  <a:gd name="csY2" fmla="*/ 45436 h 90643"/>
                  <a:gd name="csX3" fmla="*/ 77619 w 90645"/>
                  <a:gd name="csY3" fmla="*/ 13388 h 90643"/>
                  <a:gd name="csX4" fmla="*/ 45571 w 90645"/>
                  <a:gd name="csY4" fmla="*/ 114 h 90643"/>
                  <a:gd name="csX5" fmla="*/ 13523 w 90645"/>
                  <a:gd name="csY5" fmla="*/ 13388 h 90643"/>
                  <a:gd name="csX6" fmla="*/ 248 w 90645"/>
                  <a:gd name="csY6" fmla="*/ 45436 h 90643"/>
                  <a:gd name="csX7" fmla="*/ 13523 w 90645"/>
                  <a:gd name="csY7" fmla="*/ 77483 h 90643"/>
                  <a:gd name="csX8" fmla="*/ 45571 w 90645"/>
                  <a:gd name="csY8" fmla="*/ 9075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1" y="90758"/>
                    </a:moveTo>
                    <a:cubicBezTo>
                      <a:pt x="57590" y="90758"/>
                      <a:pt x="69119" y="85982"/>
                      <a:pt x="77619" y="77483"/>
                    </a:cubicBezTo>
                    <a:cubicBezTo>
                      <a:pt x="86118" y="68984"/>
                      <a:pt x="90893" y="57455"/>
                      <a:pt x="90893" y="45436"/>
                    </a:cubicBezTo>
                    <a:cubicBezTo>
                      <a:pt x="90893" y="33416"/>
                      <a:pt x="86118" y="21887"/>
                      <a:pt x="77619" y="13388"/>
                    </a:cubicBezTo>
                    <a:cubicBezTo>
                      <a:pt x="69119" y="4889"/>
                      <a:pt x="57590" y="114"/>
                      <a:pt x="45571" y="114"/>
                    </a:cubicBezTo>
                    <a:cubicBezTo>
                      <a:pt x="33551" y="114"/>
                      <a:pt x="22022" y="4889"/>
                      <a:pt x="13523" y="13388"/>
                    </a:cubicBezTo>
                    <a:cubicBezTo>
                      <a:pt x="5024" y="21887"/>
                      <a:pt x="248" y="33416"/>
                      <a:pt x="248" y="45436"/>
                    </a:cubicBezTo>
                    <a:cubicBezTo>
                      <a:pt x="248" y="57455"/>
                      <a:pt x="5024" y="68984"/>
                      <a:pt x="13523" y="77483"/>
                    </a:cubicBezTo>
                    <a:cubicBezTo>
                      <a:pt x="22022" y="85982"/>
                      <a:pt x="33551" y="90758"/>
                      <a:pt x="45571" y="9075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4" name="任意多边形: 形状 3333"/>
              <p:cNvSpPr/>
              <p:nvPr/>
            </p:nvSpPr>
            <p:spPr>
              <a:xfrm>
                <a:off x="30008580" y="23695338"/>
                <a:ext cx="180000" cy="180000"/>
              </a:xfrm>
              <a:custGeom>
                <a:avLst/>
                <a:gdLst>
                  <a:gd name="csX0" fmla="*/ 45524 w 90645"/>
                  <a:gd name="csY0" fmla="*/ 90823 h 90643"/>
                  <a:gd name="csX1" fmla="*/ 77572 w 90645"/>
                  <a:gd name="csY1" fmla="*/ 77549 h 90643"/>
                  <a:gd name="csX2" fmla="*/ 90846 w 90645"/>
                  <a:gd name="csY2" fmla="*/ 45501 h 90643"/>
                  <a:gd name="csX3" fmla="*/ 77572 w 90645"/>
                  <a:gd name="csY3" fmla="*/ 13454 h 90643"/>
                  <a:gd name="csX4" fmla="*/ 45524 w 90645"/>
                  <a:gd name="csY4" fmla="*/ 179 h 90643"/>
                  <a:gd name="csX5" fmla="*/ 13476 w 90645"/>
                  <a:gd name="csY5" fmla="*/ 13454 h 90643"/>
                  <a:gd name="csX6" fmla="*/ 201 w 90645"/>
                  <a:gd name="csY6" fmla="*/ 45501 h 90643"/>
                  <a:gd name="csX7" fmla="*/ 13476 w 90645"/>
                  <a:gd name="csY7" fmla="*/ 77549 h 90643"/>
                  <a:gd name="csX8" fmla="*/ 45524 w 90645"/>
                  <a:gd name="csY8" fmla="*/ 9082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4" y="90823"/>
                    </a:moveTo>
                    <a:cubicBezTo>
                      <a:pt x="57544" y="90823"/>
                      <a:pt x="69073" y="86048"/>
                      <a:pt x="77572" y="77549"/>
                    </a:cubicBezTo>
                    <a:cubicBezTo>
                      <a:pt x="86071" y="69050"/>
                      <a:pt x="90846" y="57521"/>
                      <a:pt x="90846" y="45501"/>
                    </a:cubicBezTo>
                    <a:cubicBezTo>
                      <a:pt x="90846" y="33482"/>
                      <a:pt x="86071" y="21953"/>
                      <a:pt x="77572" y="13454"/>
                    </a:cubicBezTo>
                    <a:cubicBezTo>
                      <a:pt x="69073" y="4955"/>
                      <a:pt x="57544" y="179"/>
                      <a:pt x="45524" y="179"/>
                    </a:cubicBezTo>
                    <a:cubicBezTo>
                      <a:pt x="33504" y="179"/>
                      <a:pt x="21975" y="4955"/>
                      <a:pt x="13476" y="13454"/>
                    </a:cubicBezTo>
                    <a:cubicBezTo>
                      <a:pt x="4977" y="21953"/>
                      <a:pt x="201" y="33482"/>
                      <a:pt x="201" y="45501"/>
                    </a:cubicBezTo>
                    <a:cubicBezTo>
                      <a:pt x="201" y="57521"/>
                      <a:pt x="4977" y="69050"/>
                      <a:pt x="13476" y="77549"/>
                    </a:cubicBezTo>
                    <a:cubicBezTo>
                      <a:pt x="21975" y="86048"/>
                      <a:pt x="33504" y="90823"/>
                      <a:pt x="45524" y="9082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5" name="任意多边形: 形状 3334"/>
              <p:cNvSpPr/>
              <p:nvPr/>
            </p:nvSpPr>
            <p:spPr>
              <a:xfrm>
                <a:off x="29432734" y="22477651"/>
                <a:ext cx="180000" cy="180000"/>
              </a:xfrm>
              <a:custGeom>
                <a:avLst/>
                <a:gdLst>
                  <a:gd name="csX0" fmla="*/ 45506 w 90645"/>
                  <a:gd name="csY0" fmla="*/ 90785 h 90643"/>
                  <a:gd name="csX1" fmla="*/ 77554 w 90645"/>
                  <a:gd name="csY1" fmla="*/ 77511 h 90643"/>
                  <a:gd name="csX2" fmla="*/ 90828 w 90645"/>
                  <a:gd name="csY2" fmla="*/ 45463 h 90643"/>
                  <a:gd name="csX3" fmla="*/ 77554 w 90645"/>
                  <a:gd name="csY3" fmla="*/ 13416 h 90643"/>
                  <a:gd name="csX4" fmla="*/ 45506 w 90645"/>
                  <a:gd name="csY4" fmla="*/ 141 h 90643"/>
                  <a:gd name="csX5" fmla="*/ 13458 w 90645"/>
                  <a:gd name="csY5" fmla="*/ 13416 h 90643"/>
                  <a:gd name="csX6" fmla="*/ 183 w 90645"/>
                  <a:gd name="csY6" fmla="*/ 45463 h 90643"/>
                  <a:gd name="csX7" fmla="*/ 13458 w 90645"/>
                  <a:gd name="csY7" fmla="*/ 77511 h 90643"/>
                  <a:gd name="csX8" fmla="*/ 45506 w 90645"/>
                  <a:gd name="csY8" fmla="*/ 9078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6" y="90785"/>
                    </a:moveTo>
                    <a:cubicBezTo>
                      <a:pt x="57526" y="90785"/>
                      <a:pt x="69055" y="86010"/>
                      <a:pt x="77554" y="77511"/>
                    </a:cubicBezTo>
                    <a:cubicBezTo>
                      <a:pt x="86053" y="69012"/>
                      <a:pt x="90828" y="57483"/>
                      <a:pt x="90828" y="45463"/>
                    </a:cubicBezTo>
                    <a:cubicBezTo>
                      <a:pt x="90828" y="33444"/>
                      <a:pt x="86053" y="21915"/>
                      <a:pt x="77554" y="13416"/>
                    </a:cubicBezTo>
                    <a:cubicBezTo>
                      <a:pt x="69055" y="4917"/>
                      <a:pt x="57526" y="141"/>
                      <a:pt x="45506" y="141"/>
                    </a:cubicBezTo>
                    <a:cubicBezTo>
                      <a:pt x="33486" y="141"/>
                      <a:pt x="21957" y="4917"/>
                      <a:pt x="13458" y="13416"/>
                    </a:cubicBezTo>
                    <a:cubicBezTo>
                      <a:pt x="4959" y="21915"/>
                      <a:pt x="183" y="33444"/>
                      <a:pt x="183" y="45463"/>
                    </a:cubicBezTo>
                    <a:cubicBezTo>
                      <a:pt x="183" y="57483"/>
                      <a:pt x="4959" y="69012"/>
                      <a:pt x="13458" y="77511"/>
                    </a:cubicBezTo>
                    <a:cubicBezTo>
                      <a:pt x="21957" y="86010"/>
                      <a:pt x="33486" y="90785"/>
                      <a:pt x="45506" y="9078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6" name="任意多边形: 形状 3335"/>
              <p:cNvSpPr/>
              <p:nvPr/>
            </p:nvSpPr>
            <p:spPr>
              <a:xfrm>
                <a:off x="29634672" y="24781637"/>
                <a:ext cx="180000" cy="180000"/>
              </a:xfrm>
              <a:custGeom>
                <a:avLst/>
                <a:gdLst>
                  <a:gd name="csX0" fmla="*/ 45512 w 90645"/>
                  <a:gd name="csY0" fmla="*/ 90857 h 90643"/>
                  <a:gd name="csX1" fmla="*/ 77560 w 90645"/>
                  <a:gd name="csY1" fmla="*/ 77583 h 90643"/>
                  <a:gd name="csX2" fmla="*/ 90835 w 90645"/>
                  <a:gd name="csY2" fmla="*/ 45535 h 90643"/>
                  <a:gd name="csX3" fmla="*/ 77560 w 90645"/>
                  <a:gd name="csY3" fmla="*/ 13488 h 90643"/>
                  <a:gd name="csX4" fmla="*/ 45512 w 90645"/>
                  <a:gd name="csY4" fmla="*/ 213 h 90643"/>
                  <a:gd name="csX5" fmla="*/ 13464 w 90645"/>
                  <a:gd name="csY5" fmla="*/ 13488 h 90643"/>
                  <a:gd name="csX6" fmla="*/ 190 w 90645"/>
                  <a:gd name="csY6" fmla="*/ 45535 h 90643"/>
                  <a:gd name="csX7" fmla="*/ 13464 w 90645"/>
                  <a:gd name="csY7" fmla="*/ 77583 h 90643"/>
                  <a:gd name="csX8" fmla="*/ 45512 w 90645"/>
                  <a:gd name="csY8" fmla="*/ 9085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2" y="90857"/>
                    </a:moveTo>
                    <a:cubicBezTo>
                      <a:pt x="57532" y="90857"/>
                      <a:pt x="69061" y="86082"/>
                      <a:pt x="77560" y="77583"/>
                    </a:cubicBezTo>
                    <a:cubicBezTo>
                      <a:pt x="86059" y="69084"/>
                      <a:pt x="90835" y="57555"/>
                      <a:pt x="90835" y="45535"/>
                    </a:cubicBezTo>
                    <a:cubicBezTo>
                      <a:pt x="90835" y="33516"/>
                      <a:pt x="86059" y="21987"/>
                      <a:pt x="77560" y="13488"/>
                    </a:cubicBezTo>
                    <a:cubicBezTo>
                      <a:pt x="69061" y="4989"/>
                      <a:pt x="57532" y="213"/>
                      <a:pt x="45512" y="213"/>
                    </a:cubicBezTo>
                    <a:cubicBezTo>
                      <a:pt x="33493" y="213"/>
                      <a:pt x="21964" y="4989"/>
                      <a:pt x="13464" y="13488"/>
                    </a:cubicBezTo>
                    <a:cubicBezTo>
                      <a:pt x="4965" y="21987"/>
                      <a:pt x="190" y="33516"/>
                      <a:pt x="190" y="45535"/>
                    </a:cubicBezTo>
                    <a:cubicBezTo>
                      <a:pt x="190" y="57555"/>
                      <a:pt x="4965" y="69084"/>
                      <a:pt x="13464" y="77583"/>
                    </a:cubicBezTo>
                    <a:cubicBezTo>
                      <a:pt x="21964" y="86082"/>
                      <a:pt x="33493" y="90857"/>
                      <a:pt x="45512" y="9085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7" name="任意多边形: 形状 3336"/>
              <p:cNvSpPr/>
              <p:nvPr/>
            </p:nvSpPr>
            <p:spPr>
              <a:xfrm>
                <a:off x="30235431" y="18918192"/>
                <a:ext cx="180000" cy="180000"/>
              </a:xfrm>
              <a:custGeom>
                <a:avLst/>
                <a:gdLst>
                  <a:gd name="csX0" fmla="*/ 45531 w 90645"/>
                  <a:gd name="csY0" fmla="*/ 90674 h 90643"/>
                  <a:gd name="csX1" fmla="*/ 77579 w 90645"/>
                  <a:gd name="csY1" fmla="*/ 77400 h 90643"/>
                  <a:gd name="csX2" fmla="*/ 90853 w 90645"/>
                  <a:gd name="csY2" fmla="*/ 45352 h 90643"/>
                  <a:gd name="csX3" fmla="*/ 77579 w 90645"/>
                  <a:gd name="csY3" fmla="*/ 13305 h 90643"/>
                  <a:gd name="csX4" fmla="*/ 45531 w 90645"/>
                  <a:gd name="csY4" fmla="*/ 30 h 90643"/>
                  <a:gd name="csX5" fmla="*/ 13483 w 90645"/>
                  <a:gd name="csY5" fmla="*/ 13305 h 90643"/>
                  <a:gd name="csX6" fmla="*/ 208 w 90645"/>
                  <a:gd name="csY6" fmla="*/ 45352 h 90643"/>
                  <a:gd name="csX7" fmla="*/ 13483 w 90645"/>
                  <a:gd name="csY7" fmla="*/ 77400 h 90643"/>
                  <a:gd name="csX8" fmla="*/ 45531 w 90645"/>
                  <a:gd name="csY8" fmla="*/ 9067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1" y="90674"/>
                    </a:moveTo>
                    <a:cubicBezTo>
                      <a:pt x="57551" y="90674"/>
                      <a:pt x="69080" y="85899"/>
                      <a:pt x="77579" y="77400"/>
                    </a:cubicBezTo>
                    <a:cubicBezTo>
                      <a:pt x="86078" y="68901"/>
                      <a:pt x="90853" y="57372"/>
                      <a:pt x="90853" y="45352"/>
                    </a:cubicBezTo>
                    <a:cubicBezTo>
                      <a:pt x="90853" y="33333"/>
                      <a:pt x="86078" y="21804"/>
                      <a:pt x="77579" y="13305"/>
                    </a:cubicBezTo>
                    <a:cubicBezTo>
                      <a:pt x="69080" y="4806"/>
                      <a:pt x="57551" y="30"/>
                      <a:pt x="45531" y="30"/>
                    </a:cubicBezTo>
                    <a:cubicBezTo>
                      <a:pt x="33511" y="30"/>
                      <a:pt x="21982" y="4806"/>
                      <a:pt x="13483" y="13305"/>
                    </a:cubicBezTo>
                    <a:cubicBezTo>
                      <a:pt x="4984" y="21804"/>
                      <a:pt x="208" y="33333"/>
                      <a:pt x="208" y="45352"/>
                    </a:cubicBezTo>
                    <a:cubicBezTo>
                      <a:pt x="208" y="57372"/>
                      <a:pt x="4984" y="68901"/>
                      <a:pt x="13483" y="77400"/>
                    </a:cubicBezTo>
                    <a:cubicBezTo>
                      <a:pt x="21982" y="85899"/>
                      <a:pt x="33511" y="90674"/>
                      <a:pt x="45531" y="9067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8" name="任意多边形: 形状 3337"/>
              <p:cNvSpPr/>
              <p:nvPr/>
            </p:nvSpPr>
            <p:spPr>
              <a:xfrm>
                <a:off x="32215006" y="23350029"/>
                <a:ext cx="180000" cy="180000"/>
              </a:xfrm>
              <a:custGeom>
                <a:avLst/>
                <a:gdLst>
                  <a:gd name="csX0" fmla="*/ 45593 w 90645"/>
                  <a:gd name="csY0" fmla="*/ 90813 h 90643"/>
                  <a:gd name="csX1" fmla="*/ 77641 w 90645"/>
                  <a:gd name="csY1" fmla="*/ 77538 h 90643"/>
                  <a:gd name="csX2" fmla="*/ 90915 w 90645"/>
                  <a:gd name="csY2" fmla="*/ 45491 h 90643"/>
                  <a:gd name="csX3" fmla="*/ 77641 w 90645"/>
                  <a:gd name="csY3" fmla="*/ 13443 h 90643"/>
                  <a:gd name="csX4" fmla="*/ 45593 w 90645"/>
                  <a:gd name="csY4" fmla="*/ 169 h 90643"/>
                  <a:gd name="csX5" fmla="*/ 13545 w 90645"/>
                  <a:gd name="csY5" fmla="*/ 13443 h 90643"/>
                  <a:gd name="csX6" fmla="*/ 270 w 90645"/>
                  <a:gd name="csY6" fmla="*/ 45491 h 90643"/>
                  <a:gd name="csX7" fmla="*/ 13545 w 90645"/>
                  <a:gd name="csY7" fmla="*/ 77538 h 90643"/>
                  <a:gd name="csX8" fmla="*/ 45593 w 90645"/>
                  <a:gd name="csY8" fmla="*/ 9081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3" y="90813"/>
                    </a:moveTo>
                    <a:cubicBezTo>
                      <a:pt x="57612" y="90813"/>
                      <a:pt x="69141" y="86037"/>
                      <a:pt x="77641" y="77538"/>
                    </a:cubicBezTo>
                    <a:cubicBezTo>
                      <a:pt x="86140" y="69039"/>
                      <a:pt x="90915" y="57510"/>
                      <a:pt x="90915" y="45491"/>
                    </a:cubicBezTo>
                    <a:cubicBezTo>
                      <a:pt x="90915" y="33471"/>
                      <a:pt x="86140" y="21942"/>
                      <a:pt x="77641" y="13443"/>
                    </a:cubicBezTo>
                    <a:cubicBezTo>
                      <a:pt x="69141" y="4944"/>
                      <a:pt x="57612" y="169"/>
                      <a:pt x="45593" y="169"/>
                    </a:cubicBezTo>
                    <a:cubicBezTo>
                      <a:pt x="33573" y="169"/>
                      <a:pt x="22044" y="4944"/>
                      <a:pt x="13545" y="13443"/>
                    </a:cubicBezTo>
                    <a:cubicBezTo>
                      <a:pt x="5046" y="21942"/>
                      <a:pt x="270" y="33471"/>
                      <a:pt x="270" y="45491"/>
                    </a:cubicBezTo>
                    <a:cubicBezTo>
                      <a:pt x="270" y="57510"/>
                      <a:pt x="5046" y="69039"/>
                      <a:pt x="13545" y="77538"/>
                    </a:cubicBezTo>
                    <a:cubicBezTo>
                      <a:pt x="22044" y="86037"/>
                      <a:pt x="33573" y="90813"/>
                      <a:pt x="45593" y="9081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39" name="任意多边形: 形状 3338"/>
              <p:cNvSpPr/>
              <p:nvPr/>
            </p:nvSpPr>
            <p:spPr>
              <a:xfrm>
                <a:off x="28022654" y="22799462"/>
                <a:ext cx="180000" cy="180000"/>
              </a:xfrm>
              <a:custGeom>
                <a:avLst/>
                <a:gdLst>
                  <a:gd name="csX0" fmla="*/ 45462 w 90645"/>
                  <a:gd name="csY0" fmla="*/ 90795 h 90643"/>
                  <a:gd name="csX1" fmla="*/ 77510 w 90645"/>
                  <a:gd name="csY1" fmla="*/ 77521 h 90643"/>
                  <a:gd name="csX2" fmla="*/ 90784 w 90645"/>
                  <a:gd name="csY2" fmla="*/ 45473 h 90643"/>
                  <a:gd name="csX3" fmla="*/ 77510 w 90645"/>
                  <a:gd name="csY3" fmla="*/ 13426 h 90643"/>
                  <a:gd name="csX4" fmla="*/ 45462 w 90645"/>
                  <a:gd name="csY4" fmla="*/ 151 h 90643"/>
                  <a:gd name="csX5" fmla="*/ 13414 w 90645"/>
                  <a:gd name="csY5" fmla="*/ 13426 h 90643"/>
                  <a:gd name="csX6" fmla="*/ 139 w 90645"/>
                  <a:gd name="csY6" fmla="*/ 45473 h 90643"/>
                  <a:gd name="csX7" fmla="*/ 13414 w 90645"/>
                  <a:gd name="csY7" fmla="*/ 77521 h 90643"/>
                  <a:gd name="csX8" fmla="*/ 45462 w 90645"/>
                  <a:gd name="csY8" fmla="*/ 9079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2" y="90795"/>
                    </a:moveTo>
                    <a:cubicBezTo>
                      <a:pt x="57482" y="90795"/>
                      <a:pt x="69011" y="86020"/>
                      <a:pt x="77510" y="77521"/>
                    </a:cubicBezTo>
                    <a:cubicBezTo>
                      <a:pt x="86009" y="69022"/>
                      <a:pt x="90784" y="57493"/>
                      <a:pt x="90784" y="45473"/>
                    </a:cubicBezTo>
                    <a:cubicBezTo>
                      <a:pt x="90784" y="33454"/>
                      <a:pt x="86009" y="21925"/>
                      <a:pt x="77510" y="13426"/>
                    </a:cubicBezTo>
                    <a:cubicBezTo>
                      <a:pt x="69011" y="4927"/>
                      <a:pt x="57482" y="151"/>
                      <a:pt x="45462" y="151"/>
                    </a:cubicBezTo>
                    <a:cubicBezTo>
                      <a:pt x="33442" y="151"/>
                      <a:pt x="21913" y="4927"/>
                      <a:pt x="13414" y="13426"/>
                    </a:cubicBezTo>
                    <a:cubicBezTo>
                      <a:pt x="4915" y="21925"/>
                      <a:pt x="139" y="33454"/>
                      <a:pt x="139" y="45473"/>
                    </a:cubicBezTo>
                    <a:cubicBezTo>
                      <a:pt x="139" y="57493"/>
                      <a:pt x="4915" y="69022"/>
                      <a:pt x="13414" y="77521"/>
                    </a:cubicBezTo>
                    <a:cubicBezTo>
                      <a:pt x="21913" y="86020"/>
                      <a:pt x="33442" y="90795"/>
                      <a:pt x="45462" y="9079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0" name="任意多边形: 形状 3339"/>
              <p:cNvSpPr/>
              <p:nvPr/>
            </p:nvSpPr>
            <p:spPr>
              <a:xfrm>
                <a:off x="28257089" y="23467962"/>
                <a:ext cx="180000" cy="180000"/>
              </a:xfrm>
              <a:custGeom>
                <a:avLst/>
                <a:gdLst>
                  <a:gd name="csX0" fmla="*/ 45469 w 90645"/>
                  <a:gd name="csY0" fmla="*/ 90816 h 90643"/>
                  <a:gd name="csX1" fmla="*/ 77517 w 90645"/>
                  <a:gd name="csY1" fmla="*/ 77542 h 90643"/>
                  <a:gd name="csX2" fmla="*/ 90792 w 90645"/>
                  <a:gd name="csY2" fmla="*/ 45494 h 90643"/>
                  <a:gd name="csX3" fmla="*/ 77517 w 90645"/>
                  <a:gd name="csY3" fmla="*/ 13447 h 90643"/>
                  <a:gd name="csX4" fmla="*/ 45469 w 90645"/>
                  <a:gd name="csY4" fmla="*/ 172 h 90643"/>
                  <a:gd name="csX5" fmla="*/ 13421 w 90645"/>
                  <a:gd name="csY5" fmla="*/ 13447 h 90643"/>
                  <a:gd name="csX6" fmla="*/ 147 w 90645"/>
                  <a:gd name="csY6" fmla="*/ 45494 h 90643"/>
                  <a:gd name="csX7" fmla="*/ 13421 w 90645"/>
                  <a:gd name="csY7" fmla="*/ 77542 h 90643"/>
                  <a:gd name="csX8" fmla="*/ 45469 w 90645"/>
                  <a:gd name="csY8" fmla="*/ 9081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9" y="90816"/>
                    </a:moveTo>
                    <a:cubicBezTo>
                      <a:pt x="57489" y="90816"/>
                      <a:pt x="69018" y="86041"/>
                      <a:pt x="77517" y="77542"/>
                    </a:cubicBezTo>
                    <a:cubicBezTo>
                      <a:pt x="86016" y="69043"/>
                      <a:pt x="90792" y="57514"/>
                      <a:pt x="90792" y="45494"/>
                    </a:cubicBezTo>
                    <a:cubicBezTo>
                      <a:pt x="90792" y="33475"/>
                      <a:pt x="86016" y="21946"/>
                      <a:pt x="77517" y="13447"/>
                    </a:cubicBezTo>
                    <a:cubicBezTo>
                      <a:pt x="69018" y="4948"/>
                      <a:pt x="57489" y="172"/>
                      <a:pt x="45469" y="172"/>
                    </a:cubicBezTo>
                    <a:cubicBezTo>
                      <a:pt x="33450" y="172"/>
                      <a:pt x="21921" y="4948"/>
                      <a:pt x="13421" y="13447"/>
                    </a:cubicBezTo>
                    <a:cubicBezTo>
                      <a:pt x="4922" y="21946"/>
                      <a:pt x="147" y="33475"/>
                      <a:pt x="147" y="45494"/>
                    </a:cubicBezTo>
                    <a:cubicBezTo>
                      <a:pt x="147" y="57514"/>
                      <a:pt x="4922" y="69043"/>
                      <a:pt x="13421" y="77542"/>
                    </a:cubicBezTo>
                    <a:cubicBezTo>
                      <a:pt x="21921" y="86041"/>
                      <a:pt x="33450" y="90816"/>
                      <a:pt x="45469" y="9081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1" name="任意多边形: 形状 3340"/>
              <p:cNvSpPr/>
              <p:nvPr/>
            </p:nvSpPr>
            <p:spPr>
              <a:xfrm>
                <a:off x="30971420" y="22259843"/>
                <a:ext cx="180000" cy="180000"/>
              </a:xfrm>
              <a:custGeom>
                <a:avLst/>
                <a:gdLst>
                  <a:gd name="csX0" fmla="*/ 45554 w 90645"/>
                  <a:gd name="csY0" fmla="*/ 90779 h 90643"/>
                  <a:gd name="csX1" fmla="*/ 77602 w 90645"/>
                  <a:gd name="csY1" fmla="*/ 77504 h 90643"/>
                  <a:gd name="csX2" fmla="*/ 90876 w 90645"/>
                  <a:gd name="csY2" fmla="*/ 45457 h 90643"/>
                  <a:gd name="csX3" fmla="*/ 77602 w 90645"/>
                  <a:gd name="csY3" fmla="*/ 13409 h 90643"/>
                  <a:gd name="csX4" fmla="*/ 45554 w 90645"/>
                  <a:gd name="csY4" fmla="*/ 135 h 90643"/>
                  <a:gd name="csX5" fmla="*/ 13506 w 90645"/>
                  <a:gd name="csY5" fmla="*/ 13409 h 90643"/>
                  <a:gd name="csX6" fmla="*/ 231 w 90645"/>
                  <a:gd name="csY6" fmla="*/ 45457 h 90643"/>
                  <a:gd name="csX7" fmla="*/ 13506 w 90645"/>
                  <a:gd name="csY7" fmla="*/ 77504 h 90643"/>
                  <a:gd name="csX8" fmla="*/ 45554 w 90645"/>
                  <a:gd name="csY8" fmla="*/ 9077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4" y="90779"/>
                    </a:moveTo>
                    <a:cubicBezTo>
                      <a:pt x="57574" y="90779"/>
                      <a:pt x="69103" y="86003"/>
                      <a:pt x="77602" y="77504"/>
                    </a:cubicBezTo>
                    <a:cubicBezTo>
                      <a:pt x="86101" y="69005"/>
                      <a:pt x="90876" y="57476"/>
                      <a:pt x="90876" y="45457"/>
                    </a:cubicBezTo>
                    <a:cubicBezTo>
                      <a:pt x="90876" y="33437"/>
                      <a:pt x="86101" y="21908"/>
                      <a:pt x="77602" y="13409"/>
                    </a:cubicBezTo>
                    <a:cubicBezTo>
                      <a:pt x="69103" y="4910"/>
                      <a:pt x="57574" y="135"/>
                      <a:pt x="45554" y="135"/>
                    </a:cubicBezTo>
                    <a:cubicBezTo>
                      <a:pt x="33534" y="135"/>
                      <a:pt x="22005" y="4910"/>
                      <a:pt x="13506" y="13409"/>
                    </a:cubicBezTo>
                    <a:cubicBezTo>
                      <a:pt x="5007" y="21908"/>
                      <a:pt x="231" y="33437"/>
                      <a:pt x="231" y="45457"/>
                    </a:cubicBezTo>
                    <a:cubicBezTo>
                      <a:pt x="231" y="57476"/>
                      <a:pt x="5007" y="69005"/>
                      <a:pt x="13506" y="77504"/>
                    </a:cubicBezTo>
                    <a:cubicBezTo>
                      <a:pt x="22005" y="86003"/>
                      <a:pt x="33534" y="90779"/>
                      <a:pt x="45554" y="9077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2" name="任意多边形: 形状 3341"/>
              <p:cNvSpPr/>
              <p:nvPr/>
            </p:nvSpPr>
            <p:spPr>
              <a:xfrm>
                <a:off x="30361518" y="24201980"/>
                <a:ext cx="180000" cy="180000"/>
              </a:xfrm>
              <a:custGeom>
                <a:avLst/>
                <a:gdLst>
                  <a:gd name="csX0" fmla="*/ 45535 w 90645"/>
                  <a:gd name="csY0" fmla="*/ 90839 h 90643"/>
                  <a:gd name="csX1" fmla="*/ 77583 w 90645"/>
                  <a:gd name="csY1" fmla="*/ 77565 h 90643"/>
                  <a:gd name="csX2" fmla="*/ 90857 w 90645"/>
                  <a:gd name="csY2" fmla="*/ 45517 h 90643"/>
                  <a:gd name="csX3" fmla="*/ 77583 w 90645"/>
                  <a:gd name="csY3" fmla="*/ 13470 h 90643"/>
                  <a:gd name="csX4" fmla="*/ 45535 w 90645"/>
                  <a:gd name="csY4" fmla="*/ 195 h 90643"/>
                  <a:gd name="csX5" fmla="*/ 13487 w 90645"/>
                  <a:gd name="csY5" fmla="*/ 13470 h 90643"/>
                  <a:gd name="csX6" fmla="*/ 212 w 90645"/>
                  <a:gd name="csY6" fmla="*/ 45517 h 90643"/>
                  <a:gd name="csX7" fmla="*/ 13487 w 90645"/>
                  <a:gd name="csY7" fmla="*/ 77565 h 90643"/>
                  <a:gd name="csX8" fmla="*/ 45535 w 90645"/>
                  <a:gd name="csY8" fmla="*/ 9083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5" y="90839"/>
                    </a:moveTo>
                    <a:cubicBezTo>
                      <a:pt x="57555" y="90839"/>
                      <a:pt x="69084" y="86064"/>
                      <a:pt x="77583" y="77565"/>
                    </a:cubicBezTo>
                    <a:cubicBezTo>
                      <a:pt x="86082" y="69066"/>
                      <a:pt x="90857" y="57537"/>
                      <a:pt x="90857" y="45517"/>
                    </a:cubicBezTo>
                    <a:cubicBezTo>
                      <a:pt x="90857" y="33498"/>
                      <a:pt x="86082" y="21969"/>
                      <a:pt x="77583" y="13470"/>
                    </a:cubicBezTo>
                    <a:cubicBezTo>
                      <a:pt x="69084" y="4971"/>
                      <a:pt x="57555" y="195"/>
                      <a:pt x="45535" y="195"/>
                    </a:cubicBezTo>
                    <a:cubicBezTo>
                      <a:pt x="33515" y="195"/>
                      <a:pt x="21986" y="4971"/>
                      <a:pt x="13487" y="13470"/>
                    </a:cubicBezTo>
                    <a:cubicBezTo>
                      <a:pt x="4988" y="21969"/>
                      <a:pt x="212" y="33498"/>
                      <a:pt x="212" y="45517"/>
                    </a:cubicBezTo>
                    <a:cubicBezTo>
                      <a:pt x="212" y="57537"/>
                      <a:pt x="4988" y="69066"/>
                      <a:pt x="13487" y="77565"/>
                    </a:cubicBezTo>
                    <a:cubicBezTo>
                      <a:pt x="21986" y="86064"/>
                      <a:pt x="33515" y="90839"/>
                      <a:pt x="45535" y="9083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3" name="任意多边形: 形状 3342"/>
              <p:cNvSpPr/>
              <p:nvPr/>
            </p:nvSpPr>
            <p:spPr>
              <a:xfrm>
                <a:off x="29061518" y="21930336"/>
                <a:ext cx="180000" cy="180000"/>
              </a:xfrm>
              <a:custGeom>
                <a:avLst/>
                <a:gdLst>
                  <a:gd name="csX0" fmla="*/ 45494 w 90645"/>
                  <a:gd name="csY0" fmla="*/ 90768 h 90643"/>
                  <a:gd name="csX1" fmla="*/ 77542 w 90645"/>
                  <a:gd name="csY1" fmla="*/ 77494 h 90643"/>
                  <a:gd name="csX2" fmla="*/ 90817 w 90645"/>
                  <a:gd name="csY2" fmla="*/ 45446 h 90643"/>
                  <a:gd name="csX3" fmla="*/ 77542 w 90645"/>
                  <a:gd name="csY3" fmla="*/ 13399 h 90643"/>
                  <a:gd name="csX4" fmla="*/ 45494 w 90645"/>
                  <a:gd name="csY4" fmla="*/ 124 h 90643"/>
                  <a:gd name="csX5" fmla="*/ 13446 w 90645"/>
                  <a:gd name="csY5" fmla="*/ 13399 h 90643"/>
                  <a:gd name="csX6" fmla="*/ 172 w 90645"/>
                  <a:gd name="csY6" fmla="*/ 45446 h 90643"/>
                  <a:gd name="csX7" fmla="*/ 13446 w 90645"/>
                  <a:gd name="csY7" fmla="*/ 77494 h 90643"/>
                  <a:gd name="csX8" fmla="*/ 45494 w 90645"/>
                  <a:gd name="csY8" fmla="*/ 9076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4" y="90768"/>
                    </a:moveTo>
                    <a:cubicBezTo>
                      <a:pt x="57514" y="90768"/>
                      <a:pt x="69043" y="85993"/>
                      <a:pt x="77542" y="77494"/>
                    </a:cubicBezTo>
                    <a:cubicBezTo>
                      <a:pt x="86041" y="68995"/>
                      <a:pt x="90817" y="57466"/>
                      <a:pt x="90817" y="45446"/>
                    </a:cubicBezTo>
                    <a:cubicBezTo>
                      <a:pt x="90817" y="33427"/>
                      <a:pt x="86041" y="21898"/>
                      <a:pt x="77542" y="13399"/>
                    </a:cubicBezTo>
                    <a:cubicBezTo>
                      <a:pt x="69043" y="4900"/>
                      <a:pt x="57514" y="124"/>
                      <a:pt x="45494" y="124"/>
                    </a:cubicBezTo>
                    <a:cubicBezTo>
                      <a:pt x="33475" y="124"/>
                      <a:pt x="21946" y="4900"/>
                      <a:pt x="13446" y="13399"/>
                    </a:cubicBezTo>
                    <a:cubicBezTo>
                      <a:pt x="4947" y="21898"/>
                      <a:pt x="172" y="33427"/>
                      <a:pt x="172" y="45446"/>
                    </a:cubicBezTo>
                    <a:cubicBezTo>
                      <a:pt x="172" y="57466"/>
                      <a:pt x="4947" y="68995"/>
                      <a:pt x="13446" y="77494"/>
                    </a:cubicBezTo>
                    <a:cubicBezTo>
                      <a:pt x="21946" y="85993"/>
                      <a:pt x="33475" y="90768"/>
                      <a:pt x="45494" y="9076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4" name="任意多边形: 形状 3343"/>
              <p:cNvSpPr/>
              <p:nvPr/>
            </p:nvSpPr>
            <p:spPr>
              <a:xfrm>
                <a:off x="29002247" y="24409945"/>
                <a:ext cx="180000" cy="180000"/>
              </a:xfrm>
              <a:custGeom>
                <a:avLst/>
                <a:gdLst>
                  <a:gd name="csX0" fmla="*/ 45492 w 90645"/>
                  <a:gd name="csY0" fmla="*/ 90846 h 90643"/>
                  <a:gd name="csX1" fmla="*/ 77540 w 90645"/>
                  <a:gd name="csY1" fmla="*/ 77571 h 90643"/>
                  <a:gd name="csX2" fmla="*/ 90815 w 90645"/>
                  <a:gd name="csY2" fmla="*/ 45524 h 90643"/>
                  <a:gd name="csX3" fmla="*/ 77540 w 90645"/>
                  <a:gd name="csY3" fmla="*/ 13476 h 90643"/>
                  <a:gd name="csX4" fmla="*/ 45492 w 90645"/>
                  <a:gd name="csY4" fmla="*/ 202 h 90643"/>
                  <a:gd name="csX5" fmla="*/ 13445 w 90645"/>
                  <a:gd name="csY5" fmla="*/ 13476 h 90643"/>
                  <a:gd name="csX6" fmla="*/ 170 w 90645"/>
                  <a:gd name="csY6" fmla="*/ 45524 h 90643"/>
                  <a:gd name="csX7" fmla="*/ 13445 w 90645"/>
                  <a:gd name="csY7" fmla="*/ 77571 h 90643"/>
                  <a:gd name="csX8" fmla="*/ 45492 w 90645"/>
                  <a:gd name="csY8" fmla="*/ 9084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2" y="90846"/>
                    </a:moveTo>
                    <a:cubicBezTo>
                      <a:pt x="57512" y="90846"/>
                      <a:pt x="69041" y="86070"/>
                      <a:pt x="77540" y="77571"/>
                    </a:cubicBezTo>
                    <a:cubicBezTo>
                      <a:pt x="86039" y="69072"/>
                      <a:pt x="90815" y="57543"/>
                      <a:pt x="90815" y="45524"/>
                    </a:cubicBezTo>
                    <a:cubicBezTo>
                      <a:pt x="90815" y="33504"/>
                      <a:pt x="86039" y="21975"/>
                      <a:pt x="77540" y="13476"/>
                    </a:cubicBezTo>
                    <a:cubicBezTo>
                      <a:pt x="69041" y="4977"/>
                      <a:pt x="57512" y="202"/>
                      <a:pt x="45492" y="202"/>
                    </a:cubicBezTo>
                    <a:cubicBezTo>
                      <a:pt x="33473" y="202"/>
                      <a:pt x="21944" y="4977"/>
                      <a:pt x="13445" y="13476"/>
                    </a:cubicBezTo>
                    <a:cubicBezTo>
                      <a:pt x="4945" y="21975"/>
                      <a:pt x="170" y="33504"/>
                      <a:pt x="170" y="45524"/>
                    </a:cubicBezTo>
                    <a:cubicBezTo>
                      <a:pt x="170" y="57543"/>
                      <a:pt x="4945" y="69072"/>
                      <a:pt x="13445" y="77571"/>
                    </a:cubicBezTo>
                    <a:cubicBezTo>
                      <a:pt x="21944" y="86070"/>
                      <a:pt x="33473" y="90846"/>
                      <a:pt x="45492" y="9084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5" name="任意多边形: 形状 3344"/>
              <p:cNvSpPr/>
              <p:nvPr/>
            </p:nvSpPr>
            <p:spPr>
              <a:xfrm>
                <a:off x="30408695" y="21821991"/>
                <a:ext cx="180000" cy="180000"/>
              </a:xfrm>
              <a:custGeom>
                <a:avLst/>
                <a:gdLst>
                  <a:gd name="csX0" fmla="*/ 45536 w 90645"/>
                  <a:gd name="csY0" fmla="*/ 90765 h 90643"/>
                  <a:gd name="csX1" fmla="*/ 77584 w 90645"/>
                  <a:gd name="csY1" fmla="*/ 77490 h 90643"/>
                  <a:gd name="csX2" fmla="*/ 90859 w 90645"/>
                  <a:gd name="csY2" fmla="*/ 45443 h 90643"/>
                  <a:gd name="csX3" fmla="*/ 77584 w 90645"/>
                  <a:gd name="csY3" fmla="*/ 13395 h 90643"/>
                  <a:gd name="csX4" fmla="*/ 45536 w 90645"/>
                  <a:gd name="csY4" fmla="*/ 121 h 90643"/>
                  <a:gd name="csX5" fmla="*/ 13488 w 90645"/>
                  <a:gd name="csY5" fmla="*/ 13395 h 90643"/>
                  <a:gd name="csX6" fmla="*/ 214 w 90645"/>
                  <a:gd name="csY6" fmla="*/ 45443 h 90643"/>
                  <a:gd name="csX7" fmla="*/ 13488 w 90645"/>
                  <a:gd name="csY7" fmla="*/ 77490 h 90643"/>
                  <a:gd name="csX8" fmla="*/ 45536 w 90645"/>
                  <a:gd name="csY8" fmla="*/ 9076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6" y="90765"/>
                    </a:moveTo>
                    <a:cubicBezTo>
                      <a:pt x="57556" y="90765"/>
                      <a:pt x="69085" y="85989"/>
                      <a:pt x="77584" y="77490"/>
                    </a:cubicBezTo>
                    <a:cubicBezTo>
                      <a:pt x="86083" y="68991"/>
                      <a:pt x="90859" y="57462"/>
                      <a:pt x="90859" y="45443"/>
                    </a:cubicBezTo>
                    <a:cubicBezTo>
                      <a:pt x="90859" y="33423"/>
                      <a:pt x="86083" y="21894"/>
                      <a:pt x="77584" y="13395"/>
                    </a:cubicBezTo>
                    <a:cubicBezTo>
                      <a:pt x="69085" y="4896"/>
                      <a:pt x="57556" y="121"/>
                      <a:pt x="45536" y="121"/>
                    </a:cubicBezTo>
                    <a:cubicBezTo>
                      <a:pt x="33517" y="121"/>
                      <a:pt x="21988" y="4896"/>
                      <a:pt x="13488" y="13395"/>
                    </a:cubicBezTo>
                    <a:cubicBezTo>
                      <a:pt x="4989" y="21894"/>
                      <a:pt x="214" y="33423"/>
                      <a:pt x="214" y="45443"/>
                    </a:cubicBezTo>
                    <a:cubicBezTo>
                      <a:pt x="214" y="57462"/>
                      <a:pt x="4989" y="68991"/>
                      <a:pt x="13488" y="77490"/>
                    </a:cubicBezTo>
                    <a:cubicBezTo>
                      <a:pt x="21988" y="85989"/>
                      <a:pt x="33517" y="90765"/>
                      <a:pt x="45536" y="9076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6" name="任意多边形: 形状 3345"/>
              <p:cNvSpPr/>
              <p:nvPr/>
            </p:nvSpPr>
            <p:spPr>
              <a:xfrm>
                <a:off x="30769181" y="23619422"/>
                <a:ext cx="180000" cy="180000"/>
              </a:xfrm>
              <a:custGeom>
                <a:avLst/>
                <a:gdLst>
                  <a:gd name="csX0" fmla="*/ 45548 w 90645"/>
                  <a:gd name="csY0" fmla="*/ 90821 h 90643"/>
                  <a:gd name="csX1" fmla="*/ 77595 w 90645"/>
                  <a:gd name="csY1" fmla="*/ 77546 h 90643"/>
                  <a:gd name="csX2" fmla="*/ 90870 w 90645"/>
                  <a:gd name="csY2" fmla="*/ 45499 h 90643"/>
                  <a:gd name="csX3" fmla="*/ 77595 w 90645"/>
                  <a:gd name="csY3" fmla="*/ 13451 h 90643"/>
                  <a:gd name="csX4" fmla="*/ 45548 w 90645"/>
                  <a:gd name="csY4" fmla="*/ 177 h 90643"/>
                  <a:gd name="csX5" fmla="*/ 13500 w 90645"/>
                  <a:gd name="csY5" fmla="*/ 13451 h 90643"/>
                  <a:gd name="csX6" fmla="*/ 225 w 90645"/>
                  <a:gd name="csY6" fmla="*/ 45499 h 90643"/>
                  <a:gd name="csX7" fmla="*/ 13500 w 90645"/>
                  <a:gd name="csY7" fmla="*/ 77546 h 90643"/>
                  <a:gd name="csX8" fmla="*/ 45548 w 90645"/>
                  <a:gd name="csY8" fmla="*/ 9082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8" y="90821"/>
                    </a:moveTo>
                    <a:cubicBezTo>
                      <a:pt x="57567" y="90821"/>
                      <a:pt x="69096" y="86046"/>
                      <a:pt x="77595" y="77546"/>
                    </a:cubicBezTo>
                    <a:cubicBezTo>
                      <a:pt x="86095" y="69047"/>
                      <a:pt x="90870" y="57518"/>
                      <a:pt x="90870" y="45499"/>
                    </a:cubicBezTo>
                    <a:cubicBezTo>
                      <a:pt x="90870" y="33479"/>
                      <a:pt x="86095" y="21951"/>
                      <a:pt x="77595" y="13451"/>
                    </a:cubicBezTo>
                    <a:cubicBezTo>
                      <a:pt x="69096" y="4952"/>
                      <a:pt x="57567" y="177"/>
                      <a:pt x="45548" y="177"/>
                    </a:cubicBezTo>
                    <a:cubicBezTo>
                      <a:pt x="33528" y="177"/>
                      <a:pt x="21999" y="4952"/>
                      <a:pt x="13500" y="13451"/>
                    </a:cubicBezTo>
                    <a:cubicBezTo>
                      <a:pt x="5001" y="21951"/>
                      <a:pt x="225" y="33479"/>
                      <a:pt x="225" y="45499"/>
                    </a:cubicBezTo>
                    <a:cubicBezTo>
                      <a:pt x="225" y="57518"/>
                      <a:pt x="5001" y="69047"/>
                      <a:pt x="13500" y="77546"/>
                    </a:cubicBezTo>
                    <a:cubicBezTo>
                      <a:pt x="21999" y="86046"/>
                      <a:pt x="33528" y="90821"/>
                      <a:pt x="45548" y="9082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7" name="任意多边形: 形状 3346"/>
              <p:cNvSpPr/>
              <p:nvPr/>
            </p:nvSpPr>
            <p:spPr>
              <a:xfrm>
                <a:off x="28528240" y="22163881"/>
                <a:ext cx="180000" cy="180000"/>
              </a:xfrm>
              <a:custGeom>
                <a:avLst/>
                <a:gdLst>
                  <a:gd name="csX0" fmla="*/ 45478 w 90645"/>
                  <a:gd name="csY0" fmla="*/ 90776 h 90643"/>
                  <a:gd name="csX1" fmla="*/ 77526 w 90645"/>
                  <a:gd name="csY1" fmla="*/ 77501 h 90643"/>
                  <a:gd name="csX2" fmla="*/ 90800 w 90645"/>
                  <a:gd name="csY2" fmla="*/ 45454 h 90643"/>
                  <a:gd name="csX3" fmla="*/ 77526 w 90645"/>
                  <a:gd name="csY3" fmla="*/ 13406 h 90643"/>
                  <a:gd name="csX4" fmla="*/ 45478 w 90645"/>
                  <a:gd name="csY4" fmla="*/ 132 h 90643"/>
                  <a:gd name="csX5" fmla="*/ 13430 w 90645"/>
                  <a:gd name="csY5" fmla="*/ 13406 h 90643"/>
                  <a:gd name="csX6" fmla="*/ 155 w 90645"/>
                  <a:gd name="csY6" fmla="*/ 45454 h 90643"/>
                  <a:gd name="csX7" fmla="*/ 13430 w 90645"/>
                  <a:gd name="csY7" fmla="*/ 77501 h 90643"/>
                  <a:gd name="csX8" fmla="*/ 45478 w 90645"/>
                  <a:gd name="csY8" fmla="*/ 9077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8" y="90776"/>
                    </a:moveTo>
                    <a:cubicBezTo>
                      <a:pt x="57497" y="90776"/>
                      <a:pt x="69026" y="86000"/>
                      <a:pt x="77526" y="77501"/>
                    </a:cubicBezTo>
                    <a:cubicBezTo>
                      <a:pt x="86025" y="69002"/>
                      <a:pt x="90800" y="57473"/>
                      <a:pt x="90800" y="45454"/>
                    </a:cubicBezTo>
                    <a:cubicBezTo>
                      <a:pt x="90800" y="33434"/>
                      <a:pt x="86025" y="21905"/>
                      <a:pt x="77526" y="13406"/>
                    </a:cubicBezTo>
                    <a:cubicBezTo>
                      <a:pt x="69026" y="4907"/>
                      <a:pt x="57497" y="132"/>
                      <a:pt x="45478" y="132"/>
                    </a:cubicBezTo>
                    <a:cubicBezTo>
                      <a:pt x="33458" y="132"/>
                      <a:pt x="21929" y="4907"/>
                      <a:pt x="13430" y="13406"/>
                    </a:cubicBezTo>
                    <a:cubicBezTo>
                      <a:pt x="4931" y="21905"/>
                      <a:pt x="155" y="33434"/>
                      <a:pt x="155" y="45454"/>
                    </a:cubicBezTo>
                    <a:cubicBezTo>
                      <a:pt x="155" y="57473"/>
                      <a:pt x="4931" y="69002"/>
                      <a:pt x="13430" y="77501"/>
                    </a:cubicBezTo>
                    <a:cubicBezTo>
                      <a:pt x="21929" y="86000"/>
                      <a:pt x="33458" y="90776"/>
                      <a:pt x="45478" y="9077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8" name="任意多边形: 形状 3347"/>
              <p:cNvSpPr/>
              <p:nvPr/>
            </p:nvSpPr>
            <p:spPr>
              <a:xfrm>
                <a:off x="27896010" y="23265784"/>
                <a:ext cx="180000" cy="180000"/>
              </a:xfrm>
              <a:custGeom>
                <a:avLst/>
                <a:gdLst>
                  <a:gd name="csX0" fmla="*/ 45458 w 90645"/>
                  <a:gd name="csY0" fmla="*/ 90810 h 90643"/>
                  <a:gd name="csX1" fmla="*/ 77506 w 90645"/>
                  <a:gd name="csY1" fmla="*/ 77535 h 90643"/>
                  <a:gd name="csX2" fmla="*/ 90780 w 90645"/>
                  <a:gd name="csY2" fmla="*/ 45488 h 90643"/>
                  <a:gd name="csX3" fmla="*/ 77506 w 90645"/>
                  <a:gd name="csY3" fmla="*/ 13440 h 90643"/>
                  <a:gd name="csX4" fmla="*/ 45458 w 90645"/>
                  <a:gd name="csY4" fmla="*/ 166 h 90643"/>
                  <a:gd name="csX5" fmla="*/ 13410 w 90645"/>
                  <a:gd name="csY5" fmla="*/ 13440 h 90643"/>
                  <a:gd name="csX6" fmla="*/ 135 w 90645"/>
                  <a:gd name="csY6" fmla="*/ 45488 h 90643"/>
                  <a:gd name="csX7" fmla="*/ 13410 w 90645"/>
                  <a:gd name="csY7" fmla="*/ 77535 h 90643"/>
                  <a:gd name="csX8" fmla="*/ 45458 w 90645"/>
                  <a:gd name="csY8" fmla="*/ 9081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8" y="90810"/>
                    </a:moveTo>
                    <a:cubicBezTo>
                      <a:pt x="57478" y="90810"/>
                      <a:pt x="69007" y="86034"/>
                      <a:pt x="77506" y="77535"/>
                    </a:cubicBezTo>
                    <a:cubicBezTo>
                      <a:pt x="86005" y="69036"/>
                      <a:pt x="90780" y="57507"/>
                      <a:pt x="90780" y="45488"/>
                    </a:cubicBezTo>
                    <a:cubicBezTo>
                      <a:pt x="90780" y="33468"/>
                      <a:pt x="86005" y="21940"/>
                      <a:pt x="77506" y="13440"/>
                    </a:cubicBezTo>
                    <a:cubicBezTo>
                      <a:pt x="69007" y="4941"/>
                      <a:pt x="57478" y="166"/>
                      <a:pt x="45458" y="166"/>
                    </a:cubicBezTo>
                    <a:cubicBezTo>
                      <a:pt x="33438" y="166"/>
                      <a:pt x="21909" y="4941"/>
                      <a:pt x="13410" y="13440"/>
                    </a:cubicBezTo>
                    <a:cubicBezTo>
                      <a:pt x="4911" y="21940"/>
                      <a:pt x="135" y="33468"/>
                      <a:pt x="135" y="45488"/>
                    </a:cubicBezTo>
                    <a:cubicBezTo>
                      <a:pt x="135" y="57507"/>
                      <a:pt x="4911" y="69036"/>
                      <a:pt x="13410" y="77535"/>
                    </a:cubicBezTo>
                    <a:cubicBezTo>
                      <a:pt x="21909" y="86034"/>
                      <a:pt x="33438" y="90810"/>
                      <a:pt x="45458" y="9081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49" name="任意多边形: 形状 3348"/>
              <p:cNvSpPr/>
              <p:nvPr/>
            </p:nvSpPr>
            <p:spPr>
              <a:xfrm>
                <a:off x="32451506" y="22938646"/>
                <a:ext cx="180000" cy="180000"/>
              </a:xfrm>
              <a:custGeom>
                <a:avLst/>
                <a:gdLst>
                  <a:gd name="csX0" fmla="*/ 45600 w 90645"/>
                  <a:gd name="csY0" fmla="*/ 90800 h 90643"/>
                  <a:gd name="csX1" fmla="*/ 77648 w 90645"/>
                  <a:gd name="csY1" fmla="*/ 77525 h 90643"/>
                  <a:gd name="csX2" fmla="*/ 90923 w 90645"/>
                  <a:gd name="csY2" fmla="*/ 45478 h 90643"/>
                  <a:gd name="csX3" fmla="*/ 77648 w 90645"/>
                  <a:gd name="csY3" fmla="*/ 13430 h 90643"/>
                  <a:gd name="csX4" fmla="*/ 45600 w 90645"/>
                  <a:gd name="csY4" fmla="*/ 156 h 90643"/>
                  <a:gd name="csX5" fmla="*/ 13552 w 90645"/>
                  <a:gd name="csY5" fmla="*/ 13430 h 90643"/>
                  <a:gd name="csX6" fmla="*/ 278 w 90645"/>
                  <a:gd name="csY6" fmla="*/ 45478 h 90643"/>
                  <a:gd name="csX7" fmla="*/ 13552 w 90645"/>
                  <a:gd name="csY7" fmla="*/ 77525 h 90643"/>
                  <a:gd name="csX8" fmla="*/ 45600 w 90645"/>
                  <a:gd name="csY8" fmla="*/ 9080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00" y="90800"/>
                    </a:moveTo>
                    <a:cubicBezTo>
                      <a:pt x="57620" y="90800"/>
                      <a:pt x="69149" y="86024"/>
                      <a:pt x="77648" y="77525"/>
                    </a:cubicBezTo>
                    <a:cubicBezTo>
                      <a:pt x="86147" y="69026"/>
                      <a:pt x="90923" y="57497"/>
                      <a:pt x="90923" y="45478"/>
                    </a:cubicBezTo>
                    <a:cubicBezTo>
                      <a:pt x="90923" y="33458"/>
                      <a:pt x="86147" y="21929"/>
                      <a:pt x="77648" y="13430"/>
                    </a:cubicBezTo>
                    <a:cubicBezTo>
                      <a:pt x="69149" y="4931"/>
                      <a:pt x="57620" y="156"/>
                      <a:pt x="45600" y="156"/>
                    </a:cubicBezTo>
                    <a:cubicBezTo>
                      <a:pt x="33580" y="156"/>
                      <a:pt x="22051" y="4931"/>
                      <a:pt x="13552" y="13430"/>
                    </a:cubicBezTo>
                    <a:cubicBezTo>
                      <a:pt x="5053" y="21929"/>
                      <a:pt x="278" y="33458"/>
                      <a:pt x="278" y="45478"/>
                    </a:cubicBezTo>
                    <a:cubicBezTo>
                      <a:pt x="278" y="57497"/>
                      <a:pt x="5053" y="69026"/>
                      <a:pt x="13552" y="77525"/>
                    </a:cubicBezTo>
                    <a:cubicBezTo>
                      <a:pt x="22051" y="86024"/>
                      <a:pt x="33580" y="90800"/>
                      <a:pt x="45600" y="9080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0" name="任意多边形: 形状 3349"/>
              <p:cNvSpPr/>
              <p:nvPr/>
            </p:nvSpPr>
            <p:spPr>
              <a:xfrm>
                <a:off x="30080694" y="24606154"/>
                <a:ext cx="180000" cy="180000"/>
              </a:xfrm>
              <a:custGeom>
                <a:avLst/>
                <a:gdLst>
                  <a:gd name="csX0" fmla="*/ 45526 w 90645"/>
                  <a:gd name="csY0" fmla="*/ 90852 h 90643"/>
                  <a:gd name="csX1" fmla="*/ 77574 w 90645"/>
                  <a:gd name="csY1" fmla="*/ 77577 h 90643"/>
                  <a:gd name="csX2" fmla="*/ 90849 w 90645"/>
                  <a:gd name="csY2" fmla="*/ 45530 h 90643"/>
                  <a:gd name="csX3" fmla="*/ 77574 w 90645"/>
                  <a:gd name="csY3" fmla="*/ 13482 h 90643"/>
                  <a:gd name="csX4" fmla="*/ 45526 w 90645"/>
                  <a:gd name="csY4" fmla="*/ 208 h 90643"/>
                  <a:gd name="csX5" fmla="*/ 13478 w 90645"/>
                  <a:gd name="csY5" fmla="*/ 13482 h 90643"/>
                  <a:gd name="csX6" fmla="*/ 204 w 90645"/>
                  <a:gd name="csY6" fmla="*/ 45530 h 90643"/>
                  <a:gd name="csX7" fmla="*/ 13478 w 90645"/>
                  <a:gd name="csY7" fmla="*/ 77577 h 90643"/>
                  <a:gd name="csX8" fmla="*/ 45526 w 90645"/>
                  <a:gd name="csY8" fmla="*/ 9085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6" y="90852"/>
                    </a:moveTo>
                    <a:cubicBezTo>
                      <a:pt x="57546" y="90852"/>
                      <a:pt x="69075" y="86076"/>
                      <a:pt x="77574" y="77577"/>
                    </a:cubicBezTo>
                    <a:cubicBezTo>
                      <a:pt x="86073" y="69078"/>
                      <a:pt x="90849" y="57549"/>
                      <a:pt x="90849" y="45530"/>
                    </a:cubicBezTo>
                    <a:cubicBezTo>
                      <a:pt x="90849" y="33510"/>
                      <a:pt x="86073" y="21981"/>
                      <a:pt x="77574" y="13482"/>
                    </a:cubicBezTo>
                    <a:cubicBezTo>
                      <a:pt x="69075" y="4983"/>
                      <a:pt x="57546" y="208"/>
                      <a:pt x="45526" y="208"/>
                    </a:cubicBezTo>
                    <a:cubicBezTo>
                      <a:pt x="33506" y="208"/>
                      <a:pt x="21977" y="4983"/>
                      <a:pt x="13478" y="13482"/>
                    </a:cubicBezTo>
                    <a:cubicBezTo>
                      <a:pt x="4979" y="21981"/>
                      <a:pt x="204" y="33510"/>
                      <a:pt x="204" y="45530"/>
                    </a:cubicBezTo>
                    <a:cubicBezTo>
                      <a:pt x="204" y="57549"/>
                      <a:pt x="4979" y="69078"/>
                      <a:pt x="13478" y="77577"/>
                    </a:cubicBezTo>
                    <a:cubicBezTo>
                      <a:pt x="21977" y="86076"/>
                      <a:pt x="33506" y="90852"/>
                      <a:pt x="45526" y="9085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1" name="任意多边形: 形状 3350"/>
              <p:cNvSpPr/>
              <p:nvPr/>
            </p:nvSpPr>
            <p:spPr>
              <a:xfrm>
                <a:off x="29792933" y="20555787"/>
                <a:ext cx="180000" cy="180000"/>
              </a:xfrm>
              <a:custGeom>
                <a:avLst/>
                <a:gdLst>
                  <a:gd name="csX0" fmla="*/ 45517 w 90645"/>
                  <a:gd name="csY0" fmla="*/ 90725 h 90643"/>
                  <a:gd name="csX1" fmla="*/ 77565 w 90645"/>
                  <a:gd name="csY1" fmla="*/ 77451 h 90643"/>
                  <a:gd name="csX2" fmla="*/ 90840 w 90645"/>
                  <a:gd name="csY2" fmla="*/ 45403 h 90643"/>
                  <a:gd name="csX3" fmla="*/ 77565 w 90645"/>
                  <a:gd name="csY3" fmla="*/ 13356 h 90643"/>
                  <a:gd name="csX4" fmla="*/ 45517 w 90645"/>
                  <a:gd name="csY4" fmla="*/ 81 h 90643"/>
                  <a:gd name="csX5" fmla="*/ 13469 w 90645"/>
                  <a:gd name="csY5" fmla="*/ 13356 h 90643"/>
                  <a:gd name="csX6" fmla="*/ 195 w 90645"/>
                  <a:gd name="csY6" fmla="*/ 45403 h 90643"/>
                  <a:gd name="csX7" fmla="*/ 13469 w 90645"/>
                  <a:gd name="csY7" fmla="*/ 77451 h 90643"/>
                  <a:gd name="csX8" fmla="*/ 45517 w 90645"/>
                  <a:gd name="csY8" fmla="*/ 907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7" y="90725"/>
                    </a:moveTo>
                    <a:cubicBezTo>
                      <a:pt x="57537" y="90725"/>
                      <a:pt x="69066" y="85950"/>
                      <a:pt x="77565" y="77451"/>
                    </a:cubicBezTo>
                    <a:cubicBezTo>
                      <a:pt x="86064" y="68952"/>
                      <a:pt x="90840" y="57423"/>
                      <a:pt x="90840" y="45403"/>
                    </a:cubicBezTo>
                    <a:cubicBezTo>
                      <a:pt x="90840" y="33384"/>
                      <a:pt x="86064" y="21855"/>
                      <a:pt x="77565" y="13356"/>
                    </a:cubicBezTo>
                    <a:cubicBezTo>
                      <a:pt x="69066" y="4857"/>
                      <a:pt x="57537" y="81"/>
                      <a:pt x="45517" y="81"/>
                    </a:cubicBezTo>
                    <a:cubicBezTo>
                      <a:pt x="33497" y="81"/>
                      <a:pt x="21968" y="4857"/>
                      <a:pt x="13469" y="13356"/>
                    </a:cubicBezTo>
                    <a:cubicBezTo>
                      <a:pt x="4970" y="21855"/>
                      <a:pt x="195" y="33384"/>
                      <a:pt x="195" y="45403"/>
                    </a:cubicBezTo>
                    <a:cubicBezTo>
                      <a:pt x="195" y="57423"/>
                      <a:pt x="4970" y="68952"/>
                      <a:pt x="13469" y="77451"/>
                    </a:cubicBezTo>
                    <a:cubicBezTo>
                      <a:pt x="21968" y="85950"/>
                      <a:pt x="33497" y="90725"/>
                      <a:pt x="45517" y="907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2" name="任意多边形: 形状 3351"/>
              <p:cNvSpPr/>
              <p:nvPr/>
            </p:nvSpPr>
            <p:spPr>
              <a:xfrm>
                <a:off x="29586382" y="23848294"/>
                <a:ext cx="180000" cy="180000"/>
              </a:xfrm>
              <a:custGeom>
                <a:avLst/>
                <a:gdLst>
                  <a:gd name="csX0" fmla="*/ 45511 w 90645"/>
                  <a:gd name="csY0" fmla="*/ 90828 h 90643"/>
                  <a:gd name="csX1" fmla="*/ 77559 w 90645"/>
                  <a:gd name="csY1" fmla="*/ 77554 h 90643"/>
                  <a:gd name="csX2" fmla="*/ 90833 w 90645"/>
                  <a:gd name="csY2" fmla="*/ 45506 h 90643"/>
                  <a:gd name="csX3" fmla="*/ 77559 w 90645"/>
                  <a:gd name="csY3" fmla="*/ 13459 h 90643"/>
                  <a:gd name="csX4" fmla="*/ 45511 w 90645"/>
                  <a:gd name="csY4" fmla="*/ 184 h 90643"/>
                  <a:gd name="csX5" fmla="*/ 13463 w 90645"/>
                  <a:gd name="csY5" fmla="*/ 13459 h 90643"/>
                  <a:gd name="csX6" fmla="*/ 188 w 90645"/>
                  <a:gd name="csY6" fmla="*/ 45506 h 90643"/>
                  <a:gd name="csX7" fmla="*/ 13463 w 90645"/>
                  <a:gd name="csY7" fmla="*/ 77554 h 90643"/>
                  <a:gd name="csX8" fmla="*/ 45511 w 90645"/>
                  <a:gd name="csY8" fmla="*/ 9082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1" y="90828"/>
                    </a:moveTo>
                    <a:cubicBezTo>
                      <a:pt x="57530" y="90828"/>
                      <a:pt x="69059" y="86053"/>
                      <a:pt x="77559" y="77554"/>
                    </a:cubicBezTo>
                    <a:cubicBezTo>
                      <a:pt x="86058" y="69054"/>
                      <a:pt x="90833" y="57526"/>
                      <a:pt x="90833" y="45506"/>
                    </a:cubicBezTo>
                    <a:cubicBezTo>
                      <a:pt x="90833" y="33487"/>
                      <a:pt x="86058" y="21958"/>
                      <a:pt x="77559" y="13459"/>
                    </a:cubicBezTo>
                    <a:cubicBezTo>
                      <a:pt x="69059" y="4960"/>
                      <a:pt x="57530" y="184"/>
                      <a:pt x="45511" y="184"/>
                    </a:cubicBezTo>
                    <a:cubicBezTo>
                      <a:pt x="33491" y="184"/>
                      <a:pt x="21962" y="4960"/>
                      <a:pt x="13463" y="13459"/>
                    </a:cubicBezTo>
                    <a:cubicBezTo>
                      <a:pt x="4964" y="21958"/>
                      <a:pt x="188" y="33487"/>
                      <a:pt x="188" y="45506"/>
                    </a:cubicBezTo>
                    <a:cubicBezTo>
                      <a:pt x="188" y="57526"/>
                      <a:pt x="4964" y="69054"/>
                      <a:pt x="13463" y="77554"/>
                    </a:cubicBezTo>
                    <a:cubicBezTo>
                      <a:pt x="21962" y="86053"/>
                      <a:pt x="33491" y="90828"/>
                      <a:pt x="45511" y="9082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3" name="任意多边形: 形状 3352"/>
              <p:cNvSpPr/>
              <p:nvPr/>
            </p:nvSpPr>
            <p:spPr>
              <a:xfrm>
                <a:off x="29850153" y="22392322"/>
                <a:ext cx="180000" cy="180000"/>
              </a:xfrm>
              <a:custGeom>
                <a:avLst/>
                <a:gdLst>
                  <a:gd name="csX0" fmla="*/ 45519 w 90645"/>
                  <a:gd name="csY0" fmla="*/ 90783 h 90643"/>
                  <a:gd name="csX1" fmla="*/ 77567 w 90645"/>
                  <a:gd name="csY1" fmla="*/ 77508 h 90643"/>
                  <a:gd name="csX2" fmla="*/ 90841 w 90645"/>
                  <a:gd name="csY2" fmla="*/ 45461 h 90643"/>
                  <a:gd name="csX3" fmla="*/ 77567 w 90645"/>
                  <a:gd name="csY3" fmla="*/ 13413 h 90643"/>
                  <a:gd name="csX4" fmla="*/ 45519 w 90645"/>
                  <a:gd name="csY4" fmla="*/ 139 h 90643"/>
                  <a:gd name="csX5" fmla="*/ 13471 w 90645"/>
                  <a:gd name="csY5" fmla="*/ 13413 h 90643"/>
                  <a:gd name="csX6" fmla="*/ 196 w 90645"/>
                  <a:gd name="csY6" fmla="*/ 45461 h 90643"/>
                  <a:gd name="csX7" fmla="*/ 13471 w 90645"/>
                  <a:gd name="csY7" fmla="*/ 77508 h 90643"/>
                  <a:gd name="csX8" fmla="*/ 45519 w 90645"/>
                  <a:gd name="csY8" fmla="*/ 907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9" y="90783"/>
                    </a:moveTo>
                    <a:cubicBezTo>
                      <a:pt x="57539" y="90783"/>
                      <a:pt x="69068" y="86007"/>
                      <a:pt x="77567" y="77508"/>
                    </a:cubicBezTo>
                    <a:cubicBezTo>
                      <a:pt x="86066" y="69009"/>
                      <a:pt x="90841" y="57480"/>
                      <a:pt x="90841" y="45461"/>
                    </a:cubicBezTo>
                    <a:cubicBezTo>
                      <a:pt x="90841" y="33441"/>
                      <a:pt x="86066" y="21912"/>
                      <a:pt x="77567" y="13413"/>
                    </a:cubicBezTo>
                    <a:cubicBezTo>
                      <a:pt x="69068" y="4914"/>
                      <a:pt x="57539" y="139"/>
                      <a:pt x="45519" y="139"/>
                    </a:cubicBezTo>
                    <a:cubicBezTo>
                      <a:pt x="33499" y="139"/>
                      <a:pt x="21970" y="4914"/>
                      <a:pt x="13471" y="13413"/>
                    </a:cubicBezTo>
                    <a:cubicBezTo>
                      <a:pt x="4972" y="21912"/>
                      <a:pt x="196" y="33441"/>
                      <a:pt x="196" y="45461"/>
                    </a:cubicBezTo>
                    <a:cubicBezTo>
                      <a:pt x="196" y="57480"/>
                      <a:pt x="4972" y="69009"/>
                      <a:pt x="13471" y="77508"/>
                    </a:cubicBezTo>
                    <a:cubicBezTo>
                      <a:pt x="21970" y="86007"/>
                      <a:pt x="33499" y="90783"/>
                      <a:pt x="45519" y="907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4" name="任意多边形: 形状 3353"/>
              <p:cNvSpPr/>
              <p:nvPr/>
            </p:nvSpPr>
            <p:spPr>
              <a:xfrm>
                <a:off x="31626004" y="24064286"/>
                <a:ext cx="180000" cy="180000"/>
              </a:xfrm>
              <a:custGeom>
                <a:avLst/>
                <a:gdLst>
                  <a:gd name="csX0" fmla="*/ 45574 w 90645"/>
                  <a:gd name="csY0" fmla="*/ 90835 h 90643"/>
                  <a:gd name="csX1" fmla="*/ 77622 w 90645"/>
                  <a:gd name="csY1" fmla="*/ 77560 h 90643"/>
                  <a:gd name="csX2" fmla="*/ 90897 w 90645"/>
                  <a:gd name="csY2" fmla="*/ 45513 h 90643"/>
                  <a:gd name="csX3" fmla="*/ 77622 w 90645"/>
                  <a:gd name="csY3" fmla="*/ 13465 h 90643"/>
                  <a:gd name="csX4" fmla="*/ 45574 w 90645"/>
                  <a:gd name="csY4" fmla="*/ 191 h 90643"/>
                  <a:gd name="csX5" fmla="*/ 13526 w 90645"/>
                  <a:gd name="csY5" fmla="*/ 13465 h 90643"/>
                  <a:gd name="csX6" fmla="*/ 252 w 90645"/>
                  <a:gd name="csY6" fmla="*/ 45513 h 90643"/>
                  <a:gd name="csX7" fmla="*/ 13526 w 90645"/>
                  <a:gd name="csY7" fmla="*/ 77560 h 90643"/>
                  <a:gd name="csX8" fmla="*/ 45574 w 90645"/>
                  <a:gd name="csY8" fmla="*/ 9083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4" y="90835"/>
                    </a:moveTo>
                    <a:cubicBezTo>
                      <a:pt x="57594" y="90835"/>
                      <a:pt x="69123" y="86059"/>
                      <a:pt x="77622" y="77560"/>
                    </a:cubicBezTo>
                    <a:cubicBezTo>
                      <a:pt x="86121" y="69061"/>
                      <a:pt x="90897" y="57532"/>
                      <a:pt x="90897" y="45513"/>
                    </a:cubicBezTo>
                    <a:cubicBezTo>
                      <a:pt x="90897" y="33493"/>
                      <a:pt x="86121" y="21964"/>
                      <a:pt x="77622" y="13465"/>
                    </a:cubicBezTo>
                    <a:cubicBezTo>
                      <a:pt x="69123" y="4966"/>
                      <a:pt x="57594" y="191"/>
                      <a:pt x="45574" y="191"/>
                    </a:cubicBezTo>
                    <a:cubicBezTo>
                      <a:pt x="33555" y="191"/>
                      <a:pt x="22026" y="4966"/>
                      <a:pt x="13526" y="13465"/>
                    </a:cubicBezTo>
                    <a:cubicBezTo>
                      <a:pt x="5027" y="21964"/>
                      <a:pt x="252" y="33493"/>
                      <a:pt x="252" y="45513"/>
                    </a:cubicBezTo>
                    <a:cubicBezTo>
                      <a:pt x="252" y="57532"/>
                      <a:pt x="5027" y="69061"/>
                      <a:pt x="13526" y="77560"/>
                    </a:cubicBezTo>
                    <a:cubicBezTo>
                      <a:pt x="22026" y="86059"/>
                      <a:pt x="33555" y="90835"/>
                      <a:pt x="45574" y="9083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5" name="任意多边形: 形状 3354"/>
              <p:cNvSpPr/>
              <p:nvPr/>
            </p:nvSpPr>
            <p:spPr>
              <a:xfrm>
                <a:off x="27096616" y="21454819"/>
                <a:ext cx="180000" cy="180000"/>
              </a:xfrm>
              <a:custGeom>
                <a:avLst/>
                <a:gdLst>
                  <a:gd name="csX0" fmla="*/ 45433 w 90645"/>
                  <a:gd name="csY0" fmla="*/ 90753 h 90643"/>
                  <a:gd name="csX1" fmla="*/ 77481 w 90645"/>
                  <a:gd name="csY1" fmla="*/ 77479 h 90643"/>
                  <a:gd name="csX2" fmla="*/ 90756 w 90645"/>
                  <a:gd name="csY2" fmla="*/ 45431 h 90643"/>
                  <a:gd name="csX3" fmla="*/ 77481 w 90645"/>
                  <a:gd name="csY3" fmla="*/ 13384 h 90643"/>
                  <a:gd name="csX4" fmla="*/ 45433 w 90645"/>
                  <a:gd name="csY4" fmla="*/ 109 h 90643"/>
                  <a:gd name="csX5" fmla="*/ 13385 w 90645"/>
                  <a:gd name="csY5" fmla="*/ 13384 h 90643"/>
                  <a:gd name="csX6" fmla="*/ 110 w 90645"/>
                  <a:gd name="csY6" fmla="*/ 45431 h 90643"/>
                  <a:gd name="csX7" fmla="*/ 13385 w 90645"/>
                  <a:gd name="csY7" fmla="*/ 77479 h 90643"/>
                  <a:gd name="csX8" fmla="*/ 45433 w 90645"/>
                  <a:gd name="csY8" fmla="*/ 9075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3" y="90753"/>
                    </a:moveTo>
                    <a:cubicBezTo>
                      <a:pt x="57453" y="90753"/>
                      <a:pt x="68982" y="85978"/>
                      <a:pt x="77481" y="77479"/>
                    </a:cubicBezTo>
                    <a:cubicBezTo>
                      <a:pt x="85980" y="68980"/>
                      <a:pt x="90756" y="57451"/>
                      <a:pt x="90756" y="45431"/>
                    </a:cubicBezTo>
                    <a:cubicBezTo>
                      <a:pt x="90756" y="33412"/>
                      <a:pt x="85980" y="21883"/>
                      <a:pt x="77481" y="13384"/>
                    </a:cubicBezTo>
                    <a:cubicBezTo>
                      <a:pt x="68982" y="4885"/>
                      <a:pt x="57453" y="109"/>
                      <a:pt x="45433" y="109"/>
                    </a:cubicBezTo>
                    <a:cubicBezTo>
                      <a:pt x="33413" y="109"/>
                      <a:pt x="21884" y="4885"/>
                      <a:pt x="13385" y="13384"/>
                    </a:cubicBezTo>
                    <a:cubicBezTo>
                      <a:pt x="4886" y="21883"/>
                      <a:pt x="110" y="33412"/>
                      <a:pt x="110" y="45431"/>
                    </a:cubicBezTo>
                    <a:cubicBezTo>
                      <a:pt x="110" y="57451"/>
                      <a:pt x="4886" y="68980"/>
                      <a:pt x="13385" y="77479"/>
                    </a:cubicBezTo>
                    <a:cubicBezTo>
                      <a:pt x="21884" y="85978"/>
                      <a:pt x="33413" y="90753"/>
                      <a:pt x="45433" y="9075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6" name="任意多边形: 形状 3355"/>
              <p:cNvSpPr/>
              <p:nvPr/>
            </p:nvSpPr>
            <p:spPr>
              <a:xfrm>
                <a:off x="28843853" y="25234807"/>
                <a:ext cx="180000" cy="180000"/>
              </a:xfrm>
              <a:custGeom>
                <a:avLst/>
                <a:gdLst>
                  <a:gd name="csX0" fmla="*/ 45488 w 90645"/>
                  <a:gd name="csY0" fmla="*/ 90871 h 90643"/>
                  <a:gd name="csX1" fmla="*/ 77535 w 90645"/>
                  <a:gd name="csY1" fmla="*/ 77597 h 90643"/>
                  <a:gd name="csX2" fmla="*/ 90810 w 90645"/>
                  <a:gd name="csY2" fmla="*/ 45549 h 90643"/>
                  <a:gd name="csX3" fmla="*/ 77535 w 90645"/>
                  <a:gd name="csY3" fmla="*/ 13502 h 90643"/>
                  <a:gd name="csX4" fmla="*/ 45488 w 90645"/>
                  <a:gd name="csY4" fmla="*/ 227 h 90643"/>
                  <a:gd name="csX5" fmla="*/ 13440 w 90645"/>
                  <a:gd name="csY5" fmla="*/ 13502 h 90643"/>
                  <a:gd name="csX6" fmla="*/ 165 w 90645"/>
                  <a:gd name="csY6" fmla="*/ 45549 h 90643"/>
                  <a:gd name="csX7" fmla="*/ 13440 w 90645"/>
                  <a:gd name="csY7" fmla="*/ 77597 h 90643"/>
                  <a:gd name="csX8" fmla="*/ 45488 w 90645"/>
                  <a:gd name="csY8" fmla="*/ 9087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8" y="90871"/>
                    </a:moveTo>
                    <a:cubicBezTo>
                      <a:pt x="57507" y="90871"/>
                      <a:pt x="69036" y="86096"/>
                      <a:pt x="77535" y="77597"/>
                    </a:cubicBezTo>
                    <a:cubicBezTo>
                      <a:pt x="86035" y="69098"/>
                      <a:pt x="90810" y="57569"/>
                      <a:pt x="90810" y="45549"/>
                    </a:cubicBezTo>
                    <a:cubicBezTo>
                      <a:pt x="90810" y="33530"/>
                      <a:pt x="86035" y="22001"/>
                      <a:pt x="77535" y="13502"/>
                    </a:cubicBezTo>
                    <a:cubicBezTo>
                      <a:pt x="69036" y="5003"/>
                      <a:pt x="57507" y="227"/>
                      <a:pt x="45488" y="227"/>
                    </a:cubicBezTo>
                    <a:cubicBezTo>
                      <a:pt x="33468" y="227"/>
                      <a:pt x="21939" y="5003"/>
                      <a:pt x="13440" y="13502"/>
                    </a:cubicBezTo>
                    <a:cubicBezTo>
                      <a:pt x="4940" y="22001"/>
                      <a:pt x="165" y="33530"/>
                      <a:pt x="165" y="45549"/>
                    </a:cubicBezTo>
                    <a:cubicBezTo>
                      <a:pt x="165" y="57569"/>
                      <a:pt x="4940" y="69098"/>
                      <a:pt x="13440" y="77597"/>
                    </a:cubicBezTo>
                    <a:cubicBezTo>
                      <a:pt x="21939" y="86096"/>
                      <a:pt x="33468" y="90871"/>
                      <a:pt x="45488" y="9087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7" name="任意多边形: 形状 3356"/>
              <p:cNvSpPr/>
              <p:nvPr/>
            </p:nvSpPr>
            <p:spPr>
              <a:xfrm>
                <a:off x="31036023" y="21264736"/>
                <a:ext cx="180000" cy="180000"/>
              </a:xfrm>
              <a:custGeom>
                <a:avLst/>
                <a:gdLst>
                  <a:gd name="csX0" fmla="*/ 45556 w 90645"/>
                  <a:gd name="csY0" fmla="*/ 90747 h 90643"/>
                  <a:gd name="csX1" fmla="*/ 77604 w 90645"/>
                  <a:gd name="csY1" fmla="*/ 77473 h 90643"/>
                  <a:gd name="csX2" fmla="*/ 90878 w 90645"/>
                  <a:gd name="csY2" fmla="*/ 45425 h 90643"/>
                  <a:gd name="csX3" fmla="*/ 77604 w 90645"/>
                  <a:gd name="csY3" fmla="*/ 13378 h 90643"/>
                  <a:gd name="csX4" fmla="*/ 45556 w 90645"/>
                  <a:gd name="csY4" fmla="*/ 104 h 90643"/>
                  <a:gd name="csX5" fmla="*/ 13508 w 90645"/>
                  <a:gd name="csY5" fmla="*/ 13378 h 90643"/>
                  <a:gd name="csX6" fmla="*/ 233 w 90645"/>
                  <a:gd name="csY6" fmla="*/ 45425 h 90643"/>
                  <a:gd name="csX7" fmla="*/ 13508 w 90645"/>
                  <a:gd name="csY7" fmla="*/ 77473 h 90643"/>
                  <a:gd name="csX8" fmla="*/ 45556 w 90645"/>
                  <a:gd name="csY8" fmla="*/ 9074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6" y="90747"/>
                    </a:moveTo>
                    <a:cubicBezTo>
                      <a:pt x="57576" y="90747"/>
                      <a:pt x="69105" y="85972"/>
                      <a:pt x="77604" y="77473"/>
                    </a:cubicBezTo>
                    <a:cubicBezTo>
                      <a:pt x="86103" y="68974"/>
                      <a:pt x="90878" y="57445"/>
                      <a:pt x="90878" y="45425"/>
                    </a:cubicBezTo>
                    <a:cubicBezTo>
                      <a:pt x="90878" y="33406"/>
                      <a:pt x="86103" y="21877"/>
                      <a:pt x="77604" y="13378"/>
                    </a:cubicBezTo>
                    <a:cubicBezTo>
                      <a:pt x="69105" y="4879"/>
                      <a:pt x="57576" y="104"/>
                      <a:pt x="45556" y="104"/>
                    </a:cubicBezTo>
                    <a:cubicBezTo>
                      <a:pt x="33536" y="104"/>
                      <a:pt x="22007" y="4879"/>
                      <a:pt x="13508" y="13378"/>
                    </a:cubicBezTo>
                    <a:cubicBezTo>
                      <a:pt x="5009" y="21877"/>
                      <a:pt x="233" y="33406"/>
                      <a:pt x="233" y="45425"/>
                    </a:cubicBezTo>
                    <a:cubicBezTo>
                      <a:pt x="233" y="57445"/>
                      <a:pt x="5009" y="68974"/>
                      <a:pt x="13508" y="77473"/>
                    </a:cubicBezTo>
                    <a:cubicBezTo>
                      <a:pt x="22007" y="85972"/>
                      <a:pt x="33536" y="90747"/>
                      <a:pt x="45556" y="9074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8" name="任意多边形: 形状 3357"/>
              <p:cNvSpPr/>
              <p:nvPr/>
            </p:nvSpPr>
            <p:spPr>
              <a:xfrm>
                <a:off x="30643784" y="23065190"/>
                <a:ext cx="180000" cy="180000"/>
              </a:xfrm>
              <a:custGeom>
                <a:avLst/>
                <a:gdLst>
                  <a:gd name="csX0" fmla="*/ 45544 w 90645"/>
                  <a:gd name="csY0" fmla="*/ 90804 h 90643"/>
                  <a:gd name="csX1" fmla="*/ 77592 w 90645"/>
                  <a:gd name="csY1" fmla="*/ 77529 h 90643"/>
                  <a:gd name="csX2" fmla="*/ 90866 w 90645"/>
                  <a:gd name="csY2" fmla="*/ 45482 h 90643"/>
                  <a:gd name="csX3" fmla="*/ 77592 w 90645"/>
                  <a:gd name="csY3" fmla="*/ 13434 h 90643"/>
                  <a:gd name="csX4" fmla="*/ 45544 w 90645"/>
                  <a:gd name="csY4" fmla="*/ 160 h 90643"/>
                  <a:gd name="csX5" fmla="*/ 13496 w 90645"/>
                  <a:gd name="csY5" fmla="*/ 13434 h 90643"/>
                  <a:gd name="csX6" fmla="*/ 221 w 90645"/>
                  <a:gd name="csY6" fmla="*/ 45482 h 90643"/>
                  <a:gd name="csX7" fmla="*/ 13496 w 90645"/>
                  <a:gd name="csY7" fmla="*/ 77529 h 90643"/>
                  <a:gd name="csX8" fmla="*/ 45544 w 90645"/>
                  <a:gd name="csY8" fmla="*/ 908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4" y="90804"/>
                    </a:moveTo>
                    <a:cubicBezTo>
                      <a:pt x="57563" y="90804"/>
                      <a:pt x="69092" y="86028"/>
                      <a:pt x="77592" y="77529"/>
                    </a:cubicBezTo>
                    <a:cubicBezTo>
                      <a:pt x="86091" y="69030"/>
                      <a:pt x="90866" y="57501"/>
                      <a:pt x="90866" y="45482"/>
                    </a:cubicBezTo>
                    <a:cubicBezTo>
                      <a:pt x="90866" y="33462"/>
                      <a:pt x="86091" y="21933"/>
                      <a:pt x="77592" y="13434"/>
                    </a:cubicBezTo>
                    <a:cubicBezTo>
                      <a:pt x="69092" y="4935"/>
                      <a:pt x="57563" y="160"/>
                      <a:pt x="45544" y="160"/>
                    </a:cubicBezTo>
                    <a:cubicBezTo>
                      <a:pt x="33524" y="160"/>
                      <a:pt x="21995" y="4935"/>
                      <a:pt x="13496" y="13434"/>
                    </a:cubicBezTo>
                    <a:cubicBezTo>
                      <a:pt x="4997" y="21933"/>
                      <a:pt x="221" y="33462"/>
                      <a:pt x="221" y="45482"/>
                    </a:cubicBezTo>
                    <a:cubicBezTo>
                      <a:pt x="221" y="57501"/>
                      <a:pt x="4997" y="69030"/>
                      <a:pt x="13496" y="77529"/>
                    </a:cubicBezTo>
                    <a:cubicBezTo>
                      <a:pt x="21995" y="86028"/>
                      <a:pt x="33524" y="90804"/>
                      <a:pt x="45544" y="908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59" name="任意多边形: 形状 3358"/>
              <p:cNvSpPr/>
              <p:nvPr/>
            </p:nvSpPr>
            <p:spPr>
              <a:xfrm>
                <a:off x="29261374" y="22732772"/>
                <a:ext cx="180000" cy="180000"/>
              </a:xfrm>
              <a:custGeom>
                <a:avLst/>
                <a:gdLst>
                  <a:gd name="csX0" fmla="*/ 45501 w 90645"/>
                  <a:gd name="csY0" fmla="*/ 90793 h 90643"/>
                  <a:gd name="csX1" fmla="*/ 77548 w 90645"/>
                  <a:gd name="csY1" fmla="*/ 77519 h 90643"/>
                  <a:gd name="csX2" fmla="*/ 90823 w 90645"/>
                  <a:gd name="csY2" fmla="*/ 45471 h 90643"/>
                  <a:gd name="csX3" fmla="*/ 77548 w 90645"/>
                  <a:gd name="csY3" fmla="*/ 13424 h 90643"/>
                  <a:gd name="csX4" fmla="*/ 45501 w 90645"/>
                  <a:gd name="csY4" fmla="*/ 149 h 90643"/>
                  <a:gd name="csX5" fmla="*/ 13453 w 90645"/>
                  <a:gd name="csY5" fmla="*/ 13424 h 90643"/>
                  <a:gd name="csX6" fmla="*/ 178 w 90645"/>
                  <a:gd name="csY6" fmla="*/ 45471 h 90643"/>
                  <a:gd name="csX7" fmla="*/ 13453 w 90645"/>
                  <a:gd name="csY7" fmla="*/ 77519 h 90643"/>
                  <a:gd name="csX8" fmla="*/ 45501 w 90645"/>
                  <a:gd name="csY8" fmla="*/ 9079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1" y="90793"/>
                    </a:moveTo>
                    <a:cubicBezTo>
                      <a:pt x="57520" y="90793"/>
                      <a:pt x="69049" y="86018"/>
                      <a:pt x="77548" y="77519"/>
                    </a:cubicBezTo>
                    <a:cubicBezTo>
                      <a:pt x="86048" y="69020"/>
                      <a:pt x="90823" y="57491"/>
                      <a:pt x="90823" y="45471"/>
                    </a:cubicBezTo>
                    <a:cubicBezTo>
                      <a:pt x="90823" y="33452"/>
                      <a:pt x="86048" y="21923"/>
                      <a:pt x="77548" y="13424"/>
                    </a:cubicBezTo>
                    <a:cubicBezTo>
                      <a:pt x="69049" y="4925"/>
                      <a:pt x="57520" y="149"/>
                      <a:pt x="45501" y="149"/>
                    </a:cubicBezTo>
                    <a:cubicBezTo>
                      <a:pt x="33481" y="149"/>
                      <a:pt x="21952" y="4925"/>
                      <a:pt x="13453" y="13424"/>
                    </a:cubicBezTo>
                    <a:cubicBezTo>
                      <a:pt x="4953" y="21923"/>
                      <a:pt x="178" y="33452"/>
                      <a:pt x="178" y="45471"/>
                    </a:cubicBezTo>
                    <a:cubicBezTo>
                      <a:pt x="178" y="57491"/>
                      <a:pt x="4953" y="69020"/>
                      <a:pt x="13453" y="77519"/>
                    </a:cubicBezTo>
                    <a:cubicBezTo>
                      <a:pt x="21952" y="86018"/>
                      <a:pt x="33481" y="90793"/>
                      <a:pt x="45501" y="9079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0" name="任意多边形: 形状 3359"/>
              <p:cNvSpPr/>
              <p:nvPr/>
            </p:nvSpPr>
            <p:spPr>
              <a:xfrm>
                <a:off x="29184908" y="26858914"/>
                <a:ext cx="180000" cy="180000"/>
              </a:xfrm>
              <a:custGeom>
                <a:avLst/>
                <a:gdLst>
                  <a:gd name="csX0" fmla="*/ 45498 w 90645"/>
                  <a:gd name="csY0" fmla="*/ 90922 h 90643"/>
                  <a:gd name="csX1" fmla="*/ 77546 w 90645"/>
                  <a:gd name="csY1" fmla="*/ 77648 h 90643"/>
                  <a:gd name="csX2" fmla="*/ 90821 w 90645"/>
                  <a:gd name="csY2" fmla="*/ 45600 h 90643"/>
                  <a:gd name="csX3" fmla="*/ 77546 w 90645"/>
                  <a:gd name="csY3" fmla="*/ 13553 h 90643"/>
                  <a:gd name="csX4" fmla="*/ 45498 w 90645"/>
                  <a:gd name="csY4" fmla="*/ 278 h 90643"/>
                  <a:gd name="csX5" fmla="*/ 13450 w 90645"/>
                  <a:gd name="csY5" fmla="*/ 13553 h 90643"/>
                  <a:gd name="csX6" fmla="*/ 176 w 90645"/>
                  <a:gd name="csY6" fmla="*/ 45600 h 90643"/>
                  <a:gd name="csX7" fmla="*/ 13450 w 90645"/>
                  <a:gd name="csY7" fmla="*/ 77648 h 90643"/>
                  <a:gd name="csX8" fmla="*/ 45498 w 90645"/>
                  <a:gd name="csY8" fmla="*/ 9092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8" y="90922"/>
                    </a:moveTo>
                    <a:cubicBezTo>
                      <a:pt x="57518" y="90922"/>
                      <a:pt x="69047" y="86147"/>
                      <a:pt x="77546" y="77648"/>
                    </a:cubicBezTo>
                    <a:cubicBezTo>
                      <a:pt x="86045" y="69148"/>
                      <a:pt x="90821" y="57620"/>
                      <a:pt x="90821" y="45600"/>
                    </a:cubicBezTo>
                    <a:cubicBezTo>
                      <a:pt x="90821" y="33581"/>
                      <a:pt x="86045" y="22052"/>
                      <a:pt x="77546" y="13553"/>
                    </a:cubicBezTo>
                    <a:cubicBezTo>
                      <a:pt x="69047" y="5053"/>
                      <a:pt x="57518" y="278"/>
                      <a:pt x="45498" y="278"/>
                    </a:cubicBezTo>
                    <a:cubicBezTo>
                      <a:pt x="33478" y="278"/>
                      <a:pt x="21949" y="5053"/>
                      <a:pt x="13450" y="13553"/>
                    </a:cubicBezTo>
                    <a:cubicBezTo>
                      <a:pt x="4951" y="22052"/>
                      <a:pt x="176" y="33581"/>
                      <a:pt x="176" y="45600"/>
                    </a:cubicBezTo>
                    <a:cubicBezTo>
                      <a:pt x="176" y="57620"/>
                      <a:pt x="4951" y="69148"/>
                      <a:pt x="13450" y="77648"/>
                    </a:cubicBezTo>
                    <a:cubicBezTo>
                      <a:pt x="21949" y="86147"/>
                      <a:pt x="33478" y="90922"/>
                      <a:pt x="45498" y="9092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1" name="任意多边形: 形状 3360"/>
              <p:cNvSpPr/>
              <p:nvPr/>
            </p:nvSpPr>
            <p:spPr>
              <a:xfrm>
                <a:off x="30722383" y="21149435"/>
                <a:ext cx="180000" cy="180000"/>
              </a:xfrm>
              <a:custGeom>
                <a:avLst/>
                <a:gdLst>
                  <a:gd name="csX0" fmla="*/ 45546 w 90645"/>
                  <a:gd name="csY0" fmla="*/ 90744 h 90643"/>
                  <a:gd name="csX1" fmla="*/ 77594 w 90645"/>
                  <a:gd name="csY1" fmla="*/ 77469 h 90643"/>
                  <a:gd name="csX2" fmla="*/ 90869 w 90645"/>
                  <a:gd name="csY2" fmla="*/ 45422 h 90643"/>
                  <a:gd name="csX3" fmla="*/ 77594 w 90645"/>
                  <a:gd name="csY3" fmla="*/ 13374 h 90643"/>
                  <a:gd name="csX4" fmla="*/ 45546 w 90645"/>
                  <a:gd name="csY4" fmla="*/ 100 h 90643"/>
                  <a:gd name="csX5" fmla="*/ 13498 w 90645"/>
                  <a:gd name="csY5" fmla="*/ 13374 h 90643"/>
                  <a:gd name="csX6" fmla="*/ 224 w 90645"/>
                  <a:gd name="csY6" fmla="*/ 45422 h 90643"/>
                  <a:gd name="csX7" fmla="*/ 13498 w 90645"/>
                  <a:gd name="csY7" fmla="*/ 77469 h 90643"/>
                  <a:gd name="csX8" fmla="*/ 45546 w 90645"/>
                  <a:gd name="csY8" fmla="*/ 9074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6" y="90744"/>
                    </a:moveTo>
                    <a:cubicBezTo>
                      <a:pt x="57566" y="90744"/>
                      <a:pt x="69095" y="85968"/>
                      <a:pt x="77594" y="77469"/>
                    </a:cubicBezTo>
                    <a:cubicBezTo>
                      <a:pt x="86093" y="68970"/>
                      <a:pt x="90869" y="57441"/>
                      <a:pt x="90869" y="45422"/>
                    </a:cubicBezTo>
                    <a:cubicBezTo>
                      <a:pt x="90869" y="33402"/>
                      <a:pt x="86093" y="21874"/>
                      <a:pt x="77594" y="13374"/>
                    </a:cubicBezTo>
                    <a:cubicBezTo>
                      <a:pt x="69095" y="4875"/>
                      <a:pt x="57566" y="100"/>
                      <a:pt x="45546" y="100"/>
                    </a:cubicBezTo>
                    <a:cubicBezTo>
                      <a:pt x="33526" y="100"/>
                      <a:pt x="21997" y="4875"/>
                      <a:pt x="13498" y="13374"/>
                    </a:cubicBezTo>
                    <a:cubicBezTo>
                      <a:pt x="4999" y="21874"/>
                      <a:pt x="224" y="33402"/>
                      <a:pt x="224" y="45422"/>
                    </a:cubicBezTo>
                    <a:cubicBezTo>
                      <a:pt x="224" y="57441"/>
                      <a:pt x="4999" y="68970"/>
                      <a:pt x="13498" y="77469"/>
                    </a:cubicBezTo>
                    <a:cubicBezTo>
                      <a:pt x="21997" y="85968"/>
                      <a:pt x="33526" y="90744"/>
                      <a:pt x="45546" y="9074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2" name="任意多边形: 形状 3361"/>
              <p:cNvSpPr/>
              <p:nvPr/>
            </p:nvSpPr>
            <p:spPr>
              <a:xfrm>
                <a:off x="31147077" y="23108281"/>
                <a:ext cx="180000" cy="180000"/>
              </a:xfrm>
              <a:custGeom>
                <a:avLst/>
                <a:gdLst>
                  <a:gd name="csX0" fmla="*/ 45559 w 90645"/>
                  <a:gd name="csY0" fmla="*/ 90805 h 90643"/>
                  <a:gd name="csX1" fmla="*/ 77607 w 90645"/>
                  <a:gd name="csY1" fmla="*/ 77530 h 90643"/>
                  <a:gd name="csX2" fmla="*/ 90882 w 90645"/>
                  <a:gd name="csY2" fmla="*/ 45483 h 90643"/>
                  <a:gd name="csX3" fmla="*/ 77607 w 90645"/>
                  <a:gd name="csY3" fmla="*/ 13436 h 90643"/>
                  <a:gd name="csX4" fmla="*/ 45559 w 90645"/>
                  <a:gd name="csY4" fmla="*/ 161 h 90643"/>
                  <a:gd name="csX5" fmla="*/ 13512 w 90645"/>
                  <a:gd name="csY5" fmla="*/ 13436 h 90643"/>
                  <a:gd name="csX6" fmla="*/ 237 w 90645"/>
                  <a:gd name="csY6" fmla="*/ 45483 h 90643"/>
                  <a:gd name="csX7" fmla="*/ 13512 w 90645"/>
                  <a:gd name="csY7" fmla="*/ 77530 h 90643"/>
                  <a:gd name="csX8" fmla="*/ 45559 w 90645"/>
                  <a:gd name="csY8" fmla="*/ 9080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9" y="90805"/>
                    </a:moveTo>
                    <a:cubicBezTo>
                      <a:pt x="57579" y="90805"/>
                      <a:pt x="69108" y="86030"/>
                      <a:pt x="77607" y="77530"/>
                    </a:cubicBezTo>
                    <a:cubicBezTo>
                      <a:pt x="86106" y="69031"/>
                      <a:pt x="90882" y="57503"/>
                      <a:pt x="90882" y="45483"/>
                    </a:cubicBezTo>
                    <a:cubicBezTo>
                      <a:pt x="90882" y="33463"/>
                      <a:pt x="86106" y="21935"/>
                      <a:pt x="77607" y="13436"/>
                    </a:cubicBezTo>
                    <a:cubicBezTo>
                      <a:pt x="69108" y="4936"/>
                      <a:pt x="57579" y="161"/>
                      <a:pt x="45559" y="161"/>
                    </a:cubicBezTo>
                    <a:cubicBezTo>
                      <a:pt x="33540" y="161"/>
                      <a:pt x="22011" y="4936"/>
                      <a:pt x="13512" y="13436"/>
                    </a:cubicBezTo>
                    <a:cubicBezTo>
                      <a:pt x="5012" y="21935"/>
                      <a:pt x="237" y="33463"/>
                      <a:pt x="237" y="45483"/>
                    </a:cubicBezTo>
                    <a:cubicBezTo>
                      <a:pt x="237" y="57503"/>
                      <a:pt x="5012" y="69031"/>
                      <a:pt x="13512" y="77530"/>
                    </a:cubicBezTo>
                    <a:cubicBezTo>
                      <a:pt x="22011" y="86030"/>
                      <a:pt x="33540" y="90805"/>
                      <a:pt x="45559" y="9080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3" name="任意多边形: 形状 3362"/>
              <p:cNvSpPr/>
              <p:nvPr/>
            </p:nvSpPr>
            <p:spPr>
              <a:xfrm>
                <a:off x="28762180" y="22578145"/>
                <a:ext cx="180000" cy="180000"/>
              </a:xfrm>
              <a:custGeom>
                <a:avLst/>
                <a:gdLst>
                  <a:gd name="csX0" fmla="*/ 45485 w 90645"/>
                  <a:gd name="csY0" fmla="*/ 90788 h 90643"/>
                  <a:gd name="csX1" fmla="*/ 77533 w 90645"/>
                  <a:gd name="csY1" fmla="*/ 77514 h 90643"/>
                  <a:gd name="csX2" fmla="*/ 90807 w 90645"/>
                  <a:gd name="csY2" fmla="*/ 45466 h 90643"/>
                  <a:gd name="csX3" fmla="*/ 77533 w 90645"/>
                  <a:gd name="csY3" fmla="*/ 13419 h 90643"/>
                  <a:gd name="csX4" fmla="*/ 45485 w 90645"/>
                  <a:gd name="csY4" fmla="*/ 144 h 90643"/>
                  <a:gd name="csX5" fmla="*/ 13437 w 90645"/>
                  <a:gd name="csY5" fmla="*/ 13419 h 90643"/>
                  <a:gd name="csX6" fmla="*/ 162 w 90645"/>
                  <a:gd name="csY6" fmla="*/ 45466 h 90643"/>
                  <a:gd name="csX7" fmla="*/ 13437 w 90645"/>
                  <a:gd name="csY7" fmla="*/ 77514 h 90643"/>
                  <a:gd name="csX8" fmla="*/ 45485 w 90645"/>
                  <a:gd name="csY8" fmla="*/ 9078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5" y="90788"/>
                    </a:moveTo>
                    <a:cubicBezTo>
                      <a:pt x="57505" y="90788"/>
                      <a:pt x="69034" y="86013"/>
                      <a:pt x="77533" y="77514"/>
                    </a:cubicBezTo>
                    <a:cubicBezTo>
                      <a:pt x="86032" y="69015"/>
                      <a:pt x="90807" y="57486"/>
                      <a:pt x="90807" y="45466"/>
                    </a:cubicBezTo>
                    <a:cubicBezTo>
                      <a:pt x="90807" y="33447"/>
                      <a:pt x="86032" y="21918"/>
                      <a:pt x="77533" y="13419"/>
                    </a:cubicBezTo>
                    <a:cubicBezTo>
                      <a:pt x="69034" y="4920"/>
                      <a:pt x="57505" y="144"/>
                      <a:pt x="45485" y="144"/>
                    </a:cubicBezTo>
                    <a:cubicBezTo>
                      <a:pt x="33465" y="144"/>
                      <a:pt x="21936" y="4920"/>
                      <a:pt x="13437" y="13419"/>
                    </a:cubicBezTo>
                    <a:cubicBezTo>
                      <a:pt x="4938" y="21918"/>
                      <a:pt x="162" y="33447"/>
                      <a:pt x="162" y="45466"/>
                    </a:cubicBezTo>
                    <a:cubicBezTo>
                      <a:pt x="162" y="57486"/>
                      <a:pt x="4938" y="69015"/>
                      <a:pt x="13437" y="77514"/>
                    </a:cubicBezTo>
                    <a:cubicBezTo>
                      <a:pt x="21936" y="86013"/>
                      <a:pt x="33465" y="90788"/>
                      <a:pt x="45485" y="9078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4" name="任意多边形: 形状 3363"/>
              <p:cNvSpPr/>
              <p:nvPr/>
            </p:nvSpPr>
            <p:spPr>
              <a:xfrm>
                <a:off x="25987258" y="23670062"/>
                <a:ext cx="180000" cy="180000"/>
              </a:xfrm>
              <a:custGeom>
                <a:avLst/>
                <a:gdLst>
                  <a:gd name="csX0" fmla="*/ 45398 w 90645"/>
                  <a:gd name="csY0" fmla="*/ 90823 h 90643"/>
                  <a:gd name="csX1" fmla="*/ 77446 w 90645"/>
                  <a:gd name="csY1" fmla="*/ 77548 h 90643"/>
                  <a:gd name="csX2" fmla="*/ 90721 w 90645"/>
                  <a:gd name="csY2" fmla="*/ 45501 h 90643"/>
                  <a:gd name="csX3" fmla="*/ 77446 w 90645"/>
                  <a:gd name="csY3" fmla="*/ 13453 h 90643"/>
                  <a:gd name="csX4" fmla="*/ 45398 w 90645"/>
                  <a:gd name="csY4" fmla="*/ 179 h 90643"/>
                  <a:gd name="csX5" fmla="*/ 13351 w 90645"/>
                  <a:gd name="csY5" fmla="*/ 13453 h 90643"/>
                  <a:gd name="csX6" fmla="*/ 76 w 90645"/>
                  <a:gd name="csY6" fmla="*/ 45501 h 90643"/>
                  <a:gd name="csX7" fmla="*/ 13351 w 90645"/>
                  <a:gd name="csY7" fmla="*/ 77548 h 90643"/>
                  <a:gd name="csX8" fmla="*/ 45398 w 90645"/>
                  <a:gd name="csY8" fmla="*/ 9082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398" y="90823"/>
                    </a:moveTo>
                    <a:cubicBezTo>
                      <a:pt x="57418" y="90823"/>
                      <a:pt x="68947" y="86047"/>
                      <a:pt x="77446" y="77548"/>
                    </a:cubicBezTo>
                    <a:cubicBezTo>
                      <a:pt x="85945" y="69049"/>
                      <a:pt x="90721" y="57520"/>
                      <a:pt x="90721" y="45501"/>
                    </a:cubicBezTo>
                    <a:cubicBezTo>
                      <a:pt x="90721" y="33481"/>
                      <a:pt x="85945" y="21952"/>
                      <a:pt x="77446" y="13453"/>
                    </a:cubicBezTo>
                    <a:cubicBezTo>
                      <a:pt x="68947" y="4954"/>
                      <a:pt x="57418" y="179"/>
                      <a:pt x="45398" y="179"/>
                    </a:cubicBezTo>
                    <a:cubicBezTo>
                      <a:pt x="33379" y="179"/>
                      <a:pt x="21850" y="4954"/>
                      <a:pt x="13351" y="13453"/>
                    </a:cubicBezTo>
                    <a:cubicBezTo>
                      <a:pt x="4851" y="21952"/>
                      <a:pt x="76" y="33481"/>
                      <a:pt x="76" y="45501"/>
                    </a:cubicBezTo>
                    <a:cubicBezTo>
                      <a:pt x="76" y="57520"/>
                      <a:pt x="4851" y="69049"/>
                      <a:pt x="13351" y="77548"/>
                    </a:cubicBezTo>
                    <a:cubicBezTo>
                      <a:pt x="21850" y="86047"/>
                      <a:pt x="33379" y="90823"/>
                      <a:pt x="45398" y="9082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5" name="任意多边形: 形状 3364"/>
              <p:cNvSpPr/>
              <p:nvPr/>
            </p:nvSpPr>
            <p:spPr>
              <a:xfrm>
                <a:off x="31789149" y="22439893"/>
                <a:ext cx="180000" cy="180000"/>
              </a:xfrm>
              <a:custGeom>
                <a:avLst/>
                <a:gdLst>
                  <a:gd name="csX0" fmla="*/ 45579 w 90645"/>
                  <a:gd name="csY0" fmla="*/ 90784 h 90643"/>
                  <a:gd name="csX1" fmla="*/ 77627 w 90645"/>
                  <a:gd name="csY1" fmla="*/ 77510 h 90643"/>
                  <a:gd name="csX2" fmla="*/ 90902 w 90645"/>
                  <a:gd name="csY2" fmla="*/ 45462 h 90643"/>
                  <a:gd name="csX3" fmla="*/ 77627 w 90645"/>
                  <a:gd name="csY3" fmla="*/ 13415 h 90643"/>
                  <a:gd name="csX4" fmla="*/ 45579 w 90645"/>
                  <a:gd name="csY4" fmla="*/ 140 h 90643"/>
                  <a:gd name="csX5" fmla="*/ 13532 w 90645"/>
                  <a:gd name="csY5" fmla="*/ 13415 h 90643"/>
                  <a:gd name="csX6" fmla="*/ 257 w 90645"/>
                  <a:gd name="csY6" fmla="*/ 45462 h 90643"/>
                  <a:gd name="csX7" fmla="*/ 13532 w 90645"/>
                  <a:gd name="csY7" fmla="*/ 77510 h 90643"/>
                  <a:gd name="csX8" fmla="*/ 45579 w 90645"/>
                  <a:gd name="csY8" fmla="*/ 9078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9" y="90784"/>
                    </a:moveTo>
                    <a:cubicBezTo>
                      <a:pt x="57599" y="90784"/>
                      <a:pt x="69128" y="86009"/>
                      <a:pt x="77627" y="77510"/>
                    </a:cubicBezTo>
                    <a:cubicBezTo>
                      <a:pt x="86126" y="69011"/>
                      <a:pt x="90902" y="57482"/>
                      <a:pt x="90902" y="45462"/>
                    </a:cubicBezTo>
                    <a:cubicBezTo>
                      <a:pt x="90902" y="33443"/>
                      <a:pt x="86126" y="21914"/>
                      <a:pt x="77627" y="13415"/>
                    </a:cubicBezTo>
                    <a:cubicBezTo>
                      <a:pt x="69128" y="4916"/>
                      <a:pt x="57599" y="140"/>
                      <a:pt x="45579" y="140"/>
                    </a:cubicBezTo>
                    <a:cubicBezTo>
                      <a:pt x="33560" y="140"/>
                      <a:pt x="22031" y="4916"/>
                      <a:pt x="13532" y="13415"/>
                    </a:cubicBezTo>
                    <a:cubicBezTo>
                      <a:pt x="5032" y="21914"/>
                      <a:pt x="257" y="33443"/>
                      <a:pt x="257" y="45462"/>
                    </a:cubicBezTo>
                    <a:cubicBezTo>
                      <a:pt x="257" y="57482"/>
                      <a:pt x="5032" y="69011"/>
                      <a:pt x="13532" y="77510"/>
                    </a:cubicBezTo>
                    <a:cubicBezTo>
                      <a:pt x="22031" y="86009"/>
                      <a:pt x="33560" y="90784"/>
                      <a:pt x="45579" y="9078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6" name="任意多边形: 形状 3365"/>
              <p:cNvSpPr/>
              <p:nvPr/>
            </p:nvSpPr>
            <p:spPr>
              <a:xfrm>
                <a:off x="29920254" y="23996873"/>
                <a:ext cx="180000" cy="180000"/>
              </a:xfrm>
              <a:custGeom>
                <a:avLst/>
                <a:gdLst>
                  <a:gd name="csX0" fmla="*/ 45521 w 90645"/>
                  <a:gd name="csY0" fmla="*/ 90833 h 90643"/>
                  <a:gd name="csX1" fmla="*/ 77569 w 90645"/>
                  <a:gd name="csY1" fmla="*/ 77558 h 90643"/>
                  <a:gd name="csX2" fmla="*/ 90844 w 90645"/>
                  <a:gd name="csY2" fmla="*/ 45511 h 90643"/>
                  <a:gd name="csX3" fmla="*/ 77569 w 90645"/>
                  <a:gd name="csY3" fmla="*/ 13463 h 90643"/>
                  <a:gd name="csX4" fmla="*/ 45521 w 90645"/>
                  <a:gd name="csY4" fmla="*/ 189 h 90643"/>
                  <a:gd name="csX5" fmla="*/ 13473 w 90645"/>
                  <a:gd name="csY5" fmla="*/ 13463 h 90643"/>
                  <a:gd name="csX6" fmla="*/ 199 w 90645"/>
                  <a:gd name="csY6" fmla="*/ 45511 h 90643"/>
                  <a:gd name="csX7" fmla="*/ 13473 w 90645"/>
                  <a:gd name="csY7" fmla="*/ 77558 h 90643"/>
                  <a:gd name="csX8" fmla="*/ 45521 w 90645"/>
                  <a:gd name="csY8" fmla="*/ 9083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1" y="90833"/>
                    </a:moveTo>
                    <a:cubicBezTo>
                      <a:pt x="57541" y="90833"/>
                      <a:pt x="69070" y="86057"/>
                      <a:pt x="77569" y="77558"/>
                    </a:cubicBezTo>
                    <a:cubicBezTo>
                      <a:pt x="86068" y="69059"/>
                      <a:pt x="90844" y="57530"/>
                      <a:pt x="90844" y="45511"/>
                    </a:cubicBezTo>
                    <a:cubicBezTo>
                      <a:pt x="90844" y="33491"/>
                      <a:pt x="86068" y="21962"/>
                      <a:pt x="77569" y="13463"/>
                    </a:cubicBezTo>
                    <a:cubicBezTo>
                      <a:pt x="69070" y="4964"/>
                      <a:pt x="57541" y="189"/>
                      <a:pt x="45521" y="189"/>
                    </a:cubicBezTo>
                    <a:cubicBezTo>
                      <a:pt x="33501" y="189"/>
                      <a:pt x="21972" y="4964"/>
                      <a:pt x="13473" y="13463"/>
                    </a:cubicBezTo>
                    <a:cubicBezTo>
                      <a:pt x="4974" y="21962"/>
                      <a:pt x="199" y="33491"/>
                      <a:pt x="199" y="45511"/>
                    </a:cubicBezTo>
                    <a:cubicBezTo>
                      <a:pt x="199" y="57530"/>
                      <a:pt x="4974" y="69059"/>
                      <a:pt x="13473" y="77558"/>
                    </a:cubicBezTo>
                    <a:cubicBezTo>
                      <a:pt x="21972" y="86057"/>
                      <a:pt x="33501" y="90833"/>
                      <a:pt x="45521" y="9083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7" name="任意多边形: 形状 3366"/>
              <p:cNvSpPr/>
              <p:nvPr/>
            </p:nvSpPr>
            <p:spPr>
              <a:xfrm>
                <a:off x="29521484" y="21715994"/>
                <a:ext cx="180000" cy="180000"/>
              </a:xfrm>
              <a:custGeom>
                <a:avLst/>
                <a:gdLst>
                  <a:gd name="csX0" fmla="*/ 45509 w 90645"/>
                  <a:gd name="csY0" fmla="*/ 90762 h 90643"/>
                  <a:gd name="csX1" fmla="*/ 77557 w 90645"/>
                  <a:gd name="csY1" fmla="*/ 77487 h 90643"/>
                  <a:gd name="csX2" fmla="*/ 90831 w 90645"/>
                  <a:gd name="csY2" fmla="*/ 45440 h 90643"/>
                  <a:gd name="csX3" fmla="*/ 77557 w 90645"/>
                  <a:gd name="csY3" fmla="*/ 13392 h 90643"/>
                  <a:gd name="csX4" fmla="*/ 45509 w 90645"/>
                  <a:gd name="csY4" fmla="*/ 118 h 90643"/>
                  <a:gd name="csX5" fmla="*/ 13461 w 90645"/>
                  <a:gd name="csY5" fmla="*/ 13392 h 90643"/>
                  <a:gd name="csX6" fmla="*/ 186 w 90645"/>
                  <a:gd name="csY6" fmla="*/ 45440 h 90643"/>
                  <a:gd name="csX7" fmla="*/ 13461 w 90645"/>
                  <a:gd name="csY7" fmla="*/ 77487 h 90643"/>
                  <a:gd name="csX8" fmla="*/ 45509 w 90645"/>
                  <a:gd name="csY8" fmla="*/ 9076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9" y="90762"/>
                    </a:moveTo>
                    <a:cubicBezTo>
                      <a:pt x="57528" y="90762"/>
                      <a:pt x="69057" y="85986"/>
                      <a:pt x="77557" y="77487"/>
                    </a:cubicBezTo>
                    <a:cubicBezTo>
                      <a:pt x="86056" y="68988"/>
                      <a:pt x="90831" y="57459"/>
                      <a:pt x="90831" y="45440"/>
                    </a:cubicBezTo>
                    <a:cubicBezTo>
                      <a:pt x="90831" y="33420"/>
                      <a:pt x="86056" y="21891"/>
                      <a:pt x="77557" y="13392"/>
                    </a:cubicBezTo>
                    <a:cubicBezTo>
                      <a:pt x="69057" y="4893"/>
                      <a:pt x="57528" y="118"/>
                      <a:pt x="45509" y="118"/>
                    </a:cubicBezTo>
                    <a:cubicBezTo>
                      <a:pt x="33489" y="118"/>
                      <a:pt x="21960" y="4893"/>
                      <a:pt x="13461" y="13392"/>
                    </a:cubicBezTo>
                    <a:cubicBezTo>
                      <a:pt x="4962" y="21891"/>
                      <a:pt x="186" y="33420"/>
                      <a:pt x="186" y="45440"/>
                    </a:cubicBezTo>
                    <a:cubicBezTo>
                      <a:pt x="186" y="57459"/>
                      <a:pt x="4962" y="68988"/>
                      <a:pt x="13461" y="77487"/>
                    </a:cubicBezTo>
                    <a:cubicBezTo>
                      <a:pt x="21960" y="85986"/>
                      <a:pt x="33489" y="90762"/>
                      <a:pt x="45509" y="9076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8" name="任意多边形: 形状 3367"/>
              <p:cNvSpPr/>
              <p:nvPr/>
            </p:nvSpPr>
            <p:spPr>
              <a:xfrm>
                <a:off x="29749615" y="23316860"/>
                <a:ext cx="180000" cy="180000"/>
              </a:xfrm>
              <a:custGeom>
                <a:avLst/>
                <a:gdLst>
                  <a:gd name="csX0" fmla="*/ 45516 w 90645"/>
                  <a:gd name="csY0" fmla="*/ 90811 h 90643"/>
                  <a:gd name="csX1" fmla="*/ 77564 w 90645"/>
                  <a:gd name="csY1" fmla="*/ 77537 h 90643"/>
                  <a:gd name="csX2" fmla="*/ 90838 w 90645"/>
                  <a:gd name="csY2" fmla="*/ 45490 h 90643"/>
                  <a:gd name="csX3" fmla="*/ 77564 w 90645"/>
                  <a:gd name="csY3" fmla="*/ 13442 h 90643"/>
                  <a:gd name="csX4" fmla="*/ 45516 w 90645"/>
                  <a:gd name="csY4" fmla="*/ 168 h 90643"/>
                  <a:gd name="csX5" fmla="*/ 13468 w 90645"/>
                  <a:gd name="csY5" fmla="*/ 13442 h 90643"/>
                  <a:gd name="csX6" fmla="*/ 193 w 90645"/>
                  <a:gd name="csY6" fmla="*/ 45490 h 90643"/>
                  <a:gd name="csX7" fmla="*/ 13468 w 90645"/>
                  <a:gd name="csY7" fmla="*/ 77537 h 90643"/>
                  <a:gd name="csX8" fmla="*/ 45516 w 90645"/>
                  <a:gd name="csY8" fmla="*/ 9081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6" y="90811"/>
                    </a:moveTo>
                    <a:cubicBezTo>
                      <a:pt x="57535" y="90811"/>
                      <a:pt x="69064" y="86036"/>
                      <a:pt x="77564" y="77537"/>
                    </a:cubicBezTo>
                    <a:cubicBezTo>
                      <a:pt x="86063" y="69038"/>
                      <a:pt x="90838" y="57509"/>
                      <a:pt x="90838" y="45490"/>
                    </a:cubicBezTo>
                    <a:cubicBezTo>
                      <a:pt x="90838" y="33470"/>
                      <a:pt x="86063" y="21941"/>
                      <a:pt x="77564" y="13442"/>
                    </a:cubicBezTo>
                    <a:cubicBezTo>
                      <a:pt x="69064" y="4943"/>
                      <a:pt x="57535" y="168"/>
                      <a:pt x="45516" y="168"/>
                    </a:cubicBezTo>
                    <a:cubicBezTo>
                      <a:pt x="33496" y="168"/>
                      <a:pt x="21967" y="4943"/>
                      <a:pt x="13468" y="13442"/>
                    </a:cubicBezTo>
                    <a:cubicBezTo>
                      <a:pt x="4969" y="21941"/>
                      <a:pt x="193" y="33470"/>
                      <a:pt x="193" y="45490"/>
                    </a:cubicBezTo>
                    <a:cubicBezTo>
                      <a:pt x="193" y="57509"/>
                      <a:pt x="4969" y="69038"/>
                      <a:pt x="13468" y="77537"/>
                    </a:cubicBezTo>
                    <a:cubicBezTo>
                      <a:pt x="21967" y="86036"/>
                      <a:pt x="33496" y="90811"/>
                      <a:pt x="45516" y="9081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69" name="任意多边形: 形状 3368"/>
              <p:cNvSpPr/>
              <p:nvPr/>
            </p:nvSpPr>
            <p:spPr>
              <a:xfrm>
                <a:off x="30118538" y="22780689"/>
                <a:ext cx="180000" cy="180000"/>
              </a:xfrm>
              <a:custGeom>
                <a:avLst/>
                <a:gdLst>
                  <a:gd name="csX0" fmla="*/ 45527 w 90645"/>
                  <a:gd name="csY0" fmla="*/ 90795 h 90643"/>
                  <a:gd name="csX1" fmla="*/ 77575 w 90645"/>
                  <a:gd name="csY1" fmla="*/ 77520 h 90643"/>
                  <a:gd name="csX2" fmla="*/ 90850 w 90645"/>
                  <a:gd name="csY2" fmla="*/ 45473 h 90643"/>
                  <a:gd name="csX3" fmla="*/ 77575 w 90645"/>
                  <a:gd name="csY3" fmla="*/ 13425 h 90643"/>
                  <a:gd name="csX4" fmla="*/ 45527 w 90645"/>
                  <a:gd name="csY4" fmla="*/ 151 h 90643"/>
                  <a:gd name="csX5" fmla="*/ 13479 w 90645"/>
                  <a:gd name="csY5" fmla="*/ 13425 h 90643"/>
                  <a:gd name="csX6" fmla="*/ 205 w 90645"/>
                  <a:gd name="csY6" fmla="*/ 45473 h 90643"/>
                  <a:gd name="csX7" fmla="*/ 13479 w 90645"/>
                  <a:gd name="csY7" fmla="*/ 77520 h 90643"/>
                  <a:gd name="csX8" fmla="*/ 45527 w 90645"/>
                  <a:gd name="csY8" fmla="*/ 9079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7" y="90795"/>
                    </a:moveTo>
                    <a:cubicBezTo>
                      <a:pt x="57547" y="90795"/>
                      <a:pt x="69076" y="86019"/>
                      <a:pt x="77575" y="77520"/>
                    </a:cubicBezTo>
                    <a:cubicBezTo>
                      <a:pt x="86074" y="69021"/>
                      <a:pt x="90850" y="57492"/>
                      <a:pt x="90850" y="45473"/>
                    </a:cubicBezTo>
                    <a:cubicBezTo>
                      <a:pt x="90850" y="33453"/>
                      <a:pt x="86074" y="21924"/>
                      <a:pt x="77575" y="13425"/>
                    </a:cubicBezTo>
                    <a:cubicBezTo>
                      <a:pt x="69076" y="4926"/>
                      <a:pt x="57547" y="151"/>
                      <a:pt x="45527" y="151"/>
                    </a:cubicBezTo>
                    <a:cubicBezTo>
                      <a:pt x="33508" y="151"/>
                      <a:pt x="21979" y="4926"/>
                      <a:pt x="13479" y="13425"/>
                    </a:cubicBezTo>
                    <a:cubicBezTo>
                      <a:pt x="4980" y="21924"/>
                      <a:pt x="205" y="33453"/>
                      <a:pt x="205" y="45473"/>
                    </a:cubicBezTo>
                    <a:cubicBezTo>
                      <a:pt x="205" y="57492"/>
                      <a:pt x="4980" y="69021"/>
                      <a:pt x="13479" y="77520"/>
                    </a:cubicBezTo>
                    <a:cubicBezTo>
                      <a:pt x="21979" y="86019"/>
                      <a:pt x="33508" y="90795"/>
                      <a:pt x="45527" y="9079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0" name="任意多边形: 形状 3369"/>
              <p:cNvSpPr/>
              <p:nvPr/>
            </p:nvSpPr>
            <p:spPr>
              <a:xfrm>
                <a:off x="32825068" y="24973387"/>
                <a:ext cx="180000" cy="180000"/>
              </a:xfrm>
              <a:custGeom>
                <a:avLst/>
                <a:gdLst>
                  <a:gd name="csX0" fmla="*/ 45612 w 90645"/>
                  <a:gd name="csY0" fmla="*/ 90863 h 90643"/>
                  <a:gd name="csX1" fmla="*/ 77660 w 90645"/>
                  <a:gd name="csY1" fmla="*/ 77589 h 90643"/>
                  <a:gd name="csX2" fmla="*/ 90934 w 90645"/>
                  <a:gd name="csY2" fmla="*/ 45541 h 90643"/>
                  <a:gd name="csX3" fmla="*/ 77660 w 90645"/>
                  <a:gd name="csY3" fmla="*/ 13494 h 90643"/>
                  <a:gd name="csX4" fmla="*/ 45612 w 90645"/>
                  <a:gd name="csY4" fmla="*/ 219 h 90643"/>
                  <a:gd name="csX5" fmla="*/ 13564 w 90645"/>
                  <a:gd name="csY5" fmla="*/ 13494 h 90643"/>
                  <a:gd name="csX6" fmla="*/ 289 w 90645"/>
                  <a:gd name="csY6" fmla="*/ 45541 h 90643"/>
                  <a:gd name="csX7" fmla="*/ 13564 w 90645"/>
                  <a:gd name="csY7" fmla="*/ 77589 h 90643"/>
                  <a:gd name="csX8" fmla="*/ 45612 w 90645"/>
                  <a:gd name="csY8" fmla="*/ 9086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12" y="90863"/>
                    </a:moveTo>
                    <a:cubicBezTo>
                      <a:pt x="57631" y="90863"/>
                      <a:pt x="69160" y="86088"/>
                      <a:pt x="77660" y="77589"/>
                    </a:cubicBezTo>
                    <a:cubicBezTo>
                      <a:pt x="86159" y="69090"/>
                      <a:pt x="90934" y="57561"/>
                      <a:pt x="90934" y="45541"/>
                    </a:cubicBezTo>
                    <a:cubicBezTo>
                      <a:pt x="90934" y="33522"/>
                      <a:pt x="86159" y="21993"/>
                      <a:pt x="77660" y="13494"/>
                    </a:cubicBezTo>
                    <a:cubicBezTo>
                      <a:pt x="69160" y="4995"/>
                      <a:pt x="57631" y="219"/>
                      <a:pt x="45612" y="219"/>
                    </a:cubicBezTo>
                    <a:cubicBezTo>
                      <a:pt x="33592" y="219"/>
                      <a:pt x="22063" y="4995"/>
                      <a:pt x="13564" y="13494"/>
                    </a:cubicBezTo>
                    <a:cubicBezTo>
                      <a:pt x="5065" y="21993"/>
                      <a:pt x="289" y="33522"/>
                      <a:pt x="289" y="45541"/>
                    </a:cubicBezTo>
                    <a:cubicBezTo>
                      <a:pt x="289" y="57561"/>
                      <a:pt x="5065" y="69090"/>
                      <a:pt x="13564" y="77589"/>
                    </a:cubicBezTo>
                    <a:cubicBezTo>
                      <a:pt x="22063" y="86088"/>
                      <a:pt x="33592" y="90863"/>
                      <a:pt x="45612" y="9086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1" name="任意多边形: 形状 3370"/>
              <p:cNvSpPr/>
              <p:nvPr/>
            </p:nvSpPr>
            <p:spPr>
              <a:xfrm>
                <a:off x="27795040" y="20314076"/>
                <a:ext cx="180000" cy="180000"/>
              </a:xfrm>
              <a:custGeom>
                <a:avLst/>
                <a:gdLst>
                  <a:gd name="csX0" fmla="*/ 45455 w 90645"/>
                  <a:gd name="csY0" fmla="*/ 90718 h 90643"/>
                  <a:gd name="csX1" fmla="*/ 77503 w 90645"/>
                  <a:gd name="csY1" fmla="*/ 77443 h 90643"/>
                  <a:gd name="csX2" fmla="*/ 90777 w 90645"/>
                  <a:gd name="csY2" fmla="*/ 45396 h 90643"/>
                  <a:gd name="csX3" fmla="*/ 77503 w 90645"/>
                  <a:gd name="csY3" fmla="*/ 13348 h 90643"/>
                  <a:gd name="csX4" fmla="*/ 45455 w 90645"/>
                  <a:gd name="csY4" fmla="*/ 74 h 90643"/>
                  <a:gd name="csX5" fmla="*/ 13407 w 90645"/>
                  <a:gd name="csY5" fmla="*/ 13348 h 90643"/>
                  <a:gd name="csX6" fmla="*/ 132 w 90645"/>
                  <a:gd name="csY6" fmla="*/ 45396 h 90643"/>
                  <a:gd name="csX7" fmla="*/ 13407 w 90645"/>
                  <a:gd name="csY7" fmla="*/ 77443 h 90643"/>
                  <a:gd name="csX8" fmla="*/ 45455 w 90645"/>
                  <a:gd name="csY8" fmla="*/ 9071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5" y="90718"/>
                    </a:moveTo>
                    <a:cubicBezTo>
                      <a:pt x="57474" y="90718"/>
                      <a:pt x="69003" y="85942"/>
                      <a:pt x="77503" y="77443"/>
                    </a:cubicBezTo>
                    <a:cubicBezTo>
                      <a:pt x="86002" y="68944"/>
                      <a:pt x="90777" y="57415"/>
                      <a:pt x="90777" y="45396"/>
                    </a:cubicBezTo>
                    <a:cubicBezTo>
                      <a:pt x="90777" y="33376"/>
                      <a:pt x="86002" y="21847"/>
                      <a:pt x="77503" y="13348"/>
                    </a:cubicBezTo>
                    <a:cubicBezTo>
                      <a:pt x="69003" y="4849"/>
                      <a:pt x="57474" y="74"/>
                      <a:pt x="45455" y="74"/>
                    </a:cubicBezTo>
                    <a:cubicBezTo>
                      <a:pt x="33435" y="74"/>
                      <a:pt x="21906" y="4849"/>
                      <a:pt x="13407" y="13348"/>
                    </a:cubicBezTo>
                    <a:cubicBezTo>
                      <a:pt x="4908" y="21847"/>
                      <a:pt x="132" y="33376"/>
                      <a:pt x="132" y="45396"/>
                    </a:cubicBezTo>
                    <a:cubicBezTo>
                      <a:pt x="132" y="57415"/>
                      <a:pt x="4908" y="68944"/>
                      <a:pt x="13407" y="77443"/>
                    </a:cubicBezTo>
                    <a:cubicBezTo>
                      <a:pt x="21906" y="85942"/>
                      <a:pt x="33435" y="90718"/>
                      <a:pt x="45455" y="9071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2" name="任意多边形: 形状 3371"/>
              <p:cNvSpPr/>
              <p:nvPr/>
            </p:nvSpPr>
            <p:spPr>
              <a:xfrm>
                <a:off x="28456527" y="24336689"/>
                <a:ext cx="180000" cy="180000"/>
              </a:xfrm>
              <a:custGeom>
                <a:avLst/>
                <a:gdLst>
                  <a:gd name="csX0" fmla="*/ 45475 w 90645"/>
                  <a:gd name="csY0" fmla="*/ 90843 h 90643"/>
                  <a:gd name="csX1" fmla="*/ 77523 w 90645"/>
                  <a:gd name="csY1" fmla="*/ 77569 h 90643"/>
                  <a:gd name="csX2" fmla="*/ 90798 w 90645"/>
                  <a:gd name="csY2" fmla="*/ 45521 h 90643"/>
                  <a:gd name="csX3" fmla="*/ 77523 w 90645"/>
                  <a:gd name="csY3" fmla="*/ 13474 h 90643"/>
                  <a:gd name="csX4" fmla="*/ 45475 w 90645"/>
                  <a:gd name="csY4" fmla="*/ 199 h 90643"/>
                  <a:gd name="csX5" fmla="*/ 13428 w 90645"/>
                  <a:gd name="csY5" fmla="*/ 13474 h 90643"/>
                  <a:gd name="csX6" fmla="*/ 153 w 90645"/>
                  <a:gd name="csY6" fmla="*/ 45521 h 90643"/>
                  <a:gd name="csX7" fmla="*/ 13428 w 90645"/>
                  <a:gd name="csY7" fmla="*/ 77569 h 90643"/>
                  <a:gd name="csX8" fmla="*/ 45475 w 90645"/>
                  <a:gd name="csY8" fmla="*/ 9084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5" y="90843"/>
                    </a:moveTo>
                    <a:cubicBezTo>
                      <a:pt x="57495" y="90843"/>
                      <a:pt x="69024" y="86068"/>
                      <a:pt x="77523" y="77569"/>
                    </a:cubicBezTo>
                    <a:cubicBezTo>
                      <a:pt x="86022" y="69070"/>
                      <a:pt x="90798" y="57541"/>
                      <a:pt x="90798" y="45521"/>
                    </a:cubicBezTo>
                    <a:cubicBezTo>
                      <a:pt x="90798" y="33502"/>
                      <a:pt x="86022" y="21973"/>
                      <a:pt x="77523" y="13474"/>
                    </a:cubicBezTo>
                    <a:cubicBezTo>
                      <a:pt x="69024" y="4975"/>
                      <a:pt x="57495" y="199"/>
                      <a:pt x="45475" y="199"/>
                    </a:cubicBezTo>
                    <a:cubicBezTo>
                      <a:pt x="33456" y="199"/>
                      <a:pt x="21927" y="4975"/>
                      <a:pt x="13428" y="13474"/>
                    </a:cubicBezTo>
                    <a:cubicBezTo>
                      <a:pt x="4928" y="21973"/>
                      <a:pt x="153" y="33502"/>
                      <a:pt x="153" y="45521"/>
                    </a:cubicBezTo>
                    <a:cubicBezTo>
                      <a:pt x="153" y="57541"/>
                      <a:pt x="4928" y="69070"/>
                      <a:pt x="13428" y="77569"/>
                    </a:cubicBezTo>
                    <a:cubicBezTo>
                      <a:pt x="21927" y="86068"/>
                      <a:pt x="33456" y="90843"/>
                      <a:pt x="45475" y="9084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3" name="任意多边形: 形状 3372"/>
              <p:cNvSpPr/>
              <p:nvPr/>
            </p:nvSpPr>
            <p:spPr>
              <a:xfrm>
                <a:off x="30814789" y="22023197"/>
                <a:ext cx="180000" cy="180000"/>
              </a:xfrm>
              <a:custGeom>
                <a:avLst/>
                <a:gdLst>
                  <a:gd name="csX0" fmla="*/ 45549 w 90645"/>
                  <a:gd name="csY0" fmla="*/ 90771 h 90643"/>
                  <a:gd name="csX1" fmla="*/ 77597 w 90645"/>
                  <a:gd name="csY1" fmla="*/ 77497 h 90643"/>
                  <a:gd name="csX2" fmla="*/ 90872 w 90645"/>
                  <a:gd name="csY2" fmla="*/ 45449 h 90643"/>
                  <a:gd name="csX3" fmla="*/ 77597 w 90645"/>
                  <a:gd name="csY3" fmla="*/ 13402 h 90643"/>
                  <a:gd name="csX4" fmla="*/ 45549 w 90645"/>
                  <a:gd name="csY4" fmla="*/ 127 h 90643"/>
                  <a:gd name="csX5" fmla="*/ 13501 w 90645"/>
                  <a:gd name="csY5" fmla="*/ 13402 h 90643"/>
                  <a:gd name="csX6" fmla="*/ 226 w 90645"/>
                  <a:gd name="csY6" fmla="*/ 45449 h 90643"/>
                  <a:gd name="csX7" fmla="*/ 13501 w 90645"/>
                  <a:gd name="csY7" fmla="*/ 77497 h 90643"/>
                  <a:gd name="csX8" fmla="*/ 45549 w 90645"/>
                  <a:gd name="csY8" fmla="*/ 9077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9" y="90771"/>
                    </a:moveTo>
                    <a:cubicBezTo>
                      <a:pt x="57569" y="90771"/>
                      <a:pt x="69098" y="85996"/>
                      <a:pt x="77597" y="77497"/>
                    </a:cubicBezTo>
                    <a:cubicBezTo>
                      <a:pt x="86096" y="68998"/>
                      <a:pt x="90872" y="57469"/>
                      <a:pt x="90872" y="45449"/>
                    </a:cubicBezTo>
                    <a:cubicBezTo>
                      <a:pt x="90872" y="33430"/>
                      <a:pt x="86096" y="21901"/>
                      <a:pt x="77597" y="13402"/>
                    </a:cubicBezTo>
                    <a:cubicBezTo>
                      <a:pt x="69098" y="4903"/>
                      <a:pt x="57569" y="127"/>
                      <a:pt x="45549" y="127"/>
                    </a:cubicBezTo>
                    <a:cubicBezTo>
                      <a:pt x="33529" y="127"/>
                      <a:pt x="22000" y="4903"/>
                      <a:pt x="13501" y="13402"/>
                    </a:cubicBezTo>
                    <a:cubicBezTo>
                      <a:pt x="5002" y="21901"/>
                      <a:pt x="226" y="33430"/>
                      <a:pt x="226" y="45449"/>
                    </a:cubicBezTo>
                    <a:cubicBezTo>
                      <a:pt x="226" y="57469"/>
                      <a:pt x="5002" y="68998"/>
                      <a:pt x="13501" y="77497"/>
                    </a:cubicBezTo>
                    <a:cubicBezTo>
                      <a:pt x="22000" y="85996"/>
                      <a:pt x="33529" y="90771"/>
                      <a:pt x="45549" y="9077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4" name="任意多边形: 形状 3373"/>
              <p:cNvSpPr/>
              <p:nvPr/>
            </p:nvSpPr>
            <p:spPr>
              <a:xfrm>
                <a:off x="30456141" y="23448051"/>
                <a:ext cx="180000" cy="180000"/>
              </a:xfrm>
              <a:custGeom>
                <a:avLst/>
                <a:gdLst>
                  <a:gd name="csX0" fmla="*/ 45538 w 90645"/>
                  <a:gd name="csY0" fmla="*/ 90816 h 90643"/>
                  <a:gd name="csX1" fmla="*/ 77586 w 90645"/>
                  <a:gd name="csY1" fmla="*/ 77541 h 90643"/>
                  <a:gd name="csX2" fmla="*/ 90860 w 90645"/>
                  <a:gd name="csY2" fmla="*/ 45494 h 90643"/>
                  <a:gd name="csX3" fmla="*/ 77586 w 90645"/>
                  <a:gd name="csY3" fmla="*/ 13446 h 90643"/>
                  <a:gd name="csX4" fmla="*/ 45538 w 90645"/>
                  <a:gd name="csY4" fmla="*/ 172 h 90643"/>
                  <a:gd name="csX5" fmla="*/ 13490 w 90645"/>
                  <a:gd name="csY5" fmla="*/ 13446 h 90643"/>
                  <a:gd name="csX6" fmla="*/ 215 w 90645"/>
                  <a:gd name="csY6" fmla="*/ 45494 h 90643"/>
                  <a:gd name="csX7" fmla="*/ 13490 w 90645"/>
                  <a:gd name="csY7" fmla="*/ 77541 h 90643"/>
                  <a:gd name="csX8" fmla="*/ 45538 w 90645"/>
                  <a:gd name="csY8" fmla="*/ 9081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8" y="90816"/>
                    </a:moveTo>
                    <a:cubicBezTo>
                      <a:pt x="57557" y="90816"/>
                      <a:pt x="69086" y="86040"/>
                      <a:pt x="77586" y="77541"/>
                    </a:cubicBezTo>
                    <a:cubicBezTo>
                      <a:pt x="86085" y="69042"/>
                      <a:pt x="90860" y="57513"/>
                      <a:pt x="90860" y="45494"/>
                    </a:cubicBezTo>
                    <a:cubicBezTo>
                      <a:pt x="90860" y="33474"/>
                      <a:pt x="86085" y="21945"/>
                      <a:pt x="77586" y="13446"/>
                    </a:cubicBezTo>
                    <a:cubicBezTo>
                      <a:pt x="69086" y="4947"/>
                      <a:pt x="57557" y="172"/>
                      <a:pt x="45538" y="172"/>
                    </a:cubicBezTo>
                    <a:cubicBezTo>
                      <a:pt x="33518" y="172"/>
                      <a:pt x="21989" y="4947"/>
                      <a:pt x="13490" y="13446"/>
                    </a:cubicBezTo>
                    <a:cubicBezTo>
                      <a:pt x="4991" y="21945"/>
                      <a:pt x="215" y="33474"/>
                      <a:pt x="215" y="45494"/>
                    </a:cubicBezTo>
                    <a:cubicBezTo>
                      <a:pt x="215" y="57513"/>
                      <a:pt x="4991" y="69042"/>
                      <a:pt x="13490" y="77541"/>
                    </a:cubicBezTo>
                    <a:cubicBezTo>
                      <a:pt x="21989" y="86040"/>
                      <a:pt x="33518" y="90816"/>
                      <a:pt x="45538" y="9081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5" name="任意多边形: 形状 3374"/>
              <p:cNvSpPr/>
              <p:nvPr/>
            </p:nvSpPr>
            <p:spPr>
              <a:xfrm>
                <a:off x="28957192" y="22223148"/>
                <a:ext cx="180000" cy="180000"/>
              </a:xfrm>
              <a:custGeom>
                <a:avLst/>
                <a:gdLst>
                  <a:gd name="csX0" fmla="*/ 45491 w 90645"/>
                  <a:gd name="csY0" fmla="*/ 90777 h 90643"/>
                  <a:gd name="csX1" fmla="*/ 77539 w 90645"/>
                  <a:gd name="csY1" fmla="*/ 77503 h 90643"/>
                  <a:gd name="csX2" fmla="*/ 90814 w 90645"/>
                  <a:gd name="csY2" fmla="*/ 45455 h 90643"/>
                  <a:gd name="csX3" fmla="*/ 77539 w 90645"/>
                  <a:gd name="csY3" fmla="*/ 13408 h 90643"/>
                  <a:gd name="csX4" fmla="*/ 45491 w 90645"/>
                  <a:gd name="csY4" fmla="*/ 133 h 90643"/>
                  <a:gd name="csX5" fmla="*/ 13443 w 90645"/>
                  <a:gd name="csY5" fmla="*/ 13408 h 90643"/>
                  <a:gd name="csX6" fmla="*/ 169 w 90645"/>
                  <a:gd name="csY6" fmla="*/ 45455 h 90643"/>
                  <a:gd name="csX7" fmla="*/ 13443 w 90645"/>
                  <a:gd name="csY7" fmla="*/ 77503 h 90643"/>
                  <a:gd name="csX8" fmla="*/ 45491 w 90645"/>
                  <a:gd name="csY8" fmla="*/ 9077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1" y="90777"/>
                    </a:moveTo>
                    <a:cubicBezTo>
                      <a:pt x="57511" y="90777"/>
                      <a:pt x="69040" y="86002"/>
                      <a:pt x="77539" y="77503"/>
                    </a:cubicBezTo>
                    <a:cubicBezTo>
                      <a:pt x="86038" y="69004"/>
                      <a:pt x="90814" y="57475"/>
                      <a:pt x="90814" y="45455"/>
                    </a:cubicBezTo>
                    <a:cubicBezTo>
                      <a:pt x="90814" y="33436"/>
                      <a:pt x="86038" y="21907"/>
                      <a:pt x="77539" y="13408"/>
                    </a:cubicBezTo>
                    <a:cubicBezTo>
                      <a:pt x="69040" y="4909"/>
                      <a:pt x="57511" y="133"/>
                      <a:pt x="45491" y="133"/>
                    </a:cubicBezTo>
                    <a:cubicBezTo>
                      <a:pt x="33471" y="133"/>
                      <a:pt x="21942" y="4909"/>
                      <a:pt x="13443" y="13408"/>
                    </a:cubicBezTo>
                    <a:cubicBezTo>
                      <a:pt x="4944" y="21907"/>
                      <a:pt x="169" y="33436"/>
                      <a:pt x="169" y="45455"/>
                    </a:cubicBezTo>
                    <a:cubicBezTo>
                      <a:pt x="169" y="57475"/>
                      <a:pt x="4944" y="69004"/>
                      <a:pt x="13443" y="77503"/>
                    </a:cubicBezTo>
                    <a:cubicBezTo>
                      <a:pt x="21942" y="86002"/>
                      <a:pt x="33471" y="90777"/>
                      <a:pt x="45491" y="9077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6" name="任意多边形: 形状 3375"/>
              <p:cNvSpPr/>
              <p:nvPr/>
            </p:nvSpPr>
            <p:spPr>
              <a:xfrm>
                <a:off x="29133267" y="23536318"/>
                <a:ext cx="180000" cy="180000"/>
              </a:xfrm>
              <a:custGeom>
                <a:avLst/>
                <a:gdLst>
                  <a:gd name="csX0" fmla="*/ 45497 w 90645"/>
                  <a:gd name="csY0" fmla="*/ 90818 h 90643"/>
                  <a:gd name="csX1" fmla="*/ 77544 w 90645"/>
                  <a:gd name="csY1" fmla="*/ 77544 h 90643"/>
                  <a:gd name="csX2" fmla="*/ 90819 w 90645"/>
                  <a:gd name="csY2" fmla="*/ 45496 h 90643"/>
                  <a:gd name="csX3" fmla="*/ 77544 w 90645"/>
                  <a:gd name="csY3" fmla="*/ 13449 h 90643"/>
                  <a:gd name="csX4" fmla="*/ 45497 w 90645"/>
                  <a:gd name="csY4" fmla="*/ 174 h 90643"/>
                  <a:gd name="csX5" fmla="*/ 13449 w 90645"/>
                  <a:gd name="csY5" fmla="*/ 13449 h 90643"/>
                  <a:gd name="csX6" fmla="*/ 174 w 90645"/>
                  <a:gd name="csY6" fmla="*/ 45496 h 90643"/>
                  <a:gd name="csX7" fmla="*/ 13449 w 90645"/>
                  <a:gd name="csY7" fmla="*/ 77544 h 90643"/>
                  <a:gd name="csX8" fmla="*/ 45497 w 90645"/>
                  <a:gd name="csY8" fmla="*/ 9081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7" y="90818"/>
                    </a:moveTo>
                    <a:cubicBezTo>
                      <a:pt x="57516" y="90818"/>
                      <a:pt x="69045" y="86043"/>
                      <a:pt x="77544" y="77544"/>
                    </a:cubicBezTo>
                    <a:cubicBezTo>
                      <a:pt x="86044" y="69045"/>
                      <a:pt x="90819" y="57516"/>
                      <a:pt x="90819" y="45496"/>
                    </a:cubicBezTo>
                    <a:cubicBezTo>
                      <a:pt x="90819" y="33477"/>
                      <a:pt x="86044" y="21948"/>
                      <a:pt x="77544" y="13449"/>
                    </a:cubicBezTo>
                    <a:cubicBezTo>
                      <a:pt x="69045" y="4950"/>
                      <a:pt x="57516" y="174"/>
                      <a:pt x="45497" y="174"/>
                    </a:cubicBezTo>
                    <a:cubicBezTo>
                      <a:pt x="33477" y="174"/>
                      <a:pt x="21948" y="4950"/>
                      <a:pt x="13449" y="13449"/>
                    </a:cubicBezTo>
                    <a:cubicBezTo>
                      <a:pt x="4949" y="21948"/>
                      <a:pt x="174" y="33477"/>
                      <a:pt x="174" y="45496"/>
                    </a:cubicBezTo>
                    <a:cubicBezTo>
                      <a:pt x="174" y="57516"/>
                      <a:pt x="4949" y="69045"/>
                      <a:pt x="13449" y="77544"/>
                    </a:cubicBezTo>
                    <a:cubicBezTo>
                      <a:pt x="21948" y="86043"/>
                      <a:pt x="33477" y="90818"/>
                      <a:pt x="45497" y="9081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7" name="任意多边形: 形状 3376"/>
              <p:cNvSpPr/>
              <p:nvPr/>
            </p:nvSpPr>
            <p:spPr>
              <a:xfrm>
                <a:off x="30285075" y="22056547"/>
                <a:ext cx="180000" cy="180000"/>
              </a:xfrm>
              <a:custGeom>
                <a:avLst/>
                <a:gdLst>
                  <a:gd name="csX0" fmla="*/ 45532 w 90645"/>
                  <a:gd name="csY0" fmla="*/ 90772 h 90643"/>
                  <a:gd name="csX1" fmla="*/ 77580 w 90645"/>
                  <a:gd name="csY1" fmla="*/ 77498 h 90643"/>
                  <a:gd name="csX2" fmla="*/ 90855 w 90645"/>
                  <a:gd name="csY2" fmla="*/ 45450 h 90643"/>
                  <a:gd name="csX3" fmla="*/ 77580 w 90645"/>
                  <a:gd name="csY3" fmla="*/ 13403 h 90643"/>
                  <a:gd name="csX4" fmla="*/ 45532 w 90645"/>
                  <a:gd name="csY4" fmla="*/ 128 h 90643"/>
                  <a:gd name="csX5" fmla="*/ 13485 w 90645"/>
                  <a:gd name="csY5" fmla="*/ 13403 h 90643"/>
                  <a:gd name="csX6" fmla="*/ 210 w 90645"/>
                  <a:gd name="csY6" fmla="*/ 45450 h 90643"/>
                  <a:gd name="csX7" fmla="*/ 13485 w 90645"/>
                  <a:gd name="csY7" fmla="*/ 77498 h 90643"/>
                  <a:gd name="csX8" fmla="*/ 45532 w 90645"/>
                  <a:gd name="csY8" fmla="*/ 9077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2" y="90772"/>
                    </a:moveTo>
                    <a:cubicBezTo>
                      <a:pt x="57552" y="90772"/>
                      <a:pt x="69081" y="85997"/>
                      <a:pt x="77580" y="77498"/>
                    </a:cubicBezTo>
                    <a:cubicBezTo>
                      <a:pt x="86080" y="68999"/>
                      <a:pt x="90855" y="57470"/>
                      <a:pt x="90855" y="45450"/>
                    </a:cubicBezTo>
                    <a:cubicBezTo>
                      <a:pt x="90855" y="33431"/>
                      <a:pt x="86080" y="21902"/>
                      <a:pt x="77580" y="13403"/>
                    </a:cubicBezTo>
                    <a:cubicBezTo>
                      <a:pt x="69081" y="4904"/>
                      <a:pt x="57552" y="128"/>
                      <a:pt x="45532" y="128"/>
                    </a:cubicBezTo>
                    <a:cubicBezTo>
                      <a:pt x="33513" y="128"/>
                      <a:pt x="21984" y="4904"/>
                      <a:pt x="13485" y="13403"/>
                    </a:cubicBezTo>
                    <a:cubicBezTo>
                      <a:pt x="4985" y="21902"/>
                      <a:pt x="210" y="33431"/>
                      <a:pt x="210" y="45450"/>
                    </a:cubicBezTo>
                    <a:cubicBezTo>
                      <a:pt x="210" y="57470"/>
                      <a:pt x="4985" y="68999"/>
                      <a:pt x="13485" y="77498"/>
                    </a:cubicBezTo>
                    <a:cubicBezTo>
                      <a:pt x="21984" y="85997"/>
                      <a:pt x="33513" y="90772"/>
                      <a:pt x="45532" y="9077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8" name="任意多边形: 形状 3377"/>
              <p:cNvSpPr/>
              <p:nvPr/>
            </p:nvSpPr>
            <p:spPr>
              <a:xfrm>
                <a:off x="30882540" y="24473507"/>
                <a:ext cx="180000" cy="180000"/>
              </a:xfrm>
              <a:custGeom>
                <a:avLst/>
                <a:gdLst>
                  <a:gd name="csX0" fmla="*/ 45551 w 90645"/>
                  <a:gd name="csY0" fmla="*/ 90848 h 90643"/>
                  <a:gd name="csX1" fmla="*/ 77599 w 90645"/>
                  <a:gd name="csY1" fmla="*/ 77573 h 90643"/>
                  <a:gd name="csX2" fmla="*/ 90874 w 90645"/>
                  <a:gd name="csY2" fmla="*/ 45526 h 90643"/>
                  <a:gd name="csX3" fmla="*/ 77599 w 90645"/>
                  <a:gd name="csY3" fmla="*/ 13478 h 90643"/>
                  <a:gd name="csX4" fmla="*/ 45551 w 90645"/>
                  <a:gd name="csY4" fmla="*/ 204 h 90643"/>
                  <a:gd name="csX5" fmla="*/ 13503 w 90645"/>
                  <a:gd name="csY5" fmla="*/ 13478 h 90643"/>
                  <a:gd name="csX6" fmla="*/ 229 w 90645"/>
                  <a:gd name="csY6" fmla="*/ 45526 h 90643"/>
                  <a:gd name="csX7" fmla="*/ 13503 w 90645"/>
                  <a:gd name="csY7" fmla="*/ 77573 h 90643"/>
                  <a:gd name="csX8" fmla="*/ 45551 w 90645"/>
                  <a:gd name="csY8" fmla="*/ 9084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1" y="90848"/>
                    </a:moveTo>
                    <a:cubicBezTo>
                      <a:pt x="57571" y="90848"/>
                      <a:pt x="69100" y="86072"/>
                      <a:pt x="77599" y="77573"/>
                    </a:cubicBezTo>
                    <a:cubicBezTo>
                      <a:pt x="86098" y="69074"/>
                      <a:pt x="90874" y="57545"/>
                      <a:pt x="90874" y="45526"/>
                    </a:cubicBezTo>
                    <a:cubicBezTo>
                      <a:pt x="90874" y="33506"/>
                      <a:pt x="86098" y="21977"/>
                      <a:pt x="77599" y="13478"/>
                    </a:cubicBezTo>
                    <a:cubicBezTo>
                      <a:pt x="69100" y="4979"/>
                      <a:pt x="57571" y="204"/>
                      <a:pt x="45551" y="204"/>
                    </a:cubicBezTo>
                    <a:cubicBezTo>
                      <a:pt x="33531" y="204"/>
                      <a:pt x="22002" y="4979"/>
                      <a:pt x="13503" y="13478"/>
                    </a:cubicBezTo>
                    <a:cubicBezTo>
                      <a:pt x="5004" y="21977"/>
                      <a:pt x="229" y="33506"/>
                      <a:pt x="229" y="45526"/>
                    </a:cubicBezTo>
                    <a:cubicBezTo>
                      <a:pt x="229" y="57545"/>
                      <a:pt x="5004" y="69074"/>
                      <a:pt x="13503" y="77573"/>
                    </a:cubicBezTo>
                    <a:cubicBezTo>
                      <a:pt x="22002" y="86072"/>
                      <a:pt x="33531" y="90848"/>
                      <a:pt x="45551" y="9084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79" name="任意多边形: 形状 3378"/>
              <p:cNvSpPr/>
              <p:nvPr/>
            </p:nvSpPr>
            <p:spPr>
              <a:xfrm>
                <a:off x="28384373" y="21852790"/>
                <a:ext cx="180000" cy="180000"/>
              </a:xfrm>
              <a:custGeom>
                <a:avLst/>
                <a:gdLst>
                  <a:gd name="csX0" fmla="*/ 45473 w 90645"/>
                  <a:gd name="csY0" fmla="*/ 90766 h 90643"/>
                  <a:gd name="csX1" fmla="*/ 77521 w 90645"/>
                  <a:gd name="csY1" fmla="*/ 77491 h 90643"/>
                  <a:gd name="csX2" fmla="*/ 90796 w 90645"/>
                  <a:gd name="csY2" fmla="*/ 45444 h 90643"/>
                  <a:gd name="csX3" fmla="*/ 77521 w 90645"/>
                  <a:gd name="csY3" fmla="*/ 13396 h 90643"/>
                  <a:gd name="csX4" fmla="*/ 45473 w 90645"/>
                  <a:gd name="csY4" fmla="*/ 122 h 90643"/>
                  <a:gd name="csX5" fmla="*/ 13425 w 90645"/>
                  <a:gd name="csY5" fmla="*/ 13396 h 90643"/>
                  <a:gd name="csX6" fmla="*/ 151 w 90645"/>
                  <a:gd name="csY6" fmla="*/ 45444 h 90643"/>
                  <a:gd name="csX7" fmla="*/ 13425 w 90645"/>
                  <a:gd name="csY7" fmla="*/ 77491 h 90643"/>
                  <a:gd name="csX8" fmla="*/ 45473 w 90645"/>
                  <a:gd name="csY8" fmla="*/ 9076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3" y="90766"/>
                    </a:moveTo>
                    <a:cubicBezTo>
                      <a:pt x="57493" y="90766"/>
                      <a:pt x="69022" y="85990"/>
                      <a:pt x="77521" y="77491"/>
                    </a:cubicBezTo>
                    <a:cubicBezTo>
                      <a:pt x="86020" y="68992"/>
                      <a:pt x="90796" y="57463"/>
                      <a:pt x="90796" y="45444"/>
                    </a:cubicBezTo>
                    <a:cubicBezTo>
                      <a:pt x="90796" y="33424"/>
                      <a:pt x="86020" y="21895"/>
                      <a:pt x="77521" y="13396"/>
                    </a:cubicBezTo>
                    <a:cubicBezTo>
                      <a:pt x="69022" y="4897"/>
                      <a:pt x="57493" y="122"/>
                      <a:pt x="45473" y="122"/>
                    </a:cubicBezTo>
                    <a:cubicBezTo>
                      <a:pt x="33453" y="122"/>
                      <a:pt x="21924" y="4897"/>
                      <a:pt x="13425" y="13396"/>
                    </a:cubicBezTo>
                    <a:cubicBezTo>
                      <a:pt x="4926" y="21895"/>
                      <a:pt x="151" y="33424"/>
                      <a:pt x="151" y="45444"/>
                    </a:cubicBezTo>
                    <a:cubicBezTo>
                      <a:pt x="151" y="57463"/>
                      <a:pt x="4926" y="68992"/>
                      <a:pt x="13425" y="77491"/>
                    </a:cubicBezTo>
                    <a:cubicBezTo>
                      <a:pt x="21924" y="85990"/>
                      <a:pt x="33453" y="90766"/>
                      <a:pt x="45473" y="9076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0" name="任意多边形: 形状 3379"/>
              <p:cNvSpPr/>
              <p:nvPr/>
            </p:nvSpPr>
            <p:spPr>
              <a:xfrm>
                <a:off x="28164361" y="24652503"/>
                <a:ext cx="180000" cy="180000"/>
              </a:xfrm>
              <a:custGeom>
                <a:avLst/>
                <a:gdLst>
                  <a:gd name="csX0" fmla="*/ 45466 w 90645"/>
                  <a:gd name="csY0" fmla="*/ 90853 h 90643"/>
                  <a:gd name="csX1" fmla="*/ 77514 w 90645"/>
                  <a:gd name="csY1" fmla="*/ 77579 h 90643"/>
                  <a:gd name="csX2" fmla="*/ 90789 w 90645"/>
                  <a:gd name="csY2" fmla="*/ 45531 h 90643"/>
                  <a:gd name="csX3" fmla="*/ 77514 w 90645"/>
                  <a:gd name="csY3" fmla="*/ 13484 h 90643"/>
                  <a:gd name="csX4" fmla="*/ 45466 w 90645"/>
                  <a:gd name="csY4" fmla="*/ 209 h 90643"/>
                  <a:gd name="csX5" fmla="*/ 13418 w 90645"/>
                  <a:gd name="csY5" fmla="*/ 13484 h 90643"/>
                  <a:gd name="csX6" fmla="*/ 144 w 90645"/>
                  <a:gd name="csY6" fmla="*/ 45531 h 90643"/>
                  <a:gd name="csX7" fmla="*/ 13418 w 90645"/>
                  <a:gd name="csY7" fmla="*/ 77579 h 90643"/>
                  <a:gd name="csX8" fmla="*/ 45466 w 90645"/>
                  <a:gd name="csY8" fmla="*/ 9085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6" y="90853"/>
                    </a:moveTo>
                    <a:cubicBezTo>
                      <a:pt x="57486" y="90853"/>
                      <a:pt x="69015" y="86078"/>
                      <a:pt x="77514" y="77579"/>
                    </a:cubicBezTo>
                    <a:cubicBezTo>
                      <a:pt x="86013" y="69080"/>
                      <a:pt x="90789" y="57551"/>
                      <a:pt x="90789" y="45531"/>
                    </a:cubicBezTo>
                    <a:cubicBezTo>
                      <a:pt x="90789" y="33512"/>
                      <a:pt x="86013" y="21983"/>
                      <a:pt x="77514" y="13484"/>
                    </a:cubicBezTo>
                    <a:cubicBezTo>
                      <a:pt x="69015" y="4985"/>
                      <a:pt x="57486" y="209"/>
                      <a:pt x="45466" y="209"/>
                    </a:cubicBezTo>
                    <a:cubicBezTo>
                      <a:pt x="33447" y="209"/>
                      <a:pt x="21918" y="4985"/>
                      <a:pt x="13418" y="13484"/>
                    </a:cubicBezTo>
                    <a:cubicBezTo>
                      <a:pt x="4919" y="21983"/>
                      <a:pt x="144" y="33512"/>
                      <a:pt x="144" y="45531"/>
                    </a:cubicBezTo>
                    <a:cubicBezTo>
                      <a:pt x="144" y="57551"/>
                      <a:pt x="4919" y="69080"/>
                      <a:pt x="13418" y="77579"/>
                    </a:cubicBezTo>
                    <a:cubicBezTo>
                      <a:pt x="21918" y="86078"/>
                      <a:pt x="33447" y="90853"/>
                      <a:pt x="45466" y="9085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1" name="任意多边形: 形状 3380"/>
              <p:cNvSpPr/>
              <p:nvPr/>
            </p:nvSpPr>
            <p:spPr>
              <a:xfrm>
                <a:off x="31941146" y="20706532"/>
                <a:ext cx="180000" cy="180000"/>
              </a:xfrm>
              <a:custGeom>
                <a:avLst/>
                <a:gdLst>
                  <a:gd name="csX0" fmla="*/ 45584 w 90645"/>
                  <a:gd name="csY0" fmla="*/ 90730 h 90643"/>
                  <a:gd name="csX1" fmla="*/ 77632 w 90645"/>
                  <a:gd name="csY1" fmla="*/ 77456 h 90643"/>
                  <a:gd name="csX2" fmla="*/ 90907 w 90645"/>
                  <a:gd name="csY2" fmla="*/ 45408 h 90643"/>
                  <a:gd name="csX3" fmla="*/ 77632 w 90645"/>
                  <a:gd name="csY3" fmla="*/ 13361 h 90643"/>
                  <a:gd name="csX4" fmla="*/ 45584 w 90645"/>
                  <a:gd name="csY4" fmla="*/ 86 h 90643"/>
                  <a:gd name="csX5" fmla="*/ 13536 w 90645"/>
                  <a:gd name="csY5" fmla="*/ 13361 h 90643"/>
                  <a:gd name="csX6" fmla="*/ 262 w 90645"/>
                  <a:gd name="csY6" fmla="*/ 45408 h 90643"/>
                  <a:gd name="csX7" fmla="*/ 13536 w 90645"/>
                  <a:gd name="csY7" fmla="*/ 77456 h 90643"/>
                  <a:gd name="csX8" fmla="*/ 45584 w 90645"/>
                  <a:gd name="csY8" fmla="*/ 9073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4" y="90730"/>
                    </a:moveTo>
                    <a:cubicBezTo>
                      <a:pt x="57604" y="90730"/>
                      <a:pt x="69133" y="85955"/>
                      <a:pt x="77632" y="77456"/>
                    </a:cubicBezTo>
                    <a:cubicBezTo>
                      <a:pt x="86131" y="68956"/>
                      <a:pt x="90907" y="57428"/>
                      <a:pt x="90907" y="45408"/>
                    </a:cubicBezTo>
                    <a:cubicBezTo>
                      <a:pt x="90907" y="33389"/>
                      <a:pt x="86131" y="21860"/>
                      <a:pt x="77632" y="13361"/>
                    </a:cubicBezTo>
                    <a:cubicBezTo>
                      <a:pt x="69133" y="4862"/>
                      <a:pt x="57604" y="86"/>
                      <a:pt x="45584" y="86"/>
                    </a:cubicBezTo>
                    <a:cubicBezTo>
                      <a:pt x="33564" y="86"/>
                      <a:pt x="22035" y="4862"/>
                      <a:pt x="13536" y="13361"/>
                    </a:cubicBezTo>
                    <a:cubicBezTo>
                      <a:pt x="5037" y="21860"/>
                      <a:pt x="262" y="33389"/>
                      <a:pt x="262" y="45408"/>
                    </a:cubicBezTo>
                    <a:cubicBezTo>
                      <a:pt x="262" y="57428"/>
                      <a:pt x="5037" y="68956"/>
                      <a:pt x="13536" y="77456"/>
                    </a:cubicBezTo>
                    <a:cubicBezTo>
                      <a:pt x="22035" y="85955"/>
                      <a:pt x="33564" y="90730"/>
                      <a:pt x="45584" y="9073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2" name="任意多边形: 形状 3381"/>
              <p:cNvSpPr/>
              <p:nvPr/>
            </p:nvSpPr>
            <p:spPr>
              <a:xfrm>
                <a:off x="30170803" y="23175702"/>
                <a:ext cx="180000" cy="180000"/>
              </a:xfrm>
              <a:custGeom>
                <a:avLst/>
                <a:gdLst>
                  <a:gd name="csX0" fmla="*/ 45529 w 90645"/>
                  <a:gd name="csY0" fmla="*/ 90807 h 90643"/>
                  <a:gd name="csX1" fmla="*/ 77577 w 90645"/>
                  <a:gd name="csY1" fmla="*/ 77533 h 90643"/>
                  <a:gd name="csX2" fmla="*/ 90851 w 90645"/>
                  <a:gd name="csY2" fmla="*/ 45485 h 90643"/>
                  <a:gd name="csX3" fmla="*/ 77577 w 90645"/>
                  <a:gd name="csY3" fmla="*/ 13438 h 90643"/>
                  <a:gd name="csX4" fmla="*/ 45529 w 90645"/>
                  <a:gd name="csY4" fmla="*/ 163 h 90643"/>
                  <a:gd name="csX5" fmla="*/ 13481 w 90645"/>
                  <a:gd name="csY5" fmla="*/ 13438 h 90643"/>
                  <a:gd name="csX6" fmla="*/ 206 w 90645"/>
                  <a:gd name="csY6" fmla="*/ 45485 h 90643"/>
                  <a:gd name="csX7" fmla="*/ 13481 w 90645"/>
                  <a:gd name="csY7" fmla="*/ 77533 h 90643"/>
                  <a:gd name="csX8" fmla="*/ 45529 w 90645"/>
                  <a:gd name="csY8" fmla="*/ 9080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9" y="90807"/>
                    </a:moveTo>
                    <a:cubicBezTo>
                      <a:pt x="57549" y="90807"/>
                      <a:pt x="69078" y="86032"/>
                      <a:pt x="77577" y="77533"/>
                    </a:cubicBezTo>
                    <a:cubicBezTo>
                      <a:pt x="86076" y="69034"/>
                      <a:pt x="90851" y="57505"/>
                      <a:pt x="90851" y="45485"/>
                    </a:cubicBezTo>
                    <a:cubicBezTo>
                      <a:pt x="90851" y="33466"/>
                      <a:pt x="86076" y="21937"/>
                      <a:pt x="77577" y="13438"/>
                    </a:cubicBezTo>
                    <a:cubicBezTo>
                      <a:pt x="69078" y="4939"/>
                      <a:pt x="57549" y="163"/>
                      <a:pt x="45529" y="163"/>
                    </a:cubicBezTo>
                    <a:cubicBezTo>
                      <a:pt x="33509" y="163"/>
                      <a:pt x="21980" y="4939"/>
                      <a:pt x="13481" y="13438"/>
                    </a:cubicBezTo>
                    <a:cubicBezTo>
                      <a:pt x="4982" y="21937"/>
                      <a:pt x="206" y="33466"/>
                      <a:pt x="206" y="45485"/>
                    </a:cubicBezTo>
                    <a:cubicBezTo>
                      <a:pt x="206" y="57505"/>
                      <a:pt x="4982" y="69034"/>
                      <a:pt x="13481" y="77533"/>
                    </a:cubicBezTo>
                    <a:cubicBezTo>
                      <a:pt x="21980" y="86032"/>
                      <a:pt x="33509" y="90807"/>
                      <a:pt x="45529" y="9080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3" name="任意多边形: 形状 3382"/>
              <p:cNvSpPr/>
              <p:nvPr/>
            </p:nvSpPr>
            <p:spPr>
              <a:xfrm>
                <a:off x="29706743" y="22863555"/>
                <a:ext cx="180000" cy="180000"/>
              </a:xfrm>
              <a:custGeom>
                <a:avLst/>
                <a:gdLst>
                  <a:gd name="csX0" fmla="*/ 45514 w 90645"/>
                  <a:gd name="csY0" fmla="*/ 90797 h 90643"/>
                  <a:gd name="csX1" fmla="*/ 77562 w 90645"/>
                  <a:gd name="csY1" fmla="*/ 77523 h 90643"/>
                  <a:gd name="csX2" fmla="*/ 90837 w 90645"/>
                  <a:gd name="csY2" fmla="*/ 45475 h 90643"/>
                  <a:gd name="csX3" fmla="*/ 77562 w 90645"/>
                  <a:gd name="csY3" fmla="*/ 13428 h 90643"/>
                  <a:gd name="csX4" fmla="*/ 45514 w 90645"/>
                  <a:gd name="csY4" fmla="*/ 153 h 90643"/>
                  <a:gd name="csX5" fmla="*/ 13467 w 90645"/>
                  <a:gd name="csY5" fmla="*/ 13428 h 90643"/>
                  <a:gd name="csX6" fmla="*/ 192 w 90645"/>
                  <a:gd name="csY6" fmla="*/ 45475 h 90643"/>
                  <a:gd name="csX7" fmla="*/ 13467 w 90645"/>
                  <a:gd name="csY7" fmla="*/ 77523 h 90643"/>
                  <a:gd name="csX8" fmla="*/ 45514 w 90645"/>
                  <a:gd name="csY8" fmla="*/ 9079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4" y="90797"/>
                    </a:moveTo>
                    <a:cubicBezTo>
                      <a:pt x="57534" y="90797"/>
                      <a:pt x="69063" y="86022"/>
                      <a:pt x="77562" y="77523"/>
                    </a:cubicBezTo>
                    <a:cubicBezTo>
                      <a:pt x="86061" y="69024"/>
                      <a:pt x="90837" y="57495"/>
                      <a:pt x="90837" y="45475"/>
                    </a:cubicBezTo>
                    <a:cubicBezTo>
                      <a:pt x="90837" y="33456"/>
                      <a:pt x="86061" y="21927"/>
                      <a:pt x="77562" y="13428"/>
                    </a:cubicBezTo>
                    <a:cubicBezTo>
                      <a:pt x="69063" y="4929"/>
                      <a:pt x="57534" y="153"/>
                      <a:pt x="45514" y="153"/>
                    </a:cubicBezTo>
                    <a:cubicBezTo>
                      <a:pt x="33495" y="153"/>
                      <a:pt x="21966" y="4929"/>
                      <a:pt x="13467" y="13428"/>
                    </a:cubicBezTo>
                    <a:cubicBezTo>
                      <a:pt x="4967" y="21927"/>
                      <a:pt x="192" y="33456"/>
                      <a:pt x="192" y="45475"/>
                    </a:cubicBezTo>
                    <a:cubicBezTo>
                      <a:pt x="192" y="57495"/>
                      <a:pt x="4967" y="69024"/>
                      <a:pt x="13467" y="77523"/>
                    </a:cubicBezTo>
                    <a:cubicBezTo>
                      <a:pt x="21966" y="86022"/>
                      <a:pt x="33495" y="90797"/>
                      <a:pt x="45514" y="9079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4" name="任意多边形: 形状 3383"/>
              <p:cNvSpPr/>
              <p:nvPr/>
            </p:nvSpPr>
            <p:spPr>
              <a:xfrm>
                <a:off x="29469355" y="24109187"/>
                <a:ext cx="180000" cy="180000"/>
              </a:xfrm>
              <a:custGeom>
                <a:avLst/>
                <a:gdLst>
                  <a:gd name="csX0" fmla="*/ 45507 w 90645"/>
                  <a:gd name="csY0" fmla="*/ 90836 h 90643"/>
                  <a:gd name="csX1" fmla="*/ 77555 w 90645"/>
                  <a:gd name="csY1" fmla="*/ 77562 h 90643"/>
                  <a:gd name="csX2" fmla="*/ 90830 w 90645"/>
                  <a:gd name="csY2" fmla="*/ 45514 h 90643"/>
                  <a:gd name="csX3" fmla="*/ 77555 w 90645"/>
                  <a:gd name="csY3" fmla="*/ 13467 h 90643"/>
                  <a:gd name="csX4" fmla="*/ 45507 w 90645"/>
                  <a:gd name="csY4" fmla="*/ 192 h 90643"/>
                  <a:gd name="csX5" fmla="*/ 13459 w 90645"/>
                  <a:gd name="csY5" fmla="*/ 13467 h 90643"/>
                  <a:gd name="csX6" fmla="*/ 184 w 90645"/>
                  <a:gd name="csY6" fmla="*/ 45514 h 90643"/>
                  <a:gd name="csX7" fmla="*/ 13459 w 90645"/>
                  <a:gd name="csY7" fmla="*/ 77562 h 90643"/>
                  <a:gd name="csX8" fmla="*/ 45507 w 90645"/>
                  <a:gd name="csY8" fmla="*/ 908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7" y="90836"/>
                    </a:moveTo>
                    <a:cubicBezTo>
                      <a:pt x="57527" y="90836"/>
                      <a:pt x="69056" y="86061"/>
                      <a:pt x="77555" y="77562"/>
                    </a:cubicBezTo>
                    <a:cubicBezTo>
                      <a:pt x="86054" y="69063"/>
                      <a:pt x="90830" y="57534"/>
                      <a:pt x="90830" y="45514"/>
                    </a:cubicBezTo>
                    <a:cubicBezTo>
                      <a:pt x="90830" y="33495"/>
                      <a:pt x="86054" y="21966"/>
                      <a:pt x="77555" y="13467"/>
                    </a:cubicBezTo>
                    <a:cubicBezTo>
                      <a:pt x="69056" y="4968"/>
                      <a:pt x="57527" y="192"/>
                      <a:pt x="45507" y="192"/>
                    </a:cubicBezTo>
                    <a:cubicBezTo>
                      <a:pt x="33487" y="192"/>
                      <a:pt x="21958" y="4968"/>
                      <a:pt x="13459" y="13467"/>
                    </a:cubicBezTo>
                    <a:cubicBezTo>
                      <a:pt x="4960" y="21966"/>
                      <a:pt x="184" y="33495"/>
                      <a:pt x="184" y="45514"/>
                    </a:cubicBezTo>
                    <a:cubicBezTo>
                      <a:pt x="184" y="57534"/>
                      <a:pt x="4960" y="69063"/>
                      <a:pt x="13459" y="77562"/>
                    </a:cubicBezTo>
                    <a:cubicBezTo>
                      <a:pt x="21958" y="86061"/>
                      <a:pt x="33487" y="90836"/>
                      <a:pt x="45507" y="908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5" name="任意多边形: 形状 3384"/>
              <p:cNvSpPr/>
              <p:nvPr/>
            </p:nvSpPr>
            <p:spPr>
              <a:xfrm>
                <a:off x="29963254" y="21488540"/>
                <a:ext cx="180000" cy="180000"/>
              </a:xfrm>
              <a:custGeom>
                <a:avLst/>
                <a:gdLst>
                  <a:gd name="csX0" fmla="*/ 45522 w 90645"/>
                  <a:gd name="csY0" fmla="*/ 90754 h 90643"/>
                  <a:gd name="csX1" fmla="*/ 77570 w 90645"/>
                  <a:gd name="csY1" fmla="*/ 77480 h 90643"/>
                  <a:gd name="csX2" fmla="*/ 90845 w 90645"/>
                  <a:gd name="csY2" fmla="*/ 45432 h 90643"/>
                  <a:gd name="csX3" fmla="*/ 77570 w 90645"/>
                  <a:gd name="csY3" fmla="*/ 13385 h 90643"/>
                  <a:gd name="csX4" fmla="*/ 45522 w 90645"/>
                  <a:gd name="csY4" fmla="*/ 110 h 90643"/>
                  <a:gd name="csX5" fmla="*/ 13475 w 90645"/>
                  <a:gd name="csY5" fmla="*/ 13385 h 90643"/>
                  <a:gd name="csX6" fmla="*/ 200 w 90645"/>
                  <a:gd name="csY6" fmla="*/ 45432 h 90643"/>
                  <a:gd name="csX7" fmla="*/ 13475 w 90645"/>
                  <a:gd name="csY7" fmla="*/ 77480 h 90643"/>
                  <a:gd name="csX8" fmla="*/ 45522 w 90645"/>
                  <a:gd name="csY8" fmla="*/ 9075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2" y="90754"/>
                    </a:moveTo>
                    <a:cubicBezTo>
                      <a:pt x="57542" y="90754"/>
                      <a:pt x="69071" y="85979"/>
                      <a:pt x="77570" y="77480"/>
                    </a:cubicBezTo>
                    <a:cubicBezTo>
                      <a:pt x="86069" y="68981"/>
                      <a:pt x="90845" y="57452"/>
                      <a:pt x="90845" y="45432"/>
                    </a:cubicBezTo>
                    <a:cubicBezTo>
                      <a:pt x="90845" y="33413"/>
                      <a:pt x="86069" y="21884"/>
                      <a:pt x="77570" y="13385"/>
                    </a:cubicBezTo>
                    <a:cubicBezTo>
                      <a:pt x="69071" y="4886"/>
                      <a:pt x="57542" y="110"/>
                      <a:pt x="45522" y="110"/>
                    </a:cubicBezTo>
                    <a:cubicBezTo>
                      <a:pt x="33503" y="110"/>
                      <a:pt x="21974" y="4886"/>
                      <a:pt x="13475" y="13385"/>
                    </a:cubicBezTo>
                    <a:cubicBezTo>
                      <a:pt x="4975" y="21884"/>
                      <a:pt x="200" y="33413"/>
                      <a:pt x="200" y="45432"/>
                    </a:cubicBezTo>
                    <a:cubicBezTo>
                      <a:pt x="200" y="57452"/>
                      <a:pt x="4975" y="68981"/>
                      <a:pt x="13475" y="77480"/>
                    </a:cubicBezTo>
                    <a:cubicBezTo>
                      <a:pt x="21974" y="85979"/>
                      <a:pt x="33503" y="90754"/>
                      <a:pt x="45522" y="9075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6" name="任意多边形: 形状 3385"/>
              <p:cNvSpPr/>
              <p:nvPr/>
            </p:nvSpPr>
            <p:spPr>
              <a:xfrm>
                <a:off x="31432805" y="23761509"/>
                <a:ext cx="180000" cy="180000"/>
              </a:xfrm>
              <a:custGeom>
                <a:avLst/>
                <a:gdLst>
                  <a:gd name="csX0" fmla="*/ 45568 w 90645"/>
                  <a:gd name="csY0" fmla="*/ 90825 h 90643"/>
                  <a:gd name="csX1" fmla="*/ 77616 w 90645"/>
                  <a:gd name="csY1" fmla="*/ 77551 h 90643"/>
                  <a:gd name="csX2" fmla="*/ 90891 w 90645"/>
                  <a:gd name="csY2" fmla="*/ 45503 h 90643"/>
                  <a:gd name="csX3" fmla="*/ 77616 w 90645"/>
                  <a:gd name="csY3" fmla="*/ 13456 h 90643"/>
                  <a:gd name="csX4" fmla="*/ 45568 w 90645"/>
                  <a:gd name="csY4" fmla="*/ 181 h 90643"/>
                  <a:gd name="csX5" fmla="*/ 13520 w 90645"/>
                  <a:gd name="csY5" fmla="*/ 13456 h 90643"/>
                  <a:gd name="csX6" fmla="*/ 246 w 90645"/>
                  <a:gd name="csY6" fmla="*/ 45503 h 90643"/>
                  <a:gd name="csX7" fmla="*/ 13520 w 90645"/>
                  <a:gd name="csY7" fmla="*/ 77551 h 90643"/>
                  <a:gd name="csX8" fmla="*/ 45568 w 90645"/>
                  <a:gd name="csY8" fmla="*/ 908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8" y="90825"/>
                    </a:moveTo>
                    <a:cubicBezTo>
                      <a:pt x="57588" y="90825"/>
                      <a:pt x="69117" y="86050"/>
                      <a:pt x="77616" y="77551"/>
                    </a:cubicBezTo>
                    <a:cubicBezTo>
                      <a:pt x="86115" y="69052"/>
                      <a:pt x="90891" y="57523"/>
                      <a:pt x="90891" y="45503"/>
                    </a:cubicBezTo>
                    <a:cubicBezTo>
                      <a:pt x="90891" y="33484"/>
                      <a:pt x="86115" y="21955"/>
                      <a:pt x="77616" y="13456"/>
                    </a:cubicBezTo>
                    <a:cubicBezTo>
                      <a:pt x="69117" y="4957"/>
                      <a:pt x="57588" y="181"/>
                      <a:pt x="45568" y="181"/>
                    </a:cubicBezTo>
                    <a:cubicBezTo>
                      <a:pt x="33549" y="181"/>
                      <a:pt x="22020" y="4957"/>
                      <a:pt x="13520" y="13456"/>
                    </a:cubicBezTo>
                    <a:cubicBezTo>
                      <a:pt x="5021" y="21955"/>
                      <a:pt x="246" y="33484"/>
                      <a:pt x="246" y="45503"/>
                    </a:cubicBezTo>
                    <a:cubicBezTo>
                      <a:pt x="246" y="57523"/>
                      <a:pt x="5021" y="69052"/>
                      <a:pt x="13520" y="77551"/>
                    </a:cubicBezTo>
                    <a:cubicBezTo>
                      <a:pt x="22020" y="86050"/>
                      <a:pt x="33549" y="90825"/>
                      <a:pt x="45568" y="908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7" name="任意多边形: 形状 3386"/>
              <p:cNvSpPr/>
              <p:nvPr/>
            </p:nvSpPr>
            <p:spPr>
              <a:xfrm>
                <a:off x="27546874" y="22298142"/>
                <a:ext cx="180000" cy="180000"/>
              </a:xfrm>
              <a:custGeom>
                <a:avLst/>
                <a:gdLst>
                  <a:gd name="csX0" fmla="*/ 45447 w 90645"/>
                  <a:gd name="csY0" fmla="*/ 90780 h 90643"/>
                  <a:gd name="csX1" fmla="*/ 77495 w 90645"/>
                  <a:gd name="csY1" fmla="*/ 77505 h 90643"/>
                  <a:gd name="csX2" fmla="*/ 90770 w 90645"/>
                  <a:gd name="csY2" fmla="*/ 45458 h 90643"/>
                  <a:gd name="csX3" fmla="*/ 77495 w 90645"/>
                  <a:gd name="csY3" fmla="*/ 13410 h 90643"/>
                  <a:gd name="csX4" fmla="*/ 45447 w 90645"/>
                  <a:gd name="csY4" fmla="*/ 136 h 90643"/>
                  <a:gd name="csX5" fmla="*/ 13399 w 90645"/>
                  <a:gd name="csY5" fmla="*/ 13410 h 90643"/>
                  <a:gd name="csX6" fmla="*/ 124 w 90645"/>
                  <a:gd name="csY6" fmla="*/ 45458 h 90643"/>
                  <a:gd name="csX7" fmla="*/ 13399 w 90645"/>
                  <a:gd name="csY7" fmla="*/ 77505 h 90643"/>
                  <a:gd name="csX8" fmla="*/ 45447 w 90645"/>
                  <a:gd name="csY8" fmla="*/ 9078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7" y="90780"/>
                    </a:moveTo>
                    <a:cubicBezTo>
                      <a:pt x="57467" y="90780"/>
                      <a:pt x="68996" y="86004"/>
                      <a:pt x="77495" y="77505"/>
                    </a:cubicBezTo>
                    <a:cubicBezTo>
                      <a:pt x="85994" y="69006"/>
                      <a:pt x="90770" y="57477"/>
                      <a:pt x="90770" y="45458"/>
                    </a:cubicBezTo>
                    <a:cubicBezTo>
                      <a:pt x="90770" y="33438"/>
                      <a:pt x="85994" y="21909"/>
                      <a:pt x="77495" y="13410"/>
                    </a:cubicBezTo>
                    <a:cubicBezTo>
                      <a:pt x="68996" y="4911"/>
                      <a:pt x="57467" y="136"/>
                      <a:pt x="45447" y="136"/>
                    </a:cubicBezTo>
                    <a:cubicBezTo>
                      <a:pt x="33427" y="136"/>
                      <a:pt x="21898" y="4911"/>
                      <a:pt x="13399" y="13410"/>
                    </a:cubicBezTo>
                    <a:cubicBezTo>
                      <a:pt x="4900" y="21909"/>
                      <a:pt x="124" y="33438"/>
                      <a:pt x="124" y="45458"/>
                    </a:cubicBezTo>
                    <a:cubicBezTo>
                      <a:pt x="124" y="57477"/>
                      <a:pt x="4900" y="69006"/>
                      <a:pt x="13399" y="77505"/>
                    </a:cubicBezTo>
                    <a:cubicBezTo>
                      <a:pt x="21898" y="86004"/>
                      <a:pt x="33427" y="90780"/>
                      <a:pt x="45447" y="9078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8" name="任意多边形: 形状 3387"/>
              <p:cNvSpPr/>
              <p:nvPr/>
            </p:nvSpPr>
            <p:spPr>
              <a:xfrm>
                <a:off x="28692432" y="22979990"/>
                <a:ext cx="180000" cy="180000"/>
              </a:xfrm>
              <a:custGeom>
                <a:avLst/>
                <a:gdLst>
                  <a:gd name="csX0" fmla="*/ 45483 w 90645"/>
                  <a:gd name="csY0" fmla="*/ 90801 h 90643"/>
                  <a:gd name="csX1" fmla="*/ 77531 w 90645"/>
                  <a:gd name="csY1" fmla="*/ 77526 h 90643"/>
                  <a:gd name="csX2" fmla="*/ 90805 w 90645"/>
                  <a:gd name="csY2" fmla="*/ 45479 h 90643"/>
                  <a:gd name="csX3" fmla="*/ 77531 w 90645"/>
                  <a:gd name="csY3" fmla="*/ 13432 h 90643"/>
                  <a:gd name="csX4" fmla="*/ 45483 w 90645"/>
                  <a:gd name="csY4" fmla="*/ 157 h 90643"/>
                  <a:gd name="csX5" fmla="*/ 13435 w 90645"/>
                  <a:gd name="csY5" fmla="*/ 13432 h 90643"/>
                  <a:gd name="csX6" fmla="*/ 160 w 90645"/>
                  <a:gd name="csY6" fmla="*/ 45479 h 90643"/>
                  <a:gd name="csX7" fmla="*/ 13435 w 90645"/>
                  <a:gd name="csY7" fmla="*/ 77526 h 90643"/>
                  <a:gd name="csX8" fmla="*/ 45483 w 90645"/>
                  <a:gd name="csY8" fmla="*/ 9080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3" y="90801"/>
                    </a:moveTo>
                    <a:cubicBezTo>
                      <a:pt x="57502" y="90801"/>
                      <a:pt x="69031" y="86026"/>
                      <a:pt x="77531" y="77526"/>
                    </a:cubicBezTo>
                    <a:cubicBezTo>
                      <a:pt x="86030" y="69027"/>
                      <a:pt x="90805" y="57499"/>
                      <a:pt x="90805" y="45479"/>
                    </a:cubicBezTo>
                    <a:cubicBezTo>
                      <a:pt x="90805" y="33459"/>
                      <a:pt x="86030" y="21931"/>
                      <a:pt x="77531" y="13432"/>
                    </a:cubicBezTo>
                    <a:cubicBezTo>
                      <a:pt x="69031" y="4932"/>
                      <a:pt x="57502" y="157"/>
                      <a:pt x="45483" y="157"/>
                    </a:cubicBezTo>
                    <a:cubicBezTo>
                      <a:pt x="33463" y="157"/>
                      <a:pt x="21934" y="4932"/>
                      <a:pt x="13435" y="13432"/>
                    </a:cubicBezTo>
                    <a:cubicBezTo>
                      <a:pt x="4936" y="21931"/>
                      <a:pt x="160" y="33459"/>
                      <a:pt x="160" y="45479"/>
                    </a:cubicBezTo>
                    <a:cubicBezTo>
                      <a:pt x="160" y="57499"/>
                      <a:pt x="4936" y="69027"/>
                      <a:pt x="13435" y="77526"/>
                    </a:cubicBezTo>
                    <a:cubicBezTo>
                      <a:pt x="21934" y="86026"/>
                      <a:pt x="33463" y="90801"/>
                      <a:pt x="45483" y="9080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89" name="任意多边形: 形状 3388"/>
              <p:cNvSpPr/>
              <p:nvPr/>
            </p:nvSpPr>
            <p:spPr>
              <a:xfrm>
                <a:off x="31217950" y="22659749"/>
                <a:ext cx="180000" cy="180000"/>
              </a:xfrm>
              <a:custGeom>
                <a:avLst/>
                <a:gdLst>
                  <a:gd name="csX0" fmla="*/ 45562 w 90645"/>
                  <a:gd name="csY0" fmla="*/ 90791 h 90643"/>
                  <a:gd name="csX1" fmla="*/ 77609 w 90645"/>
                  <a:gd name="csY1" fmla="*/ 77516 h 90643"/>
                  <a:gd name="csX2" fmla="*/ 90884 w 90645"/>
                  <a:gd name="csY2" fmla="*/ 45469 h 90643"/>
                  <a:gd name="csX3" fmla="*/ 77609 w 90645"/>
                  <a:gd name="csY3" fmla="*/ 13422 h 90643"/>
                  <a:gd name="csX4" fmla="*/ 45562 w 90645"/>
                  <a:gd name="csY4" fmla="*/ 147 h 90643"/>
                  <a:gd name="csX5" fmla="*/ 13514 w 90645"/>
                  <a:gd name="csY5" fmla="*/ 13422 h 90643"/>
                  <a:gd name="csX6" fmla="*/ 239 w 90645"/>
                  <a:gd name="csY6" fmla="*/ 45469 h 90643"/>
                  <a:gd name="csX7" fmla="*/ 13514 w 90645"/>
                  <a:gd name="csY7" fmla="*/ 77516 h 90643"/>
                  <a:gd name="csX8" fmla="*/ 45562 w 90645"/>
                  <a:gd name="csY8" fmla="*/ 9079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2" y="90791"/>
                    </a:moveTo>
                    <a:cubicBezTo>
                      <a:pt x="57581" y="90791"/>
                      <a:pt x="69110" y="86016"/>
                      <a:pt x="77609" y="77516"/>
                    </a:cubicBezTo>
                    <a:cubicBezTo>
                      <a:pt x="86109" y="69017"/>
                      <a:pt x="90884" y="57489"/>
                      <a:pt x="90884" y="45469"/>
                    </a:cubicBezTo>
                    <a:cubicBezTo>
                      <a:pt x="90884" y="33449"/>
                      <a:pt x="86109" y="21921"/>
                      <a:pt x="77609" y="13422"/>
                    </a:cubicBezTo>
                    <a:cubicBezTo>
                      <a:pt x="69110" y="4922"/>
                      <a:pt x="57581" y="147"/>
                      <a:pt x="45562" y="147"/>
                    </a:cubicBezTo>
                    <a:cubicBezTo>
                      <a:pt x="33542" y="147"/>
                      <a:pt x="22013" y="4922"/>
                      <a:pt x="13514" y="13422"/>
                    </a:cubicBezTo>
                    <a:cubicBezTo>
                      <a:pt x="5015" y="21921"/>
                      <a:pt x="239" y="33449"/>
                      <a:pt x="239" y="45469"/>
                    </a:cubicBezTo>
                    <a:cubicBezTo>
                      <a:pt x="239" y="57489"/>
                      <a:pt x="5015" y="69017"/>
                      <a:pt x="13514" y="77516"/>
                    </a:cubicBezTo>
                    <a:cubicBezTo>
                      <a:pt x="22013" y="86016"/>
                      <a:pt x="33542" y="90791"/>
                      <a:pt x="45562" y="9079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0" name="任意多边形: 形状 3389"/>
              <p:cNvSpPr/>
              <p:nvPr/>
            </p:nvSpPr>
            <p:spPr>
              <a:xfrm>
                <a:off x="30542520" y="25312954"/>
                <a:ext cx="180000" cy="180000"/>
              </a:xfrm>
              <a:custGeom>
                <a:avLst/>
                <a:gdLst>
                  <a:gd name="csX0" fmla="*/ 45541 w 90645"/>
                  <a:gd name="csY0" fmla="*/ 90874 h 90643"/>
                  <a:gd name="csX1" fmla="*/ 77588 w 90645"/>
                  <a:gd name="csY1" fmla="*/ 77599 h 90643"/>
                  <a:gd name="csX2" fmla="*/ 90863 w 90645"/>
                  <a:gd name="csY2" fmla="*/ 45552 h 90643"/>
                  <a:gd name="csX3" fmla="*/ 77588 w 90645"/>
                  <a:gd name="csY3" fmla="*/ 13504 h 90643"/>
                  <a:gd name="csX4" fmla="*/ 45541 w 90645"/>
                  <a:gd name="csY4" fmla="*/ 230 h 90643"/>
                  <a:gd name="csX5" fmla="*/ 13493 w 90645"/>
                  <a:gd name="csY5" fmla="*/ 13504 h 90643"/>
                  <a:gd name="csX6" fmla="*/ 218 w 90645"/>
                  <a:gd name="csY6" fmla="*/ 45552 h 90643"/>
                  <a:gd name="csX7" fmla="*/ 13493 w 90645"/>
                  <a:gd name="csY7" fmla="*/ 77599 h 90643"/>
                  <a:gd name="csX8" fmla="*/ 45541 w 90645"/>
                  <a:gd name="csY8" fmla="*/ 9087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1" y="90874"/>
                    </a:moveTo>
                    <a:cubicBezTo>
                      <a:pt x="57560" y="90874"/>
                      <a:pt x="69089" y="86098"/>
                      <a:pt x="77588" y="77599"/>
                    </a:cubicBezTo>
                    <a:cubicBezTo>
                      <a:pt x="86088" y="69100"/>
                      <a:pt x="90863" y="57571"/>
                      <a:pt x="90863" y="45552"/>
                    </a:cubicBezTo>
                    <a:cubicBezTo>
                      <a:pt x="90863" y="33532"/>
                      <a:pt x="86088" y="22003"/>
                      <a:pt x="77588" y="13504"/>
                    </a:cubicBezTo>
                    <a:cubicBezTo>
                      <a:pt x="69089" y="5005"/>
                      <a:pt x="57560" y="230"/>
                      <a:pt x="45541" y="230"/>
                    </a:cubicBezTo>
                    <a:cubicBezTo>
                      <a:pt x="33521" y="230"/>
                      <a:pt x="21992" y="5005"/>
                      <a:pt x="13493" y="13504"/>
                    </a:cubicBezTo>
                    <a:cubicBezTo>
                      <a:pt x="4993" y="22003"/>
                      <a:pt x="218" y="33532"/>
                      <a:pt x="218" y="45552"/>
                    </a:cubicBezTo>
                    <a:cubicBezTo>
                      <a:pt x="218" y="57571"/>
                      <a:pt x="4993" y="69100"/>
                      <a:pt x="13493" y="77599"/>
                    </a:cubicBezTo>
                    <a:cubicBezTo>
                      <a:pt x="21992" y="86098"/>
                      <a:pt x="33521" y="90874"/>
                      <a:pt x="45541" y="9087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1" name="任意多边形: 形状 3390"/>
              <p:cNvSpPr/>
              <p:nvPr/>
            </p:nvSpPr>
            <p:spPr>
              <a:xfrm>
                <a:off x="29355306" y="21331684"/>
                <a:ext cx="180000" cy="180000"/>
              </a:xfrm>
              <a:custGeom>
                <a:avLst/>
                <a:gdLst>
                  <a:gd name="csX0" fmla="*/ 45503 w 90645"/>
                  <a:gd name="csY0" fmla="*/ 90750 h 90643"/>
                  <a:gd name="csX1" fmla="*/ 77551 w 90645"/>
                  <a:gd name="csY1" fmla="*/ 77475 h 90643"/>
                  <a:gd name="csX2" fmla="*/ 90826 w 90645"/>
                  <a:gd name="csY2" fmla="*/ 45428 h 90643"/>
                  <a:gd name="csX3" fmla="*/ 77551 w 90645"/>
                  <a:gd name="csY3" fmla="*/ 13380 h 90643"/>
                  <a:gd name="csX4" fmla="*/ 45503 w 90645"/>
                  <a:gd name="csY4" fmla="*/ 106 h 90643"/>
                  <a:gd name="csX5" fmla="*/ 13456 w 90645"/>
                  <a:gd name="csY5" fmla="*/ 13380 h 90643"/>
                  <a:gd name="csX6" fmla="*/ 181 w 90645"/>
                  <a:gd name="csY6" fmla="*/ 45428 h 90643"/>
                  <a:gd name="csX7" fmla="*/ 13456 w 90645"/>
                  <a:gd name="csY7" fmla="*/ 77475 h 90643"/>
                  <a:gd name="csX8" fmla="*/ 45503 w 90645"/>
                  <a:gd name="csY8" fmla="*/ 9075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3" y="90750"/>
                    </a:moveTo>
                    <a:cubicBezTo>
                      <a:pt x="57523" y="90750"/>
                      <a:pt x="69052" y="85974"/>
                      <a:pt x="77551" y="77475"/>
                    </a:cubicBezTo>
                    <a:cubicBezTo>
                      <a:pt x="86051" y="68976"/>
                      <a:pt x="90826" y="57447"/>
                      <a:pt x="90826" y="45428"/>
                    </a:cubicBezTo>
                    <a:cubicBezTo>
                      <a:pt x="90826" y="33408"/>
                      <a:pt x="86051" y="21879"/>
                      <a:pt x="77551" y="13380"/>
                    </a:cubicBezTo>
                    <a:cubicBezTo>
                      <a:pt x="69052" y="4881"/>
                      <a:pt x="57523" y="106"/>
                      <a:pt x="45503" y="106"/>
                    </a:cubicBezTo>
                    <a:cubicBezTo>
                      <a:pt x="33484" y="106"/>
                      <a:pt x="21955" y="4881"/>
                      <a:pt x="13456" y="13380"/>
                    </a:cubicBezTo>
                    <a:cubicBezTo>
                      <a:pt x="4956" y="21879"/>
                      <a:pt x="181" y="33408"/>
                      <a:pt x="181" y="45428"/>
                    </a:cubicBezTo>
                    <a:cubicBezTo>
                      <a:pt x="181" y="57447"/>
                      <a:pt x="4956" y="68976"/>
                      <a:pt x="13456" y="77475"/>
                    </a:cubicBezTo>
                    <a:cubicBezTo>
                      <a:pt x="21955" y="85974"/>
                      <a:pt x="33484" y="90750"/>
                      <a:pt x="45503" y="9075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2" name="任意多边形: 形状 3391"/>
              <p:cNvSpPr/>
              <p:nvPr/>
            </p:nvSpPr>
            <p:spPr>
              <a:xfrm>
                <a:off x="29323902" y="23984812"/>
                <a:ext cx="180000" cy="180000"/>
              </a:xfrm>
              <a:custGeom>
                <a:avLst/>
                <a:gdLst>
                  <a:gd name="csX0" fmla="*/ 45502 w 90645"/>
                  <a:gd name="csY0" fmla="*/ 90832 h 90643"/>
                  <a:gd name="csX1" fmla="*/ 77550 w 90645"/>
                  <a:gd name="csY1" fmla="*/ 77558 h 90643"/>
                  <a:gd name="csX2" fmla="*/ 90825 w 90645"/>
                  <a:gd name="csY2" fmla="*/ 45510 h 90643"/>
                  <a:gd name="csX3" fmla="*/ 77550 w 90645"/>
                  <a:gd name="csY3" fmla="*/ 13463 h 90643"/>
                  <a:gd name="csX4" fmla="*/ 45502 w 90645"/>
                  <a:gd name="csY4" fmla="*/ 188 h 90643"/>
                  <a:gd name="csX5" fmla="*/ 13455 w 90645"/>
                  <a:gd name="csY5" fmla="*/ 13463 h 90643"/>
                  <a:gd name="csX6" fmla="*/ 180 w 90645"/>
                  <a:gd name="csY6" fmla="*/ 45510 h 90643"/>
                  <a:gd name="csX7" fmla="*/ 13455 w 90645"/>
                  <a:gd name="csY7" fmla="*/ 77558 h 90643"/>
                  <a:gd name="csX8" fmla="*/ 45502 w 90645"/>
                  <a:gd name="csY8" fmla="*/ 9083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2" y="90832"/>
                    </a:moveTo>
                    <a:cubicBezTo>
                      <a:pt x="57522" y="90832"/>
                      <a:pt x="69051" y="86057"/>
                      <a:pt x="77550" y="77558"/>
                    </a:cubicBezTo>
                    <a:cubicBezTo>
                      <a:pt x="86050" y="69059"/>
                      <a:pt x="90825" y="57530"/>
                      <a:pt x="90825" y="45510"/>
                    </a:cubicBezTo>
                    <a:cubicBezTo>
                      <a:pt x="90825" y="33491"/>
                      <a:pt x="86050" y="21962"/>
                      <a:pt x="77550" y="13463"/>
                    </a:cubicBezTo>
                    <a:cubicBezTo>
                      <a:pt x="69051" y="4964"/>
                      <a:pt x="57522" y="188"/>
                      <a:pt x="45502" y="188"/>
                    </a:cubicBezTo>
                    <a:cubicBezTo>
                      <a:pt x="33483" y="188"/>
                      <a:pt x="21954" y="4964"/>
                      <a:pt x="13455" y="13463"/>
                    </a:cubicBezTo>
                    <a:cubicBezTo>
                      <a:pt x="4955" y="21962"/>
                      <a:pt x="180" y="33491"/>
                      <a:pt x="180" y="45510"/>
                    </a:cubicBezTo>
                    <a:cubicBezTo>
                      <a:pt x="180" y="57530"/>
                      <a:pt x="4955" y="69059"/>
                      <a:pt x="13455" y="77558"/>
                    </a:cubicBezTo>
                    <a:cubicBezTo>
                      <a:pt x="21954" y="86057"/>
                      <a:pt x="33483" y="90832"/>
                      <a:pt x="45502" y="9083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3" name="任意多边形: 形状 3392"/>
              <p:cNvSpPr/>
              <p:nvPr/>
            </p:nvSpPr>
            <p:spPr>
              <a:xfrm>
                <a:off x="30504619" y="21692205"/>
                <a:ext cx="180000" cy="180000"/>
              </a:xfrm>
              <a:custGeom>
                <a:avLst/>
                <a:gdLst>
                  <a:gd name="csX0" fmla="*/ 45539 w 90645"/>
                  <a:gd name="csY0" fmla="*/ 90761 h 90643"/>
                  <a:gd name="csX1" fmla="*/ 77587 w 90645"/>
                  <a:gd name="csY1" fmla="*/ 77486 h 90643"/>
                  <a:gd name="csX2" fmla="*/ 90862 w 90645"/>
                  <a:gd name="csY2" fmla="*/ 45439 h 90643"/>
                  <a:gd name="csX3" fmla="*/ 77587 w 90645"/>
                  <a:gd name="csY3" fmla="*/ 13391 h 90643"/>
                  <a:gd name="csX4" fmla="*/ 45539 w 90645"/>
                  <a:gd name="csY4" fmla="*/ 117 h 90643"/>
                  <a:gd name="csX5" fmla="*/ 13491 w 90645"/>
                  <a:gd name="csY5" fmla="*/ 13391 h 90643"/>
                  <a:gd name="csX6" fmla="*/ 217 w 90645"/>
                  <a:gd name="csY6" fmla="*/ 45439 h 90643"/>
                  <a:gd name="csX7" fmla="*/ 13491 w 90645"/>
                  <a:gd name="csY7" fmla="*/ 77486 h 90643"/>
                  <a:gd name="csX8" fmla="*/ 45539 w 90645"/>
                  <a:gd name="csY8" fmla="*/ 9076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9" y="90761"/>
                    </a:moveTo>
                    <a:cubicBezTo>
                      <a:pt x="57559" y="90761"/>
                      <a:pt x="69088" y="85985"/>
                      <a:pt x="77587" y="77486"/>
                    </a:cubicBezTo>
                    <a:cubicBezTo>
                      <a:pt x="86086" y="68987"/>
                      <a:pt x="90862" y="57458"/>
                      <a:pt x="90862" y="45439"/>
                    </a:cubicBezTo>
                    <a:cubicBezTo>
                      <a:pt x="90862" y="33419"/>
                      <a:pt x="86086" y="21890"/>
                      <a:pt x="77587" y="13391"/>
                    </a:cubicBezTo>
                    <a:cubicBezTo>
                      <a:pt x="69088" y="4892"/>
                      <a:pt x="57559" y="117"/>
                      <a:pt x="45539" y="117"/>
                    </a:cubicBezTo>
                    <a:cubicBezTo>
                      <a:pt x="33520" y="117"/>
                      <a:pt x="21991" y="4892"/>
                      <a:pt x="13491" y="13391"/>
                    </a:cubicBezTo>
                    <a:cubicBezTo>
                      <a:pt x="4992" y="21890"/>
                      <a:pt x="217" y="33419"/>
                      <a:pt x="217" y="45439"/>
                    </a:cubicBezTo>
                    <a:cubicBezTo>
                      <a:pt x="217" y="57458"/>
                      <a:pt x="4992" y="68987"/>
                      <a:pt x="13491" y="77486"/>
                    </a:cubicBezTo>
                    <a:cubicBezTo>
                      <a:pt x="21991" y="85985"/>
                      <a:pt x="33520" y="90761"/>
                      <a:pt x="45539" y="9076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4" name="任意多边形: 形状 3393"/>
              <p:cNvSpPr/>
              <p:nvPr/>
            </p:nvSpPr>
            <p:spPr>
              <a:xfrm>
                <a:off x="31272375" y="23652141"/>
                <a:ext cx="180000" cy="180000"/>
              </a:xfrm>
              <a:custGeom>
                <a:avLst/>
                <a:gdLst>
                  <a:gd name="csX0" fmla="*/ 45563 w 90645"/>
                  <a:gd name="csY0" fmla="*/ 90822 h 90643"/>
                  <a:gd name="csX1" fmla="*/ 77611 w 90645"/>
                  <a:gd name="csY1" fmla="*/ 77547 h 90643"/>
                  <a:gd name="csX2" fmla="*/ 90886 w 90645"/>
                  <a:gd name="csY2" fmla="*/ 45500 h 90643"/>
                  <a:gd name="csX3" fmla="*/ 77611 w 90645"/>
                  <a:gd name="csY3" fmla="*/ 13453 h 90643"/>
                  <a:gd name="csX4" fmla="*/ 45563 w 90645"/>
                  <a:gd name="csY4" fmla="*/ 178 h 90643"/>
                  <a:gd name="csX5" fmla="*/ 13515 w 90645"/>
                  <a:gd name="csY5" fmla="*/ 13453 h 90643"/>
                  <a:gd name="csX6" fmla="*/ 241 w 90645"/>
                  <a:gd name="csY6" fmla="*/ 45500 h 90643"/>
                  <a:gd name="csX7" fmla="*/ 13515 w 90645"/>
                  <a:gd name="csY7" fmla="*/ 77547 h 90643"/>
                  <a:gd name="csX8" fmla="*/ 45563 w 90645"/>
                  <a:gd name="csY8" fmla="*/ 9082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3" y="90822"/>
                    </a:moveTo>
                    <a:cubicBezTo>
                      <a:pt x="57583" y="90822"/>
                      <a:pt x="69112" y="86047"/>
                      <a:pt x="77611" y="77547"/>
                    </a:cubicBezTo>
                    <a:cubicBezTo>
                      <a:pt x="86110" y="69048"/>
                      <a:pt x="90886" y="57520"/>
                      <a:pt x="90886" y="45500"/>
                    </a:cubicBezTo>
                    <a:cubicBezTo>
                      <a:pt x="90886" y="33480"/>
                      <a:pt x="86110" y="21952"/>
                      <a:pt x="77611" y="13453"/>
                    </a:cubicBezTo>
                    <a:cubicBezTo>
                      <a:pt x="69112" y="4953"/>
                      <a:pt x="57583" y="178"/>
                      <a:pt x="45563" y="178"/>
                    </a:cubicBezTo>
                    <a:cubicBezTo>
                      <a:pt x="33544" y="178"/>
                      <a:pt x="22015" y="4953"/>
                      <a:pt x="13515" y="13453"/>
                    </a:cubicBezTo>
                    <a:cubicBezTo>
                      <a:pt x="5016" y="21952"/>
                      <a:pt x="241" y="33480"/>
                      <a:pt x="241" y="45500"/>
                    </a:cubicBezTo>
                    <a:cubicBezTo>
                      <a:pt x="241" y="57520"/>
                      <a:pt x="5016" y="69048"/>
                      <a:pt x="13515" y="77547"/>
                    </a:cubicBezTo>
                    <a:cubicBezTo>
                      <a:pt x="22015" y="86047"/>
                      <a:pt x="33544" y="90822"/>
                      <a:pt x="45563" y="9082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5" name="任意多边形: 形状 3394"/>
              <p:cNvSpPr/>
              <p:nvPr/>
            </p:nvSpPr>
            <p:spPr>
              <a:xfrm>
                <a:off x="28731050" y="22430252"/>
                <a:ext cx="180000" cy="180000"/>
              </a:xfrm>
              <a:custGeom>
                <a:avLst/>
                <a:gdLst>
                  <a:gd name="csX0" fmla="*/ 45484 w 90645"/>
                  <a:gd name="csY0" fmla="*/ 90784 h 90643"/>
                  <a:gd name="csX1" fmla="*/ 77532 w 90645"/>
                  <a:gd name="csY1" fmla="*/ 77509 h 90643"/>
                  <a:gd name="csX2" fmla="*/ 90807 w 90645"/>
                  <a:gd name="csY2" fmla="*/ 45462 h 90643"/>
                  <a:gd name="csX3" fmla="*/ 77532 w 90645"/>
                  <a:gd name="csY3" fmla="*/ 13414 h 90643"/>
                  <a:gd name="csX4" fmla="*/ 45484 w 90645"/>
                  <a:gd name="csY4" fmla="*/ 140 h 90643"/>
                  <a:gd name="csX5" fmla="*/ 13436 w 90645"/>
                  <a:gd name="csY5" fmla="*/ 13414 h 90643"/>
                  <a:gd name="csX6" fmla="*/ 161 w 90645"/>
                  <a:gd name="csY6" fmla="*/ 45462 h 90643"/>
                  <a:gd name="csX7" fmla="*/ 13436 w 90645"/>
                  <a:gd name="csY7" fmla="*/ 77509 h 90643"/>
                  <a:gd name="csX8" fmla="*/ 45484 w 90645"/>
                  <a:gd name="csY8" fmla="*/ 9078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4" y="90784"/>
                    </a:moveTo>
                    <a:cubicBezTo>
                      <a:pt x="57504" y="90784"/>
                      <a:pt x="69033" y="86008"/>
                      <a:pt x="77532" y="77509"/>
                    </a:cubicBezTo>
                    <a:cubicBezTo>
                      <a:pt x="86031" y="69010"/>
                      <a:pt x="90807" y="57481"/>
                      <a:pt x="90807" y="45462"/>
                    </a:cubicBezTo>
                    <a:cubicBezTo>
                      <a:pt x="90807" y="33442"/>
                      <a:pt x="86031" y="21913"/>
                      <a:pt x="77532" y="13414"/>
                    </a:cubicBezTo>
                    <a:cubicBezTo>
                      <a:pt x="69033" y="4915"/>
                      <a:pt x="57504" y="140"/>
                      <a:pt x="45484" y="140"/>
                    </a:cubicBezTo>
                    <a:cubicBezTo>
                      <a:pt x="33464" y="140"/>
                      <a:pt x="21935" y="4915"/>
                      <a:pt x="13436" y="13414"/>
                    </a:cubicBezTo>
                    <a:cubicBezTo>
                      <a:pt x="4937" y="21913"/>
                      <a:pt x="161" y="33442"/>
                      <a:pt x="161" y="45462"/>
                    </a:cubicBezTo>
                    <a:cubicBezTo>
                      <a:pt x="161" y="57481"/>
                      <a:pt x="4937" y="69010"/>
                      <a:pt x="13436" y="77509"/>
                    </a:cubicBezTo>
                    <a:cubicBezTo>
                      <a:pt x="21935" y="86008"/>
                      <a:pt x="33464" y="90784"/>
                      <a:pt x="45484" y="9078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6" name="任意多边形: 形状 3395"/>
              <p:cNvSpPr/>
              <p:nvPr/>
            </p:nvSpPr>
            <p:spPr>
              <a:xfrm>
                <a:off x="27630007" y="23070715"/>
                <a:ext cx="180000" cy="180000"/>
              </a:xfrm>
              <a:custGeom>
                <a:avLst/>
                <a:gdLst>
                  <a:gd name="csX0" fmla="*/ 45450 w 90645"/>
                  <a:gd name="csY0" fmla="*/ 90804 h 90643"/>
                  <a:gd name="csX1" fmla="*/ 77497 w 90645"/>
                  <a:gd name="csY1" fmla="*/ 77529 h 90643"/>
                  <a:gd name="csX2" fmla="*/ 90772 w 90645"/>
                  <a:gd name="csY2" fmla="*/ 45482 h 90643"/>
                  <a:gd name="csX3" fmla="*/ 77497 w 90645"/>
                  <a:gd name="csY3" fmla="*/ 13434 h 90643"/>
                  <a:gd name="csX4" fmla="*/ 45450 w 90645"/>
                  <a:gd name="csY4" fmla="*/ 160 h 90643"/>
                  <a:gd name="csX5" fmla="*/ 13402 w 90645"/>
                  <a:gd name="csY5" fmla="*/ 13434 h 90643"/>
                  <a:gd name="csX6" fmla="*/ 127 w 90645"/>
                  <a:gd name="csY6" fmla="*/ 45482 h 90643"/>
                  <a:gd name="csX7" fmla="*/ 13402 w 90645"/>
                  <a:gd name="csY7" fmla="*/ 77529 h 90643"/>
                  <a:gd name="csX8" fmla="*/ 45450 w 90645"/>
                  <a:gd name="csY8" fmla="*/ 908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0" y="90804"/>
                    </a:moveTo>
                    <a:cubicBezTo>
                      <a:pt x="57469" y="90804"/>
                      <a:pt x="68998" y="86028"/>
                      <a:pt x="77497" y="77529"/>
                    </a:cubicBezTo>
                    <a:cubicBezTo>
                      <a:pt x="85997" y="69030"/>
                      <a:pt x="90772" y="57501"/>
                      <a:pt x="90772" y="45482"/>
                    </a:cubicBezTo>
                    <a:cubicBezTo>
                      <a:pt x="90772" y="33462"/>
                      <a:pt x="85997" y="21933"/>
                      <a:pt x="77497" y="13434"/>
                    </a:cubicBezTo>
                    <a:cubicBezTo>
                      <a:pt x="68998" y="4935"/>
                      <a:pt x="57469" y="160"/>
                      <a:pt x="45450" y="160"/>
                    </a:cubicBezTo>
                    <a:cubicBezTo>
                      <a:pt x="33430" y="160"/>
                      <a:pt x="21901" y="4935"/>
                      <a:pt x="13402" y="13434"/>
                    </a:cubicBezTo>
                    <a:cubicBezTo>
                      <a:pt x="4903" y="21933"/>
                      <a:pt x="127" y="33462"/>
                      <a:pt x="127" y="45482"/>
                    </a:cubicBezTo>
                    <a:cubicBezTo>
                      <a:pt x="127" y="57501"/>
                      <a:pt x="4903" y="69030"/>
                      <a:pt x="13402" y="77529"/>
                    </a:cubicBezTo>
                    <a:cubicBezTo>
                      <a:pt x="21901" y="86028"/>
                      <a:pt x="33430" y="90804"/>
                      <a:pt x="45450" y="908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7" name="任意多边形: 形状 3396"/>
              <p:cNvSpPr/>
              <p:nvPr/>
            </p:nvSpPr>
            <p:spPr>
              <a:xfrm>
                <a:off x="31485699" y="22532040"/>
                <a:ext cx="180000" cy="180000"/>
              </a:xfrm>
              <a:custGeom>
                <a:avLst/>
                <a:gdLst>
                  <a:gd name="csX0" fmla="*/ 45570 w 90645"/>
                  <a:gd name="csY0" fmla="*/ 90787 h 90643"/>
                  <a:gd name="csX1" fmla="*/ 77618 w 90645"/>
                  <a:gd name="csY1" fmla="*/ 77513 h 90643"/>
                  <a:gd name="csX2" fmla="*/ 90892 w 90645"/>
                  <a:gd name="csY2" fmla="*/ 45465 h 90643"/>
                  <a:gd name="csX3" fmla="*/ 77618 w 90645"/>
                  <a:gd name="csY3" fmla="*/ 13418 h 90643"/>
                  <a:gd name="csX4" fmla="*/ 45570 w 90645"/>
                  <a:gd name="csY4" fmla="*/ 143 h 90643"/>
                  <a:gd name="csX5" fmla="*/ 13522 w 90645"/>
                  <a:gd name="csY5" fmla="*/ 13418 h 90643"/>
                  <a:gd name="csX6" fmla="*/ 247 w 90645"/>
                  <a:gd name="csY6" fmla="*/ 45465 h 90643"/>
                  <a:gd name="csX7" fmla="*/ 13522 w 90645"/>
                  <a:gd name="csY7" fmla="*/ 77513 h 90643"/>
                  <a:gd name="csX8" fmla="*/ 45570 w 90645"/>
                  <a:gd name="csY8" fmla="*/ 9078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0" y="90787"/>
                    </a:moveTo>
                    <a:cubicBezTo>
                      <a:pt x="57590" y="90787"/>
                      <a:pt x="69119" y="86012"/>
                      <a:pt x="77618" y="77513"/>
                    </a:cubicBezTo>
                    <a:cubicBezTo>
                      <a:pt x="86117" y="69013"/>
                      <a:pt x="90892" y="57485"/>
                      <a:pt x="90892" y="45465"/>
                    </a:cubicBezTo>
                    <a:cubicBezTo>
                      <a:pt x="90892" y="33446"/>
                      <a:pt x="86117" y="21917"/>
                      <a:pt x="77618" y="13418"/>
                    </a:cubicBezTo>
                    <a:cubicBezTo>
                      <a:pt x="69119" y="4918"/>
                      <a:pt x="57590" y="143"/>
                      <a:pt x="45570" y="143"/>
                    </a:cubicBezTo>
                    <a:cubicBezTo>
                      <a:pt x="33550" y="143"/>
                      <a:pt x="22021" y="4918"/>
                      <a:pt x="13522" y="13418"/>
                    </a:cubicBezTo>
                    <a:cubicBezTo>
                      <a:pt x="5023" y="21917"/>
                      <a:pt x="247" y="33446"/>
                      <a:pt x="247" y="45465"/>
                    </a:cubicBezTo>
                    <a:cubicBezTo>
                      <a:pt x="247" y="57485"/>
                      <a:pt x="5023" y="69013"/>
                      <a:pt x="13522" y="77513"/>
                    </a:cubicBezTo>
                    <a:cubicBezTo>
                      <a:pt x="22021" y="86012"/>
                      <a:pt x="33550" y="90787"/>
                      <a:pt x="45570" y="9078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8" name="任意多边形: 形状 3397"/>
              <p:cNvSpPr/>
              <p:nvPr/>
            </p:nvSpPr>
            <p:spPr>
              <a:xfrm>
                <a:off x="29939184" y="25924174"/>
                <a:ext cx="180000" cy="180000"/>
              </a:xfrm>
              <a:custGeom>
                <a:avLst/>
                <a:gdLst>
                  <a:gd name="csX0" fmla="*/ 45522 w 90645"/>
                  <a:gd name="csY0" fmla="*/ 90893 h 90643"/>
                  <a:gd name="csX1" fmla="*/ 77570 w 90645"/>
                  <a:gd name="csY1" fmla="*/ 77618 h 90643"/>
                  <a:gd name="csX2" fmla="*/ 90844 w 90645"/>
                  <a:gd name="csY2" fmla="*/ 45571 h 90643"/>
                  <a:gd name="csX3" fmla="*/ 77570 w 90645"/>
                  <a:gd name="csY3" fmla="*/ 13523 h 90643"/>
                  <a:gd name="csX4" fmla="*/ 45522 w 90645"/>
                  <a:gd name="csY4" fmla="*/ 249 h 90643"/>
                  <a:gd name="csX5" fmla="*/ 13474 w 90645"/>
                  <a:gd name="csY5" fmla="*/ 13523 h 90643"/>
                  <a:gd name="csX6" fmla="*/ 199 w 90645"/>
                  <a:gd name="csY6" fmla="*/ 45571 h 90643"/>
                  <a:gd name="csX7" fmla="*/ 13474 w 90645"/>
                  <a:gd name="csY7" fmla="*/ 77618 h 90643"/>
                  <a:gd name="csX8" fmla="*/ 45522 w 90645"/>
                  <a:gd name="csY8" fmla="*/ 9089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2" y="90893"/>
                    </a:moveTo>
                    <a:cubicBezTo>
                      <a:pt x="57541" y="90893"/>
                      <a:pt x="69070" y="86117"/>
                      <a:pt x="77570" y="77618"/>
                    </a:cubicBezTo>
                    <a:cubicBezTo>
                      <a:pt x="86069" y="69119"/>
                      <a:pt x="90844" y="57590"/>
                      <a:pt x="90844" y="45571"/>
                    </a:cubicBezTo>
                    <a:cubicBezTo>
                      <a:pt x="90844" y="33551"/>
                      <a:pt x="86069" y="22022"/>
                      <a:pt x="77570" y="13523"/>
                    </a:cubicBezTo>
                    <a:cubicBezTo>
                      <a:pt x="69070" y="5024"/>
                      <a:pt x="57541" y="249"/>
                      <a:pt x="45522" y="249"/>
                    </a:cubicBezTo>
                    <a:cubicBezTo>
                      <a:pt x="33502" y="249"/>
                      <a:pt x="21973" y="5024"/>
                      <a:pt x="13474" y="13523"/>
                    </a:cubicBezTo>
                    <a:cubicBezTo>
                      <a:pt x="4975" y="22022"/>
                      <a:pt x="199" y="33551"/>
                      <a:pt x="199" y="45571"/>
                    </a:cubicBezTo>
                    <a:cubicBezTo>
                      <a:pt x="199" y="57590"/>
                      <a:pt x="4975" y="69119"/>
                      <a:pt x="13474" y="77618"/>
                    </a:cubicBezTo>
                    <a:cubicBezTo>
                      <a:pt x="21973" y="86117"/>
                      <a:pt x="33502" y="90893"/>
                      <a:pt x="45522" y="9089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399" name="任意多边形: 形状 3398"/>
              <p:cNvSpPr/>
              <p:nvPr/>
            </p:nvSpPr>
            <p:spPr>
              <a:xfrm>
                <a:off x="29448259" y="21054962"/>
                <a:ext cx="180000" cy="180000"/>
              </a:xfrm>
              <a:custGeom>
                <a:avLst/>
                <a:gdLst>
                  <a:gd name="csX0" fmla="*/ 45506 w 90645"/>
                  <a:gd name="csY0" fmla="*/ 90741 h 90643"/>
                  <a:gd name="csX1" fmla="*/ 77554 w 90645"/>
                  <a:gd name="csY1" fmla="*/ 77466 h 90643"/>
                  <a:gd name="csX2" fmla="*/ 90829 w 90645"/>
                  <a:gd name="csY2" fmla="*/ 45419 h 90643"/>
                  <a:gd name="csX3" fmla="*/ 77554 w 90645"/>
                  <a:gd name="csY3" fmla="*/ 13371 h 90643"/>
                  <a:gd name="csX4" fmla="*/ 45506 w 90645"/>
                  <a:gd name="csY4" fmla="*/ 97 h 90643"/>
                  <a:gd name="csX5" fmla="*/ 13459 w 90645"/>
                  <a:gd name="csY5" fmla="*/ 13371 h 90643"/>
                  <a:gd name="csX6" fmla="*/ 184 w 90645"/>
                  <a:gd name="csY6" fmla="*/ 45419 h 90643"/>
                  <a:gd name="csX7" fmla="*/ 13459 w 90645"/>
                  <a:gd name="csY7" fmla="*/ 77466 h 90643"/>
                  <a:gd name="csX8" fmla="*/ 45506 w 90645"/>
                  <a:gd name="csY8" fmla="*/ 9074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6" y="90741"/>
                    </a:moveTo>
                    <a:cubicBezTo>
                      <a:pt x="57526" y="90741"/>
                      <a:pt x="69055" y="85965"/>
                      <a:pt x="77554" y="77466"/>
                    </a:cubicBezTo>
                    <a:cubicBezTo>
                      <a:pt x="86053" y="68967"/>
                      <a:pt x="90829" y="57438"/>
                      <a:pt x="90829" y="45419"/>
                    </a:cubicBezTo>
                    <a:cubicBezTo>
                      <a:pt x="90829" y="33399"/>
                      <a:pt x="86053" y="21871"/>
                      <a:pt x="77554" y="13371"/>
                    </a:cubicBezTo>
                    <a:cubicBezTo>
                      <a:pt x="69055" y="4872"/>
                      <a:pt x="57526" y="97"/>
                      <a:pt x="45506" y="97"/>
                    </a:cubicBezTo>
                    <a:cubicBezTo>
                      <a:pt x="33487" y="97"/>
                      <a:pt x="21958" y="4872"/>
                      <a:pt x="13459" y="13371"/>
                    </a:cubicBezTo>
                    <a:cubicBezTo>
                      <a:pt x="4959" y="21871"/>
                      <a:pt x="184" y="33399"/>
                      <a:pt x="184" y="45419"/>
                    </a:cubicBezTo>
                    <a:cubicBezTo>
                      <a:pt x="184" y="57438"/>
                      <a:pt x="4959" y="68967"/>
                      <a:pt x="13459" y="77466"/>
                    </a:cubicBezTo>
                    <a:cubicBezTo>
                      <a:pt x="21958" y="85965"/>
                      <a:pt x="33487" y="90741"/>
                      <a:pt x="45506" y="9074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0" name="任意多边形: 形状 3399"/>
              <p:cNvSpPr/>
              <p:nvPr/>
            </p:nvSpPr>
            <p:spPr>
              <a:xfrm>
                <a:off x="29673674" y="23408336"/>
                <a:ext cx="180000" cy="180000"/>
              </a:xfrm>
              <a:custGeom>
                <a:avLst/>
                <a:gdLst>
                  <a:gd name="csX0" fmla="*/ 45513 w 90645"/>
                  <a:gd name="csY0" fmla="*/ 90814 h 90643"/>
                  <a:gd name="csX1" fmla="*/ 77561 w 90645"/>
                  <a:gd name="csY1" fmla="*/ 77540 h 90643"/>
                  <a:gd name="csX2" fmla="*/ 90836 w 90645"/>
                  <a:gd name="csY2" fmla="*/ 45492 h 90643"/>
                  <a:gd name="csX3" fmla="*/ 77561 w 90645"/>
                  <a:gd name="csY3" fmla="*/ 13445 h 90643"/>
                  <a:gd name="csX4" fmla="*/ 45513 w 90645"/>
                  <a:gd name="csY4" fmla="*/ 170 h 90643"/>
                  <a:gd name="csX5" fmla="*/ 13466 w 90645"/>
                  <a:gd name="csY5" fmla="*/ 13445 h 90643"/>
                  <a:gd name="csX6" fmla="*/ 191 w 90645"/>
                  <a:gd name="csY6" fmla="*/ 45492 h 90643"/>
                  <a:gd name="csX7" fmla="*/ 13466 w 90645"/>
                  <a:gd name="csY7" fmla="*/ 77540 h 90643"/>
                  <a:gd name="csX8" fmla="*/ 45513 w 90645"/>
                  <a:gd name="csY8" fmla="*/ 9081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3" y="90814"/>
                    </a:moveTo>
                    <a:cubicBezTo>
                      <a:pt x="57533" y="90814"/>
                      <a:pt x="69062" y="86039"/>
                      <a:pt x="77561" y="77540"/>
                    </a:cubicBezTo>
                    <a:cubicBezTo>
                      <a:pt x="86060" y="69041"/>
                      <a:pt x="90836" y="57512"/>
                      <a:pt x="90836" y="45492"/>
                    </a:cubicBezTo>
                    <a:cubicBezTo>
                      <a:pt x="90836" y="33473"/>
                      <a:pt x="86060" y="21944"/>
                      <a:pt x="77561" y="13445"/>
                    </a:cubicBezTo>
                    <a:cubicBezTo>
                      <a:pt x="69062" y="4946"/>
                      <a:pt x="57533" y="170"/>
                      <a:pt x="45513" y="170"/>
                    </a:cubicBezTo>
                    <a:cubicBezTo>
                      <a:pt x="33494" y="170"/>
                      <a:pt x="21965" y="4946"/>
                      <a:pt x="13466" y="13445"/>
                    </a:cubicBezTo>
                    <a:cubicBezTo>
                      <a:pt x="4966" y="21944"/>
                      <a:pt x="191" y="33473"/>
                      <a:pt x="191" y="45492"/>
                    </a:cubicBezTo>
                    <a:cubicBezTo>
                      <a:pt x="191" y="57512"/>
                      <a:pt x="4966" y="69041"/>
                      <a:pt x="13466" y="77540"/>
                    </a:cubicBezTo>
                    <a:cubicBezTo>
                      <a:pt x="21965" y="86039"/>
                      <a:pt x="33494" y="90814"/>
                      <a:pt x="45513" y="9081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1" name="任意多边形: 形状 3400"/>
              <p:cNvSpPr/>
              <p:nvPr/>
            </p:nvSpPr>
            <p:spPr>
              <a:xfrm>
                <a:off x="30140059" y="22171647"/>
                <a:ext cx="180000" cy="180000"/>
              </a:xfrm>
              <a:custGeom>
                <a:avLst/>
                <a:gdLst>
                  <a:gd name="csX0" fmla="*/ 45528 w 90645"/>
                  <a:gd name="csY0" fmla="*/ 90776 h 90643"/>
                  <a:gd name="csX1" fmla="*/ 77576 w 90645"/>
                  <a:gd name="csY1" fmla="*/ 77501 h 90643"/>
                  <a:gd name="csX2" fmla="*/ 90850 w 90645"/>
                  <a:gd name="csY2" fmla="*/ 45454 h 90643"/>
                  <a:gd name="csX3" fmla="*/ 77576 w 90645"/>
                  <a:gd name="csY3" fmla="*/ 13406 h 90643"/>
                  <a:gd name="csX4" fmla="*/ 45528 w 90645"/>
                  <a:gd name="csY4" fmla="*/ 132 h 90643"/>
                  <a:gd name="csX5" fmla="*/ 13480 w 90645"/>
                  <a:gd name="csY5" fmla="*/ 13406 h 90643"/>
                  <a:gd name="csX6" fmla="*/ 205 w 90645"/>
                  <a:gd name="csY6" fmla="*/ 45454 h 90643"/>
                  <a:gd name="csX7" fmla="*/ 13480 w 90645"/>
                  <a:gd name="csY7" fmla="*/ 77501 h 90643"/>
                  <a:gd name="csX8" fmla="*/ 45528 w 90645"/>
                  <a:gd name="csY8" fmla="*/ 9077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8" y="90776"/>
                    </a:moveTo>
                    <a:cubicBezTo>
                      <a:pt x="57548" y="90776"/>
                      <a:pt x="69077" y="86000"/>
                      <a:pt x="77576" y="77501"/>
                    </a:cubicBezTo>
                    <a:cubicBezTo>
                      <a:pt x="86075" y="69002"/>
                      <a:pt x="90850" y="57473"/>
                      <a:pt x="90850" y="45454"/>
                    </a:cubicBezTo>
                    <a:cubicBezTo>
                      <a:pt x="90850" y="33434"/>
                      <a:pt x="86075" y="21905"/>
                      <a:pt x="77576" y="13406"/>
                    </a:cubicBezTo>
                    <a:cubicBezTo>
                      <a:pt x="69077" y="4907"/>
                      <a:pt x="57548" y="132"/>
                      <a:pt x="45528" y="132"/>
                    </a:cubicBezTo>
                    <a:cubicBezTo>
                      <a:pt x="33508" y="132"/>
                      <a:pt x="21979" y="4907"/>
                      <a:pt x="13480" y="13406"/>
                    </a:cubicBezTo>
                    <a:cubicBezTo>
                      <a:pt x="4981" y="21905"/>
                      <a:pt x="205" y="33434"/>
                      <a:pt x="205" y="45454"/>
                    </a:cubicBezTo>
                    <a:cubicBezTo>
                      <a:pt x="205" y="57473"/>
                      <a:pt x="4981" y="69002"/>
                      <a:pt x="13480" y="77501"/>
                    </a:cubicBezTo>
                    <a:cubicBezTo>
                      <a:pt x="21979" y="86000"/>
                      <a:pt x="33508" y="90776"/>
                      <a:pt x="45528" y="9077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2" name="任意多边形: 形状 3401"/>
              <p:cNvSpPr/>
              <p:nvPr/>
            </p:nvSpPr>
            <p:spPr>
              <a:xfrm>
                <a:off x="32041245" y="24265157"/>
                <a:ext cx="180000" cy="180000"/>
              </a:xfrm>
              <a:custGeom>
                <a:avLst/>
                <a:gdLst>
                  <a:gd name="csX0" fmla="*/ 45587 w 90645"/>
                  <a:gd name="csY0" fmla="*/ 90841 h 90643"/>
                  <a:gd name="csX1" fmla="*/ 77635 w 90645"/>
                  <a:gd name="csY1" fmla="*/ 77567 h 90643"/>
                  <a:gd name="csX2" fmla="*/ 90910 w 90645"/>
                  <a:gd name="csY2" fmla="*/ 45519 h 90643"/>
                  <a:gd name="csX3" fmla="*/ 77635 w 90645"/>
                  <a:gd name="csY3" fmla="*/ 13472 h 90643"/>
                  <a:gd name="csX4" fmla="*/ 45587 w 90645"/>
                  <a:gd name="csY4" fmla="*/ 197 h 90643"/>
                  <a:gd name="csX5" fmla="*/ 13539 w 90645"/>
                  <a:gd name="csY5" fmla="*/ 13472 h 90643"/>
                  <a:gd name="csX6" fmla="*/ 265 w 90645"/>
                  <a:gd name="csY6" fmla="*/ 45519 h 90643"/>
                  <a:gd name="csX7" fmla="*/ 13539 w 90645"/>
                  <a:gd name="csY7" fmla="*/ 77567 h 90643"/>
                  <a:gd name="csX8" fmla="*/ 45587 w 90645"/>
                  <a:gd name="csY8" fmla="*/ 9084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7" y="90841"/>
                    </a:moveTo>
                    <a:cubicBezTo>
                      <a:pt x="57607" y="90841"/>
                      <a:pt x="69136" y="86066"/>
                      <a:pt x="77635" y="77567"/>
                    </a:cubicBezTo>
                    <a:cubicBezTo>
                      <a:pt x="86134" y="69067"/>
                      <a:pt x="90910" y="57539"/>
                      <a:pt x="90910" y="45519"/>
                    </a:cubicBezTo>
                    <a:cubicBezTo>
                      <a:pt x="90910" y="33500"/>
                      <a:pt x="86134" y="21971"/>
                      <a:pt x="77635" y="13472"/>
                    </a:cubicBezTo>
                    <a:cubicBezTo>
                      <a:pt x="69136" y="4973"/>
                      <a:pt x="57607" y="197"/>
                      <a:pt x="45587" y="197"/>
                    </a:cubicBezTo>
                    <a:cubicBezTo>
                      <a:pt x="33568" y="197"/>
                      <a:pt x="22039" y="4973"/>
                      <a:pt x="13539" y="13472"/>
                    </a:cubicBezTo>
                    <a:cubicBezTo>
                      <a:pt x="5040" y="21971"/>
                      <a:pt x="265" y="33500"/>
                      <a:pt x="265" y="45519"/>
                    </a:cubicBezTo>
                    <a:cubicBezTo>
                      <a:pt x="265" y="57539"/>
                      <a:pt x="5040" y="69067"/>
                      <a:pt x="13539" y="77567"/>
                    </a:cubicBezTo>
                    <a:cubicBezTo>
                      <a:pt x="22039" y="86066"/>
                      <a:pt x="33568" y="90841"/>
                      <a:pt x="45587" y="9084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3" name="任意多边形: 形状 3402"/>
              <p:cNvSpPr/>
              <p:nvPr/>
            </p:nvSpPr>
            <p:spPr>
              <a:xfrm>
                <a:off x="28227402" y="21975397"/>
                <a:ext cx="180000" cy="180000"/>
              </a:xfrm>
              <a:custGeom>
                <a:avLst/>
                <a:gdLst>
                  <a:gd name="csX0" fmla="*/ 45468 w 90645"/>
                  <a:gd name="csY0" fmla="*/ 90770 h 90643"/>
                  <a:gd name="csX1" fmla="*/ 77516 w 90645"/>
                  <a:gd name="csY1" fmla="*/ 77495 h 90643"/>
                  <a:gd name="csX2" fmla="*/ 90791 w 90645"/>
                  <a:gd name="csY2" fmla="*/ 45448 h 90643"/>
                  <a:gd name="csX3" fmla="*/ 77516 w 90645"/>
                  <a:gd name="csY3" fmla="*/ 13400 h 90643"/>
                  <a:gd name="csX4" fmla="*/ 45468 w 90645"/>
                  <a:gd name="csY4" fmla="*/ 126 h 90643"/>
                  <a:gd name="csX5" fmla="*/ 13420 w 90645"/>
                  <a:gd name="csY5" fmla="*/ 13400 h 90643"/>
                  <a:gd name="csX6" fmla="*/ 146 w 90645"/>
                  <a:gd name="csY6" fmla="*/ 45448 h 90643"/>
                  <a:gd name="csX7" fmla="*/ 13420 w 90645"/>
                  <a:gd name="csY7" fmla="*/ 77495 h 90643"/>
                  <a:gd name="csX8" fmla="*/ 45468 w 90645"/>
                  <a:gd name="csY8" fmla="*/ 9077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8" y="90770"/>
                    </a:moveTo>
                    <a:cubicBezTo>
                      <a:pt x="57488" y="90770"/>
                      <a:pt x="69017" y="85994"/>
                      <a:pt x="77516" y="77495"/>
                    </a:cubicBezTo>
                    <a:cubicBezTo>
                      <a:pt x="86015" y="68996"/>
                      <a:pt x="90791" y="57467"/>
                      <a:pt x="90791" y="45448"/>
                    </a:cubicBezTo>
                    <a:cubicBezTo>
                      <a:pt x="90791" y="33428"/>
                      <a:pt x="86015" y="21899"/>
                      <a:pt x="77516" y="13400"/>
                    </a:cubicBezTo>
                    <a:cubicBezTo>
                      <a:pt x="69017" y="4901"/>
                      <a:pt x="57488" y="126"/>
                      <a:pt x="45468" y="126"/>
                    </a:cubicBezTo>
                    <a:cubicBezTo>
                      <a:pt x="33449" y="126"/>
                      <a:pt x="21920" y="4901"/>
                      <a:pt x="13420" y="13400"/>
                    </a:cubicBezTo>
                    <a:cubicBezTo>
                      <a:pt x="4921" y="21899"/>
                      <a:pt x="146" y="33428"/>
                      <a:pt x="146" y="45448"/>
                    </a:cubicBezTo>
                    <a:cubicBezTo>
                      <a:pt x="146" y="57467"/>
                      <a:pt x="4921" y="68996"/>
                      <a:pt x="13420" y="77495"/>
                    </a:cubicBezTo>
                    <a:cubicBezTo>
                      <a:pt x="21920" y="85994"/>
                      <a:pt x="33449" y="90770"/>
                      <a:pt x="45468" y="9077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4" name="任意多边形: 形状 3403"/>
              <p:cNvSpPr/>
              <p:nvPr/>
            </p:nvSpPr>
            <p:spPr>
              <a:xfrm>
                <a:off x="28427546" y="24947343"/>
                <a:ext cx="180000" cy="180000"/>
              </a:xfrm>
              <a:custGeom>
                <a:avLst/>
                <a:gdLst>
                  <a:gd name="csX0" fmla="*/ 45475 w 90645"/>
                  <a:gd name="csY0" fmla="*/ 90862 h 90643"/>
                  <a:gd name="csX1" fmla="*/ 77522 w 90645"/>
                  <a:gd name="csY1" fmla="*/ 77588 h 90643"/>
                  <a:gd name="csX2" fmla="*/ 90797 w 90645"/>
                  <a:gd name="csY2" fmla="*/ 45540 h 90643"/>
                  <a:gd name="csX3" fmla="*/ 77522 w 90645"/>
                  <a:gd name="csY3" fmla="*/ 13493 h 90643"/>
                  <a:gd name="csX4" fmla="*/ 45475 w 90645"/>
                  <a:gd name="csY4" fmla="*/ 218 h 90643"/>
                  <a:gd name="csX5" fmla="*/ 13427 w 90645"/>
                  <a:gd name="csY5" fmla="*/ 13493 h 90643"/>
                  <a:gd name="csX6" fmla="*/ 152 w 90645"/>
                  <a:gd name="csY6" fmla="*/ 45540 h 90643"/>
                  <a:gd name="csX7" fmla="*/ 13427 w 90645"/>
                  <a:gd name="csY7" fmla="*/ 77588 h 90643"/>
                  <a:gd name="csX8" fmla="*/ 45475 w 90645"/>
                  <a:gd name="csY8" fmla="*/ 9086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5" y="90862"/>
                    </a:moveTo>
                    <a:cubicBezTo>
                      <a:pt x="57494" y="90862"/>
                      <a:pt x="69023" y="86087"/>
                      <a:pt x="77522" y="77588"/>
                    </a:cubicBezTo>
                    <a:cubicBezTo>
                      <a:pt x="86022" y="69089"/>
                      <a:pt x="90797" y="57560"/>
                      <a:pt x="90797" y="45540"/>
                    </a:cubicBezTo>
                    <a:cubicBezTo>
                      <a:pt x="90797" y="33521"/>
                      <a:pt x="86022" y="21992"/>
                      <a:pt x="77522" y="13493"/>
                    </a:cubicBezTo>
                    <a:cubicBezTo>
                      <a:pt x="69023" y="4994"/>
                      <a:pt x="57494" y="218"/>
                      <a:pt x="45475" y="218"/>
                    </a:cubicBezTo>
                    <a:cubicBezTo>
                      <a:pt x="33455" y="218"/>
                      <a:pt x="21926" y="4994"/>
                      <a:pt x="13427" y="13493"/>
                    </a:cubicBezTo>
                    <a:cubicBezTo>
                      <a:pt x="4927" y="21992"/>
                      <a:pt x="152" y="33521"/>
                      <a:pt x="152" y="45540"/>
                    </a:cubicBezTo>
                    <a:cubicBezTo>
                      <a:pt x="152" y="57560"/>
                      <a:pt x="4927" y="69089"/>
                      <a:pt x="13427" y="77588"/>
                    </a:cubicBezTo>
                    <a:cubicBezTo>
                      <a:pt x="21926" y="86087"/>
                      <a:pt x="33455" y="90862"/>
                      <a:pt x="45475" y="9086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5" name="任意多边形: 形状 3404"/>
              <p:cNvSpPr/>
              <p:nvPr/>
            </p:nvSpPr>
            <p:spPr>
              <a:xfrm>
                <a:off x="30913017" y="20202934"/>
                <a:ext cx="180000" cy="180000"/>
              </a:xfrm>
              <a:custGeom>
                <a:avLst/>
                <a:gdLst>
                  <a:gd name="csX0" fmla="*/ 45552 w 90645"/>
                  <a:gd name="csY0" fmla="*/ 90714 h 90643"/>
                  <a:gd name="csX1" fmla="*/ 77600 w 90645"/>
                  <a:gd name="csY1" fmla="*/ 77440 h 90643"/>
                  <a:gd name="csX2" fmla="*/ 90875 w 90645"/>
                  <a:gd name="csY2" fmla="*/ 45392 h 90643"/>
                  <a:gd name="csX3" fmla="*/ 77600 w 90645"/>
                  <a:gd name="csY3" fmla="*/ 13345 h 90643"/>
                  <a:gd name="csX4" fmla="*/ 45552 w 90645"/>
                  <a:gd name="csY4" fmla="*/ 70 h 90643"/>
                  <a:gd name="csX5" fmla="*/ 13504 w 90645"/>
                  <a:gd name="csY5" fmla="*/ 13345 h 90643"/>
                  <a:gd name="csX6" fmla="*/ 230 w 90645"/>
                  <a:gd name="csY6" fmla="*/ 45392 h 90643"/>
                  <a:gd name="csX7" fmla="*/ 13504 w 90645"/>
                  <a:gd name="csY7" fmla="*/ 77440 h 90643"/>
                  <a:gd name="csX8" fmla="*/ 45552 w 90645"/>
                  <a:gd name="csY8" fmla="*/ 9071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2" y="90714"/>
                    </a:moveTo>
                    <a:cubicBezTo>
                      <a:pt x="57572" y="90714"/>
                      <a:pt x="69101" y="85939"/>
                      <a:pt x="77600" y="77440"/>
                    </a:cubicBezTo>
                    <a:cubicBezTo>
                      <a:pt x="86099" y="68941"/>
                      <a:pt x="90875" y="57412"/>
                      <a:pt x="90875" y="45392"/>
                    </a:cubicBezTo>
                    <a:cubicBezTo>
                      <a:pt x="90875" y="33373"/>
                      <a:pt x="86099" y="21844"/>
                      <a:pt x="77600" y="13345"/>
                    </a:cubicBezTo>
                    <a:cubicBezTo>
                      <a:pt x="69101" y="4846"/>
                      <a:pt x="57572" y="70"/>
                      <a:pt x="45552" y="70"/>
                    </a:cubicBezTo>
                    <a:cubicBezTo>
                      <a:pt x="33532" y="70"/>
                      <a:pt x="22003" y="4846"/>
                      <a:pt x="13504" y="13345"/>
                    </a:cubicBezTo>
                    <a:cubicBezTo>
                      <a:pt x="5005" y="21844"/>
                      <a:pt x="230" y="33373"/>
                      <a:pt x="230" y="45392"/>
                    </a:cubicBezTo>
                    <a:cubicBezTo>
                      <a:pt x="230" y="57412"/>
                      <a:pt x="5005" y="68941"/>
                      <a:pt x="13504" y="77440"/>
                    </a:cubicBezTo>
                    <a:cubicBezTo>
                      <a:pt x="22003" y="85939"/>
                      <a:pt x="33532" y="90714"/>
                      <a:pt x="45552" y="9071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6" name="任意多边形: 形状 3405"/>
              <p:cNvSpPr/>
              <p:nvPr/>
            </p:nvSpPr>
            <p:spPr>
              <a:xfrm>
                <a:off x="30263300" y="23300684"/>
                <a:ext cx="180000" cy="180000"/>
              </a:xfrm>
              <a:custGeom>
                <a:avLst/>
                <a:gdLst>
                  <a:gd name="csX0" fmla="*/ 45532 w 90645"/>
                  <a:gd name="csY0" fmla="*/ 90811 h 90643"/>
                  <a:gd name="csX1" fmla="*/ 77580 w 90645"/>
                  <a:gd name="csY1" fmla="*/ 77536 h 90643"/>
                  <a:gd name="csX2" fmla="*/ 90854 w 90645"/>
                  <a:gd name="csY2" fmla="*/ 45489 h 90643"/>
                  <a:gd name="csX3" fmla="*/ 77580 w 90645"/>
                  <a:gd name="csY3" fmla="*/ 13442 h 90643"/>
                  <a:gd name="csX4" fmla="*/ 45532 w 90645"/>
                  <a:gd name="csY4" fmla="*/ 167 h 90643"/>
                  <a:gd name="csX5" fmla="*/ 13484 w 90645"/>
                  <a:gd name="csY5" fmla="*/ 13442 h 90643"/>
                  <a:gd name="csX6" fmla="*/ 209 w 90645"/>
                  <a:gd name="csY6" fmla="*/ 45489 h 90643"/>
                  <a:gd name="csX7" fmla="*/ 13484 w 90645"/>
                  <a:gd name="csY7" fmla="*/ 77536 h 90643"/>
                  <a:gd name="csX8" fmla="*/ 45532 w 90645"/>
                  <a:gd name="csY8" fmla="*/ 9081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2" y="90811"/>
                    </a:moveTo>
                    <a:cubicBezTo>
                      <a:pt x="57551" y="90811"/>
                      <a:pt x="69080" y="86036"/>
                      <a:pt x="77580" y="77536"/>
                    </a:cubicBezTo>
                    <a:cubicBezTo>
                      <a:pt x="86079" y="69037"/>
                      <a:pt x="90854" y="57509"/>
                      <a:pt x="90854" y="45489"/>
                    </a:cubicBezTo>
                    <a:cubicBezTo>
                      <a:pt x="90854" y="33469"/>
                      <a:pt x="86079" y="21941"/>
                      <a:pt x="77580" y="13442"/>
                    </a:cubicBezTo>
                    <a:cubicBezTo>
                      <a:pt x="69080" y="4942"/>
                      <a:pt x="57551" y="167"/>
                      <a:pt x="45532" y="167"/>
                    </a:cubicBezTo>
                    <a:cubicBezTo>
                      <a:pt x="33512" y="167"/>
                      <a:pt x="21983" y="4942"/>
                      <a:pt x="13484" y="13442"/>
                    </a:cubicBezTo>
                    <a:cubicBezTo>
                      <a:pt x="4985" y="21941"/>
                      <a:pt x="209" y="33469"/>
                      <a:pt x="209" y="45489"/>
                    </a:cubicBezTo>
                    <a:cubicBezTo>
                      <a:pt x="209" y="57509"/>
                      <a:pt x="4985" y="69037"/>
                      <a:pt x="13484" y="77536"/>
                    </a:cubicBezTo>
                    <a:cubicBezTo>
                      <a:pt x="21983" y="86036"/>
                      <a:pt x="33512" y="90811"/>
                      <a:pt x="45532" y="9081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7" name="任意多边形: 形状 3406"/>
              <p:cNvSpPr/>
              <p:nvPr/>
            </p:nvSpPr>
            <p:spPr>
              <a:xfrm>
                <a:off x="29106290" y="22771599"/>
                <a:ext cx="180000" cy="180000"/>
              </a:xfrm>
              <a:custGeom>
                <a:avLst/>
                <a:gdLst>
                  <a:gd name="csX0" fmla="*/ 45496 w 90645"/>
                  <a:gd name="csY0" fmla="*/ 90794 h 90643"/>
                  <a:gd name="csX1" fmla="*/ 77544 w 90645"/>
                  <a:gd name="csY1" fmla="*/ 77520 h 90643"/>
                  <a:gd name="csX2" fmla="*/ 90818 w 90645"/>
                  <a:gd name="csY2" fmla="*/ 45473 h 90643"/>
                  <a:gd name="csX3" fmla="*/ 77544 w 90645"/>
                  <a:gd name="csY3" fmla="*/ 13425 h 90643"/>
                  <a:gd name="csX4" fmla="*/ 45496 w 90645"/>
                  <a:gd name="csY4" fmla="*/ 151 h 90643"/>
                  <a:gd name="csX5" fmla="*/ 13448 w 90645"/>
                  <a:gd name="csY5" fmla="*/ 13425 h 90643"/>
                  <a:gd name="csX6" fmla="*/ 173 w 90645"/>
                  <a:gd name="csY6" fmla="*/ 45473 h 90643"/>
                  <a:gd name="csX7" fmla="*/ 13448 w 90645"/>
                  <a:gd name="csY7" fmla="*/ 77520 h 90643"/>
                  <a:gd name="csX8" fmla="*/ 45496 w 90645"/>
                  <a:gd name="csY8" fmla="*/ 9079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6" y="90794"/>
                    </a:moveTo>
                    <a:cubicBezTo>
                      <a:pt x="57515" y="90794"/>
                      <a:pt x="69044" y="86019"/>
                      <a:pt x="77544" y="77520"/>
                    </a:cubicBezTo>
                    <a:cubicBezTo>
                      <a:pt x="86043" y="69021"/>
                      <a:pt x="90818" y="57492"/>
                      <a:pt x="90818" y="45473"/>
                    </a:cubicBezTo>
                    <a:cubicBezTo>
                      <a:pt x="90818" y="33453"/>
                      <a:pt x="86043" y="21924"/>
                      <a:pt x="77544" y="13425"/>
                    </a:cubicBezTo>
                    <a:cubicBezTo>
                      <a:pt x="69044" y="4926"/>
                      <a:pt x="57515" y="151"/>
                      <a:pt x="45496" y="151"/>
                    </a:cubicBezTo>
                    <a:cubicBezTo>
                      <a:pt x="33476" y="151"/>
                      <a:pt x="21947" y="4926"/>
                      <a:pt x="13448" y="13425"/>
                    </a:cubicBezTo>
                    <a:cubicBezTo>
                      <a:pt x="4949" y="21924"/>
                      <a:pt x="173" y="33453"/>
                      <a:pt x="173" y="45473"/>
                    </a:cubicBezTo>
                    <a:cubicBezTo>
                      <a:pt x="173" y="57492"/>
                      <a:pt x="4949" y="69021"/>
                      <a:pt x="13448" y="77520"/>
                    </a:cubicBezTo>
                    <a:cubicBezTo>
                      <a:pt x="21947" y="86019"/>
                      <a:pt x="33476" y="90794"/>
                      <a:pt x="45496" y="9079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8" name="任意多边形: 形状 3407"/>
              <p:cNvSpPr/>
              <p:nvPr/>
            </p:nvSpPr>
            <p:spPr>
              <a:xfrm>
                <a:off x="28918797" y="23220449"/>
                <a:ext cx="180000" cy="180000"/>
              </a:xfrm>
              <a:custGeom>
                <a:avLst/>
                <a:gdLst>
                  <a:gd name="csX0" fmla="*/ 45490 w 90645"/>
                  <a:gd name="csY0" fmla="*/ 90808 h 90643"/>
                  <a:gd name="csX1" fmla="*/ 77538 w 90645"/>
                  <a:gd name="csY1" fmla="*/ 77534 h 90643"/>
                  <a:gd name="csX2" fmla="*/ 90812 w 90645"/>
                  <a:gd name="csY2" fmla="*/ 45487 h 90643"/>
                  <a:gd name="csX3" fmla="*/ 77538 w 90645"/>
                  <a:gd name="csY3" fmla="*/ 13439 h 90643"/>
                  <a:gd name="csX4" fmla="*/ 45490 w 90645"/>
                  <a:gd name="csY4" fmla="*/ 165 h 90643"/>
                  <a:gd name="csX5" fmla="*/ 13442 w 90645"/>
                  <a:gd name="csY5" fmla="*/ 13439 h 90643"/>
                  <a:gd name="csX6" fmla="*/ 167 w 90645"/>
                  <a:gd name="csY6" fmla="*/ 45487 h 90643"/>
                  <a:gd name="csX7" fmla="*/ 13442 w 90645"/>
                  <a:gd name="csY7" fmla="*/ 77534 h 90643"/>
                  <a:gd name="csX8" fmla="*/ 45490 w 90645"/>
                  <a:gd name="csY8" fmla="*/ 9080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0" y="90808"/>
                    </a:moveTo>
                    <a:cubicBezTo>
                      <a:pt x="57510" y="90808"/>
                      <a:pt x="69039" y="86033"/>
                      <a:pt x="77538" y="77534"/>
                    </a:cubicBezTo>
                    <a:cubicBezTo>
                      <a:pt x="86037" y="69035"/>
                      <a:pt x="90812" y="57506"/>
                      <a:pt x="90812" y="45487"/>
                    </a:cubicBezTo>
                    <a:cubicBezTo>
                      <a:pt x="90812" y="33467"/>
                      <a:pt x="86037" y="21938"/>
                      <a:pt x="77538" y="13439"/>
                    </a:cubicBezTo>
                    <a:cubicBezTo>
                      <a:pt x="69039" y="4940"/>
                      <a:pt x="57510" y="165"/>
                      <a:pt x="45490" y="165"/>
                    </a:cubicBezTo>
                    <a:cubicBezTo>
                      <a:pt x="33470" y="165"/>
                      <a:pt x="21941" y="4940"/>
                      <a:pt x="13442" y="13439"/>
                    </a:cubicBezTo>
                    <a:cubicBezTo>
                      <a:pt x="4943" y="21938"/>
                      <a:pt x="167" y="33467"/>
                      <a:pt x="167" y="45487"/>
                    </a:cubicBezTo>
                    <a:cubicBezTo>
                      <a:pt x="167" y="57506"/>
                      <a:pt x="4943" y="69035"/>
                      <a:pt x="13442" y="77534"/>
                    </a:cubicBezTo>
                    <a:cubicBezTo>
                      <a:pt x="21941" y="86033"/>
                      <a:pt x="33470" y="90808"/>
                      <a:pt x="45490" y="9080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09" name="任意多边形: 形状 3408"/>
              <p:cNvSpPr/>
              <p:nvPr/>
            </p:nvSpPr>
            <p:spPr>
              <a:xfrm>
                <a:off x="30424897" y="22901064"/>
                <a:ext cx="180000" cy="180000"/>
              </a:xfrm>
              <a:custGeom>
                <a:avLst/>
                <a:gdLst>
                  <a:gd name="csX0" fmla="*/ 45537 w 90645"/>
                  <a:gd name="csY0" fmla="*/ 90799 h 90643"/>
                  <a:gd name="csX1" fmla="*/ 77585 w 90645"/>
                  <a:gd name="csY1" fmla="*/ 77524 h 90643"/>
                  <a:gd name="csX2" fmla="*/ 90859 w 90645"/>
                  <a:gd name="csY2" fmla="*/ 45477 h 90643"/>
                  <a:gd name="csX3" fmla="*/ 77585 w 90645"/>
                  <a:gd name="csY3" fmla="*/ 13429 h 90643"/>
                  <a:gd name="csX4" fmla="*/ 45537 w 90645"/>
                  <a:gd name="csY4" fmla="*/ 155 h 90643"/>
                  <a:gd name="csX5" fmla="*/ 13489 w 90645"/>
                  <a:gd name="csY5" fmla="*/ 13429 h 90643"/>
                  <a:gd name="csX6" fmla="*/ 214 w 90645"/>
                  <a:gd name="csY6" fmla="*/ 45477 h 90643"/>
                  <a:gd name="csX7" fmla="*/ 13489 w 90645"/>
                  <a:gd name="csY7" fmla="*/ 77524 h 90643"/>
                  <a:gd name="csX8" fmla="*/ 45537 w 90645"/>
                  <a:gd name="csY8" fmla="*/ 9079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7" y="90799"/>
                    </a:moveTo>
                    <a:cubicBezTo>
                      <a:pt x="57557" y="90799"/>
                      <a:pt x="69086" y="86023"/>
                      <a:pt x="77585" y="77524"/>
                    </a:cubicBezTo>
                    <a:cubicBezTo>
                      <a:pt x="86084" y="69025"/>
                      <a:pt x="90859" y="57496"/>
                      <a:pt x="90859" y="45477"/>
                    </a:cubicBezTo>
                    <a:cubicBezTo>
                      <a:pt x="90859" y="33457"/>
                      <a:pt x="86084" y="21928"/>
                      <a:pt x="77585" y="13429"/>
                    </a:cubicBezTo>
                    <a:cubicBezTo>
                      <a:pt x="69086" y="4930"/>
                      <a:pt x="57557" y="155"/>
                      <a:pt x="45537" y="155"/>
                    </a:cubicBezTo>
                    <a:cubicBezTo>
                      <a:pt x="33517" y="155"/>
                      <a:pt x="21988" y="4930"/>
                      <a:pt x="13489" y="13429"/>
                    </a:cubicBezTo>
                    <a:cubicBezTo>
                      <a:pt x="4990" y="21928"/>
                      <a:pt x="214" y="33457"/>
                      <a:pt x="214" y="45477"/>
                    </a:cubicBezTo>
                    <a:cubicBezTo>
                      <a:pt x="214" y="57496"/>
                      <a:pt x="4990" y="69025"/>
                      <a:pt x="13489" y="77524"/>
                    </a:cubicBezTo>
                    <a:cubicBezTo>
                      <a:pt x="21988" y="86023"/>
                      <a:pt x="33517" y="90799"/>
                      <a:pt x="45537" y="9079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0" name="任意多边形: 形状 3409"/>
              <p:cNvSpPr/>
              <p:nvPr/>
            </p:nvSpPr>
            <p:spPr>
              <a:xfrm>
                <a:off x="30854179" y="24736051"/>
                <a:ext cx="180000" cy="180000"/>
              </a:xfrm>
              <a:custGeom>
                <a:avLst/>
                <a:gdLst>
                  <a:gd name="csX0" fmla="*/ 45550 w 90645"/>
                  <a:gd name="csY0" fmla="*/ 90856 h 90643"/>
                  <a:gd name="csX1" fmla="*/ 77598 w 90645"/>
                  <a:gd name="csY1" fmla="*/ 77581 h 90643"/>
                  <a:gd name="csX2" fmla="*/ 90873 w 90645"/>
                  <a:gd name="csY2" fmla="*/ 45534 h 90643"/>
                  <a:gd name="csX3" fmla="*/ 77598 w 90645"/>
                  <a:gd name="csY3" fmla="*/ 13486 h 90643"/>
                  <a:gd name="csX4" fmla="*/ 45550 w 90645"/>
                  <a:gd name="csY4" fmla="*/ 212 h 90643"/>
                  <a:gd name="csX5" fmla="*/ 13502 w 90645"/>
                  <a:gd name="csY5" fmla="*/ 13486 h 90643"/>
                  <a:gd name="csX6" fmla="*/ 228 w 90645"/>
                  <a:gd name="csY6" fmla="*/ 45534 h 90643"/>
                  <a:gd name="csX7" fmla="*/ 13502 w 90645"/>
                  <a:gd name="csY7" fmla="*/ 77581 h 90643"/>
                  <a:gd name="csX8" fmla="*/ 45550 w 90645"/>
                  <a:gd name="csY8" fmla="*/ 908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0" y="90856"/>
                    </a:moveTo>
                    <a:cubicBezTo>
                      <a:pt x="57570" y="90856"/>
                      <a:pt x="69099" y="86080"/>
                      <a:pt x="77598" y="77581"/>
                    </a:cubicBezTo>
                    <a:cubicBezTo>
                      <a:pt x="86097" y="69082"/>
                      <a:pt x="90873" y="57553"/>
                      <a:pt x="90873" y="45534"/>
                    </a:cubicBezTo>
                    <a:cubicBezTo>
                      <a:pt x="90873" y="33514"/>
                      <a:pt x="86097" y="21985"/>
                      <a:pt x="77598" y="13486"/>
                    </a:cubicBezTo>
                    <a:cubicBezTo>
                      <a:pt x="69099" y="4987"/>
                      <a:pt x="57570" y="212"/>
                      <a:pt x="45550" y="212"/>
                    </a:cubicBezTo>
                    <a:cubicBezTo>
                      <a:pt x="33531" y="212"/>
                      <a:pt x="22002" y="4987"/>
                      <a:pt x="13502" y="13486"/>
                    </a:cubicBezTo>
                    <a:cubicBezTo>
                      <a:pt x="5003" y="21985"/>
                      <a:pt x="228" y="33514"/>
                      <a:pt x="228" y="45534"/>
                    </a:cubicBezTo>
                    <a:cubicBezTo>
                      <a:pt x="228" y="57553"/>
                      <a:pt x="5003" y="69082"/>
                      <a:pt x="13502" y="77581"/>
                    </a:cubicBezTo>
                    <a:cubicBezTo>
                      <a:pt x="22002" y="86080"/>
                      <a:pt x="33531" y="90856"/>
                      <a:pt x="45550" y="908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1" name="任意多边形: 形状 3410"/>
              <p:cNvSpPr/>
              <p:nvPr/>
            </p:nvSpPr>
            <p:spPr>
              <a:xfrm>
                <a:off x="28509465" y="20863315"/>
                <a:ext cx="180000" cy="180000"/>
              </a:xfrm>
              <a:custGeom>
                <a:avLst/>
                <a:gdLst>
                  <a:gd name="csX0" fmla="*/ 45477 w 90645"/>
                  <a:gd name="csY0" fmla="*/ 90735 h 90643"/>
                  <a:gd name="csX1" fmla="*/ 77525 w 90645"/>
                  <a:gd name="csY1" fmla="*/ 77460 h 90643"/>
                  <a:gd name="csX2" fmla="*/ 90800 w 90645"/>
                  <a:gd name="csY2" fmla="*/ 45413 h 90643"/>
                  <a:gd name="csX3" fmla="*/ 77525 w 90645"/>
                  <a:gd name="csY3" fmla="*/ 13365 h 90643"/>
                  <a:gd name="csX4" fmla="*/ 45477 w 90645"/>
                  <a:gd name="csY4" fmla="*/ 91 h 90643"/>
                  <a:gd name="csX5" fmla="*/ 13429 w 90645"/>
                  <a:gd name="csY5" fmla="*/ 13365 h 90643"/>
                  <a:gd name="csX6" fmla="*/ 155 w 90645"/>
                  <a:gd name="csY6" fmla="*/ 45413 h 90643"/>
                  <a:gd name="csX7" fmla="*/ 13429 w 90645"/>
                  <a:gd name="csY7" fmla="*/ 77460 h 90643"/>
                  <a:gd name="csX8" fmla="*/ 45477 w 90645"/>
                  <a:gd name="csY8" fmla="*/ 9073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7" y="90735"/>
                    </a:moveTo>
                    <a:cubicBezTo>
                      <a:pt x="57497" y="90735"/>
                      <a:pt x="69026" y="85960"/>
                      <a:pt x="77525" y="77460"/>
                    </a:cubicBezTo>
                    <a:cubicBezTo>
                      <a:pt x="86024" y="68961"/>
                      <a:pt x="90800" y="57432"/>
                      <a:pt x="90800" y="45413"/>
                    </a:cubicBezTo>
                    <a:cubicBezTo>
                      <a:pt x="90800" y="33393"/>
                      <a:pt x="86024" y="21865"/>
                      <a:pt x="77525" y="13365"/>
                    </a:cubicBezTo>
                    <a:cubicBezTo>
                      <a:pt x="69026" y="4866"/>
                      <a:pt x="57497" y="91"/>
                      <a:pt x="45477" y="91"/>
                    </a:cubicBezTo>
                    <a:cubicBezTo>
                      <a:pt x="33457" y="91"/>
                      <a:pt x="21928" y="4866"/>
                      <a:pt x="13429" y="13365"/>
                    </a:cubicBezTo>
                    <a:cubicBezTo>
                      <a:pt x="4930" y="21865"/>
                      <a:pt x="155" y="33393"/>
                      <a:pt x="155" y="45413"/>
                    </a:cubicBezTo>
                    <a:cubicBezTo>
                      <a:pt x="155" y="57432"/>
                      <a:pt x="4930" y="68961"/>
                      <a:pt x="13429" y="77460"/>
                    </a:cubicBezTo>
                    <a:cubicBezTo>
                      <a:pt x="21928" y="85960"/>
                      <a:pt x="33457" y="90735"/>
                      <a:pt x="45477" y="9073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2" name="任意多边形: 形状 3411"/>
              <p:cNvSpPr/>
              <p:nvPr/>
            </p:nvSpPr>
            <p:spPr>
              <a:xfrm>
                <a:off x="27863158" y="24502948"/>
                <a:ext cx="180000" cy="180000"/>
              </a:xfrm>
              <a:custGeom>
                <a:avLst/>
                <a:gdLst>
                  <a:gd name="csX0" fmla="*/ 45457 w 90645"/>
                  <a:gd name="csY0" fmla="*/ 90849 h 90643"/>
                  <a:gd name="csX1" fmla="*/ 77505 w 90645"/>
                  <a:gd name="csY1" fmla="*/ 77574 h 90643"/>
                  <a:gd name="csX2" fmla="*/ 90779 w 90645"/>
                  <a:gd name="csY2" fmla="*/ 45527 h 90643"/>
                  <a:gd name="csX3" fmla="*/ 77505 w 90645"/>
                  <a:gd name="csY3" fmla="*/ 13479 h 90643"/>
                  <a:gd name="csX4" fmla="*/ 45457 w 90645"/>
                  <a:gd name="csY4" fmla="*/ 205 h 90643"/>
                  <a:gd name="csX5" fmla="*/ 13409 w 90645"/>
                  <a:gd name="csY5" fmla="*/ 13479 h 90643"/>
                  <a:gd name="csX6" fmla="*/ 134 w 90645"/>
                  <a:gd name="csY6" fmla="*/ 45527 h 90643"/>
                  <a:gd name="csX7" fmla="*/ 13409 w 90645"/>
                  <a:gd name="csY7" fmla="*/ 77574 h 90643"/>
                  <a:gd name="csX8" fmla="*/ 45457 w 90645"/>
                  <a:gd name="csY8" fmla="*/ 9084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7" y="90849"/>
                    </a:moveTo>
                    <a:cubicBezTo>
                      <a:pt x="57477" y="90849"/>
                      <a:pt x="69006" y="86073"/>
                      <a:pt x="77505" y="77574"/>
                    </a:cubicBezTo>
                    <a:cubicBezTo>
                      <a:pt x="86004" y="69075"/>
                      <a:pt x="90779" y="57546"/>
                      <a:pt x="90779" y="45527"/>
                    </a:cubicBezTo>
                    <a:cubicBezTo>
                      <a:pt x="90779" y="33507"/>
                      <a:pt x="86004" y="21978"/>
                      <a:pt x="77505" y="13479"/>
                    </a:cubicBezTo>
                    <a:cubicBezTo>
                      <a:pt x="69006" y="4980"/>
                      <a:pt x="57477" y="205"/>
                      <a:pt x="45457" y="205"/>
                    </a:cubicBezTo>
                    <a:cubicBezTo>
                      <a:pt x="33437" y="205"/>
                      <a:pt x="21908" y="4980"/>
                      <a:pt x="13409" y="13479"/>
                    </a:cubicBezTo>
                    <a:cubicBezTo>
                      <a:pt x="4910" y="21978"/>
                      <a:pt x="134" y="33507"/>
                      <a:pt x="134" y="45527"/>
                    </a:cubicBezTo>
                    <a:cubicBezTo>
                      <a:pt x="134" y="57546"/>
                      <a:pt x="4910" y="69075"/>
                      <a:pt x="13409" y="77574"/>
                    </a:cubicBezTo>
                    <a:cubicBezTo>
                      <a:pt x="21908" y="86073"/>
                      <a:pt x="33437" y="90849"/>
                      <a:pt x="45457" y="9084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3" name="任意多边形: 形状 3412"/>
              <p:cNvSpPr/>
              <p:nvPr/>
            </p:nvSpPr>
            <p:spPr>
              <a:xfrm>
                <a:off x="33120509" y="21865126"/>
                <a:ext cx="180000" cy="180000"/>
              </a:xfrm>
              <a:custGeom>
                <a:avLst/>
                <a:gdLst>
                  <a:gd name="csX0" fmla="*/ 45621 w 90645"/>
                  <a:gd name="csY0" fmla="*/ 90766 h 90643"/>
                  <a:gd name="csX1" fmla="*/ 77669 w 90645"/>
                  <a:gd name="csY1" fmla="*/ 77492 h 90643"/>
                  <a:gd name="csX2" fmla="*/ 90943 w 90645"/>
                  <a:gd name="csY2" fmla="*/ 45444 h 90643"/>
                  <a:gd name="csX3" fmla="*/ 77669 w 90645"/>
                  <a:gd name="csY3" fmla="*/ 13397 h 90643"/>
                  <a:gd name="csX4" fmla="*/ 45621 w 90645"/>
                  <a:gd name="csY4" fmla="*/ 122 h 90643"/>
                  <a:gd name="csX5" fmla="*/ 13573 w 90645"/>
                  <a:gd name="csY5" fmla="*/ 13397 h 90643"/>
                  <a:gd name="csX6" fmla="*/ 298 w 90645"/>
                  <a:gd name="csY6" fmla="*/ 45444 h 90643"/>
                  <a:gd name="csX7" fmla="*/ 13573 w 90645"/>
                  <a:gd name="csY7" fmla="*/ 77492 h 90643"/>
                  <a:gd name="csX8" fmla="*/ 45621 w 90645"/>
                  <a:gd name="csY8" fmla="*/ 9076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21" y="90766"/>
                    </a:moveTo>
                    <a:cubicBezTo>
                      <a:pt x="57641" y="90766"/>
                      <a:pt x="69170" y="85991"/>
                      <a:pt x="77669" y="77492"/>
                    </a:cubicBezTo>
                    <a:cubicBezTo>
                      <a:pt x="86168" y="68993"/>
                      <a:pt x="90943" y="57464"/>
                      <a:pt x="90943" y="45444"/>
                    </a:cubicBezTo>
                    <a:cubicBezTo>
                      <a:pt x="90943" y="33425"/>
                      <a:pt x="86168" y="21896"/>
                      <a:pt x="77669" y="13397"/>
                    </a:cubicBezTo>
                    <a:cubicBezTo>
                      <a:pt x="69170" y="4898"/>
                      <a:pt x="57641" y="122"/>
                      <a:pt x="45621" y="122"/>
                    </a:cubicBezTo>
                    <a:cubicBezTo>
                      <a:pt x="33601" y="122"/>
                      <a:pt x="22072" y="4898"/>
                      <a:pt x="13573" y="13397"/>
                    </a:cubicBezTo>
                    <a:cubicBezTo>
                      <a:pt x="5074" y="21896"/>
                      <a:pt x="298" y="33425"/>
                      <a:pt x="298" y="45444"/>
                    </a:cubicBezTo>
                    <a:cubicBezTo>
                      <a:pt x="298" y="57464"/>
                      <a:pt x="5074" y="68993"/>
                      <a:pt x="13573" y="77492"/>
                    </a:cubicBezTo>
                    <a:cubicBezTo>
                      <a:pt x="22072" y="85991"/>
                      <a:pt x="33601" y="90766"/>
                      <a:pt x="45621" y="9076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4" name="任意多边形: 形状 3413"/>
              <p:cNvSpPr/>
              <p:nvPr/>
            </p:nvSpPr>
            <p:spPr>
              <a:xfrm>
                <a:off x="30095773" y="23546180"/>
                <a:ext cx="180000" cy="180000"/>
              </a:xfrm>
              <a:custGeom>
                <a:avLst/>
                <a:gdLst>
                  <a:gd name="csX0" fmla="*/ 45527 w 90645"/>
                  <a:gd name="csY0" fmla="*/ 90819 h 90643"/>
                  <a:gd name="csX1" fmla="*/ 77574 w 90645"/>
                  <a:gd name="csY1" fmla="*/ 77544 h 90643"/>
                  <a:gd name="csX2" fmla="*/ 90849 w 90645"/>
                  <a:gd name="csY2" fmla="*/ 45497 h 90643"/>
                  <a:gd name="csX3" fmla="*/ 77574 w 90645"/>
                  <a:gd name="csY3" fmla="*/ 13449 h 90643"/>
                  <a:gd name="csX4" fmla="*/ 45527 w 90645"/>
                  <a:gd name="csY4" fmla="*/ 175 h 90643"/>
                  <a:gd name="csX5" fmla="*/ 13479 w 90645"/>
                  <a:gd name="csY5" fmla="*/ 13449 h 90643"/>
                  <a:gd name="csX6" fmla="*/ 204 w 90645"/>
                  <a:gd name="csY6" fmla="*/ 45497 h 90643"/>
                  <a:gd name="csX7" fmla="*/ 13479 w 90645"/>
                  <a:gd name="csY7" fmla="*/ 77544 h 90643"/>
                  <a:gd name="csX8" fmla="*/ 45527 w 90645"/>
                  <a:gd name="csY8" fmla="*/ 9081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7" y="90819"/>
                    </a:moveTo>
                    <a:cubicBezTo>
                      <a:pt x="57546" y="90819"/>
                      <a:pt x="69075" y="86043"/>
                      <a:pt x="77574" y="77544"/>
                    </a:cubicBezTo>
                    <a:cubicBezTo>
                      <a:pt x="86074" y="69045"/>
                      <a:pt x="90849" y="57516"/>
                      <a:pt x="90849" y="45497"/>
                    </a:cubicBezTo>
                    <a:cubicBezTo>
                      <a:pt x="90849" y="33477"/>
                      <a:pt x="86074" y="21948"/>
                      <a:pt x="77574" y="13449"/>
                    </a:cubicBezTo>
                    <a:cubicBezTo>
                      <a:pt x="69075" y="4950"/>
                      <a:pt x="57546" y="175"/>
                      <a:pt x="45527" y="175"/>
                    </a:cubicBezTo>
                    <a:cubicBezTo>
                      <a:pt x="33507" y="175"/>
                      <a:pt x="21978" y="4950"/>
                      <a:pt x="13479" y="13449"/>
                    </a:cubicBezTo>
                    <a:cubicBezTo>
                      <a:pt x="4980" y="21948"/>
                      <a:pt x="204" y="33477"/>
                      <a:pt x="204" y="45497"/>
                    </a:cubicBezTo>
                    <a:cubicBezTo>
                      <a:pt x="204" y="57516"/>
                      <a:pt x="4980" y="69045"/>
                      <a:pt x="13479" y="77544"/>
                    </a:cubicBezTo>
                    <a:cubicBezTo>
                      <a:pt x="21978" y="86043"/>
                      <a:pt x="33507" y="90819"/>
                      <a:pt x="45527" y="9081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5" name="任意多边形: 形状 3414"/>
              <p:cNvSpPr/>
              <p:nvPr/>
            </p:nvSpPr>
            <p:spPr>
              <a:xfrm>
                <a:off x="29724192" y="22075939"/>
                <a:ext cx="180000" cy="180000"/>
              </a:xfrm>
              <a:custGeom>
                <a:avLst/>
                <a:gdLst>
                  <a:gd name="csX0" fmla="*/ 45515 w 90645"/>
                  <a:gd name="csY0" fmla="*/ 90773 h 90643"/>
                  <a:gd name="csX1" fmla="*/ 77563 w 90645"/>
                  <a:gd name="csY1" fmla="*/ 77498 h 90643"/>
                  <a:gd name="csX2" fmla="*/ 90838 w 90645"/>
                  <a:gd name="csY2" fmla="*/ 45451 h 90643"/>
                  <a:gd name="csX3" fmla="*/ 77563 w 90645"/>
                  <a:gd name="csY3" fmla="*/ 13403 h 90643"/>
                  <a:gd name="csX4" fmla="*/ 45515 w 90645"/>
                  <a:gd name="csY4" fmla="*/ 129 h 90643"/>
                  <a:gd name="csX5" fmla="*/ 13467 w 90645"/>
                  <a:gd name="csY5" fmla="*/ 13403 h 90643"/>
                  <a:gd name="csX6" fmla="*/ 192 w 90645"/>
                  <a:gd name="csY6" fmla="*/ 45451 h 90643"/>
                  <a:gd name="csX7" fmla="*/ 13467 w 90645"/>
                  <a:gd name="csY7" fmla="*/ 77498 h 90643"/>
                  <a:gd name="csX8" fmla="*/ 45515 w 90645"/>
                  <a:gd name="csY8" fmla="*/ 9077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5" y="90773"/>
                    </a:moveTo>
                    <a:cubicBezTo>
                      <a:pt x="57535" y="90773"/>
                      <a:pt x="69064" y="85997"/>
                      <a:pt x="77563" y="77498"/>
                    </a:cubicBezTo>
                    <a:cubicBezTo>
                      <a:pt x="86062" y="68999"/>
                      <a:pt x="90838" y="57470"/>
                      <a:pt x="90838" y="45451"/>
                    </a:cubicBezTo>
                    <a:cubicBezTo>
                      <a:pt x="90838" y="33431"/>
                      <a:pt x="86062" y="21902"/>
                      <a:pt x="77563" y="13403"/>
                    </a:cubicBezTo>
                    <a:cubicBezTo>
                      <a:pt x="69064" y="4904"/>
                      <a:pt x="57535" y="129"/>
                      <a:pt x="45515" y="129"/>
                    </a:cubicBezTo>
                    <a:cubicBezTo>
                      <a:pt x="33495" y="129"/>
                      <a:pt x="21966" y="4904"/>
                      <a:pt x="13467" y="13403"/>
                    </a:cubicBezTo>
                    <a:cubicBezTo>
                      <a:pt x="4968" y="21902"/>
                      <a:pt x="192" y="33431"/>
                      <a:pt x="192" y="45451"/>
                    </a:cubicBezTo>
                    <a:cubicBezTo>
                      <a:pt x="192" y="57470"/>
                      <a:pt x="4968" y="68999"/>
                      <a:pt x="13467" y="77498"/>
                    </a:cubicBezTo>
                    <a:cubicBezTo>
                      <a:pt x="21966" y="85997"/>
                      <a:pt x="33495" y="90773"/>
                      <a:pt x="45515" y="9077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6" name="任意多边形: 形状 3415"/>
              <p:cNvSpPr/>
              <p:nvPr/>
            </p:nvSpPr>
            <p:spPr>
              <a:xfrm>
                <a:off x="29492878" y="25384852"/>
                <a:ext cx="180000" cy="180000"/>
              </a:xfrm>
              <a:custGeom>
                <a:avLst/>
                <a:gdLst>
                  <a:gd name="csX0" fmla="*/ 45508 w 90645"/>
                  <a:gd name="csY0" fmla="*/ 90876 h 90643"/>
                  <a:gd name="csX1" fmla="*/ 77556 w 90645"/>
                  <a:gd name="csY1" fmla="*/ 77602 h 90643"/>
                  <a:gd name="csX2" fmla="*/ 90830 w 90645"/>
                  <a:gd name="csY2" fmla="*/ 45554 h 90643"/>
                  <a:gd name="csX3" fmla="*/ 77556 w 90645"/>
                  <a:gd name="csY3" fmla="*/ 13507 h 90643"/>
                  <a:gd name="csX4" fmla="*/ 45508 w 90645"/>
                  <a:gd name="csY4" fmla="*/ 232 h 90643"/>
                  <a:gd name="csX5" fmla="*/ 13460 w 90645"/>
                  <a:gd name="csY5" fmla="*/ 13507 h 90643"/>
                  <a:gd name="csX6" fmla="*/ 185 w 90645"/>
                  <a:gd name="csY6" fmla="*/ 45554 h 90643"/>
                  <a:gd name="csX7" fmla="*/ 13460 w 90645"/>
                  <a:gd name="csY7" fmla="*/ 77602 h 90643"/>
                  <a:gd name="csX8" fmla="*/ 45508 w 90645"/>
                  <a:gd name="csY8" fmla="*/ 9087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8" y="90876"/>
                    </a:moveTo>
                    <a:cubicBezTo>
                      <a:pt x="57527" y="90876"/>
                      <a:pt x="69056" y="86101"/>
                      <a:pt x="77556" y="77602"/>
                    </a:cubicBezTo>
                    <a:cubicBezTo>
                      <a:pt x="86055" y="69102"/>
                      <a:pt x="90830" y="57574"/>
                      <a:pt x="90830" y="45554"/>
                    </a:cubicBezTo>
                    <a:cubicBezTo>
                      <a:pt x="90830" y="33535"/>
                      <a:pt x="86055" y="22006"/>
                      <a:pt x="77556" y="13507"/>
                    </a:cubicBezTo>
                    <a:cubicBezTo>
                      <a:pt x="69056" y="5008"/>
                      <a:pt x="57527" y="232"/>
                      <a:pt x="45508" y="232"/>
                    </a:cubicBezTo>
                    <a:cubicBezTo>
                      <a:pt x="33488" y="232"/>
                      <a:pt x="21959" y="5008"/>
                      <a:pt x="13460" y="13507"/>
                    </a:cubicBezTo>
                    <a:cubicBezTo>
                      <a:pt x="4961" y="22006"/>
                      <a:pt x="185" y="33535"/>
                      <a:pt x="185" y="45554"/>
                    </a:cubicBezTo>
                    <a:cubicBezTo>
                      <a:pt x="185" y="57574"/>
                      <a:pt x="4961" y="69102"/>
                      <a:pt x="13460" y="77602"/>
                    </a:cubicBezTo>
                    <a:cubicBezTo>
                      <a:pt x="21959" y="86101"/>
                      <a:pt x="33488" y="90876"/>
                      <a:pt x="45508" y="9087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7" name="任意多边形: 形状 3416"/>
              <p:cNvSpPr/>
              <p:nvPr/>
            </p:nvSpPr>
            <p:spPr>
              <a:xfrm>
                <a:off x="29888737" y="21349995"/>
                <a:ext cx="180000" cy="180000"/>
              </a:xfrm>
              <a:custGeom>
                <a:avLst/>
                <a:gdLst>
                  <a:gd name="csX0" fmla="*/ 45520 w 90645"/>
                  <a:gd name="csY0" fmla="*/ 90750 h 90643"/>
                  <a:gd name="csX1" fmla="*/ 77568 w 90645"/>
                  <a:gd name="csY1" fmla="*/ 77476 h 90643"/>
                  <a:gd name="csX2" fmla="*/ 90843 w 90645"/>
                  <a:gd name="csY2" fmla="*/ 45428 h 90643"/>
                  <a:gd name="csX3" fmla="*/ 77568 w 90645"/>
                  <a:gd name="csY3" fmla="*/ 13381 h 90643"/>
                  <a:gd name="csX4" fmla="*/ 45520 w 90645"/>
                  <a:gd name="csY4" fmla="*/ 106 h 90643"/>
                  <a:gd name="csX5" fmla="*/ 13472 w 90645"/>
                  <a:gd name="csY5" fmla="*/ 13381 h 90643"/>
                  <a:gd name="csX6" fmla="*/ 198 w 90645"/>
                  <a:gd name="csY6" fmla="*/ 45428 h 90643"/>
                  <a:gd name="csX7" fmla="*/ 13472 w 90645"/>
                  <a:gd name="csY7" fmla="*/ 77476 h 90643"/>
                  <a:gd name="csX8" fmla="*/ 45520 w 90645"/>
                  <a:gd name="csY8" fmla="*/ 9075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0" y="90750"/>
                    </a:moveTo>
                    <a:cubicBezTo>
                      <a:pt x="57540" y="90750"/>
                      <a:pt x="69069" y="85975"/>
                      <a:pt x="77568" y="77476"/>
                    </a:cubicBezTo>
                    <a:cubicBezTo>
                      <a:pt x="86067" y="68977"/>
                      <a:pt x="90843" y="57448"/>
                      <a:pt x="90843" y="45428"/>
                    </a:cubicBezTo>
                    <a:cubicBezTo>
                      <a:pt x="90843" y="33409"/>
                      <a:pt x="86067" y="21880"/>
                      <a:pt x="77568" y="13381"/>
                    </a:cubicBezTo>
                    <a:cubicBezTo>
                      <a:pt x="69069" y="4882"/>
                      <a:pt x="57540" y="106"/>
                      <a:pt x="45520" y="106"/>
                    </a:cubicBezTo>
                    <a:cubicBezTo>
                      <a:pt x="33500" y="106"/>
                      <a:pt x="21971" y="4882"/>
                      <a:pt x="13472" y="13381"/>
                    </a:cubicBezTo>
                    <a:cubicBezTo>
                      <a:pt x="4973" y="21880"/>
                      <a:pt x="198" y="33409"/>
                      <a:pt x="198" y="45428"/>
                    </a:cubicBezTo>
                    <a:cubicBezTo>
                      <a:pt x="198" y="57448"/>
                      <a:pt x="4973" y="68977"/>
                      <a:pt x="13472" y="77476"/>
                    </a:cubicBezTo>
                    <a:cubicBezTo>
                      <a:pt x="21971" y="85975"/>
                      <a:pt x="33500" y="90750"/>
                      <a:pt x="45520" y="9075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8" name="任意多边形: 形状 3417"/>
              <p:cNvSpPr/>
              <p:nvPr/>
            </p:nvSpPr>
            <p:spPr>
              <a:xfrm>
                <a:off x="31888425" y="22988947"/>
                <a:ext cx="180000" cy="180000"/>
              </a:xfrm>
              <a:custGeom>
                <a:avLst/>
                <a:gdLst>
                  <a:gd name="csX0" fmla="*/ 45583 w 90645"/>
                  <a:gd name="csY0" fmla="*/ 90801 h 90643"/>
                  <a:gd name="csX1" fmla="*/ 77630 w 90645"/>
                  <a:gd name="csY1" fmla="*/ 77527 h 90643"/>
                  <a:gd name="csX2" fmla="*/ 90905 w 90645"/>
                  <a:gd name="csY2" fmla="*/ 45479 h 90643"/>
                  <a:gd name="csX3" fmla="*/ 77630 w 90645"/>
                  <a:gd name="csY3" fmla="*/ 13432 h 90643"/>
                  <a:gd name="csX4" fmla="*/ 45583 w 90645"/>
                  <a:gd name="csY4" fmla="*/ 157 h 90643"/>
                  <a:gd name="csX5" fmla="*/ 13535 w 90645"/>
                  <a:gd name="csY5" fmla="*/ 13432 h 90643"/>
                  <a:gd name="csX6" fmla="*/ 260 w 90645"/>
                  <a:gd name="csY6" fmla="*/ 45479 h 90643"/>
                  <a:gd name="csX7" fmla="*/ 13535 w 90645"/>
                  <a:gd name="csY7" fmla="*/ 77527 h 90643"/>
                  <a:gd name="csX8" fmla="*/ 45583 w 90645"/>
                  <a:gd name="csY8" fmla="*/ 9080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3" y="90801"/>
                    </a:moveTo>
                    <a:cubicBezTo>
                      <a:pt x="57602" y="90801"/>
                      <a:pt x="69131" y="86026"/>
                      <a:pt x="77630" y="77527"/>
                    </a:cubicBezTo>
                    <a:cubicBezTo>
                      <a:pt x="86130" y="69028"/>
                      <a:pt x="90905" y="57499"/>
                      <a:pt x="90905" y="45479"/>
                    </a:cubicBezTo>
                    <a:cubicBezTo>
                      <a:pt x="90905" y="33460"/>
                      <a:pt x="86130" y="21931"/>
                      <a:pt x="77630" y="13432"/>
                    </a:cubicBezTo>
                    <a:cubicBezTo>
                      <a:pt x="69131" y="4933"/>
                      <a:pt x="57602" y="157"/>
                      <a:pt x="45583" y="157"/>
                    </a:cubicBezTo>
                    <a:cubicBezTo>
                      <a:pt x="33563" y="157"/>
                      <a:pt x="22034" y="4933"/>
                      <a:pt x="13535" y="13432"/>
                    </a:cubicBezTo>
                    <a:cubicBezTo>
                      <a:pt x="5035" y="21931"/>
                      <a:pt x="260" y="33460"/>
                      <a:pt x="260" y="45479"/>
                    </a:cubicBezTo>
                    <a:cubicBezTo>
                      <a:pt x="260" y="57499"/>
                      <a:pt x="5035" y="69028"/>
                      <a:pt x="13535" y="77527"/>
                    </a:cubicBezTo>
                    <a:cubicBezTo>
                      <a:pt x="22034" y="86026"/>
                      <a:pt x="33563" y="90801"/>
                      <a:pt x="45583" y="9080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19" name="任意多边形: 形状 3418"/>
              <p:cNvSpPr/>
              <p:nvPr/>
            </p:nvSpPr>
            <p:spPr>
              <a:xfrm>
                <a:off x="26693233" y="22675821"/>
                <a:ext cx="180000" cy="180000"/>
              </a:xfrm>
              <a:custGeom>
                <a:avLst/>
                <a:gdLst>
                  <a:gd name="csX0" fmla="*/ 45420 w 90645"/>
                  <a:gd name="csY0" fmla="*/ 90791 h 90643"/>
                  <a:gd name="csX1" fmla="*/ 77468 w 90645"/>
                  <a:gd name="csY1" fmla="*/ 77517 h 90643"/>
                  <a:gd name="csX2" fmla="*/ 90743 w 90645"/>
                  <a:gd name="csY2" fmla="*/ 45470 h 90643"/>
                  <a:gd name="csX3" fmla="*/ 77468 w 90645"/>
                  <a:gd name="csY3" fmla="*/ 13422 h 90643"/>
                  <a:gd name="csX4" fmla="*/ 45420 w 90645"/>
                  <a:gd name="csY4" fmla="*/ 148 h 90643"/>
                  <a:gd name="csX5" fmla="*/ 13373 w 90645"/>
                  <a:gd name="csY5" fmla="*/ 13422 h 90643"/>
                  <a:gd name="csX6" fmla="*/ 98 w 90645"/>
                  <a:gd name="csY6" fmla="*/ 45470 h 90643"/>
                  <a:gd name="csX7" fmla="*/ 13373 w 90645"/>
                  <a:gd name="csY7" fmla="*/ 77517 h 90643"/>
                  <a:gd name="csX8" fmla="*/ 45420 w 90645"/>
                  <a:gd name="csY8" fmla="*/ 9079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20" y="90791"/>
                    </a:moveTo>
                    <a:cubicBezTo>
                      <a:pt x="57440" y="90791"/>
                      <a:pt x="68969" y="86016"/>
                      <a:pt x="77468" y="77517"/>
                    </a:cubicBezTo>
                    <a:cubicBezTo>
                      <a:pt x="85967" y="69018"/>
                      <a:pt x="90743" y="57489"/>
                      <a:pt x="90743" y="45470"/>
                    </a:cubicBezTo>
                    <a:cubicBezTo>
                      <a:pt x="90743" y="33450"/>
                      <a:pt x="85967" y="21921"/>
                      <a:pt x="77468" y="13422"/>
                    </a:cubicBezTo>
                    <a:cubicBezTo>
                      <a:pt x="68969" y="4923"/>
                      <a:pt x="57440" y="148"/>
                      <a:pt x="45420" y="148"/>
                    </a:cubicBezTo>
                    <a:cubicBezTo>
                      <a:pt x="33401" y="148"/>
                      <a:pt x="21872" y="4923"/>
                      <a:pt x="13373" y="13422"/>
                    </a:cubicBezTo>
                    <a:cubicBezTo>
                      <a:pt x="4873" y="21921"/>
                      <a:pt x="98" y="33450"/>
                      <a:pt x="98" y="45470"/>
                    </a:cubicBezTo>
                    <a:cubicBezTo>
                      <a:pt x="98" y="57489"/>
                      <a:pt x="4873" y="69018"/>
                      <a:pt x="13373" y="77517"/>
                    </a:cubicBezTo>
                    <a:cubicBezTo>
                      <a:pt x="21872" y="86016"/>
                      <a:pt x="33401" y="90791"/>
                      <a:pt x="45420" y="9079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0" name="任意多边形: 形状 3419"/>
              <p:cNvSpPr/>
              <p:nvPr/>
            </p:nvSpPr>
            <p:spPr>
              <a:xfrm>
                <a:off x="28789398" y="23814531"/>
                <a:ext cx="180000" cy="180000"/>
              </a:xfrm>
              <a:custGeom>
                <a:avLst/>
                <a:gdLst>
                  <a:gd name="csX0" fmla="*/ 45486 w 90645"/>
                  <a:gd name="csY0" fmla="*/ 90827 h 90643"/>
                  <a:gd name="csX1" fmla="*/ 77534 w 90645"/>
                  <a:gd name="csY1" fmla="*/ 77553 h 90643"/>
                  <a:gd name="csX2" fmla="*/ 90808 w 90645"/>
                  <a:gd name="csY2" fmla="*/ 45505 h 90643"/>
                  <a:gd name="csX3" fmla="*/ 77534 w 90645"/>
                  <a:gd name="csY3" fmla="*/ 13458 h 90643"/>
                  <a:gd name="csX4" fmla="*/ 45486 w 90645"/>
                  <a:gd name="csY4" fmla="*/ 183 h 90643"/>
                  <a:gd name="csX5" fmla="*/ 13438 w 90645"/>
                  <a:gd name="csY5" fmla="*/ 13458 h 90643"/>
                  <a:gd name="csX6" fmla="*/ 163 w 90645"/>
                  <a:gd name="csY6" fmla="*/ 45505 h 90643"/>
                  <a:gd name="csX7" fmla="*/ 13438 w 90645"/>
                  <a:gd name="csY7" fmla="*/ 77553 h 90643"/>
                  <a:gd name="csX8" fmla="*/ 45486 w 90645"/>
                  <a:gd name="csY8" fmla="*/ 9082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6" y="90827"/>
                    </a:moveTo>
                    <a:cubicBezTo>
                      <a:pt x="57505" y="90827"/>
                      <a:pt x="69034" y="86052"/>
                      <a:pt x="77534" y="77553"/>
                    </a:cubicBezTo>
                    <a:cubicBezTo>
                      <a:pt x="86033" y="69053"/>
                      <a:pt x="90808" y="57525"/>
                      <a:pt x="90808" y="45505"/>
                    </a:cubicBezTo>
                    <a:cubicBezTo>
                      <a:pt x="90808" y="33486"/>
                      <a:pt x="86033" y="21957"/>
                      <a:pt x="77534" y="13458"/>
                    </a:cubicBezTo>
                    <a:cubicBezTo>
                      <a:pt x="69034" y="4959"/>
                      <a:pt x="57505" y="183"/>
                      <a:pt x="45486" y="183"/>
                    </a:cubicBezTo>
                    <a:cubicBezTo>
                      <a:pt x="33466" y="183"/>
                      <a:pt x="21937" y="4959"/>
                      <a:pt x="13438" y="13458"/>
                    </a:cubicBezTo>
                    <a:cubicBezTo>
                      <a:pt x="4939" y="21957"/>
                      <a:pt x="163" y="33486"/>
                      <a:pt x="163" y="45505"/>
                    </a:cubicBezTo>
                    <a:cubicBezTo>
                      <a:pt x="163" y="57525"/>
                      <a:pt x="4939" y="69053"/>
                      <a:pt x="13438" y="77553"/>
                    </a:cubicBezTo>
                    <a:cubicBezTo>
                      <a:pt x="21937" y="86052"/>
                      <a:pt x="33466" y="90827"/>
                      <a:pt x="45486" y="9082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1" name="任意多边形: 形状 3420"/>
              <p:cNvSpPr/>
              <p:nvPr/>
            </p:nvSpPr>
            <p:spPr>
              <a:xfrm>
                <a:off x="31186166" y="22339889"/>
                <a:ext cx="180000" cy="180000"/>
              </a:xfrm>
              <a:custGeom>
                <a:avLst/>
                <a:gdLst>
                  <a:gd name="csX0" fmla="*/ 45561 w 90645"/>
                  <a:gd name="csY0" fmla="*/ 90781 h 90643"/>
                  <a:gd name="csX1" fmla="*/ 77608 w 90645"/>
                  <a:gd name="csY1" fmla="*/ 77507 h 90643"/>
                  <a:gd name="csX2" fmla="*/ 90883 w 90645"/>
                  <a:gd name="csY2" fmla="*/ 45459 h 90643"/>
                  <a:gd name="csX3" fmla="*/ 77608 w 90645"/>
                  <a:gd name="csY3" fmla="*/ 13412 h 90643"/>
                  <a:gd name="csX4" fmla="*/ 45561 w 90645"/>
                  <a:gd name="csY4" fmla="*/ 137 h 90643"/>
                  <a:gd name="csX5" fmla="*/ 13513 w 90645"/>
                  <a:gd name="csY5" fmla="*/ 13412 h 90643"/>
                  <a:gd name="csX6" fmla="*/ 238 w 90645"/>
                  <a:gd name="csY6" fmla="*/ 45459 h 90643"/>
                  <a:gd name="csX7" fmla="*/ 13513 w 90645"/>
                  <a:gd name="csY7" fmla="*/ 77507 h 90643"/>
                  <a:gd name="csX8" fmla="*/ 45561 w 90645"/>
                  <a:gd name="csY8" fmla="*/ 9078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1" y="90781"/>
                    </a:moveTo>
                    <a:cubicBezTo>
                      <a:pt x="57580" y="90781"/>
                      <a:pt x="69109" y="86006"/>
                      <a:pt x="77608" y="77507"/>
                    </a:cubicBezTo>
                    <a:cubicBezTo>
                      <a:pt x="86108" y="69007"/>
                      <a:pt x="90883" y="57479"/>
                      <a:pt x="90883" y="45459"/>
                    </a:cubicBezTo>
                    <a:cubicBezTo>
                      <a:pt x="90883" y="33440"/>
                      <a:pt x="86108" y="21911"/>
                      <a:pt x="77608" y="13412"/>
                    </a:cubicBezTo>
                    <a:cubicBezTo>
                      <a:pt x="69109" y="4912"/>
                      <a:pt x="57580" y="137"/>
                      <a:pt x="45561" y="137"/>
                    </a:cubicBezTo>
                    <a:cubicBezTo>
                      <a:pt x="33541" y="137"/>
                      <a:pt x="22012" y="4912"/>
                      <a:pt x="13513" y="13412"/>
                    </a:cubicBezTo>
                    <a:cubicBezTo>
                      <a:pt x="5014" y="21911"/>
                      <a:pt x="238" y="33440"/>
                      <a:pt x="238" y="45459"/>
                    </a:cubicBezTo>
                    <a:cubicBezTo>
                      <a:pt x="238" y="57479"/>
                      <a:pt x="5014" y="69007"/>
                      <a:pt x="13513" y="77507"/>
                    </a:cubicBezTo>
                    <a:cubicBezTo>
                      <a:pt x="22012" y="86006"/>
                      <a:pt x="33541" y="90781"/>
                      <a:pt x="45561" y="9078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2" name="任意多边形: 形状 3421"/>
              <p:cNvSpPr/>
              <p:nvPr/>
            </p:nvSpPr>
            <p:spPr>
              <a:xfrm>
                <a:off x="30690668" y="24163497"/>
                <a:ext cx="180000" cy="180000"/>
              </a:xfrm>
              <a:custGeom>
                <a:avLst/>
                <a:gdLst>
                  <a:gd name="csX0" fmla="*/ 45545 w 90645"/>
                  <a:gd name="csY0" fmla="*/ 90838 h 90643"/>
                  <a:gd name="csX1" fmla="*/ 77593 w 90645"/>
                  <a:gd name="csY1" fmla="*/ 77563 h 90643"/>
                  <a:gd name="csX2" fmla="*/ 90868 w 90645"/>
                  <a:gd name="csY2" fmla="*/ 45516 h 90643"/>
                  <a:gd name="csX3" fmla="*/ 77593 w 90645"/>
                  <a:gd name="csY3" fmla="*/ 13468 h 90643"/>
                  <a:gd name="csX4" fmla="*/ 45545 w 90645"/>
                  <a:gd name="csY4" fmla="*/ 194 h 90643"/>
                  <a:gd name="csX5" fmla="*/ 13497 w 90645"/>
                  <a:gd name="csY5" fmla="*/ 13468 h 90643"/>
                  <a:gd name="csX6" fmla="*/ 223 w 90645"/>
                  <a:gd name="csY6" fmla="*/ 45516 h 90643"/>
                  <a:gd name="csX7" fmla="*/ 13497 w 90645"/>
                  <a:gd name="csY7" fmla="*/ 77563 h 90643"/>
                  <a:gd name="csX8" fmla="*/ 45545 w 90645"/>
                  <a:gd name="csY8" fmla="*/ 9083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5" y="90838"/>
                    </a:moveTo>
                    <a:cubicBezTo>
                      <a:pt x="57565" y="90838"/>
                      <a:pt x="69094" y="86062"/>
                      <a:pt x="77593" y="77563"/>
                    </a:cubicBezTo>
                    <a:cubicBezTo>
                      <a:pt x="86092" y="69064"/>
                      <a:pt x="90868" y="57535"/>
                      <a:pt x="90868" y="45516"/>
                    </a:cubicBezTo>
                    <a:cubicBezTo>
                      <a:pt x="90868" y="33496"/>
                      <a:pt x="86092" y="21968"/>
                      <a:pt x="77593" y="13468"/>
                    </a:cubicBezTo>
                    <a:cubicBezTo>
                      <a:pt x="69094" y="4969"/>
                      <a:pt x="57565" y="194"/>
                      <a:pt x="45545" y="194"/>
                    </a:cubicBezTo>
                    <a:cubicBezTo>
                      <a:pt x="33525" y="194"/>
                      <a:pt x="21996" y="4969"/>
                      <a:pt x="13497" y="13468"/>
                    </a:cubicBezTo>
                    <a:cubicBezTo>
                      <a:pt x="4998" y="21968"/>
                      <a:pt x="223" y="33496"/>
                      <a:pt x="223" y="45516"/>
                    </a:cubicBezTo>
                    <a:cubicBezTo>
                      <a:pt x="223" y="57535"/>
                      <a:pt x="4998" y="69064"/>
                      <a:pt x="13497" y="77563"/>
                    </a:cubicBezTo>
                    <a:cubicBezTo>
                      <a:pt x="21996" y="86062"/>
                      <a:pt x="33525" y="90838"/>
                      <a:pt x="45545" y="9083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3" name="任意多边形: 形状 3422"/>
              <p:cNvSpPr/>
              <p:nvPr/>
            </p:nvSpPr>
            <p:spPr>
              <a:xfrm>
                <a:off x="29160270" y="21564878"/>
                <a:ext cx="180000" cy="180000"/>
              </a:xfrm>
              <a:custGeom>
                <a:avLst/>
                <a:gdLst>
                  <a:gd name="csX0" fmla="*/ 45497 w 90645"/>
                  <a:gd name="csY0" fmla="*/ 90757 h 90643"/>
                  <a:gd name="csX1" fmla="*/ 77545 w 90645"/>
                  <a:gd name="csY1" fmla="*/ 77482 h 90643"/>
                  <a:gd name="csX2" fmla="*/ 90820 w 90645"/>
                  <a:gd name="csY2" fmla="*/ 45435 h 90643"/>
                  <a:gd name="csX3" fmla="*/ 77545 w 90645"/>
                  <a:gd name="csY3" fmla="*/ 13387 h 90643"/>
                  <a:gd name="csX4" fmla="*/ 45497 w 90645"/>
                  <a:gd name="csY4" fmla="*/ 113 h 90643"/>
                  <a:gd name="csX5" fmla="*/ 13450 w 90645"/>
                  <a:gd name="csY5" fmla="*/ 13387 h 90643"/>
                  <a:gd name="csX6" fmla="*/ 175 w 90645"/>
                  <a:gd name="csY6" fmla="*/ 45435 h 90643"/>
                  <a:gd name="csX7" fmla="*/ 13450 w 90645"/>
                  <a:gd name="csY7" fmla="*/ 77482 h 90643"/>
                  <a:gd name="csX8" fmla="*/ 45497 w 90645"/>
                  <a:gd name="csY8" fmla="*/ 9075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7" y="90757"/>
                    </a:moveTo>
                    <a:cubicBezTo>
                      <a:pt x="57517" y="90757"/>
                      <a:pt x="69046" y="85981"/>
                      <a:pt x="77545" y="77482"/>
                    </a:cubicBezTo>
                    <a:cubicBezTo>
                      <a:pt x="86044" y="68983"/>
                      <a:pt x="90820" y="57454"/>
                      <a:pt x="90820" y="45435"/>
                    </a:cubicBezTo>
                    <a:cubicBezTo>
                      <a:pt x="90820" y="33415"/>
                      <a:pt x="86044" y="21886"/>
                      <a:pt x="77545" y="13387"/>
                    </a:cubicBezTo>
                    <a:cubicBezTo>
                      <a:pt x="69046" y="4888"/>
                      <a:pt x="57517" y="113"/>
                      <a:pt x="45497" y="113"/>
                    </a:cubicBezTo>
                    <a:cubicBezTo>
                      <a:pt x="33478" y="113"/>
                      <a:pt x="21949" y="4888"/>
                      <a:pt x="13450" y="13387"/>
                    </a:cubicBezTo>
                    <a:cubicBezTo>
                      <a:pt x="4950" y="21886"/>
                      <a:pt x="175" y="33415"/>
                      <a:pt x="175" y="45435"/>
                    </a:cubicBezTo>
                    <a:cubicBezTo>
                      <a:pt x="175" y="57454"/>
                      <a:pt x="4950" y="68983"/>
                      <a:pt x="13450" y="77482"/>
                    </a:cubicBezTo>
                    <a:cubicBezTo>
                      <a:pt x="21949" y="85981"/>
                      <a:pt x="33478" y="90757"/>
                      <a:pt x="45497" y="9075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4" name="任意多边形: 形状 3423"/>
              <p:cNvSpPr/>
              <p:nvPr/>
            </p:nvSpPr>
            <p:spPr>
              <a:xfrm>
                <a:off x="29230936" y="23738865"/>
                <a:ext cx="180000" cy="180000"/>
              </a:xfrm>
              <a:custGeom>
                <a:avLst/>
                <a:gdLst>
                  <a:gd name="csX0" fmla="*/ 45500 w 90645"/>
                  <a:gd name="csY0" fmla="*/ 90825 h 90643"/>
                  <a:gd name="csX1" fmla="*/ 77547 w 90645"/>
                  <a:gd name="csY1" fmla="*/ 77550 h 90643"/>
                  <a:gd name="csX2" fmla="*/ 90822 w 90645"/>
                  <a:gd name="csY2" fmla="*/ 45503 h 90643"/>
                  <a:gd name="csX3" fmla="*/ 77547 w 90645"/>
                  <a:gd name="csY3" fmla="*/ 13455 h 90643"/>
                  <a:gd name="csX4" fmla="*/ 45500 w 90645"/>
                  <a:gd name="csY4" fmla="*/ 181 h 90643"/>
                  <a:gd name="csX5" fmla="*/ 13452 w 90645"/>
                  <a:gd name="csY5" fmla="*/ 13455 h 90643"/>
                  <a:gd name="csX6" fmla="*/ 177 w 90645"/>
                  <a:gd name="csY6" fmla="*/ 45503 h 90643"/>
                  <a:gd name="csX7" fmla="*/ 13452 w 90645"/>
                  <a:gd name="csY7" fmla="*/ 77550 h 90643"/>
                  <a:gd name="csX8" fmla="*/ 45500 w 90645"/>
                  <a:gd name="csY8" fmla="*/ 908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0" y="90825"/>
                    </a:moveTo>
                    <a:cubicBezTo>
                      <a:pt x="57519" y="90825"/>
                      <a:pt x="69048" y="86049"/>
                      <a:pt x="77547" y="77550"/>
                    </a:cubicBezTo>
                    <a:cubicBezTo>
                      <a:pt x="86047" y="69051"/>
                      <a:pt x="90822" y="57522"/>
                      <a:pt x="90822" y="45503"/>
                    </a:cubicBezTo>
                    <a:cubicBezTo>
                      <a:pt x="90822" y="33483"/>
                      <a:pt x="86047" y="21954"/>
                      <a:pt x="77547" y="13455"/>
                    </a:cubicBezTo>
                    <a:cubicBezTo>
                      <a:pt x="69048" y="4956"/>
                      <a:pt x="57519" y="181"/>
                      <a:pt x="45500" y="181"/>
                    </a:cubicBezTo>
                    <a:cubicBezTo>
                      <a:pt x="33480" y="181"/>
                      <a:pt x="21951" y="4956"/>
                      <a:pt x="13452" y="13455"/>
                    </a:cubicBezTo>
                    <a:cubicBezTo>
                      <a:pt x="4953" y="21954"/>
                      <a:pt x="177" y="33483"/>
                      <a:pt x="177" y="45503"/>
                    </a:cubicBezTo>
                    <a:cubicBezTo>
                      <a:pt x="177" y="57522"/>
                      <a:pt x="4953" y="69051"/>
                      <a:pt x="13452" y="77550"/>
                    </a:cubicBezTo>
                    <a:cubicBezTo>
                      <a:pt x="21951" y="86049"/>
                      <a:pt x="33480" y="90825"/>
                      <a:pt x="45500" y="908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5" name="任意多边形: 形状 3424"/>
              <p:cNvSpPr/>
              <p:nvPr/>
            </p:nvSpPr>
            <p:spPr>
              <a:xfrm>
                <a:off x="30606247" y="22524407"/>
                <a:ext cx="180000" cy="180000"/>
              </a:xfrm>
              <a:custGeom>
                <a:avLst/>
                <a:gdLst>
                  <a:gd name="csX0" fmla="*/ 45542 w 90645"/>
                  <a:gd name="csY0" fmla="*/ 90787 h 90643"/>
                  <a:gd name="csX1" fmla="*/ 77590 w 90645"/>
                  <a:gd name="csY1" fmla="*/ 77512 h 90643"/>
                  <a:gd name="csX2" fmla="*/ 90865 w 90645"/>
                  <a:gd name="csY2" fmla="*/ 45465 h 90643"/>
                  <a:gd name="csX3" fmla="*/ 77590 w 90645"/>
                  <a:gd name="csY3" fmla="*/ 13417 h 90643"/>
                  <a:gd name="csX4" fmla="*/ 45542 w 90645"/>
                  <a:gd name="csY4" fmla="*/ 143 h 90643"/>
                  <a:gd name="csX5" fmla="*/ 13495 w 90645"/>
                  <a:gd name="csY5" fmla="*/ 13417 h 90643"/>
                  <a:gd name="csX6" fmla="*/ 220 w 90645"/>
                  <a:gd name="csY6" fmla="*/ 45465 h 90643"/>
                  <a:gd name="csX7" fmla="*/ 13495 w 90645"/>
                  <a:gd name="csY7" fmla="*/ 77512 h 90643"/>
                  <a:gd name="csX8" fmla="*/ 45542 w 90645"/>
                  <a:gd name="csY8" fmla="*/ 9078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2" y="90787"/>
                    </a:moveTo>
                    <a:cubicBezTo>
                      <a:pt x="57562" y="90787"/>
                      <a:pt x="69091" y="86011"/>
                      <a:pt x="77590" y="77512"/>
                    </a:cubicBezTo>
                    <a:cubicBezTo>
                      <a:pt x="86090" y="69013"/>
                      <a:pt x="90865" y="57484"/>
                      <a:pt x="90865" y="45465"/>
                    </a:cubicBezTo>
                    <a:cubicBezTo>
                      <a:pt x="90865" y="33445"/>
                      <a:pt x="86090" y="21916"/>
                      <a:pt x="77590" y="13417"/>
                    </a:cubicBezTo>
                    <a:cubicBezTo>
                      <a:pt x="69091" y="4918"/>
                      <a:pt x="57562" y="143"/>
                      <a:pt x="45542" y="143"/>
                    </a:cubicBezTo>
                    <a:cubicBezTo>
                      <a:pt x="33523" y="143"/>
                      <a:pt x="21994" y="4918"/>
                      <a:pt x="13495" y="13417"/>
                    </a:cubicBezTo>
                    <a:cubicBezTo>
                      <a:pt x="4995" y="21916"/>
                      <a:pt x="220" y="33445"/>
                      <a:pt x="220" y="45465"/>
                    </a:cubicBezTo>
                    <a:cubicBezTo>
                      <a:pt x="220" y="57484"/>
                      <a:pt x="4995" y="69013"/>
                      <a:pt x="13495" y="77512"/>
                    </a:cubicBezTo>
                    <a:cubicBezTo>
                      <a:pt x="21994" y="86011"/>
                      <a:pt x="33523" y="90787"/>
                      <a:pt x="45542" y="9078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6" name="任意多边形: 形状 3425"/>
              <p:cNvSpPr/>
              <p:nvPr/>
            </p:nvSpPr>
            <p:spPr>
              <a:xfrm>
                <a:off x="31086294" y="23938623"/>
                <a:ext cx="180000" cy="180000"/>
              </a:xfrm>
              <a:custGeom>
                <a:avLst/>
                <a:gdLst>
                  <a:gd name="csX0" fmla="*/ 45557 w 90645"/>
                  <a:gd name="csY0" fmla="*/ 90831 h 90643"/>
                  <a:gd name="csX1" fmla="*/ 77605 w 90645"/>
                  <a:gd name="csY1" fmla="*/ 77556 h 90643"/>
                  <a:gd name="csX2" fmla="*/ 90880 w 90645"/>
                  <a:gd name="csY2" fmla="*/ 45509 h 90643"/>
                  <a:gd name="csX3" fmla="*/ 77605 w 90645"/>
                  <a:gd name="csY3" fmla="*/ 13461 h 90643"/>
                  <a:gd name="csX4" fmla="*/ 45557 w 90645"/>
                  <a:gd name="csY4" fmla="*/ 187 h 90643"/>
                  <a:gd name="csX5" fmla="*/ 13510 w 90645"/>
                  <a:gd name="csY5" fmla="*/ 13461 h 90643"/>
                  <a:gd name="csX6" fmla="*/ 235 w 90645"/>
                  <a:gd name="csY6" fmla="*/ 45509 h 90643"/>
                  <a:gd name="csX7" fmla="*/ 13510 w 90645"/>
                  <a:gd name="csY7" fmla="*/ 77556 h 90643"/>
                  <a:gd name="csX8" fmla="*/ 45557 w 90645"/>
                  <a:gd name="csY8" fmla="*/ 9083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7" y="90831"/>
                    </a:moveTo>
                    <a:cubicBezTo>
                      <a:pt x="57577" y="90831"/>
                      <a:pt x="69106" y="86055"/>
                      <a:pt x="77605" y="77556"/>
                    </a:cubicBezTo>
                    <a:cubicBezTo>
                      <a:pt x="86105" y="69057"/>
                      <a:pt x="90880" y="57528"/>
                      <a:pt x="90880" y="45509"/>
                    </a:cubicBezTo>
                    <a:cubicBezTo>
                      <a:pt x="90880" y="33489"/>
                      <a:pt x="86105" y="21961"/>
                      <a:pt x="77605" y="13461"/>
                    </a:cubicBezTo>
                    <a:cubicBezTo>
                      <a:pt x="69106" y="4962"/>
                      <a:pt x="57577" y="187"/>
                      <a:pt x="45557" y="187"/>
                    </a:cubicBezTo>
                    <a:cubicBezTo>
                      <a:pt x="33538" y="187"/>
                      <a:pt x="22009" y="4962"/>
                      <a:pt x="13510" y="13461"/>
                    </a:cubicBezTo>
                    <a:cubicBezTo>
                      <a:pt x="5010" y="21961"/>
                      <a:pt x="235" y="33489"/>
                      <a:pt x="235" y="45509"/>
                    </a:cubicBezTo>
                    <a:cubicBezTo>
                      <a:pt x="235" y="57528"/>
                      <a:pt x="5010" y="69057"/>
                      <a:pt x="13510" y="77556"/>
                    </a:cubicBezTo>
                    <a:cubicBezTo>
                      <a:pt x="22009" y="86055"/>
                      <a:pt x="33538" y="90831"/>
                      <a:pt x="45557" y="9083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7" name="任意多边形: 形状 3426"/>
              <p:cNvSpPr/>
              <p:nvPr/>
            </p:nvSpPr>
            <p:spPr>
              <a:xfrm>
                <a:off x="28881559" y="21658008"/>
                <a:ext cx="180000" cy="180000"/>
              </a:xfrm>
              <a:custGeom>
                <a:avLst/>
                <a:gdLst>
                  <a:gd name="csX0" fmla="*/ 45489 w 90645"/>
                  <a:gd name="csY0" fmla="*/ 90760 h 90643"/>
                  <a:gd name="csX1" fmla="*/ 77537 w 90645"/>
                  <a:gd name="csY1" fmla="*/ 77485 h 90643"/>
                  <a:gd name="csX2" fmla="*/ 90811 w 90645"/>
                  <a:gd name="csY2" fmla="*/ 45438 h 90643"/>
                  <a:gd name="csX3" fmla="*/ 77537 w 90645"/>
                  <a:gd name="csY3" fmla="*/ 13390 h 90643"/>
                  <a:gd name="csX4" fmla="*/ 45489 w 90645"/>
                  <a:gd name="csY4" fmla="*/ 116 h 90643"/>
                  <a:gd name="csX5" fmla="*/ 13441 w 90645"/>
                  <a:gd name="csY5" fmla="*/ 13390 h 90643"/>
                  <a:gd name="csX6" fmla="*/ 166 w 90645"/>
                  <a:gd name="csY6" fmla="*/ 45438 h 90643"/>
                  <a:gd name="csX7" fmla="*/ 13441 w 90645"/>
                  <a:gd name="csY7" fmla="*/ 77485 h 90643"/>
                  <a:gd name="csX8" fmla="*/ 45489 w 90645"/>
                  <a:gd name="csY8" fmla="*/ 9076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9" y="90760"/>
                    </a:moveTo>
                    <a:cubicBezTo>
                      <a:pt x="57508" y="90760"/>
                      <a:pt x="69037" y="85984"/>
                      <a:pt x="77537" y="77485"/>
                    </a:cubicBezTo>
                    <a:cubicBezTo>
                      <a:pt x="86036" y="68986"/>
                      <a:pt x="90811" y="57457"/>
                      <a:pt x="90811" y="45438"/>
                    </a:cubicBezTo>
                    <a:cubicBezTo>
                      <a:pt x="90811" y="33418"/>
                      <a:pt x="86036" y="21889"/>
                      <a:pt x="77537" y="13390"/>
                    </a:cubicBezTo>
                    <a:cubicBezTo>
                      <a:pt x="69037" y="4891"/>
                      <a:pt x="57508" y="116"/>
                      <a:pt x="45489" y="116"/>
                    </a:cubicBezTo>
                    <a:cubicBezTo>
                      <a:pt x="33469" y="116"/>
                      <a:pt x="21940" y="4891"/>
                      <a:pt x="13441" y="13390"/>
                    </a:cubicBezTo>
                    <a:cubicBezTo>
                      <a:pt x="4942" y="21889"/>
                      <a:pt x="166" y="33418"/>
                      <a:pt x="166" y="45438"/>
                    </a:cubicBezTo>
                    <a:cubicBezTo>
                      <a:pt x="166" y="57457"/>
                      <a:pt x="4942" y="68986"/>
                      <a:pt x="13441" y="77485"/>
                    </a:cubicBezTo>
                    <a:cubicBezTo>
                      <a:pt x="21940" y="85984"/>
                      <a:pt x="33469" y="90760"/>
                      <a:pt x="45489" y="9076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8" name="任意多边形: 形状 3427"/>
              <p:cNvSpPr/>
              <p:nvPr/>
            </p:nvSpPr>
            <p:spPr>
              <a:xfrm>
                <a:off x="27230191" y="25726592"/>
                <a:ext cx="180000" cy="180000"/>
              </a:xfrm>
              <a:custGeom>
                <a:avLst/>
                <a:gdLst>
                  <a:gd name="csX0" fmla="*/ 45437 w 90645"/>
                  <a:gd name="csY0" fmla="*/ 90887 h 90643"/>
                  <a:gd name="csX1" fmla="*/ 77485 w 90645"/>
                  <a:gd name="csY1" fmla="*/ 77612 h 90643"/>
                  <a:gd name="csX2" fmla="*/ 90760 w 90645"/>
                  <a:gd name="csY2" fmla="*/ 45565 h 90643"/>
                  <a:gd name="csX3" fmla="*/ 77485 w 90645"/>
                  <a:gd name="csY3" fmla="*/ 13517 h 90643"/>
                  <a:gd name="csX4" fmla="*/ 45437 w 90645"/>
                  <a:gd name="csY4" fmla="*/ 243 h 90643"/>
                  <a:gd name="csX5" fmla="*/ 13389 w 90645"/>
                  <a:gd name="csY5" fmla="*/ 13517 h 90643"/>
                  <a:gd name="csX6" fmla="*/ 115 w 90645"/>
                  <a:gd name="csY6" fmla="*/ 45565 h 90643"/>
                  <a:gd name="csX7" fmla="*/ 13389 w 90645"/>
                  <a:gd name="csY7" fmla="*/ 77612 h 90643"/>
                  <a:gd name="csX8" fmla="*/ 45437 w 90645"/>
                  <a:gd name="csY8" fmla="*/ 9088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7" y="90887"/>
                    </a:moveTo>
                    <a:cubicBezTo>
                      <a:pt x="57457" y="90887"/>
                      <a:pt x="68986" y="86111"/>
                      <a:pt x="77485" y="77612"/>
                    </a:cubicBezTo>
                    <a:cubicBezTo>
                      <a:pt x="85984" y="69113"/>
                      <a:pt x="90760" y="57584"/>
                      <a:pt x="90760" y="45565"/>
                    </a:cubicBezTo>
                    <a:cubicBezTo>
                      <a:pt x="90760" y="33545"/>
                      <a:pt x="85984" y="22016"/>
                      <a:pt x="77485" y="13517"/>
                    </a:cubicBezTo>
                    <a:cubicBezTo>
                      <a:pt x="68986" y="5018"/>
                      <a:pt x="57457" y="243"/>
                      <a:pt x="45437" y="243"/>
                    </a:cubicBezTo>
                    <a:cubicBezTo>
                      <a:pt x="33417" y="243"/>
                      <a:pt x="21888" y="5018"/>
                      <a:pt x="13389" y="13517"/>
                    </a:cubicBezTo>
                    <a:cubicBezTo>
                      <a:pt x="4890" y="22016"/>
                      <a:pt x="115" y="33545"/>
                      <a:pt x="115" y="45565"/>
                    </a:cubicBezTo>
                    <a:cubicBezTo>
                      <a:pt x="115" y="57584"/>
                      <a:pt x="4890" y="69113"/>
                      <a:pt x="13389" y="77612"/>
                    </a:cubicBezTo>
                    <a:cubicBezTo>
                      <a:pt x="21888" y="86111"/>
                      <a:pt x="33417" y="90887"/>
                      <a:pt x="45437" y="9088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29" name="任意多边形: 形状 3428"/>
              <p:cNvSpPr/>
              <p:nvPr/>
            </p:nvSpPr>
            <p:spPr>
              <a:xfrm>
                <a:off x="31685334" y="20956819"/>
                <a:ext cx="180000" cy="180000"/>
              </a:xfrm>
              <a:custGeom>
                <a:avLst/>
                <a:gdLst>
                  <a:gd name="csX0" fmla="*/ 45576 w 90645"/>
                  <a:gd name="csY0" fmla="*/ 90738 h 90643"/>
                  <a:gd name="csX1" fmla="*/ 77624 w 90645"/>
                  <a:gd name="csY1" fmla="*/ 77463 h 90643"/>
                  <a:gd name="csX2" fmla="*/ 90899 w 90645"/>
                  <a:gd name="csY2" fmla="*/ 45416 h 90643"/>
                  <a:gd name="csX3" fmla="*/ 77624 w 90645"/>
                  <a:gd name="csY3" fmla="*/ 13368 h 90643"/>
                  <a:gd name="csX4" fmla="*/ 45576 w 90645"/>
                  <a:gd name="csY4" fmla="*/ 94 h 90643"/>
                  <a:gd name="csX5" fmla="*/ 13528 w 90645"/>
                  <a:gd name="csY5" fmla="*/ 13368 h 90643"/>
                  <a:gd name="csX6" fmla="*/ 254 w 90645"/>
                  <a:gd name="csY6" fmla="*/ 45416 h 90643"/>
                  <a:gd name="csX7" fmla="*/ 13528 w 90645"/>
                  <a:gd name="csY7" fmla="*/ 77463 h 90643"/>
                  <a:gd name="csX8" fmla="*/ 45576 w 90645"/>
                  <a:gd name="csY8" fmla="*/ 9073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6" y="90738"/>
                    </a:moveTo>
                    <a:cubicBezTo>
                      <a:pt x="57596" y="90738"/>
                      <a:pt x="69125" y="85962"/>
                      <a:pt x="77624" y="77463"/>
                    </a:cubicBezTo>
                    <a:cubicBezTo>
                      <a:pt x="86123" y="68964"/>
                      <a:pt x="90899" y="57435"/>
                      <a:pt x="90899" y="45416"/>
                    </a:cubicBezTo>
                    <a:cubicBezTo>
                      <a:pt x="90899" y="33396"/>
                      <a:pt x="86123" y="21867"/>
                      <a:pt x="77624" y="13368"/>
                    </a:cubicBezTo>
                    <a:cubicBezTo>
                      <a:pt x="69125" y="4869"/>
                      <a:pt x="57596" y="94"/>
                      <a:pt x="45576" y="94"/>
                    </a:cubicBezTo>
                    <a:cubicBezTo>
                      <a:pt x="33556" y="94"/>
                      <a:pt x="22027" y="4869"/>
                      <a:pt x="13528" y="13368"/>
                    </a:cubicBezTo>
                    <a:cubicBezTo>
                      <a:pt x="5029" y="21867"/>
                      <a:pt x="254" y="33396"/>
                      <a:pt x="254" y="45416"/>
                    </a:cubicBezTo>
                    <a:cubicBezTo>
                      <a:pt x="254" y="57435"/>
                      <a:pt x="5029" y="68964"/>
                      <a:pt x="13528" y="77463"/>
                    </a:cubicBezTo>
                    <a:cubicBezTo>
                      <a:pt x="22027" y="85962"/>
                      <a:pt x="33556" y="90738"/>
                      <a:pt x="45576" y="9073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0" name="任意多边形: 形状 3429"/>
              <p:cNvSpPr/>
              <p:nvPr/>
            </p:nvSpPr>
            <p:spPr>
              <a:xfrm>
                <a:off x="29824555" y="23159745"/>
                <a:ext cx="180000" cy="180000"/>
              </a:xfrm>
              <a:custGeom>
                <a:avLst/>
                <a:gdLst>
                  <a:gd name="csX0" fmla="*/ 45518 w 90645"/>
                  <a:gd name="csY0" fmla="*/ 90807 h 90643"/>
                  <a:gd name="csX1" fmla="*/ 77566 w 90645"/>
                  <a:gd name="csY1" fmla="*/ 77532 h 90643"/>
                  <a:gd name="csX2" fmla="*/ 90841 w 90645"/>
                  <a:gd name="csY2" fmla="*/ 45485 h 90643"/>
                  <a:gd name="csX3" fmla="*/ 77566 w 90645"/>
                  <a:gd name="csY3" fmla="*/ 13437 h 90643"/>
                  <a:gd name="csX4" fmla="*/ 45518 w 90645"/>
                  <a:gd name="csY4" fmla="*/ 163 h 90643"/>
                  <a:gd name="csX5" fmla="*/ 13470 w 90645"/>
                  <a:gd name="csY5" fmla="*/ 13437 h 90643"/>
                  <a:gd name="csX6" fmla="*/ 196 w 90645"/>
                  <a:gd name="csY6" fmla="*/ 45485 h 90643"/>
                  <a:gd name="csX7" fmla="*/ 13470 w 90645"/>
                  <a:gd name="csY7" fmla="*/ 77532 h 90643"/>
                  <a:gd name="csX8" fmla="*/ 45518 w 90645"/>
                  <a:gd name="csY8" fmla="*/ 9080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8" y="90807"/>
                    </a:moveTo>
                    <a:cubicBezTo>
                      <a:pt x="57538" y="90807"/>
                      <a:pt x="69067" y="86031"/>
                      <a:pt x="77566" y="77532"/>
                    </a:cubicBezTo>
                    <a:cubicBezTo>
                      <a:pt x="86065" y="69033"/>
                      <a:pt x="90841" y="57504"/>
                      <a:pt x="90841" y="45485"/>
                    </a:cubicBezTo>
                    <a:cubicBezTo>
                      <a:pt x="90841" y="33465"/>
                      <a:pt x="86065" y="21936"/>
                      <a:pt x="77566" y="13437"/>
                    </a:cubicBezTo>
                    <a:cubicBezTo>
                      <a:pt x="69067" y="4938"/>
                      <a:pt x="57538" y="163"/>
                      <a:pt x="45518" y="163"/>
                    </a:cubicBezTo>
                    <a:cubicBezTo>
                      <a:pt x="33498" y="163"/>
                      <a:pt x="21969" y="4938"/>
                      <a:pt x="13470" y="13437"/>
                    </a:cubicBezTo>
                    <a:cubicBezTo>
                      <a:pt x="4971" y="21936"/>
                      <a:pt x="196" y="33465"/>
                      <a:pt x="196" y="45485"/>
                    </a:cubicBezTo>
                    <a:cubicBezTo>
                      <a:pt x="196" y="57504"/>
                      <a:pt x="4971" y="69033"/>
                      <a:pt x="13470" y="77532"/>
                    </a:cubicBezTo>
                    <a:cubicBezTo>
                      <a:pt x="21969" y="86031"/>
                      <a:pt x="33498" y="90807"/>
                      <a:pt x="45518" y="9080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1" name="任意多边形: 形状 3430"/>
              <p:cNvSpPr/>
              <p:nvPr/>
            </p:nvSpPr>
            <p:spPr>
              <a:xfrm>
                <a:off x="29564002" y="22610162"/>
                <a:ext cx="180000" cy="180000"/>
              </a:xfrm>
              <a:custGeom>
                <a:avLst/>
                <a:gdLst>
                  <a:gd name="csX0" fmla="*/ 45510 w 90645"/>
                  <a:gd name="csY0" fmla="*/ 90789 h 90643"/>
                  <a:gd name="csX1" fmla="*/ 77558 w 90645"/>
                  <a:gd name="csY1" fmla="*/ 77515 h 90643"/>
                  <a:gd name="csX2" fmla="*/ 90833 w 90645"/>
                  <a:gd name="csY2" fmla="*/ 45467 h 90643"/>
                  <a:gd name="csX3" fmla="*/ 77558 w 90645"/>
                  <a:gd name="csY3" fmla="*/ 13420 h 90643"/>
                  <a:gd name="csX4" fmla="*/ 45510 w 90645"/>
                  <a:gd name="csY4" fmla="*/ 145 h 90643"/>
                  <a:gd name="csX5" fmla="*/ 13462 w 90645"/>
                  <a:gd name="csY5" fmla="*/ 13420 h 90643"/>
                  <a:gd name="csX6" fmla="*/ 187 w 90645"/>
                  <a:gd name="csY6" fmla="*/ 45467 h 90643"/>
                  <a:gd name="csX7" fmla="*/ 13462 w 90645"/>
                  <a:gd name="csY7" fmla="*/ 77515 h 90643"/>
                  <a:gd name="csX8" fmla="*/ 45510 w 90645"/>
                  <a:gd name="csY8" fmla="*/ 9078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0" y="90789"/>
                    </a:moveTo>
                    <a:cubicBezTo>
                      <a:pt x="57530" y="90789"/>
                      <a:pt x="69059" y="86014"/>
                      <a:pt x="77558" y="77515"/>
                    </a:cubicBezTo>
                    <a:cubicBezTo>
                      <a:pt x="86057" y="69016"/>
                      <a:pt x="90833" y="57487"/>
                      <a:pt x="90833" y="45467"/>
                    </a:cubicBezTo>
                    <a:cubicBezTo>
                      <a:pt x="90833" y="33448"/>
                      <a:pt x="86057" y="21919"/>
                      <a:pt x="77558" y="13420"/>
                    </a:cubicBezTo>
                    <a:cubicBezTo>
                      <a:pt x="69059" y="4921"/>
                      <a:pt x="57530" y="145"/>
                      <a:pt x="45510" y="145"/>
                    </a:cubicBezTo>
                    <a:cubicBezTo>
                      <a:pt x="33490" y="145"/>
                      <a:pt x="21961" y="4921"/>
                      <a:pt x="13462" y="13420"/>
                    </a:cubicBezTo>
                    <a:cubicBezTo>
                      <a:pt x="4963" y="21919"/>
                      <a:pt x="187" y="33448"/>
                      <a:pt x="187" y="45467"/>
                    </a:cubicBezTo>
                    <a:cubicBezTo>
                      <a:pt x="187" y="57487"/>
                      <a:pt x="4963" y="69016"/>
                      <a:pt x="13462" y="77515"/>
                    </a:cubicBezTo>
                    <a:cubicBezTo>
                      <a:pt x="21961" y="86014"/>
                      <a:pt x="33490" y="90789"/>
                      <a:pt x="45510" y="9078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2" name="任意多边形: 形状 3431"/>
              <p:cNvSpPr/>
              <p:nvPr/>
            </p:nvSpPr>
            <p:spPr>
              <a:xfrm>
                <a:off x="29761687" y="24215580"/>
                <a:ext cx="180000" cy="180000"/>
              </a:xfrm>
              <a:custGeom>
                <a:avLst/>
                <a:gdLst>
                  <a:gd name="csX0" fmla="*/ 45516 w 90645"/>
                  <a:gd name="csY0" fmla="*/ 90840 h 90643"/>
                  <a:gd name="csX1" fmla="*/ 77564 w 90645"/>
                  <a:gd name="csY1" fmla="*/ 77565 h 90643"/>
                  <a:gd name="csX2" fmla="*/ 90839 w 90645"/>
                  <a:gd name="csY2" fmla="*/ 45518 h 90643"/>
                  <a:gd name="csX3" fmla="*/ 77564 w 90645"/>
                  <a:gd name="csY3" fmla="*/ 13470 h 90643"/>
                  <a:gd name="csX4" fmla="*/ 45516 w 90645"/>
                  <a:gd name="csY4" fmla="*/ 196 h 90643"/>
                  <a:gd name="csX5" fmla="*/ 13468 w 90645"/>
                  <a:gd name="csY5" fmla="*/ 13470 h 90643"/>
                  <a:gd name="csX6" fmla="*/ 194 w 90645"/>
                  <a:gd name="csY6" fmla="*/ 45518 h 90643"/>
                  <a:gd name="csX7" fmla="*/ 13468 w 90645"/>
                  <a:gd name="csY7" fmla="*/ 77565 h 90643"/>
                  <a:gd name="csX8" fmla="*/ 45516 w 90645"/>
                  <a:gd name="csY8" fmla="*/ 9084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6" y="90840"/>
                    </a:moveTo>
                    <a:cubicBezTo>
                      <a:pt x="57536" y="90840"/>
                      <a:pt x="69065" y="86064"/>
                      <a:pt x="77564" y="77565"/>
                    </a:cubicBezTo>
                    <a:cubicBezTo>
                      <a:pt x="86063" y="69066"/>
                      <a:pt x="90839" y="57537"/>
                      <a:pt x="90839" y="45518"/>
                    </a:cubicBezTo>
                    <a:cubicBezTo>
                      <a:pt x="90839" y="33498"/>
                      <a:pt x="86063" y="21969"/>
                      <a:pt x="77564" y="13470"/>
                    </a:cubicBezTo>
                    <a:cubicBezTo>
                      <a:pt x="69065" y="4971"/>
                      <a:pt x="57536" y="196"/>
                      <a:pt x="45516" y="196"/>
                    </a:cubicBezTo>
                    <a:cubicBezTo>
                      <a:pt x="33496" y="196"/>
                      <a:pt x="21967" y="4971"/>
                      <a:pt x="13468" y="13470"/>
                    </a:cubicBezTo>
                    <a:cubicBezTo>
                      <a:pt x="4969" y="21969"/>
                      <a:pt x="194" y="33498"/>
                      <a:pt x="194" y="45518"/>
                    </a:cubicBezTo>
                    <a:cubicBezTo>
                      <a:pt x="194" y="57537"/>
                      <a:pt x="4969" y="69066"/>
                      <a:pt x="13468" y="77565"/>
                    </a:cubicBezTo>
                    <a:cubicBezTo>
                      <a:pt x="21967" y="86064"/>
                      <a:pt x="33496" y="90840"/>
                      <a:pt x="45516" y="9084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3" name="任意多边形: 形状 3432"/>
              <p:cNvSpPr/>
              <p:nvPr/>
            </p:nvSpPr>
            <p:spPr>
              <a:xfrm>
                <a:off x="30052111" y="21951086"/>
                <a:ext cx="180000" cy="180000"/>
              </a:xfrm>
              <a:custGeom>
                <a:avLst/>
                <a:gdLst>
                  <a:gd name="csX0" fmla="*/ 45525 w 90645"/>
                  <a:gd name="csY0" fmla="*/ 90769 h 90643"/>
                  <a:gd name="csX1" fmla="*/ 77573 w 90645"/>
                  <a:gd name="csY1" fmla="*/ 77494 h 90643"/>
                  <a:gd name="csX2" fmla="*/ 90848 w 90645"/>
                  <a:gd name="csY2" fmla="*/ 45447 h 90643"/>
                  <a:gd name="csX3" fmla="*/ 77573 w 90645"/>
                  <a:gd name="csY3" fmla="*/ 13399 h 90643"/>
                  <a:gd name="csX4" fmla="*/ 45525 w 90645"/>
                  <a:gd name="csY4" fmla="*/ 125 h 90643"/>
                  <a:gd name="csX5" fmla="*/ 13477 w 90645"/>
                  <a:gd name="csY5" fmla="*/ 13399 h 90643"/>
                  <a:gd name="csX6" fmla="*/ 203 w 90645"/>
                  <a:gd name="csY6" fmla="*/ 45447 h 90643"/>
                  <a:gd name="csX7" fmla="*/ 13477 w 90645"/>
                  <a:gd name="csY7" fmla="*/ 77494 h 90643"/>
                  <a:gd name="csX8" fmla="*/ 45525 w 90645"/>
                  <a:gd name="csY8" fmla="*/ 9076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5" y="90769"/>
                    </a:moveTo>
                    <a:cubicBezTo>
                      <a:pt x="57545" y="90769"/>
                      <a:pt x="69074" y="85993"/>
                      <a:pt x="77573" y="77494"/>
                    </a:cubicBezTo>
                    <a:cubicBezTo>
                      <a:pt x="86072" y="68995"/>
                      <a:pt x="90848" y="57466"/>
                      <a:pt x="90848" y="45447"/>
                    </a:cubicBezTo>
                    <a:cubicBezTo>
                      <a:pt x="90848" y="33427"/>
                      <a:pt x="86072" y="21899"/>
                      <a:pt x="77573" y="13399"/>
                    </a:cubicBezTo>
                    <a:cubicBezTo>
                      <a:pt x="69074" y="4900"/>
                      <a:pt x="57545" y="125"/>
                      <a:pt x="45525" y="125"/>
                    </a:cubicBezTo>
                    <a:cubicBezTo>
                      <a:pt x="33506" y="125"/>
                      <a:pt x="21977" y="4900"/>
                      <a:pt x="13477" y="13399"/>
                    </a:cubicBezTo>
                    <a:cubicBezTo>
                      <a:pt x="4978" y="21899"/>
                      <a:pt x="203" y="33427"/>
                      <a:pt x="203" y="45447"/>
                    </a:cubicBezTo>
                    <a:cubicBezTo>
                      <a:pt x="203" y="57466"/>
                      <a:pt x="4978" y="68995"/>
                      <a:pt x="13477" y="77494"/>
                    </a:cubicBezTo>
                    <a:cubicBezTo>
                      <a:pt x="21977" y="85993"/>
                      <a:pt x="33506" y="90769"/>
                      <a:pt x="45525" y="9076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4" name="任意多边形: 形状 3433"/>
              <p:cNvSpPr/>
              <p:nvPr/>
            </p:nvSpPr>
            <p:spPr>
              <a:xfrm>
                <a:off x="32676461" y="23484708"/>
                <a:ext cx="180000" cy="180000"/>
              </a:xfrm>
              <a:custGeom>
                <a:avLst/>
                <a:gdLst>
                  <a:gd name="csX0" fmla="*/ 45607 w 90645"/>
                  <a:gd name="csY0" fmla="*/ 90817 h 90643"/>
                  <a:gd name="csX1" fmla="*/ 77655 w 90645"/>
                  <a:gd name="csY1" fmla="*/ 77542 h 90643"/>
                  <a:gd name="csX2" fmla="*/ 90930 w 90645"/>
                  <a:gd name="csY2" fmla="*/ 45495 h 90643"/>
                  <a:gd name="csX3" fmla="*/ 77655 w 90645"/>
                  <a:gd name="csY3" fmla="*/ 13447 h 90643"/>
                  <a:gd name="csX4" fmla="*/ 45607 w 90645"/>
                  <a:gd name="csY4" fmla="*/ 173 h 90643"/>
                  <a:gd name="csX5" fmla="*/ 13559 w 90645"/>
                  <a:gd name="csY5" fmla="*/ 13447 h 90643"/>
                  <a:gd name="csX6" fmla="*/ 285 w 90645"/>
                  <a:gd name="csY6" fmla="*/ 45495 h 90643"/>
                  <a:gd name="csX7" fmla="*/ 13559 w 90645"/>
                  <a:gd name="csY7" fmla="*/ 77542 h 90643"/>
                  <a:gd name="csX8" fmla="*/ 45607 w 90645"/>
                  <a:gd name="csY8" fmla="*/ 9081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07" y="90817"/>
                    </a:moveTo>
                    <a:cubicBezTo>
                      <a:pt x="57627" y="90817"/>
                      <a:pt x="69156" y="86041"/>
                      <a:pt x="77655" y="77542"/>
                    </a:cubicBezTo>
                    <a:cubicBezTo>
                      <a:pt x="86154" y="69043"/>
                      <a:pt x="90930" y="57514"/>
                      <a:pt x="90930" y="45495"/>
                    </a:cubicBezTo>
                    <a:cubicBezTo>
                      <a:pt x="90930" y="33475"/>
                      <a:pt x="86154" y="21946"/>
                      <a:pt x="77655" y="13447"/>
                    </a:cubicBezTo>
                    <a:cubicBezTo>
                      <a:pt x="69156" y="4948"/>
                      <a:pt x="57627" y="173"/>
                      <a:pt x="45607" y="173"/>
                    </a:cubicBezTo>
                    <a:cubicBezTo>
                      <a:pt x="33587" y="173"/>
                      <a:pt x="22058" y="4948"/>
                      <a:pt x="13559" y="13447"/>
                    </a:cubicBezTo>
                    <a:cubicBezTo>
                      <a:pt x="5060" y="21946"/>
                      <a:pt x="285" y="33475"/>
                      <a:pt x="285" y="45495"/>
                    </a:cubicBezTo>
                    <a:cubicBezTo>
                      <a:pt x="285" y="57514"/>
                      <a:pt x="5060" y="69043"/>
                      <a:pt x="13559" y="77542"/>
                    </a:cubicBezTo>
                    <a:cubicBezTo>
                      <a:pt x="22058" y="86041"/>
                      <a:pt x="33587" y="90817"/>
                      <a:pt x="45607" y="9081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5" name="任意多边形: 形状 3434"/>
              <p:cNvSpPr/>
              <p:nvPr/>
            </p:nvSpPr>
            <p:spPr>
              <a:xfrm>
                <a:off x="27980457" y="22270169"/>
                <a:ext cx="180000" cy="180000"/>
              </a:xfrm>
              <a:custGeom>
                <a:avLst/>
                <a:gdLst>
                  <a:gd name="csX0" fmla="*/ 45461 w 90645"/>
                  <a:gd name="csY0" fmla="*/ 90779 h 90643"/>
                  <a:gd name="csX1" fmla="*/ 77508 w 90645"/>
                  <a:gd name="csY1" fmla="*/ 77504 h 90643"/>
                  <a:gd name="csX2" fmla="*/ 90783 w 90645"/>
                  <a:gd name="csY2" fmla="*/ 45457 h 90643"/>
                  <a:gd name="csX3" fmla="*/ 77508 w 90645"/>
                  <a:gd name="csY3" fmla="*/ 13409 h 90643"/>
                  <a:gd name="csX4" fmla="*/ 45461 w 90645"/>
                  <a:gd name="csY4" fmla="*/ 135 h 90643"/>
                  <a:gd name="csX5" fmla="*/ 13413 w 90645"/>
                  <a:gd name="csY5" fmla="*/ 13409 h 90643"/>
                  <a:gd name="csX6" fmla="*/ 138 w 90645"/>
                  <a:gd name="csY6" fmla="*/ 45457 h 90643"/>
                  <a:gd name="csX7" fmla="*/ 13413 w 90645"/>
                  <a:gd name="csY7" fmla="*/ 77504 h 90643"/>
                  <a:gd name="csX8" fmla="*/ 45461 w 90645"/>
                  <a:gd name="csY8" fmla="*/ 9077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1" y="90779"/>
                    </a:moveTo>
                    <a:cubicBezTo>
                      <a:pt x="57480" y="90779"/>
                      <a:pt x="69009" y="86003"/>
                      <a:pt x="77508" y="77504"/>
                    </a:cubicBezTo>
                    <a:cubicBezTo>
                      <a:pt x="86008" y="69005"/>
                      <a:pt x="90783" y="57476"/>
                      <a:pt x="90783" y="45457"/>
                    </a:cubicBezTo>
                    <a:cubicBezTo>
                      <a:pt x="90783" y="33437"/>
                      <a:pt x="86008" y="21908"/>
                      <a:pt x="77508" y="13409"/>
                    </a:cubicBezTo>
                    <a:cubicBezTo>
                      <a:pt x="69009" y="4910"/>
                      <a:pt x="57480" y="135"/>
                      <a:pt x="45461" y="135"/>
                    </a:cubicBezTo>
                    <a:cubicBezTo>
                      <a:pt x="33441" y="135"/>
                      <a:pt x="21912" y="4910"/>
                      <a:pt x="13413" y="13409"/>
                    </a:cubicBezTo>
                    <a:cubicBezTo>
                      <a:pt x="4914" y="21908"/>
                      <a:pt x="138" y="33437"/>
                      <a:pt x="138" y="45457"/>
                    </a:cubicBezTo>
                    <a:cubicBezTo>
                      <a:pt x="138" y="57476"/>
                      <a:pt x="4914" y="69005"/>
                      <a:pt x="13413" y="77504"/>
                    </a:cubicBezTo>
                    <a:cubicBezTo>
                      <a:pt x="21912" y="86003"/>
                      <a:pt x="33441" y="90779"/>
                      <a:pt x="45461" y="9077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6" name="任意多边形: 形状 3435"/>
              <p:cNvSpPr/>
              <p:nvPr/>
            </p:nvSpPr>
            <p:spPr>
              <a:xfrm>
                <a:off x="28564745" y="23389241"/>
                <a:ext cx="180000" cy="180000"/>
              </a:xfrm>
              <a:custGeom>
                <a:avLst/>
                <a:gdLst>
                  <a:gd name="csX0" fmla="*/ 45479 w 90645"/>
                  <a:gd name="csY0" fmla="*/ 90814 h 90643"/>
                  <a:gd name="csX1" fmla="*/ 77527 w 90645"/>
                  <a:gd name="csY1" fmla="*/ 77539 h 90643"/>
                  <a:gd name="csX2" fmla="*/ 90801 w 90645"/>
                  <a:gd name="csY2" fmla="*/ 45492 h 90643"/>
                  <a:gd name="csX3" fmla="*/ 77527 w 90645"/>
                  <a:gd name="csY3" fmla="*/ 13444 h 90643"/>
                  <a:gd name="csX4" fmla="*/ 45479 w 90645"/>
                  <a:gd name="csY4" fmla="*/ 170 h 90643"/>
                  <a:gd name="csX5" fmla="*/ 13431 w 90645"/>
                  <a:gd name="csY5" fmla="*/ 13444 h 90643"/>
                  <a:gd name="csX6" fmla="*/ 156 w 90645"/>
                  <a:gd name="csY6" fmla="*/ 45492 h 90643"/>
                  <a:gd name="csX7" fmla="*/ 13431 w 90645"/>
                  <a:gd name="csY7" fmla="*/ 77539 h 90643"/>
                  <a:gd name="csX8" fmla="*/ 45479 w 90645"/>
                  <a:gd name="csY8" fmla="*/ 9081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9" y="90814"/>
                    </a:moveTo>
                    <a:cubicBezTo>
                      <a:pt x="57498" y="90814"/>
                      <a:pt x="69027" y="86038"/>
                      <a:pt x="77527" y="77539"/>
                    </a:cubicBezTo>
                    <a:cubicBezTo>
                      <a:pt x="86026" y="69040"/>
                      <a:pt x="90801" y="57511"/>
                      <a:pt x="90801" y="45492"/>
                    </a:cubicBezTo>
                    <a:cubicBezTo>
                      <a:pt x="90801" y="33472"/>
                      <a:pt x="86026" y="21943"/>
                      <a:pt x="77527" y="13444"/>
                    </a:cubicBezTo>
                    <a:cubicBezTo>
                      <a:pt x="69027" y="4945"/>
                      <a:pt x="57498" y="170"/>
                      <a:pt x="45479" y="170"/>
                    </a:cubicBezTo>
                    <a:cubicBezTo>
                      <a:pt x="33459" y="170"/>
                      <a:pt x="21930" y="4945"/>
                      <a:pt x="13431" y="13444"/>
                    </a:cubicBezTo>
                    <a:cubicBezTo>
                      <a:pt x="4932" y="21943"/>
                      <a:pt x="156" y="33472"/>
                      <a:pt x="156" y="45492"/>
                    </a:cubicBezTo>
                    <a:cubicBezTo>
                      <a:pt x="156" y="57511"/>
                      <a:pt x="4932" y="69040"/>
                      <a:pt x="13431" y="77539"/>
                    </a:cubicBezTo>
                    <a:cubicBezTo>
                      <a:pt x="21930" y="86038"/>
                      <a:pt x="33459" y="90814"/>
                      <a:pt x="45479" y="9081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7" name="任意多边形: 形状 3436"/>
              <p:cNvSpPr/>
              <p:nvPr/>
            </p:nvSpPr>
            <p:spPr>
              <a:xfrm>
                <a:off x="30795669" y="22843722"/>
                <a:ext cx="180000" cy="180000"/>
              </a:xfrm>
              <a:custGeom>
                <a:avLst/>
                <a:gdLst>
                  <a:gd name="csX0" fmla="*/ 45548 w 90645"/>
                  <a:gd name="csY0" fmla="*/ 90797 h 90643"/>
                  <a:gd name="csX1" fmla="*/ 77596 w 90645"/>
                  <a:gd name="csY1" fmla="*/ 77522 h 90643"/>
                  <a:gd name="csX2" fmla="*/ 90871 w 90645"/>
                  <a:gd name="csY2" fmla="*/ 45475 h 90643"/>
                  <a:gd name="csX3" fmla="*/ 77596 w 90645"/>
                  <a:gd name="csY3" fmla="*/ 13427 h 90643"/>
                  <a:gd name="csX4" fmla="*/ 45548 w 90645"/>
                  <a:gd name="csY4" fmla="*/ 153 h 90643"/>
                  <a:gd name="csX5" fmla="*/ 13501 w 90645"/>
                  <a:gd name="csY5" fmla="*/ 13427 h 90643"/>
                  <a:gd name="csX6" fmla="*/ 226 w 90645"/>
                  <a:gd name="csY6" fmla="*/ 45475 h 90643"/>
                  <a:gd name="csX7" fmla="*/ 13501 w 90645"/>
                  <a:gd name="csY7" fmla="*/ 77522 h 90643"/>
                  <a:gd name="csX8" fmla="*/ 45548 w 90645"/>
                  <a:gd name="csY8" fmla="*/ 9079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8" y="90797"/>
                    </a:moveTo>
                    <a:cubicBezTo>
                      <a:pt x="57568" y="90797"/>
                      <a:pt x="69097" y="86021"/>
                      <a:pt x="77596" y="77522"/>
                    </a:cubicBezTo>
                    <a:cubicBezTo>
                      <a:pt x="86095" y="69023"/>
                      <a:pt x="90871" y="57494"/>
                      <a:pt x="90871" y="45475"/>
                    </a:cubicBezTo>
                    <a:cubicBezTo>
                      <a:pt x="90871" y="33455"/>
                      <a:pt x="86095" y="21926"/>
                      <a:pt x="77596" y="13427"/>
                    </a:cubicBezTo>
                    <a:cubicBezTo>
                      <a:pt x="69097" y="4928"/>
                      <a:pt x="57568" y="153"/>
                      <a:pt x="45548" y="153"/>
                    </a:cubicBezTo>
                    <a:cubicBezTo>
                      <a:pt x="33529" y="153"/>
                      <a:pt x="22000" y="4928"/>
                      <a:pt x="13501" y="13427"/>
                    </a:cubicBezTo>
                    <a:cubicBezTo>
                      <a:pt x="5001" y="21926"/>
                      <a:pt x="226" y="33455"/>
                      <a:pt x="226" y="45475"/>
                    </a:cubicBezTo>
                    <a:cubicBezTo>
                      <a:pt x="226" y="57494"/>
                      <a:pt x="5001" y="69023"/>
                      <a:pt x="13501" y="77522"/>
                    </a:cubicBezTo>
                    <a:cubicBezTo>
                      <a:pt x="22000" y="86021"/>
                      <a:pt x="33529" y="90797"/>
                      <a:pt x="45548" y="9079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8" name="任意多边形: 形状 3437"/>
              <p:cNvSpPr/>
              <p:nvPr/>
            </p:nvSpPr>
            <p:spPr>
              <a:xfrm>
                <a:off x="30384303" y="24895150"/>
                <a:ext cx="180000" cy="180000"/>
              </a:xfrm>
              <a:custGeom>
                <a:avLst/>
                <a:gdLst>
                  <a:gd name="csX0" fmla="*/ 45536 w 90645"/>
                  <a:gd name="csY0" fmla="*/ 90861 h 90643"/>
                  <a:gd name="csX1" fmla="*/ 77583 w 90645"/>
                  <a:gd name="csY1" fmla="*/ 77586 h 90643"/>
                  <a:gd name="csX2" fmla="*/ 90858 w 90645"/>
                  <a:gd name="csY2" fmla="*/ 45539 h 90643"/>
                  <a:gd name="csX3" fmla="*/ 77583 w 90645"/>
                  <a:gd name="csY3" fmla="*/ 13491 h 90643"/>
                  <a:gd name="csX4" fmla="*/ 45536 w 90645"/>
                  <a:gd name="csY4" fmla="*/ 217 h 90643"/>
                  <a:gd name="csX5" fmla="*/ 13488 w 90645"/>
                  <a:gd name="csY5" fmla="*/ 13491 h 90643"/>
                  <a:gd name="csX6" fmla="*/ 213 w 90645"/>
                  <a:gd name="csY6" fmla="*/ 45539 h 90643"/>
                  <a:gd name="csX7" fmla="*/ 13488 w 90645"/>
                  <a:gd name="csY7" fmla="*/ 77586 h 90643"/>
                  <a:gd name="csX8" fmla="*/ 45536 w 90645"/>
                  <a:gd name="csY8" fmla="*/ 9086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6" y="90861"/>
                    </a:moveTo>
                    <a:cubicBezTo>
                      <a:pt x="57555" y="90861"/>
                      <a:pt x="69084" y="86085"/>
                      <a:pt x="77583" y="77586"/>
                    </a:cubicBezTo>
                    <a:cubicBezTo>
                      <a:pt x="86083" y="69087"/>
                      <a:pt x="90858" y="57558"/>
                      <a:pt x="90858" y="45539"/>
                    </a:cubicBezTo>
                    <a:cubicBezTo>
                      <a:pt x="90858" y="33519"/>
                      <a:pt x="86083" y="21990"/>
                      <a:pt x="77583" y="13491"/>
                    </a:cubicBezTo>
                    <a:cubicBezTo>
                      <a:pt x="69084" y="4992"/>
                      <a:pt x="57555" y="217"/>
                      <a:pt x="45536" y="217"/>
                    </a:cubicBezTo>
                    <a:cubicBezTo>
                      <a:pt x="33516" y="217"/>
                      <a:pt x="21987" y="4992"/>
                      <a:pt x="13488" y="13491"/>
                    </a:cubicBezTo>
                    <a:cubicBezTo>
                      <a:pt x="4989" y="21990"/>
                      <a:pt x="213" y="33519"/>
                      <a:pt x="213" y="45539"/>
                    </a:cubicBezTo>
                    <a:cubicBezTo>
                      <a:pt x="213" y="57558"/>
                      <a:pt x="4989" y="69087"/>
                      <a:pt x="13488" y="77586"/>
                    </a:cubicBezTo>
                    <a:cubicBezTo>
                      <a:pt x="21987" y="86085"/>
                      <a:pt x="33516" y="90861"/>
                      <a:pt x="45536" y="9086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39" name="任意多边形: 形状 3438"/>
              <p:cNvSpPr/>
              <p:nvPr/>
            </p:nvSpPr>
            <p:spPr>
              <a:xfrm>
                <a:off x="28971731" y="19896256"/>
                <a:ext cx="180000" cy="180000"/>
              </a:xfrm>
              <a:custGeom>
                <a:avLst/>
                <a:gdLst>
                  <a:gd name="csX0" fmla="*/ 45491 w 90645"/>
                  <a:gd name="csY0" fmla="*/ 90705 h 90643"/>
                  <a:gd name="csX1" fmla="*/ 77539 w 90645"/>
                  <a:gd name="csY1" fmla="*/ 77430 h 90643"/>
                  <a:gd name="csX2" fmla="*/ 90814 w 90645"/>
                  <a:gd name="csY2" fmla="*/ 45383 h 90643"/>
                  <a:gd name="csX3" fmla="*/ 77539 w 90645"/>
                  <a:gd name="csY3" fmla="*/ 13335 h 90643"/>
                  <a:gd name="csX4" fmla="*/ 45491 w 90645"/>
                  <a:gd name="csY4" fmla="*/ 61 h 90643"/>
                  <a:gd name="csX5" fmla="*/ 13444 w 90645"/>
                  <a:gd name="csY5" fmla="*/ 13335 h 90643"/>
                  <a:gd name="csX6" fmla="*/ 169 w 90645"/>
                  <a:gd name="csY6" fmla="*/ 45383 h 90643"/>
                  <a:gd name="csX7" fmla="*/ 13444 w 90645"/>
                  <a:gd name="csY7" fmla="*/ 77430 h 90643"/>
                  <a:gd name="csX8" fmla="*/ 45491 w 90645"/>
                  <a:gd name="csY8" fmla="*/ 9070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1" y="90705"/>
                    </a:moveTo>
                    <a:cubicBezTo>
                      <a:pt x="57511" y="90705"/>
                      <a:pt x="69040" y="85929"/>
                      <a:pt x="77539" y="77430"/>
                    </a:cubicBezTo>
                    <a:cubicBezTo>
                      <a:pt x="86039" y="68931"/>
                      <a:pt x="90814" y="57402"/>
                      <a:pt x="90814" y="45383"/>
                    </a:cubicBezTo>
                    <a:cubicBezTo>
                      <a:pt x="90814" y="33363"/>
                      <a:pt x="86039" y="21834"/>
                      <a:pt x="77539" y="13335"/>
                    </a:cubicBezTo>
                    <a:cubicBezTo>
                      <a:pt x="69040" y="4836"/>
                      <a:pt x="57511" y="61"/>
                      <a:pt x="45491" y="61"/>
                    </a:cubicBezTo>
                    <a:cubicBezTo>
                      <a:pt x="33472" y="61"/>
                      <a:pt x="21943" y="4836"/>
                      <a:pt x="13444" y="13335"/>
                    </a:cubicBezTo>
                    <a:cubicBezTo>
                      <a:pt x="4944" y="21834"/>
                      <a:pt x="169" y="33363"/>
                      <a:pt x="169" y="45383"/>
                    </a:cubicBezTo>
                    <a:cubicBezTo>
                      <a:pt x="169" y="57402"/>
                      <a:pt x="4944" y="68931"/>
                      <a:pt x="13444" y="77430"/>
                    </a:cubicBezTo>
                    <a:cubicBezTo>
                      <a:pt x="21943" y="85929"/>
                      <a:pt x="33472" y="90705"/>
                      <a:pt x="45491" y="9070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0" name="任意多边形: 形状 3439"/>
              <p:cNvSpPr/>
              <p:nvPr/>
            </p:nvSpPr>
            <p:spPr>
              <a:xfrm>
                <a:off x="29022918" y="24574142"/>
                <a:ext cx="180000" cy="180000"/>
              </a:xfrm>
              <a:custGeom>
                <a:avLst/>
                <a:gdLst>
                  <a:gd name="csX0" fmla="*/ 45493 w 90645"/>
                  <a:gd name="csY0" fmla="*/ 90851 h 90643"/>
                  <a:gd name="csX1" fmla="*/ 77541 w 90645"/>
                  <a:gd name="csY1" fmla="*/ 77576 h 90643"/>
                  <a:gd name="csX2" fmla="*/ 90816 w 90645"/>
                  <a:gd name="csY2" fmla="*/ 45529 h 90643"/>
                  <a:gd name="csX3" fmla="*/ 77541 w 90645"/>
                  <a:gd name="csY3" fmla="*/ 13481 h 90643"/>
                  <a:gd name="csX4" fmla="*/ 45493 w 90645"/>
                  <a:gd name="csY4" fmla="*/ 207 h 90643"/>
                  <a:gd name="csX5" fmla="*/ 13445 w 90645"/>
                  <a:gd name="csY5" fmla="*/ 13481 h 90643"/>
                  <a:gd name="csX6" fmla="*/ 171 w 90645"/>
                  <a:gd name="csY6" fmla="*/ 45529 h 90643"/>
                  <a:gd name="csX7" fmla="*/ 13445 w 90645"/>
                  <a:gd name="csY7" fmla="*/ 77576 h 90643"/>
                  <a:gd name="csX8" fmla="*/ 45493 w 90645"/>
                  <a:gd name="csY8" fmla="*/ 9085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3" y="90851"/>
                    </a:moveTo>
                    <a:cubicBezTo>
                      <a:pt x="57513" y="90851"/>
                      <a:pt x="69042" y="86075"/>
                      <a:pt x="77541" y="77576"/>
                    </a:cubicBezTo>
                    <a:cubicBezTo>
                      <a:pt x="86040" y="69077"/>
                      <a:pt x="90816" y="57548"/>
                      <a:pt x="90816" y="45529"/>
                    </a:cubicBezTo>
                    <a:cubicBezTo>
                      <a:pt x="90816" y="33509"/>
                      <a:pt x="86040" y="21980"/>
                      <a:pt x="77541" y="13481"/>
                    </a:cubicBezTo>
                    <a:cubicBezTo>
                      <a:pt x="69042" y="4982"/>
                      <a:pt x="57513" y="207"/>
                      <a:pt x="45493" y="207"/>
                    </a:cubicBezTo>
                    <a:cubicBezTo>
                      <a:pt x="33473" y="207"/>
                      <a:pt x="21944" y="4982"/>
                      <a:pt x="13445" y="13481"/>
                    </a:cubicBezTo>
                    <a:cubicBezTo>
                      <a:pt x="4946" y="21980"/>
                      <a:pt x="171" y="33509"/>
                      <a:pt x="171" y="45529"/>
                    </a:cubicBezTo>
                    <a:cubicBezTo>
                      <a:pt x="171" y="57548"/>
                      <a:pt x="4946" y="69077"/>
                      <a:pt x="13445" y="77576"/>
                    </a:cubicBezTo>
                    <a:cubicBezTo>
                      <a:pt x="21944" y="86075"/>
                      <a:pt x="33473" y="90851"/>
                      <a:pt x="45493" y="9085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1" name="任意多边形: 形状 3440"/>
              <p:cNvSpPr/>
              <p:nvPr/>
            </p:nvSpPr>
            <p:spPr>
              <a:xfrm>
                <a:off x="30329406" y="20512474"/>
                <a:ext cx="180000" cy="180000"/>
              </a:xfrm>
              <a:custGeom>
                <a:avLst/>
                <a:gdLst>
                  <a:gd name="csX0" fmla="*/ 45534 w 90645"/>
                  <a:gd name="csY0" fmla="*/ 90724 h 90643"/>
                  <a:gd name="csX1" fmla="*/ 77582 w 90645"/>
                  <a:gd name="csY1" fmla="*/ 77449 h 90643"/>
                  <a:gd name="csX2" fmla="*/ 90856 w 90645"/>
                  <a:gd name="csY2" fmla="*/ 45402 h 90643"/>
                  <a:gd name="csX3" fmla="*/ 77582 w 90645"/>
                  <a:gd name="csY3" fmla="*/ 13355 h 90643"/>
                  <a:gd name="csX4" fmla="*/ 45534 w 90645"/>
                  <a:gd name="csY4" fmla="*/ 80 h 90643"/>
                  <a:gd name="csX5" fmla="*/ 13486 w 90645"/>
                  <a:gd name="csY5" fmla="*/ 13355 h 90643"/>
                  <a:gd name="csX6" fmla="*/ 211 w 90645"/>
                  <a:gd name="csY6" fmla="*/ 45402 h 90643"/>
                  <a:gd name="csX7" fmla="*/ 13486 w 90645"/>
                  <a:gd name="csY7" fmla="*/ 77449 h 90643"/>
                  <a:gd name="csX8" fmla="*/ 45534 w 90645"/>
                  <a:gd name="csY8" fmla="*/ 9072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4" y="90724"/>
                    </a:moveTo>
                    <a:cubicBezTo>
                      <a:pt x="57554" y="90724"/>
                      <a:pt x="69083" y="85949"/>
                      <a:pt x="77582" y="77449"/>
                    </a:cubicBezTo>
                    <a:cubicBezTo>
                      <a:pt x="86081" y="68950"/>
                      <a:pt x="90856" y="57422"/>
                      <a:pt x="90856" y="45402"/>
                    </a:cubicBezTo>
                    <a:cubicBezTo>
                      <a:pt x="90856" y="33382"/>
                      <a:pt x="86081" y="21854"/>
                      <a:pt x="77582" y="13355"/>
                    </a:cubicBezTo>
                    <a:cubicBezTo>
                      <a:pt x="69083" y="4855"/>
                      <a:pt x="57554" y="80"/>
                      <a:pt x="45534" y="80"/>
                    </a:cubicBezTo>
                    <a:cubicBezTo>
                      <a:pt x="33514" y="80"/>
                      <a:pt x="21985" y="4855"/>
                      <a:pt x="13486" y="13355"/>
                    </a:cubicBezTo>
                    <a:cubicBezTo>
                      <a:pt x="4987" y="21854"/>
                      <a:pt x="211" y="33382"/>
                      <a:pt x="211" y="45402"/>
                    </a:cubicBezTo>
                    <a:cubicBezTo>
                      <a:pt x="211" y="57422"/>
                      <a:pt x="4987" y="68950"/>
                      <a:pt x="13486" y="77449"/>
                    </a:cubicBezTo>
                    <a:cubicBezTo>
                      <a:pt x="21985" y="85949"/>
                      <a:pt x="33514" y="90724"/>
                      <a:pt x="45534" y="9072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2" name="任意多边形: 形状 3441"/>
              <p:cNvSpPr/>
              <p:nvPr/>
            </p:nvSpPr>
            <p:spPr>
              <a:xfrm>
                <a:off x="31012169" y="23256488"/>
                <a:ext cx="180000" cy="180000"/>
              </a:xfrm>
              <a:custGeom>
                <a:avLst/>
                <a:gdLst>
                  <a:gd name="csX0" fmla="*/ 45555 w 90645"/>
                  <a:gd name="csY0" fmla="*/ 90810 h 90643"/>
                  <a:gd name="csX1" fmla="*/ 77603 w 90645"/>
                  <a:gd name="csY1" fmla="*/ 77535 h 90643"/>
                  <a:gd name="csX2" fmla="*/ 90878 w 90645"/>
                  <a:gd name="csY2" fmla="*/ 45488 h 90643"/>
                  <a:gd name="csX3" fmla="*/ 77603 w 90645"/>
                  <a:gd name="csY3" fmla="*/ 13440 h 90643"/>
                  <a:gd name="csX4" fmla="*/ 45555 w 90645"/>
                  <a:gd name="csY4" fmla="*/ 166 h 90643"/>
                  <a:gd name="csX5" fmla="*/ 13507 w 90645"/>
                  <a:gd name="csY5" fmla="*/ 13440 h 90643"/>
                  <a:gd name="csX6" fmla="*/ 233 w 90645"/>
                  <a:gd name="csY6" fmla="*/ 45488 h 90643"/>
                  <a:gd name="csX7" fmla="*/ 13507 w 90645"/>
                  <a:gd name="csY7" fmla="*/ 77535 h 90643"/>
                  <a:gd name="csX8" fmla="*/ 45555 w 90645"/>
                  <a:gd name="csY8" fmla="*/ 9081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5" y="90810"/>
                    </a:moveTo>
                    <a:cubicBezTo>
                      <a:pt x="57575" y="90810"/>
                      <a:pt x="69104" y="86034"/>
                      <a:pt x="77603" y="77535"/>
                    </a:cubicBezTo>
                    <a:cubicBezTo>
                      <a:pt x="86102" y="69036"/>
                      <a:pt x="90878" y="57507"/>
                      <a:pt x="90878" y="45488"/>
                    </a:cubicBezTo>
                    <a:cubicBezTo>
                      <a:pt x="90878" y="33468"/>
                      <a:pt x="86102" y="21939"/>
                      <a:pt x="77603" y="13440"/>
                    </a:cubicBezTo>
                    <a:cubicBezTo>
                      <a:pt x="69104" y="4941"/>
                      <a:pt x="57575" y="166"/>
                      <a:pt x="45555" y="166"/>
                    </a:cubicBezTo>
                    <a:cubicBezTo>
                      <a:pt x="33535" y="166"/>
                      <a:pt x="22006" y="4941"/>
                      <a:pt x="13507" y="13440"/>
                    </a:cubicBezTo>
                    <a:cubicBezTo>
                      <a:pt x="5008" y="21939"/>
                      <a:pt x="233" y="33468"/>
                      <a:pt x="233" y="45488"/>
                    </a:cubicBezTo>
                    <a:cubicBezTo>
                      <a:pt x="233" y="57507"/>
                      <a:pt x="5008" y="69036"/>
                      <a:pt x="13507" y="77535"/>
                    </a:cubicBezTo>
                    <a:cubicBezTo>
                      <a:pt x="22006" y="86034"/>
                      <a:pt x="33535" y="90810"/>
                      <a:pt x="45555" y="9081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3" name="任意多边形: 形状 3442"/>
              <p:cNvSpPr/>
              <p:nvPr/>
            </p:nvSpPr>
            <p:spPr>
              <a:xfrm>
                <a:off x="28315459" y="22923051"/>
                <a:ext cx="180000" cy="180000"/>
              </a:xfrm>
              <a:custGeom>
                <a:avLst/>
                <a:gdLst>
                  <a:gd name="csX0" fmla="*/ 45471 w 90645"/>
                  <a:gd name="csY0" fmla="*/ 90799 h 90643"/>
                  <a:gd name="csX1" fmla="*/ 77519 w 90645"/>
                  <a:gd name="csY1" fmla="*/ 77525 h 90643"/>
                  <a:gd name="csX2" fmla="*/ 90794 w 90645"/>
                  <a:gd name="csY2" fmla="*/ 45477 h 90643"/>
                  <a:gd name="csX3" fmla="*/ 77519 w 90645"/>
                  <a:gd name="csY3" fmla="*/ 13430 h 90643"/>
                  <a:gd name="csX4" fmla="*/ 45471 w 90645"/>
                  <a:gd name="csY4" fmla="*/ 155 h 90643"/>
                  <a:gd name="csX5" fmla="*/ 13423 w 90645"/>
                  <a:gd name="csY5" fmla="*/ 13430 h 90643"/>
                  <a:gd name="csX6" fmla="*/ 148 w 90645"/>
                  <a:gd name="csY6" fmla="*/ 45477 h 90643"/>
                  <a:gd name="csX7" fmla="*/ 13423 w 90645"/>
                  <a:gd name="csY7" fmla="*/ 77525 h 90643"/>
                  <a:gd name="csX8" fmla="*/ 45471 w 90645"/>
                  <a:gd name="csY8" fmla="*/ 9079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1" y="90799"/>
                    </a:moveTo>
                    <a:cubicBezTo>
                      <a:pt x="57491" y="90799"/>
                      <a:pt x="69020" y="86024"/>
                      <a:pt x="77519" y="77525"/>
                    </a:cubicBezTo>
                    <a:cubicBezTo>
                      <a:pt x="86018" y="69026"/>
                      <a:pt x="90794" y="57497"/>
                      <a:pt x="90794" y="45477"/>
                    </a:cubicBezTo>
                    <a:cubicBezTo>
                      <a:pt x="90794" y="33458"/>
                      <a:pt x="86018" y="21929"/>
                      <a:pt x="77519" y="13430"/>
                    </a:cubicBezTo>
                    <a:cubicBezTo>
                      <a:pt x="69020" y="4931"/>
                      <a:pt x="57491" y="155"/>
                      <a:pt x="45471" y="155"/>
                    </a:cubicBezTo>
                    <a:cubicBezTo>
                      <a:pt x="33451" y="155"/>
                      <a:pt x="21922" y="4931"/>
                      <a:pt x="13423" y="13430"/>
                    </a:cubicBezTo>
                    <a:cubicBezTo>
                      <a:pt x="4924" y="21929"/>
                      <a:pt x="148" y="33458"/>
                      <a:pt x="148" y="45477"/>
                    </a:cubicBezTo>
                    <a:cubicBezTo>
                      <a:pt x="148" y="57497"/>
                      <a:pt x="4924" y="69026"/>
                      <a:pt x="13423" y="77525"/>
                    </a:cubicBezTo>
                    <a:cubicBezTo>
                      <a:pt x="21922" y="86024"/>
                      <a:pt x="33451" y="90799"/>
                      <a:pt x="45471" y="9079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4" name="任意多边形: 形状 3443"/>
              <p:cNvSpPr/>
              <p:nvPr/>
            </p:nvSpPr>
            <p:spPr>
              <a:xfrm>
                <a:off x="28081030" y="23570367"/>
                <a:ext cx="180000" cy="180000"/>
              </a:xfrm>
              <a:custGeom>
                <a:avLst/>
                <a:gdLst>
                  <a:gd name="csX0" fmla="*/ 45464 w 90645"/>
                  <a:gd name="csY0" fmla="*/ 90819 h 90643"/>
                  <a:gd name="csX1" fmla="*/ 77512 w 90645"/>
                  <a:gd name="csY1" fmla="*/ 77545 h 90643"/>
                  <a:gd name="csX2" fmla="*/ 90786 w 90645"/>
                  <a:gd name="csY2" fmla="*/ 45497 h 90643"/>
                  <a:gd name="csX3" fmla="*/ 77512 w 90645"/>
                  <a:gd name="csY3" fmla="*/ 13450 h 90643"/>
                  <a:gd name="csX4" fmla="*/ 45464 w 90645"/>
                  <a:gd name="csY4" fmla="*/ 175 h 90643"/>
                  <a:gd name="csX5" fmla="*/ 13416 w 90645"/>
                  <a:gd name="csY5" fmla="*/ 13450 h 90643"/>
                  <a:gd name="csX6" fmla="*/ 141 w 90645"/>
                  <a:gd name="csY6" fmla="*/ 45497 h 90643"/>
                  <a:gd name="csX7" fmla="*/ 13416 w 90645"/>
                  <a:gd name="csY7" fmla="*/ 77545 h 90643"/>
                  <a:gd name="csX8" fmla="*/ 45464 w 90645"/>
                  <a:gd name="csY8" fmla="*/ 9081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4" y="90819"/>
                    </a:moveTo>
                    <a:cubicBezTo>
                      <a:pt x="57483" y="90819"/>
                      <a:pt x="69012" y="86044"/>
                      <a:pt x="77512" y="77545"/>
                    </a:cubicBezTo>
                    <a:cubicBezTo>
                      <a:pt x="86011" y="69046"/>
                      <a:pt x="90786" y="57517"/>
                      <a:pt x="90786" y="45497"/>
                    </a:cubicBezTo>
                    <a:cubicBezTo>
                      <a:pt x="90786" y="33478"/>
                      <a:pt x="86011" y="21949"/>
                      <a:pt x="77512" y="13450"/>
                    </a:cubicBezTo>
                    <a:cubicBezTo>
                      <a:pt x="69012" y="4951"/>
                      <a:pt x="57483" y="175"/>
                      <a:pt x="45464" y="175"/>
                    </a:cubicBezTo>
                    <a:cubicBezTo>
                      <a:pt x="33444" y="175"/>
                      <a:pt x="21915" y="4951"/>
                      <a:pt x="13416" y="13450"/>
                    </a:cubicBezTo>
                    <a:cubicBezTo>
                      <a:pt x="4917" y="21949"/>
                      <a:pt x="141" y="33478"/>
                      <a:pt x="141" y="45497"/>
                    </a:cubicBezTo>
                    <a:cubicBezTo>
                      <a:pt x="141" y="57517"/>
                      <a:pt x="4917" y="69046"/>
                      <a:pt x="13416" y="77545"/>
                    </a:cubicBezTo>
                    <a:cubicBezTo>
                      <a:pt x="21915" y="86044"/>
                      <a:pt x="33444" y="90819"/>
                      <a:pt x="45464" y="9081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5" name="任意多边形: 形状 3444"/>
              <p:cNvSpPr/>
              <p:nvPr/>
            </p:nvSpPr>
            <p:spPr>
              <a:xfrm>
                <a:off x="32327177" y="22119024"/>
                <a:ext cx="180000" cy="180000"/>
              </a:xfrm>
              <a:custGeom>
                <a:avLst/>
                <a:gdLst>
                  <a:gd name="csX0" fmla="*/ 45596 w 90645"/>
                  <a:gd name="csY0" fmla="*/ 90774 h 90643"/>
                  <a:gd name="csX1" fmla="*/ 77644 w 90645"/>
                  <a:gd name="csY1" fmla="*/ 77500 h 90643"/>
                  <a:gd name="csX2" fmla="*/ 90919 w 90645"/>
                  <a:gd name="csY2" fmla="*/ 45452 h 90643"/>
                  <a:gd name="csX3" fmla="*/ 77644 w 90645"/>
                  <a:gd name="csY3" fmla="*/ 13405 h 90643"/>
                  <a:gd name="csX4" fmla="*/ 45596 w 90645"/>
                  <a:gd name="csY4" fmla="*/ 130 h 90643"/>
                  <a:gd name="csX5" fmla="*/ 13548 w 90645"/>
                  <a:gd name="csY5" fmla="*/ 13405 h 90643"/>
                  <a:gd name="csX6" fmla="*/ 274 w 90645"/>
                  <a:gd name="csY6" fmla="*/ 45452 h 90643"/>
                  <a:gd name="csX7" fmla="*/ 13548 w 90645"/>
                  <a:gd name="csY7" fmla="*/ 77500 h 90643"/>
                  <a:gd name="csX8" fmla="*/ 45596 w 90645"/>
                  <a:gd name="csY8" fmla="*/ 9077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6" y="90774"/>
                    </a:moveTo>
                    <a:cubicBezTo>
                      <a:pt x="57616" y="90774"/>
                      <a:pt x="69145" y="85999"/>
                      <a:pt x="77644" y="77500"/>
                    </a:cubicBezTo>
                    <a:cubicBezTo>
                      <a:pt x="86143" y="69001"/>
                      <a:pt x="90919" y="57472"/>
                      <a:pt x="90919" y="45452"/>
                    </a:cubicBezTo>
                    <a:cubicBezTo>
                      <a:pt x="90919" y="33433"/>
                      <a:pt x="86143" y="21904"/>
                      <a:pt x="77644" y="13405"/>
                    </a:cubicBezTo>
                    <a:cubicBezTo>
                      <a:pt x="69145" y="4906"/>
                      <a:pt x="57616" y="130"/>
                      <a:pt x="45596" y="130"/>
                    </a:cubicBezTo>
                    <a:cubicBezTo>
                      <a:pt x="33577" y="130"/>
                      <a:pt x="22048" y="4906"/>
                      <a:pt x="13548" y="13405"/>
                    </a:cubicBezTo>
                    <a:cubicBezTo>
                      <a:pt x="5049" y="21904"/>
                      <a:pt x="274" y="33433"/>
                      <a:pt x="274" y="45452"/>
                    </a:cubicBezTo>
                    <a:cubicBezTo>
                      <a:pt x="274" y="57472"/>
                      <a:pt x="5049" y="69001"/>
                      <a:pt x="13548" y="77500"/>
                    </a:cubicBezTo>
                    <a:cubicBezTo>
                      <a:pt x="22048" y="85999"/>
                      <a:pt x="33577" y="90774"/>
                      <a:pt x="45596" y="9077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6" name="任意多边形: 形状 3445"/>
              <p:cNvSpPr/>
              <p:nvPr/>
            </p:nvSpPr>
            <p:spPr>
              <a:xfrm>
                <a:off x="30213879" y="24345866"/>
                <a:ext cx="180000" cy="180000"/>
              </a:xfrm>
              <a:custGeom>
                <a:avLst/>
                <a:gdLst>
                  <a:gd name="csX0" fmla="*/ 45530 w 90645"/>
                  <a:gd name="csY0" fmla="*/ 90844 h 90643"/>
                  <a:gd name="csX1" fmla="*/ 77578 w 90645"/>
                  <a:gd name="csY1" fmla="*/ 77569 h 90643"/>
                  <a:gd name="csX2" fmla="*/ 90853 w 90645"/>
                  <a:gd name="csY2" fmla="*/ 45522 h 90643"/>
                  <a:gd name="csX3" fmla="*/ 77578 w 90645"/>
                  <a:gd name="csY3" fmla="*/ 13474 h 90643"/>
                  <a:gd name="csX4" fmla="*/ 45530 w 90645"/>
                  <a:gd name="csY4" fmla="*/ 200 h 90643"/>
                  <a:gd name="csX5" fmla="*/ 13482 w 90645"/>
                  <a:gd name="csY5" fmla="*/ 13474 h 90643"/>
                  <a:gd name="csX6" fmla="*/ 208 w 90645"/>
                  <a:gd name="csY6" fmla="*/ 45522 h 90643"/>
                  <a:gd name="csX7" fmla="*/ 13482 w 90645"/>
                  <a:gd name="csY7" fmla="*/ 77569 h 90643"/>
                  <a:gd name="csX8" fmla="*/ 45530 w 90645"/>
                  <a:gd name="csY8" fmla="*/ 9084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0" y="90844"/>
                    </a:moveTo>
                    <a:cubicBezTo>
                      <a:pt x="57550" y="90844"/>
                      <a:pt x="69079" y="86068"/>
                      <a:pt x="77578" y="77569"/>
                    </a:cubicBezTo>
                    <a:cubicBezTo>
                      <a:pt x="86077" y="69070"/>
                      <a:pt x="90853" y="57541"/>
                      <a:pt x="90853" y="45522"/>
                    </a:cubicBezTo>
                    <a:cubicBezTo>
                      <a:pt x="90853" y="33502"/>
                      <a:pt x="86077" y="21973"/>
                      <a:pt x="77578" y="13474"/>
                    </a:cubicBezTo>
                    <a:cubicBezTo>
                      <a:pt x="69079" y="4975"/>
                      <a:pt x="57550" y="200"/>
                      <a:pt x="45530" y="200"/>
                    </a:cubicBezTo>
                    <a:cubicBezTo>
                      <a:pt x="33511" y="200"/>
                      <a:pt x="21982" y="4975"/>
                      <a:pt x="13482" y="13474"/>
                    </a:cubicBezTo>
                    <a:cubicBezTo>
                      <a:pt x="4983" y="21973"/>
                      <a:pt x="208" y="33502"/>
                      <a:pt x="208" y="45522"/>
                    </a:cubicBezTo>
                    <a:cubicBezTo>
                      <a:pt x="208" y="57541"/>
                      <a:pt x="4983" y="69070"/>
                      <a:pt x="13482" y="77569"/>
                    </a:cubicBezTo>
                    <a:cubicBezTo>
                      <a:pt x="21982" y="86068"/>
                      <a:pt x="33511" y="90844"/>
                      <a:pt x="45530" y="9084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7" name="任意多边形: 形状 3446"/>
              <p:cNvSpPr/>
              <p:nvPr/>
            </p:nvSpPr>
            <p:spPr>
              <a:xfrm>
                <a:off x="29610702" y="21758330"/>
                <a:ext cx="180000" cy="180000"/>
              </a:xfrm>
              <a:custGeom>
                <a:avLst/>
                <a:gdLst>
                  <a:gd name="csX0" fmla="*/ 45511 w 90645"/>
                  <a:gd name="csY0" fmla="*/ 90763 h 90643"/>
                  <a:gd name="csX1" fmla="*/ 77559 w 90645"/>
                  <a:gd name="csY1" fmla="*/ 77488 h 90643"/>
                  <a:gd name="csX2" fmla="*/ 90834 w 90645"/>
                  <a:gd name="csY2" fmla="*/ 45441 h 90643"/>
                  <a:gd name="csX3" fmla="*/ 77559 w 90645"/>
                  <a:gd name="csY3" fmla="*/ 13393 h 90643"/>
                  <a:gd name="csX4" fmla="*/ 45511 w 90645"/>
                  <a:gd name="csY4" fmla="*/ 119 h 90643"/>
                  <a:gd name="csX5" fmla="*/ 13464 w 90645"/>
                  <a:gd name="csY5" fmla="*/ 13393 h 90643"/>
                  <a:gd name="csX6" fmla="*/ 189 w 90645"/>
                  <a:gd name="csY6" fmla="*/ 45441 h 90643"/>
                  <a:gd name="csX7" fmla="*/ 13464 w 90645"/>
                  <a:gd name="csY7" fmla="*/ 77488 h 90643"/>
                  <a:gd name="csX8" fmla="*/ 45511 w 90645"/>
                  <a:gd name="csY8" fmla="*/ 9076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1" y="90763"/>
                    </a:moveTo>
                    <a:cubicBezTo>
                      <a:pt x="57531" y="90763"/>
                      <a:pt x="69060" y="85987"/>
                      <a:pt x="77559" y="77488"/>
                    </a:cubicBezTo>
                    <a:cubicBezTo>
                      <a:pt x="86058" y="68989"/>
                      <a:pt x="90834" y="57460"/>
                      <a:pt x="90834" y="45441"/>
                    </a:cubicBezTo>
                    <a:cubicBezTo>
                      <a:pt x="90834" y="33421"/>
                      <a:pt x="86058" y="21893"/>
                      <a:pt x="77559" y="13393"/>
                    </a:cubicBezTo>
                    <a:cubicBezTo>
                      <a:pt x="69060" y="4894"/>
                      <a:pt x="57531" y="119"/>
                      <a:pt x="45511" y="119"/>
                    </a:cubicBezTo>
                    <a:cubicBezTo>
                      <a:pt x="33492" y="119"/>
                      <a:pt x="21963" y="4894"/>
                      <a:pt x="13464" y="13393"/>
                    </a:cubicBezTo>
                    <a:cubicBezTo>
                      <a:pt x="4964" y="21893"/>
                      <a:pt x="189" y="33421"/>
                      <a:pt x="189" y="45441"/>
                    </a:cubicBezTo>
                    <a:cubicBezTo>
                      <a:pt x="189" y="57460"/>
                      <a:pt x="4964" y="68989"/>
                      <a:pt x="13464" y="77488"/>
                    </a:cubicBezTo>
                    <a:cubicBezTo>
                      <a:pt x="21963" y="85987"/>
                      <a:pt x="33492" y="90763"/>
                      <a:pt x="45511" y="9076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8" name="任意多边形: 形状 3447"/>
              <p:cNvSpPr/>
              <p:nvPr/>
            </p:nvSpPr>
            <p:spPr>
              <a:xfrm>
                <a:off x="29401867" y="23020917"/>
                <a:ext cx="180000" cy="180000"/>
              </a:xfrm>
              <a:custGeom>
                <a:avLst/>
                <a:gdLst>
                  <a:gd name="csX0" fmla="*/ 45505 w 90645"/>
                  <a:gd name="csY0" fmla="*/ 90802 h 90643"/>
                  <a:gd name="csX1" fmla="*/ 77553 w 90645"/>
                  <a:gd name="csY1" fmla="*/ 77528 h 90643"/>
                  <a:gd name="csX2" fmla="*/ 90827 w 90645"/>
                  <a:gd name="csY2" fmla="*/ 45480 h 90643"/>
                  <a:gd name="csX3" fmla="*/ 77553 w 90645"/>
                  <a:gd name="csY3" fmla="*/ 13433 h 90643"/>
                  <a:gd name="csX4" fmla="*/ 45505 w 90645"/>
                  <a:gd name="csY4" fmla="*/ 158 h 90643"/>
                  <a:gd name="csX5" fmla="*/ 13457 w 90645"/>
                  <a:gd name="csY5" fmla="*/ 13433 h 90643"/>
                  <a:gd name="csX6" fmla="*/ 182 w 90645"/>
                  <a:gd name="csY6" fmla="*/ 45480 h 90643"/>
                  <a:gd name="csX7" fmla="*/ 13457 w 90645"/>
                  <a:gd name="csY7" fmla="*/ 77528 h 90643"/>
                  <a:gd name="csX8" fmla="*/ 45505 w 90645"/>
                  <a:gd name="csY8" fmla="*/ 9080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5" y="90802"/>
                    </a:moveTo>
                    <a:cubicBezTo>
                      <a:pt x="57525" y="90802"/>
                      <a:pt x="69054" y="86027"/>
                      <a:pt x="77553" y="77528"/>
                    </a:cubicBezTo>
                    <a:cubicBezTo>
                      <a:pt x="86052" y="69029"/>
                      <a:pt x="90827" y="57500"/>
                      <a:pt x="90827" y="45480"/>
                    </a:cubicBezTo>
                    <a:cubicBezTo>
                      <a:pt x="90827" y="33461"/>
                      <a:pt x="86052" y="21932"/>
                      <a:pt x="77553" y="13433"/>
                    </a:cubicBezTo>
                    <a:cubicBezTo>
                      <a:pt x="69054" y="4934"/>
                      <a:pt x="57525" y="158"/>
                      <a:pt x="45505" y="158"/>
                    </a:cubicBezTo>
                    <a:cubicBezTo>
                      <a:pt x="33485" y="158"/>
                      <a:pt x="21956" y="4934"/>
                      <a:pt x="13457" y="13433"/>
                    </a:cubicBezTo>
                    <a:cubicBezTo>
                      <a:pt x="4958" y="21932"/>
                      <a:pt x="182" y="33461"/>
                      <a:pt x="182" y="45480"/>
                    </a:cubicBezTo>
                    <a:cubicBezTo>
                      <a:pt x="182" y="57500"/>
                      <a:pt x="4958" y="69029"/>
                      <a:pt x="13457" y="77528"/>
                    </a:cubicBezTo>
                    <a:cubicBezTo>
                      <a:pt x="21956" y="86027"/>
                      <a:pt x="33485" y="90802"/>
                      <a:pt x="45505" y="9080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49" name="任意多边形: 形状 3448"/>
              <p:cNvSpPr/>
              <p:nvPr/>
            </p:nvSpPr>
            <p:spPr>
              <a:xfrm>
                <a:off x="29975152" y="22694830"/>
                <a:ext cx="180000" cy="180000"/>
              </a:xfrm>
              <a:custGeom>
                <a:avLst/>
                <a:gdLst>
                  <a:gd name="csX0" fmla="*/ 45523 w 90645"/>
                  <a:gd name="csY0" fmla="*/ 90792 h 90643"/>
                  <a:gd name="csX1" fmla="*/ 77571 w 90645"/>
                  <a:gd name="csY1" fmla="*/ 77518 h 90643"/>
                  <a:gd name="csX2" fmla="*/ 90845 w 90645"/>
                  <a:gd name="csY2" fmla="*/ 45470 h 90643"/>
                  <a:gd name="csX3" fmla="*/ 77571 w 90645"/>
                  <a:gd name="csY3" fmla="*/ 13423 h 90643"/>
                  <a:gd name="csX4" fmla="*/ 45523 w 90645"/>
                  <a:gd name="csY4" fmla="*/ 148 h 90643"/>
                  <a:gd name="csX5" fmla="*/ 13475 w 90645"/>
                  <a:gd name="csY5" fmla="*/ 13423 h 90643"/>
                  <a:gd name="csX6" fmla="*/ 200 w 90645"/>
                  <a:gd name="csY6" fmla="*/ 45470 h 90643"/>
                  <a:gd name="csX7" fmla="*/ 13475 w 90645"/>
                  <a:gd name="csY7" fmla="*/ 77518 h 90643"/>
                  <a:gd name="csX8" fmla="*/ 45523 w 90645"/>
                  <a:gd name="csY8" fmla="*/ 9079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3" y="90792"/>
                    </a:moveTo>
                    <a:cubicBezTo>
                      <a:pt x="57542" y="90792"/>
                      <a:pt x="69071" y="86017"/>
                      <a:pt x="77571" y="77518"/>
                    </a:cubicBezTo>
                    <a:cubicBezTo>
                      <a:pt x="86070" y="69018"/>
                      <a:pt x="90845" y="57490"/>
                      <a:pt x="90845" y="45470"/>
                    </a:cubicBezTo>
                    <a:cubicBezTo>
                      <a:pt x="90845" y="33451"/>
                      <a:pt x="86070" y="21922"/>
                      <a:pt x="77571" y="13423"/>
                    </a:cubicBezTo>
                    <a:cubicBezTo>
                      <a:pt x="69071" y="4924"/>
                      <a:pt x="57542" y="148"/>
                      <a:pt x="45523" y="148"/>
                    </a:cubicBezTo>
                    <a:cubicBezTo>
                      <a:pt x="33503" y="148"/>
                      <a:pt x="21974" y="4924"/>
                      <a:pt x="13475" y="13423"/>
                    </a:cubicBezTo>
                    <a:cubicBezTo>
                      <a:pt x="4976" y="21922"/>
                      <a:pt x="200" y="33451"/>
                      <a:pt x="200" y="45470"/>
                    </a:cubicBezTo>
                    <a:cubicBezTo>
                      <a:pt x="200" y="57490"/>
                      <a:pt x="4976" y="69018"/>
                      <a:pt x="13475" y="77518"/>
                    </a:cubicBezTo>
                    <a:cubicBezTo>
                      <a:pt x="21974" y="86017"/>
                      <a:pt x="33503" y="90792"/>
                      <a:pt x="45523" y="9079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0" name="任意多边形: 形状 3449"/>
              <p:cNvSpPr/>
              <p:nvPr/>
            </p:nvSpPr>
            <p:spPr>
              <a:xfrm>
                <a:off x="31581269" y="25097011"/>
                <a:ext cx="180000" cy="180000"/>
              </a:xfrm>
              <a:custGeom>
                <a:avLst/>
                <a:gdLst>
                  <a:gd name="csX0" fmla="*/ 45573 w 90645"/>
                  <a:gd name="csY0" fmla="*/ 90867 h 90643"/>
                  <a:gd name="csX1" fmla="*/ 77621 w 90645"/>
                  <a:gd name="csY1" fmla="*/ 77593 h 90643"/>
                  <a:gd name="csX2" fmla="*/ 90895 w 90645"/>
                  <a:gd name="csY2" fmla="*/ 45545 h 90643"/>
                  <a:gd name="csX3" fmla="*/ 77621 w 90645"/>
                  <a:gd name="csY3" fmla="*/ 13498 h 90643"/>
                  <a:gd name="csX4" fmla="*/ 45573 w 90645"/>
                  <a:gd name="csY4" fmla="*/ 223 h 90643"/>
                  <a:gd name="csX5" fmla="*/ 13525 w 90645"/>
                  <a:gd name="csY5" fmla="*/ 13498 h 90643"/>
                  <a:gd name="csX6" fmla="*/ 250 w 90645"/>
                  <a:gd name="csY6" fmla="*/ 45545 h 90643"/>
                  <a:gd name="csX7" fmla="*/ 13525 w 90645"/>
                  <a:gd name="csY7" fmla="*/ 77593 h 90643"/>
                  <a:gd name="csX8" fmla="*/ 45573 w 90645"/>
                  <a:gd name="csY8" fmla="*/ 9086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3" y="90867"/>
                    </a:moveTo>
                    <a:cubicBezTo>
                      <a:pt x="57593" y="90867"/>
                      <a:pt x="69122" y="86092"/>
                      <a:pt x="77621" y="77593"/>
                    </a:cubicBezTo>
                    <a:cubicBezTo>
                      <a:pt x="86120" y="69093"/>
                      <a:pt x="90895" y="57565"/>
                      <a:pt x="90895" y="45545"/>
                    </a:cubicBezTo>
                    <a:cubicBezTo>
                      <a:pt x="90895" y="33526"/>
                      <a:pt x="86120" y="21997"/>
                      <a:pt x="77621" y="13498"/>
                    </a:cubicBezTo>
                    <a:cubicBezTo>
                      <a:pt x="69122" y="4999"/>
                      <a:pt x="57593" y="223"/>
                      <a:pt x="45573" y="223"/>
                    </a:cubicBezTo>
                    <a:cubicBezTo>
                      <a:pt x="33553" y="223"/>
                      <a:pt x="22024" y="4999"/>
                      <a:pt x="13525" y="13498"/>
                    </a:cubicBezTo>
                    <a:cubicBezTo>
                      <a:pt x="5026" y="21997"/>
                      <a:pt x="250" y="33526"/>
                      <a:pt x="250" y="45545"/>
                    </a:cubicBezTo>
                    <a:cubicBezTo>
                      <a:pt x="250" y="57565"/>
                      <a:pt x="5026" y="69093"/>
                      <a:pt x="13525" y="77593"/>
                    </a:cubicBezTo>
                    <a:cubicBezTo>
                      <a:pt x="22024" y="86092"/>
                      <a:pt x="33553" y="90867"/>
                      <a:pt x="45573" y="9086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1" name="任意多边形: 形状 3450"/>
              <p:cNvSpPr/>
              <p:nvPr/>
            </p:nvSpPr>
            <p:spPr>
              <a:xfrm>
                <a:off x="27485344" y="21165115"/>
                <a:ext cx="180000" cy="180000"/>
              </a:xfrm>
              <a:custGeom>
                <a:avLst/>
                <a:gdLst>
                  <a:gd name="csX0" fmla="*/ 45445 w 90645"/>
                  <a:gd name="csY0" fmla="*/ 90744 h 90643"/>
                  <a:gd name="csX1" fmla="*/ 77493 w 90645"/>
                  <a:gd name="csY1" fmla="*/ 77470 h 90643"/>
                  <a:gd name="csX2" fmla="*/ 90768 w 90645"/>
                  <a:gd name="csY2" fmla="*/ 45422 h 90643"/>
                  <a:gd name="csX3" fmla="*/ 77493 w 90645"/>
                  <a:gd name="csY3" fmla="*/ 13375 h 90643"/>
                  <a:gd name="csX4" fmla="*/ 45445 w 90645"/>
                  <a:gd name="csY4" fmla="*/ 100 h 90643"/>
                  <a:gd name="csX5" fmla="*/ 13397 w 90645"/>
                  <a:gd name="csY5" fmla="*/ 13375 h 90643"/>
                  <a:gd name="csX6" fmla="*/ 123 w 90645"/>
                  <a:gd name="csY6" fmla="*/ 45422 h 90643"/>
                  <a:gd name="csX7" fmla="*/ 13397 w 90645"/>
                  <a:gd name="csY7" fmla="*/ 77470 h 90643"/>
                  <a:gd name="csX8" fmla="*/ 45445 w 90645"/>
                  <a:gd name="csY8" fmla="*/ 9074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5" y="90744"/>
                    </a:moveTo>
                    <a:cubicBezTo>
                      <a:pt x="57465" y="90744"/>
                      <a:pt x="68994" y="85969"/>
                      <a:pt x="77493" y="77470"/>
                    </a:cubicBezTo>
                    <a:cubicBezTo>
                      <a:pt x="85992" y="68971"/>
                      <a:pt x="90768" y="57442"/>
                      <a:pt x="90768" y="45422"/>
                    </a:cubicBezTo>
                    <a:cubicBezTo>
                      <a:pt x="90768" y="33403"/>
                      <a:pt x="85992" y="21874"/>
                      <a:pt x="77493" y="13375"/>
                    </a:cubicBezTo>
                    <a:cubicBezTo>
                      <a:pt x="68994" y="4876"/>
                      <a:pt x="57465" y="100"/>
                      <a:pt x="45445" y="100"/>
                    </a:cubicBezTo>
                    <a:cubicBezTo>
                      <a:pt x="33425" y="100"/>
                      <a:pt x="21896" y="4876"/>
                      <a:pt x="13397" y="13375"/>
                    </a:cubicBezTo>
                    <a:cubicBezTo>
                      <a:pt x="4898" y="21874"/>
                      <a:pt x="123" y="33403"/>
                      <a:pt x="123" y="45422"/>
                    </a:cubicBezTo>
                    <a:cubicBezTo>
                      <a:pt x="123" y="57442"/>
                      <a:pt x="4898" y="68971"/>
                      <a:pt x="13397" y="77470"/>
                    </a:cubicBezTo>
                    <a:cubicBezTo>
                      <a:pt x="21896" y="85969"/>
                      <a:pt x="33425" y="90744"/>
                      <a:pt x="45445" y="9074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2" name="任意多边形: 形状 3451"/>
              <p:cNvSpPr/>
              <p:nvPr/>
            </p:nvSpPr>
            <p:spPr>
              <a:xfrm>
                <a:off x="28671383" y="24042716"/>
                <a:ext cx="180000" cy="180000"/>
              </a:xfrm>
              <a:custGeom>
                <a:avLst/>
                <a:gdLst>
                  <a:gd name="csX0" fmla="*/ 45482 w 90645"/>
                  <a:gd name="csY0" fmla="*/ 90834 h 90643"/>
                  <a:gd name="csX1" fmla="*/ 77530 w 90645"/>
                  <a:gd name="csY1" fmla="*/ 77560 h 90643"/>
                  <a:gd name="csX2" fmla="*/ 90805 w 90645"/>
                  <a:gd name="csY2" fmla="*/ 45512 h 90643"/>
                  <a:gd name="csX3" fmla="*/ 77530 w 90645"/>
                  <a:gd name="csY3" fmla="*/ 13465 h 90643"/>
                  <a:gd name="csX4" fmla="*/ 45482 w 90645"/>
                  <a:gd name="csY4" fmla="*/ 190 h 90643"/>
                  <a:gd name="csX5" fmla="*/ 13434 w 90645"/>
                  <a:gd name="csY5" fmla="*/ 13465 h 90643"/>
                  <a:gd name="csX6" fmla="*/ 160 w 90645"/>
                  <a:gd name="csY6" fmla="*/ 45512 h 90643"/>
                  <a:gd name="csX7" fmla="*/ 13434 w 90645"/>
                  <a:gd name="csY7" fmla="*/ 77560 h 90643"/>
                  <a:gd name="csX8" fmla="*/ 45482 w 90645"/>
                  <a:gd name="csY8" fmla="*/ 9083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2" y="90834"/>
                    </a:moveTo>
                    <a:cubicBezTo>
                      <a:pt x="57502" y="90834"/>
                      <a:pt x="69031" y="86059"/>
                      <a:pt x="77530" y="77560"/>
                    </a:cubicBezTo>
                    <a:cubicBezTo>
                      <a:pt x="86029" y="69061"/>
                      <a:pt x="90805" y="57532"/>
                      <a:pt x="90805" y="45512"/>
                    </a:cubicBezTo>
                    <a:cubicBezTo>
                      <a:pt x="90805" y="33493"/>
                      <a:pt x="86029" y="21964"/>
                      <a:pt x="77530" y="13465"/>
                    </a:cubicBezTo>
                    <a:cubicBezTo>
                      <a:pt x="69031" y="4966"/>
                      <a:pt x="57502" y="190"/>
                      <a:pt x="45482" y="190"/>
                    </a:cubicBezTo>
                    <a:cubicBezTo>
                      <a:pt x="33462" y="190"/>
                      <a:pt x="21933" y="4966"/>
                      <a:pt x="13434" y="13465"/>
                    </a:cubicBezTo>
                    <a:cubicBezTo>
                      <a:pt x="4935" y="21964"/>
                      <a:pt x="160" y="33493"/>
                      <a:pt x="160" y="45512"/>
                    </a:cubicBezTo>
                    <a:cubicBezTo>
                      <a:pt x="160" y="57532"/>
                      <a:pt x="4935" y="69061"/>
                      <a:pt x="13434" y="77560"/>
                    </a:cubicBezTo>
                    <a:cubicBezTo>
                      <a:pt x="21933" y="86059"/>
                      <a:pt x="33462" y="90834"/>
                      <a:pt x="45482" y="9083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3" name="任意多边形: 形状 3452"/>
              <p:cNvSpPr/>
              <p:nvPr/>
            </p:nvSpPr>
            <p:spPr>
              <a:xfrm>
                <a:off x="31340266" y="21438182"/>
                <a:ext cx="180000" cy="180000"/>
              </a:xfrm>
              <a:custGeom>
                <a:avLst/>
                <a:gdLst>
                  <a:gd name="csX0" fmla="*/ 45565 w 90645"/>
                  <a:gd name="csY0" fmla="*/ 90753 h 90643"/>
                  <a:gd name="csX1" fmla="*/ 77613 w 90645"/>
                  <a:gd name="csY1" fmla="*/ 77478 h 90643"/>
                  <a:gd name="csX2" fmla="*/ 90888 w 90645"/>
                  <a:gd name="csY2" fmla="*/ 45431 h 90643"/>
                  <a:gd name="csX3" fmla="*/ 77613 w 90645"/>
                  <a:gd name="csY3" fmla="*/ 13383 h 90643"/>
                  <a:gd name="csX4" fmla="*/ 45565 w 90645"/>
                  <a:gd name="csY4" fmla="*/ 109 h 90643"/>
                  <a:gd name="csX5" fmla="*/ 13518 w 90645"/>
                  <a:gd name="csY5" fmla="*/ 13383 h 90643"/>
                  <a:gd name="csX6" fmla="*/ 243 w 90645"/>
                  <a:gd name="csY6" fmla="*/ 45431 h 90643"/>
                  <a:gd name="csX7" fmla="*/ 13518 w 90645"/>
                  <a:gd name="csY7" fmla="*/ 77478 h 90643"/>
                  <a:gd name="csX8" fmla="*/ 45565 w 90645"/>
                  <a:gd name="csY8" fmla="*/ 9075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5" y="90753"/>
                    </a:moveTo>
                    <a:cubicBezTo>
                      <a:pt x="57585" y="90753"/>
                      <a:pt x="69114" y="85977"/>
                      <a:pt x="77613" y="77478"/>
                    </a:cubicBezTo>
                    <a:cubicBezTo>
                      <a:pt x="86112" y="68979"/>
                      <a:pt x="90888" y="57450"/>
                      <a:pt x="90888" y="45431"/>
                    </a:cubicBezTo>
                    <a:cubicBezTo>
                      <a:pt x="90888" y="33411"/>
                      <a:pt x="86112" y="21883"/>
                      <a:pt x="77613" y="13383"/>
                    </a:cubicBezTo>
                    <a:cubicBezTo>
                      <a:pt x="69114" y="4884"/>
                      <a:pt x="57585" y="109"/>
                      <a:pt x="45565" y="109"/>
                    </a:cubicBezTo>
                    <a:cubicBezTo>
                      <a:pt x="33546" y="109"/>
                      <a:pt x="22017" y="4884"/>
                      <a:pt x="13518" y="13383"/>
                    </a:cubicBezTo>
                    <a:cubicBezTo>
                      <a:pt x="5018" y="21883"/>
                      <a:pt x="243" y="33411"/>
                      <a:pt x="243" y="45431"/>
                    </a:cubicBezTo>
                    <a:cubicBezTo>
                      <a:pt x="243" y="57450"/>
                      <a:pt x="5018" y="68979"/>
                      <a:pt x="13518" y="77478"/>
                    </a:cubicBezTo>
                    <a:cubicBezTo>
                      <a:pt x="22017" y="85977"/>
                      <a:pt x="33546" y="90753"/>
                      <a:pt x="45565" y="9075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4" name="任意多边形: 形状 3453"/>
              <p:cNvSpPr/>
              <p:nvPr/>
            </p:nvSpPr>
            <p:spPr>
              <a:xfrm>
                <a:off x="30556154" y="23837307"/>
                <a:ext cx="180000" cy="180000"/>
              </a:xfrm>
              <a:custGeom>
                <a:avLst/>
                <a:gdLst>
                  <a:gd name="csX0" fmla="*/ 45541 w 90645"/>
                  <a:gd name="csY0" fmla="*/ 90828 h 90643"/>
                  <a:gd name="csX1" fmla="*/ 77589 w 90645"/>
                  <a:gd name="csY1" fmla="*/ 77553 h 90643"/>
                  <a:gd name="csX2" fmla="*/ 90863 w 90645"/>
                  <a:gd name="csY2" fmla="*/ 45506 h 90643"/>
                  <a:gd name="csX3" fmla="*/ 77589 w 90645"/>
                  <a:gd name="csY3" fmla="*/ 13458 h 90643"/>
                  <a:gd name="csX4" fmla="*/ 45541 w 90645"/>
                  <a:gd name="csY4" fmla="*/ 184 h 90643"/>
                  <a:gd name="csX5" fmla="*/ 13493 w 90645"/>
                  <a:gd name="csY5" fmla="*/ 13458 h 90643"/>
                  <a:gd name="csX6" fmla="*/ 218 w 90645"/>
                  <a:gd name="csY6" fmla="*/ 45506 h 90643"/>
                  <a:gd name="csX7" fmla="*/ 13493 w 90645"/>
                  <a:gd name="csY7" fmla="*/ 77553 h 90643"/>
                  <a:gd name="csX8" fmla="*/ 45541 w 90645"/>
                  <a:gd name="csY8" fmla="*/ 9082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1" y="90828"/>
                    </a:moveTo>
                    <a:cubicBezTo>
                      <a:pt x="57561" y="90828"/>
                      <a:pt x="69090" y="86052"/>
                      <a:pt x="77589" y="77553"/>
                    </a:cubicBezTo>
                    <a:cubicBezTo>
                      <a:pt x="86088" y="69054"/>
                      <a:pt x="90863" y="57525"/>
                      <a:pt x="90863" y="45506"/>
                    </a:cubicBezTo>
                    <a:cubicBezTo>
                      <a:pt x="90863" y="33486"/>
                      <a:pt x="86088" y="21957"/>
                      <a:pt x="77589" y="13458"/>
                    </a:cubicBezTo>
                    <a:cubicBezTo>
                      <a:pt x="69090" y="4959"/>
                      <a:pt x="57561" y="184"/>
                      <a:pt x="45541" y="184"/>
                    </a:cubicBezTo>
                    <a:cubicBezTo>
                      <a:pt x="33521" y="184"/>
                      <a:pt x="21992" y="4959"/>
                      <a:pt x="13493" y="13458"/>
                    </a:cubicBezTo>
                    <a:cubicBezTo>
                      <a:pt x="4994" y="21957"/>
                      <a:pt x="218" y="33486"/>
                      <a:pt x="218" y="45506"/>
                    </a:cubicBezTo>
                    <a:cubicBezTo>
                      <a:pt x="218" y="57525"/>
                      <a:pt x="4994" y="69054"/>
                      <a:pt x="13493" y="77553"/>
                    </a:cubicBezTo>
                    <a:cubicBezTo>
                      <a:pt x="21992" y="86052"/>
                      <a:pt x="33521" y="90828"/>
                      <a:pt x="45541" y="9082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5" name="任意多边形: 形状 3454"/>
              <p:cNvSpPr/>
              <p:nvPr/>
            </p:nvSpPr>
            <p:spPr>
              <a:xfrm>
                <a:off x="29286066" y="22375109"/>
                <a:ext cx="180000" cy="180000"/>
              </a:xfrm>
              <a:custGeom>
                <a:avLst/>
                <a:gdLst>
                  <a:gd name="csX0" fmla="*/ 45501 w 90645"/>
                  <a:gd name="csY0" fmla="*/ 90782 h 90643"/>
                  <a:gd name="csX1" fmla="*/ 77549 w 90645"/>
                  <a:gd name="csY1" fmla="*/ 77508 h 90643"/>
                  <a:gd name="csX2" fmla="*/ 90824 w 90645"/>
                  <a:gd name="csY2" fmla="*/ 45460 h 90643"/>
                  <a:gd name="csX3" fmla="*/ 77549 w 90645"/>
                  <a:gd name="csY3" fmla="*/ 13413 h 90643"/>
                  <a:gd name="csX4" fmla="*/ 45501 w 90645"/>
                  <a:gd name="csY4" fmla="*/ 138 h 90643"/>
                  <a:gd name="csX5" fmla="*/ 13453 w 90645"/>
                  <a:gd name="csY5" fmla="*/ 13413 h 90643"/>
                  <a:gd name="csX6" fmla="*/ 179 w 90645"/>
                  <a:gd name="csY6" fmla="*/ 45460 h 90643"/>
                  <a:gd name="csX7" fmla="*/ 13453 w 90645"/>
                  <a:gd name="csY7" fmla="*/ 77508 h 90643"/>
                  <a:gd name="csX8" fmla="*/ 45501 w 90645"/>
                  <a:gd name="csY8" fmla="*/ 9078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1" y="90782"/>
                    </a:moveTo>
                    <a:cubicBezTo>
                      <a:pt x="57521" y="90782"/>
                      <a:pt x="69050" y="86007"/>
                      <a:pt x="77549" y="77508"/>
                    </a:cubicBezTo>
                    <a:cubicBezTo>
                      <a:pt x="86048" y="69009"/>
                      <a:pt x="90824" y="57480"/>
                      <a:pt x="90824" y="45460"/>
                    </a:cubicBezTo>
                    <a:cubicBezTo>
                      <a:pt x="90824" y="33441"/>
                      <a:pt x="86048" y="21912"/>
                      <a:pt x="77549" y="13413"/>
                    </a:cubicBezTo>
                    <a:cubicBezTo>
                      <a:pt x="69050" y="4914"/>
                      <a:pt x="57521" y="138"/>
                      <a:pt x="45501" y="138"/>
                    </a:cubicBezTo>
                    <a:cubicBezTo>
                      <a:pt x="33482" y="138"/>
                      <a:pt x="21953" y="4914"/>
                      <a:pt x="13453" y="13413"/>
                    </a:cubicBezTo>
                    <a:cubicBezTo>
                      <a:pt x="4954" y="21912"/>
                      <a:pt x="179" y="33441"/>
                      <a:pt x="179" y="45460"/>
                    </a:cubicBezTo>
                    <a:cubicBezTo>
                      <a:pt x="179" y="57480"/>
                      <a:pt x="4954" y="69009"/>
                      <a:pt x="13453" y="77508"/>
                    </a:cubicBezTo>
                    <a:cubicBezTo>
                      <a:pt x="21953" y="86007"/>
                      <a:pt x="33482" y="90782"/>
                      <a:pt x="45501" y="9078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6" name="任意多边形: 形状 3455"/>
              <p:cNvSpPr/>
              <p:nvPr/>
            </p:nvSpPr>
            <p:spPr>
              <a:xfrm>
                <a:off x="29286966" y="23846287"/>
                <a:ext cx="180000" cy="180000"/>
              </a:xfrm>
              <a:custGeom>
                <a:avLst/>
                <a:gdLst>
                  <a:gd name="csX0" fmla="*/ 45501 w 90645"/>
                  <a:gd name="csY0" fmla="*/ 90828 h 90643"/>
                  <a:gd name="csX1" fmla="*/ 77549 w 90645"/>
                  <a:gd name="csY1" fmla="*/ 77554 h 90643"/>
                  <a:gd name="csX2" fmla="*/ 90824 w 90645"/>
                  <a:gd name="csY2" fmla="*/ 45506 h 90643"/>
                  <a:gd name="csX3" fmla="*/ 77549 w 90645"/>
                  <a:gd name="csY3" fmla="*/ 13459 h 90643"/>
                  <a:gd name="csX4" fmla="*/ 45501 w 90645"/>
                  <a:gd name="csY4" fmla="*/ 184 h 90643"/>
                  <a:gd name="csX5" fmla="*/ 13453 w 90645"/>
                  <a:gd name="csY5" fmla="*/ 13459 h 90643"/>
                  <a:gd name="csX6" fmla="*/ 179 w 90645"/>
                  <a:gd name="csY6" fmla="*/ 45506 h 90643"/>
                  <a:gd name="csX7" fmla="*/ 13453 w 90645"/>
                  <a:gd name="csY7" fmla="*/ 77554 h 90643"/>
                  <a:gd name="csX8" fmla="*/ 45501 w 90645"/>
                  <a:gd name="csY8" fmla="*/ 9082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1" y="90828"/>
                    </a:moveTo>
                    <a:cubicBezTo>
                      <a:pt x="57521" y="90828"/>
                      <a:pt x="69050" y="86053"/>
                      <a:pt x="77549" y="77554"/>
                    </a:cubicBezTo>
                    <a:cubicBezTo>
                      <a:pt x="86048" y="69054"/>
                      <a:pt x="90824" y="57526"/>
                      <a:pt x="90824" y="45506"/>
                    </a:cubicBezTo>
                    <a:cubicBezTo>
                      <a:pt x="90824" y="33487"/>
                      <a:pt x="86048" y="21958"/>
                      <a:pt x="77549" y="13459"/>
                    </a:cubicBezTo>
                    <a:cubicBezTo>
                      <a:pt x="69050" y="4959"/>
                      <a:pt x="57521" y="184"/>
                      <a:pt x="45501" y="184"/>
                    </a:cubicBezTo>
                    <a:cubicBezTo>
                      <a:pt x="33482" y="184"/>
                      <a:pt x="21953" y="4959"/>
                      <a:pt x="13453" y="13459"/>
                    </a:cubicBezTo>
                    <a:cubicBezTo>
                      <a:pt x="4954" y="21958"/>
                      <a:pt x="179" y="33487"/>
                      <a:pt x="179" y="45506"/>
                    </a:cubicBezTo>
                    <a:cubicBezTo>
                      <a:pt x="179" y="57526"/>
                      <a:pt x="4954" y="69054"/>
                      <a:pt x="13453" y="77554"/>
                    </a:cubicBezTo>
                    <a:cubicBezTo>
                      <a:pt x="21953" y="86053"/>
                      <a:pt x="33482" y="90828"/>
                      <a:pt x="45501" y="9082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7" name="任意多边形: 形状 3456"/>
              <p:cNvSpPr/>
              <p:nvPr/>
            </p:nvSpPr>
            <p:spPr>
              <a:xfrm>
                <a:off x="30545515" y="22368487"/>
                <a:ext cx="180000" cy="180000"/>
              </a:xfrm>
              <a:custGeom>
                <a:avLst/>
                <a:gdLst>
                  <a:gd name="csX0" fmla="*/ 45541 w 90645"/>
                  <a:gd name="csY0" fmla="*/ 90782 h 90643"/>
                  <a:gd name="csX1" fmla="*/ 77588 w 90645"/>
                  <a:gd name="csY1" fmla="*/ 77507 h 90643"/>
                  <a:gd name="csX2" fmla="*/ 90863 w 90645"/>
                  <a:gd name="csY2" fmla="*/ 45460 h 90643"/>
                  <a:gd name="csX3" fmla="*/ 77588 w 90645"/>
                  <a:gd name="csY3" fmla="*/ 13412 h 90643"/>
                  <a:gd name="csX4" fmla="*/ 45541 w 90645"/>
                  <a:gd name="csY4" fmla="*/ 138 h 90643"/>
                  <a:gd name="csX5" fmla="*/ 13493 w 90645"/>
                  <a:gd name="csY5" fmla="*/ 13412 h 90643"/>
                  <a:gd name="csX6" fmla="*/ 218 w 90645"/>
                  <a:gd name="csY6" fmla="*/ 45460 h 90643"/>
                  <a:gd name="csX7" fmla="*/ 13493 w 90645"/>
                  <a:gd name="csY7" fmla="*/ 77507 h 90643"/>
                  <a:gd name="csX8" fmla="*/ 45541 w 90645"/>
                  <a:gd name="csY8" fmla="*/ 9078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1" y="90782"/>
                    </a:moveTo>
                    <a:cubicBezTo>
                      <a:pt x="57560" y="90782"/>
                      <a:pt x="69089" y="86006"/>
                      <a:pt x="77588" y="77507"/>
                    </a:cubicBezTo>
                    <a:cubicBezTo>
                      <a:pt x="86088" y="69008"/>
                      <a:pt x="90863" y="57479"/>
                      <a:pt x="90863" y="45460"/>
                    </a:cubicBezTo>
                    <a:cubicBezTo>
                      <a:pt x="90863" y="33440"/>
                      <a:pt x="86088" y="21912"/>
                      <a:pt x="77588" y="13412"/>
                    </a:cubicBezTo>
                    <a:cubicBezTo>
                      <a:pt x="69089" y="4913"/>
                      <a:pt x="57560" y="138"/>
                      <a:pt x="45541" y="138"/>
                    </a:cubicBezTo>
                    <a:cubicBezTo>
                      <a:pt x="33521" y="138"/>
                      <a:pt x="21992" y="4913"/>
                      <a:pt x="13493" y="13412"/>
                    </a:cubicBezTo>
                    <a:cubicBezTo>
                      <a:pt x="4994" y="21912"/>
                      <a:pt x="218" y="33440"/>
                      <a:pt x="218" y="45460"/>
                    </a:cubicBezTo>
                    <a:cubicBezTo>
                      <a:pt x="218" y="57479"/>
                      <a:pt x="4994" y="69008"/>
                      <a:pt x="13493" y="77507"/>
                    </a:cubicBezTo>
                    <a:cubicBezTo>
                      <a:pt x="21992" y="86006"/>
                      <a:pt x="33521" y="90782"/>
                      <a:pt x="45541" y="9078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8" name="任意多边形: 形状 3457"/>
              <p:cNvSpPr/>
              <p:nvPr/>
            </p:nvSpPr>
            <p:spPr>
              <a:xfrm>
                <a:off x="31354388" y="24048197"/>
                <a:ext cx="180000" cy="180000"/>
              </a:xfrm>
              <a:custGeom>
                <a:avLst/>
                <a:gdLst>
                  <a:gd name="csX0" fmla="*/ 45566 w 90645"/>
                  <a:gd name="csY0" fmla="*/ 90834 h 90643"/>
                  <a:gd name="csX1" fmla="*/ 77614 w 90645"/>
                  <a:gd name="csY1" fmla="*/ 77560 h 90643"/>
                  <a:gd name="csX2" fmla="*/ 90888 w 90645"/>
                  <a:gd name="csY2" fmla="*/ 45512 h 90643"/>
                  <a:gd name="csX3" fmla="*/ 77614 w 90645"/>
                  <a:gd name="csY3" fmla="*/ 13465 h 90643"/>
                  <a:gd name="csX4" fmla="*/ 45566 w 90645"/>
                  <a:gd name="csY4" fmla="*/ 190 h 90643"/>
                  <a:gd name="csX5" fmla="*/ 13518 w 90645"/>
                  <a:gd name="csY5" fmla="*/ 13465 h 90643"/>
                  <a:gd name="csX6" fmla="*/ 243 w 90645"/>
                  <a:gd name="csY6" fmla="*/ 45512 h 90643"/>
                  <a:gd name="csX7" fmla="*/ 13518 w 90645"/>
                  <a:gd name="csY7" fmla="*/ 77560 h 90643"/>
                  <a:gd name="csX8" fmla="*/ 45566 w 90645"/>
                  <a:gd name="csY8" fmla="*/ 9083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6" y="90834"/>
                    </a:moveTo>
                    <a:cubicBezTo>
                      <a:pt x="57586" y="90834"/>
                      <a:pt x="69115" y="86059"/>
                      <a:pt x="77614" y="77560"/>
                    </a:cubicBezTo>
                    <a:cubicBezTo>
                      <a:pt x="86113" y="69061"/>
                      <a:pt x="90888" y="57532"/>
                      <a:pt x="90888" y="45512"/>
                    </a:cubicBezTo>
                    <a:cubicBezTo>
                      <a:pt x="90888" y="33493"/>
                      <a:pt x="86113" y="21964"/>
                      <a:pt x="77614" y="13465"/>
                    </a:cubicBezTo>
                    <a:cubicBezTo>
                      <a:pt x="69115" y="4966"/>
                      <a:pt x="57586" y="190"/>
                      <a:pt x="45566" y="190"/>
                    </a:cubicBezTo>
                    <a:cubicBezTo>
                      <a:pt x="33546" y="190"/>
                      <a:pt x="22017" y="4966"/>
                      <a:pt x="13518" y="13465"/>
                    </a:cubicBezTo>
                    <a:cubicBezTo>
                      <a:pt x="5019" y="21964"/>
                      <a:pt x="243" y="33493"/>
                      <a:pt x="243" y="45512"/>
                    </a:cubicBezTo>
                    <a:cubicBezTo>
                      <a:pt x="243" y="57532"/>
                      <a:pt x="5019" y="69061"/>
                      <a:pt x="13518" y="77560"/>
                    </a:cubicBezTo>
                    <a:cubicBezTo>
                      <a:pt x="22017" y="86059"/>
                      <a:pt x="33546" y="90834"/>
                      <a:pt x="45566" y="9083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59" name="任意多边形: 形状 3458"/>
              <p:cNvSpPr/>
              <p:nvPr/>
            </p:nvSpPr>
            <p:spPr>
              <a:xfrm>
                <a:off x="28667818" y="21420513"/>
                <a:ext cx="180000" cy="180000"/>
              </a:xfrm>
              <a:custGeom>
                <a:avLst/>
                <a:gdLst>
                  <a:gd name="csX0" fmla="*/ 45482 w 90645"/>
                  <a:gd name="csY0" fmla="*/ 90752 h 90643"/>
                  <a:gd name="csX1" fmla="*/ 77530 w 90645"/>
                  <a:gd name="csY1" fmla="*/ 77478 h 90643"/>
                  <a:gd name="csX2" fmla="*/ 90805 w 90645"/>
                  <a:gd name="csY2" fmla="*/ 45430 h 90643"/>
                  <a:gd name="csX3" fmla="*/ 77530 w 90645"/>
                  <a:gd name="csY3" fmla="*/ 13383 h 90643"/>
                  <a:gd name="csX4" fmla="*/ 45482 w 90645"/>
                  <a:gd name="csY4" fmla="*/ 108 h 90643"/>
                  <a:gd name="csX5" fmla="*/ 13434 w 90645"/>
                  <a:gd name="csY5" fmla="*/ 13383 h 90643"/>
                  <a:gd name="csX6" fmla="*/ 159 w 90645"/>
                  <a:gd name="csY6" fmla="*/ 45430 h 90643"/>
                  <a:gd name="csX7" fmla="*/ 13434 w 90645"/>
                  <a:gd name="csY7" fmla="*/ 77478 h 90643"/>
                  <a:gd name="csX8" fmla="*/ 45482 w 90645"/>
                  <a:gd name="csY8" fmla="*/ 9075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2" y="90752"/>
                    </a:moveTo>
                    <a:cubicBezTo>
                      <a:pt x="57502" y="90752"/>
                      <a:pt x="69031" y="85977"/>
                      <a:pt x="77530" y="77478"/>
                    </a:cubicBezTo>
                    <a:cubicBezTo>
                      <a:pt x="86029" y="68979"/>
                      <a:pt x="90805" y="57450"/>
                      <a:pt x="90805" y="45430"/>
                    </a:cubicBezTo>
                    <a:cubicBezTo>
                      <a:pt x="90805" y="33411"/>
                      <a:pt x="86029" y="21882"/>
                      <a:pt x="77530" y="13383"/>
                    </a:cubicBezTo>
                    <a:cubicBezTo>
                      <a:pt x="69031" y="4884"/>
                      <a:pt x="57502" y="108"/>
                      <a:pt x="45482" y="108"/>
                    </a:cubicBezTo>
                    <a:cubicBezTo>
                      <a:pt x="33462" y="108"/>
                      <a:pt x="21933" y="4884"/>
                      <a:pt x="13434" y="13383"/>
                    </a:cubicBezTo>
                    <a:cubicBezTo>
                      <a:pt x="4935" y="21882"/>
                      <a:pt x="159" y="33411"/>
                      <a:pt x="159" y="45430"/>
                    </a:cubicBezTo>
                    <a:cubicBezTo>
                      <a:pt x="159" y="57450"/>
                      <a:pt x="4935" y="68979"/>
                      <a:pt x="13434" y="77478"/>
                    </a:cubicBezTo>
                    <a:cubicBezTo>
                      <a:pt x="21933" y="85977"/>
                      <a:pt x="33462" y="90752"/>
                      <a:pt x="45482" y="9075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0" name="任意多边形: 形状 3459"/>
              <p:cNvSpPr/>
              <p:nvPr/>
            </p:nvSpPr>
            <p:spPr>
              <a:xfrm>
                <a:off x="27509969" y="25071031"/>
                <a:ext cx="180000" cy="180000"/>
              </a:xfrm>
              <a:custGeom>
                <a:avLst/>
                <a:gdLst>
                  <a:gd name="csX0" fmla="*/ 45446 w 90645"/>
                  <a:gd name="csY0" fmla="*/ 90866 h 90643"/>
                  <a:gd name="csX1" fmla="*/ 77494 w 90645"/>
                  <a:gd name="csY1" fmla="*/ 77592 h 90643"/>
                  <a:gd name="csX2" fmla="*/ 90768 w 90645"/>
                  <a:gd name="csY2" fmla="*/ 45544 h 90643"/>
                  <a:gd name="csX3" fmla="*/ 77494 w 90645"/>
                  <a:gd name="csY3" fmla="*/ 13497 h 90643"/>
                  <a:gd name="csX4" fmla="*/ 45446 w 90645"/>
                  <a:gd name="csY4" fmla="*/ 222 h 90643"/>
                  <a:gd name="csX5" fmla="*/ 13398 w 90645"/>
                  <a:gd name="csY5" fmla="*/ 13497 h 90643"/>
                  <a:gd name="csX6" fmla="*/ 123 w 90645"/>
                  <a:gd name="csY6" fmla="*/ 45544 h 90643"/>
                  <a:gd name="csX7" fmla="*/ 13398 w 90645"/>
                  <a:gd name="csY7" fmla="*/ 77592 h 90643"/>
                  <a:gd name="csX8" fmla="*/ 45446 w 90645"/>
                  <a:gd name="csY8" fmla="*/ 9086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6" y="90866"/>
                    </a:moveTo>
                    <a:cubicBezTo>
                      <a:pt x="57466" y="90866"/>
                      <a:pt x="68995" y="86091"/>
                      <a:pt x="77494" y="77592"/>
                    </a:cubicBezTo>
                    <a:cubicBezTo>
                      <a:pt x="85993" y="69093"/>
                      <a:pt x="90768" y="57564"/>
                      <a:pt x="90768" y="45544"/>
                    </a:cubicBezTo>
                    <a:cubicBezTo>
                      <a:pt x="90768" y="33525"/>
                      <a:pt x="85993" y="21996"/>
                      <a:pt x="77494" y="13497"/>
                    </a:cubicBezTo>
                    <a:cubicBezTo>
                      <a:pt x="68995" y="4998"/>
                      <a:pt x="57466" y="222"/>
                      <a:pt x="45446" y="222"/>
                    </a:cubicBezTo>
                    <a:cubicBezTo>
                      <a:pt x="33426" y="222"/>
                      <a:pt x="21897" y="4998"/>
                      <a:pt x="13398" y="13497"/>
                    </a:cubicBezTo>
                    <a:cubicBezTo>
                      <a:pt x="4899" y="21996"/>
                      <a:pt x="123" y="33525"/>
                      <a:pt x="123" y="45544"/>
                    </a:cubicBezTo>
                    <a:cubicBezTo>
                      <a:pt x="123" y="57564"/>
                      <a:pt x="4899" y="69093"/>
                      <a:pt x="13398" y="77592"/>
                    </a:cubicBezTo>
                    <a:cubicBezTo>
                      <a:pt x="21897" y="86091"/>
                      <a:pt x="33426" y="90866"/>
                      <a:pt x="45446" y="9086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1" name="任意多边形: 形状 3460"/>
              <p:cNvSpPr/>
              <p:nvPr/>
            </p:nvSpPr>
            <p:spPr>
              <a:xfrm>
                <a:off x="31556465" y="21178468"/>
                <a:ext cx="180000" cy="180000"/>
              </a:xfrm>
              <a:custGeom>
                <a:avLst/>
                <a:gdLst>
                  <a:gd name="csX0" fmla="*/ 45572 w 90645"/>
                  <a:gd name="csY0" fmla="*/ 90745 h 90643"/>
                  <a:gd name="csX1" fmla="*/ 77620 w 90645"/>
                  <a:gd name="csY1" fmla="*/ 77470 h 90643"/>
                  <a:gd name="csX2" fmla="*/ 90895 w 90645"/>
                  <a:gd name="csY2" fmla="*/ 45423 h 90643"/>
                  <a:gd name="csX3" fmla="*/ 77620 w 90645"/>
                  <a:gd name="csY3" fmla="*/ 13375 h 90643"/>
                  <a:gd name="csX4" fmla="*/ 45572 w 90645"/>
                  <a:gd name="csY4" fmla="*/ 101 h 90643"/>
                  <a:gd name="csX5" fmla="*/ 13524 w 90645"/>
                  <a:gd name="csY5" fmla="*/ 13375 h 90643"/>
                  <a:gd name="csX6" fmla="*/ 250 w 90645"/>
                  <a:gd name="csY6" fmla="*/ 45423 h 90643"/>
                  <a:gd name="csX7" fmla="*/ 13524 w 90645"/>
                  <a:gd name="csY7" fmla="*/ 77470 h 90643"/>
                  <a:gd name="csX8" fmla="*/ 45572 w 90645"/>
                  <a:gd name="csY8" fmla="*/ 9074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2" y="90745"/>
                    </a:moveTo>
                    <a:cubicBezTo>
                      <a:pt x="57592" y="90745"/>
                      <a:pt x="69121" y="85969"/>
                      <a:pt x="77620" y="77470"/>
                    </a:cubicBezTo>
                    <a:cubicBezTo>
                      <a:pt x="86119" y="68971"/>
                      <a:pt x="90895" y="57442"/>
                      <a:pt x="90895" y="45423"/>
                    </a:cubicBezTo>
                    <a:cubicBezTo>
                      <a:pt x="90895" y="33403"/>
                      <a:pt x="86119" y="21874"/>
                      <a:pt x="77620" y="13375"/>
                    </a:cubicBezTo>
                    <a:cubicBezTo>
                      <a:pt x="69121" y="4876"/>
                      <a:pt x="57592" y="101"/>
                      <a:pt x="45572" y="101"/>
                    </a:cubicBezTo>
                    <a:cubicBezTo>
                      <a:pt x="33552" y="101"/>
                      <a:pt x="22023" y="4876"/>
                      <a:pt x="13524" y="13375"/>
                    </a:cubicBezTo>
                    <a:cubicBezTo>
                      <a:pt x="5025" y="21874"/>
                      <a:pt x="250" y="33403"/>
                      <a:pt x="250" y="45423"/>
                    </a:cubicBezTo>
                    <a:cubicBezTo>
                      <a:pt x="250" y="57442"/>
                      <a:pt x="5025" y="68971"/>
                      <a:pt x="13524" y="77470"/>
                    </a:cubicBezTo>
                    <a:cubicBezTo>
                      <a:pt x="22023" y="85969"/>
                      <a:pt x="33552" y="90745"/>
                      <a:pt x="45572" y="9074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2" name="任意多边形: 形状 3461"/>
              <p:cNvSpPr/>
              <p:nvPr/>
            </p:nvSpPr>
            <p:spPr>
              <a:xfrm>
                <a:off x="29987786" y="23016549"/>
                <a:ext cx="180000" cy="180000"/>
              </a:xfrm>
              <a:custGeom>
                <a:avLst/>
                <a:gdLst>
                  <a:gd name="csX0" fmla="*/ 45523 w 90645"/>
                  <a:gd name="csY0" fmla="*/ 90802 h 90643"/>
                  <a:gd name="csX1" fmla="*/ 77571 w 90645"/>
                  <a:gd name="csY1" fmla="*/ 77528 h 90643"/>
                  <a:gd name="csX2" fmla="*/ 90846 w 90645"/>
                  <a:gd name="csY2" fmla="*/ 45480 h 90643"/>
                  <a:gd name="csX3" fmla="*/ 77571 w 90645"/>
                  <a:gd name="csY3" fmla="*/ 13433 h 90643"/>
                  <a:gd name="csX4" fmla="*/ 45523 w 90645"/>
                  <a:gd name="csY4" fmla="*/ 158 h 90643"/>
                  <a:gd name="csX5" fmla="*/ 13475 w 90645"/>
                  <a:gd name="csY5" fmla="*/ 13433 h 90643"/>
                  <a:gd name="csX6" fmla="*/ 201 w 90645"/>
                  <a:gd name="csY6" fmla="*/ 45480 h 90643"/>
                  <a:gd name="csX7" fmla="*/ 13475 w 90645"/>
                  <a:gd name="csY7" fmla="*/ 77528 h 90643"/>
                  <a:gd name="csX8" fmla="*/ 45523 w 90645"/>
                  <a:gd name="csY8" fmla="*/ 9080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3" y="90802"/>
                    </a:moveTo>
                    <a:cubicBezTo>
                      <a:pt x="57543" y="90802"/>
                      <a:pt x="69072" y="86027"/>
                      <a:pt x="77571" y="77528"/>
                    </a:cubicBezTo>
                    <a:cubicBezTo>
                      <a:pt x="86070" y="69029"/>
                      <a:pt x="90846" y="57500"/>
                      <a:pt x="90846" y="45480"/>
                    </a:cubicBezTo>
                    <a:cubicBezTo>
                      <a:pt x="90846" y="33461"/>
                      <a:pt x="86070" y="21932"/>
                      <a:pt x="77571" y="13433"/>
                    </a:cubicBezTo>
                    <a:cubicBezTo>
                      <a:pt x="69072" y="4934"/>
                      <a:pt x="57543" y="158"/>
                      <a:pt x="45523" y="158"/>
                    </a:cubicBezTo>
                    <a:cubicBezTo>
                      <a:pt x="33504" y="158"/>
                      <a:pt x="21975" y="4934"/>
                      <a:pt x="13475" y="13433"/>
                    </a:cubicBezTo>
                    <a:cubicBezTo>
                      <a:pt x="4976" y="21932"/>
                      <a:pt x="201" y="33461"/>
                      <a:pt x="201" y="45480"/>
                    </a:cubicBezTo>
                    <a:cubicBezTo>
                      <a:pt x="201" y="57500"/>
                      <a:pt x="4976" y="69029"/>
                      <a:pt x="13475" y="77528"/>
                    </a:cubicBezTo>
                    <a:cubicBezTo>
                      <a:pt x="21975" y="86027"/>
                      <a:pt x="33504" y="90802"/>
                      <a:pt x="45523" y="9080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3" name="任意多边形: 形状 3462"/>
              <p:cNvSpPr/>
              <p:nvPr/>
            </p:nvSpPr>
            <p:spPr>
              <a:xfrm>
                <a:off x="29397489" y="22703955"/>
                <a:ext cx="180000" cy="180000"/>
              </a:xfrm>
              <a:custGeom>
                <a:avLst/>
                <a:gdLst>
                  <a:gd name="csX0" fmla="*/ 45505 w 90645"/>
                  <a:gd name="csY0" fmla="*/ 90792 h 90643"/>
                  <a:gd name="csX1" fmla="*/ 77553 w 90645"/>
                  <a:gd name="csY1" fmla="*/ 77518 h 90643"/>
                  <a:gd name="csX2" fmla="*/ 90827 w 90645"/>
                  <a:gd name="csY2" fmla="*/ 45470 h 90643"/>
                  <a:gd name="csX3" fmla="*/ 77553 w 90645"/>
                  <a:gd name="csY3" fmla="*/ 13423 h 90643"/>
                  <a:gd name="csX4" fmla="*/ 45505 w 90645"/>
                  <a:gd name="csY4" fmla="*/ 148 h 90643"/>
                  <a:gd name="csX5" fmla="*/ 13457 w 90645"/>
                  <a:gd name="csY5" fmla="*/ 13423 h 90643"/>
                  <a:gd name="csX6" fmla="*/ 182 w 90645"/>
                  <a:gd name="csY6" fmla="*/ 45470 h 90643"/>
                  <a:gd name="csX7" fmla="*/ 13457 w 90645"/>
                  <a:gd name="csY7" fmla="*/ 77518 h 90643"/>
                  <a:gd name="csX8" fmla="*/ 45505 w 90645"/>
                  <a:gd name="csY8" fmla="*/ 9079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5" y="90792"/>
                    </a:moveTo>
                    <a:cubicBezTo>
                      <a:pt x="57524" y="90792"/>
                      <a:pt x="69053" y="86017"/>
                      <a:pt x="77553" y="77518"/>
                    </a:cubicBezTo>
                    <a:cubicBezTo>
                      <a:pt x="86052" y="69019"/>
                      <a:pt x="90827" y="57490"/>
                      <a:pt x="90827" y="45470"/>
                    </a:cubicBezTo>
                    <a:cubicBezTo>
                      <a:pt x="90827" y="33451"/>
                      <a:pt x="86052" y="21922"/>
                      <a:pt x="77553" y="13423"/>
                    </a:cubicBezTo>
                    <a:cubicBezTo>
                      <a:pt x="69053" y="4924"/>
                      <a:pt x="57524" y="148"/>
                      <a:pt x="45505" y="148"/>
                    </a:cubicBezTo>
                    <a:cubicBezTo>
                      <a:pt x="33485" y="148"/>
                      <a:pt x="21956" y="4924"/>
                      <a:pt x="13457" y="13423"/>
                    </a:cubicBezTo>
                    <a:cubicBezTo>
                      <a:pt x="4958" y="21922"/>
                      <a:pt x="182" y="33451"/>
                      <a:pt x="182" y="45470"/>
                    </a:cubicBezTo>
                    <a:cubicBezTo>
                      <a:pt x="182" y="57490"/>
                      <a:pt x="4958" y="69019"/>
                      <a:pt x="13457" y="77518"/>
                    </a:cubicBezTo>
                    <a:cubicBezTo>
                      <a:pt x="21956" y="86017"/>
                      <a:pt x="33485" y="90792"/>
                      <a:pt x="45505" y="9079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4" name="任意多边形: 形状 3463"/>
              <p:cNvSpPr/>
              <p:nvPr/>
            </p:nvSpPr>
            <p:spPr>
              <a:xfrm>
                <a:off x="29601393" y="24361029"/>
                <a:ext cx="180000" cy="180000"/>
              </a:xfrm>
              <a:custGeom>
                <a:avLst/>
                <a:gdLst>
                  <a:gd name="csX0" fmla="*/ 45511 w 90645"/>
                  <a:gd name="csY0" fmla="*/ 90844 h 90643"/>
                  <a:gd name="csX1" fmla="*/ 77559 w 90645"/>
                  <a:gd name="csY1" fmla="*/ 77570 h 90643"/>
                  <a:gd name="csX2" fmla="*/ 90834 w 90645"/>
                  <a:gd name="csY2" fmla="*/ 45522 h 90643"/>
                  <a:gd name="csX3" fmla="*/ 77559 w 90645"/>
                  <a:gd name="csY3" fmla="*/ 13475 h 90643"/>
                  <a:gd name="csX4" fmla="*/ 45511 w 90645"/>
                  <a:gd name="csY4" fmla="*/ 200 h 90643"/>
                  <a:gd name="csX5" fmla="*/ 13463 w 90645"/>
                  <a:gd name="csY5" fmla="*/ 13475 h 90643"/>
                  <a:gd name="csX6" fmla="*/ 189 w 90645"/>
                  <a:gd name="csY6" fmla="*/ 45522 h 90643"/>
                  <a:gd name="csX7" fmla="*/ 13463 w 90645"/>
                  <a:gd name="csY7" fmla="*/ 77570 h 90643"/>
                  <a:gd name="csX8" fmla="*/ 45511 w 90645"/>
                  <a:gd name="csY8" fmla="*/ 9084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1" y="90844"/>
                    </a:moveTo>
                    <a:cubicBezTo>
                      <a:pt x="57531" y="90844"/>
                      <a:pt x="69060" y="86069"/>
                      <a:pt x="77559" y="77570"/>
                    </a:cubicBezTo>
                    <a:cubicBezTo>
                      <a:pt x="86058" y="69070"/>
                      <a:pt x="90834" y="57542"/>
                      <a:pt x="90834" y="45522"/>
                    </a:cubicBezTo>
                    <a:cubicBezTo>
                      <a:pt x="90834" y="33503"/>
                      <a:pt x="86058" y="21974"/>
                      <a:pt x="77559" y="13475"/>
                    </a:cubicBezTo>
                    <a:cubicBezTo>
                      <a:pt x="69060" y="4976"/>
                      <a:pt x="57531" y="200"/>
                      <a:pt x="45511" y="200"/>
                    </a:cubicBezTo>
                    <a:cubicBezTo>
                      <a:pt x="33491" y="200"/>
                      <a:pt x="21962" y="4976"/>
                      <a:pt x="13463" y="13475"/>
                    </a:cubicBezTo>
                    <a:cubicBezTo>
                      <a:pt x="4964" y="21974"/>
                      <a:pt x="189" y="33503"/>
                      <a:pt x="189" y="45522"/>
                    </a:cubicBezTo>
                    <a:cubicBezTo>
                      <a:pt x="189" y="57542"/>
                      <a:pt x="4964" y="69070"/>
                      <a:pt x="13463" y="77570"/>
                    </a:cubicBezTo>
                    <a:cubicBezTo>
                      <a:pt x="21962" y="86069"/>
                      <a:pt x="33491" y="90844"/>
                      <a:pt x="45511" y="9084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5" name="任意多边形: 形状 3464"/>
              <p:cNvSpPr/>
              <p:nvPr/>
            </p:nvSpPr>
            <p:spPr>
              <a:xfrm>
                <a:off x="30214746" y="21751815"/>
                <a:ext cx="180000" cy="180000"/>
              </a:xfrm>
              <a:custGeom>
                <a:avLst/>
                <a:gdLst>
                  <a:gd name="csX0" fmla="*/ 45530 w 90645"/>
                  <a:gd name="csY0" fmla="*/ 90763 h 90643"/>
                  <a:gd name="csX1" fmla="*/ 77578 w 90645"/>
                  <a:gd name="csY1" fmla="*/ 77488 h 90643"/>
                  <a:gd name="csX2" fmla="*/ 90853 w 90645"/>
                  <a:gd name="csY2" fmla="*/ 45441 h 90643"/>
                  <a:gd name="csX3" fmla="*/ 77578 w 90645"/>
                  <a:gd name="csY3" fmla="*/ 13393 h 90643"/>
                  <a:gd name="csX4" fmla="*/ 45530 w 90645"/>
                  <a:gd name="csY4" fmla="*/ 119 h 90643"/>
                  <a:gd name="csX5" fmla="*/ 13482 w 90645"/>
                  <a:gd name="csY5" fmla="*/ 13393 h 90643"/>
                  <a:gd name="csX6" fmla="*/ 208 w 90645"/>
                  <a:gd name="csY6" fmla="*/ 45441 h 90643"/>
                  <a:gd name="csX7" fmla="*/ 13482 w 90645"/>
                  <a:gd name="csY7" fmla="*/ 77488 h 90643"/>
                  <a:gd name="csX8" fmla="*/ 45530 w 90645"/>
                  <a:gd name="csY8" fmla="*/ 9076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0" y="90763"/>
                    </a:moveTo>
                    <a:cubicBezTo>
                      <a:pt x="57550" y="90763"/>
                      <a:pt x="69079" y="85987"/>
                      <a:pt x="77578" y="77488"/>
                    </a:cubicBezTo>
                    <a:cubicBezTo>
                      <a:pt x="86077" y="68989"/>
                      <a:pt x="90853" y="57460"/>
                      <a:pt x="90853" y="45441"/>
                    </a:cubicBezTo>
                    <a:cubicBezTo>
                      <a:pt x="90853" y="33421"/>
                      <a:pt x="86077" y="21892"/>
                      <a:pt x="77578" y="13393"/>
                    </a:cubicBezTo>
                    <a:cubicBezTo>
                      <a:pt x="69079" y="4894"/>
                      <a:pt x="57550" y="119"/>
                      <a:pt x="45530" y="119"/>
                    </a:cubicBezTo>
                    <a:cubicBezTo>
                      <a:pt x="33511" y="119"/>
                      <a:pt x="21982" y="4894"/>
                      <a:pt x="13482" y="13393"/>
                    </a:cubicBezTo>
                    <a:cubicBezTo>
                      <a:pt x="4983" y="21892"/>
                      <a:pt x="208" y="33421"/>
                      <a:pt x="208" y="45441"/>
                    </a:cubicBezTo>
                    <a:cubicBezTo>
                      <a:pt x="208" y="57460"/>
                      <a:pt x="4983" y="68989"/>
                      <a:pt x="13482" y="77488"/>
                    </a:cubicBezTo>
                    <a:cubicBezTo>
                      <a:pt x="21982" y="85987"/>
                      <a:pt x="33511" y="90763"/>
                      <a:pt x="45530" y="9076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6" name="任意多边形: 形状 3465"/>
              <p:cNvSpPr/>
              <p:nvPr/>
            </p:nvSpPr>
            <p:spPr>
              <a:xfrm>
                <a:off x="32313655" y="23576581"/>
                <a:ext cx="180000" cy="180000"/>
              </a:xfrm>
              <a:custGeom>
                <a:avLst/>
                <a:gdLst>
                  <a:gd name="csX0" fmla="*/ 45596 w 90645"/>
                  <a:gd name="csY0" fmla="*/ 90820 h 90643"/>
                  <a:gd name="csX1" fmla="*/ 77644 w 90645"/>
                  <a:gd name="csY1" fmla="*/ 77545 h 90643"/>
                  <a:gd name="csX2" fmla="*/ 90918 w 90645"/>
                  <a:gd name="csY2" fmla="*/ 45498 h 90643"/>
                  <a:gd name="csX3" fmla="*/ 77644 w 90645"/>
                  <a:gd name="csY3" fmla="*/ 13450 h 90643"/>
                  <a:gd name="csX4" fmla="*/ 45596 w 90645"/>
                  <a:gd name="csY4" fmla="*/ 176 h 90643"/>
                  <a:gd name="csX5" fmla="*/ 13548 w 90645"/>
                  <a:gd name="csY5" fmla="*/ 13450 h 90643"/>
                  <a:gd name="csX6" fmla="*/ 273 w 90645"/>
                  <a:gd name="csY6" fmla="*/ 45498 h 90643"/>
                  <a:gd name="csX7" fmla="*/ 13548 w 90645"/>
                  <a:gd name="csY7" fmla="*/ 77545 h 90643"/>
                  <a:gd name="csX8" fmla="*/ 45596 w 90645"/>
                  <a:gd name="csY8" fmla="*/ 9082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6" y="90820"/>
                    </a:moveTo>
                    <a:cubicBezTo>
                      <a:pt x="57615" y="90820"/>
                      <a:pt x="69144" y="86044"/>
                      <a:pt x="77644" y="77545"/>
                    </a:cubicBezTo>
                    <a:cubicBezTo>
                      <a:pt x="86143" y="69046"/>
                      <a:pt x="90918" y="57517"/>
                      <a:pt x="90918" y="45498"/>
                    </a:cubicBezTo>
                    <a:cubicBezTo>
                      <a:pt x="90918" y="33478"/>
                      <a:pt x="86143" y="21949"/>
                      <a:pt x="77644" y="13450"/>
                    </a:cubicBezTo>
                    <a:cubicBezTo>
                      <a:pt x="69144" y="4951"/>
                      <a:pt x="57615" y="176"/>
                      <a:pt x="45596" y="176"/>
                    </a:cubicBezTo>
                    <a:cubicBezTo>
                      <a:pt x="33576" y="176"/>
                      <a:pt x="22047" y="4951"/>
                      <a:pt x="13548" y="13450"/>
                    </a:cubicBezTo>
                    <a:cubicBezTo>
                      <a:pt x="5049" y="21949"/>
                      <a:pt x="273" y="33478"/>
                      <a:pt x="273" y="45498"/>
                    </a:cubicBezTo>
                    <a:cubicBezTo>
                      <a:pt x="273" y="57517"/>
                      <a:pt x="5049" y="69046"/>
                      <a:pt x="13548" y="77545"/>
                    </a:cubicBezTo>
                    <a:cubicBezTo>
                      <a:pt x="22047" y="86044"/>
                      <a:pt x="33576" y="90820"/>
                      <a:pt x="45596" y="9082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7" name="任意多边形: 形状 3466"/>
              <p:cNvSpPr/>
              <p:nvPr/>
            </p:nvSpPr>
            <p:spPr>
              <a:xfrm>
                <a:off x="28097712" y="22109690"/>
                <a:ext cx="180000" cy="180000"/>
              </a:xfrm>
              <a:custGeom>
                <a:avLst/>
                <a:gdLst>
                  <a:gd name="csX0" fmla="*/ 45464 w 90645"/>
                  <a:gd name="csY0" fmla="*/ 90774 h 90643"/>
                  <a:gd name="csX1" fmla="*/ 77512 w 90645"/>
                  <a:gd name="csY1" fmla="*/ 77499 h 90643"/>
                  <a:gd name="csX2" fmla="*/ 90787 w 90645"/>
                  <a:gd name="csY2" fmla="*/ 45452 h 90643"/>
                  <a:gd name="csX3" fmla="*/ 77512 w 90645"/>
                  <a:gd name="csY3" fmla="*/ 13404 h 90643"/>
                  <a:gd name="csX4" fmla="*/ 45464 w 90645"/>
                  <a:gd name="csY4" fmla="*/ 130 h 90643"/>
                  <a:gd name="csX5" fmla="*/ 13416 w 90645"/>
                  <a:gd name="csY5" fmla="*/ 13404 h 90643"/>
                  <a:gd name="csX6" fmla="*/ 142 w 90645"/>
                  <a:gd name="csY6" fmla="*/ 45452 h 90643"/>
                  <a:gd name="csX7" fmla="*/ 13416 w 90645"/>
                  <a:gd name="csY7" fmla="*/ 77499 h 90643"/>
                  <a:gd name="csX8" fmla="*/ 45464 w 90645"/>
                  <a:gd name="csY8" fmla="*/ 9077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4" y="90774"/>
                    </a:moveTo>
                    <a:cubicBezTo>
                      <a:pt x="57484" y="90774"/>
                      <a:pt x="69013" y="85998"/>
                      <a:pt x="77512" y="77499"/>
                    </a:cubicBezTo>
                    <a:cubicBezTo>
                      <a:pt x="86011" y="69000"/>
                      <a:pt x="90787" y="57471"/>
                      <a:pt x="90787" y="45452"/>
                    </a:cubicBezTo>
                    <a:cubicBezTo>
                      <a:pt x="90787" y="33432"/>
                      <a:pt x="86011" y="21903"/>
                      <a:pt x="77512" y="13404"/>
                    </a:cubicBezTo>
                    <a:cubicBezTo>
                      <a:pt x="69013" y="4905"/>
                      <a:pt x="57484" y="130"/>
                      <a:pt x="45464" y="130"/>
                    </a:cubicBezTo>
                    <a:cubicBezTo>
                      <a:pt x="33445" y="130"/>
                      <a:pt x="21916" y="4905"/>
                      <a:pt x="13416" y="13404"/>
                    </a:cubicBezTo>
                    <a:cubicBezTo>
                      <a:pt x="4917" y="21903"/>
                      <a:pt x="142" y="33432"/>
                      <a:pt x="142" y="45452"/>
                    </a:cubicBezTo>
                    <a:cubicBezTo>
                      <a:pt x="142" y="57471"/>
                      <a:pt x="4917" y="69000"/>
                      <a:pt x="13416" y="77499"/>
                    </a:cubicBezTo>
                    <a:cubicBezTo>
                      <a:pt x="21916" y="85998"/>
                      <a:pt x="33445" y="90774"/>
                      <a:pt x="45464" y="9077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8" name="任意多边形: 形状 3467"/>
              <p:cNvSpPr/>
              <p:nvPr/>
            </p:nvSpPr>
            <p:spPr>
              <a:xfrm>
                <a:off x="28295454" y="23246891"/>
                <a:ext cx="180000" cy="180000"/>
              </a:xfrm>
              <a:custGeom>
                <a:avLst/>
                <a:gdLst>
                  <a:gd name="csX0" fmla="*/ 45470 w 90645"/>
                  <a:gd name="csY0" fmla="*/ 90809 h 90643"/>
                  <a:gd name="csX1" fmla="*/ 77518 w 90645"/>
                  <a:gd name="csY1" fmla="*/ 77535 h 90643"/>
                  <a:gd name="csX2" fmla="*/ 90793 w 90645"/>
                  <a:gd name="csY2" fmla="*/ 45487 h 90643"/>
                  <a:gd name="csX3" fmla="*/ 77518 w 90645"/>
                  <a:gd name="csY3" fmla="*/ 13440 h 90643"/>
                  <a:gd name="csX4" fmla="*/ 45470 w 90645"/>
                  <a:gd name="csY4" fmla="*/ 165 h 90643"/>
                  <a:gd name="csX5" fmla="*/ 13423 w 90645"/>
                  <a:gd name="csY5" fmla="*/ 13440 h 90643"/>
                  <a:gd name="csX6" fmla="*/ 148 w 90645"/>
                  <a:gd name="csY6" fmla="*/ 45487 h 90643"/>
                  <a:gd name="csX7" fmla="*/ 13423 w 90645"/>
                  <a:gd name="csY7" fmla="*/ 77535 h 90643"/>
                  <a:gd name="csX8" fmla="*/ 45470 w 90645"/>
                  <a:gd name="csY8" fmla="*/ 9080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0" y="90809"/>
                    </a:moveTo>
                    <a:cubicBezTo>
                      <a:pt x="57490" y="90809"/>
                      <a:pt x="69019" y="86034"/>
                      <a:pt x="77518" y="77535"/>
                    </a:cubicBezTo>
                    <a:cubicBezTo>
                      <a:pt x="86017" y="69036"/>
                      <a:pt x="90793" y="57507"/>
                      <a:pt x="90793" y="45487"/>
                    </a:cubicBezTo>
                    <a:cubicBezTo>
                      <a:pt x="90793" y="33468"/>
                      <a:pt x="86017" y="21939"/>
                      <a:pt x="77518" y="13440"/>
                    </a:cubicBezTo>
                    <a:cubicBezTo>
                      <a:pt x="69019" y="4941"/>
                      <a:pt x="57490" y="165"/>
                      <a:pt x="45470" y="165"/>
                    </a:cubicBezTo>
                    <a:cubicBezTo>
                      <a:pt x="33451" y="165"/>
                      <a:pt x="21922" y="4941"/>
                      <a:pt x="13423" y="13440"/>
                    </a:cubicBezTo>
                    <a:cubicBezTo>
                      <a:pt x="4923" y="21939"/>
                      <a:pt x="148" y="33468"/>
                      <a:pt x="148" y="45487"/>
                    </a:cubicBezTo>
                    <a:cubicBezTo>
                      <a:pt x="148" y="57507"/>
                      <a:pt x="4923" y="69036"/>
                      <a:pt x="13423" y="77535"/>
                    </a:cubicBezTo>
                    <a:cubicBezTo>
                      <a:pt x="21922" y="86034"/>
                      <a:pt x="33451" y="90809"/>
                      <a:pt x="45470" y="9080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69" name="任意多边形: 形状 3468"/>
              <p:cNvSpPr/>
              <p:nvPr/>
            </p:nvSpPr>
            <p:spPr>
              <a:xfrm>
                <a:off x="31020783" y="22926996"/>
                <a:ext cx="180000" cy="180000"/>
              </a:xfrm>
              <a:custGeom>
                <a:avLst/>
                <a:gdLst>
                  <a:gd name="csX0" fmla="*/ 45555 w 90645"/>
                  <a:gd name="csY0" fmla="*/ 90799 h 90643"/>
                  <a:gd name="csX1" fmla="*/ 77603 w 90645"/>
                  <a:gd name="csY1" fmla="*/ 77525 h 90643"/>
                  <a:gd name="csX2" fmla="*/ 90878 w 90645"/>
                  <a:gd name="csY2" fmla="*/ 45477 h 90643"/>
                  <a:gd name="csX3" fmla="*/ 77603 w 90645"/>
                  <a:gd name="csY3" fmla="*/ 13430 h 90643"/>
                  <a:gd name="csX4" fmla="*/ 45555 w 90645"/>
                  <a:gd name="csY4" fmla="*/ 155 h 90643"/>
                  <a:gd name="csX5" fmla="*/ 13508 w 90645"/>
                  <a:gd name="csY5" fmla="*/ 13430 h 90643"/>
                  <a:gd name="csX6" fmla="*/ 233 w 90645"/>
                  <a:gd name="csY6" fmla="*/ 45477 h 90643"/>
                  <a:gd name="csX7" fmla="*/ 13508 w 90645"/>
                  <a:gd name="csY7" fmla="*/ 77525 h 90643"/>
                  <a:gd name="csX8" fmla="*/ 45555 w 90645"/>
                  <a:gd name="csY8" fmla="*/ 9079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5" y="90799"/>
                    </a:moveTo>
                    <a:cubicBezTo>
                      <a:pt x="57575" y="90799"/>
                      <a:pt x="69104" y="86024"/>
                      <a:pt x="77603" y="77525"/>
                    </a:cubicBezTo>
                    <a:cubicBezTo>
                      <a:pt x="86102" y="69026"/>
                      <a:pt x="90878" y="57497"/>
                      <a:pt x="90878" y="45477"/>
                    </a:cubicBezTo>
                    <a:cubicBezTo>
                      <a:pt x="90878" y="33458"/>
                      <a:pt x="86102" y="21929"/>
                      <a:pt x="77603" y="13430"/>
                    </a:cubicBezTo>
                    <a:cubicBezTo>
                      <a:pt x="69104" y="4931"/>
                      <a:pt x="57575" y="155"/>
                      <a:pt x="45555" y="155"/>
                    </a:cubicBezTo>
                    <a:cubicBezTo>
                      <a:pt x="33536" y="155"/>
                      <a:pt x="22007" y="4931"/>
                      <a:pt x="13508" y="13430"/>
                    </a:cubicBezTo>
                    <a:cubicBezTo>
                      <a:pt x="5008" y="21929"/>
                      <a:pt x="233" y="33458"/>
                      <a:pt x="233" y="45477"/>
                    </a:cubicBezTo>
                    <a:cubicBezTo>
                      <a:pt x="233" y="57497"/>
                      <a:pt x="5008" y="69026"/>
                      <a:pt x="13508" y="77525"/>
                    </a:cubicBezTo>
                    <a:cubicBezTo>
                      <a:pt x="22007" y="86024"/>
                      <a:pt x="33536" y="90799"/>
                      <a:pt x="45555" y="9079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0" name="任意多边形: 形状 3469"/>
              <p:cNvSpPr/>
              <p:nvPr/>
            </p:nvSpPr>
            <p:spPr>
              <a:xfrm>
                <a:off x="30324915" y="24561973"/>
                <a:ext cx="180000" cy="180000"/>
              </a:xfrm>
              <a:custGeom>
                <a:avLst/>
                <a:gdLst>
                  <a:gd name="csX0" fmla="*/ 45534 w 90645"/>
                  <a:gd name="csY0" fmla="*/ 90850 h 90643"/>
                  <a:gd name="csX1" fmla="*/ 77582 w 90645"/>
                  <a:gd name="csY1" fmla="*/ 77576 h 90643"/>
                  <a:gd name="csX2" fmla="*/ 90856 w 90645"/>
                  <a:gd name="csY2" fmla="*/ 45528 h 90643"/>
                  <a:gd name="csX3" fmla="*/ 77582 w 90645"/>
                  <a:gd name="csY3" fmla="*/ 13481 h 90643"/>
                  <a:gd name="csX4" fmla="*/ 45534 w 90645"/>
                  <a:gd name="csY4" fmla="*/ 206 h 90643"/>
                  <a:gd name="csX5" fmla="*/ 13486 w 90645"/>
                  <a:gd name="csY5" fmla="*/ 13481 h 90643"/>
                  <a:gd name="csX6" fmla="*/ 211 w 90645"/>
                  <a:gd name="csY6" fmla="*/ 45528 h 90643"/>
                  <a:gd name="csX7" fmla="*/ 13486 w 90645"/>
                  <a:gd name="csY7" fmla="*/ 77576 h 90643"/>
                  <a:gd name="csX8" fmla="*/ 45534 w 90645"/>
                  <a:gd name="csY8" fmla="*/ 9085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4" y="90850"/>
                    </a:moveTo>
                    <a:cubicBezTo>
                      <a:pt x="57553" y="90850"/>
                      <a:pt x="69082" y="86075"/>
                      <a:pt x="77582" y="77576"/>
                    </a:cubicBezTo>
                    <a:cubicBezTo>
                      <a:pt x="86081" y="69077"/>
                      <a:pt x="90856" y="57548"/>
                      <a:pt x="90856" y="45528"/>
                    </a:cubicBezTo>
                    <a:cubicBezTo>
                      <a:pt x="90856" y="33509"/>
                      <a:pt x="86081" y="21980"/>
                      <a:pt x="77582" y="13481"/>
                    </a:cubicBezTo>
                    <a:cubicBezTo>
                      <a:pt x="69082" y="4982"/>
                      <a:pt x="57553" y="206"/>
                      <a:pt x="45534" y="206"/>
                    </a:cubicBezTo>
                    <a:cubicBezTo>
                      <a:pt x="33514" y="206"/>
                      <a:pt x="21985" y="4982"/>
                      <a:pt x="13486" y="13481"/>
                    </a:cubicBezTo>
                    <a:cubicBezTo>
                      <a:pt x="4987" y="21980"/>
                      <a:pt x="211" y="33509"/>
                      <a:pt x="211" y="45528"/>
                    </a:cubicBezTo>
                    <a:cubicBezTo>
                      <a:pt x="211" y="57548"/>
                      <a:pt x="4987" y="69077"/>
                      <a:pt x="13486" y="77576"/>
                    </a:cubicBezTo>
                    <a:cubicBezTo>
                      <a:pt x="21985" y="86075"/>
                      <a:pt x="33514" y="90850"/>
                      <a:pt x="45534" y="9085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1" name="任意多边形: 形状 3470"/>
              <p:cNvSpPr/>
              <p:nvPr/>
            </p:nvSpPr>
            <p:spPr>
              <a:xfrm>
                <a:off x="29037696" y="20548166"/>
                <a:ext cx="180000" cy="180000"/>
              </a:xfrm>
              <a:custGeom>
                <a:avLst/>
                <a:gdLst>
                  <a:gd name="csX0" fmla="*/ 45494 w 90645"/>
                  <a:gd name="csY0" fmla="*/ 90725 h 90643"/>
                  <a:gd name="csX1" fmla="*/ 77541 w 90645"/>
                  <a:gd name="csY1" fmla="*/ 77451 h 90643"/>
                  <a:gd name="csX2" fmla="*/ 90816 w 90645"/>
                  <a:gd name="csY2" fmla="*/ 45403 h 90643"/>
                  <a:gd name="csX3" fmla="*/ 77541 w 90645"/>
                  <a:gd name="csY3" fmla="*/ 13356 h 90643"/>
                  <a:gd name="csX4" fmla="*/ 45494 w 90645"/>
                  <a:gd name="csY4" fmla="*/ 81 h 90643"/>
                  <a:gd name="csX5" fmla="*/ 13446 w 90645"/>
                  <a:gd name="csY5" fmla="*/ 13356 h 90643"/>
                  <a:gd name="csX6" fmla="*/ 171 w 90645"/>
                  <a:gd name="csY6" fmla="*/ 45403 h 90643"/>
                  <a:gd name="csX7" fmla="*/ 13446 w 90645"/>
                  <a:gd name="csY7" fmla="*/ 77451 h 90643"/>
                  <a:gd name="csX8" fmla="*/ 45494 w 90645"/>
                  <a:gd name="csY8" fmla="*/ 907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4" y="90725"/>
                    </a:moveTo>
                    <a:cubicBezTo>
                      <a:pt x="57513" y="90725"/>
                      <a:pt x="69042" y="85950"/>
                      <a:pt x="77541" y="77451"/>
                    </a:cubicBezTo>
                    <a:cubicBezTo>
                      <a:pt x="86041" y="68952"/>
                      <a:pt x="90816" y="57423"/>
                      <a:pt x="90816" y="45403"/>
                    </a:cubicBezTo>
                    <a:cubicBezTo>
                      <a:pt x="90816" y="33384"/>
                      <a:pt x="86041" y="21855"/>
                      <a:pt x="77541" y="13356"/>
                    </a:cubicBezTo>
                    <a:cubicBezTo>
                      <a:pt x="69042" y="4857"/>
                      <a:pt x="57513" y="81"/>
                      <a:pt x="45494" y="81"/>
                    </a:cubicBezTo>
                    <a:cubicBezTo>
                      <a:pt x="33474" y="81"/>
                      <a:pt x="21945" y="4857"/>
                      <a:pt x="13446" y="13356"/>
                    </a:cubicBezTo>
                    <a:cubicBezTo>
                      <a:pt x="4947" y="21855"/>
                      <a:pt x="171" y="33384"/>
                      <a:pt x="171" y="45403"/>
                    </a:cubicBezTo>
                    <a:cubicBezTo>
                      <a:pt x="171" y="57423"/>
                      <a:pt x="4947" y="68952"/>
                      <a:pt x="13446" y="77451"/>
                    </a:cubicBezTo>
                    <a:cubicBezTo>
                      <a:pt x="21945" y="85950"/>
                      <a:pt x="33474" y="90725"/>
                      <a:pt x="45494" y="907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2" name="任意多边形: 形状 3471"/>
              <p:cNvSpPr/>
              <p:nvPr/>
            </p:nvSpPr>
            <p:spPr>
              <a:xfrm>
                <a:off x="28962606" y="24871018"/>
                <a:ext cx="180000" cy="180000"/>
              </a:xfrm>
              <a:custGeom>
                <a:avLst/>
                <a:gdLst>
                  <a:gd name="csX0" fmla="*/ 45491 w 90645"/>
                  <a:gd name="csY0" fmla="*/ 90860 h 90643"/>
                  <a:gd name="csX1" fmla="*/ 77539 w 90645"/>
                  <a:gd name="csY1" fmla="*/ 77585 h 90643"/>
                  <a:gd name="csX2" fmla="*/ 90814 w 90645"/>
                  <a:gd name="csY2" fmla="*/ 45538 h 90643"/>
                  <a:gd name="csX3" fmla="*/ 77539 w 90645"/>
                  <a:gd name="csY3" fmla="*/ 13491 h 90643"/>
                  <a:gd name="csX4" fmla="*/ 45491 w 90645"/>
                  <a:gd name="csY4" fmla="*/ 216 h 90643"/>
                  <a:gd name="csX5" fmla="*/ 13443 w 90645"/>
                  <a:gd name="csY5" fmla="*/ 13491 h 90643"/>
                  <a:gd name="csX6" fmla="*/ 169 w 90645"/>
                  <a:gd name="csY6" fmla="*/ 45538 h 90643"/>
                  <a:gd name="csX7" fmla="*/ 13443 w 90645"/>
                  <a:gd name="csY7" fmla="*/ 77585 h 90643"/>
                  <a:gd name="csX8" fmla="*/ 45491 w 90645"/>
                  <a:gd name="csY8" fmla="*/ 9086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1" y="90860"/>
                    </a:moveTo>
                    <a:cubicBezTo>
                      <a:pt x="57511" y="90860"/>
                      <a:pt x="69040" y="86085"/>
                      <a:pt x="77539" y="77585"/>
                    </a:cubicBezTo>
                    <a:cubicBezTo>
                      <a:pt x="86038" y="69086"/>
                      <a:pt x="90814" y="57558"/>
                      <a:pt x="90814" y="45538"/>
                    </a:cubicBezTo>
                    <a:cubicBezTo>
                      <a:pt x="90814" y="33518"/>
                      <a:pt x="86038" y="21990"/>
                      <a:pt x="77539" y="13491"/>
                    </a:cubicBezTo>
                    <a:cubicBezTo>
                      <a:pt x="69040" y="4991"/>
                      <a:pt x="57511" y="216"/>
                      <a:pt x="45491" y="216"/>
                    </a:cubicBezTo>
                    <a:cubicBezTo>
                      <a:pt x="33472" y="216"/>
                      <a:pt x="21943" y="4991"/>
                      <a:pt x="13443" y="13491"/>
                    </a:cubicBezTo>
                    <a:cubicBezTo>
                      <a:pt x="4944" y="21990"/>
                      <a:pt x="169" y="33518"/>
                      <a:pt x="169" y="45538"/>
                    </a:cubicBezTo>
                    <a:cubicBezTo>
                      <a:pt x="169" y="57558"/>
                      <a:pt x="4944" y="69086"/>
                      <a:pt x="13443" y="77585"/>
                    </a:cubicBezTo>
                    <a:cubicBezTo>
                      <a:pt x="21943" y="86085"/>
                      <a:pt x="33472" y="90860"/>
                      <a:pt x="45491" y="9086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3" name="任意多边形: 形状 3472"/>
              <p:cNvSpPr/>
              <p:nvPr/>
            </p:nvSpPr>
            <p:spPr>
              <a:xfrm>
                <a:off x="30387036" y="19947945"/>
                <a:ext cx="180000" cy="180000"/>
              </a:xfrm>
              <a:custGeom>
                <a:avLst/>
                <a:gdLst>
                  <a:gd name="csX0" fmla="*/ 45536 w 90645"/>
                  <a:gd name="csY0" fmla="*/ 90706 h 90643"/>
                  <a:gd name="csX1" fmla="*/ 77584 w 90645"/>
                  <a:gd name="csY1" fmla="*/ 77432 h 90643"/>
                  <a:gd name="csX2" fmla="*/ 90858 w 90645"/>
                  <a:gd name="csY2" fmla="*/ 45384 h 90643"/>
                  <a:gd name="csX3" fmla="*/ 77584 w 90645"/>
                  <a:gd name="csY3" fmla="*/ 13337 h 90643"/>
                  <a:gd name="csX4" fmla="*/ 45536 w 90645"/>
                  <a:gd name="csY4" fmla="*/ 62 h 90643"/>
                  <a:gd name="csX5" fmla="*/ 13488 w 90645"/>
                  <a:gd name="csY5" fmla="*/ 13337 h 90643"/>
                  <a:gd name="csX6" fmla="*/ 213 w 90645"/>
                  <a:gd name="csY6" fmla="*/ 45384 h 90643"/>
                  <a:gd name="csX7" fmla="*/ 13488 w 90645"/>
                  <a:gd name="csY7" fmla="*/ 77432 h 90643"/>
                  <a:gd name="csX8" fmla="*/ 45536 w 90645"/>
                  <a:gd name="csY8" fmla="*/ 9070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6" y="90706"/>
                    </a:moveTo>
                    <a:cubicBezTo>
                      <a:pt x="57555" y="90706"/>
                      <a:pt x="69084" y="85931"/>
                      <a:pt x="77584" y="77432"/>
                    </a:cubicBezTo>
                    <a:cubicBezTo>
                      <a:pt x="86083" y="68933"/>
                      <a:pt x="90858" y="57404"/>
                      <a:pt x="90858" y="45384"/>
                    </a:cubicBezTo>
                    <a:cubicBezTo>
                      <a:pt x="90858" y="33365"/>
                      <a:pt x="86083" y="21836"/>
                      <a:pt x="77584" y="13337"/>
                    </a:cubicBezTo>
                    <a:cubicBezTo>
                      <a:pt x="69084" y="4838"/>
                      <a:pt x="57555" y="62"/>
                      <a:pt x="45536" y="62"/>
                    </a:cubicBezTo>
                    <a:cubicBezTo>
                      <a:pt x="33516" y="62"/>
                      <a:pt x="21987" y="4838"/>
                      <a:pt x="13488" y="13337"/>
                    </a:cubicBezTo>
                    <a:cubicBezTo>
                      <a:pt x="4989" y="21836"/>
                      <a:pt x="213" y="33365"/>
                      <a:pt x="213" y="45384"/>
                    </a:cubicBezTo>
                    <a:cubicBezTo>
                      <a:pt x="213" y="57404"/>
                      <a:pt x="4989" y="68933"/>
                      <a:pt x="13488" y="77432"/>
                    </a:cubicBezTo>
                    <a:cubicBezTo>
                      <a:pt x="21987" y="85931"/>
                      <a:pt x="33516" y="90706"/>
                      <a:pt x="45536" y="9070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4" name="任意多边形: 形状 3473"/>
              <p:cNvSpPr/>
              <p:nvPr/>
            </p:nvSpPr>
            <p:spPr>
              <a:xfrm>
                <a:off x="30794580" y="23383288"/>
                <a:ext cx="180000" cy="180000"/>
              </a:xfrm>
              <a:custGeom>
                <a:avLst/>
                <a:gdLst>
                  <a:gd name="csX0" fmla="*/ 45548 w 90645"/>
                  <a:gd name="csY0" fmla="*/ 90814 h 90643"/>
                  <a:gd name="csX1" fmla="*/ 77596 w 90645"/>
                  <a:gd name="csY1" fmla="*/ 77539 h 90643"/>
                  <a:gd name="csX2" fmla="*/ 90871 w 90645"/>
                  <a:gd name="csY2" fmla="*/ 45492 h 90643"/>
                  <a:gd name="csX3" fmla="*/ 77596 w 90645"/>
                  <a:gd name="csY3" fmla="*/ 13444 h 90643"/>
                  <a:gd name="csX4" fmla="*/ 45548 w 90645"/>
                  <a:gd name="csY4" fmla="*/ 170 h 90643"/>
                  <a:gd name="csX5" fmla="*/ 13501 w 90645"/>
                  <a:gd name="csY5" fmla="*/ 13444 h 90643"/>
                  <a:gd name="csX6" fmla="*/ 226 w 90645"/>
                  <a:gd name="csY6" fmla="*/ 45492 h 90643"/>
                  <a:gd name="csX7" fmla="*/ 13501 w 90645"/>
                  <a:gd name="csY7" fmla="*/ 77539 h 90643"/>
                  <a:gd name="csX8" fmla="*/ 45548 w 90645"/>
                  <a:gd name="csY8" fmla="*/ 9081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8" y="90814"/>
                    </a:moveTo>
                    <a:cubicBezTo>
                      <a:pt x="57568" y="90814"/>
                      <a:pt x="69097" y="86038"/>
                      <a:pt x="77596" y="77539"/>
                    </a:cubicBezTo>
                    <a:cubicBezTo>
                      <a:pt x="86095" y="69040"/>
                      <a:pt x="90871" y="57511"/>
                      <a:pt x="90871" y="45492"/>
                    </a:cubicBezTo>
                    <a:cubicBezTo>
                      <a:pt x="90871" y="33472"/>
                      <a:pt x="86095" y="21943"/>
                      <a:pt x="77596" y="13444"/>
                    </a:cubicBezTo>
                    <a:cubicBezTo>
                      <a:pt x="69097" y="4945"/>
                      <a:pt x="57568" y="170"/>
                      <a:pt x="45548" y="170"/>
                    </a:cubicBezTo>
                    <a:cubicBezTo>
                      <a:pt x="33529" y="170"/>
                      <a:pt x="22000" y="4945"/>
                      <a:pt x="13501" y="13444"/>
                    </a:cubicBezTo>
                    <a:cubicBezTo>
                      <a:pt x="5001" y="21943"/>
                      <a:pt x="226" y="33472"/>
                      <a:pt x="226" y="45492"/>
                    </a:cubicBezTo>
                    <a:cubicBezTo>
                      <a:pt x="226" y="57511"/>
                      <a:pt x="5001" y="69040"/>
                      <a:pt x="13501" y="77539"/>
                    </a:cubicBezTo>
                    <a:cubicBezTo>
                      <a:pt x="22000" y="86038"/>
                      <a:pt x="33529" y="90814"/>
                      <a:pt x="45548" y="9081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5" name="任意多边形: 形状 3474"/>
              <p:cNvSpPr/>
              <p:nvPr/>
            </p:nvSpPr>
            <p:spPr>
              <a:xfrm>
                <a:off x="28578644" y="22851507"/>
                <a:ext cx="180000" cy="180000"/>
              </a:xfrm>
              <a:custGeom>
                <a:avLst/>
                <a:gdLst>
                  <a:gd name="csX0" fmla="*/ 45479 w 90645"/>
                  <a:gd name="csY0" fmla="*/ 90797 h 90643"/>
                  <a:gd name="csX1" fmla="*/ 77527 w 90645"/>
                  <a:gd name="csY1" fmla="*/ 77522 h 90643"/>
                  <a:gd name="csX2" fmla="*/ 90802 w 90645"/>
                  <a:gd name="csY2" fmla="*/ 45475 h 90643"/>
                  <a:gd name="csX3" fmla="*/ 77527 w 90645"/>
                  <a:gd name="csY3" fmla="*/ 13428 h 90643"/>
                  <a:gd name="csX4" fmla="*/ 45479 w 90645"/>
                  <a:gd name="csY4" fmla="*/ 153 h 90643"/>
                  <a:gd name="csX5" fmla="*/ 13431 w 90645"/>
                  <a:gd name="csY5" fmla="*/ 13428 h 90643"/>
                  <a:gd name="csX6" fmla="*/ 157 w 90645"/>
                  <a:gd name="csY6" fmla="*/ 45475 h 90643"/>
                  <a:gd name="csX7" fmla="*/ 13431 w 90645"/>
                  <a:gd name="csY7" fmla="*/ 77522 h 90643"/>
                  <a:gd name="csX8" fmla="*/ 45479 w 90645"/>
                  <a:gd name="csY8" fmla="*/ 9079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9" y="90797"/>
                    </a:moveTo>
                    <a:cubicBezTo>
                      <a:pt x="57499" y="90797"/>
                      <a:pt x="69028" y="86022"/>
                      <a:pt x="77527" y="77522"/>
                    </a:cubicBezTo>
                    <a:cubicBezTo>
                      <a:pt x="86026" y="69023"/>
                      <a:pt x="90802" y="57495"/>
                      <a:pt x="90802" y="45475"/>
                    </a:cubicBezTo>
                    <a:cubicBezTo>
                      <a:pt x="90802" y="33455"/>
                      <a:pt x="86026" y="21927"/>
                      <a:pt x="77527" y="13428"/>
                    </a:cubicBezTo>
                    <a:cubicBezTo>
                      <a:pt x="69028" y="4928"/>
                      <a:pt x="57499" y="153"/>
                      <a:pt x="45479" y="153"/>
                    </a:cubicBezTo>
                    <a:cubicBezTo>
                      <a:pt x="33460" y="153"/>
                      <a:pt x="21931" y="4928"/>
                      <a:pt x="13431" y="13428"/>
                    </a:cubicBezTo>
                    <a:cubicBezTo>
                      <a:pt x="4932" y="21927"/>
                      <a:pt x="157" y="33455"/>
                      <a:pt x="157" y="45475"/>
                    </a:cubicBezTo>
                    <a:cubicBezTo>
                      <a:pt x="157" y="57495"/>
                      <a:pt x="4932" y="69023"/>
                      <a:pt x="13431" y="77522"/>
                    </a:cubicBezTo>
                    <a:cubicBezTo>
                      <a:pt x="21931" y="86022"/>
                      <a:pt x="33460" y="90797"/>
                      <a:pt x="45479" y="9079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6" name="任意多边形: 形状 3475"/>
              <p:cNvSpPr/>
              <p:nvPr/>
            </p:nvSpPr>
            <p:spPr>
              <a:xfrm>
                <a:off x="27949101" y="23494878"/>
                <a:ext cx="180000" cy="180000"/>
              </a:xfrm>
              <a:custGeom>
                <a:avLst/>
                <a:gdLst>
                  <a:gd name="csX0" fmla="*/ 45460 w 90645"/>
                  <a:gd name="csY0" fmla="*/ 90817 h 90643"/>
                  <a:gd name="csX1" fmla="*/ 77507 w 90645"/>
                  <a:gd name="csY1" fmla="*/ 77543 h 90643"/>
                  <a:gd name="csX2" fmla="*/ 90782 w 90645"/>
                  <a:gd name="csY2" fmla="*/ 45495 h 90643"/>
                  <a:gd name="csX3" fmla="*/ 77507 w 90645"/>
                  <a:gd name="csY3" fmla="*/ 13448 h 90643"/>
                  <a:gd name="csX4" fmla="*/ 45460 w 90645"/>
                  <a:gd name="csY4" fmla="*/ 173 h 90643"/>
                  <a:gd name="csX5" fmla="*/ 13412 w 90645"/>
                  <a:gd name="csY5" fmla="*/ 13448 h 90643"/>
                  <a:gd name="csX6" fmla="*/ 137 w 90645"/>
                  <a:gd name="csY6" fmla="*/ 45495 h 90643"/>
                  <a:gd name="csX7" fmla="*/ 13412 w 90645"/>
                  <a:gd name="csY7" fmla="*/ 77543 h 90643"/>
                  <a:gd name="csX8" fmla="*/ 45460 w 90645"/>
                  <a:gd name="csY8" fmla="*/ 9081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0" y="90817"/>
                    </a:moveTo>
                    <a:cubicBezTo>
                      <a:pt x="57479" y="90817"/>
                      <a:pt x="69008" y="86042"/>
                      <a:pt x="77507" y="77543"/>
                    </a:cubicBezTo>
                    <a:cubicBezTo>
                      <a:pt x="86007" y="69043"/>
                      <a:pt x="90782" y="57515"/>
                      <a:pt x="90782" y="45495"/>
                    </a:cubicBezTo>
                    <a:cubicBezTo>
                      <a:pt x="90782" y="33476"/>
                      <a:pt x="86007" y="21947"/>
                      <a:pt x="77507" y="13448"/>
                    </a:cubicBezTo>
                    <a:cubicBezTo>
                      <a:pt x="69008" y="4949"/>
                      <a:pt x="57479" y="173"/>
                      <a:pt x="45460" y="173"/>
                    </a:cubicBezTo>
                    <a:cubicBezTo>
                      <a:pt x="33440" y="173"/>
                      <a:pt x="21911" y="4949"/>
                      <a:pt x="13412" y="13448"/>
                    </a:cubicBezTo>
                    <a:cubicBezTo>
                      <a:pt x="4913" y="21947"/>
                      <a:pt x="137" y="33476"/>
                      <a:pt x="137" y="45495"/>
                    </a:cubicBezTo>
                    <a:cubicBezTo>
                      <a:pt x="137" y="57515"/>
                      <a:pt x="4913" y="69043"/>
                      <a:pt x="13412" y="77543"/>
                    </a:cubicBezTo>
                    <a:cubicBezTo>
                      <a:pt x="21911" y="86042"/>
                      <a:pt x="33440" y="90817"/>
                      <a:pt x="45460" y="9081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7" name="任意多边形: 形状 3476"/>
              <p:cNvSpPr/>
              <p:nvPr/>
            </p:nvSpPr>
            <p:spPr>
              <a:xfrm>
                <a:off x="32715075" y="22265625"/>
                <a:ext cx="180000" cy="180000"/>
              </a:xfrm>
              <a:custGeom>
                <a:avLst/>
                <a:gdLst>
                  <a:gd name="csX0" fmla="*/ 45608 w 90645"/>
                  <a:gd name="csY0" fmla="*/ 90779 h 90643"/>
                  <a:gd name="csX1" fmla="*/ 77656 w 90645"/>
                  <a:gd name="csY1" fmla="*/ 77504 h 90643"/>
                  <a:gd name="csX2" fmla="*/ 90931 w 90645"/>
                  <a:gd name="csY2" fmla="*/ 45457 h 90643"/>
                  <a:gd name="csX3" fmla="*/ 77656 w 90645"/>
                  <a:gd name="csY3" fmla="*/ 13409 h 90643"/>
                  <a:gd name="csX4" fmla="*/ 45608 w 90645"/>
                  <a:gd name="csY4" fmla="*/ 135 h 90643"/>
                  <a:gd name="csX5" fmla="*/ 13560 w 90645"/>
                  <a:gd name="csY5" fmla="*/ 13409 h 90643"/>
                  <a:gd name="csX6" fmla="*/ 286 w 90645"/>
                  <a:gd name="csY6" fmla="*/ 45457 h 90643"/>
                  <a:gd name="csX7" fmla="*/ 13560 w 90645"/>
                  <a:gd name="csY7" fmla="*/ 77504 h 90643"/>
                  <a:gd name="csX8" fmla="*/ 45608 w 90645"/>
                  <a:gd name="csY8" fmla="*/ 9077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08" y="90779"/>
                    </a:moveTo>
                    <a:cubicBezTo>
                      <a:pt x="57628" y="90779"/>
                      <a:pt x="69157" y="86003"/>
                      <a:pt x="77656" y="77504"/>
                    </a:cubicBezTo>
                    <a:cubicBezTo>
                      <a:pt x="86155" y="69005"/>
                      <a:pt x="90931" y="57476"/>
                      <a:pt x="90931" y="45457"/>
                    </a:cubicBezTo>
                    <a:cubicBezTo>
                      <a:pt x="90931" y="33437"/>
                      <a:pt x="86155" y="21908"/>
                      <a:pt x="77656" y="13409"/>
                    </a:cubicBezTo>
                    <a:cubicBezTo>
                      <a:pt x="69157" y="4910"/>
                      <a:pt x="57628" y="135"/>
                      <a:pt x="45608" y="135"/>
                    </a:cubicBezTo>
                    <a:cubicBezTo>
                      <a:pt x="33589" y="135"/>
                      <a:pt x="22060" y="4910"/>
                      <a:pt x="13560" y="13409"/>
                    </a:cubicBezTo>
                    <a:cubicBezTo>
                      <a:pt x="5061" y="21908"/>
                      <a:pt x="286" y="33437"/>
                      <a:pt x="286" y="45457"/>
                    </a:cubicBezTo>
                    <a:cubicBezTo>
                      <a:pt x="286" y="57476"/>
                      <a:pt x="5061" y="69005"/>
                      <a:pt x="13560" y="77504"/>
                    </a:cubicBezTo>
                    <a:cubicBezTo>
                      <a:pt x="22060" y="86003"/>
                      <a:pt x="33589" y="90779"/>
                      <a:pt x="45608" y="9077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8" name="任意多边形: 形状 3477"/>
              <p:cNvSpPr/>
              <p:nvPr/>
            </p:nvSpPr>
            <p:spPr>
              <a:xfrm>
                <a:off x="30046166" y="24224814"/>
                <a:ext cx="180000" cy="180000"/>
              </a:xfrm>
              <a:custGeom>
                <a:avLst/>
                <a:gdLst>
                  <a:gd name="csX0" fmla="*/ 45525 w 90645"/>
                  <a:gd name="csY0" fmla="*/ 90840 h 90643"/>
                  <a:gd name="csX1" fmla="*/ 77573 w 90645"/>
                  <a:gd name="csY1" fmla="*/ 77565 h 90643"/>
                  <a:gd name="csX2" fmla="*/ 90848 w 90645"/>
                  <a:gd name="csY2" fmla="*/ 45518 h 90643"/>
                  <a:gd name="csX3" fmla="*/ 77573 w 90645"/>
                  <a:gd name="csY3" fmla="*/ 13470 h 90643"/>
                  <a:gd name="csX4" fmla="*/ 45525 w 90645"/>
                  <a:gd name="csY4" fmla="*/ 196 h 90643"/>
                  <a:gd name="csX5" fmla="*/ 13477 w 90645"/>
                  <a:gd name="csY5" fmla="*/ 13470 h 90643"/>
                  <a:gd name="csX6" fmla="*/ 202 w 90645"/>
                  <a:gd name="csY6" fmla="*/ 45518 h 90643"/>
                  <a:gd name="csX7" fmla="*/ 13477 w 90645"/>
                  <a:gd name="csY7" fmla="*/ 77565 h 90643"/>
                  <a:gd name="csX8" fmla="*/ 45525 w 90645"/>
                  <a:gd name="csY8" fmla="*/ 9084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5" y="90840"/>
                    </a:moveTo>
                    <a:cubicBezTo>
                      <a:pt x="57545" y="90840"/>
                      <a:pt x="69074" y="86064"/>
                      <a:pt x="77573" y="77565"/>
                    </a:cubicBezTo>
                    <a:cubicBezTo>
                      <a:pt x="86072" y="69066"/>
                      <a:pt x="90848" y="57537"/>
                      <a:pt x="90848" y="45518"/>
                    </a:cubicBezTo>
                    <a:cubicBezTo>
                      <a:pt x="90848" y="33498"/>
                      <a:pt x="86072" y="21969"/>
                      <a:pt x="77573" y="13470"/>
                    </a:cubicBezTo>
                    <a:cubicBezTo>
                      <a:pt x="69074" y="4971"/>
                      <a:pt x="57545" y="196"/>
                      <a:pt x="45525" y="196"/>
                    </a:cubicBezTo>
                    <a:cubicBezTo>
                      <a:pt x="33505" y="196"/>
                      <a:pt x="21976" y="4971"/>
                      <a:pt x="13477" y="13470"/>
                    </a:cubicBezTo>
                    <a:cubicBezTo>
                      <a:pt x="4978" y="21969"/>
                      <a:pt x="202" y="33498"/>
                      <a:pt x="202" y="45518"/>
                    </a:cubicBezTo>
                    <a:cubicBezTo>
                      <a:pt x="202" y="57537"/>
                      <a:pt x="4978" y="69066"/>
                      <a:pt x="13477" y="77565"/>
                    </a:cubicBezTo>
                    <a:cubicBezTo>
                      <a:pt x="21976" y="86064"/>
                      <a:pt x="33505" y="90840"/>
                      <a:pt x="45525" y="9084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79" name="任意多边形: 形状 3478"/>
              <p:cNvSpPr/>
              <p:nvPr/>
            </p:nvSpPr>
            <p:spPr>
              <a:xfrm>
                <a:off x="29772557" y="21941485"/>
                <a:ext cx="180000" cy="180000"/>
              </a:xfrm>
              <a:custGeom>
                <a:avLst/>
                <a:gdLst>
                  <a:gd name="csX0" fmla="*/ 45516 w 90645"/>
                  <a:gd name="csY0" fmla="*/ 90769 h 90643"/>
                  <a:gd name="csX1" fmla="*/ 77564 w 90645"/>
                  <a:gd name="csY1" fmla="*/ 77494 h 90643"/>
                  <a:gd name="csX2" fmla="*/ 90839 w 90645"/>
                  <a:gd name="csY2" fmla="*/ 45447 h 90643"/>
                  <a:gd name="csX3" fmla="*/ 77564 w 90645"/>
                  <a:gd name="csY3" fmla="*/ 13399 h 90643"/>
                  <a:gd name="csX4" fmla="*/ 45516 w 90645"/>
                  <a:gd name="csY4" fmla="*/ 125 h 90643"/>
                  <a:gd name="csX5" fmla="*/ 13469 w 90645"/>
                  <a:gd name="csY5" fmla="*/ 13399 h 90643"/>
                  <a:gd name="csX6" fmla="*/ 194 w 90645"/>
                  <a:gd name="csY6" fmla="*/ 45447 h 90643"/>
                  <a:gd name="csX7" fmla="*/ 13469 w 90645"/>
                  <a:gd name="csY7" fmla="*/ 77494 h 90643"/>
                  <a:gd name="csX8" fmla="*/ 45516 w 90645"/>
                  <a:gd name="csY8" fmla="*/ 9076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6" y="90769"/>
                    </a:moveTo>
                    <a:cubicBezTo>
                      <a:pt x="57536" y="90769"/>
                      <a:pt x="69065" y="85993"/>
                      <a:pt x="77564" y="77494"/>
                    </a:cubicBezTo>
                    <a:cubicBezTo>
                      <a:pt x="86064" y="68995"/>
                      <a:pt x="90839" y="57466"/>
                      <a:pt x="90839" y="45447"/>
                    </a:cubicBezTo>
                    <a:cubicBezTo>
                      <a:pt x="90839" y="33427"/>
                      <a:pt x="86064" y="21898"/>
                      <a:pt x="77564" y="13399"/>
                    </a:cubicBezTo>
                    <a:cubicBezTo>
                      <a:pt x="69065" y="4900"/>
                      <a:pt x="57536" y="125"/>
                      <a:pt x="45516" y="125"/>
                    </a:cubicBezTo>
                    <a:cubicBezTo>
                      <a:pt x="33497" y="125"/>
                      <a:pt x="21968" y="4900"/>
                      <a:pt x="13469" y="13399"/>
                    </a:cubicBezTo>
                    <a:cubicBezTo>
                      <a:pt x="4969" y="21898"/>
                      <a:pt x="194" y="33427"/>
                      <a:pt x="194" y="45447"/>
                    </a:cubicBezTo>
                    <a:cubicBezTo>
                      <a:pt x="194" y="57466"/>
                      <a:pt x="4969" y="68995"/>
                      <a:pt x="13469" y="77494"/>
                    </a:cubicBezTo>
                    <a:cubicBezTo>
                      <a:pt x="21968" y="85993"/>
                      <a:pt x="33497" y="90769"/>
                      <a:pt x="45516" y="9076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0" name="任意多边形: 形状 3479"/>
              <p:cNvSpPr/>
              <p:nvPr/>
            </p:nvSpPr>
            <p:spPr>
              <a:xfrm>
                <a:off x="29566551" y="23152326"/>
                <a:ext cx="180000" cy="180000"/>
              </a:xfrm>
              <a:custGeom>
                <a:avLst/>
                <a:gdLst>
                  <a:gd name="csX0" fmla="*/ 45510 w 90645"/>
                  <a:gd name="csY0" fmla="*/ 90806 h 90643"/>
                  <a:gd name="csX1" fmla="*/ 77558 w 90645"/>
                  <a:gd name="csY1" fmla="*/ 77532 h 90643"/>
                  <a:gd name="csX2" fmla="*/ 90833 w 90645"/>
                  <a:gd name="csY2" fmla="*/ 45484 h 90643"/>
                  <a:gd name="csX3" fmla="*/ 77558 w 90645"/>
                  <a:gd name="csY3" fmla="*/ 13437 h 90643"/>
                  <a:gd name="csX4" fmla="*/ 45510 w 90645"/>
                  <a:gd name="csY4" fmla="*/ 162 h 90643"/>
                  <a:gd name="csX5" fmla="*/ 13462 w 90645"/>
                  <a:gd name="csY5" fmla="*/ 13437 h 90643"/>
                  <a:gd name="csX6" fmla="*/ 188 w 90645"/>
                  <a:gd name="csY6" fmla="*/ 45484 h 90643"/>
                  <a:gd name="csX7" fmla="*/ 13462 w 90645"/>
                  <a:gd name="csY7" fmla="*/ 77532 h 90643"/>
                  <a:gd name="csX8" fmla="*/ 45510 w 90645"/>
                  <a:gd name="csY8" fmla="*/ 9080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0" y="90806"/>
                    </a:moveTo>
                    <a:cubicBezTo>
                      <a:pt x="57530" y="90806"/>
                      <a:pt x="69059" y="86031"/>
                      <a:pt x="77558" y="77532"/>
                    </a:cubicBezTo>
                    <a:cubicBezTo>
                      <a:pt x="86057" y="69033"/>
                      <a:pt x="90833" y="57504"/>
                      <a:pt x="90833" y="45484"/>
                    </a:cubicBezTo>
                    <a:cubicBezTo>
                      <a:pt x="90833" y="33465"/>
                      <a:pt x="86057" y="21936"/>
                      <a:pt x="77558" y="13437"/>
                    </a:cubicBezTo>
                    <a:cubicBezTo>
                      <a:pt x="69059" y="4938"/>
                      <a:pt x="57530" y="162"/>
                      <a:pt x="45510" y="162"/>
                    </a:cubicBezTo>
                    <a:cubicBezTo>
                      <a:pt x="33490" y="162"/>
                      <a:pt x="21961" y="4938"/>
                      <a:pt x="13462" y="13437"/>
                    </a:cubicBezTo>
                    <a:cubicBezTo>
                      <a:pt x="4963" y="21936"/>
                      <a:pt x="188" y="33465"/>
                      <a:pt x="188" y="45484"/>
                    </a:cubicBezTo>
                    <a:cubicBezTo>
                      <a:pt x="188" y="57504"/>
                      <a:pt x="4963" y="69033"/>
                      <a:pt x="13462" y="77532"/>
                    </a:cubicBezTo>
                    <a:cubicBezTo>
                      <a:pt x="21961" y="86031"/>
                      <a:pt x="33490" y="90806"/>
                      <a:pt x="45510" y="9080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1" name="任意多边形: 形状 3480"/>
              <p:cNvSpPr/>
              <p:nvPr/>
            </p:nvSpPr>
            <p:spPr>
              <a:xfrm>
                <a:off x="29817028" y="22616448"/>
                <a:ext cx="180000" cy="180000"/>
              </a:xfrm>
              <a:custGeom>
                <a:avLst/>
                <a:gdLst>
                  <a:gd name="csX0" fmla="*/ 45518 w 90645"/>
                  <a:gd name="csY0" fmla="*/ 90790 h 90643"/>
                  <a:gd name="csX1" fmla="*/ 77566 w 90645"/>
                  <a:gd name="csY1" fmla="*/ 77515 h 90643"/>
                  <a:gd name="csX2" fmla="*/ 90840 w 90645"/>
                  <a:gd name="csY2" fmla="*/ 45468 h 90643"/>
                  <a:gd name="csX3" fmla="*/ 77566 w 90645"/>
                  <a:gd name="csY3" fmla="*/ 13420 h 90643"/>
                  <a:gd name="csX4" fmla="*/ 45518 w 90645"/>
                  <a:gd name="csY4" fmla="*/ 146 h 90643"/>
                  <a:gd name="csX5" fmla="*/ 13470 w 90645"/>
                  <a:gd name="csY5" fmla="*/ 13420 h 90643"/>
                  <a:gd name="csX6" fmla="*/ 195 w 90645"/>
                  <a:gd name="csY6" fmla="*/ 45468 h 90643"/>
                  <a:gd name="csX7" fmla="*/ 13470 w 90645"/>
                  <a:gd name="csY7" fmla="*/ 77515 h 90643"/>
                  <a:gd name="csX8" fmla="*/ 45518 w 90645"/>
                  <a:gd name="csY8" fmla="*/ 9079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8" y="90790"/>
                    </a:moveTo>
                    <a:cubicBezTo>
                      <a:pt x="57538" y="90790"/>
                      <a:pt x="69067" y="86014"/>
                      <a:pt x="77566" y="77515"/>
                    </a:cubicBezTo>
                    <a:cubicBezTo>
                      <a:pt x="86065" y="69016"/>
                      <a:pt x="90840" y="57487"/>
                      <a:pt x="90840" y="45468"/>
                    </a:cubicBezTo>
                    <a:cubicBezTo>
                      <a:pt x="90840" y="33448"/>
                      <a:pt x="86065" y="21919"/>
                      <a:pt x="77566" y="13420"/>
                    </a:cubicBezTo>
                    <a:cubicBezTo>
                      <a:pt x="69067" y="4921"/>
                      <a:pt x="57538" y="146"/>
                      <a:pt x="45518" y="146"/>
                    </a:cubicBezTo>
                    <a:cubicBezTo>
                      <a:pt x="33498" y="146"/>
                      <a:pt x="21969" y="4921"/>
                      <a:pt x="13470" y="13420"/>
                    </a:cubicBezTo>
                    <a:cubicBezTo>
                      <a:pt x="4971" y="21919"/>
                      <a:pt x="195" y="33448"/>
                      <a:pt x="195" y="45468"/>
                    </a:cubicBezTo>
                    <a:cubicBezTo>
                      <a:pt x="195" y="57487"/>
                      <a:pt x="4971" y="69016"/>
                      <a:pt x="13470" y="77515"/>
                    </a:cubicBezTo>
                    <a:cubicBezTo>
                      <a:pt x="21969" y="86014"/>
                      <a:pt x="33498" y="90790"/>
                      <a:pt x="45518" y="9079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2" name="任意多边形: 形状 3481"/>
              <p:cNvSpPr/>
              <p:nvPr/>
            </p:nvSpPr>
            <p:spPr>
              <a:xfrm>
                <a:off x="31709110" y="25696612"/>
                <a:ext cx="180000" cy="180000"/>
              </a:xfrm>
              <a:custGeom>
                <a:avLst/>
                <a:gdLst>
                  <a:gd name="csX0" fmla="*/ 45577 w 90645"/>
                  <a:gd name="csY0" fmla="*/ 90886 h 90643"/>
                  <a:gd name="csX1" fmla="*/ 77625 w 90645"/>
                  <a:gd name="csY1" fmla="*/ 77611 h 90643"/>
                  <a:gd name="csX2" fmla="*/ 90899 w 90645"/>
                  <a:gd name="csY2" fmla="*/ 45564 h 90643"/>
                  <a:gd name="csX3" fmla="*/ 77625 w 90645"/>
                  <a:gd name="csY3" fmla="*/ 13516 h 90643"/>
                  <a:gd name="csX4" fmla="*/ 45577 w 90645"/>
                  <a:gd name="csY4" fmla="*/ 242 h 90643"/>
                  <a:gd name="csX5" fmla="*/ 13529 w 90645"/>
                  <a:gd name="csY5" fmla="*/ 13516 h 90643"/>
                  <a:gd name="csX6" fmla="*/ 254 w 90645"/>
                  <a:gd name="csY6" fmla="*/ 45564 h 90643"/>
                  <a:gd name="csX7" fmla="*/ 13529 w 90645"/>
                  <a:gd name="csY7" fmla="*/ 77611 h 90643"/>
                  <a:gd name="csX8" fmla="*/ 45577 w 90645"/>
                  <a:gd name="csY8" fmla="*/ 9088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7" y="90886"/>
                    </a:moveTo>
                    <a:cubicBezTo>
                      <a:pt x="57597" y="90886"/>
                      <a:pt x="69126" y="86110"/>
                      <a:pt x="77625" y="77611"/>
                    </a:cubicBezTo>
                    <a:cubicBezTo>
                      <a:pt x="86124" y="69112"/>
                      <a:pt x="90899" y="57583"/>
                      <a:pt x="90899" y="45564"/>
                    </a:cubicBezTo>
                    <a:cubicBezTo>
                      <a:pt x="90899" y="33544"/>
                      <a:pt x="86124" y="22015"/>
                      <a:pt x="77625" y="13516"/>
                    </a:cubicBezTo>
                    <a:cubicBezTo>
                      <a:pt x="69126" y="5017"/>
                      <a:pt x="57597" y="242"/>
                      <a:pt x="45577" y="242"/>
                    </a:cubicBezTo>
                    <a:cubicBezTo>
                      <a:pt x="33557" y="242"/>
                      <a:pt x="22028" y="5017"/>
                      <a:pt x="13529" y="13516"/>
                    </a:cubicBezTo>
                    <a:cubicBezTo>
                      <a:pt x="5030" y="22015"/>
                      <a:pt x="254" y="33544"/>
                      <a:pt x="254" y="45564"/>
                    </a:cubicBezTo>
                    <a:cubicBezTo>
                      <a:pt x="254" y="57583"/>
                      <a:pt x="5030" y="69112"/>
                      <a:pt x="13529" y="77611"/>
                    </a:cubicBezTo>
                    <a:cubicBezTo>
                      <a:pt x="22028" y="86110"/>
                      <a:pt x="33557" y="90886"/>
                      <a:pt x="45577" y="9088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3" name="任意多边形: 形状 3482"/>
              <p:cNvSpPr/>
              <p:nvPr/>
            </p:nvSpPr>
            <p:spPr>
              <a:xfrm>
                <a:off x="27225164" y="20983906"/>
                <a:ext cx="180000" cy="180000"/>
              </a:xfrm>
              <a:custGeom>
                <a:avLst/>
                <a:gdLst>
                  <a:gd name="csX0" fmla="*/ 45437 w 90645"/>
                  <a:gd name="csY0" fmla="*/ 90739 h 90643"/>
                  <a:gd name="csX1" fmla="*/ 77485 w 90645"/>
                  <a:gd name="csY1" fmla="*/ 77464 h 90643"/>
                  <a:gd name="csX2" fmla="*/ 90760 w 90645"/>
                  <a:gd name="csY2" fmla="*/ 45417 h 90643"/>
                  <a:gd name="csX3" fmla="*/ 77485 w 90645"/>
                  <a:gd name="csY3" fmla="*/ 13369 h 90643"/>
                  <a:gd name="csX4" fmla="*/ 45437 w 90645"/>
                  <a:gd name="csY4" fmla="*/ 95 h 90643"/>
                  <a:gd name="csX5" fmla="*/ 13389 w 90645"/>
                  <a:gd name="csY5" fmla="*/ 13369 h 90643"/>
                  <a:gd name="csX6" fmla="*/ 114 w 90645"/>
                  <a:gd name="csY6" fmla="*/ 45417 h 90643"/>
                  <a:gd name="csX7" fmla="*/ 13389 w 90645"/>
                  <a:gd name="csY7" fmla="*/ 77464 h 90643"/>
                  <a:gd name="csX8" fmla="*/ 45437 w 90645"/>
                  <a:gd name="csY8" fmla="*/ 9073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7" y="90739"/>
                    </a:moveTo>
                    <a:cubicBezTo>
                      <a:pt x="57457" y="90739"/>
                      <a:pt x="68986" y="85963"/>
                      <a:pt x="77485" y="77464"/>
                    </a:cubicBezTo>
                    <a:cubicBezTo>
                      <a:pt x="85984" y="68965"/>
                      <a:pt x="90760" y="57436"/>
                      <a:pt x="90760" y="45417"/>
                    </a:cubicBezTo>
                    <a:cubicBezTo>
                      <a:pt x="90760" y="33397"/>
                      <a:pt x="85984" y="21868"/>
                      <a:pt x="77485" y="13369"/>
                    </a:cubicBezTo>
                    <a:cubicBezTo>
                      <a:pt x="68986" y="4870"/>
                      <a:pt x="57457" y="95"/>
                      <a:pt x="45437" y="95"/>
                    </a:cubicBezTo>
                    <a:cubicBezTo>
                      <a:pt x="33417" y="95"/>
                      <a:pt x="21888" y="4870"/>
                      <a:pt x="13389" y="13369"/>
                    </a:cubicBezTo>
                    <a:cubicBezTo>
                      <a:pt x="4890" y="21868"/>
                      <a:pt x="114" y="33397"/>
                      <a:pt x="114" y="45417"/>
                    </a:cubicBezTo>
                    <a:cubicBezTo>
                      <a:pt x="114" y="57436"/>
                      <a:pt x="4890" y="68965"/>
                      <a:pt x="13389" y="77464"/>
                    </a:cubicBezTo>
                    <a:cubicBezTo>
                      <a:pt x="21888" y="85963"/>
                      <a:pt x="33417" y="90739"/>
                      <a:pt x="45437" y="9073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4" name="任意多边形: 形状 3483"/>
              <p:cNvSpPr/>
              <p:nvPr/>
            </p:nvSpPr>
            <p:spPr>
              <a:xfrm>
                <a:off x="28886827" y="23948610"/>
                <a:ext cx="180000" cy="180000"/>
              </a:xfrm>
              <a:custGeom>
                <a:avLst/>
                <a:gdLst>
                  <a:gd name="csX0" fmla="*/ 45489 w 90645"/>
                  <a:gd name="csY0" fmla="*/ 90831 h 90643"/>
                  <a:gd name="csX1" fmla="*/ 77537 w 90645"/>
                  <a:gd name="csY1" fmla="*/ 77557 h 90643"/>
                  <a:gd name="csX2" fmla="*/ 90811 w 90645"/>
                  <a:gd name="csY2" fmla="*/ 45509 h 90643"/>
                  <a:gd name="csX3" fmla="*/ 77537 w 90645"/>
                  <a:gd name="csY3" fmla="*/ 13462 h 90643"/>
                  <a:gd name="csX4" fmla="*/ 45489 w 90645"/>
                  <a:gd name="csY4" fmla="*/ 187 h 90643"/>
                  <a:gd name="csX5" fmla="*/ 13441 w 90645"/>
                  <a:gd name="csY5" fmla="*/ 13462 h 90643"/>
                  <a:gd name="csX6" fmla="*/ 166 w 90645"/>
                  <a:gd name="csY6" fmla="*/ 45509 h 90643"/>
                  <a:gd name="csX7" fmla="*/ 13441 w 90645"/>
                  <a:gd name="csY7" fmla="*/ 77557 h 90643"/>
                  <a:gd name="csX8" fmla="*/ 45489 w 90645"/>
                  <a:gd name="csY8" fmla="*/ 9083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9" y="90831"/>
                    </a:moveTo>
                    <a:cubicBezTo>
                      <a:pt x="57509" y="90831"/>
                      <a:pt x="69038" y="86056"/>
                      <a:pt x="77537" y="77557"/>
                    </a:cubicBezTo>
                    <a:cubicBezTo>
                      <a:pt x="86036" y="69058"/>
                      <a:pt x="90811" y="57529"/>
                      <a:pt x="90811" y="45509"/>
                    </a:cubicBezTo>
                    <a:cubicBezTo>
                      <a:pt x="90811" y="33490"/>
                      <a:pt x="86036" y="21961"/>
                      <a:pt x="77537" y="13462"/>
                    </a:cubicBezTo>
                    <a:cubicBezTo>
                      <a:pt x="69038" y="4963"/>
                      <a:pt x="57509" y="187"/>
                      <a:pt x="45489" y="187"/>
                    </a:cubicBezTo>
                    <a:cubicBezTo>
                      <a:pt x="33469" y="187"/>
                      <a:pt x="21940" y="4963"/>
                      <a:pt x="13441" y="13462"/>
                    </a:cubicBezTo>
                    <a:cubicBezTo>
                      <a:pt x="4942" y="21961"/>
                      <a:pt x="166" y="33490"/>
                      <a:pt x="166" y="45509"/>
                    </a:cubicBezTo>
                    <a:cubicBezTo>
                      <a:pt x="166" y="57529"/>
                      <a:pt x="4942" y="69058"/>
                      <a:pt x="13441" y="77557"/>
                    </a:cubicBezTo>
                    <a:cubicBezTo>
                      <a:pt x="21940" y="86056"/>
                      <a:pt x="33469" y="90831"/>
                      <a:pt x="45489" y="9083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5" name="任意多边形: 形状 3484"/>
              <p:cNvSpPr/>
              <p:nvPr/>
            </p:nvSpPr>
            <p:spPr>
              <a:xfrm>
                <a:off x="31067069" y="21649134"/>
                <a:ext cx="180000" cy="180000"/>
              </a:xfrm>
              <a:custGeom>
                <a:avLst/>
                <a:gdLst>
                  <a:gd name="csX0" fmla="*/ 45557 w 90645"/>
                  <a:gd name="csY0" fmla="*/ 90759 h 90643"/>
                  <a:gd name="csX1" fmla="*/ 77605 w 90645"/>
                  <a:gd name="csY1" fmla="*/ 77485 h 90643"/>
                  <a:gd name="csX2" fmla="*/ 90879 w 90645"/>
                  <a:gd name="csY2" fmla="*/ 45437 h 90643"/>
                  <a:gd name="csX3" fmla="*/ 77605 w 90645"/>
                  <a:gd name="csY3" fmla="*/ 13390 h 90643"/>
                  <a:gd name="csX4" fmla="*/ 45557 w 90645"/>
                  <a:gd name="csY4" fmla="*/ 116 h 90643"/>
                  <a:gd name="csX5" fmla="*/ 13509 w 90645"/>
                  <a:gd name="csY5" fmla="*/ 13390 h 90643"/>
                  <a:gd name="csX6" fmla="*/ 234 w 90645"/>
                  <a:gd name="csY6" fmla="*/ 45437 h 90643"/>
                  <a:gd name="csX7" fmla="*/ 13509 w 90645"/>
                  <a:gd name="csY7" fmla="*/ 77485 h 90643"/>
                  <a:gd name="csX8" fmla="*/ 45557 w 90645"/>
                  <a:gd name="csY8" fmla="*/ 9075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7" y="90759"/>
                    </a:moveTo>
                    <a:cubicBezTo>
                      <a:pt x="57577" y="90759"/>
                      <a:pt x="69106" y="85984"/>
                      <a:pt x="77605" y="77485"/>
                    </a:cubicBezTo>
                    <a:cubicBezTo>
                      <a:pt x="86104" y="68986"/>
                      <a:pt x="90879" y="57457"/>
                      <a:pt x="90879" y="45437"/>
                    </a:cubicBezTo>
                    <a:cubicBezTo>
                      <a:pt x="90879" y="33418"/>
                      <a:pt x="86104" y="21889"/>
                      <a:pt x="77605" y="13390"/>
                    </a:cubicBezTo>
                    <a:cubicBezTo>
                      <a:pt x="69106" y="4891"/>
                      <a:pt x="57577" y="116"/>
                      <a:pt x="45557" y="116"/>
                    </a:cubicBezTo>
                    <a:cubicBezTo>
                      <a:pt x="33537" y="116"/>
                      <a:pt x="22008" y="4891"/>
                      <a:pt x="13509" y="13390"/>
                    </a:cubicBezTo>
                    <a:cubicBezTo>
                      <a:pt x="5010" y="21889"/>
                      <a:pt x="234" y="33418"/>
                      <a:pt x="234" y="45437"/>
                    </a:cubicBezTo>
                    <a:cubicBezTo>
                      <a:pt x="234" y="57457"/>
                      <a:pt x="5010" y="68986"/>
                      <a:pt x="13509" y="77485"/>
                    </a:cubicBezTo>
                    <a:cubicBezTo>
                      <a:pt x="22008" y="85984"/>
                      <a:pt x="33537" y="90759"/>
                      <a:pt x="45557" y="9075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6" name="任意多边形: 形状 3485"/>
              <p:cNvSpPr/>
              <p:nvPr/>
            </p:nvSpPr>
            <p:spPr>
              <a:xfrm>
                <a:off x="30619139" y="23744066"/>
                <a:ext cx="180000" cy="180000"/>
              </a:xfrm>
              <a:custGeom>
                <a:avLst/>
                <a:gdLst>
                  <a:gd name="csX0" fmla="*/ 45543 w 90645"/>
                  <a:gd name="csY0" fmla="*/ 90825 h 90643"/>
                  <a:gd name="csX1" fmla="*/ 77591 w 90645"/>
                  <a:gd name="csY1" fmla="*/ 77550 h 90643"/>
                  <a:gd name="csX2" fmla="*/ 90865 w 90645"/>
                  <a:gd name="csY2" fmla="*/ 45503 h 90643"/>
                  <a:gd name="csX3" fmla="*/ 77591 w 90645"/>
                  <a:gd name="csY3" fmla="*/ 13455 h 90643"/>
                  <a:gd name="csX4" fmla="*/ 45543 w 90645"/>
                  <a:gd name="csY4" fmla="*/ 181 h 90643"/>
                  <a:gd name="csX5" fmla="*/ 13495 w 90645"/>
                  <a:gd name="csY5" fmla="*/ 13455 h 90643"/>
                  <a:gd name="csX6" fmla="*/ 220 w 90645"/>
                  <a:gd name="csY6" fmla="*/ 45503 h 90643"/>
                  <a:gd name="csX7" fmla="*/ 13495 w 90645"/>
                  <a:gd name="csY7" fmla="*/ 77550 h 90643"/>
                  <a:gd name="csX8" fmla="*/ 45543 w 90645"/>
                  <a:gd name="csY8" fmla="*/ 908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3" y="90825"/>
                    </a:moveTo>
                    <a:cubicBezTo>
                      <a:pt x="57563" y="90825"/>
                      <a:pt x="69092" y="86049"/>
                      <a:pt x="77591" y="77550"/>
                    </a:cubicBezTo>
                    <a:cubicBezTo>
                      <a:pt x="86090" y="69051"/>
                      <a:pt x="90865" y="57522"/>
                      <a:pt x="90865" y="45503"/>
                    </a:cubicBezTo>
                    <a:cubicBezTo>
                      <a:pt x="90865" y="33483"/>
                      <a:pt x="86090" y="21954"/>
                      <a:pt x="77591" y="13455"/>
                    </a:cubicBezTo>
                    <a:cubicBezTo>
                      <a:pt x="69092" y="4956"/>
                      <a:pt x="57563" y="181"/>
                      <a:pt x="45543" y="181"/>
                    </a:cubicBezTo>
                    <a:cubicBezTo>
                      <a:pt x="33523" y="181"/>
                      <a:pt x="21994" y="4956"/>
                      <a:pt x="13495" y="13455"/>
                    </a:cubicBezTo>
                    <a:cubicBezTo>
                      <a:pt x="4996" y="21954"/>
                      <a:pt x="220" y="33483"/>
                      <a:pt x="220" y="45503"/>
                    </a:cubicBezTo>
                    <a:cubicBezTo>
                      <a:pt x="220" y="57522"/>
                      <a:pt x="4996" y="69051"/>
                      <a:pt x="13495" y="77550"/>
                    </a:cubicBezTo>
                    <a:cubicBezTo>
                      <a:pt x="21994" y="86049"/>
                      <a:pt x="33523" y="90825"/>
                      <a:pt x="45543" y="908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7" name="任意多边形: 形状 3486"/>
              <p:cNvSpPr/>
              <p:nvPr/>
            </p:nvSpPr>
            <p:spPr>
              <a:xfrm>
                <a:off x="29224517" y="22514913"/>
                <a:ext cx="180000" cy="180000"/>
              </a:xfrm>
              <a:custGeom>
                <a:avLst/>
                <a:gdLst>
                  <a:gd name="csX0" fmla="*/ 45499 w 90645"/>
                  <a:gd name="csY0" fmla="*/ 90786 h 90643"/>
                  <a:gd name="csX1" fmla="*/ 77547 w 90645"/>
                  <a:gd name="csY1" fmla="*/ 77512 h 90643"/>
                  <a:gd name="csX2" fmla="*/ 90822 w 90645"/>
                  <a:gd name="csY2" fmla="*/ 45464 h 90643"/>
                  <a:gd name="csX3" fmla="*/ 77547 w 90645"/>
                  <a:gd name="csY3" fmla="*/ 13417 h 90643"/>
                  <a:gd name="csX4" fmla="*/ 45499 w 90645"/>
                  <a:gd name="csY4" fmla="*/ 143 h 90643"/>
                  <a:gd name="csX5" fmla="*/ 13452 w 90645"/>
                  <a:gd name="csY5" fmla="*/ 13417 h 90643"/>
                  <a:gd name="csX6" fmla="*/ 177 w 90645"/>
                  <a:gd name="csY6" fmla="*/ 45464 h 90643"/>
                  <a:gd name="csX7" fmla="*/ 13452 w 90645"/>
                  <a:gd name="csY7" fmla="*/ 77512 h 90643"/>
                  <a:gd name="csX8" fmla="*/ 45499 w 90645"/>
                  <a:gd name="csY8" fmla="*/ 9078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9" y="90786"/>
                    </a:moveTo>
                    <a:cubicBezTo>
                      <a:pt x="57519" y="90786"/>
                      <a:pt x="69048" y="86011"/>
                      <a:pt x="77547" y="77512"/>
                    </a:cubicBezTo>
                    <a:cubicBezTo>
                      <a:pt x="86046" y="69013"/>
                      <a:pt x="90822" y="57484"/>
                      <a:pt x="90822" y="45464"/>
                    </a:cubicBezTo>
                    <a:cubicBezTo>
                      <a:pt x="90822" y="33445"/>
                      <a:pt x="86046" y="21916"/>
                      <a:pt x="77547" y="13417"/>
                    </a:cubicBezTo>
                    <a:cubicBezTo>
                      <a:pt x="69048" y="4918"/>
                      <a:pt x="57519" y="143"/>
                      <a:pt x="45499" y="143"/>
                    </a:cubicBezTo>
                    <a:cubicBezTo>
                      <a:pt x="33480" y="143"/>
                      <a:pt x="21951" y="4918"/>
                      <a:pt x="13452" y="13417"/>
                    </a:cubicBezTo>
                    <a:cubicBezTo>
                      <a:pt x="4952" y="21916"/>
                      <a:pt x="177" y="33445"/>
                      <a:pt x="177" y="45464"/>
                    </a:cubicBezTo>
                    <a:cubicBezTo>
                      <a:pt x="177" y="57484"/>
                      <a:pt x="4952" y="69013"/>
                      <a:pt x="13452" y="77512"/>
                    </a:cubicBezTo>
                    <a:cubicBezTo>
                      <a:pt x="21951" y="86011"/>
                      <a:pt x="33480" y="90786"/>
                      <a:pt x="45499" y="9078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8" name="任意多边形: 形状 3487"/>
              <p:cNvSpPr/>
              <p:nvPr/>
            </p:nvSpPr>
            <p:spPr>
              <a:xfrm>
                <a:off x="29148054" y="24155161"/>
                <a:ext cx="180000" cy="180000"/>
              </a:xfrm>
              <a:custGeom>
                <a:avLst/>
                <a:gdLst>
                  <a:gd name="csX0" fmla="*/ 45497 w 90645"/>
                  <a:gd name="csY0" fmla="*/ 90838 h 90643"/>
                  <a:gd name="csX1" fmla="*/ 77545 w 90645"/>
                  <a:gd name="csY1" fmla="*/ 77563 h 90643"/>
                  <a:gd name="csX2" fmla="*/ 90820 w 90645"/>
                  <a:gd name="csY2" fmla="*/ 45516 h 90643"/>
                  <a:gd name="csX3" fmla="*/ 77545 w 90645"/>
                  <a:gd name="csY3" fmla="*/ 13468 h 90643"/>
                  <a:gd name="csX4" fmla="*/ 45497 w 90645"/>
                  <a:gd name="csY4" fmla="*/ 194 h 90643"/>
                  <a:gd name="csX5" fmla="*/ 13449 w 90645"/>
                  <a:gd name="csY5" fmla="*/ 13468 h 90643"/>
                  <a:gd name="csX6" fmla="*/ 174 w 90645"/>
                  <a:gd name="csY6" fmla="*/ 45516 h 90643"/>
                  <a:gd name="csX7" fmla="*/ 13449 w 90645"/>
                  <a:gd name="csY7" fmla="*/ 77563 h 90643"/>
                  <a:gd name="csX8" fmla="*/ 45497 w 90645"/>
                  <a:gd name="csY8" fmla="*/ 9083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7" y="90838"/>
                    </a:moveTo>
                    <a:cubicBezTo>
                      <a:pt x="57517" y="90838"/>
                      <a:pt x="69046" y="86062"/>
                      <a:pt x="77545" y="77563"/>
                    </a:cubicBezTo>
                    <a:cubicBezTo>
                      <a:pt x="86044" y="69064"/>
                      <a:pt x="90820" y="57535"/>
                      <a:pt x="90820" y="45516"/>
                    </a:cubicBezTo>
                    <a:cubicBezTo>
                      <a:pt x="90820" y="33496"/>
                      <a:pt x="86044" y="21967"/>
                      <a:pt x="77545" y="13468"/>
                    </a:cubicBezTo>
                    <a:cubicBezTo>
                      <a:pt x="69046" y="4969"/>
                      <a:pt x="57517" y="194"/>
                      <a:pt x="45497" y="194"/>
                    </a:cubicBezTo>
                    <a:cubicBezTo>
                      <a:pt x="33477" y="194"/>
                      <a:pt x="21948" y="4969"/>
                      <a:pt x="13449" y="13468"/>
                    </a:cubicBezTo>
                    <a:cubicBezTo>
                      <a:pt x="4950" y="21967"/>
                      <a:pt x="174" y="33496"/>
                      <a:pt x="174" y="45516"/>
                    </a:cubicBezTo>
                    <a:cubicBezTo>
                      <a:pt x="174" y="57535"/>
                      <a:pt x="4950" y="69064"/>
                      <a:pt x="13449" y="77563"/>
                    </a:cubicBezTo>
                    <a:cubicBezTo>
                      <a:pt x="21948" y="86062"/>
                      <a:pt x="33477" y="90838"/>
                      <a:pt x="45497" y="9083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89" name="任意多边形: 形状 3488"/>
              <p:cNvSpPr/>
              <p:nvPr/>
            </p:nvSpPr>
            <p:spPr>
              <a:xfrm>
                <a:off x="30697869" y="21577883"/>
                <a:ext cx="180000" cy="180000"/>
              </a:xfrm>
              <a:custGeom>
                <a:avLst/>
                <a:gdLst>
                  <a:gd name="csX0" fmla="*/ 45545 w 90645"/>
                  <a:gd name="csY0" fmla="*/ 90757 h 90643"/>
                  <a:gd name="csX1" fmla="*/ 77593 w 90645"/>
                  <a:gd name="csY1" fmla="*/ 77483 h 90643"/>
                  <a:gd name="csX2" fmla="*/ 90868 w 90645"/>
                  <a:gd name="csY2" fmla="*/ 45435 h 90643"/>
                  <a:gd name="csX3" fmla="*/ 77593 w 90645"/>
                  <a:gd name="csY3" fmla="*/ 13388 h 90643"/>
                  <a:gd name="csX4" fmla="*/ 45545 w 90645"/>
                  <a:gd name="csY4" fmla="*/ 113 h 90643"/>
                  <a:gd name="csX5" fmla="*/ 13497 w 90645"/>
                  <a:gd name="csY5" fmla="*/ 13388 h 90643"/>
                  <a:gd name="csX6" fmla="*/ 223 w 90645"/>
                  <a:gd name="csY6" fmla="*/ 45435 h 90643"/>
                  <a:gd name="csX7" fmla="*/ 13497 w 90645"/>
                  <a:gd name="csY7" fmla="*/ 77483 h 90643"/>
                  <a:gd name="csX8" fmla="*/ 45545 w 90645"/>
                  <a:gd name="csY8" fmla="*/ 9075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5" y="90757"/>
                    </a:moveTo>
                    <a:cubicBezTo>
                      <a:pt x="57565" y="90757"/>
                      <a:pt x="69094" y="85982"/>
                      <a:pt x="77593" y="77483"/>
                    </a:cubicBezTo>
                    <a:cubicBezTo>
                      <a:pt x="86092" y="68984"/>
                      <a:pt x="90868" y="57455"/>
                      <a:pt x="90868" y="45435"/>
                    </a:cubicBezTo>
                    <a:cubicBezTo>
                      <a:pt x="90868" y="33416"/>
                      <a:pt x="86092" y="21887"/>
                      <a:pt x="77593" y="13388"/>
                    </a:cubicBezTo>
                    <a:cubicBezTo>
                      <a:pt x="69094" y="4889"/>
                      <a:pt x="57565" y="113"/>
                      <a:pt x="45545" y="113"/>
                    </a:cubicBezTo>
                    <a:cubicBezTo>
                      <a:pt x="33526" y="113"/>
                      <a:pt x="21997" y="4889"/>
                      <a:pt x="13497" y="13388"/>
                    </a:cubicBezTo>
                    <a:cubicBezTo>
                      <a:pt x="4998" y="21887"/>
                      <a:pt x="223" y="33416"/>
                      <a:pt x="223" y="45435"/>
                    </a:cubicBezTo>
                    <a:cubicBezTo>
                      <a:pt x="223" y="57455"/>
                      <a:pt x="4998" y="68984"/>
                      <a:pt x="13497" y="77483"/>
                    </a:cubicBezTo>
                    <a:cubicBezTo>
                      <a:pt x="21997" y="85982"/>
                      <a:pt x="33526" y="90757"/>
                      <a:pt x="45545" y="9075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0" name="任意多边形: 形状 3489"/>
              <p:cNvSpPr/>
              <p:nvPr/>
            </p:nvSpPr>
            <p:spPr>
              <a:xfrm>
                <a:off x="31179258" y="23803661"/>
                <a:ext cx="180000" cy="180000"/>
              </a:xfrm>
              <a:custGeom>
                <a:avLst/>
                <a:gdLst>
                  <a:gd name="csX0" fmla="*/ 45560 w 90645"/>
                  <a:gd name="csY0" fmla="*/ 90827 h 90643"/>
                  <a:gd name="csX1" fmla="*/ 77608 w 90645"/>
                  <a:gd name="csY1" fmla="*/ 77552 h 90643"/>
                  <a:gd name="csX2" fmla="*/ 90883 w 90645"/>
                  <a:gd name="csY2" fmla="*/ 45505 h 90643"/>
                  <a:gd name="csX3" fmla="*/ 77608 w 90645"/>
                  <a:gd name="csY3" fmla="*/ 13457 h 90643"/>
                  <a:gd name="csX4" fmla="*/ 45560 w 90645"/>
                  <a:gd name="csY4" fmla="*/ 183 h 90643"/>
                  <a:gd name="csX5" fmla="*/ 13513 w 90645"/>
                  <a:gd name="csY5" fmla="*/ 13457 h 90643"/>
                  <a:gd name="csX6" fmla="*/ 238 w 90645"/>
                  <a:gd name="csY6" fmla="*/ 45505 h 90643"/>
                  <a:gd name="csX7" fmla="*/ 13513 w 90645"/>
                  <a:gd name="csY7" fmla="*/ 77552 h 90643"/>
                  <a:gd name="csX8" fmla="*/ 45560 w 90645"/>
                  <a:gd name="csY8" fmla="*/ 9082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0" y="90827"/>
                    </a:moveTo>
                    <a:cubicBezTo>
                      <a:pt x="57580" y="90827"/>
                      <a:pt x="69109" y="86051"/>
                      <a:pt x="77608" y="77552"/>
                    </a:cubicBezTo>
                    <a:cubicBezTo>
                      <a:pt x="86107" y="69053"/>
                      <a:pt x="90883" y="57524"/>
                      <a:pt x="90883" y="45505"/>
                    </a:cubicBezTo>
                    <a:cubicBezTo>
                      <a:pt x="90883" y="33485"/>
                      <a:pt x="86107" y="21956"/>
                      <a:pt x="77608" y="13457"/>
                    </a:cubicBezTo>
                    <a:cubicBezTo>
                      <a:pt x="69109" y="4958"/>
                      <a:pt x="57580" y="183"/>
                      <a:pt x="45560" y="183"/>
                    </a:cubicBezTo>
                    <a:cubicBezTo>
                      <a:pt x="33541" y="183"/>
                      <a:pt x="22012" y="4958"/>
                      <a:pt x="13513" y="13457"/>
                    </a:cubicBezTo>
                    <a:cubicBezTo>
                      <a:pt x="5013" y="21956"/>
                      <a:pt x="238" y="33485"/>
                      <a:pt x="238" y="45505"/>
                    </a:cubicBezTo>
                    <a:cubicBezTo>
                      <a:pt x="238" y="57524"/>
                      <a:pt x="5013" y="69053"/>
                      <a:pt x="13513" y="77552"/>
                    </a:cubicBezTo>
                    <a:cubicBezTo>
                      <a:pt x="22012" y="86051"/>
                      <a:pt x="33541" y="90827"/>
                      <a:pt x="45560" y="9082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1" name="任意多边形: 形状 3490"/>
              <p:cNvSpPr/>
              <p:nvPr/>
            </p:nvSpPr>
            <p:spPr>
              <a:xfrm>
                <a:off x="28805935" y="22344723"/>
                <a:ext cx="180000" cy="180000"/>
              </a:xfrm>
              <a:custGeom>
                <a:avLst/>
                <a:gdLst>
                  <a:gd name="csX0" fmla="*/ 45486 w 90645"/>
                  <a:gd name="csY0" fmla="*/ 90781 h 90643"/>
                  <a:gd name="csX1" fmla="*/ 77534 w 90645"/>
                  <a:gd name="csY1" fmla="*/ 77507 h 90643"/>
                  <a:gd name="csX2" fmla="*/ 90809 w 90645"/>
                  <a:gd name="csY2" fmla="*/ 45459 h 90643"/>
                  <a:gd name="csX3" fmla="*/ 77534 w 90645"/>
                  <a:gd name="csY3" fmla="*/ 13412 h 90643"/>
                  <a:gd name="csX4" fmla="*/ 45486 w 90645"/>
                  <a:gd name="csY4" fmla="*/ 137 h 90643"/>
                  <a:gd name="csX5" fmla="*/ 13438 w 90645"/>
                  <a:gd name="csY5" fmla="*/ 13412 h 90643"/>
                  <a:gd name="csX6" fmla="*/ 164 w 90645"/>
                  <a:gd name="csY6" fmla="*/ 45459 h 90643"/>
                  <a:gd name="csX7" fmla="*/ 13438 w 90645"/>
                  <a:gd name="csY7" fmla="*/ 77507 h 90643"/>
                  <a:gd name="csX8" fmla="*/ 45486 w 90645"/>
                  <a:gd name="csY8" fmla="*/ 9078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6" y="90781"/>
                    </a:moveTo>
                    <a:cubicBezTo>
                      <a:pt x="57506" y="90781"/>
                      <a:pt x="69035" y="86006"/>
                      <a:pt x="77534" y="77507"/>
                    </a:cubicBezTo>
                    <a:cubicBezTo>
                      <a:pt x="86033" y="69008"/>
                      <a:pt x="90809" y="57479"/>
                      <a:pt x="90809" y="45459"/>
                    </a:cubicBezTo>
                    <a:cubicBezTo>
                      <a:pt x="90809" y="33440"/>
                      <a:pt x="86033" y="21911"/>
                      <a:pt x="77534" y="13412"/>
                    </a:cubicBezTo>
                    <a:cubicBezTo>
                      <a:pt x="69035" y="4913"/>
                      <a:pt x="57506" y="137"/>
                      <a:pt x="45486" y="137"/>
                    </a:cubicBezTo>
                    <a:cubicBezTo>
                      <a:pt x="33467" y="137"/>
                      <a:pt x="21938" y="4913"/>
                      <a:pt x="13438" y="13412"/>
                    </a:cubicBezTo>
                    <a:cubicBezTo>
                      <a:pt x="4939" y="21911"/>
                      <a:pt x="164" y="33440"/>
                      <a:pt x="164" y="45459"/>
                    </a:cubicBezTo>
                    <a:cubicBezTo>
                      <a:pt x="164" y="57479"/>
                      <a:pt x="4939" y="69008"/>
                      <a:pt x="13438" y="77507"/>
                    </a:cubicBezTo>
                    <a:cubicBezTo>
                      <a:pt x="21938" y="86006"/>
                      <a:pt x="33467" y="90781"/>
                      <a:pt x="45486" y="9078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2" name="任意多边形: 形状 3491"/>
              <p:cNvSpPr/>
              <p:nvPr/>
            </p:nvSpPr>
            <p:spPr>
              <a:xfrm>
                <a:off x="26552823" y="22994983"/>
                <a:ext cx="180000" cy="180000"/>
              </a:xfrm>
              <a:custGeom>
                <a:avLst/>
                <a:gdLst>
                  <a:gd name="csX0" fmla="*/ 45416 w 90645"/>
                  <a:gd name="csY0" fmla="*/ 90801 h 90643"/>
                  <a:gd name="csX1" fmla="*/ 77464 w 90645"/>
                  <a:gd name="csY1" fmla="*/ 77527 h 90643"/>
                  <a:gd name="csX2" fmla="*/ 90739 w 90645"/>
                  <a:gd name="csY2" fmla="*/ 45479 h 90643"/>
                  <a:gd name="csX3" fmla="*/ 77464 w 90645"/>
                  <a:gd name="csY3" fmla="*/ 13432 h 90643"/>
                  <a:gd name="csX4" fmla="*/ 45416 w 90645"/>
                  <a:gd name="csY4" fmla="*/ 158 h 90643"/>
                  <a:gd name="csX5" fmla="*/ 13368 w 90645"/>
                  <a:gd name="csY5" fmla="*/ 13432 h 90643"/>
                  <a:gd name="csX6" fmla="*/ 93 w 90645"/>
                  <a:gd name="csY6" fmla="*/ 45479 h 90643"/>
                  <a:gd name="csX7" fmla="*/ 13368 w 90645"/>
                  <a:gd name="csY7" fmla="*/ 77527 h 90643"/>
                  <a:gd name="csX8" fmla="*/ 45416 w 90645"/>
                  <a:gd name="csY8" fmla="*/ 9080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16" y="90801"/>
                    </a:moveTo>
                    <a:cubicBezTo>
                      <a:pt x="57436" y="90801"/>
                      <a:pt x="68965" y="86026"/>
                      <a:pt x="77464" y="77527"/>
                    </a:cubicBezTo>
                    <a:cubicBezTo>
                      <a:pt x="85963" y="69028"/>
                      <a:pt x="90739" y="57499"/>
                      <a:pt x="90739" y="45479"/>
                    </a:cubicBezTo>
                    <a:cubicBezTo>
                      <a:pt x="90739" y="33460"/>
                      <a:pt x="85963" y="21931"/>
                      <a:pt x="77464" y="13432"/>
                    </a:cubicBezTo>
                    <a:cubicBezTo>
                      <a:pt x="68965" y="4933"/>
                      <a:pt x="57436" y="158"/>
                      <a:pt x="45416" y="158"/>
                    </a:cubicBezTo>
                    <a:cubicBezTo>
                      <a:pt x="33396" y="158"/>
                      <a:pt x="21867" y="4933"/>
                      <a:pt x="13368" y="13432"/>
                    </a:cubicBezTo>
                    <a:cubicBezTo>
                      <a:pt x="4869" y="21931"/>
                      <a:pt x="93" y="33460"/>
                      <a:pt x="93" y="45479"/>
                    </a:cubicBezTo>
                    <a:cubicBezTo>
                      <a:pt x="93" y="57499"/>
                      <a:pt x="4869" y="69028"/>
                      <a:pt x="13368" y="77527"/>
                    </a:cubicBezTo>
                    <a:cubicBezTo>
                      <a:pt x="21867" y="86026"/>
                      <a:pt x="33396" y="90801"/>
                      <a:pt x="45416" y="9080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3" name="任意多边形: 形状 3492"/>
              <p:cNvSpPr/>
              <p:nvPr/>
            </p:nvSpPr>
            <p:spPr>
              <a:xfrm>
                <a:off x="31891071" y="22668367"/>
                <a:ext cx="180000" cy="180000"/>
              </a:xfrm>
              <a:custGeom>
                <a:avLst/>
                <a:gdLst>
                  <a:gd name="csX0" fmla="*/ 45583 w 90645"/>
                  <a:gd name="csY0" fmla="*/ 90791 h 90643"/>
                  <a:gd name="csX1" fmla="*/ 77630 w 90645"/>
                  <a:gd name="csY1" fmla="*/ 77517 h 90643"/>
                  <a:gd name="csX2" fmla="*/ 90905 w 90645"/>
                  <a:gd name="csY2" fmla="*/ 45469 h 90643"/>
                  <a:gd name="csX3" fmla="*/ 77630 w 90645"/>
                  <a:gd name="csY3" fmla="*/ 13422 h 90643"/>
                  <a:gd name="csX4" fmla="*/ 45583 w 90645"/>
                  <a:gd name="csY4" fmla="*/ 147 h 90643"/>
                  <a:gd name="csX5" fmla="*/ 13535 w 90645"/>
                  <a:gd name="csY5" fmla="*/ 13422 h 90643"/>
                  <a:gd name="csX6" fmla="*/ 260 w 90645"/>
                  <a:gd name="csY6" fmla="*/ 45469 h 90643"/>
                  <a:gd name="csX7" fmla="*/ 13535 w 90645"/>
                  <a:gd name="csY7" fmla="*/ 77517 h 90643"/>
                  <a:gd name="csX8" fmla="*/ 45583 w 90645"/>
                  <a:gd name="csY8" fmla="*/ 9079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3" y="90791"/>
                    </a:moveTo>
                    <a:cubicBezTo>
                      <a:pt x="57602" y="90791"/>
                      <a:pt x="69131" y="86016"/>
                      <a:pt x="77630" y="77517"/>
                    </a:cubicBezTo>
                    <a:cubicBezTo>
                      <a:pt x="86130" y="69018"/>
                      <a:pt x="90905" y="57489"/>
                      <a:pt x="90905" y="45469"/>
                    </a:cubicBezTo>
                    <a:cubicBezTo>
                      <a:pt x="90905" y="33450"/>
                      <a:pt x="86130" y="21921"/>
                      <a:pt x="77630" y="13422"/>
                    </a:cubicBezTo>
                    <a:cubicBezTo>
                      <a:pt x="69131" y="4923"/>
                      <a:pt x="57602" y="147"/>
                      <a:pt x="45583" y="147"/>
                    </a:cubicBezTo>
                    <a:cubicBezTo>
                      <a:pt x="33563" y="147"/>
                      <a:pt x="22034" y="4923"/>
                      <a:pt x="13535" y="13422"/>
                    </a:cubicBezTo>
                    <a:cubicBezTo>
                      <a:pt x="5036" y="21921"/>
                      <a:pt x="260" y="33450"/>
                      <a:pt x="260" y="45469"/>
                    </a:cubicBezTo>
                    <a:cubicBezTo>
                      <a:pt x="260" y="57489"/>
                      <a:pt x="5036" y="69018"/>
                      <a:pt x="13535" y="77517"/>
                    </a:cubicBezTo>
                    <a:cubicBezTo>
                      <a:pt x="22034" y="86016"/>
                      <a:pt x="33563" y="90791"/>
                      <a:pt x="45583" y="9079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4" name="任意多边形: 形状 3493"/>
              <p:cNvSpPr/>
              <p:nvPr/>
            </p:nvSpPr>
            <p:spPr>
              <a:xfrm>
                <a:off x="29886224" y="25431839"/>
                <a:ext cx="180000" cy="180000"/>
              </a:xfrm>
              <a:custGeom>
                <a:avLst/>
                <a:gdLst>
                  <a:gd name="csX0" fmla="*/ 45520 w 90645"/>
                  <a:gd name="csY0" fmla="*/ 90877 h 90643"/>
                  <a:gd name="csX1" fmla="*/ 77568 w 90645"/>
                  <a:gd name="csY1" fmla="*/ 77603 h 90643"/>
                  <a:gd name="csX2" fmla="*/ 90843 w 90645"/>
                  <a:gd name="csY2" fmla="*/ 45556 h 90643"/>
                  <a:gd name="csX3" fmla="*/ 77568 w 90645"/>
                  <a:gd name="csY3" fmla="*/ 13508 h 90643"/>
                  <a:gd name="csX4" fmla="*/ 45520 w 90645"/>
                  <a:gd name="csY4" fmla="*/ 234 h 90643"/>
                  <a:gd name="csX5" fmla="*/ 13472 w 90645"/>
                  <a:gd name="csY5" fmla="*/ 13508 h 90643"/>
                  <a:gd name="csX6" fmla="*/ 197 w 90645"/>
                  <a:gd name="csY6" fmla="*/ 45556 h 90643"/>
                  <a:gd name="csX7" fmla="*/ 13472 w 90645"/>
                  <a:gd name="csY7" fmla="*/ 77603 h 90643"/>
                  <a:gd name="csX8" fmla="*/ 45520 w 90645"/>
                  <a:gd name="csY8" fmla="*/ 9087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0" y="90877"/>
                    </a:moveTo>
                    <a:cubicBezTo>
                      <a:pt x="57540" y="90877"/>
                      <a:pt x="69069" y="86102"/>
                      <a:pt x="77568" y="77603"/>
                    </a:cubicBezTo>
                    <a:cubicBezTo>
                      <a:pt x="86067" y="69104"/>
                      <a:pt x="90843" y="57575"/>
                      <a:pt x="90843" y="45556"/>
                    </a:cubicBezTo>
                    <a:cubicBezTo>
                      <a:pt x="90843" y="33536"/>
                      <a:pt x="86067" y="22007"/>
                      <a:pt x="77568" y="13508"/>
                    </a:cubicBezTo>
                    <a:cubicBezTo>
                      <a:pt x="69069" y="5009"/>
                      <a:pt x="57540" y="234"/>
                      <a:pt x="45520" y="234"/>
                    </a:cubicBezTo>
                    <a:cubicBezTo>
                      <a:pt x="33500" y="234"/>
                      <a:pt x="21971" y="5009"/>
                      <a:pt x="13472" y="13508"/>
                    </a:cubicBezTo>
                    <a:cubicBezTo>
                      <a:pt x="4973" y="22007"/>
                      <a:pt x="197" y="33536"/>
                      <a:pt x="197" y="45556"/>
                    </a:cubicBezTo>
                    <a:cubicBezTo>
                      <a:pt x="197" y="57575"/>
                      <a:pt x="4973" y="69104"/>
                      <a:pt x="13472" y="77603"/>
                    </a:cubicBezTo>
                    <a:cubicBezTo>
                      <a:pt x="21971" y="86102"/>
                      <a:pt x="33500" y="90877"/>
                      <a:pt x="45520" y="9087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5" name="任意多边形: 形状 3494"/>
              <p:cNvSpPr/>
              <p:nvPr/>
            </p:nvSpPr>
            <p:spPr>
              <a:xfrm>
                <a:off x="29500606" y="21341965"/>
                <a:ext cx="180000" cy="180000"/>
              </a:xfrm>
              <a:custGeom>
                <a:avLst/>
                <a:gdLst>
                  <a:gd name="csX0" fmla="*/ 45508 w 90645"/>
                  <a:gd name="csY0" fmla="*/ 90750 h 90643"/>
                  <a:gd name="csX1" fmla="*/ 77556 w 90645"/>
                  <a:gd name="csY1" fmla="*/ 77475 h 90643"/>
                  <a:gd name="csX2" fmla="*/ 90831 w 90645"/>
                  <a:gd name="csY2" fmla="*/ 45428 h 90643"/>
                  <a:gd name="csX3" fmla="*/ 77556 w 90645"/>
                  <a:gd name="csY3" fmla="*/ 13380 h 90643"/>
                  <a:gd name="csX4" fmla="*/ 45508 w 90645"/>
                  <a:gd name="csY4" fmla="*/ 106 h 90643"/>
                  <a:gd name="csX5" fmla="*/ 13460 w 90645"/>
                  <a:gd name="csY5" fmla="*/ 13380 h 90643"/>
                  <a:gd name="csX6" fmla="*/ 185 w 90645"/>
                  <a:gd name="csY6" fmla="*/ 45428 h 90643"/>
                  <a:gd name="csX7" fmla="*/ 13460 w 90645"/>
                  <a:gd name="csY7" fmla="*/ 77475 h 90643"/>
                  <a:gd name="csX8" fmla="*/ 45508 w 90645"/>
                  <a:gd name="csY8" fmla="*/ 9075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8" y="90750"/>
                    </a:moveTo>
                    <a:cubicBezTo>
                      <a:pt x="57528" y="90750"/>
                      <a:pt x="69057" y="85974"/>
                      <a:pt x="77556" y="77475"/>
                    </a:cubicBezTo>
                    <a:cubicBezTo>
                      <a:pt x="86055" y="68976"/>
                      <a:pt x="90831" y="57447"/>
                      <a:pt x="90831" y="45428"/>
                    </a:cubicBezTo>
                    <a:cubicBezTo>
                      <a:pt x="90831" y="33408"/>
                      <a:pt x="86055" y="21880"/>
                      <a:pt x="77556" y="13380"/>
                    </a:cubicBezTo>
                    <a:cubicBezTo>
                      <a:pt x="69057" y="4881"/>
                      <a:pt x="57528" y="106"/>
                      <a:pt x="45508" y="106"/>
                    </a:cubicBezTo>
                    <a:cubicBezTo>
                      <a:pt x="33488" y="106"/>
                      <a:pt x="21959" y="4881"/>
                      <a:pt x="13460" y="13380"/>
                    </a:cubicBezTo>
                    <a:cubicBezTo>
                      <a:pt x="4961" y="21880"/>
                      <a:pt x="185" y="33408"/>
                      <a:pt x="185" y="45428"/>
                    </a:cubicBezTo>
                    <a:cubicBezTo>
                      <a:pt x="185" y="57447"/>
                      <a:pt x="4961" y="68976"/>
                      <a:pt x="13460" y="77475"/>
                    </a:cubicBezTo>
                    <a:cubicBezTo>
                      <a:pt x="21959" y="85974"/>
                      <a:pt x="33488" y="90750"/>
                      <a:pt x="45508" y="9075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6" name="任意多边形: 形状 3495"/>
              <p:cNvSpPr/>
              <p:nvPr/>
            </p:nvSpPr>
            <p:spPr>
              <a:xfrm>
                <a:off x="29730052" y="23541857"/>
                <a:ext cx="180000" cy="180000"/>
              </a:xfrm>
              <a:custGeom>
                <a:avLst/>
                <a:gdLst>
                  <a:gd name="csX0" fmla="*/ 45515 w 90645"/>
                  <a:gd name="csY0" fmla="*/ 90819 h 90643"/>
                  <a:gd name="csX1" fmla="*/ 77563 w 90645"/>
                  <a:gd name="csY1" fmla="*/ 77544 h 90643"/>
                  <a:gd name="csX2" fmla="*/ 90838 w 90645"/>
                  <a:gd name="csY2" fmla="*/ 45497 h 90643"/>
                  <a:gd name="csX3" fmla="*/ 77563 w 90645"/>
                  <a:gd name="csY3" fmla="*/ 13449 h 90643"/>
                  <a:gd name="csX4" fmla="*/ 45515 w 90645"/>
                  <a:gd name="csY4" fmla="*/ 175 h 90643"/>
                  <a:gd name="csX5" fmla="*/ 13467 w 90645"/>
                  <a:gd name="csY5" fmla="*/ 13449 h 90643"/>
                  <a:gd name="csX6" fmla="*/ 193 w 90645"/>
                  <a:gd name="csY6" fmla="*/ 45497 h 90643"/>
                  <a:gd name="csX7" fmla="*/ 13467 w 90645"/>
                  <a:gd name="csY7" fmla="*/ 77544 h 90643"/>
                  <a:gd name="csX8" fmla="*/ 45515 w 90645"/>
                  <a:gd name="csY8" fmla="*/ 9081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5" y="90819"/>
                    </a:moveTo>
                    <a:cubicBezTo>
                      <a:pt x="57535" y="90819"/>
                      <a:pt x="69064" y="86043"/>
                      <a:pt x="77563" y="77544"/>
                    </a:cubicBezTo>
                    <a:cubicBezTo>
                      <a:pt x="86062" y="69045"/>
                      <a:pt x="90838" y="57516"/>
                      <a:pt x="90838" y="45497"/>
                    </a:cubicBezTo>
                    <a:cubicBezTo>
                      <a:pt x="90838" y="33477"/>
                      <a:pt x="86062" y="21948"/>
                      <a:pt x="77563" y="13449"/>
                    </a:cubicBezTo>
                    <a:cubicBezTo>
                      <a:pt x="69064" y="4950"/>
                      <a:pt x="57535" y="175"/>
                      <a:pt x="45515" y="175"/>
                    </a:cubicBezTo>
                    <a:cubicBezTo>
                      <a:pt x="33495" y="175"/>
                      <a:pt x="21966" y="4950"/>
                      <a:pt x="13467" y="13449"/>
                    </a:cubicBezTo>
                    <a:cubicBezTo>
                      <a:pt x="4968" y="21948"/>
                      <a:pt x="193" y="33477"/>
                      <a:pt x="193" y="45497"/>
                    </a:cubicBezTo>
                    <a:cubicBezTo>
                      <a:pt x="193" y="57516"/>
                      <a:pt x="4968" y="69045"/>
                      <a:pt x="13467" y="77544"/>
                    </a:cubicBezTo>
                    <a:cubicBezTo>
                      <a:pt x="21966" y="86043"/>
                      <a:pt x="33495" y="90819"/>
                      <a:pt x="45515" y="9081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7" name="任意多边形: 形状 3496"/>
              <p:cNvSpPr/>
              <p:nvPr/>
            </p:nvSpPr>
            <p:spPr>
              <a:xfrm>
                <a:off x="30084674" y="22087474"/>
                <a:ext cx="180000" cy="180000"/>
              </a:xfrm>
              <a:custGeom>
                <a:avLst/>
                <a:gdLst>
                  <a:gd name="csX0" fmla="*/ 45526 w 90645"/>
                  <a:gd name="csY0" fmla="*/ 90773 h 90643"/>
                  <a:gd name="csX1" fmla="*/ 77574 w 90645"/>
                  <a:gd name="csY1" fmla="*/ 77499 h 90643"/>
                  <a:gd name="csX2" fmla="*/ 90849 w 90645"/>
                  <a:gd name="csY2" fmla="*/ 45451 h 90643"/>
                  <a:gd name="csX3" fmla="*/ 77574 w 90645"/>
                  <a:gd name="csY3" fmla="*/ 13404 h 90643"/>
                  <a:gd name="csX4" fmla="*/ 45526 w 90645"/>
                  <a:gd name="csY4" fmla="*/ 129 h 90643"/>
                  <a:gd name="csX5" fmla="*/ 13478 w 90645"/>
                  <a:gd name="csY5" fmla="*/ 13404 h 90643"/>
                  <a:gd name="csX6" fmla="*/ 204 w 90645"/>
                  <a:gd name="csY6" fmla="*/ 45451 h 90643"/>
                  <a:gd name="csX7" fmla="*/ 13478 w 90645"/>
                  <a:gd name="csY7" fmla="*/ 77499 h 90643"/>
                  <a:gd name="csX8" fmla="*/ 45526 w 90645"/>
                  <a:gd name="csY8" fmla="*/ 9077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6" y="90773"/>
                    </a:moveTo>
                    <a:cubicBezTo>
                      <a:pt x="57546" y="90773"/>
                      <a:pt x="69075" y="85998"/>
                      <a:pt x="77574" y="77499"/>
                    </a:cubicBezTo>
                    <a:cubicBezTo>
                      <a:pt x="86073" y="69000"/>
                      <a:pt x="90849" y="57471"/>
                      <a:pt x="90849" y="45451"/>
                    </a:cubicBezTo>
                    <a:cubicBezTo>
                      <a:pt x="90849" y="33432"/>
                      <a:pt x="86073" y="21903"/>
                      <a:pt x="77574" y="13404"/>
                    </a:cubicBezTo>
                    <a:cubicBezTo>
                      <a:pt x="69075" y="4905"/>
                      <a:pt x="57546" y="129"/>
                      <a:pt x="45526" y="129"/>
                    </a:cubicBezTo>
                    <a:cubicBezTo>
                      <a:pt x="33507" y="129"/>
                      <a:pt x="21978" y="4905"/>
                      <a:pt x="13478" y="13404"/>
                    </a:cubicBezTo>
                    <a:cubicBezTo>
                      <a:pt x="4979" y="21903"/>
                      <a:pt x="204" y="33432"/>
                      <a:pt x="204" y="45451"/>
                    </a:cubicBezTo>
                    <a:cubicBezTo>
                      <a:pt x="204" y="57471"/>
                      <a:pt x="4979" y="69000"/>
                      <a:pt x="13478" y="77499"/>
                    </a:cubicBezTo>
                    <a:cubicBezTo>
                      <a:pt x="21978" y="85998"/>
                      <a:pt x="33507" y="90773"/>
                      <a:pt x="45526" y="9077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8" name="任意多边形: 形状 3497"/>
              <p:cNvSpPr/>
              <p:nvPr/>
            </p:nvSpPr>
            <p:spPr>
              <a:xfrm>
                <a:off x="33426357" y="24489132"/>
                <a:ext cx="180000" cy="180000"/>
              </a:xfrm>
              <a:custGeom>
                <a:avLst/>
                <a:gdLst>
                  <a:gd name="csX0" fmla="*/ 45630 w 90645"/>
                  <a:gd name="csY0" fmla="*/ 90848 h 90643"/>
                  <a:gd name="csX1" fmla="*/ 77678 w 90645"/>
                  <a:gd name="csY1" fmla="*/ 77574 h 90643"/>
                  <a:gd name="csX2" fmla="*/ 90953 w 90645"/>
                  <a:gd name="csY2" fmla="*/ 45526 h 90643"/>
                  <a:gd name="csX3" fmla="*/ 77678 w 90645"/>
                  <a:gd name="csY3" fmla="*/ 13479 h 90643"/>
                  <a:gd name="csX4" fmla="*/ 45630 w 90645"/>
                  <a:gd name="csY4" fmla="*/ 204 h 90643"/>
                  <a:gd name="csX5" fmla="*/ 13583 w 90645"/>
                  <a:gd name="csY5" fmla="*/ 13479 h 90643"/>
                  <a:gd name="csX6" fmla="*/ 308 w 90645"/>
                  <a:gd name="csY6" fmla="*/ 45526 h 90643"/>
                  <a:gd name="csX7" fmla="*/ 13583 w 90645"/>
                  <a:gd name="csY7" fmla="*/ 77574 h 90643"/>
                  <a:gd name="csX8" fmla="*/ 45630 w 90645"/>
                  <a:gd name="csY8" fmla="*/ 9084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30" y="90848"/>
                    </a:moveTo>
                    <a:cubicBezTo>
                      <a:pt x="57650" y="90848"/>
                      <a:pt x="69179" y="86073"/>
                      <a:pt x="77678" y="77574"/>
                    </a:cubicBezTo>
                    <a:cubicBezTo>
                      <a:pt x="86178" y="69074"/>
                      <a:pt x="90953" y="57546"/>
                      <a:pt x="90953" y="45526"/>
                    </a:cubicBezTo>
                    <a:cubicBezTo>
                      <a:pt x="90953" y="33507"/>
                      <a:pt x="86178" y="21978"/>
                      <a:pt x="77678" y="13479"/>
                    </a:cubicBezTo>
                    <a:cubicBezTo>
                      <a:pt x="69179" y="4980"/>
                      <a:pt x="57650" y="204"/>
                      <a:pt x="45630" y="204"/>
                    </a:cubicBezTo>
                    <a:cubicBezTo>
                      <a:pt x="33611" y="204"/>
                      <a:pt x="22082" y="4980"/>
                      <a:pt x="13583" y="13479"/>
                    </a:cubicBezTo>
                    <a:cubicBezTo>
                      <a:pt x="5083" y="21978"/>
                      <a:pt x="308" y="33507"/>
                      <a:pt x="308" y="45526"/>
                    </a:cubicBezTo>
                    <a:cubicBezTo>
                      <a:pt x="308" y="57546"/>
                      <a:pt x="5083" y="69074"/>
                      <a:pt x="13583" y="77574"/>
                    </a:cubicBezTo>
                    <a:cubicBezTo>
                      <a:pt x="22082" y="86073"/>
                      <a:pt x="33611" y="90848"/>
                      <a:pt x="45630" y="9084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499" name="任意多边形: 形状 3498"/>
              <p:cNvSpPr/>
              <p:nvPr/>
            </p:nvSpPr>
            <p:spPr>
              <a:xfrm>
                <a:off x="27851487" y="21873498"/>
                <a:ext cx="180000" cy="180000"/>
              </a:xfrm>
              <a:custGeom>
                <a:avLst/>
                <a:gdLst>
                  <a:gd name="csX0" fmla="*/ 45457 w 90645"/>
                  <a:gd name="csY0" fmla="*/ 90766 h 90643"/>
                  <a:gd name="csX1" fmla="*/ 77504 w 90645"/>
                  <a:gd name="csY1" fmla="*/ 77492 h 90643"/>
                  <a:gd name="csX2" fmla="*/ 90779 w 90645"/>
                  <a:gd name="csY2" fmla="*/ 45444 h 90643"/>
                  <a:gd name="csX3" fmla="*/ 77504 w 90645"/>
                  <a:gd name="csY3" fmla="*/ 13397 h 90643"/>
                  <a:gd name="csX4" fmla="*/ 45457 w 90645"/>
                  <a:gd name="csY4" fmla="*/ 123 h 90643"/>
                  <a:gd name="csX5" fmla="*/ 13409 w 90645"/>
                  <a:gd name="csY5" fmla="*/ 13397 h 90643"/>
                  <a:gd name="csX6" fmla="*/ 134 w 90645"/>
                  <a:gd name="csY6" fmla="*/ 45444 h 90643"/>
                  <a:gd name="csX7" fmla="*/ 13409 w 90645"/>
                  <a:gd name="csY7" fmla="*/ 77492 h 90643"/>
                  <a:gd name="csX8" fmla="*/ 45457 w 90645"/>
                  <a:gd name="csY8" fmla="*/ 9076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7" y="90766"/>
                    </a:moveTo>
                    <a:cubicBezTo>
                      <a:pt x="57476" y="90766"/>
                      <a:pt x="69005" y="85991"/>
                      <a:pt x="77504" y="77492"/>
                    </a:cubicBezTo>
                    <a:cubicBezTo>
                      <a:pt x="86004" y="68993"/>
                      <a:pt x="90779" y="57464"/>
                      <a:pt x="90779" y="45444"/>
                    </a:cubicBezTo>
                    <a:cubicBezTo>
                      <a:pt x="90779" y="33425"/>
                      <a:pt x="86004" y="21896"/>
                      <a:pt x="77504" y="13397"/>
                    </a:cubicBezTo>
                    <a:cubicBezTo>
                      <a:pt x="69005" y="4898"/>
                      <a:pt x="57476" y="123"/>
                      <a:pt x="45457" y="123"/>
                    </a:cubicBezTo>
                    <a:cubicBezTo>
                      <a:pt x="33437" y="123"/>
                      <a:pt x="21908" y="4898"/>
                      <a:pt x="13409" y="13397"/>
                    </a:cubicBezTo>
                    <a:cubicBezTo>
                      <a:pt x="4909" y="21896"/>
                      <a:pt x="134" y="33425"/>
                      <a:pt x="134" y="45444"/>
                    </a:cubicBezTo>
                    <a:cubicBezTo>
                      <a:pt x="134" y="57464"/>
                      <a:pt x="4909" y="68993"/>
                      <a:pt x="13409" y="77492"/>
                    </a:cubicBezTo>
                    <a:cubicBezTo>
                      <a:pt x="21908" y="85991"/>
                      <a:pt x="33437" y="90766"/>
                      <a:pt x="45457" y="9076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0" name="任意多边形: 形状 3499"/>
              <p:cNvSpPr/>
              <p:nvPr/>
            </p:nvSpPr>
            <p:spPr>
              <a:xfrm>
                <a:off x="28510776" y="24746383"/>
                <a:ext cx="180000" cy="180000"/>
              </a:xfrm>
              <a:custGeom>
                <a:avLst/>
                <a:gdLst>
                  <a:gd name="csX0" fmla="*/ 45477 w 90645"/>
                  <a:gd name="csY0" fmla="*/ 90856 h 90643"/>
                  <a:gd name="csX1" fmla="*/ 77525 w 90645"/>
                  <a:gd name="csY1" fmla="*/ 77582 h 90643"/>
                  <a:gd name="csX2" fmla="*/ 90800 w 90645"/>
                  <a:gd name="csY2" fmla="*/ 45534 h 90643"/>
                  <a:gd name="csX3" fmla="*/ 77525 w 90645"/>
                  <a:gd name="csY3" fmla="*/ 13487 h 90643"/>
                  <a:gd name="csX4" fmla="*/ 45477 w 90645"/>
                  <a:gd name="csY4" fmla="*/ 212 h 90643"/>
                  <a:gd name="csX5" fmla="*/ 13429 w 90645"/>
                  <a:gd name="csY5" fmla="*/ 13487 h 90643"/>
                  <a:gd name="csX6" fmla="*/ 155 w 90645"/>
                  <a:gd name="csY6" fmla="*/ 45534 h 90643"/>
                  <a:gd name="csX7" fmla="*/ 13429 w 90645"/>
                  <a:gd name="csY7" fmla="*/ 77582 h 90643"/>
                  <a:gd name="csX8" fmla="*/ 45477 w 90645"/>
                  <a:gd name="csY8" fmla="*/ 908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7" y="90856"/>
                    </a:moveTo>
                    <a:cubicBezTo>
                      <a:pt x="57497" y="90856"/>
                      <a:pt x="69026" y="86081"/>
                      <a:pt x="77525" y="77582"/>
                    </a:cubicBezTo>
                    <a:cubicBezTo>
                      <a:pt x="86024" y="69083"/>
                      <a:pt x="90800" y="57554"/>
                      <a:pt x="90800" y="45534"/>
                    </a:cubicBezTo>
                    <a:cubicBezTo>
                      <a:pt x="90800" y="33515"/>
                      <a:pt x="86024" y="21986"/>
                      <a:pt x="77525" y="13487"/>
                    </a:cubicBezTo>
                    <a:cubicBezTo>
                      <a:pt x="69026" y="4988"/>
                      <a:pt x="57497" y="212"/>
                      <a:pt x="45477" y="212"/>
                    </a:cubicBezTo>
                    <a:cubicBezTo>
                      <a:pt x="33457" y="212"/>
                      <a:pt x="21928" y="4988"/>
                      <a:pt x="13429" y="13487"/>
                    </a:cubicBezTo>
                    <a:cubicBezTo>
                      <a:pt x="4930" y="21986"/>
                      <a:pt x="155" y="33515"/>
                      <a:pt x="155" y="45534"/>
                    </a:cubicBezTo>
                    <a:cubicBezTo>
                      <a:pt x="155" y="57554"/>
                      <a:pt x="4930" y="69083"/>
                      <a:pt x="13429" y="77582"/>
                    </a:cubicBezTo>
                    <a:cubicBezTo>
                      <a:pt x="21928" y="86081"/>
                      <a:pt x="33457" y="90856"/>
                      <a:pt x="45477" y="908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1" name="任意多边形: 形状 3500"/>
              <p:cNvSpPr/>
              <p:nvPr/>
            </p:nvSpPr>
            <p:spPr>
              <a:xfrm>
                <a:off x="30841925" y="20833562"/>
                <a:ext cx="180000" cy="180000"/>
              </a:xfrm>
              <a:custGeom>
                <a:avLst/>
                <a:gdLst>
                  <a:gd name="csX0" fmla="*/ 45550 w 90645"/>
                  <a:gd name="csY0" fmla="*/ 90734 h 90643"/>
                  <a:gd name="csX1" fmla="*/ 77598 w 90645"/>
                  <a:gd name="csY1" fmla="*/ 77460 h 90643"/>
                  <a:gd name="csX2" fmla="*/ 90872 w 90645"/>
                  <a:gd name="csY2" fmla="*/ 45412 h 90643"/>
                  <a:gd name="csX3" fmla="*/ 77598 w 90645"/>
                  <a:gd name="csY3" fmla="*/ 13365 h 90643"/>
                  <a:gd name="csX4" fmla="*/ 45550 w 90645"/>
                  <a:gd name="csY4" fmla="*/ 90 h 90643"/>
                  <a:gd name="csX5" fmla="*/ 13502 w 90645"/>
                  <a:gd name="csY5" fmla="*/ 13365 h 90643"/>
                  <a:gd name="csX6" fmla="*/ 227 w 90645"/>
                  <a:gd name="csY6" fmla="*/ 45412 h 90643"/>
                  <a:gd name="csX7" fmla="*/ 13502 w 90645"/>
                  <a:gd name="csY7" fmla="*/ 77460 h 90643"/>
                  <a:gd name="csX8" fmla="*/ 45550 w 90645"/>
                  <a:gd name="csY8" fmla="*/ 9073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0" y="90734"/>
                    </a:moveTo>
                    <a:cubicBezTo>
                      <a:pt x="57570" y="90734"/>
                      <a:pt x="69099" y="85959"/>
                      <a:pt x="77598" y="77460"/>
                    </a:cubicBezTo>
                    <a:cubicBezTo>
                      <a:pt x="86097" y="68960"/>
                      <a:pt x="90872" y="57432"/>
                      <a:pt x="90872" y="45412"/>
                    </a:cubicBezTo>
                    <a:cubicBezTo>
                      <a:pt x="90872" y="33393"/>
                      <a:pt x="86097" y="21864"/>
                      <a:pt x="77598" y="13365"/>
                    </a:cubicBezTo>
                    <a:cubicBezTo>
                      <a:pt x="69099" y="4865"/>
                      <a:pt x="57570" y="90"/>
                      <a:pt x="45550" y="90"/>
                    </a:cubicBezTo>
                    <a:cubicBezTo>
                      <a:pt x="33530" y="90"/>
                      <a:pt x="22001" y="4865"/>
                      <a:pt x="13502" y="13365"/>
                    </a:cubicBezTo>
                    <a:cubicBezTo>
                      <a:pt x="5003" y="21864"/>
                      <a:pt x="227" y="33393"/>
                      <a:pt x="227" y="45412"/>
                    </a:cubicBezTo>
                    <a:cubicBezTo>
                      <a:pt x="227" y="57432"/>
                      <a:pt x="5003" y="68960"/>
                      <a:pt x="13502" y="77460"/>
                    </a:cubicBezTo>
                    <a:cubicBezTo>
                      <a:pt x="22001" y="85959"/>
                      <a:pt x="33530" y="90734"/>
                      <a:pt x="45550" y="9073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2" name="任意多边形: 形状 3501"/>
              <p:cNvSpPr/>
              <p:nvPr/>
            </p:nvSpPr>
            <p:spPr>
              <a:xfrm>
                <a:off x="30433219" y="23228302"/>
                <a:ext cx="180000" cy="180000"/>
              </a:xfrm>
              <a:custGeom>
                <a:avLst/>
                <a:gdLst>
                  <a:gd name="csX0" fmla="*/ 45537 w 90645"/>
                  <a:gd name="csY0" fmla="*/ 90809 h 90643"/>
                  <a:gd name="csX1" fmla="*/ 77585 w 90645"/>
                  <a:gd name="csY1" fmla="*/ 77534 h 90643"/>
                  <a:gd name="csX2" fmla="*/ 90860 w 90645"/>
                  <a:gd name="csY2" fmla="*/ 45487 h 90643"/>
                  <a:gd name="csX3" fmla="*/ 77585 w 90645"/>
                  <a:gd name="csY3" fmla="*/ 13439 h 90643"/>
                  <a:gd name="csX4" fmla="*/ 45537 w 90645"/>
                  <a:gd name="csY4" fmla="*/ 165 h 90643"/>
                  <a:gd name="csX5" fmla="*/ 13489 w 90645"/>
                  <a:gd name="csY5" fmla="*/ 13439 h 90643"/>
                  <a:gd name="csX6" fmla="*/ 215 w 90645"/>
                  <a:gd name="csY6" fmla="*/ 45487 h 90643"/>
                  <a:gd name="csX7" fmla="*/ 13489 w 90645"/>
                  <a:gd name="csY7" fmla="*/ 77534 h 90643"/>
                  <a:gd name="csX8" fmla="*/ 45537 w 90645"/>
                  <a:gd name="csY8" fmla="*/ 9080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7" y="90809"/>
                    </a:moveTo>
                    <a:cubicBezTo>
                      <a:pt x="57557" y="90809"/>
                      <a:pt x="69086" y="86033"/>
                      <a:pt x="77585" y="77534"/>
                    </a:cubicBezTo>
                    <a:cubicBezTo>
                      <a:pt x="86084" y="69035"/>
                      <a:pt x="90860" y="57506"/>
                      <a:pt x="90860" y="45487"/>
                    </a:cubicBezTo>
                    <a:cubicBezTo>
                      <a:pt x="90860" y="33467"/>
                      <a:pt x="86084" y="21938"/>
                      <a:pt x="77585" y="13439"/>
                    </a:cubicBezTo>
                    <a:cubicBezTo>
                      <a:pt x="69086" y="4940"/>
                      <a:pt x="57557" y="165"/>
                      <a:pt x="45537" y="165"/>
                    </a:cubicBezTo>
                    <a:cubicBezTo>
                      <a:pt x="33517" y="165"/>
                      <a:pt x="21988" y="4940"/>
                      <a:pt x="13489" y="13439"/>
                    </a:cubicBezTo>
                    <a:cubicBezTo>
                      <a:pt x="4990" y="21938"/>
                      <a:pt x="215" y="33467"/>
                      <a:pt x="215" y="45487"/>
                    </a:cubicBezTo>
                    <a:cubicBezTo>
                      <a:pt x="215" y="57506"/>
                      <a:pt x="4990" y="69035"/>
                      <a:pt x="13489" y="77534"/>
                    </a:cubicBezTo>
                    <a:cubicBezTo>
                      <a:pt x="21988" y="86033"/>
                      <a:pt x="33517" y="90809"/>
                      <a:pt x="45537" y="9080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3" name="任意多边形: 形状 3502"/>
              <p:cNvSpPr/>
              <p:nvPr/>
            </p:nvSpPr>
            <p:spPr>
              <a:xfrm>
                <a:off x="28915680" y="22895441"/>
                <a:ext cx="180000" cy="180000"/>
              </a:xfrm>
              <a:custGeom>
                <a:avLst/>
                <a:gdLst>
                  <a:gd name="csX0" fmla="*/ 45490 w 90645"/>
                  <a:gd name="csY0" fmla="*/ 90798 h 90643"/>
                  <a:gd name="csX1" fmla="*/ 77538 w 90645"/>
                  <a:gd name="csY1" fmla="*/ 77524 h 90643"/>
                  <a:gd name="csX2" fmla="*/ 90812 w 90645"/>
                  <a:gd name="csY2" fmla="*/ 45476 h 90643"/>
                  <a:gd name="csX3" fmla="*/ 77538 w 90645"/>
                  <a:gd name="csY3" fmla="*/ 13429 h 90643"/>
                  <a:gd name="csX4" fmla="*/ 45490 w 90645"/>
                  <a:gd name="csY4" fmla="*/ 154 h 90643"/>
                  <a:gd name="csX5" fmla="*/ 13442 w 90645"/>
                  <a:gd name="csY5" fmla="*/ 13429 h 90643"/>
                  <a:gd name="csX6" fmla="*/ 167 w 90645"/>
                  <a:gd name="csY6" fmla="*/ 45476 h 90643"/>
                  <a:gd name="csX7" fmla="*/ 13442 w 90645"/>
                  <a:gd name="csY7" fmla="*/ 77524 h 90643"/>
                  <a:gd name="csX8" fmla="*/ 45490 w 90645"/>
                  <a:gd name="csY8" fmla="*/ 9079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0" y="90798"/>
                    </a:moveTo>
                    <a:cubicBezTo>
                      <a:pt x="57509" y="90798"/>
                      <a:pt x="69038" y="86023"/>
                      <a:pt x="77538" y="77524"/>
                    </a:cubicBezTo>
                    <a:cubicBezTo>
                      <a:pt x="86037" y="69025"/>
                      <a:pt x="90812" y="57496"/>
                      <a:pt x="90812" y="45476"/>
                    </a:cubicBezTo>
                    <a:cubicBezTo>
                      <a:pt x="90812" y="33457"/>
                      <a:pt x="86037" y="21928"/>
                      <a:pt x="77538" y="13429"/>
                    </a:cubicBezTo>
                    <a:cubicBezTo>
                      <a:pt x="69038" y="4930"/>
                      <a:pt x="57509" y="154"/>
                      <a:pt x="45490" y="154"/>
                    </a:cubicBezTo>
                    <a:cubicBezTo>
                      <a:pt x="33470" y="154"/>
                      <a:pt x="21941" y="4930"/>
                      <a:pt x="13442" y="13429"/>
                    </a:cubicBezTo>
                    <a:cubicBezTo>
                      <a:pt x="4943" y="21928"/>
                      <a:pt x="167" y="33457"/>
                      <a:pt x="167" y="45476"/>
                    </a:cubicBezTo>
                    <a:cubicBezTo>
                      <a:pt x="167" y="57496"/>
                      <a:pt x="4943" y="69025"/>
                      <a:pt x="13442" y="77524"/>
                    </a:cubicBezTo>
                    <a:cubicBezTo>
                      <a:pt x="21941" y="86023"/>
                      <a:pt x="33470" y="90798"/>
                      <a:pt x="45490" y="9079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4" name="任意多边形: 形状 3503"/>
              <p:cNvSpPr/>
              <p:nvPr/>
            </p:nvSpPr>
            <p:spPr>
              <a:xfrm>
                <a:off x="29111061" y="23304808"/>
                <a:ext cx="180000" cy="180000"/>
              </a:xfrm>
              <a:custGeom>
                <a:avLst/>
                <a:gdLst>
                  <a:gd name="csX0" fmla="*/ 45496 w 90645"/>
                  <a:gd name="csY0" fmla="*/ 90811 h 90643"/>
                  <a:gd name="csX1" fmla="*/ 77544 w 90645"/>
                  <a:gd name="csY1" fmla="*/ 77537 h 90643"/>
                  <a:gd name="csX2" fmla="*/ 90818 w 90645"/>
                  <a:gd name="csY2" fmla="*/ 45489 h 90643"/>
                  <a:gd name="csX3" fmla="*/ 77544 w 90645"/>
                  <a:gd name="csY3" fmla="*/ 13442 h 90643"/>
                  <a:gd name="csX4" fmla="*/ 45496 w 90645"/>
                  <a:gd name="csY4" fmla="*/ 167 h 90643"/>
                  <a:gd name="csX5" fmla="*/ 13448 w 90645"/>
                  <a:gd name="csY5" fmla="*/ 13442 h 90643"/>
                  <a:gd name="csX6" fmla="*/ 173 w 90645"/>
                  <a:gd name="csY6" fmla="*/ 45489 h 90643"/>
                  <a:gd name="csX7" fmla="*/ 13448 w 90645"/>
                  <a:gd name="csY7" fmla="*/ 77537 h 90643"/>
                  <a:gd name="csX8" fmla="*/ 45496 w 90645"/>
                  <a:gd name="csY8" fmla="*/ 9081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6" y="90811"/>
                    </a:moveTo>
                    <a:cubicBezTo>
                      <a:pt x="57516" y="90811"/>
                      <a:pt x="69045" y="86036"/>
                      <a:pt x="77544" y="77537"/>
                    </a:cubicBezTo>
                    <a:cubicBezTo>
                      <a:pt x="86043" y="69038"/>
                      <a:pt x="90818" y="57509"/>
                      <a:pt x="90818" y="45489"/>
                    </a:cubicBezTo>
                    <a:cubicBezTo>
                      <a:pt x="90818" y="33470"/>
                      <a:pt x="86043" y="21941"/>
                      <a:pt x="77544" y="13442"/>
                    </a:cubicBezTo>
                    <a:cubicBezTo>
                      <a:pt x="69045" y="4943"/>
                      <a:pt x="57516" y="167"/>
                      <a:pt x="45496" y="167"/>
                    </a:cubicBezTo>
                    <a:cubicBezTo>
                      <a:pt x="33476" y="167"/>
                      <a:pt x="21947" y="4943"/>
                      <a:pt x="13448" y="13442"/>
                    </a:cubicBezTo>
                    <a:cubicBezTo>
                      <a:pt x="4949" y="21941"/>
                      <a:pt x="173" y="33470"/>
                      <a:pt x="173" y="45489"/>
                    </a:cubicBezTo>
                    <a:cubicBezTo>
                      <a:pt x="173" y="57509"/>
                      <a:pt x="4949" y="69038"/>
                      <a:pt x="13448" y="77537"/>
                    </a:cubicBezTo>
                    <a:cubicBezTo>
                      <a:pt x="21947" y="86036"/>
                      <a:pt x="33476" y="90811"/>
                      <a:pt x="45496" y="9081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5" name="任意多边形: 形状 3504"/>
              <p:cNvSpPr/>
              <p:nvPr/>
            </p:nvSpPr>
            <p:spPr>
              <a:xfrm>
                <a:off x="30250078" y="22762071"/>
                <a:ext cx="180000" cy="180000"/>
              </a:xfrm>
              <a:custGeom>
                <a:avLst/>
                <a:gdLst>
                  <a:gd name="csX0" fmla="*/ 45531 w 90645"/>
                  <a:gd name="csY0" fmla="*/ 90794 h 90643"/>
                  <a:gd name="csX1" fmla="*/ 77579 w 90645"/>
                  <a:gd name="csY1" fmla="*/ 77520 h 90643"/>
                  <a:gd name="csX2" fmla="*/ 90854 w 90645"/>
                  <a:gd name="csY2" fmla="*/ 45472 h 90643"/>
                  <a:gd name="csX3" fmla="*/ 77579 w 90645"/>
                  <a:gd name="csY3" fmla="*/ 13425 h 90643"/>
                  <a:gd name="csX4" fmla="*/ 45531 w 90645"/>
                  <a:gd name="csY4" fmla="*/ 150 h 90643"/>
                  <a:gd name="csX5" fmla="*/ 13484 w 90645"/>
                  <a:gd name="csY5" fmla="*/ 13425 h 90643"/>
                  <a:gd name="csX6" fmla="*/ 209 w 90645"/>
                  <a:gd name="csY6" fmla="*/ 45472 h 90643"/>
                  <a:gd name="csX7" fmla="*/ 13484 w 90645"/>
                  <a:gd name="csY7" fmla="*/ 77520 h 90643"/>
                  <a:gd name="csX8" fmla="*/ 45531 w 90645"/>
                  <a:gd name="csY8" fmla="*/ 9079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1" y="90794"/>
                    </a:moveTo>
                    <a:cubicBezTo>
                      <a:pt x="57551" y="90794"/>
                      <a:pt x="69080" y="86019"/>
                      <a:pt x="77579" y="77520"/>
                    </a:cubicBezTo>
                    <a:cubicBezTo>
                      <a:pt x="86078" y="69021"/>
                      <a:pt x="90854" y="57492"/>
                      <a:pt x="90854" y="45472"/>
                    </a:cubicBezTo>
                    <a:cubicBezTo>
                      <a:pt x="90854" y="33453"/>
                      <a:pt x="86078" y="21924"/>
                      <a:pt x="77579" y="13425"/>
                    </a:cubicBezTo>
                    <a:cubicBezTo>
                      <a:pt x="69080" y="4926"/>
                      <a:pt x="57551" y="150"/>
                      <a:pt x="45531" y="150"/>
                    </a:cubicBezTo>
                    <a:cubicBezTo>
                      <a:pt x="33512" y="150"/>
                      <a:pt x="21983" y="4926"/>
                      <a:pt x="13484" y="13425"/>
                    </a:cubicBezTo>
                    <a:cubicBezTo>
                      <a:pt x="4984" y="21924"/>
                      <a:pt x="209" y="33453"/>
                      <a:pt x="209" y="45472"/>
                    </a:cubicBezTo>
                    <a:cubicBezTo>
                      <a:pt x="209" y="57492"/>
                      <a:pt x="4984" y="69021"/>
                      <a:pt x="13484" y="77520"/>
                    </a:cubicBezTo>
                    <a:cubicBezTo>
                      <a:pt x="21983" y="86019"/>
                      <a:pt x="33512" y="90794"/>
                      <a:pt x="45531" y="9079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6" name="任意多边形: 形状 3505"/>
              <p:cNvSpPr/>
              <p:nvPr/>
            </p:nvSpPr>
            <p:spPr>
              <a:xfrm>
                <a:off x="30928098" y="24968584"/>
                <a:ext cx="180000" cy="180000"/>
              </a:xfrm>
              <a:custGeom>
                <a:avLst/>
                <a:gdLst>
                  <a:gd name="csX0" fmla="*/ 45553 w 90645"/>
                  <a:gd name="csY0" fmla="*/ 90863 h 90643"/>
                  <a:gd name="csX1" fmla="*/ 77600 w 90645"/>
                  <a:gd name="csY1" fmla="*/ 77589 h 90643"/>
                  <a:gd name="csX2" fmla="*/ 90875 w 90645"/>
                  <a:gd name="csY2" fmla="*/ 45541 h 90643"/>
                  <a:gd name="csX3" fmla="*/ 77600 w 90645"/>
                  <a:gd name="csY3" fmla="*/ 13494 h 90643"/>
                  <a:gd name="csX4" fmla="*/ 45553 w 90645"/>
                  <a:gd name="csY4" fmla="*/ 219 h 90643"/>
                  <a:gd name="csX5" fmla="*/ 13505 w 90645"/>
                  <a:gd name="csY5" fmla="*/ 13494 h 90643"/>
                  <a:gd name="csX6" fmla="*/ 230 w 90645"/>
                  <a:gd name="csY6" fmla="*/ 45541 h 90643"/>
                  <a:gd name="csX7" fmla="*/ 13505 w 90645"/>
                  <a:gd name="csY7" fmla="*/ 77589 h 90643"/>
                  <a:gd name="csX8" fmla="*/ 45553 w 90645"/>
                  <a:gd name="csY8" fmla="*/ 9086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3" y="90863"/>
                    </a:moveTo>
                    <a:cubicBezTo>
                      <a:pt x="57572" y="90863"/>
                      <a:pt x="69101" y="86088"/>
                      <a:pt x="77600" y="77589"/>
                    </a:cubicBezTo>
                    <a:cubicBezTo>
                      <a:pt x="86100" y="69089"/>
                      <a:pt x="90875" y="57561"/>
                      <a:pt x="90875" y="45541"/>
                    </a:cubicBezTo>
                    <a:cubicBezTo>
                      <a:pt x="90875" y="33522"/>
                      <a:pt x="86100" y="21993"/>
                      <a:pt x="77600" y="13494"/>
                    </a:cubicBezTo>
                    <a:cubicBezTo>
                      <a:pt x="69101" y="4995"/>
                      <a:pt x="57572" y="219"/>
                      <a:pt x="45553" y="219"/>
                    </a:cubicBezTo>
                    <a:cubicBezTo>
                      <a:pt x="33533" y="219"/>
                      <a:pt x="22004" y="4995"/>
                      <a:pt x="13505" y="13494"/>
                    </a:cubicBezTo>
                    <a:cubicBezTo>
                      <a:pt x="5005" y="21993"/>
                      <a:pt x="230" y="33522"/>
                      <a:pt x="230" y="45541"/>
                    </a:cubicBezTo>
                    <a:cubicBezTo>
                      <a:pt x="230" y="57561"/>
                      <a:pt x="5005" y="69089"/>
                      <a:pt x="13505" y="77589"/>
                    </a:cubicBezTo>
                    <a:cubicBezTo>
                      <a:pt x="22004" y="86088"/>
                      <a:pt x="33533" y="90863"/>
                      <a:pt x="45553" y="9086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7" name="任意多边形: 形状 3506"/>
              <p:cNvSpPr/>
              <p:nvPr/>
            </p:nvSpPr>
            <p:spPr>
              <a:xfrm>
                <a:off x="28417707" y="20155035"/>
                <a:ext cx="180000" cy="180000"/>
              </a:xfrm>
              <a:custGeom>
                <a:avLst/>
                <a:gdLst>
                  <a:gd name="csX0" fmla="*/ 45474 w 90645"/>
                  <a:gd name="csY0" fmla="*/ 90713 h 90643"/>
                  <a:gd name="csX1" fmla="*/ 77522 w 90645"/>
                  <a:gd name="csY1" fmla="*/ 77438 h 90643"/>
                  <a:gd name="csX2" fmla="*/ 90797 w 90645"/>
                  <a:gd name="csY2" fmla="*/ 45391 h 90643"/>
                  <a:gd name="csX3" fmla="*/ 77522 w 90645"/>
                  <a:gd name="csY3" fmla="*/ 13343 h 90643"/>
                  <a:gd name="csX4" fmla="*/ 45474 w 90645"/>
                  <a:gd name="csY4" fmla="*/ 69 h 90643"/>
                  <a:gd name="csX5" fmla="*/ 13426 w 90645"/>
                  <a:gd name="csY5" fmla="*/ 13343 h 90643"/>
                  <a:gd name="csX6" fmla="*/ 152 w 90645"/>
                  <a:gd name="csY6" fmla="*/ 45391 h 90643"/>
                  <a:gd name="csX7" fmla="*/ 13426 w 90645"/>
                  <a:gd name="csY7" fmla="*/ 77438 h 90643"/>
                  <a:gd name="csX8" fmla="*/ 45474 w 90645"/>
                  <a:gd name="csY8" fmla="*/ 9071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4" y="90713"/>
                    </a:moveTo>
                    <a:cubicBezTo>
                      <a:pt x="57494" y="90713"/>
                      <a:pt x="69023" y="85937"/>
                      <a:pt x="77522" y="77438"/>
                    </a:cubicBezTo>
                    <a:cubicBezTo>
                      <a:pt x="86021" y="68939"/>
                      <a:pt x="90797" y="57410"/>
                      <a:pt x="90797" y="45391"/>
                    </a:cubicBezTo>
                    <a:cubicBezTo>
                      <a:pt x="90797" y="33371"/>
                      <a:pt x="86021" y="21842"/>
                      <a:pt x="77522" y="13343"/>
                    </a:cubicBezTo>
                    <a:cubicBezTo>
                      <a:pt x="69023" y="4844"/>
                      <a:pt x="57494" y="69"/>
                      <a:pt x="45474" y="69"/>
                    </a:cubicBezTo>
                    <a:cubicBezTo>
                      <a:pt x="33455" y="69"/>
                      <a:pt x="21926" y="4844"/>
                      <a:pt x="13426" y="13343"/>
                    </a:cubicBezTo>
                    <a:cubicBezTo>
                      <a:pt x="4927" y="21842"/>
                      <a:pt x="152" y="33371"/>
                      <a:pt x="152" y="45391"/>
                    </a:cubicBezTo>
                    <a:cubicBezTo>
                      <a:pt x="152" y="57410"/>
                      <a:pt x="4927" y="68939"/>
                      <a:pt x="13426" y="77438"/>
                    </a:cubicBezTo>
                    <a:cubicBezTo>
                      <a:pt x="21926" y="85937"/>
                      <a:pt x="33455" y="90713"/>
                      <a:pt x="45474" y="9071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8" name="任意多边形: 形状 3507"/>
              <p:cNvSpPr/>
              <p:nvPr/>
            </p:nvSpPr>
            <p:spPr>
              <a:xfrm>
                <a:off x="28232305" y="24258286"/>
                <a:ext cx="180000" cy="180000"/>
              </a:xfrm>
              <a:custGeom>
                <a:avLst/>
                <a:gdLst>
                  <a:gd name="csX0" fmla="*/ 45468 w 90645"/>
                  <a:gd name="csY0" fmla="*/ 90841 h 90643"/>
                  <a:gd name="csX1" fmla="*/ 77516 w 90645"/>
                  <a:gd name="csY1" fmla="*/ 77566 h 90643"/>
                  <a:gd name="csX2" fmla="*/ 90791 w 90645"/>
                  <a:gd name="csY2" fmla="*/ 45519 h 90643"/>
                  <a:gd name="csX3" fmla="*/ 77516 w 90645"/>
                  <a:gd name="csY3" fmla="*/ 13471 h 90643"/>
                  <a:gd name="csX4" fmla="*/ 45468 w 90645"/>
                  <a:gd name="csY4" fmla="*/ 197 h 90643"/>
                  <a:gd name="csX5" fmla="*/ 13421 w 90645"/>
                  <a:gd name="csY5" fmla="*/ 13471 h 90643"/>
                  <a:gd name="csX6" fmla="*/ 146 w 90645"/>
                  <a:gd name="csY6" fmla="*/ 45519 h 90643"/>
                  <a:gd name="csX7" fmla="*/ 13421 w 90645"/>
                  <a:gd name="csY7" fmla="*/ 77566 h 90643"/>
                  <a:gd name="csX8" fmla="*/ 45468 w 90645"/>
                  <a:gd name="csY8" fmla="*/ 9084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8" y="90841"/>
                    </a:moveTo>
                    <a:cubicBezTo>
                      <a:pt x="57488" y="90841"/>
                      <a:pt x="69017" y="86065"/>
                      <a:pt x="77516" y="77566"/>
                    </a:cubicBezTo>
                    <a:cubicBezTo>
                      <a:pt x="86015" y="69067"/>
                      <a:pt x="90791" y="57538"/>
                      <a:pt x="90791" y="45519"/>
                    </a:cubicBezTo>
                    <a:cubicBezTo>
                      <a:pt x="90791" y="33499"/>
                      <a:pt x="86015" y="21971"/>
                      <a:pt x="77516" y="13471"/>
                    </a:cubicBezTo>
                    <a:cubicBezTo>
                      <a:pt x="69017" y="4972"/>
                      <a:pt x="57488" y="197"/>
                      <a:pt x="45468" y="197"/>
                    </a:cubicBezTo>
                    <a:cubicBezTo>
                      <a:pt x="33449" y="197"/>
                      <a:pt x="21920" y="4972"/>
                      <a:pt x="13421" y="13471"/>
                    </a:cubicBezTo>
                    <a:cubicBezTo>
                      <a:pt x="4921" y="21971"/>
                      <a:pt x="146" y="33499"/>
                      <a:pt x="146" y="45519"/>
                    </a:cubicBezTo>
                    <a:cubicBezTo>
                      <a:pt x="146" y="57538"/>
                      <a:pt x="4921" y="69067"/>
                      <a:pt x="13421" y="77566"/>
                    </a:cubicBezTo>
                    <a:cubicBezTo>
                      <a:pt x="21920" y="86065"/>
                      <a:pt x="33449" y="90841"/>
                      <a:pt x="45468" y="9084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09" name="任意多边形: 形状 3508"/>
              <p:cNvSpPr/>
              <p:nvPr/>
            </p:nvSpPr>
            <p:spPr>
              <a:xfrm>
                <a:off x="32013279" y="21986979"/>
                <a:ext cx="180000" cy="180000"/>
              </a:xfrm>
              <a:custGeom>
                <a:avLst/>
                <a:gdLst>
                  <a:gd name="csX0" fmla="*/ 45586 w 90645"/>
                  <a:gd name="csY0" fmla="*/ 90770 h 90643"/>
                  <a:gd name="csX1" fmla="*/ 77634 w 90645"/>
                  <a:gd name="csY1" fmla="*/ 77495 h 90643"/>
                  <a:gd name="csX2" fmla="*/ 90909 w 90645"/>
                  <a:gd name="csY2" fmla="*/ 45448 h 90643"/>
                  <a:gd name="csX3" fmla="*/ 77634 w 90645"/>
                  <a:gd name="csY3" fmla="*/ 13401 h 90643"/>
                  <a:gd name="csX4" fmla="*/ 45586 w 90645"/>
                  <a:gd name="csY4" fmla="*/ 126 h 90643"/>
                  <a:gd name="csX5" fmla="*/ 13539 w 90645"/>
                  <a:gd name="csY5" fmla="*/ 13401 h 90643"/>
                  <a:gd name="csX6" fmla="*/ 264 w 90645"/>
                  <a:gd name="csY6" fmla="*/ 45448 h 90643"/>
                  <a:gd name="csX7" fmla="*/ 13539 w 90645"/>
                  <a:gd name="csY7" fmla="*/ 77495 h 90643"/>
                  <a:gd name="csX8" fmla="*/ 45586 w 90645"/>
                  <a:gd name="csY8" fmla="*/ 9077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6" y="90770"/>
                    </a:moveTo>
                    <a:cubicBezTo>
                      <a:pt x="57606" y="90770"/>
                      <a:pt x="69135" y="85995"/>
                      <a:pt x="77634" y="77495"/>
                    </a:cubicBezTo>
                    <a:cubicBezTo>
                      <a:pt x="86133" y="68996"/>
                      <a:pt x="90909" y="57468"/>
                      <a:pt x="90909" y="45448"/>
                    </a:cubicBezTo>
                    <a:cubicBezTo>
                      <a:pt x="90909" y="33428"/>
                      <a:pt x="86133" y="21900"/>
                      <a:pt x="77634" y="13401"/>
                    </a:cubicBezTo>
                    <a:cubicBezTo>
                      <a:pt x="69135" y="4901"/>
                      <a:pt x="57606" y="126"/>
                      <a:pt x="45586" y="126"/>
                    </a:cubicBezTo>
                    <a:cubicBezTo>
                      <a:pt x="33567" y="126"/>
                      <a:pt x="22038" y="4901"/>
                      <a:pt x="13539" y="13401"/>
                    </a:cubicBezTo>
                    <a:cubicBezTo>
                      <a:pt x="5039" y="21900"/>
                      <a:pt x="264" y="33428"/>
                      <a:pt x="264" y="45448"/>
                    </a:cubicBezTo>
                    <a:cubicBezTo>
                      <a:pt x="264" y="57468"/>
                      <a:pt x="5039" y="68996"/>
                      <a:pt x="13539" y="77495"/>
                    </a:cubicBezTo>
                    <a:cubicBezTo>
                      <a:pt x="22038" y="85995"/>
                      <a:pt x="33567" y="90770"/>
                      <a:pt x="45586" y="9077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0" name="任意多边形: 形状 3509"/>
              <p:cNvSpPr/>
              <p:nvPr/>
            </p:nvSpPr>
            <p:spPr>
              <a:xfrm>
                <a:off x="30149525" y="23400156"/>
                <a:ext cx="180000" cy="180000"/>
              </a:xfrm>
              <a:custGeom>
                <a:avLst/>
                <a:gdLst>
                  <a:gd name="csX0" fmla="*/ 45528 w 90645"/>
                  <a:gd name="csY0" fmla="*/ 90814 h 90643"/>
                  <a:gd name="csX1" fmla="*/ 77576 w 90645"/>
                  <a:gd name="csY1" fmla="*/ 77540 h 90643"/>
                  <a:gd name="csX2" fmla="*/ 90851 w 90645"/>
                  <a:gd name="csY2" fmla="*/ 45492 h 90643"/>
                  <a:gd name="csX3" fmla="*/ 77576 w 90645"/>
                  <a:gd name="csY3" fmla="*/ 13445 h 90643"/>
                  <a:gd name="csX4" fmla="*/ 45528 w 90645"/>
                  <a:gd name="csY4" fmla="*/ 170 h 90643"/>
                  <a:gd name="csX5" fmla="*/ 13480 w 90645"/>
                  <a:gd name="csY5" fmla="*/ 13445 h 90643"/>
                  <a:gd name="csX6" fmla="*/ 206 w 90645"/>
                  <a:gd name="csY6" fmla="*/ 45492 h 90643"/>
                  <a:gd name="csX7" fmla="*/ 13480 w 90645"/>
                  <a:gd name="csY7" fmla="*/ 77540 h 90643"/>
                  <a:gd name="csX8" fmla="*/ 45528 w 90645"/>
                  <a:gd name="csY8" fmla="*/ 9081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8" y="90814"/>
                    </a:moveTo>
                    <a:cubicBezTo>
                      <a:pt x="57548" y="90814"/>
                      <a:pt x="69077" y="86039"/>
                      <a:pt x="77576" y="77540"/>
                    </a:cubicBezTo>
                    <a:cubicBezTo>
                      <a:pt x="86075" y="69041"/>
                      <a:pt x="90851" y="57512"/>
                      <a:pt x="90851" y="45492"/>
                    </a:cubicBezTo>
                    <a:cubicBezTo>
                      <a:pt x="90851" y="33473"/>
                      <a:pt x="86075" y="21944"/>
                      <a:pt x="77576" y="13445"/>
                    </a:cubicBezTo>
                    <a:cubicBezTo>
                      <a:pt x="69077" y="4946"/>
                      <a:pt x="57548" y="170"/>
                      <a:pt x="45528" y="170"/>
                    </a:cubicBezTo>
                    <a:cubicBezTo>
                      <a:pt x="33509" y="170"/>
                      <a:pt x="21980" y="4946"/>
                      <a:pt x="13480" y="13445"/>
                    </a:cubicBezTo>
                    <a:cubicBezTo>
                      <a:pt x="4981" y="21944"/>
                      <a:pt x="206" y="33473"/>
                      <a:pt x="206" y="45492"/>
                    </a:cubicBezTo>
                    <a:cubicBezTo>
                      <a:pt x="206" y="57512"/>
                      <a:pt x="4981" y="69041"/>
                      <a:pt x="13480" y="77540"/>
                    </a:cubicBezTo>
                    <a:cubicBezTo>
                      <a:pt x="21980" y="86039"/>
                      <a:pt x="33509" y="90814"/>
                      <a:pt x="45528" y="9081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1" name="任意多边形: 形状 3510"/>
              <p:cNvSpPr/>
              <p:nvPr/>
            </p:nvSpPr>
            <p:spPr>
              <a:xfrm>
                <a:off x="29672829" y="22178334"/>
                <a:ext cx="180000" cy="180000"/>
              </a:xfrm>
              <a:custGeom>
                <a:avLst/>
                <a:gdLst>
                  <a:gd name="csX0" fmla="*/ 45513 w 90645"/>
                  <a:gd name="csY0" fmla="*/ 90776 h 90643"/>
                  <a:gd name="csX1" fmla="*/ 77561 w 90645"/>
                  <a:gd name="csY1" fmla="*/ 77501 h 90643"/>
                  <a:gd name="csX2" fmla="*/ 90836 w 90645"/>
                  <a:gd name="csY2" fmla="*/ 45454 h 90643"/>
                  <a:gd name="csX3" fmla="*/ 77561 w 90645"/>
                  <a:gd name="csY3" fmla="*/ 13407 h 90643"/>
                  <a:gd name="csX4" fmla="*/ 45513 w 90645"/>
                  <a:gd name="csY4" fmla="*/ 132 h 90643"/>
                  <a:gd name="csX5" fmla="*/ 13466 w 90645"/>
                  <a:gd name="csY5" fmla="*/ 13407 h 90643"/>
                  <a:gd name="csX6" fmla="*/ 191 w 90645"/>
                  <a:gd name="csY6" fmla="*/ 45454 h 90643"/>
                  <a:gd name="csX7" fmla="*/ 13466 w 90645"/>
                  <a:gd name="csY7" fmla="*/ 77501 h 90643"/>
                  <a:gd name="csX8" fmla="*/ 45513 w 90645"/>
                  <a:gd name="csY8" fmla="*/ 9077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3" y="90776"/>
                    </a:moveTo>
                    <a:cubicBezTo>
                      <a:pt x="57533" y="90776"/>
                      <a:pt x="69062" y="86001"/>
                      <a:pt x="77561" y="77501"/>
                    </a:cubicBezTo>
                    <a:cubicBezTo>
                      <a:pt x="86060" y="69002"/>
                      <a:pt x="90836" y="57474"/>
                      <a:pt x="90836" y="45454"/>
                    </a:cubicBezTo>
                    <a:cubicBezTo>
                      <a:pt x="90836" y="33434"/>
                      <a:pt x="86060" y="21906"/>
                      <a:pt x="77561" y="13407"/>
                    </a:cubicBezTo>
                    <a:cubicBezTo>
                      <a:pt x="69062" y="4907"/>
                      <a:pt x="57533" y="132"/>
                      <a:pt x="45513" y="132"/>
                    </a:cubicBezTo>
                    <a:cubicBezTo>
                      <a:pt x="33494" y="132"/>
                      <a:pt x="21965" y="4907"/>
                      <a:pt x="13466" y="13407"/>
                    </a:cubicBezTo>
                    <a:cubicBezTo>
                      <a:pt x="4966" y="21906"/>
                      <a:pt x="191" y="33434"/>
                      <a:pt x="191" y="45454"/>
                    </a:cubicBezTo>
                    <a:cubicBezTo>
                      <a:pt x="191" y="57474"/>
                      <a:pt x="4966" y="69002"/>
                      <a:pt x="13466" y="77501"/>
                    </a:cubicBezTo>
                    <a:cubicBezTo>
                      <a:pt x="21965" y="86001"/>
                      <a:pt x="33494" y="90776"/>
                      <a:pt x="45513" y="9077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2" name="任意多边形: 形状 3511"/>
              <p:cNvSpPr/>
              <p:nvPr/>
            </p:nvSpPr>
            <p:spPr>
              <a:xfrm>
                <a:off x="29435241" y="25986287"/>
                <a:ext cx="180000" cy="180000"/>
              </a:xfrm>
              <a:custGeom>
                <a:avLst/>
                <a:gdLst>
                  <a:gd name="csX0" fmla="*/ 45506 w 90645"/>
                  <a:gd name="csY0" fmla="*/ 90895 h 90643"/>
                  <a:gd name="csX1" fmla="*/ 77554 w 90645"/>
                  <a:gd name="csY1" fmla="*/ 77620 h 90643"/>
                  <a:gd name="csX2" fmla="*/ 90828 w 90645"/>
                  <a:gd name="csY2" fmla="*/ 45573 h 90643"/>
                  <a:gd name="csX3" fmla="*/ 77554 w 90645"/>
                  <a:gd name="csY3" fmla="*/ 13525 h 90643"/>
                  <a:gd name="csX4" fmla="*/ 45506 w 90645"/>
                  <a:gd name="csY4" fmla="*/ 251 h 90643"/>
                  <a:gd name="csX5" fmla="*/ 13458 w 90645"/>
                  <a:gd name="csY5" fmla="*/ 13525 h 90643"/>
                  <a:gd name="csX6" fmla="*/ 183 w 90645"/>
                  <a:gd name="csY6" fmla="*/ 45573 h 90643"/>
                  <a:gd name="csX7" fmla="*/ 13458 w 90645"/>
                  <a:gd name="csY7" fmla="*/ 77620 h 90643"/>
                  <a:gd name="csX8" fmla="*/ 45506 w 90645"/>
                  <a:gd name="csY8" fmla="*/ 9089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6" y="90895"/>
                    </a:moveTo>
                    <a:cubicBezTo>
                      <a:pt x="57526" y="90895"/>
                      <a:pt x="69055" y="86119"/>
                      <a:pt x="77554" y="77620"/>
                    </a:cubicBezTo>
                    <a:cubicBezTo>
                      <a:pt x="86053" y="69121"/>
                      <a:pt x="90828" y="57592"/>
                      <a:pt x="90828" y="45573"/>
                    </a:cubicBezTo>
                    <a:cubicBezTo>
                      <a:pt x="90828" y="33553"/>
                      <a:pt x="86053" y="22024"/>
                      <a:pt x="77554" y="13525"/>
                    </a:cubicBezTo>
                    <a:cubicBezTo>
                      <a:pt x="69055" y="5026"/>
                      <a:pt x="57526" y="251"/>
                      <a:pt x="45506" y="251"/>
                    </a:cubicBezTo>
                    <a:cubicBezTo>
                      <a:pt x="33486" y="251"/>
                      <a:pt x="21957" y="5026"/>
                      <a:pt x="13458" y="13525"/>
                    </a:cubicBezTo>
                    <a:cubicBezTo>
                      <a:pt x="4959" y="22024"/>
                      <a:pt x="183" y="33553"/>
                      <a:pt x="183" y="45573"/>
                    </a:cubicBezTo>
                    <a:cubicBezTo>
                      <a:pt x="183" y="57592"/>
                      <a:pt x="4959" y="69121"/>
                      <a:pt x="13458" y="77620"/>
                    </a:cubicBezTo>
                    <a:cubicBezTo>
                      <a:pt x="21957" y="86119"/>
                      <a:pt x="33486" y="90895"/>
                      <a:pt x="45506" y="9089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3" name="任意多边形: 形状 3512"/>
              <p:cNvSpPr/>
              <p:nvPr/>
            </p:nvSpPr>
            <p:spPr>
              <a:xfrm>
                <a:off x="29943382" y="21034373"/>
                <a:ext cx="180000" cy="180000"/>
              </a:xfrm>
              <a:custGeom>
                <a:avLst/>
                <a:gdLst>
                  <a:gd name="csX0" fmla="*/ 45522 w 90645"/>
                  <a:gd name="csY0" fmla="*/ 90740 h 90643"/>
                  <a:gd name="csX1" fmla="*/ 77570 w 90645"/>
                  <a:gd name="csY1" fmla="*/ 77466 h 90643"/>
                  <a:gd name="csX2" fmla="*/ 90844 w 90645"/>
                  <a:gd name="csY2" fmla="*/ 45418 h 90643"/>
                  <a:gd name="csX3" fmla="*/ 77570 w 90645"/>
                  <a:gd name="csY3" fmla="*/ 13371 h 90643"/>
                  <a:gd name="csX4" fmla="*/ 45522 w 90645"/>
                  <a:gd name="csY4" fmla="*/ 96 h 90643"/>
                  <a:gd name="csX5" fmla="*/ 13474 w 90645"/>
                  <a:gd name="csY5" fmla="*/ 13371 h 90643"/>
                  <a:gd name="csX6" fmla="*/ 199 w 90645"/>
                  <a:gd name="csY6" fmla="*/ 45418 h 90643"/>
                  <a:gd name="csX7" fmla="*/ 13474 w 90645"/>
                  <a:gd name="csY7" fmla="*/ 77466 h 90643"/>
                  <a:gd name="csX8" fmla="*/ 45522 w 90645"/>
                  <a:gd name="csY8" fmla="*/ 9074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2" y="90740"/>
                    </a:moveTo>
                    <a:cubicBezTo>
                      <a:pt x="57541" y="90740"/>
                      <a:pt x="69070" y="85965"/>
                      <a:pt x="77570" y="77466"/>
                    </a:cubicBezTo>
                    <a:cubicBezTo>
                      <a:pt x="86069" y="68967"/>
                      <a:pt x="90844" y="57438"/>
                      <a:pt x="90844" y="45418"/>
                    </a:cubicBezTo>
                    <a:cubicBezTo>
                      <a:pt x="90844" y="33399"/>
                      <a:pt x="86069" y="21870"/>
                      <a:pt x="77570" y="13371"/>
                    </a:cubicBezTo>
                    <a:cubicBezTo>
                      <a:pt x="69070" y="4872"/>
                      <a:pt x="57541" y="96"/>
                      <a:pt x="45522" y="96"/>
                    </a:cubicBezTo>
                    <a:cubicBezTo>
                      <a:pt x="33502" y="96"/>
                      <a:pt x="21973" y="4872"/>
                      <a:pt x="13474" y="13371"/>
                    </a:cubicBezTo>
                    <a:cubicBezTo>
                      <a:pt x="4975" y="21870"/>
                      <a:pt x="199" y="33399"/>
                      <a:pt x="199" y="45418"/>
                    </a:cubicBezTo>
                    <a:cubicBezTo>
                      <a:pt x="199" y="57438"/>
                      <a:pt x="4975" y="68967"/>
                      <a:pt x="13474" y="77466"/>
                    </a:cubicBezTo>
                    <a:cubicBezTo>
                      <a:pt x="21973" y="85965"/>
                      <a:pt x="33502" y="90740"/>
                      <a:pt x="45522" y="9074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4" name="任意多边形: 形状 3513"/>
              <p:cNvSpPr/>
              <p:nvPr/>
            </p:nvSpPr>
            <p:spPr>
              <a:xfrm>
                <a:off x="31473391" y="23079761"/>
                <a:ext cx="180000" cy="180000"/>
              </a:xfrm>
              <a:custGeom>
                <a:avLst/>
                <a:gdLst>
                  <a:gd name="csX0" fmla="*/ 45570 w 90645"/>
                  <a:gd name="csY0" fmla="*/ 90804 h 90643"/>
                  <a:gd name="csX1" fmla="*/ 77617 w 90645"/>
                  <a:gd name="csY1" fmla="*/ 77530 h 90643"/>
                  <a:gd name="csX2" fmla="*/ 90892 w 90645"/>
                  <a:gd name="csY2" fmla="*/ 45482 h 90643"/>
                  <a:gd name="csX3" fmla="*/ 77617 w 90645"/>
                  <a:gd name="csY3" fmla="*/ 13435 h 90643"/>
                  <a:gd name="csX4" fmla="*/ 45570 w 90645"/>
                  <a:gd name="csY4" fmla="*/ 160 h 90643"/>
                  <a:gd name="csX5" fmla="*/ 13522 w 90645"/>
                  <a:gd name="csY5" fmla="*/ 13435 h 90643"/>
                  <a:gd name="csX6" fmla="*/ 247 w 90645"/>
                  <a:gd name="csY6" fmla="*/ 45482 h 90643"/>
                  <a:gd name="csX7" fmla="*/ 13522 w 90645"/>
                  <a:gd name="csY7" fmla="*/ 77530 h 90643"/>
                  <a:gd name="csX8" fmla="*/ 45570 w 90645"/>
                  <a:gd name="csY8" fmla="*/ 908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0" y="90804"/>
                    </a:moveTo>
                    <a:cubicBezTo>
                      <a:pt x="57589" y="90804"/>
                      <a:pt x="69118" y="86029"/>
                      <a:pt x="77617" y="77530"/>
                    </a:cubicBezTo>
                    <a:cubicBezTo>
                      <a:pt x="86117" y="69031"/>
                      <a:pt x="90892" y="57502"/>
                      <a:pt x="90892" y="45482"/>
                    </a:cubicBezTo>
                    <a:cubicBezTo>
                      <a:pt x="90892" y="33463"/>
                      <a:pt x="86117" y="21934"/>
                      <a:pt x="77617" y="13435"/>
                    </a:cubicBezTo>
                    <a:cubicBezTo>
                      <a:pt x="69118" y="4936"/>
                      <a:pt x="57589" y="160"/>
                      <a:pt x="45570" y="160"/>
                    </a:cubicBezTo>
                    <a:cubicBezTo>
                      <a:pt x="33550" y="160"/>
                      <a:pt x="22021" y="4936"/>
                      <a:pt x="13522" y="13435"/>
                    </a:cubicBezTo>
                    <a:cubicBezTo>
                      <a:pt x="5023" y="21934"/>
                      <a:pt x="247" y="33463"/>
                      <a:pt x="247" y="45482"/>
                    </a:cubicBezTo>
                    <a:cubicBezTo>
                      <a:pt x="247" y="57502"/>
                      <a:pt x="5023" y="69031"/>
                      <a:pt x="13522" y="77530"/>
                    </a:cubicBezTo>
                    <a:cubicBezTo>
                      <a:pt x="22021" y="86029"/>
                      <a:pt x="33550" y="90804"/>
                      <a:pt x="45570" y="908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5" name="任意多边形: 形状 3514"/>
              <p:cNvSpPr/>
              <p:nvPr/>
            </p:nvSpPr>
            <p:spPr>
              <a:xfrm>
                <a:off x="27668145" y="22527399"/>
                <a:ext cx="180000" cy="180000"/>
              </a:xfrm>
              <a:custGeom>
                <a:avLst/>
                <a:gdLst>
                  <a:gd name="csX0" fmla="*/ 45451 w 90645"/>
                  <a:gd name="csY0" fmla="*/ 90787 h 90643"/>
                  <a:gd name="csX1" fmla="*/ 77499 w 90645"/>
                  <a:gd name="csY1" fmla="*/ 77512 h 90643"/>
                  <a:gd name="csX2" fmla="*/ 90773 w 90645"/>
                  <a:gd name="csY2" fmla="*/ 45465 h 90643"/>
                  <a:gd name="csX3" fmla="*/ 77499 w 90645"/>
                  <a:gd name="csY3" fmla="*/ 13417 h 90643"/>
                  <a:gd name="csX4" fmla="*/ 45451 w 90645"/>
                  <a:gd name="csY4" fmla="*/ 143 h 90643"/>
                  <a:gd name="csX5" fmla="*/ 13403 w 90645"/>
                  <a:gd name="csY5" fmla="*/ 13417 h 90643"/>
                  <a:gd name="csX6" fmla="*/ 128 w 90645"/>
                  <a:gd name="csY6" fmla="*/ 45465 h 90643"/>
                  <a:gd name="csX7" fmla="*/ 13403 w 90645"/>
                  <a:gd name="csY7" fmla="*/ 77512 h 90643"/>
                  <a:gd name="csX8" fmla="*/ 45451 w 90645"/>
                  <a:gd name="csY8" fmla="*/ 9078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1" y="90787"/>
                    </a:moveTo>
                    <a:cubicBezTo>
                      <a:pt x="57470" y="90787"/>
                      <a:pt x="68999" y="86011"/>
                      <a:pt x="77499" y="77512"/>
                    </a:cubicBezTo>
                    <a:cubicBezTo>
                      <a:pt x="85998" y="69013"/>
                      <a:pt x="90773" y="57484"/>
                      <a:pt x="90773" y="45465"/>
                    </a:cubicBezTo>
                    <a:cubicBezTo>
                      <a:pt x="90773" y="33445"/>
                      <a:pt x="85998" y="21917"/>
                      <a:pt x="77499" y="13417"/>
                    </a:cubicBezTo>
                    <a:cubicBezTo>
                      <a:pt x="68999" y="4918"/>
                      <a:pt x="57470" y="143"/>
                      <a:pt x="45451" y="143"/>
                    </a:cubicBezTo>
                    <a:cubicBezTo>
                      <a:pt x="33431" y="143"/>
                      <a:pt x="21902" y="4918"/>
                      <a:pt x="13403" y="13417"/>
                    </a:cubicBezTo>
                    <a:cubicBezTo>
                      <a:pt x="4904" y="21917"/>
                      <a:pt x="128" y="33445"/>
                      <a:pt x="128" y="45465"/>
                    </a:cubicBezTo>
                    <a:cubicBezTo>
                      <a:pt x="128" y="57484"/>
                      <a:pt x="4904" y="69013"/>
                      <a:pt x="13403" y="77512"/>
                    </a:cubicBezTo>
                    <a:cubicBezTo>
                      <a:pt x="21902" y="86011"/>
                      <a:pt x="33431" y="90787"/>
                      <a:pt x="45451" y="9078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6" name="任意多边形: 形状 3515"/>
              <p:cNvSpPr/>
              <p:nvPr/>
            </p:nvSpPr>
            <p:spPr>
              <a:xfrm>
                <a:off x="28720715" y="23645230"/>
                <a:ext cx="180000" cy="180000"/>
              </a:xfrm>
              <a:custGeom>
                <a:avLst/>
                <a:gdLst>
                  <a:gd name="csX0" fmla="*/ 45484 w 90645"/>
                  <a:gd name="csY0" fmla="*/ 90822 h 90643"/>
                  <a:gd name="csX1" fmla="*/ 77532 w 90645"/>
                  <a:gd name="csY1" fmla="*/ 77547 h 90643"/>
                  <a:gd name="csX2" fmla="*/ 90806 w 90645"/>
                  <a:gd name="csY2" fmla="*/ 45500 h 90643"/>
                  <a:gd name="csX3" fmla="*/ 77532 w 90645"/>
                  <a:gd name="csY3" fmla="*/ 13452 h 90643"/>
                  <a:gd name="csX4" fmla="*/ 45484 w 90645"/>
                  <a:gd name="csY4" fmla="*/ 178 h 90643"/>
                  <a:gd name="csX5" fmla="*/ 13436 w 90645"/>
                  <a:gd name="csY5" fmla="*/ 13452 h 90643"/>
                  <a:gd name="csX6" fmla="*/ 161 w 90645"/>
                  <a:gd name="csY6" fmla="*/ 45500 h 90643"/>
                  <a:gd name="csX7" fmla="*/ 13436 w 90645"/>
                  <a:gd name="csY7" fmla="*/ 77547 h 90643"/>
                  <a:gd name="csX8" fmla="*/ 45484 w 90645"/>
                  <a:gd name="csY8" fmla="*/ 9082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4" y="90822"/>
                    </a:moveTo>
                    <a:cubicBezTo>
                      <a:pt x="57503" y="90822"/>
                      <a:pt x="69032" y="86046"/>
                      <a:pt x="77532" y="77547"/>
                    </a:cubicBezTo>
                    <a:cubicBezTo>
                      <a:pt x="86031" y="69048"/>
                      <a:pt x="90806" y="57519"/>
                      <a:pt x="90806" y="45500"/>
                    </a:cubicBezTo>
                    <a:cubicBezTo>
                      <a:pt x="90806" y="33480"/>
                      <a:pt x="86031" y="21951"/>
                      <a:pt x="77532" y="13452"/>
                    </a:cubicBezTo>
                    <a:cubicBezTo>
                      <a:pt x="69032" y="4953"/>
                      <a:pt x="57503" y="178"/>
                      <a:pt x="45484" y="178"/>
                    </a:cubicBezTo>
                    <a:cubicBezTo>
                      <a:pt x="33464" y="178"/>
                      <a:pt x="21935" y="4953"/>
                      <a:pt x="13436" y="13452"/>
                    </a:cubicBezTo>
                    <a:cubicBezTo>
                      <a:pt x="4937" y="21951"/>
                      <a:pt x="161" y="33480"/>
                      <a:pt x="161" y="45500"/>
                    </a:cubicBezTo>
                    <a:cubicBezTo>
                      <a:pt x="161" y="57519"/>
                      <a:pt x="4937" y="69048"/>
                      <a:pt x="13436" y="77547"/>
                    </a:cubicBezTo>
                    <a:cubicBezTo>
                      <a:pt x="21935" y="86046"/>
                      <a:pt x="33464" y="90822"/>
                      <a:pt x="45484" y="9082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7" name="任意多边形: 形状 3516"/>
              <p:cNvSpPr/>
              <p:nvPr/>
            </p:nvSpPr>
            <p:spPr>
              <a:xfrm>
                <a:off x="31276814" y="22438159"/>
                <a:ext cx="180000" cy="180000"/>
              </a:xfrm>
              <a:custGeom>
                <a:avLst/>
                <a:gdLst>
                  <a:gd name="csX0" fmla="*/ 45563 w 90645"/>
                  <a:gd name="csY0" fmla="*/ 90784 h 90643"/>
                  <a:gd name="csX1" fmla="*/ 77611 w 90645"/>
                  <a:gd name="csY1" fmla="*/ 77510 h 90643"/>
                  <a:gd name="csX2" fmla="*/ 90886 w 90645"/>
                  <a:gd name="csY2" fmla="*/ 45462 h 90643"/>
                  <a:gd name="csX3" fmla="*/ 77611 w 90645"/>
                  <a:gd name="csY3" fmla="*/ 13415 h 90643"/>
                  <a:gd name="csX4" fmla="*/ 45563 w 90645"/>
                  <a:gd name="csY4" fmla="*/ 140 h 90643"/>
                  <a:gd name="csX5" fmla="*/ 13516 w 90645"/>
                  <a:gd name="csY5" fmla="*/ 13415 h 90643"/>
                  <a:gd name="csX6" fmla="*/ 241 w 90645"/>
                  <a:gd name="csY6" fmla="*/ 45462 h 90643"/>
                  <a:gd name="csX7" fmla="*/ 13516 w 90645"/>
                  <a:gd name="csY7" fmla="*/ 77510 h 90643"/>
                  <a:gd name="csX8" fmla="*/ 45563 w 90645"/>
                  <a:gd name="csY8" fmla="*/ 9078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3" y="90784"/>
                    </a:moveTo>
                    <a:cubicBezTo>
                      <a:pt x="57583" y="90784"/>
                      <a:pt x="69112" y="86009"/>
                      <a:pt x="77611" y="77510"/>
                    </a:cubicBezTo>
                    <a:cubicBezTo>
                      <a:pt x="86110" y="69010"/>
                      <a:pt x="90886" y="57482"/>
                      <a:pt x="90886" y="45462"/>
                    </a:cubicBezTo>
                    <a:cubicBezTo>
                      <a:pt x="90886" y="33443"/>
                      <a:pt x="86110" y="21914"/>
                      <a:pt x="77611" y="13415"/>
                    </a:cubicBezTo>
                    <a:cubicBezTo>
                      <a:pt x="69112" y="4916"/>
                      <a:pt x="57583" y="140"/>
                      <a:pt x="45563" y="140"/>
                    </a:cubicBezTo>
                    <a:cubicBezTo>
                      <a:pt x="33544" y="140"/>
                      <a:pt x="22015" y="4916"/>
                      <a:pt x="13516" y="13415"/>
                    </a:cubicBezTo>
                    <a:cubicBezTo>
                      <a:pt x="5016" y="21914"/>
                      <a:pt x="241" y="33443"/>
                      <a:pt x="241" y="45462"/>
                    </a:cubicBezTo>
                    <a:cubicBezTo>
                      <a:pt x="241" y="57482"/>
                      <a:pt x="5016" y="69010"/>
                      <a:pt x="13516" y="77510"/>
                    </a:cubicBezTo>
                    <a:cubicBezTo>
                      <a:pt x="22015" y="86009"/>
                      <a:pt x="33544" y="90784"/>
                      <a:pt x="45563" y="9078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8" name="任意多边形: 形状 3517"/>
              <p:cNvSpPr/>
              <p:nvPr/>
            </p:nvSpPr>
            <p:spPr>
              <a:xfrm>
                <a:off x="30503667" y="23972425"/>
                <a:ext cx="180000" cy="180000"/>
              </a:xfrm>
              <a:custGeom>
                <a:avLst/>
                <a:gdLst>
                  <a:gd name="csX0" fmla="*/ 45539 w 90645"/>
                  <a:gd name="csY0" fmla="*/ 90832 h 90643"/>
                  <a:gd name="csX1" fmla="*/ 77587 w 90645"/>
                  <a:gd name="csY1" fmla="*/ 77557 h 90643"/>
                  <a:gd name="csX2" fmla="*/ 90862 w 90645"/>
                  <a:gd name="csY2" fmla="*/ 45510 h 90643"/>
                  <a:gd name="csX3" fmla="*/ 77587 w 90645"/>
                  <a:gd name="csY3" fmla="*/ 13463 h 90643"/>
                  <a:gd name="csX4" fmla="*/ 45539 w 90645"/>
                  <a:gd name="csY4" fmla="*/ 188 h 90643"/>
                  <a:gd name="csX5" fmla="*/ 13491 w 90645"/>
                  <a:gd name="csY5" fmla="*/ 13463 h 90643"/>
                  <a:gd name="csX6" fmla="*/ 217 w 90645"/>
                  <a:gd name="csY6" fmla="*/ 45510 h 90643"/>
                  <a:gd name="csX7" fmla="*/ 13491 w 90645"/>
                  <a:gd name="csY7" fmla="*/ 77557 h 90643"/>
                  <a:gd name="csX8" fmla="*/ 45539 w 90645"/>
                  <a:gd name="csY8" fmla="*/ 9083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9" y="90832"/>
                    </a:moveTo>
                    <a:cubicBezTo>
                      <a:pt x="57559" y="90832"/>
                      <a:pt x="69088" y="86057"/>
                      <a:pt x="77587" y="77557"/>
                    </a:cubicBezTo>
                    <a:cubicBezTo>
                      <a:pt x="86086" y="69058"/>
                      <a:pt x="90862" y="57530"/>
                      <a:pt x="90862" y="45510"/>
                    </a:cubicBezTo>
                    <a:cubicBezTo>
                      <a:pt x="90862" y="33490"/>
                      <a:pt x="86086" y="21962"/>
                      <a:pt x="77587" y="13463"/>
                    </a:cubicBezTo>
                    <a:cubicBezTo>
                      <a:pt x="69088" y="4963"/>
                      <a:pt x="57559" y="188"/>
                      <a:pt x="45539" y="188"/>
                    </a:cubicBezTo>
                    <a:cubicBezTo>
                      <a:pt x="33520" y="188"/>
                      <a:pt x="21991" y="4963"/>
                      <a:pt x="13491" y="13463"/>
                    </a:cubicBezTo>
                    <a:cubicBezTo>
                      <a:pt x="4992" y="21962"/>
                      <a:pt x="217" y="33490"/>
                      <a:pt x="217" y="45510"/>
                    </a:cubicBezTo>
                    <a:cubicBezTo>
                      <a:pt x="217" y="57530"/>
                      <a:pt x="4992" y="69058"/>
                      <a:pt x="13491" y="77557"/>
                    </a:cubicBezTo>
                    <a:cubicBezTo>
                      <a:pt x="21991" y="86057"/>
                      <a:pt x="33520" y="90832"/>
                      <a:pt x="45539" y="9083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19" name="任意多边形: 形状 3518"/>
              <p:cNvSpPr/>
              <p:nvPr/>
            </p:nvSpPr>
            <p:spPr>
              <a:xfrm>
                <a:off x="29333696" y="21698259"/>
                <a:ext cx="180000" cy="180000"/>
              </a:xfrm>
              <a:custGeom>
                <a:avLst/>
                <a:gdLst>
                  <a:gd name="csX0" fmla="*/ 45503 w 90645"/>
                  <a:gd name="csY0" fmla="*/ 90761 h 90643"/>
                  <a:gd name="csX1" fmla="*/ 77551 w 90645"/>
                  <a:gd name="csY1" fmla="*/ 77486 h 90643"/>
                  <a:gd name="csX2" fmla="*/ 90825 w 90645"/>
                  <a:gd name="csY2" fmla="*/ 45439 h 90643"/>
                  <a:gd name="csX3" fmla="*/ 77551 w 90645"/>
                  <a:gd name="csY3" fmla="*/ 13392 h 90643"/>
                  <a:gd name="csX4" fmla="*/ 45503 w 90645"/>
                  <a:gd name="csY4" fmla="*/ 117 h 90643"/>
                  <a:gd name="csX5" fmla="*/ 13455 w 90645"/>
                  <a:gd name="csY5" fmla="*/ 13392 h 90643"/>
                  <a:gd name="csX6" fmla="*/ 180 w 90645"/>
                  <a:gd name="csY6" fmla="*/ 45439 h 90643"/>
                  <a:gd name="csX7" fmla="*/ 13455 w 90645"/>
                  <a:gd name="csY7" fmla="*/ 77486 h 90643"/>
                  <a:gd name="csX8" fmla="*/ 45503 w 90645"/>
                  <a:gd name="csY8" fmla="*/ 9076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3" y="90761"/>
                    </a:moveTo>
                    <a:cubicBezTo>
                      <a:pt x="57522" y="90761"/>
                      <a:pt x="69051" y="85986"/>
                      <a:pt x="77551" y="77486"/>
                    </a:cubicBezTo>
                    <a:cubicBezTo>
                      <a:pt x="86050" y="68987"/>
                      <a:pt x="90825" y="57459"/>
                      <a:pt x="90825" y="45439"/>
                    </a:cubicBezTo>
                    <a:cubicBezTo>
                      <a:pt x="90825" y="33419"/>
                      <a:pt x="86050" y="21891"/>
                      <a:pt x="77551" y="13392"/>
                    </a:cubicBezTo>
                    <a:cubicBezTo>
                      <a:pt x="69051" y="4892"/>
                      <a:pt x="57522" y="117"/>
                      <a:pt x="45503" y="117"/>
                    </a:cubicBezTo>
                    <a:cubicBezTo>
                      <a:pt x="33483" y="117"/>
                      <a:pt x="21954" y="4892"/>
                      <a:pt x="13455" y="13392"/>
                    </a:cubicBezTo>
                    <a:cubicBezTo>
                      <a:pt x="4956" y="21891"/>
                      <a:pt x="180" y="33419"/>
                      <a:pt x="180" y="45439"/>
                    </a:cubicBezTo>
                    <a:cubicBezTo>
                      <a:pt x="180" y="57459"/>
                      <a:pt x="4956" y="68987"/>
                      <a:pt x="13455" y="77486"/>
                    </a:cubicBezTo>
                    <a:cubicBezTo>
                      <a:pt x="21954" y="85986"/>
                      <a:pt x="33483" y="90761"/>
                      <a:pt x="45503" y="9076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0" name="任意多边形: 形状 3519"/>
              <p:cNvSpPr/>
              <p:nvPr/>
            </p:nvSpPr>
            <p:spPr>
              <a:xfrm>
                <a:off x="29359721" y="25345752"/>
                <a:ext cx="180000" cy="180000"/>
              </a:xfrm>
              <a:custGeom>
                <a:avLst/>
                <a:gdLst>
                  <a:gd name="csX0" fmla="*/ 45504 w 90645"/>
                  <a:gd name="csY0" fmla="*/ 90875 h 90643"/>
                  <a:gd name="csX1" fmla="*/ 77551 w 90645"/>
                  <a:gd name="csY1" fmla="*/ 77600 h 90643"/>
                  <a:gd name="csX2" fmla="*/ 90826 w 90645"/>
                  <a:gd name="csY2" fmla="*/ 45553 h 90643"/>
                  <a:gd name="csX3" fmla="*/ 77551 w 90645"/>
                  <a:gd name="csY3" fmla="*/ 13505 h 90643"/>
                  <a:gd name="csX4" fmla="*/ 45504 w 90645"/>
                  <a:gd name="csY4" fmla="*/ 231 h 90643"/>
                  <a:gd name="csX5" fmla="*/ 13456 w 90645"/>
                  <a:gd name="csY5" fmla="*/ 13505 h 90643"/>
                  <a:gd name="csX6" fmla="*/ 181 w 90645"/>
                  <a:gd name="csY6" fmla="*/ 45553 h 90643"/>
                  <a:gd name="csX7" fmla="*/ 13456 w 90645"/>
                  <a:gd name="csY7" fmla="*/ 77600 h 90643"/>
                  <a:gd name="csX8" fmla="*/ 45504 w 90645"/>
                  <a:gd name="csY8" fmla="*/ 9087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4" y="90875"/>
                    </a:moveTo>
                    <a:cubicBezTo>
                      <a:pt x="57523" y="90875"/>
                      <a:pt x="69052" y="86099"/>
                      <a:pt x="77551" y="77600"/>
                    </a:cubicBezTo>
                    <a:cubicBezTo>
                      <a:pt x="86051" y="69101"/>
                      <a:pt x="90826" y="57572"/>
                      <a:pt x="90826" y="45553"/>
                    </a:cubicBezTo>
                    <a:cubicBezTo>
                      <a:pt x="90826" y="33533"/>
                      <a:pt x="86051" y="22004"/>
                      <a:pt x="77551" y="13505"/>
                    </a:cubicBezTo>
                    <a:cubicBezTo>
                      <a:pt x="69052" y="5006"/>
                      <a:pt x="57523" y="231"/>
                      <a:pt x="45504" y="231"/>
                    </a:cubicBezTo>
                    <a:cubicBezTo>
                      <a:pt x="33484" y="231"/>
                      <a:pt x="21955" y="5006"/>
                      <a:pt x="13456" y="13505"/>
                    </a:cubicBezTo>
                    <a:cubicBezTo>
                      <a:pt x="4957" y="22004"/>
                      <a:pt x="181" y="33533"/>
                      <a:pt x="181" y="45553"/>
                    </a:cubicBezTo>
                    <a:cubicBezTo>
                      <a:pt x="181" y="57572"/>
                      <a:pt x="4957" y="69101"/>
                      <a:pt x="13456" y="77600"/>
                    </a:cubicBezTo>
                    <a:cubicBezTo>
                      <a:pt x="21955" y="86099"/>
                      <a:pt x="33484" y="90875"/>
                      <a:pt x="45504" y="9087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1" name="任意多边形: 形状 3520"/>
              <p:cNvSpPr/>
              <p:nvPr/>
            </p:nvSpPr>
            <p:spPr>
              <a:xfrm>
                <a:off x="30528098" y="21319340"/>
                <a:ext cx="180000" cy="180000"/>
              </a:xfrm>
              <a:custGeom>
                <a:avLst/>
                <a:gdLst>
                  <a:gd name="csX0" fmla="*/ 45540 w 90645"/>
                  <a:gd name="csY0" fmla="*/ 90749 h 90643"/>
                  <a:gd name="csX1" fmla="*/ 77588 w 90645"/>
                  <a:gd name="csY1" fmla="*/ 77475 h 90643"/>
                  <a:gd name="csX2" fmla="*/ 90863 w 90645"/>
                  <a:gd name="csY2" fmla="*/ 45427 h 90643"/>
                  <a:gd name="csX3" fmla="*/ 77588 w 90645"/>
                  <a:gd name="csY3" fmla="*/ 13380 h 90643"/>
                  <a:gd name="csX4" fmla="*/ 45540 w 90645"/>
                  <a:gd name="csY4" fmla="*/ 105 h 90643"/>
                  <a:gd name="csX5" fmla="*/ 13492 w 90645"/>
                  <a:gd name="csY5" fmla="*/ 13380 h 90643"/>
                  <a:gd name="csX6" fmla="*/ 218 w 90645"/>
                  <a:gd name="csY6" fmla="*/ 45427 h 90643"/>
                  <a:gd name="csX7" fmla="*/ 13492 w 90645"/>
                  <a:gd name="csY7" fmla="*/ 77475 h 90643"/>
                  <a:gd name="csX8" fmla="*/ 45540 w 90645"/>
                  <a:gd name="csY8" fmla="*/ 9074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0" y="90749"/>
                    </a:moveTo>
                    <a:cubicBezTo>
                      <a:pt x="57560" y="90749"/>
                      <a:pt x="69089" y="85974"/>
                      <a:pt x="77588" y="77475"/>
                    </a:cubicBezTo>
                    <a:cubicBezTo>
                      <a:pt x="86087" y="68976"/>
                      <a:pt x="90863" y="57447"/>
                      <a:pt x="90863" y="45427"/>
                    </a:cubicBezTo>
                    <a:cubicBezTo>
                      <a:pt x="90863" y="33408"/>
                      <a:pt x="86087" y="21879"/>
                      <a:pt x="77588" y="13380"/>
                    </a:cubicBezTo>
                    <a:cubicBezTo>
                      <a:pt x="69089" y="4881"/>
                      <a:pt x="57560" y="105"/>
                      <a:pt x="45540" y="105"/>
                    </a:cubicBezTo>
                    <a:cubicBezTo>
                      <a:pt x="33520" y="105"/>
                      <a:pt x="21991" y="4881"/>
                      <a:pt x="13492" y="13380"/>
                    </a:cubicBezTo>
                    <a:cubicBezTo>
                      <a:pt x="4993" y="21879"/>
                      <a:pt x="218" y="33408"/>
                      <a:pt x="218" y="45427"/>
                    </a:cubicBezTo>
                    <a:cubicBezTo>
                      <a:pt x="218" y="57447"/>
                      <a:pt x="4993" y="68976"/>
                      <a:pt x="13492" y="77475"/>
                    </a:cubicBezTo>
                    <a:cubicBezTo>
                      <a:pt x="21991" y="85974"/>
                      <a:pt x="33520" y="90749"/>
                      <a:pt x="45540" y="9074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2" name="任意多边形: 形状 3521"/>
              <p:cNvSpPr/>
              <p:nvPr/>
            </p:nvSpPr>
            <p:spPr>
              <a:xfrm>
                <a:off x="31236500" y="22983987"/>
                <a:ext cx="180000" cy="180000"/>
              </a:xfrm>
              <a:custGeom>
                <a:avLst/>
                <a:gdLst>
                  <a:gd name="csX0" fmla="*/ 45562 w 90645"/>
                  <a:gd name="csY0" fmla="*/ 90801 h 90643"/>
                  <a:gd name="csX1" fmla="*/ 77610 w 90645"/>
                  <a:gd name="csY1" fmla="*/ 77527 h 90643"/>
                  <a:gd name="csX2" fmla="*/ 90885 w 90645"/>
                  <a:gd name="csY2" fmla="*/ 45479 h 90643"/>
                  <a:gd name="csX3" fmla="*/ 77610 w 90645"/>
                  <a:gd name="csY3" fmla="*/ 13432 h 90643"/>
                  <a:gd name="csX4" fmla="*/ 45562 w 90645"/>
                  <a:gd name="csY4" fmla="*/ 157 h 90643"/>
                  <a:gd name="csX5" fmla="*/ 13514 w 90645"/>
                  <a:gd name="csY5" fmla="*/ 13432 h 90643"/>
                  <a:gd name="csX6" fmla="*/ 240 w 90645"/>
                  <a:gd name="csY6" fmla="*/ 45479 h 90643"/>
                  <a:gd name="csX7" fmla="*/ 13514 w 90645"/>
                  <a:gd name="csY7" fmla="*/ 77527 h 90643"/>
                  <a:gd name="csX8" fmla="*/ 45562 w 90645"/>
                  <a:gd name="csY8" fmla="*/ 9080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2" y="90801"/>
                    </a:moveTo>
                    <a:cubicBezTo>
                      <a:pt x="57582" y="90801"/>
                      <a:pt x="69111" y="86026"/>
                      <a:pt x="77610" y="77527"/>
                    </a:cubicBezTo>
                    <a:cubicBezTo>
                      <a:pt x="86109" y="69028"/>
                      <a:pt x="90885" y="57499"/>
                      <a:pt x="90885" y="45479"/>
                    </a:cubicBezTo>
                    <a:cubicBezTo>
                      <a:pt x="90885" y="33460"/>
                      <a:pt x="86109" y="21931"/>
                      <a:pt x="77610" y="13432"/>
                    </a:cubicBezTo>
                    <a:cubicBezTo>
                      <a:pt x="69111" y="4933"/>
                      <a:pt x="57582" y="157"/>
                      <a:pt x="45562" y="157"/>
                    </a:cubicBezTo>
                    <a:cubicBezTo>
                      <a:pt x="33542" y="157"/>
                      <a:pt x="22013" y="4933"/>
                      <a:pt x="13514" y="13432"/>
                    </a:cubicBezTo>
                    <a:cubicBezTo>
                      <a:pt x="5015" y="21931"/>
                      <a:pt x="240" y="33460"/>
                      <a:pt x="240" y="45479"/>
                    </a:cubicBezTo>
                    <a:cubicBezTo>
                      <a:pt x="240" y="57499"/>
                      <a:pt x="5015" y="69028"/>
                      <a:pt x="13514" y="77527"/>
                    </a:cubicBezTo>
                    <a:cubicBezTo>
                      <a:pt x="22013" y="86026"/>
                      <a:pt x="33542" y="90801"/>
                      <a:pt x="45562" y="9080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3" name="任意多边形: 形状 3522"/>
              <p:cNvSpPr/>
              <p:nvPr/>
            </p:nvSpPr>
            <p:spPr>
              <a:xfrm>
                <a:off x="28684207" y="22650077"/>
                <a:ext cx="180000" cy="180000"/>
              </a:xfrm>
              <a:custGeom>
                <a:avLst/>
                <a:gdLst>
                  <a:gd name="csX0" fmla="*/ 45483 w 90645"/>
                  <a:gd name="csY0" fmla="*/ 90791 h 90643"/>
                  <a:gd name="csX1" fmla="*/ 77530 w 90645"/>
                  <a:gd name="csY1" fmla="*/ 77516 h 90643"/>
                  <a:gd name="csX2" fmla="*/ 90805 w 90645"/>
                  <a:gd name="csY2" fmla="*/ 45469 h 90643"/>
                  <a:gd name="csX3" fmla="*/ 77530 w 90645"/>
                  <a:gd name="csY3" fmla="*/ 13421 h 90643"/>
                  <a:gd name="csX4" fmla="*/ 45483 w 90645"/>
                  <a:gd name="csY4" fmla="*/ 147 h 90643"/>
                  <a:gd name="csX5" fmla="*/ 13435 w 90645"/>
                  <a:gd name="csY5" fmla="*/ 13421 h 90643"/>
                  <a:gd name="csX6" fmla="*/ 160 w 90645"/>
                  <a:gd name="csY6" fmla="*/ 45469 h 90643"/>
                  <a:gd name="csX7" fmla="*/ 13435 w 90645"/>
                  <a:gd name="csY7" fmla="*/ 77516 h 90643"/>
                  <a:gd name="csX8" fmla="*/ 45483 w 90645"/>
                  <a:gd name="csY8" fmla="*/ 9079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3" y="90791"/>
                    </a:moveTo>
                    <a:cubicBezTo>
                      <a:pt x="57502" y="90791"/>
                      <a:pt x="69031" y="86015"/>
                      <a:pt x="77530" y="77516"/>
                    </a:cubicBezTo>
                    <a:cubicBezTo>
                      <a:pt x="86030" y="69017"/>
                      <a:pt x="90805" y="57488"/>
                      <a:pt x="90805" y="45469"/>
                    </a:cubicBezTo>
                    <a:cubicBezTo>
                      <a:pt x="90805" y="33449"/>
                      <a:pt x="86030" y="21920"/>
                      <a:pt x="77530" y="13421"/>
                    </a:cubicBezTo>
                    <a:cubicBezTo>
                      <a:pt x="69031" y="4922"/>
                      <a:pt x="57502" y="147"/>
                      <a:pt x="45483" y="147"/>
                    </a:cubicBezTo>
                    <a:cubicBezTo>
                      <a:pt x="33463" y="147"/>
                      <a:pt x="21934" y="4922"/>
                      <a:pt x="13435" y="13421"/>
                    </a:cubicBezTo>
                    <a:cubicBezTo>
                      <a:pt x="4935" y="21920"/>
                      <a:pt x="160" y="33449"/>
                      <a:pt x="160" y="45469"/>
                    </a:cubicBezTo>
                    <a:cubicBezTo>
                      <a:pt x="160" y="57488"/>
                      <a:pt x="4935" y="69017"/>
                      <a:pt x="13435" y="77516"/>
                    </a:cubicBezTo>
                    <a:cubicBezTo>
                      <a:pt x="21934" y="86015"/>
                      <a:pt x="33463" y="90791"/>
                      <a:pt x="45483" y="9079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4" name="任意多边形: 形状 3523"/>
              <p:cNvSpPr/>
              <p:nvPr/>
            </p:nvSpPr>
            <p:spPr>
              <a:xfrm>
                <a:off x="27556734" y="23752312"/>
                <a:ext cx="180000" cy="180000"/>
              </a:xfrm>
              <a:custGeom>
                <a:avLst/>
                <a:gdLst>
                  <a:gd name="csX0" fmla="*/ 45447 w 90645"/>
                  <a:gd name="csY0" fmla="*/ 90825 h 90643"/>
                  <a:gd name="csX1" fmla="*/ 77495 w 90645"/>
                  <a:gd name="csY1" fmla="*/ 77551 h 90643"/>
                  <a:gd name="csX2" fmla="*/ 90770 w 90645"/>
                  <a:gd name="csY2" fmla="*/ 45503 h 90643"/>
                  <a:gd name="csX3" fmla="*/ 77495 w 90645"/>
                  <a:gd name="csY3" fmla="*/ 13456 h 90643"/>
                  <a:gd name="csX4" fmla="*/ 45447 w 90645"/>
                  <a:gd name="csY4" fmla="*/ 181 h 90643"/>
                  <a:gd name="csX5" fmla="*/ 13399 w 90645"/>
                  <a:gd name="csY5" fmla="*/ 13456 h 90643"/>
                  <a:gd name="csX6" fmla="*/ 125 w 90645"/>
                  <a:gd name="csY6" fmla="*/ 45503 h 90643"/>
                  <a:gd name="csX7" fmla="*/ 13399 w 90645"/>
                  <a:gd name="csY7" fmla="*/ 77551 h 90643"/>
                  <a:gd name="csX8" fmla="*/ 45447 w 90645"/>
                  <a:gd name="csY8" fmla="*/ 908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7" y="90825"/>
                    </a:moveTo>
                    <a:cubicBezTo>
                      <a:pt x="57467" y="90825"/>
                      <a:pt x="68996" y="86050"/>
                      <a:pt x="77495" y="77551"/>
                    </a:cubicBezTo>
                    <a:cubicBezTo>
                      <a:pt x="85994" y="69051"/>
                      <a:pt x="90770" y="57523"/>
                      <a:pt x="90770" y="45503"/>
                    </a:cubicBezTo>
                    <a:cubicBezTo>
                      <a:pt x="90770" y="33484"/>
                      <a:pt x="85994" y="21955"/>
                      <a:pt x="77495" y="13456"/>
                    </a:cubicBezTo>
                    <a:cubicBezTo>
                      <a:pt x="68996" y="4957"/>
                      <a:pt x="57467" y="181"/>
                      <a:pt x="45447" y="181"/>
                    </a:cubicBezTo>
                    <a:cubicBezTo>
                      <a:pt x="33428" y="181"/>
                      <a:pt x="21899" y="4957"/>
                      <a:pt x="13399" y="13456"/>
                    </a:cubicBezTo>
                    <a:cubicBezTo>
                      <a:pt x="4900" y="21955"/>
                      <a:pt x="125" y="33484"/>
                      <a:pt x="125" y="45503"/>
                    </a:cubicBezTo>
                    <a:cubicBezTo>
                      <a:pt x="125" y="57523"/>
                      <a:pt x="4900" y="69051"/>
                      <a:pt x="13399" y="77551"/>
                    </a:cubicBezTo>
                    <a:cubicBezTo>
                      <a:pt x="21899" y="86050"/>
                      <a:pt x="33428" y="90825"/>
                      <a:pt x="45447" y="908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5" name="任意多边形: 形状 3524"/>
              <p:cNvSpPr/>
              <p:nvPr/>
            </p:nvSpPr>
            <p:spPr>
              <a:xfrm>
                <a:off x="31417711" y="22304511"/>
                <a:ext cx="180000" cy="180000"/>
              </a:xfrm>
              <a:custGeom>
                <a:avLst/>
                <a:gdLst>
                  <a:gd name="csX0" fmla="*/ 45568 w 90645"/>
                  <a:gd name="csY0" fmla="*/ 90780 h 90643"/>
                  <a:gd name="csX1" fmla="*/ 77616 w 90645"/>
                  <a:gd name="csY1" fmla="*/ 77505 h 90643"/>
                  <a:gd name="csX2" fmla="*/ 90890 w 90645"/>
                  <a:gd name="csY2" fmla="*/ 45458 h 90643"/>
                  <a:gd name="csX3" fmla="*/ 77616 w 90645"/>
                  <a:gd name="csY3" fmla="*/ 13410 h 90643"/>
                  <a:gd name="csX4" fmla="*/ 45568 w 90645"/>
                  <a:gd name="csY4" fmla="*/ 136 h 90643"/>
                  <a:gd name="csX5" fmla="*/ 13520 w 90645"/>
                  <a:gd name="csY5" fmla="*/ 13410 h 90643"/>
                  <a:gd name="csX6" fmla="*/ 245 w 90645"/>
                  <a:gd name="csY6" fmla="*/ 45458 h 90643"/>
                  <a:gd name="csX7" fmla="*/ 13520 w 90645"/>
                  <a:gd name="csY7" fmla="*/ 77505 h 90643"/>
                  <a:gd name="csX8" fmla="*/ 45568 w 90645"/>
                  <a:gd name="csY8" fmla="*/ 9078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8" y="90780"/>
                    </a:moveTo>
                    <a:cubicBezTo>
                      <a:pt x="57587" y="90780"/>
                      <a:pt x="69116" y="86004"/>
                      <a:pt x="77616" y="77505"/>
                    </a:cubicBezTo>
                    <a:cubicBezTo>
                      <a:pt x="86115" y="69006"/>
                      <a:pt x="90890" y="57477"/>
                      <a:pt x="90890" y="45458"/>
                    </a:cubicBezTo>
                    <a:cubicBezTo>
                      <a:pt x="90890" y="33438"/>
                      <a:pt x="86115" y="21910"/>
                      <a:pt x="77616" y="13410"/>
                    </a:cubicBezTo>
                    <a:cubicBezTo>
                      <a:pt x="69116" y="4911"/>
                      <a:pt x="57587" y="136"/>
                      <a:pt x="45568" y="136"/>
                    </a:cubicBezTo>
                    <a:cubicBezTo>
                      <a:pt x="33548" y="136"/>
                      <a:pt x="22019" y="4911"/>
                      <a:pt x="13520" y="13410"/>
                    </a:cubicBezTo>
                    <a:cubicBezTo>
                      <a:pt x="5021" y="21910"/>
                      <a:pt x="245" y="33438"/>
                      <a:pt x="245" y="45458"/>
                    </a:cubicBezTo>
                    <a:cubicBezTo>
                      <a:pt x="245" y="57477"/>
                      <a:pt x="5021" y="69006"/>
                      <a:pt x="13520" y="77505"/>
                    </a:cubicBezTo>
                    <a:cubicBezTo>
                      <a:pt x="22019" y="86004"/>
                      <a:pt x="33548" y="90780"/>
                      <a:pt x="45568" y="9078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6" name="任意多边形: 形状 3525"/>
              <p:cNvSpPr/>
              <p:nvPr/>
            </p:nvSpPr>
            <p:spPr>
              <a:xfrm>
                <a:off x="29972505" y="24102983"/>
                <a:ext cx="180000" cy="180000"/>
              </a:xfrm>
              <a:custGeom>
                <a:avLst/>
                <a:gdLst>
                  <a:gd name="csX0" fmla="*/ 45523 w 90645"/>
                  <a:gd name="csY0" fmla="*/ 90836 h 90643"/>
                  <a:gd name="csX1" fmla="*/ 77571 w 90645"/>
                  <a:gd name="csY1" fmla="*/ 77562 h 90643"/>
                  <a:gd name="csX2" fmla="*/ 90845 w 90645"/>
                  <a:gd name="csY2" fmla="*/ 45514 h 90643"/>
                  <a:gd name="csX3" fmla="*/ 77571 w 90645"/>
                  <a:gd name="csY3" fmla="*/ 13467 h 90643"/>
                  <a:gd name="csX4" fmla="*/ 45523 w 90645"/>
                  <a:gd name="csY4" fmla="*/ 192 h 90643"/>
                  <a:gd name="csX5" fmla="*/ 13475 w 90645"/>
                  <a:gd name="csY5" fmla="*/ 13467 h 90643"/>
                  <a:gd name="csX6" fmla="*/ 200 w 90645"/>
                  <a:gd name="csY6" fmla="*/ 45514 h 90643"/>
                  <a:gd name="csX7" fmla="*/ 13475 w 90645"/>
                  <a:gd name="csY7" fmla="*/ 77562 h 90643"/>
                  <a:gd name="csX8" fmla="*/ 45523 w 90645"/>
                  <a:gd name="csY8" fmla="*/ 908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3" y="90836"/>
                    </a:moveTo>
                    <a:cubicBezTo>
                      <a:pt x="57542" y="90836"/>
                      <a:pt x="69071" y="86061"/>
                      <a:pt x="77571" y="77562"/>
                    </a:cubicBezTo>
                    <a:cubicBezTo>
                      <a:pt x="86070" y="69062"/>
                      <a:pt x="90845" y="57534"/>
                      <a:pt x="90845" y="45514"/>
                    </a:cubicBezTo>
                    <a:cubicBezTo>
                      <a:pt x="90845" y="33495"/>
                      <a:pt x="86070" y="21966"/>
                      <a:pt x="77571" y="13467"/>
                    </a:cubicBezTo>
                    <a:cubicBezTo>
                      <a:pt x="69071" y="4968"/>
                      <a:pt x="57542" y="192"/>
                      <a:pt x="45523" y="192"/>
                    </a:cubicBezTo>
                    <a:cubicBezTo>
                      <a:pt x="33503" y="192"/>
                      <a:pt x="21974" y="4968"/>
                      <a:pt x="13475" y="13467"/>
                    </a:cubicBezTo>
                    <a:cubicBezTo>
                      <a:pt x="4976" y="21966"/>
                      <a:pt x="200" y="33495"/>
                      <a:pt x="200" y="45514"/>
                    </a:cubicBezTo>
                    <a:cubicBezTo>
                      <a:pt x="200" y="57534"/>
                      <a:pt x="4976" y="69062"/>
                      <a:pt x="13475" y="77562"/>
                    </a:cubicBezTo>
                    <a:cubicBezTo>
                      <a:pt x="21974" y="86061"/>
                      <a:pt x="33503" y="90836"/>
                      <a:pt x="45523" y="908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7" name="任意多边形: 形状 3526"/>
              <p:cNvSpPr/>
              <p:nvPr/>
            </p:nvSpPr>
            <p:spPr>
              <a:xfrm>
                <a:off x="29468486" y="21504444"/>
                <a:ext cx="180000" cy="180000"/>
              </a:xfrm>
              <a:custGeom>
                <a:avLst/>
                <a:gdLst>
                  <a:gd name="csX0" fmla="*/ 45507 w 90645"/>
                  <a:gd name="csY0" fmla="*/ 90755 h 90643"/>
                  <a:gd name="csX1" fmla="*/ 77555 w 90645"/>
                  <a:gd name="csY1" fmla="*/ 77480 h 90643"/>
                  <a:gd name="csX2" fmla="*/ 90830 w 90645"/>
                  <a:gd name="csY2" fmla="*/ 45433 h 90643"/>
                  <a:gd name="csX3" fmla="*/ 77555 w 90645"/>
                  <a:gd name="csY3" fmla="*/ 13386 h 90643"/>
                  <a:gd name="csX4" fmla="*/ 45507 w 90645"/>
                  <a:gd name="csY4" fmla="*/ 111 h 90643"/>
                  <a:gd name="csX5" fmla="*/ 13459 w 90645"/>
                  <a:gd name="csY5" fmla="*/ 13386 h 90643"/>
                  <a:gd name="csX6" fmla="*/ 184 w 90645"/>
                  <a:gd name="csY6" fmla="*/ 45433 h 90643"/>
                  <a:gd name="csX7" fmla="*/ 13459 w 90645"/>
                  <a:gd name="csY7" fmla="*/ 77480 h 90643"/>
                  <a:gd name="csX8" fmla="*/ 45507 w 90645"/>
                  <a:gd name="csY8" fmla="*/ 9075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7" y="90755"/>
                    </a:moveTo>
                    <a:cubicBezTo>
                      <a:pt x="57527" y="90755"/>
                      <a:pt x="69056" y="85980"/>
                      <a:pt x="77555" y="77480"/>
                    </a:cubicBezTo>
                    <a:cubicBezTo>
                      <a:pt x="86054" y="68981"/>
                      <a:pt x="90830" y="57452"/>
                      <a:pt x="90830" y="45433"/>
                    </a:cubicBezTo>
                    <a:cubicBezTo>
                      <a:pt x="90830" y="33413"/>
                      <a:pt x="86054" y="21885"/>
                      <a:pt x="77555" y="13386"/>
                    </a:cubicBezTo>
                    <a:cubicBezTo>
                      <a:pt x="69056" y="4886"/>
                      <a:pt x="57527" y="111"/>
                      <a:pt x="45507" y="111"/>
                    </a:cubicBezTo>
                    <a:cubicBezTo>
                      <a:pt x="33487" y="111"/>
                      <a:pt x="21958" y="4886"/>
                      <a:pt x="13459" y="13386"/>
                    </a:cubicBezTo>
                    <a:cubicBezTo>
                      <a:pt x="4960" y="21885"/>
                      <a:pt x="184" y="33413"/>
                      <a:pt x="184" y="45433"/>
                    </a:cubicBezTo>
                    <a:cubicBezTo>
                      <a:pt x="184" y="57452"/>
                      <a:pt x="4960" y="68981"/>
                      <a:pt x="13459" y="77480"/>
                    </a:cubicBezTo>
                    <a:cubicBezTo>
                      <a:pt x="21958" y="85980"/>
                      <a:pt x="33487" y="90755"/>
                      <a:pt x="45507" y="9075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8" name="任意多边形: 形状 3527"/>
              <p:cNvSpPr/>
              <p:nvPr/>
            </p:nvSpPr>
            <p:spPr>
              <a:xfrm>
                <a:off x="29694157" y="23184833"/>
                <a:ext cx="180000" cy="180000"/>
              </a:xfrm>
              <a:custGeom>
                <a:avLst/>
                <a:gdLst>
                  <a:gd name="csX0" fmla="*/ 45514 w 90645"/>
                  <a:gd name="csY0" fmla="*/ 90807 h 90643"/>
                  <a:gd name="csX1" fmla="*/ 77562 w 90645"/>
                  <a:gd name="csY1" fmla="*/ 77533 h 90643"/>
                  <a:gd name="csX2" fmla="*/ 90837 w 90645"/>
                  <a:gd name="csY2" fmla="*/ 45485 h 90643"/>
                  <a:gd name="csX3" fmla="*/ 77562 w 90645"/>
                  <a:gd name="csY3" fmla="*/ 13438 h 90643"/>
                  <a:gd name="csX4" fmla="*/ 45514 w 90645"/>
                  <a:gd name="csY4" fmla="*/ 163 h 90643"/>
                  <a:gd name="csX5" fmla="*/ 13466 w 90645"/>
                  <a:gd name="csY5" fmla="*/ 13438 h 90643"/>
                  <a:gd name="csX6" fmla="*/ 192 w 90645"/>
                  <a:gd name="csY6" fmla="*/ 45485 h 90643"/>
                  <a:gd name="csX7" fmla="*/ 13466 w 90645"/>
                  <a:gd name="csY7" fmla="*/ 77533 h 90643"/>
                  <a:gd name="csX8" fmla="*/ 45514 w 90645"/>
                  <a:gd name="csY8" fmla="*/ 9080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4" y="90807"/>
                    </a:moveTo>
                    <a:cubicBezTo>
                      <a:pt x="57534" y="90807"/>
                      <a:pt x="69063" y="86032"/>
                      <a:pt x="77562" y="77533"/>
                    </a:cubicBezTo>
                    <a:cubicBezTo>
                      <a:pt x="86061" y="69034"/>
                      <a:pt x="90837" y="57505"/>
                      <a:pt x="90837" y="45485"/>
                    </a:cubicBezTo>
                    <a:cubicBezTo>
                      <a:pt x="90837" y="33466"/>
                      <a:pt x="86061" y="21937"/>
                      <a:pt x="77562" y="13438"/>
                    </a:cubicBezTo>
                    <a:cubicBezTo>
                      <a:pt x="69063" y="4939"/>
                      <a:pt x="57534" y="163"/>
                      <a:pt x="45514" y="163"/>
                    </a:cubicBezTo>
                    <a:cubicBezTo>
                      <a:pt x="33494" y="163"/>
                      <a:pt x="21965" y="4939"/>
                      <a:pt x="13466" y="13438"/>
                    </a:cubicBezTo>
                    <a:cubicBezTo>
                      <a:pt x="4967" y="21937"/>
                      <a:pt x="192" y="33466"/>
                      <a:pt x="192" y="45485"/>
                    </a:cubicBezTo>
                    <a:cubicBezTo>
                      <a:pt x="192" y="57505"/>
                      <a:pt x="4967" y="69034"/>
                      <a:pt x="13466" y="77533"/>
                    </a:cubicBezTo>
                    <a:cubicBezTo>
                      <a:pt x="21965" y="86032"/>
                      <a:pt x="33494" y="90807"/>
                      <a:pt x="45514" y="9080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29" name="任意多边形: 形状 3528"/>
              <p:cNvSpPr/>
              <p:nvPr/>
            </p:nvSpPr>
            <p:spPr>
              <a:xfrm>
                <a:off x="30175129" y="22859127"/>
                <a:ext cx="180000" cy="180000"/>
              </a:xfrm>
              <a:custGeom>
                <a:avLst/>
                <a:gdLst>
                  <a:gd name="csX0" fmla="*/ 45529 w 90645"/>
                  <a:gd name="csY0" fmla="*/ 90797 h 90643"/>
                  <a:gd name="csX1" fmla="*/ 77577 w 90645"/>
                  <a:gd name="csY1" fmla="*/ 77523 h 90643"/>
                  <a:gd name="csX2" fmla="*/ 90852 w 90645"/>
                  <a:gd name="csY2" fmla="*/ 45475 h 90643"/>
                  <a:gd name="csX3" fmla="*/ 77577 w 90645"/>
                  <a:gd name="csY3" fmla="*/ 13428 h 90643"/>
                  <a:gd name="csX4" fmla="*/ 45529 w 90645"/>
                  <a:gd name="csY4" fmla="*/ 153 h 90643"/>
                  <a:gd name="csX5" fmla="*/ 13481 w 90645"/>
                  <a:gd name="csY5" fmla="*/ 13428 h 90643"/>
                  <a:gd name="csX6" fmla="*/ 207 w 90645"/>
                  <a:gd name="csY6" fmla="*/ 45475 h 90643"/>
                  <a:gd name="csX7" fmla="*/ 13481 w 90645"/>
                  <a:gd name="csY7" fmla="*/ 77523 h 90643"/>
                  <a:gd name="csX8" fmla="*/ 45529 w 90645"/>
                  <a:gd name="csY8" fmla="*/ 9079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9" y="90797"/>
                    </a:moveTo>
                    <a:cubicBezTo>
                      <a:pt x="57549" y="90797"/>
                      <a:pt x="69078" y="86022"/>
                      <a:pt x="77577" y="77523"/>
                    </a:cubicBezTo>
                    <a:cubicBezTo>
                      <a:pt x="86076" y="69024"/>
                      <a:pt x="90852" y="57495"/>
                      <a:pt x="90852" y="45475"/>
                    </a:cubicBezTo>
                    <a:cubicBezTo>
                      <a:pt x="90852" y="33456"/>
                      <a:pt x="86076" y="21927"/>
                      <a:pt x="77577" y="13428"/>
                    </a:cubicBezTo>
                    <a:cubicBezTo>
                      <a:pt x="69078" y="4929"/>
                      <a:pt x="57549" y="153"/>
                      <a:pt x="45529" y="153"/>
                    </a:cubicBezTo>
                    <a:cubicBezTo>
                      <a:pt x="33509" y="153"/>
                      <a:pt x="21980" y="4929"/>
                      <a:pt x="13481" y="13428"/>
                    </a:cubicBezTo>
                    <a:cubicBezTo>
                      <a:pt x="4982" y="21927"/>
                      <a:pt x="207" y="33456"/>
                      <a:pt x="207" y="45475"/>
                    </a:cubicBezTo>
                    <a:cubicBezTo>
                      <a:pt x="207" y="57495"/>
                      <a:pt x="4982" y="69024"/>
                      <a:pt x="13481" y="77523"/>
                    </a:cubicBezTo>
                    <a:cubicBezTo>
                      <a:pt x="21980" y="86022"/>
                      <a:pt x="33509" y="90797"/>
                      <a:pt x="45529" y="9079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0" name="任意多边形: 形状 3529"/>
              <p:cNvSpPr/>
              <p:nvPr/>
            </p:nvSpPr>
            <p:spPr>
              <a:xfrm>
                <a:off x="31921691" y="24664673"/>
                <a:ext cx="180000" cy="180000"/>
              </a:xfrm>
              <a:custGeom>
                <a:avLst/>
                <a:gdLst>
                  <a:gd name="csX0" fmla="*/ 45584 w 90645"/>
                  <a:gd name="csY0" fmla="*/ 90854 h 90643"/>
                  <a:gd name="csX1" fmla="*/ 77631 w 90645"/>
                  <a:gd name="csY1" fmla="*/ 77579 h 90643"/>
                  <a:gd name="csX2" fmla="*/ 90906 w 90645"/>
                  <a:gd name="csY2" fmla="*/ 45532 h 90643"/>
                  <a:gd name="csX3" fmla="*/ 77631 w 90645"/>
                  <a:gd name="csY3" fmla="*/ 13484 h 90643"/>
                  <a:gd name="csX4" fmla="*/ 45584 w 90645"/>
                  <a:gd name="csY4" fmla="*/ 210 h 90643"/>
                  <a:gd name="csX5" fmla="*/ 13536 w 90645"/>
                  <a:gd name="csY5" fmla="*/ 13484 h 90643"/>
                  <a:gd name="csX6" fmla="*/ 261 w 90645"/>
                  <a:gd name="csY6" fmla="*/ 45532 h 90643"/>
                  <a:gd name="csX7" fmla="*/ 13536 w 90645"/>
                  <a:gd name="csY7" fmla="*/ 77579 h 90643"/>
                  <a:gd name="csX8" fmla="*/ 45584 w 90645"/>
                  <a:gd name="csY8" fmla="*/ 9085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4" y="90854"/>
                    </a:moveTo>
                    <a:cubicBezTo>
                      <a:pt x="57603" y="90854"/>
                      <a:pt x="69132" y="86078"/>
                      <a:pt x="77631" y="77579"/>
                    </a:cubicBezTo>
                    <a:cubicBezTo>
                      <a:pt x="86131" y="69080"/>
                      <a:pt x="90906" y="57551"/>
                      <a:pt x="90906" y="45532"/>
                    </a:cubicBezTo>
                    <a:cubicBezTo>
                      <a:pt x="90906" y="33512"/>
                      <a:pt x="86131" y="21983"/>
                      <a:pt x="77631" y="13484"/>
                    </a:cubicBezTo>
                    <a:cubicBezTo>
                      <a:pt x="69132" y="4985"/>
                      <a:pt x="57603" y="210"/>
                      <a:pt x="45584" y="210"/>
                    </a:cubicBezTo>
                    <a:cubicBezTo>
                      <a:pt x="33564" y="210"/>
                      <a:pt x="22035" y="4985"/>
                      <a:pt x="13536" y="13484"/>
                    </a:cubicBezTo>
                    <a:cubicBezTo>
                      <a:pt x="5036" y="21983"/>
                      <a:pt x="261" y="33512"/>
                      <a:pt x="261" y="45532"/>
                    </a:cubicBezTo>
                    <a:cubicBezTo>
                      <a:pt x="261" y="57551"/>
                      <a:pt x="5036" y="69080"/>
                      <a:pt x="13536" y="77579"/>
                    </a:cubicBezTo>
                    <a:cubicBezTo>
                      <a:pt x="22035" y="86078"/>
                      <a:pt x="33564" y="90854"/>
                      <a:pt x="45584" y="9085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1" name="任意多边形: 形状 3530"/>
              <p:cNvSpPr/>
              <p:nvPr/>
            </p:nvSpPr>
            <p:spPr>
              <a:xfrm>
                <a:off x="28186668" y="20675938"/>
                <a:ext cx="180000" cy="180000"/>
              </a:xfrm>
              <a:custGeom>
                <a:avLst/>
                <a:gdLst>
                  <a:gd name="csX0" fmla="*/ 45467 w 90645"/>
                  <a:gd name="csY0" fmla="*/ 90729 h 90643"/>
                  <a:gd name="csX1" fmla="*/ 77515 w 90645"/>
                  <a:gd name="csY1" fmla="*/ 77455 h 90643"/>
                  <a:gd name="csX2" fmla="*/ 90790 w 90645"/>
                  <a:gd name="csY2" fmla="*/ 45407 h 90643"/>
                  <a:gd name="csX3" fmla="*/ 77515 w 90645"/>
                  <a:gd name="csY3" fmla="*/ 13360 h 90643"/>
                  <a:gd name="csX4" fmla="*/ 45467 w 90645"/>
                  <a:gd name="csY4" fmla="*/ 85 h 90643"/>
                  <a:gd name="csX5" fmla="*/ 13419 w 90645"/>
                  <a:gd name="csY5" fmla="*/ 13360 h 90643"/>
                  <a:gd name="csX6" fmla="*/ 144 w 90645"/>
                  <a:gd name="csY6" fmla="*/ 45407 h 90643"/>
                  <a:gd name="csX7" fmla="*/ 13419 w 90645"/>
                  <a:gd name="csY7" fmla="*/ 77455 h 90643"/>
                  <a:gd name="csX8" fmla="*/ 45467 w 90645"/>
                  <a:gd name="csY8" fmla="*/ 9072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7" y="90729"/>
                    </a:moveTo>
                    <a:cubicBezTo>
                      <a:pt x="57487" y="90729"/>
                      <a:pt x="69016" y="85954"/>
                      <a:pt x="77515" y="77455"/>
                    </a:cubicBezTo>
                    <a:cubicBezTo>
                      <a:pt x="86014" y="68955"/>
                      <a:pt x="90790" y="57427"/>
                      <a:pt x="90790" y="45407"/>
                    </a:cubicBezTo>
                    <a:cubicBezTo>
                      <a:pt x="90790" y="33388"/>
                      <a:pt x="86014" y="21859"/>
                      <a:pt x="77515" y="13360"/>
                    </a:cubicBezTo>
                    <a:cubicBezTo>
                      <a:pt x="69016" y="4861"/>
                      <a:pt x="57487" y="85"/>
                      <a:pt x="45467" y="85"/>
                    </a:cubicBezTo>
                    <a:cubicBezTo>
                      <a:pt x="33447" y="85"/>
                      <a:pt x="21918" y="4861"/>
                      <a:pt x="13419" y="13360"/>
                    </a:cubicBezTo>
                    <a:cubicBezTo>
                      <a:pt x="4920" y="21859"/>
                      <a:pt x="144" y="33388"/>
                      <a:pt x="144" y="45407"/>
                    </a:cubicBezTo>
                    <a:cubicBezTo>
                      <a:pt x="144" y="57427"/>
                      <a:pt x="4920" y="68955"/>
                      <a:pt x="13419" y="77455"/>
                    </a:cubicBezTo>
                    <a:cubicBezTo>
                      <a:pt x="21918" y="85954"/>
                      <a:pt x="33447" y="90729"/>
                      <a:pt x="45467" y="9072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2" name="任意多边形: 形状 3531"/>
              <p:cNvSpPr/>
              <p:nvPr/>
            </p:nvSpPr>
            <p:spPr>
              <a:xfrm>
                <a:off x="28371295" y="24456300"/>
                <a:ext cx="180000" cy="180000"/>
              </a:xfrm>
              <a:custGeom>
                <a:avLst/>
                <a:gdLst>
                  <a:gd name="csX0" fmla="*/ 45473 w 90645"/>
                  <a:gd name="csY0" fmla="*/ 90847 h 90643"/>
                  <a:gd name="csX1" fmla="*/ 77521 w 90645"/>
                  <a:gd name="csY1" fmla="*/ 77573 h 90643"/>
                  <a:gd name="csX2" fmla="*/ 90795 w 90645"/>
                  <a:gd name="csY2" fmla="*/ 45525 h 90643"/>
                  <a:gd name="csX3" fmla="*/ 77521 w 90645"/>
                  <a:gd name="csY3" fmla="*/ 13478 h 90643"/>
                  <a:gd name="csX4" fmla="*/ 45473 w 90645"/>
                  <a:gd name="csY4" fmla="*/ 203 h 90643"/>
                  <a:gd name="csX5" fmla="*/ 13425 w 90645"/>
                  <a:gd name="csY5" fmla="*/ 13478 h 90643"/>
                  <a:gd name="csX6" fmla="*/ 150 w 90645"/>
                  <a:gd name="csY6" fmla="*/ 45525 h 90643"/>
                  <a:gd name="csX7" fmla="*/ 13425 w 90645"/>
                  <a:gd name="csY7" fmla="*/ 77573 h 90643"/>
                  <a:gd name="csX8" fmla="*/ 45473 w 90645"/>
                  <a:gd name="csY8" fmla="*/ 9084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3" y="90847"/>
                    </a:moveTo>
                    <a:cubicBezTo>
                      <a:pt x="57492" y="90847"/>
                      <a:pt x="69021" y="86072"/>
                      <a:pt x="77521" y="77573"/>
                    </a:cubicBezTo>
                    <a:cubicBezTo>
                      <a:pt x="86020" y="69073"/>
                      <a:pt x="90795" y="57545"/>
                      <a:pt x="90795" y="45525"/>
                    </a:cubicBezTo>
                    <a:cubicBezTo>
                      <a:pt x="90795" y="33506"/>
                      <a:pt x="86020" y="21977"/>
                      <a:pt x="77521" y="13478"/>
                    </a:cubicBezTo>
                    <a:cubicBezTo>
                      <a:pt x="69021" y="4979"/>
                      <a:pt x="57492" y="203"/>
                      <a:pt x="45473" y="203"/>
                    </a:cubicBezTo>
                    <a:cubicBezTo>
                      <a:pt x="33453" y="203"/>
                      <a:pt x="21924" y="4979"/>
                      <a:pt x="13425" y="13478"/>
                    </a:cubicBezTo>
                    <a:cubicBezTo>
                      <a:pt x="4926" y="21977"/>
                      <a:pt x="150" y="33506"/>
                      <a:pt x="150" y="45525"/>
                    </a:cubicBezTo>
                    <a:cubicBezTo>
                      <a:pt x="150" y="57545"/>
                      <a:pt x="4926" y="69073"/>
                      <a:pt x="13425" y="77573"/>
                    </a:cubicBezTo>
                    <a:cubicBezTo>
                      <a:pt x="21924" y="86072"/>
                      <a:pt x="33453" y="90847"/>
                      <a:pt x="45473" y="9084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3" name="任意多边形: 形状 3532"/>
              <p:cNvSpPr/>
              <p:nvPr/>
            </p:nvSpPr>
            <p:spPr>
              <a:xfrm>
                <a:off x="30885947" y="21858259"/>
                <a:ext cx="180000" cy="180000"/>
              </a:xfrm>
              <a:custGeom>
                <a:avLst/>
                <a:gdLst>
                  <a:gd name="csX0" fmla="*/ 45551 w 90645"/>
                  <a:gd name="csY0" fmla="*/ 90766 h 90643"/>
                  <a:gd name="csX1" fmla="*/ 77599 w 90645"/>
                  <a:gd name="csY1" fmla="*/ 77491 h 90643"/>
                  <a:gd name="csX2" fmla="*/ 90874 w 90645"/>
                  <a:gd name="csY2" fmla="*/ 45444 h 90643"/>
                  <a:gd name="csX3" fmla="*/ 77599 w 90645"/>
                  <a:gd name="csY3" fmla="*/ 13397 h 90643"/>
                  <a:gd name="csX4" fmla="*/ 45551 w 90645"/>
                  <a:gd name="csY4" fmla="*/ 122 h 90643"/>
                  <a:gd name="csX5" fmla="*/ 13503 w 90645"/>
                  <a:gd name="csY5" fmla="*/ 13397 h 90643"/>
                  <a:gd name="csX6" fmla="*/ 229 w 90645"/>
                  <a:gd name="csY6" fmla="*/ 45444 h 90643"/>
                  <a:gd name="csX7" fmla="*/ 13503 w 90645"/>
                  <a:gd name="csY7" fmla="*/ 77491 h 90643"/>
                  <a:gd name="csX8" fmla="*/ 45551 w 90645"/>
                  <a:gd name="csY8" fmla="*/ 9076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1" y="90766"/>
                    </a:moveTo>
                    <a:cubicBezTo>
                      <a:pt x="57571" y="90766"/>
                      <a:pt x="69100" y="85991"/>
                      <a:pt x="77599" y="77491"/>
                    </a:cubicBezTo>
                    <a:cubicBezTo>
                      <a:pt x="86098" y="68992"/>
                      <a:pt x="90874" y="57464"/>
                      <a:pt x="90874" y="45444"/>
                    </a:cubicBezTo>
                    <a:cubicBezTo>
                      <a:pt x="90874" y="33424"/>
                      <a:pt x="86098" y="21896"/>
                      <a:pt x="77599" y="13397"/>
                    </a:cubicBezTo>
                    <a:cubicBezTo>
                      <a:pt x="69100" y="4897"/>
                      <a:pt x="57571" y="122"/>
                      <a:pt x="45551" y="122"/>
                    </a:cubicBezTo>
                    <a:cubicBezTo>
                      <a:pt x="33532" y="122"/>
                      <a:pt x="22003" y="4897"/>
                      <a:pt x="13503" y="13397"/>
                    </a:cubicBezTo>
                    <a:cubicBezTo>
                      <a:pt x="5004" y="21896"/>
                      <a:pt x="229" y="33424"/>
                      <a:pt x="229" y="45444"/>
                    </a:cubicBezTo>
                    <a:cubicBezTo>
                      <a:pt x="229" y="57464"/>
                      <a:pt x="5004" y="68992"/>
                      <a:pt x="13503" y="77491"/>
                    </a:cubicBezTo>
                    <a:cubicBezTo>
                      <a:pt x="22003" y="85991"/>
                      <a:pt x="33532" y="90766"/>
                      <a:pt x="45551" y="9076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4" name="任意多边形: 形状 3533"/>
              <p:cNvSpPr/>
              <p:nvPr/>
            </p:nvSpPr>
            <p:spPr>
              <a:xfrm>
                <a:off x="30284186" y="23529672"/>
                <a:ext cx="180000" cy="180000"/>
              </a:xfrm>
              <a:custGeom>
                <a:avLst/>
                <a:gdLst>
                  <a:gd name="csX0" fmla="*/ 45532 w 90645"/>
                  <a:gd name="csY0" fmla="*/ 90818 h 90643"/>
                  <a:gd name="csX1" fmla="*/ 77580 w 90645"/>
                  <a:gd name="csY1" fmla="*/ 77544 h 90643"/>
                  <a:gd name="csX2" fmla="*/ 90855 w 90645"/>
                  <a:gd name="csY2" fmla="*/ 45496 h 90643"/>
                  <a:gd name="csX3" fmla="*/ 77580 w 90645"/>
                  <a:gd name="csY3" fmla="*/ 13449 h 90643"/>
                  <a:gd name="csX4" fmla="*/ 45532 w 90645"/>
                  <a:gd name="csY4" fmla="*/ 174 h 90643"/>
                  <a:gd name="csX5" fmla="*/ 13485 w 90645"/>
                  <a:gd name="csY5" fmla="*/ 13449 h 90643"/>
                  <a:gd name="csX6" fmla="*/ 210 w 90645"/>
                  <a:gd name="csY6" fmla="*/ 45496 h 90643"/>
                  <a:gd name="csX7" fmla="*/ 13485 w 90645"/>
                  <a:gd name="csY7" fmla="*/ 77544 h 90643"/>
                  <a:gd name="csX8" fmla="*/ 45532 w 90645"/>
                  <a:gd name="csY8" fmla="*/ 9081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2" y="90818"/>
                    </a:moveTo>
                    <a:cubicBezTo>
                      <a:pt x="57552" y="90818"/>
                      <a:pt x="69081" y="86043"/>
                      <a:pt x="77580" y="77544"/>
                    </a:cubicBezTo>
                    <a:cubicBezTo>
                      <a:pt x="86079" y="69045"/>
                      <a:pt x="90855" y="57516"/>
                      <a:pt x="90855" y="45496"/>
                    </a:cubicBezTo>
                    <a:cubicBezTo>
                      <a:pt x="90855" y="33477"/>
                      <a:pt x="86079" y="21948"/>
                      <a:pt x="77580" y="13449"/>
                    </a:cubicBezTo>
                    <a:cubicBezTo>
                      <a:pt x="69081" y="4950"/>
                      <a:pt x="57552" y="174"/>
                      <a:pt x="45532" y="174"/>
                    </a:cubicBezTo>
                    <a:cubicBezTo>
                      <a:pt x="33513" y="174"/>
                      <a:pt x="21984" y="4950"/>
                      <a:pt x="13485" y="13449"/>
                    </a:cubicBezTo>
                    <a:cubicBezTo>
                      <a:pt x="4985" y="21948"/>
                      <a:pt x="210" y="33477"/>
                      <a:pt x="210" y="45496"/>
                    </a:cubicBezTo>
                    <a:cubicBezTo>
                      <a:pt x="210" y="57516"/>
                      <a:pt x="4985" y="69045"/>
                      <a:pt x="13485" y="77544"/>
                    </a:cubicBezTo>
                    <a:cubicBezTo>
                      <a:pt x="21984" y="86043"/>
                      <a:pt x="33513" y="90818"/>
                      <a:pt x="45532" y="9081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5" name="任意多边形: 形状 3534"/>
              <p:cNvSpPr/>
              <p:nvPr/>
            </p:nvSpPr>
            <p:spPr>
              <a:xfrm>
                <a:off x="29143659" y="22065664"/>
                <a:ext cx="180000" cy="180000"/>
              </a:xfrm>
              <a:custGeom>
                <a:avLst/>
                <a:gdLst>
                  <a:gd name="csX0" fmla="*/ 45497 w 90645"/>
                  <a:gd name="csY0" fmla="*/ 90772 h 90643"/>
                  <a:gd name="csX1" fmla="*/ 77545 w 90645"/>
                  <a:gd name="csY1" fmla="*/ 77498 h 90643"/>
                  <a:gd name="csX2" fmla="*/ 90819 w 90645"/>
                  <a:gd name="csY2" fmla="*/ 45450 h 90643"/>
                  <a:gd name="csX3" fmla="*/ 77545 w 90645"/>
                  <a:gd name="csY3" fmla="*/ 13403 h 90643"/>
                  <a:gd name="csX4" fmla="*/ 45497 w 90645"/>
                  <a:gd name="csY4" fmla="*/ 129 h 90643"/>
                  <a:gd name="csX5" fmla="*/ 13449 w 90645"/>
                  <a:gd name="csY5" fmla="*/ 13403 h 90643"/>
                  <a:gd name="csX6" fmla="*/ 174 w 90645"/>
                  <a:gd name="csY6" fmla="*/ 45450 h 90643"/>
                  <a:gd name="csX7" fmla="*/ 13449 w 90645"/>
                  <a:gd name="csY7" fmla="*/ 77498 h 90643"/>
                  <a:gd name="csX8" fmla="*/ 45497 w 90645"/>
                  <a:gd name="csY8" fmla="*/ 9077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7" y="90772"/>
                    </a:moveTo>
                    <a:cubicBezTo>
                      <a:pt x="57517" y="90772"/>
                      <a:pt x="69046" y="85997"/>
                      <a:pt x="77545" y="77498"/>
                    </a:cubicBezTo>
                    <a:cubicBezTo>
                      <a:pt x="86044" y="68999"/>
                      <a:pt x="90819" y="57470"/>
                      <a:pt x="90819" y="45450"/>
                    </a:cubicBezTo>
                    <a:cubicBezTo>
                      <a:pt x="90819" y="33431"/>
                      <a:pt x="86044" y="21902"/>
                      <a:pt x="77545" y="13403"/>
                    </a:cubicBezTo>
                    <a:cubicBezTo>
                      <a:pt x="69046" y="4904"/>
                      <a:pt x="57517" y="129"/>
                      <a:pt x="45497" y="129"/>
                    </a:cubicBezTo>
                    <a:cubicBezTo>
                      <a:pt x="33477" y="129"/>
                      <a:pt x="21948" y="4904"/>
                      <a:pt x="13449" y="13403"/>
                    </a:cubicBezTo>
                    <a:cubicBezTo>
                      <a:pt x="4950" y="21902"/>
                      <a:pt x="174" y="33431"/>
                      <a:pt x="174" y="45450"/>
                    </a:cubicBezTo>
                    <a:cubicBezTo>
                      <a:pt x="174" y="57470"/>
                      <a:pt x="4950" y="68999"/>
                      <a:pt x="13449" y="77498"/>
                    </a:cubicBezTo>
                    <a:cubicBezTo>
                      <a:pt x="21948" y="85997"/>
                      <a:pt x="33477" y="90772"/>
                      <a:pt x="45497" y="9077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6" name="任意多边形: 形状 3535"/>
              <p:cNvSpPr/>
              <p:nvPr/>
            </p:nvSpPr>
            <p:spPr>
              <a:xfrm>
                <a:off x="28943919" y="23438511"/>
                <a:ext cx="180000" cy="180000"/>
              </a:xfrm>
              <a:custGeom>
                <a:avLst/>
                <a:gdLst>
                  <a:gd name="csX0" fmla="*/ 45491 w 90645"/>
                  <a:gd name="csY0" fmla="*/ 90815 h 90643"/>
                  <a:gd name="csX1" fmla="*/ 77538 w 90645"/>
                  <a:gd name="csY1" fmla="*/ 77541 h 90643"/>
                  <a:gd name="csX2" fmla="*/ 90813 w 90645"/>
                  <a:gd name="csY2" fmla="*/ 45493 h 90643"/>
                  <a:gd name="csX3" fmla="*/ 77538 w 90645"/>
                  <a:gd name="csY3" fmla="*/ 13446 h 90643"/>
                  <a:gd name="csX4" fmla="*/ 45491 w 90645"/>
                  <a:gd name="csY4" fmla="*/ 171 h 90643"/>
                  <a:gd name="csX5" fmla="*/ 13443 w 90645"/>
                  <a:gd name="csY5" fmla="*/ 13446 h 90643"/>
                  <a:gd name="csX6" fmla="*/ 168 w 90645"/>
                  <a:gd name="csY6" fmla="*/ 45493 h 90643"/>
                  <a:gd name="csX7" fmla="*/ 13443 w 90645"/>
                  <a:gd name="csY7" fmla="*/ 77541 h 90643"/>
                  <a:gd name="csX8" fmla="*/ 45491 w 90645"/>
                  <a:gd name="csY8" fmla="*/ 9081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1" y="90815"/>
                    </a:moveTo>
                    <a:cubicBezTo>
                      <a:pt x="57510" y="90815"/>
                      <a:pt x="69039" y="86040"/>
                      <a:pt x="77538" y="77541"/>
                    </a:cubicBezTo>
                    <a:cubicBezTo>
                      <a:pt x="86038" y="69042"/>
                      <a:pt x="90813" y="57513"/>
                      <a:pt x="90813" y="45493"/>
                    </a:cubicBezTo>
                    <a:cubicBezTo>
                      <a:pt x="90813" y="33474"/>
                      <a:pt x="86038" y="21945"/>
                      <a:pt x="77538" y="13446"/>
                    </a:cubicBezTo>
                    <a:cubicBezTo>
                      <a:pt x="69039" y="4947"/>
                      <a:pt x="57510" y="171"/>
                      <a:pt x="45491" y="171"/>
                    </a:cubicBezTo>
                    <a:cubicBezTo>
                      <a:pt x="33471" y="171"/>
                      <a:pt x="21942" y="4947"/>
                      <a:pt x="13443" y="13446"/>
                    </a:cubicBezTo>
                    <a:cubicBezTo>
                      <a:pt x="4944" y="21945"/>
                      <a:pt x="168" y="33474"/>
                      <a:pt x="168" y="45493"/>
                    </a:cubicBezTo>
                    <a:cubicBezTo>
                      <a:pt x="168" y="57513"/>
                      <a:pt x="4944" y="69042"/>
                      <a:pt x="13443" y="77541"/>
                    </a:cubicBezTo>
                    <a:cubicBezTo>
                      <a:pt x="21942" y="86040"/>
                      <a:pt x="33471" y="90815"/>
                      <a:pt x="45491" y="9081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7" name="任意多边形: 形状 3536"/>
              <p:cNvSpPr/>
              <p:nvPr/>
            </p:nvSpPr>
            <p:spPr>
              <a:xfrm>
                <a:off x="30462683" y="22228190"/>
                <a:ext cx="180000" cy="180000"/>
              </a:xfrm>
              <a:custGeom>
                <a:avLst/>
                <a:gdLst>
                  <a:gd name="csX0" fmla="*/ 45538 w 90645"/>
                  <a:gd name="csY0" fmla="*/ 90778 h 90643"/>
                  <a:gd name="csX1" fmla="*/ 77586 w 90645"/>
                  <a:gd name="csY1" fmla="*/ 77503 h 90643"/>
                  <a:gd name="csX2" fmla="*/ 90861 w 90645"/>
                  <a:gd name="csY2" fmla="*/ 45456 h 90643"/>
                  <a:gd name="csX3" fmla="*/ 77586 w 90645"/>
                  <a:gd name="csY3" fmla="*/ 13408 h 90643"/>
                  <a:gd name="csX4" fmla="*/ 45538 w 90645"/>
                  <a:gd name="csY4" fmla="*/ 134 h 90643"/>
                  <a:gd name="csX5" fmla="*/ 13490 w 90645"/>
                  <a:gd name="csY5" fmla="*/ 13408 h 90643"/>
                  <a:gd name="csX6" fmla="*/ 215 w 90645"/>
                  <a:gd name="csY6" fmla="*/ 45456 h 90643"/>
                  <a:gd name="csX7" fmla="*/ 13490 w 90645"/>
                  <a:gd name="csY7" fmla="*/ 77503 h 90643"/>
                  <a:gd name="csX8" fmla="*/ 45538 w 90645"/>
                  <a:gd name="csY8" fmla="*/ 9077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8" y="90778"/>
                    </a:moveTo>
                    <a:cubicBezTo>
                      <a:pt x="57558" y="90778"/>
                      <a:pt x="69087" y="86002"/>
                      <a:pt x="77586" y="77503"/>
                    </a:cubicBezTo>
                    <a:cubicBezTo>
                      <a:pt x="86085" y="69004"/>
                      <a:pt x="90861" y="57475"/>
                      <a:pt x="90861" y="45456"/>
                    </a:cubicBezTo>
                    <a:cubicBezTo>
                      <a:pt x="90861" y="33436"/>
                      <a:pt x="86085" y="21907"/>
                      <a:pt x="77586" y="13408"/>
                    </a:cubicBezTo>
                    <a:cubicBezTo>
                      <a:pt x="69087" y="4909"/>
                      <a:pt x="57558" y="134"/>
                      <a:pt x="45538" y="134"/>
                    </a:cubicBezTo>
                    <a:cubicBezTo>
                      <a:pt x="33518" y="134"/>
                      <a:pt x="21989" y="4909"/>
                      <a:pt x="13490" y="13408"/>
                    </a:cubicBezTo>
                    <a:cubicBezTo>
                      <a:pt x="4991" y="21907"/>
                      <a:pt x="215" y="33436"/>
                      <a:pt x="215" y="45456"/>
                    </a:cubicBezTo>
                    <a:cubicBezTo>
                      <a:pt x="215" y="57475"/>
                      <a:pt x="4991" y="69004"/>
                      <a:pt x="13490" y="77503"/>
                    </a:cubicBezTo>
                    <a:cubicBezTo>
                      <a:pt x="21989" y="86002"/>
                      <a:pt x="33518" y="90778"/>
                      <a:pt x="45538" y="9077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8" name="任意多边形: 形状 3537"/>
              <p:cNvSpPr/>
              <p:nvPr/>
            </p:nvSpPr>
            <p:spPr>
              <a:xfrm>
                <a:off x="30809328" y="24327300"/>
                <a:ext cx="180000" cy="180000"/>
              </a:xfrm>
              <a:custGeom>
                <a:avLst/>
                <a:gdLst>
                  <a:gd name="csX0" fmla="*/ 45549 w 90645"/>
                  <a:gd name="csY0" fmla="*/ 90843 h 90643"/>
                  <a:gd name="csX1" fmla="*/ 77597 w 90645"/>
                  <a:gd name="csY1" fmla="*/ 77569 h 90643"/>
                  <a:gd name="csX2" fmla="*/ 90871 w 90645"/>
                  <a:gd name="csY2" fmla="*/ 45521 h 90643"/>
                  <a:gd name="csX3" fmla="*/ 77597 w 90645"/>
                  <a:gd name="csY3" fmla="*/ 13474 h 90643"/>
                  <a:gd name="csX4" fmla="*/ 45549 w 90645"/>
                  <a:gd name="csY4" fmla="*/ 199 h 90643"/>
                  <a:gd name="csX5" fmla="*/ 13501 w 90645"/>
                  <a:gd name="csY5" fmla="*/ 13474 h 90643"/>
                  <a:gd name="csX6" fmla="*/ 226 w 90645"/>
                  <a:gd name="csY6" fmla="*/ 45521 h 90643"/>
                  <a:gd name="csX7" fmla="*/ 13501 w 90645"/>
                  <a:gd name="csY7" fmla="*/ 77569 h 90643"/>
                  <a:gd name="csX8" fmla="*/ 45549 w 90645"/>
                  <a:gd name="csY8" fmla="*/ 9084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9" y="90843"/>
                    </a:moveTo>
                    <a:cubicBezTo>
                      <a:pt x="57569" y="90843"/>
                      <a:pt x="69098" y="86068"/>
                      <a:pt x="77597" y="77569"/>
                    </a:cubicBezTo>
                    <a:cubicBezTo>
                      <a:pt x="86096" y="69069"/>
                      <a:pt x="90871" y="57541"/>
                      <a:pt x="90871" y="45521"/>
                    </a:cubicBezTo>
                    <a:cubicBezTo>
                      <a:pt x="90871" y="33502"/>
                      <a:pt x="86096" y="21973"/>
                      <a:pt x="77597" y="13474"/>
                    </a:cubicBezTo>
                    <a:cubicBezTo>
                      <a:pt x="69098" y="4975"/>
                      <a:pt x="57569" y="199"/>
                      <a:pt x="45549" y="199"/>
                    </a:cubicBezTo>
                    <a:cubicBezTo>
                      <a:pt x="33529" y="199"/>
                      <a:pt x="22000" y="4975"/>
                      <a:pt x="13501" y="13474"/>
                    </a:cubicBezTo>
                    <a:cubicBezTo>
                      <a:pt x="5002" y="21973"/>
                      <a:pt x="226" y="33502"/>
                      <a:pt x="226" y="45521"/>
                    </a:cubicBezTo>
                    <a:cubicBezTo>
                      <a:pt x="226" y="57541"/>
                      <a:pt x="5002" y="69069"/>
                      <a:pt x="13501" y="77569"/>
                    </a:cubicBezTo>
                    <a:cubicBezTo>
                      <a:pt x="22000" y="86068"/>
                      <a:pt x="33529" y="90843"/>
                      <a:pt x="45549" y="9084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39" name="任意多边形: 形状 3538"/>
              <p:cNvSpPr/>
              <p:nvPr/>
            </p:nvSpPr>
            <p:spPr>
              <a:xfrm>
                <a:off x="28476919" y="22032988"/>
                <a:ext cx="180000" cy="180000"/>
              </a:xfrm>
              <a:custGeom>
                <a:avLst/>
                <a:gdLst>
                  <a:gd name="csX0" fmla="*/ 45476 w 90645"/>
                  <a:gd name="csY0" fmla="*/ 90771 h 90643"/>
                  <a:gd name="csX1" fmla="*/ 77524 w 90645"/>
                  <a:gd name="csY1" fmla="*/ 77497 h 90643"/>
                  <a:gd name="csX2" fmla="*/ 90799 w 90645"/>
                  <a:gd name="csY2" fmla="*/ 45449 h 90643"/>
                  <a:gd name="csX3" fmla="*/ 77524 w 90645"/>
                  <a:gd name="csY3" fmla="*/ 13402 h 90643"/>
                  <a:gd name="csX4" fmla="*/ 45476 w 90645"/>
                  <a:gd name="csY4" fmla="*/ 127 h 90643"/>
                  <a:gd name="csX5" fmla="*/ 13428 w 90645"/>
                  <a:gd name="csY5" fmla="*/ 13402 h 90643"/>
                  <a:gd name="csX6" fmla="*/ 154 w 90645"/>
                  <a:gd name="csY6" fmla="*/ 45449 h 90643"/>
                  <a:gd name="csX7" fmla="*/ 13428 w 90645"/>
                  <a:gd name="csY7" fmla="*/ 77497 h 90643"/>
                  <a:gd name="csX8" fmla="*/ 45476 w 90645"/>
                  <a:gd name="csY8" fmla="*/ 9077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6" y="90771"/>
                    </a:moveTo>
                    <a:cubicBezTo>
                      <a:pt x="57496" y="90771"/>
                      <a:pt x="69025" y="85996"/>
                      <a:pt x="77524" y="77497"/>
                    </a:cubicBezTo>
                    <a:cubicBezTo>
                      <a:pt x="86023" y="68998"/>
                      <a:pt x="90799" y="57469"/>
                      <a:pt x="90799" y="45449"/>
                    </a:cubicBezTo>
                    <a:cubicBezTo>
                      <a:pt x="90799" y="33430"/>
                      <a:pt x="86023" y="21901"/>
                      <a:pt x="77524" y="13402"/>
                    </a:cubicBezTo>
                    <a:cubicBezTo>
                      <a:pt x="69025" y="4903"/>
                      <a:pt x="57496" y="127"/>
                      <a:pt x="45476" y="127"/>
                    </a:cubicBezTo>
                    <a:cubicBezTo>
                      <a:pt x="33456" y="127"/>
                      <a:pt x="21927" y="4903"/>
                      <a:pt x="13428" y="13402"/>
                    </a:cubicBezTo>
                    <a:cubicBezTo>
                      <a:pt x="4929" y="21901"/>
                      <a:pt x="154" y="33430"/>
                      <a:pt x="154" y="45449"/>
                    </a:cubicBezTo>
                    <a:cubicBezTo>
                      <a:pt x="154" y="57469"/>
                      <a:pt x="4929" y="68998"/>
                      <a:pt x="13428" y="77497"/>
                    </a:cubicBezTo>
                    <a:cubicBezTo>
                      <a:pt x="21927" y="85996"/>
                      <a:pt x="33456" y="90771"/>
                      <a:pt x="45476" y="9077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0" name="任意多边形: 形状 3539"/>
              <p:cNvSpPr/>
              <p:nvPr/>
            </p:nvSpPr>
            <p:spPr>
              <a:xfrm>
                <a:off x="27767213" y="25001760"/>
                <a:ext cx="180000" cy="180000"/>
              </a:xfrm>
              <a:custGeom>
                <a:avLst/>
                <a:gdLst>
                  <a:gd name="csX0" fmla="*/ 45454 w 90645"/>
                  <a:gd name="csY0" fmla="*/ 90864 h 90643"/>
                  <a:gd name="csX1" fmla="*/ 77502 w 90645"/>
                  <a:gd name="csY1" fmla="*/ 77590 h 90643"/>
                  <a:gd name="csX2" fmla="*/ 90776 w 90645"/>
                  <a:gd name="csY2" fmla="*/ 45542 h 90643"/>
                  <a:gd name="csX3" fmla="*/ 77502 w 90645"/>
                  <a:gd name="csY3" fmla="*/ 13495 h 90643"/>
                  <a:gd name="csX4" fmla="*/ 45454 w 90645"/>
                  <a:gd name="csY4" fmla="*/ 220 h 90643"/>
                  <a:gd name="csX5" fmla="*/ 13406 w 90645"/>
                  <a:gd name="csY5" fmla="*/ 13495 h 90643"/>
                  <a:gd name="csX6" fmla="*/ 131 w 90645"/>
                  <a:gd name="csY6" fmla="*/ 45542 h 90643"/>
                  <a:gd name="csX7" fmla="*/ 13406 w 90645"/>
                  <a:gd name="csY7" fmla="*/ 77590 h 90643"/>
                  <a:gd name="csX8" fmla="*/ 45454 w 90645"/>
                  <a:gd name="csY8" fmla="*/ 9086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4" y="90864"/>
                    </a:moveTo>
                    <a:cubicBezTo>
                      <a:pt x="57474" y="90864"/>
                      <a:pt x="69003" y="86089"/>
                      <a:pt x="77502" y="77590"/>
                    </a:cubicBezTo>
                    <a:cubicBezTo>
                      <a:pt x="86001" y="69090"/>
                      <a:pt x="90776" y="57562"/>
                      <a:pt x="90776" y="45542"/>
                    </a:cubicBezTo>
                    <a:cubicBezTo>
                      <a:pt x="90776" y="33523"/>
                      <a:pt x="86001" y="21994"/>
                      <a:pt x="77502" y="13495"/>
                    </a:cubicBezTo>
                    <a:cubicBezTo>
                      <a:pt x="69003" y="4996"/>
                      <a:pt x="57474" y="220"/>
                      <a:pt x="45454" y="220"/>
                    </a:cubicBezTo>
                    <a:cubicBezTo>
                      <a:pt x="33434" y="220"/>
                      <a:pt x="21905" y="4996"/>
                      <a:pt x="13406" y="13495"/>
                    </a:cubicBezTo>
                    <a:cubicBezTo>
                      <a:pt x="4907" y="21994"/>
                      <a:pt x="131" y="33523"/>
                      <a:pt x="131" y="45542"/>
                    </a:cubicBezTo>
                    <a:cubicBezTo>
                      <a:pt x="131" y="57562"/>
                      <a:pt x="4907" y="69090"/>
                      <a:pt x="13406" y="77590"/>
                    </a:cubicBezTo>
                    <a:cubicBezTo>
                      <a:pt x="21905" y="86089"/>
                      <a:pt x="33434" y="90864"/>
                      <a:pt x="45454" y="9086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1" name="任意多边形: 形状 3540"/>
              <p:cNvSpPr/>
              <p:nvPr/>
            </p:nvSpPr>
            <p:spPr>
              <a:xfrm>
                <a:off x="32834607" y="20287511"/>
                <a:ext cx="180000" cy="180000"/>
              </a:xfrm>
              <a:custGeom>
                <a:avLst/>
                <a:gdLst>
                  <a:gd name="csX0" fmla="*/ 45612 w 90645"/>
                  <a:gd name="csY0" fmla="*/ 90717 h 90643"/>
                  <a:gd name="csX1" fmla="*/ 77660 w 90645"/>
                  <a:gd name="csY1" fmla="*/ 77442 h 90643"/>
                  <a:gd name="csX2" fmla="*/ 90935 w 90645"/>
                  <a:gd name="csY2" fmla="*/ 45395 h 90643"/>
                  <a:gd name="csX3" fmla="*/ 77660 w 90645"/>
                  <a:gd name="csY3" fmla="*/ 13348 h 90643"/>
                  <a:gd name="csX4" fmla="*/ 45612 w 90645"/>
                  <a:gd name="csY4" fmla="*/ 73 h 90643"/>
                  <a:gd name="csX5" fmla="*/ 13564 w 90645"/>
                  <a:gd name="csY5" fmla="*/ 13348 h 90643"/>
                  <a:gd name="csX6" fmla="*/ 289 w 90645"/>
                  <a:gd name="csY6" fmla="*/ 45395 h 90643"/>
                  <a:gd name="csX7" fmla="*/ 13564 w 90645"/>
                  <a:gd name="csY7" fmla="*/ 77442 h 90643"/>
                  <a:gd name="csX8" fmla="*/ 45612 w 90645"/>
                  <a:gd name="csY8" fmla="*/ 9071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12" y="90717"/>
                    </a:moveTo>
                    <a:cubicBezTo>
                      <a:pt x="57632" y="90717"/>
                      <a:pt x="69161" y="85942"/>
                      <a:pt x="77660" y="77442"/>
                    </a:cubicBezTo>
                    <a:cubicBezTo>
                      <a:pt x="86159" y="68943"/>
                      <a:pt x="90935" y="57415"/>
                      <a:pt x="90935" y="45395"/>
                    </a:cubicBezTo>
                    <a:cubicBezTo>
                      <a:pt x="90935" y="33375"/>
                      <a:pt x="86159" y="21847"/>
                      <a:pt x="77660" y="13348"/>
                    </a:cubicBezTo>
                    <a:cubicBezTo>
                      <a:pt x="69161" y="4848"/>
                      <a:pt x="57632" y="73"/>
                      <a:pt x="45612" y="73"/>
                    </a:cubicBezTo>
                    <a:cubicBezTo>
                      <a:pt x="33592" y="73"/>
                      <a:pt x="22063" y="4848"/>
                      <a:pt x="13564" y="13348"/>
                    </a:cubicBezTo>
                    <a:cubicBezTo>
                      <a:pt x="5065" y="21847"/>
                      <a:pt x="289" y="33375"/>
                      <a:pt x="289" y="45395"/>
                    </a:cubicBezTo>
                    <a:cubicBezTo>
                      <a:pt x="289" y="57415"/>
                      <a:pt x="5065" y="68943"/>
                      <a:pt x="13564" y="77442"/>
                    </a:cubicBezTo>
                    <a:cubicBezTo>
                      <a:pt x="22063" y="85942"/>
                      <a:pt x="33592" y="90717"/>
                      <a:pt x="45612" y="9071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2" name="任意多边形: 形状 3541"/>
              <p:cNvSpPr/>
              <p:nvPr/>
            </p:nvSpPr>
            <p:spPr>
              <a:xfrm>
                <a:off x="30115965" y="23323107"/>
                <a:ext cx="180000" cy="180000"/>
              </a:xfrm>
              <a:custGeom>
                <a:avLst/>
                <a:gdLst>
                  <a:gd name="csX0" fmla="*/ 45527 w 90645"/>
                  <a:gd name="csY0" fmla="*/ 90812 h 90643"/>
                  <a:gd name="csX1" fmla="*/ 77575 w 90645"/>
                  <a:gd name="csY1" fmla="*/ 77537 h 90643"/>
                  <a:gd name="csX2" fmla="*/ 90850 w 90645"/>
                  <a:gd name="csY2" fmla="*/ 45490 h 90643"/>
                  <a:gd name="csX3" fmla="*/ 77575 w 90645"/>
                  <a:gd name="csY3" fmla="*/ 13442 h 90643"/>
                  <a:gd name="csX4" fmla="*/ 45527 w 90645"/>
                  <a:gd name="csY4" fmla="*/ 168 h 90643"/>
                  <a:gd name="csX5" fmla="*/ 13479 w 90645"/>
                  <a:gd name="csY5" fmla="*/ 13442 h 90643"/>
                  <a:gd name="csX6" fmla="*/ 205 w 90645"/>
                  <a:gd name="csY6" fmla="*/ 45490 h 90643"/>
                  <a:gd name="csX7" fmla="*/ 13479 w 90645"/>
                  <a:gd name="csY7" fmla="*/ 77537 h 90643"/>
                  <a:gd name="csX8" fmla="*/ 45527 w 90645"/>
                  <a:gd name="csY8" fmla="*/ 9081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7" y="90812"/>
                    </a:moveTo>
                    <a:cubicBezTo>
                      <a:pt x="57547" y="90812"/>
                      <a:pt x="69076" y="86036"/>
                      <a:pt x="77575" y="77537"/>
                    </a:cubicBezTo>
                    <a:cubicBezTo>
                      <a:pt x="86074" y="69038"/>
                      <a:pt x="90850" y="57509"/>
                      <a:pt x="90850" y="45490"/>
                    </a:cubicBezTo>
                    <a:cubicBezTo>
                      <a:pt x="90850" y="33470"/>
                      <a:pt x="86074" y="21941"/>
                      <a:pt x="77575" y="13442"/>
                    </a:cubicBezTo>
                    <a:cubicBezTo>
                      <a:pt x="69076" y="4943"/>
                      <a:pt x="57547" y="168"/>
                      <a:pt x="45527" y="168"/>
                    </a:cubicBezTo>
                    <a:cubicBezTo>
                      <a:pt x="33508" y="168"/>
                      <a:pt x="21979" y="4943"/>
                      <a:pt x="13479" y="13442"/>
                    </a:cubicBezTo>
                    <a:cubicBezTo>
                      <a:pt x="4980" y="21941"/>
                      <a:pt x="205" y="33470"/>
                      <a:pt x="205" y="45490"/>
                    </a:cubicBezTo>
                    <a:cubicBezTo>
                      <a:pt x="205" y="57509"/>
                      <a:pt x="4980" y="69038"/>
                      <a:pt x="13479" y="77537"/>
                    </a:cubicBezTo>
                    <a:cubicBezTo>
                      <a:pt x="21979" y="86036"/>
                      <a:pt x="33508" y="90812"/>
                      <a:pt x="45527" y="9081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3" name="任意多边形: 形状 3542"/>
              <p:cNvSpPr/>
              <p:nvPr/>
            </p:nvSpPr>
            <p:spPr>
              <a:xfrm>
                <a:off x="29757145" y="22773332"/>
                <a:ext cx="180000" cy="180000"/>
              </a:xfrm>
              <a:custGeom>
                <a:avLst/>
                <a:gdLst>
                  <a:gd name="csX0" fmla="*/ 45516 w 90645"/>
                  <a:gd name="csY0" fmla="*/ 90795 h 90643"/>
                  <a:gd name="csX1" fmla="*/ 77564 w 90645"/>
                  <a:gd name="csY1" fmla="*/ 77520 h 90643"/>
                  <a:gd name="csX2" fmla="*/ 90839 w 90645"/>
                  <a:gd name="csY2" fmla="*/ 45473 h 90643"/>
                  <a:gd name="csX3" fmla="*/ 77564 w 90645"/>
                  <a:gd name="csY3" fmla="*/ 13425 h 90643"/>
                  <a:gd name="csX4" fmla="*/ 45516 w 90645"/>
                  <a:gd name="csY4" fmla="*/ 151 h 90643"/>
                  <a:gd name="csX5" fmla="*/ 13468 w 90645"/>
                  <a:gd name="csY5" fmla="*/ 13425 h 90643"/>
                  <a:gd name="csX6" fmla="*/ 193 w 90645"/>
                  <a:gd name="csY6" fmla="*/ 45473 h 90643"/>
                  <a:gd name="csX7" fmla="*/ 13468 w 90645"/>
                  <a:gd name="csY7" fmla="*/ 77520 h 90643"/>
                  <a:gd name="csX8" fmla="*/ 45516 w 90645"/>
                  <a:gd name="csY8" fmla="*/ 9079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6" y="90795"/>
                    </a:moveTo>
                    <a:cubicBezTo>
                      <a:pt x="57536" y="90795"/>
                      <a:pt x="69065" y="86019"/>
                      <a:pt x="77564" y="77520"/>
                    </a:cubicBezTo>
                    <a:cubicBezTo>
                      <a:pt x="86063" y="69021"/>
                      <a:pt x="90839" y="57492"/>
                      <a:pt x="90839" y="45473"/>
                    </a:cubicBezTo>
                    <a:cubicBezTo>
                      <a:pt x="90839" y="33453"/>
                      <a:pt x="86063" y="21924"/>
                      <a:pt x="77564" y="13425"/>
                    </a:cubicBezTo>
                    <a:cubicBezTo>
                      <a:pt x="69065" y="4926"/>
                      <a:pt x="57536" y="151"/>
                      <a:pt x="45516" y="151"/>
                    </a:cubicBezTo>
                    <a:cubicBezTo>
                      <a:pt x="33496" y="151"/>
                      <a:pt x="21967" y="4926"/>
                      <a:pt x="13468" y="13425"/>
                    </a:cubicBezTo>
                    <a:cubicBezTo>
                      <a:pt x="4969" y="21924"/>
                      <a:pt x="193" y="33453"/>
                      <a:pt x="193" y="45473"/>
                    </a:cubicBezTo>
                    <a:cubicBezTo>
                      <a:pt x="193" y="57492"/>
                      <a:pt x="4969" y="69021"/>
                      <a:pt x="13468" y="77520"/>
                    </a:cubicBezTo>
                    <a:cubicBezTo>
                      <a:pt x="21967" y="86019"/>
                      <a:pt x="33496" y="90795"/>
                      <a:pt x="45516" y="9079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4" name="任意多边形: 形状 3543"/>
              <p:cNvSpPr/>
              <p:nvPr/>
            </p:nvSpPr>
            <p:spPr>
              <a:xfrm>
                <a:off x="29527464" y="23987105"/>
                <a:ext cx="180000" cy="180000"/>
              </a:xfrm>
              <a:custGeom>
                <a:avLst/>
                <a:gdLst>
                  <a:gd name="csX0" fmla="*/ 45509 w 90645"/>
                  <a:gd name="csY0" fmla="*/ 90832 h 90643"/>
                  <a:gd name="csX1" fmla="*/ 77557 w 90645"/>
                  <a:gd name="csY1" fmla="*/ 77558 h 90643"/>
                  <a:gd name="csX2" fmla="*/ 90831 w 90645"/>
                  <a:gd name="csY2" fmla="*/ 45510 h 90643"/>
                  <a:gd name="csX3" fmla="*/ 77557 w 90645"/>
                  <a:gd name="csY3" fmla="*/ 13463 h 90643"/>
                  <a:gd name="csX4" fmla="*/ 45509 w 90645"/>
                  <a:gd name="csY4" fmla="*/ 188 h 90643"/>
                  <a:gd name="csX5" fmla="*/ 13461 w 90645"/>
                  <a:gd name="csY5" fmla="*/ 13463 h 90643"/>
                  <a:gd name="csX6" fmla="*/ 186 w 90645"/>
                  <a:gd name="csY6" fmla="*/ 45510 h 90643"/>
                  <a:gd name="csX7" fmla="*/ 13461 w 90645"/>
                  <a:gd name="csY7" fmla="*/ 77558 h 90643"/>
                  <a:gd name="csX8" fmla="*/ 45509 w 90645"/>
                  <a:gd name="csY8" fmla="*/ 9083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9" y="90832"/>
                    </a:moveTo>
                    <a:cubicBezTo>
                      <a:pt x="57529" y="90832"/>
                      <a:pt x="69058" y="86057"/>
                      <a:pt x="77557" y="77558"/>
                    </a:cubicBezTo>
                    <a:cubicBezTo>
                      <a:pt x="86056" y="69059"/>
                      <a:pt x="90831" y="57530"/>
                      <a:pt x="90831" y="45510"/>
                    </a:cubicBezTo>
                    <a:cubicBezTo>
                      <a:pt x="90831" y="33491"/>
                      <a:pt x="86056" y="21962"/>
                      <a:pt x="77557" y="13463"/>
                    </a:cubicBezTo>
                    <a:cubicBezTo>
                      <a:pt x="69058" y="4964"/>
                      <a:pt x="57529" y="188"/>
                      <a:pt x="45509" y="188"/>
                    </a:cubicBezTo>
                    <a:cubicBezTo>
                      <a:pt x="33489" y="188"/>
                      <a:pt x="21960" y="4964"/>
                      <a:pt x="13461" y="13463"/>
                    </a:cubicBezTo>
                    <a:cubicBezTo>
                      <a:pt x="4962" y="21962"/>
                      <a:pt x="186" y="33491"/>
                      <a:pt x="186" y="45510"/>
                    </a:cubicBezTo>
                    <a:cubicBezTo>
                      <a:pt x="186" y="57530"/>
                      <a:pt x="4962" y="69059"/>
                      <a:pt x="13461" y="77558"/>
                    </a:cubicBezTo>
                    <a:cubicBezTo>
                      <a:pt x="21960" y="86057"/>
                      <a:pt x="33489" y="90832"/>
                      <a:pt x="45509" y="9083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5" name="任意多边形: 形状 3544"/>
              <p:cNvSpPr/>
              <p:nvPr/>
            </p:nvSpPr>
            <p:spPr>
              <a:xfrm>
                <a:off x="29909350" y="21725179"/>
                <a:ext cx="180000" cy="180000"/>
              </a:xfrm>
              <a:custGeom>
                <a:avLst/>
                <a:gdLst>
                  <a:gd name="csX0" fmla="*/ 45521 w 90645"/>
                  <a:gd name="csY0" fmla="*/ 90762 h 90643"/>
                  <a:gd name="csX1" fmla="*/ 77569 w 90645"/>
                  <a:gd name="csY1" fmla="*/ 77487 h 90643"/>
                  <a:gd name="csX2" fmla="*/ 90843 w 90645"/>
                  <a:gd name="csY2" fmla="*/ 45440 h 90643"/>
                  <a:gd name="csX3" fmla="*/ 77569 w 90645"/>
                  <a:gd name="csY3" fmla="*/ 13392 h 90643"/>
                  <a:gd name="csX4" fmla="*/ 45521 w 90645"/>
                  <a:gd name="csY4" fmla="*/ 118 h 90643"/>
                  <a:gd name="csX5" fmla="*/ 13473 w 90645"/>
                  <a:gd name="csY5" fmla="*/ 13392 h 90643"/>
                  <a:gd name="csX6" fmla="*/ 198 w 90645"/>
                  <a:gd name="csY6" fmla="*/ 45440 h 90643"/>
                  <a:gd name="csX7" fmla="*/ 13473 w 90645"/>
                  <a:gd name="csY7" fmla="*/ 77487 h 90643"/>
                  <a:gd name="csX8" fmla="*/ 45521 w 90645"/>
                  <a:gd name="csY8" fmla="*/ 9076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1" y="90762"/>
                    </a:moveTo>
                    <a:cubicBezTo>
                      <a:pt x="57540" y="90762"/>
                      <a:pt x="69069" y="85986"/>
                      <a:pt x="77569" y="77487"/>
                    </a:cubicBezTo>
                    <a:cubicBezTo>
                      <a:pt x="86068" y="68988"/>
                      <a:pt x="90843" y="57459"/>
                      <a:pt x="90843" y="45440"/>
                    </a:cubicBezTo>
                    <a:cubicBezTo>
                      <a:pt x="90843" y="33420"/>
                      <a:pt x="86068" y="21891"/>
                      <a:pt x="77569" y="13392"/>
                    </a:cubicBezTo>
                    <a:cubicBezTo>
                      <a:pt x="69069" y="4893"/>
                      <a:pt x="57540" y="118"/>
                      <a:pt x="45521" y="118"/>
                    </a:cubicBezTo>
                    <a:cubicBezTo>
                      <a:pt x="33501" y="118"/>
                      <a:pt x="21972" y="4893"/>
                      <a:pt x="13473" y="13392"/>
                    </a:cubicBezTo>
                    <a:cubicBezTo>
                      <a:pt x="4974" y="21891"/>
                      <a:pt x="198" y="33420"/>
                      <a:pt x="198" y="45440"/>
                    </a:cubicBezTo>
                    <a:cubicBezTo>
                      <a:pt x="198" y="57459"/>
                      <a:pt x="4974" y="68988"/>
                      <a:pt x="13473" y="77487"/>
                    </a:cubicBezTo>
                    <a:cubicBezTo>
                      <a:pt x="21972" y="85986"/>
                      <a:pt x="33501" y="90762"/>
                      <a:pt x="45521" y="9076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6" name="任意多边形: 形状 3545"/>
              <p:cNvSpPr/>
              <p:nvPr/>
            </p:nvSpPr>
            <p:spPr>
              <a:xfrm>
                <a:off x="31825489" y="23665550"/>
                <a:ext cx="180000" cy="180000"/>
              </a:xfrm>
              <a:custGeom>
                <a:avLst/>
                <a:gdLst>
                  <a:gd name="csX0" fmla="*/ 45581 w 90645"/>
                  <a:gd name="csY0" fmla="*/ 90822 h 90643"/>
                  <a:gd name="csX1" fmla="*/ 77628 w 90645"/>
                  <a:gd name="csY1" fmla="*/ 77548 h 90643"/>
                  <a:gd name="csX2" fmla="*/ 90903 w 90645"/>
                  <a:gd name="csY2" fmla="*/ 45500 h 90643"/>
                  <a:gd name="csX3" fmla="*/ 77628 w 90645"/>
                  <a:gd name="csY3" fmla="*/ 13453 h 90643"/>
                  <a:gd name="csX4" fmla="*/ 45581 w 90645"/>
                  <a:gd name="csY4" fmla="*/ 178 h 90643"/>
                  <a:gd name="csX5" fmla="*/ 13533 w 90645"/>
                  <a:gd name="csY5" fmla="*/ 13453 h 90643"/>
                  <a:gd name="csX6" fmla="*/ 258 w 90645"/>
                  <a:gd name="csY6" fmla="*/ 45500 h 90643"/>
                  <a:gd name="csX7" fmla="*/ 13533 w 90645"/>
                  <a:gd name="csY7" fmla="*/ 77548 h 90643"/>
                  <a:gd name="csX8" fmla="*/ 45581 w 90645"/>
                  <a:gd name="csY8" fmla="*/ 9082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1" y="90822"/>
                    </a:moveTo>
                    <a:cubicBezTo>
                      <a:pt x="57600" y="90822"/>
                      <a:pt x="69129" y="86047"/>
                      <a:pt x="77628" y="77548"/>
                    </a:cubicBezTo>
                    <a:cubicBezTo>
                      <a:pt x="86128" y="69049"/>
                      <a:pt x="90903" y="57520"/>
                      <a:pt x="90903" y="45500"/>
                    </a:cubicBezTo>
                    <a:cubicBezTo>
                      <a:pt x="90903" y="33481"/>
                      <a:pt x="86128" y="21952"/>
                      <a:pt x="77628" y="13453"/>
                    </a:cubicBezTo>
                    <a:cubicBezTo>
                      <a:pt x="69129" y="4954"/>
                      <a:pt x="57600" y="178"/>
                      <a:pt x="45581" y="178"/>
                    </a:cubicBezTo>
                    <a:cubicBezTo>
                      <a:pt x="33561" y="178"/>
                      <a:pt x="22032" y="4954"/>
                      <a:pt x="13533" y="13453"/>
                    </a:cubicBezTo>
                    <a:cubicBezTo>
                      <a:pt x="5033" y="21952"/>
                      <a:pt x="258" y="33481"/>
                      <a:pt x="258" y="45500"/>
                    </a:cubicBezTo>
                    <a:cubicBezTo>
                      <a:pt x="258" y="57520"/>
                      <a:pt x="5033" y="69049"/>
                      <a:pt x="13533" y="77548"/>
                    </a:cubicBezTo>
                    <a:cubicBezTo>
                      <a:pt x="22032" y="86047"/>
                      <a:pt x="33561" y="90822"/>
                      <a:pt x="45581" y="9082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7" name="任意多边形: 形状 3546"/>
              <p:cNvSpPr/>
              <p:nvPr/>
            </p:nvSpPr>
            <p:spPr>
              <a:xfrm>
                <a:off x="25707757" y="22449965"/>
                <a:ext cx="180000" cy="180000"/>
              </a:xfrm>
              <a:custGeom>
                <a:avLst/>
                <a:gdLst>
                  <a:gd name="csX0" fmla="*/ 45390 w 90645"/>
                  <a:gd name="csY0" fmla="*/ 90784 h 90643"/>
                  <a:gd name="csX1" fmla="*/ 77438 w 90645"/>
                  <a:gd name="csY1" fmla="*/ 77510 h 90643"/>
                  <a:gd name="csX2" fmla="*/ 90712 w 90645"/>
                  <a:gd name="csY2" fmla="*/ 45462 h 90643"/>
                  <a:gd name="csX3" fmla="*/ 77438 w 90645"/>
                  <a:gd name="csY3" fmla="*/ 13415 h 90643"/>
                  <a:gd name="csX4" fmla="*/ 45390 w 90645"/>
                  <a:gd name="csY4" fmla="*/ 140 h 90643"/>
                  <a:gd name="csX5" fmla="*/ 13342 w 90645"/>
                  <a:gd name="csY5" fmla="*/ 13415 h 90643"/>
                  <a:gd name="csX6" fmla="*/ 67 w 90645"/>
                  <a:gd name="csY6" fmla="*/ 45462 h 90643"/>
                  <a:gd name="csX7" fmla="*/ 13342 w 90645"/>
                  <a:gd name="csY7" fmla="*/ 77510 h 90643"/>
                  <a:gd name="csX8" fmla="*/ 45390 w 90645"/>
                  <a:gd name="csY8" fmla="*/ 9078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390" y="90784"/>
                    </a:moveTo>
                    <a:cubicBezTo>
                      <a:pt x="57409" y="90784"/>
                      <a:pt x="68938" y="86009"/>
                      <a:pt x="77438" y="77510"/>
                    </a:cubicBezTo>
                    <a:cubicBezTo>
                      <a:pt x="85937" y="69011"/>
                      <a:pt x="90712" y="57482"/>
                      <a:pt x="90712" y="45462"/>
                    </a:cubicBezTo>
                    <a:cubicBezTo>
                      <a:pt x="90712" y="33443"/>
                      <a:pt x="85937" y="21914"/>
                      <a:pt x="77438" y="13415"/>
                    </a:cubicBezTo>
                    <a:cubicBezTo>
                      <a:pt x="68938" y="4916"/>
                      <a:pt x="57409" y="140"/>
                      <a:pt x="45390" y="140"/>
                    </a:cubicBezTo>
                    <a:cubicBezTo>
                      <a:pt x="33370" y="140"/>
                      <a:pt x="21841" y="4916"/>
                      <a:pt x="13342" y="13415"/>
                    </a:cubicBezTo>
                    <a:cubicBezTo>
                      <a:pt x="4843" y="21914"/>
                      <a:pt x="67" y="33443"/>
                      <a:pt x="67" y="45462"/>
                    </a:cubicBezTo>
                    <a:cubicBezTo>
                      <a:pt x="67" y="57482"/>
                      <a:pt x="4843" y="69011"/>
                      <a:pt x="13342" y="77510"/>
                    </a:cubicBezTo>
                    <a:cubicBezTo>
                      <a:pt x="21841" y="86009"/>
                      <a:pt x="33370" y="90784"/>
                      <a:pt x="45390" y="9078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8" name="任意多边形: 形状 3547"/>
              <p:cNvSpPr/>
              <p:nvPr/>
            </p:nvSpPr>
            <p:spPr>
              <a:xfrm>
                <a:off x="28763298" y="23116035"/>
                <a:ext cx="180000" cy="180000"/>
              </a:xfrm>
              <a:custGeom>
                <a:avLst/>
                <a:gdLst>
                  <a:gd name="csX0" fmla="*/ 45485 w 90645"/>
                  <a:gd name="csY0" fmla="*/ 90805 h 90643"/>
                  <a:gd name="csX1" fmla="*/ 77533 w 90645"/>
                  <a:gd name="csY1" fmla="*/ 77531 h 90643"/>
                  <a:gd name="csX2" fmla="*/ 90808 w 90645"/>
                  <a:gd name="csY2" fmla="*/ 45483 h 90643"/>
                  <a:gd name="csX3" fmla="*/ 77533 w 90645"/>
                  <a:gd name="csY3" fmla="*/ 13436 h 90643"/>
                  <a:gd name="csX4" fmla="*/ 45485 w 90645"/>
                  <a:gd name="csY4" fmla="*/ 161 h 90643"/>
                  <a:gd name="csX5" fmla="*/ 13437 w 90645"/>
                  <a:gd name="csY5" fmla="*/ 13436 h 90643"/>
                  <a:gd name="csX6" fmla="*/ 162 w 90645"/>
                  <a:gd name="csY6" fmla="*/ 45483 h 90643"/>
                  <a:gd name="csX7" fmla="*/ 13437 w 90645"/>
                  <a:gd name="csY7" fmla="*/ 77531 h 90643"/>
                  <a:gd name="csX8" fmla="*/ 45485 w 90645"/>
                  <a:gd name="csY8" fmla="*/ 9080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5" y="90805"/>
                    </a:moveTo>
                    <a:cubicBezTo>
                      <a:pt x="57505" y="90805"/>
                      <a:pt x="69034" y="86030"/>
                      <a:pt x="77533" y="77531"/>
                    </a:cubicBezTo>
                    <a:cubicBezTo>
                      <a:pt x="86032" y="69032"/>
                      <a:pt x="90808" y="57503"/>
                      <a:pt x="90808" y="45483"/>
                    </a:cubicBezTo>
                    <a:cubicBezTo>
                      <a:pt x="90808" y="33464"/>
                      <a:pt x="86032" y="21935"/>
                      <a:pt x="77533" y="13436"/>
                    </a:cubicBezTo>
                    <a:cubicBezTo>
                      <a:pt x="69034" y="4937"/>
                      <a:pt x="57505" y="161"/>
                      <a:pt x="45485" y="161"/>
                    </a:cubicBezTo>
                    <a:cubicBezTo>
                      <a:pt x="33465" y="161"/>
                      <a:pt x="21936" y="4937"/>
                      <a:pt x="13437" y="13436"/>
                    </a:cubicBezTo>
                    <a:cubicBezTo>
                      <a:pt x="4938" y="21935"/>
                      <a:pt x="162" y="33464"/>
                      <a:pt x="162" y="45483"/>
                    </a:cubicBezTo>
                    <a:cubicBezTo>
                      <a:pt x="162" y="57503"/>
                      <a:pt x="4938" y="69032"/>
                      <a:pt x="13437" y="77531"/>
                    </a:cubicBezTo>
                    <a:cubicBezTo>
                      <a:pt x="21936" y="86030"/>
                      <a:pt x="33465" y="90805"/>
                      <a:pt x="45485" y="9080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49" name="任意多边形: 形状 3548"/>
              <p:cNvSpPr/>
              <p:nvPr/>
            </p:nvSpPr>
            <p:spPr>
              <a:xfrm>
                <a:off x="31132343" y="22572300"/>
                <a:ext cx="180000" cy="180000"/>
              </a:xfrm>
              <a:custGeom>
                <a:avLst/>
                <a:gdLst>
                  <a:gd name="csX0" fmla="*/ 45559 w 90645"/>
                  <a:gd name="csY0" fmla="*/ 90788 h 90643"/>
                  <a:gd name="csX1" fmla="*/ 77607 w 90645"/>
                  <a:gd name="csY1" fmla="*/ 77514 h 90643"/>
                  <a:gd name="csX2" fmla="*/ 90881 w 90645"/>
                  <a:gd name="csY2" fmla="*/ 45466 h 90643"/>
                  <a:gd name="csX3" fmla="*/ 77607 w 90645"/>
                  <a:gd name="csY3" fmla="*/ 13419 h 90643"/>
                  <a:gd name="csX4" fmla="*/ 45559 w 90645"/>
                  <a:gd name="csY4" fmla="*/ 144 h 90643"/>
                  <a:gd name="csX5" fmla="*/ 13511 w 90645"/>
                  <a:gd name="csY5" fmla="*/ 13419 h 90643"/>
                  <a:gd name="csX6" fmla="*/ 236 w 90645"/>
                  <a:gd name="csY6" fmla="*/ 45466 h 90643"/>
                  <a:gd name="csX7" fmla="*/ 13511 w 90645"/>
                  <a:gd name="csY7" fmla="*/ 77514 h 90643"/>
                  <a:gd name="csX8" fmla="*/ 45559 w 90645"/>
                  <a:gd name="csY8" fmla="*/ 9078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9" y="90788"/>
                    </a:moveTo>
                    <a:cubicBezTo>
                      <a:pt x="57579" y="90788"/>
                      <a:pt x="69108" y="86013"/>
                      <a:pt x="77607" y="77514"/>
                    </a:cubicBezTo>
                    <a:cubicBezTo>
                      <a:pt x="86106" y="69015"/>
                      <a:pt x="90881" y="57486"/>
                      <a:pt x="90881" y="45466"/>
                    </a:cubicBezTo>
                    <a:cubicBezTo>
                      <a:pt x="90881" y="33447"/>
                      <a:pt x="86106" y="21918"/>
                      <a:pt x="77607" y="13419"/>
                    </a:cubicBezTo>
                    <a:cubicBezTo>
                      <a:pt x="69108" y="4920"/>
                      <a:pt x="57579" y="144"/>
                      <a:pt x="45559" y="144"/>
                    </a:cubicBezTo>
                    <a:cubicBezTo>
                      <a:pt x="33539" y="144"/>
                      <a:pt x="22010" y="4920"/>
                      <a:pt x="13511" y="13419"/>
                    </a:cubicBezTo>
                    <a:cubicBezTo>
                      <a:pt x="5012" y="21918"/>
                      <a:pt x="236" y="33447"/>
                      <a:pt x="236" y="45466"/>
                    </a:cubicBezTo>
                    <a:cubicBezTo>
                      <a:pt x="236" y="57486"/>
                      <a:pt x="5012" y="69015"/>
                      <a:pt x="13511" y="77514"/>
                    </a:cubicBezTo>
                    <a:cubicBezTo>
                      <a:pt x="22010" y="86013"/>
                      <a:pt x="33539" y="90788"/>
                      <a:pt x="45559" y="9078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0" name="任意多边形: 形状 3549"/>
              <p:cNvSpPr/>
              <p:nvPr/>
            </p:nvSpPr>
            <p:spPr>
              <a:xfrm>
                <a:off x="30731785" y="27237914"/>
                <a:ext cx="180000" cy="180000"/>
              </a:xfrm>
              <a:custGeom>
                <a:avLst/>
                <a:gdLst>
                  <a:gd name="csX0" fmla="*/ 45546 w 90645"/>
                  <a:gd name="csY0" fmla="*/ 90934 h 90643"/>
                  <a:gd name="csX1" fmla="*/ 77594 w 90645"/>
                  <a:gd name="csY1" fmla="*/ 77659 h 90643"/>
                  <a:gd name="csX2" fmla="*/ 90869 w 90645"/>
                  <a:gd name="csY2" fmla="*/ 45612 h 90643"/>
                  <a:gd name="csX3" fmla="*/ 77594 w 90645"/>
                  <a:gd name="csY3" fmla="*/ 13564 h 90643"/>
                  <a:gd name="csX4" fmla="*/ 45546 w 90645"/>
                  <a:gd name="csY4" fmla="*/ 290 h 90643"/>
                  <a:gd name="csX5" fmla="*/ 13499 w 90645"/>
                  <a:gd name="csY5" fmla="*/ 13564 h 90643"/>
                  <a:gd name="csX6" fmla="*/ 224 w 90645"/>
                  <a:gd name="csY6" fmla="*/ 45612 h 90643"/>
                  <a:gd name="csX7" fmla="*/ 13499 w 90645"/>
                  <a:gd name="csY7" fmla="*/ 77659 h 90643"/>
                  <a:gd name="csX8" fmla="*/ 45546 w 90645"/>
                  <a:gd name="csY8" fmla="*/ 9093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6" y="90934"/>
                    </a:moveTo>
                    <a:cubicBezTo>
                      <a:pt x="57566" y="90934"/>
                      <a:pt x="69095" y="86158"/>
                      <a:pt x="77594" y="77659"/>
                    </a:cubicBezTo>
                    <a:cubicBezTo>
                      <a:pt x="86093" y="69160"/>
                      <a:pt x="90869" y="57631"/>
                      <a:pt x="90869" y="45612"/>
                    </a:cubicBezTo>
                    <a:cubicBezTo>
                      <a:pt x="90869" y="33592"/>
                      <a:pt x="86093" y="22063"/>
                      <a:pt x="77594" y="13564"/>
                    </a:cubicBezTo>
                    <a:cubicBezTo>
                      <a:pt x="69095" y="5065"/>
                      <a:pt x="57566" y="290"/>
                      <a:pt x="45546" y="290"/>
                    </a:cubicBezTo>
                    <a:cubicBezTo>
                      <a:pt x="33527" y="290"/>
                      <a:pt x="21998" y="5065"/>
                      <a:pt x="13499" y="13564"/>
                    </a:cubicBezTo>
                    <a:cubicBezTo>
                      <a:pt x="4999" y="22063"/>
                      <a:pt x="224" y="33592"/>
                      <a:pt x="224" y="45612"/>
                    </a:cubicBezTo>
                    <a:cubicBezTo>
                      <a:pt x="224" y="57631"/>
                      <a:pt x="4999" y="69160"/>
                      <a:pt x="13499" y="77659"/>
                    </a:cubicBezTo>
                    <a:cubicBezTo>
                      <a:pt x="21998" y="86158"/>
                      <a:pt x="33527" y="90934"/>
                      <a:pt x="45546" y="9093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1" name="任意多边形: 形状 3550"/>
              <p:cNvSpPr/>
              <p:nvPr/>
            </p:nvSpPr>
            <p:spPr>
              <a:xfrm>
                <a:off x="29182112" y="21127515"/>
                <a:ext cx="180000" cy="180000"/>
              </a:xfrm>
              <a:custGeom>
                <a:avLst/>
                <a:gdLst>
                  <a:gd name="csX0" fmla="*/ 45498 w 90645"/>
                  <a:gd name="csY0" fmla="*/ 90743 h 90643"/>
                  <a:gd name="csX1" fmla="*/ 77546 w 90645"/>
                  <a:gd name="csY1" fmla="*/ 77469 h 90643"/>
                  <a:gd name="csX2" fmla="*/ 90821 w 90645"/>
                  <a:gd name="csY2" fmla="*/ 45421 h 90643"/>
                  <a:gd name="csX3" fmla="*/ 77546 w 90645"/>
                  <a:gd name="csY3" fmla="*/ 13374 h 90643"/>
                  <a:gd name="csX4" fmla="*/ 45498 w 90645"/>
                  <a:gd name="csY4" fmla="*/ 99 h 90643"/>
                  <a:gd name="csX5" fmla="*/ 13450 w 90645"/>
                  <a:gd name="csY5" fmla="*/ 13374 h 90643"/>
                  <a:gd name="csX6" fmla="*/ 176 w 90645"/>
                  <a:gd name="csY6" fmla="*/ 45421 h 90643"/>
                  <a:gd name="csX7" fmla="*/ 13450 w 90645"/>
                  <a:gd name="csY7" fmla="*/ 77469 h 90643"/>
                  <a:gd name="csX8" fmla="*/ 45498 w 90645"/>
                  <a:gd name="csY8" fmla="*/ 9074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8" y="90743"/>
                    </a:moveTo>
                    <a:cubicBezTo>
                      <a:pt x="57518" y="90743"/>
                      <a:pt x="69047" y="85968"/>
                      <a:pt x="77546" y="77469"/>
                    </a:cubicBezTo>
                    <a:cubicBezTo>
                      <a:pt x="86045" y="68970"/>
                      <a:pt x="90821" y="57441"/>
                      <a:pt x="90821" y="45421"/>
                    </a:cubicBezTo>
                    <a:cubicBezTo>
                      <a:pt x="90821" y="33402"/>
                      <a:pt x="86045" y="21873"/>
                      <a:pt x="77546" y="13374"/>
                    </a:cubicBezTo>
                    <a:cubicBezTo>
                      <a:pt x="69047" y="4875"/>
                      <a:pt x="57518" y="99"/>
                      <a:pt x="45498" y="99"/>
                    </a:cubicBezTo>
                    <a:cubicBezTo>
                      <a:pt x="33478" y="99"/>
                      <a:pt x="21949" y="4875"/>
                      <a:pt x="13450" y="13374"/>
                    </a:cubicBezTo>
                    <a:cubicBezTo>
                      <a:pt x="4951" y="21873"/>
                      <a:pt x="176" y="33402"/>
                      <a:pt x="176" y="45421"/>
                    </a:cubicBezTo>
                    <a:cubicBezTo>
                      <a:pt x="176" y="57441"/>
                      <a:pt x="4951" y="68970"/>
                      <a:pt x="13450" y="77469"/>
                    </a:cubicBezTo>
                    <a:cubicBezTo>
                      <a:pt x="21949" y="85968"/>
                      <a:pt x="33478" y="90743"/>
                      <a:pt x="45498" y="9074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2" name="任意多边形: 形状 3551"/>
              <p:cNvSpPr/>
              <p:nvPr/>
            </p:nvSpPr>
            <p:spPr>
              <a:xfrm>
                <a:off x="29253193" y="23059503"/>
                <a:ext cx="180000" cy="180000"/>
              </a:xfrm>
              <a:custGeom>
                <a:avLst/>
                <a:gdLst>
                  <a:gd name="csX0" fmla="*/ 45500 w 90645"/>
                  <a:gd name="csY0" fmla="*/ 90803 h 90643"/>
                  <a:gd name="csX1" fmla="*/ 77548 w 90645"/>
                  <a:gd name="csY1" fmla="*/ 77529 h 90643"/>
                  <a:gd name="csX2" fmla="*/ 90823 w 90645"/>
                  <a:gd name="csY2" fmla="*/ 45481 h 90643"/>
                  <a:gd name="csX3" fmla="*/ 77548 w 90645"/>
                  <a:gd name="csY3" fmla="*/ 13434 h 90643"/>
                  <a:gd name="csX4" fmla="*/ 45500 w 90645"/>
                  <a:gd name="csY4" fmla="*/ 160 h 90643"/>
                  <a:gd name="csX5" fmla="*/ 13452 w 90645"/>
                  <a:gd name="csY5" fmla="*/ 13434 h 90643"/>
                  <a:gd name="csX6" fmla="*/ 178 w 90645"/>
                  <a:gd name="csY6" fmla="*/ 45481 h 90643"/>
                  <a:gd name="csX7" fmla="*/ 13452 w 90645"/>
                  <a:gd name="csY7" fmla="*/ 77529 h 90643"/>
                  <a:gd name="csX8" fmla="*/ 45500 w 90645"/>
                  <a:gd name="csY8" fmla="*/ 9080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0" y="90803"/>
                    </a:moveTo>
                    <a:cubicBezTo>
                      <a:pt x="57520" y="90803"/>
                      <a:pt x="69049" y="86028"/>
                      <a:pt x="77548" y="77529"/>
                    </a:cubicBezTo>
                    <a:cubicBezTo>
                      <a:pt x="86047" y="69030"/>
                      <a:pt x="90823" y="57501"/>
                      <a:pt x="90823" y="45481"/>
                    </a:cubicBezTo>
                    <a:cubicBezTo>
                      <a:pt x="90823" y="33462"/>
                      <a:pt x="86047" y="21933"/>
                      <a:pt x="77548" y="13434"/>
                    </a:cubicBezTo>
                    <a:cubicBezTo>
                      <a:pt x="69049" y="4935"/>
                      <a:pt x="57520" y="160"/>
                      <a:pt x="45500" y="160"/>
                    </a:cubicBezTo>
                    <a:cubicBezTo>
                      <a:pt x="33481" y="160"/>
                      <a:pt x="21952" y="4935"/>
                      <a:pt x="13452" y="13434"/>
                    </a:cubicBezTo>
                    <a:cubicBezTo>
                      <a:pt x="4953" y="21933"/>
                      <a:pt x="178" y="33462"/>
                      <a:pt x="178" y="45481"/>
                    </a:cubicBezTo>
                    <a:cubicBezTo>
                      <a:pt x="178" y="57501"/>
                      <a:pt x="4953" y="69030"/>
                      <a:pt x="13452" y="77529"/>
                    </a:cubicBezTo>
                    <a:cubicBezTo>
                      <a:pt x="21952" y="86028"/>
                      <a:pt x="33481" y="90803"/>
                      <a:pt x="45500" y="9080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3" name="任意多边形: 形状 3552"/>
              <p:cNvSpPr/>
              <p:nvPr/>
            </p:nvSpPr>
            <p:spPr>
              <a:xfrm>
                <a:off x="30646796" y="22740635"/>
                <a:ext cx="180000" cy="180000"/>
              </a:xfrm>
              <a:custGeom>
                <a:avLst/>
                <a:gdLst>
                  <a:gd name="csX0" fmla="*/ 45544 w 90645"/>
                  <a:gd name="csY0" fmla="*/ 90794 h 90643"/>
                  <a:gd name="csX1" fmla="*/ 77592 w 90645"/>
                  <a:gd name="csY1" fmla="*/ 77519 h 90643"/>
                  <a:gd name="csX2" fmla="*/ 90866 w 90645"/>
                  <a:gd name="csY2" fmla="*/ 45472 h 90643"/>
                  <a:gd name="csX3" fmla="*/ 77592 w 90645"/>
                  <a:gd name="csY3" fmla="*/ 13424 h 90643"/>
                  <a:gd name="csX4" fmla="*/ 45544 w 90645"/>
                  <a:gd name="csY4" fmla="*/ 150 h 90643"/>
                  <a:gd name="csX5" fmla="*/ 13496 w 90645"/>
                  <a:gd name="csY5" fmla="*/ 13424 h 90643"/>
                  <a:gd name="csX6" fmla="*/ 221 w 90645"/>
                  <a:gd name="csY6" fmla="*/ 45472 h 90643"/>
                  <a:gd name="csX7" fmla="*/ 13496 w 90645"/>
                  <a:gd name="csY7" fmla="*/ 77519 h 90643"/>
                  <a:gd name="csX8" fmla="*/ 45544 w 90645"/>
                  <a:gd name="csY8" fmla="*/ 9079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4" y="90794"/>
                    </a:moveTo>
                    <a:cubicBezTo>
                      <a:pt x="57563" y="90794"/>
                      <a:pt x="69092" y="86018"/>
                      <a:pt x="77592" y="77519"/>
                    </a:cubicBezTo>
                    <a:cubicBezTo>
                      <a:pt x="86091" y="69020"/>
                      <a:pt x="90866" y="57491"/>
                      <a:pt x="90866" y="45472"/>
                    </a:cubicBezTo>
                    <a:cubicBezTo>
                      <a:pt x="90866" y="33452"/>
                      <a:pt x="86091" y="21923"/>
                      <a:pt x="77592" y="13424"/>
                    </a:cubicBezTo>
                    <a:cubicBezTo>
                      <a:pt x="69092" y="4925"/>
                      <a:pt x="57563" y="150"/>
                      <a:pt x="45544" y="150"/>
                    </a:cubicBezTo>
                    <a:cubicBezTo>
                      <a:pt x="33524" y="150"/>
                      <a:pt x="21995" y="4925"/>
                      <a:pt x="13496" y="13424"/>
                    </a:cubicBezTo>
                    <a:cubicBezTo>
                      <a:pt x="4997" y="21923"/>
                      <a:pt x="221" y="33452"/>
                      <a:pt x="221" y="45472"/>
                    </a:cubicBezTo>
                    <a:cubicBezTo>
                      <a:pt x="221" y="57491"/>
                      <a:pt x="4997" y="69020"/>
                      <a:pt x="13496" y="77519"/>
                    </a:cubicBezTo>
                    <a:cubicBezTo>
                      <a:pt x="21995" y="86018"/>
                      <a:pt x="33524" y="90794"/>
                      <a:pt x="45544" y="9079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4" name="任意多边形: 形状 3553"/>
              <p:cNvSpPr/>
              <p:nvPr/>
            </p:nvSpPr>
            <p:spPr>
              <a:xfrm>
                <a:off x="31034769" y="25199723"/>
                <a:ext cx="180000" cy="180000"/>
              </a:xfrm>
              <a:custGeom>
                <a:avLst/>
                <a:gdLst>
                  <a:gd name="csX0" fmla="*/ 45556 w 90645"/>
                  <a:gd name="csY0" fmla="*/ 90870 h 90643"/>
                  <a:gd name="csX1" fmla="*/ 77604 w 90645"/>
                  <a:gd name="csY1" fmla="*/ 77596 h 90643"/>
                  <a:gd name="csX2" fmla="*/ 90878 w 90645"/>
                  <a:gd name="csY2" fmla="*/ 45548 h 90643"/>
                  <a:gd name="csX3" fmla="*/ 77604 w 90645"/>
                  <a:gd name="csY3" fmla="*/ 13501 h 90643"/>
                  <a:gd name="csX4" fmla="*/ 45556 w 90645"/>
                  <a:gd name="csY4" fmla="*/ 226 h 90643"/>
                  <a:gd name="csX5" fmla="*/ 13508 w 90645"/>
                  <a:gd name="csY5" fmla="*/ 13501 h 90643"/>
                  <a:gd name="csX6" fmla="*/ 233 w 90645"/>
                  <a:gd name="csY6" fmla="*/ 45548 h 90643"/>
                  <a:gd name="csX7" fmla="*/ 13508 w 90645"/>
                  <a:gd name="csY7" fmla="*/ 77596 h 90643"/>
                  <a:gd name="csX8" fmla="*/ 45556 w 90645"/>
                  <a:gd name="csY8" fmla="*/ 9087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6" y="90870"/>
                    </a:moveTo>
                    <a:cubicBezTo>
                      <a:pt x="57576" y="90870"/>
                      <a:pt x="69105" y="86095"/>
                      <a:pt x="77604" y="77596"/>
                    </a:cubicBezTo>
                    <a:cubicBezTo>
                      <a:pt x="86103" y="69097"/>
                      <a:pt x="90878" y="57568"/>
                      <a:pt x="90878" y="45548"/>
                    </a:cubicBezTo>
                    <a:cubicBezTo>
                      <a:pt x="90878" y="33529"/>
                      <a:pt x="86103" y="22000"/>
                      <a:pt x="77604" y="13501"/>
                    </a:cubicBezTo>
                    <a:cubicBezTo>
                      <a:pt x="69105" y="5002"/>
                      <a:pt x="57576" y="226"/>
                      <a:pt x="45556" y="226"/>
                    </a:cubicBezTo>
                    <a:cubicBezTo>
                      <a:pt x="33536" y="226"/>
                      <a:pt x="22007" y="5002"/>
                      <a:pt x="13508" y="13501"/>
                    </a:cubicBezTo>
                    <a:cubicBezTo>
                      <a:pt x="5009" y="22000"/>
                      <a:pt x="233" y="33529"/>
                      <a:pt x="233" y="45548"/>
                    </a:cubicBezTo>
                    <a:cubicBezTo>
                      <a:pt x="233" y="57568"/>
                      <a:pt x="5009" y="69097"/>
                      <a:pt x="13508" y="77596"/>
                    </a:cubicBezTo>
                    <a:cubicBezTo>
                      <a:pt x="22007" y="86095"/>
                      <a:pt x="33536" y="90870"/>
                      <a:pt x="45556" y="9087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5" name="任意多边形: 形状 3554"/>
              <p:cNvSpPr/>
              <p:nvPr/>
            </p:nvSpPr>
            <p:spPr>
              <a:xfrm>
                <a:off x="28855645" y="21274119"/>
                <a:ext cx="180000" cy="180000"/>
              </a:xfrm>
              <a:custGeom>
                <a:avLst/>
                <a:gdLst>
                  <a:gd name="csX0" fmla="*/ 45488 w 90645"/>
                  <a:gd name="csY0" fmla="*/ 90748 h 90643"/>
                  <a:gd name="csX1" fmla="*/ 77536 w 90645"/>
                  <a:gd name="csY1" fmla="*/ 77473 h 90643"/>
                  <a:gd name="csX2" fmla="*/ 90810 w 90645"/>
                  <a:gd name="csY2" fmla="*/ 45426 h 90643"/>
                  <a:gd name="csX3" fmla="*/ 77536 w 90645"/>
                  <a:gd name="csY3" fmla="*/ 13378 h 90643"/>
                  <a:gd name="csX4" fmla="*/ 45488 w 90645"/>
                  <a:gd name="csY4" fmla="*/ 104 h 90643"/>
                  <a:gd name="csX5" fmla="*/ 13440 w 90645"/>
                  <a:gd name="csY5" fmla="*/ 13378 h 90643"/>
                  <a:gd name="csX6" fmla="*/ 165 w 90645"/>
                  <a:gd name="csY6" fmla="*/ 45426 h 90643"/>
                  <a:gd name="csX7" fmla="*/ 13440 w 90645"/>
                  <a:gd name="csY7" fmla="*/ 77473 h 90643"/>
                  <a:gd name="csX8" fmla="*/ 45488 w 90645"/>
                  <a:gd name="csY8" fmla="*/ 9074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8" y="90748"/>
                    </a:moveTo>
                    <a:cubicBezTo>
                      <a:pt x="57508" y="90748"/>
                      <a:pt x="69037" y="85972"/>
                      <a:pt x="77536" y="77473"/>
                    </a:cubicBezTo>
                    <a:cubicBezTo>
                      <a:pt x="86035" y="68974"/>
                      <a:pt x="90810" y="57445"/>
                      <a:pt x="90810" y="45426"/>
                    </a:cubicBezTo>
                    <a:cubicBezTo>
                      <a:pt x="90810" y="33406"/>
                      <a:pt x="86035" y="21877"/>
                      <a:pt x="77536" y="13378"/>
                    </a:cubicBezTo>
                    <a:cubicBezTo>
                      <a:pt x="69037" y="4879"/>
                      <a:pt x="57508" y="104"/>
                      <a:pt x="45488" y="104"/>
                    </a:cubicBezTo>
                    <a:cubicBezTo>
                      <a:pt x="33468" y="104"/>
                      <a:pt x="21939" y="4879"/>
                      <a:pt x="13440" y="13378"/>
                    </a:cubicBezTo>
                    <a:cubicBezTo>
                      <a:pt x="4941" y="21877"/>
                      <a:pt x="165" y="33406"/>
                      <a:pt x="165" y="45426"/>
                    </a:cubicBezTo>
                    <a:cubicBezTo>
                      <a:pt x="165" y="57445"/>
                      <a:pt x="4941" y="68974"/>
                      <a:pt x="13440" y="77473"/>
                    </a:cubicBezTo>
                    <a:cubicBezTo>
                      <a:pt x="21939" y="85972"/>
                      <a:pt x="33468" y="90748"/>
                      <a:pt x="45488" y="9074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6" name="任意多边形: 形状 3555"/>
              <p:cNvSpPr/>
              <p:nvPr/>
            </p:nvSpPr>
            <p:spPr>
              <a:xfrm>
                <a:off x="26999274" y="24072672"/>
                <a:ext cx="180000" cy="180000"/>
              </a:xfrm>
              <a:custGeom>
                <a:avLst/>
                <a:gdLst>
                  <a:gd name="csX0" fmla="*/ 45430 w 90645"/>
                  <a:gd name="csY0" fmla="*/ 90835 h 90643"/>
                  <a:gd name="csX1" fmla="*/ 77478 w 90645"/>
                  <a:gd name="csY1" fmla="*/ 77561 h 90643"/>
                  <a:gd name="csX2" fmla="*/ 90752 w 90645"/>
                  <a:gd name="csY2" fmla="*/ 45513 h 90643"/>
                  <a:gd name="csX3" fmla="*/ 77478 w 90645"/>
                  <a:gd name="csY3" fmla="*/ 13466 h 90643"/>
                  <a:gd name="csX4" fmla="*/ 45430 w 90645"/>
                  <a:gd name="csY4" fmla="*/ 191 h 90643"/>
                  <a:gd name="csX5" fmla="*/ 13382 w 90645"/>
                  <a:gd name="csY5" fmla="*/ 13466 h 90643"/>
                  <a:gd name="csX6" fmla="*/ 107 w 90645"/>
                  <a:gd name="csY6" fmla="*/ 45513 h 90643"/>
                  <a:gd name="csX7" fmla="*/ 13382 w 90645"/>
                  <a:gd name="csY7" fmla="*/ 77561 h 90643"/>
                  <a:gd name="csX8" fmla="*/ 45430 w 90645"/>
                  <a:gd name="csY8" fmla="*/ 9083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0" y="90835"/>
                    </a:moveTo>
                    <a:cubicBezTo>
                      <a:pt x="57450" y="90835"/>
                      <a:pt x="68979" y="86060"/>
                      <a:pt x="77478" y="77561"/>
                    </a:cubicBezTo>
                    <a:cubicBezTo>
                      <a:pt x="85977" y="69061"/>
                      <a:pt x="90752" y="57533"/>
                      <a:pt x="90752" y="45513"/>
                    </a:cubicBezTo>
                    <a:cubicBezTo>
                      <a:pt x="90752" y="33494"/>
                      <a:pt x="85977" y="21965"/>
                      <a:pt x="77478" y="13466"/>
                    </a:cubicBezTo>
                    <a:cubicBezTo>
                      <a:pt x="68979" y="4967"/>
                      <a:pt x="57450" y="191"/>
                      <a:pt x="45430" y="191"/>
                    </a:cubicBezTo>
                    <a:cubicBezTo>
                      <a:pt x="33410" y="191"/>
                      <a:pt x="21881" y="4967"/>
                      <a:pt x="13382" y="13466"/>
                    </a:cubicBezTo>
                    <a:cubicBezTo>
                      <a:pt x="4883" y="21965"/>
                      <a:pt x="107" y="33494"/>
                      <a:pt x="107" y="45513"/>
                    </a:cubicBezTo>
                    <a:cubicBezTo>
                      <a:pt x="107" y="57533"/>
                      <a:pt x="4883" y="69061"/>
                      <a:pt x="13382" y="77561"/>
                    </a:cubicBezTo>
                    <a:cubicBezTo>
                      <a:pt x="21881" y="86060"/>
                      <a:pt x="33410" y="90835"/>
                      <a:pt x="45430" y="9083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7" name="任意多边形: 形状 3556"/>
              <p:cNvSpPr/>
              <p:nvPr/>
            </p:nvSpPr>
            <p:spPr>
              <a:xfrm>
                <a:off x="31636115" y="21441371"/>
                <a:ext cx="180000" cy="180000"/>
              </a:xfrm>
              <a:custGeom>
                <a:avLst/>
                <a:gdLst>
                  <a:gd name="csX0" fmla="*/ 45575 w 90645"/>
                  <a:gd name="csY0" fmla="*/ 90753 h 90643"/>
                  <a:gd name="csX1" fmla="*/ 77622 w 90645"/>
                  <a:gd name="csY1" fmla="*/ 77478 h 90643"/>
                  <a:gd name="csX2" fmla="*/ 90897 w 90645"/>
                  <a:gd name="csY2" fmla="*/ 45431 h 90643"/>
                  <a:gd name="csX3" fmla="*/ 77622 w 90645"/>
                  <a:gd name="csY3" fmla="*/ 13384 h 90643"/>
                  <a:gd name="csX4" fmla="*/ 45575 w 90645"/>
                  <a:gd name="csY4" fmla="*/ 109 h 90643"/>
                  <a:gd name="csX5" fmla="*/ 13527 w 90645"/>
                  <a:gd name="csY5" fmla="*/ 13384 h 90643"/>
                  <a:gd name="csX6" fmla="*/ 252 w 90645"/>
                  <a:gd name="csY6" fmla="*/ 45431 h 90643"/>
                  <a:gd name="csX7" fmla="*/ 13527 w 90645"/>
                  <a:gd name="csY7" fmla="*/ 77478 h 90643"/>
                  <a:gd name="csX8" fmla="*/ 45575 w 90645"/>
                  <a:gd name="csY8" fmla="*/ 9075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5" y="90753"/>
                    </a:moveTo>
                    <a:cubicBezTo>
                      <a:pt x="57594" y="90753"/>
                      <a:pt x="69123" y="85978"/>
                      <a:pt x="77622" y="77478"/>
                    </a:cubicBezTo>
                    <a:cubicBezTo>
                      <a:pt x="86122" y="68979"/>
                      <a:pt x="90897" y="57451"/>
                      <a:pt x="90897" y="45431"/>
                    </a:cubicBezTo>
                    <a:cubicBezTo>
                      <a:pt x="90897" y="33411"/>
                      <a:pt x="86122" y="21883"/>
                      <a:pt x="77622" y="13384"/>
                    </a:cubicBezTo>
                    <a:cubicBezTo>
                      <a:pt x="69123" y="4884"/>
                      <a:pt x="57594" y="109"/>
                      <a:pt x="45575" y="109"/>
                    </a:cubicBezTo>
                    <a:cubicBezTo>
                      <a:pt x="33555" y="109"/>
                      <a:pt x="22026" y="4884"/>
                      <a:pt x="13527" y="13384"/>
                    </a:cubicBezTo>
                    <a:cubicBezTo>
                      <a:pt x="5028" y="21883"/>
                      <a:pt x="252" y="33411"/>
                      <a:pt x="252" y="45431"/>
                    </a:cubicBezTo>
                    <a:cubicBezTo>
                      <a:pt x="252" y="57451"/>
                      <a:pt x="5028" y="68979"/>
                      <a:pt x="13527" y="77478"/>
                    </a:cubicBezTo>
                    <a:cubicBezTo>
                      <a:pt x="22026" y="85978"/>
                      <a:pt x="33555" y="90753"/>
                      <a:pt x="45575" y="9075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8" name="任意多边形: 形状 3557"/>
              <p:cNvSpPr/>
              <p:nvPr/>
            </p:nvSpPr>
            <p:spPr>
              <a:xfrm>
                <a:off x="29844294" y="23859980"/>
                <a:ext cx="180000" cy="180000"/>
              </a:xfrm>
              <a:custGeom>
                <a:avLst/>
                <a:gdLst>
                  <a:gd name="csX0" fmla="*/ 45519 w 90645"/>
                  <a:gd name="csY0" fmla="*/ 90828 h 90643"/>
                  <a:gd name="csX1" fmla="*/ 77567 w 90645"/>
                  <a:gd name="csY1" fmla="*/ 77554 h 90643"/>
                  <a:gd name="csX2" fmla="*/ 90841 w 90645"/>
                  <a:gd name="csY2" fmla="*/ 45506 h 90643"/>
                  <a:gd name="csX3" fmla="*/ 77567 w 90645"/>
                  <a:gd name="csY3" fmla="*/ 13459 h 90643"/>
                  <a:gd name="csX4" fmla="*/ 45519 w 90645"/>
                  <a:gd name="csY4" fmla="*/ 184 h 90643"/>
                  <a:gd name="csX5" fmla="*/ 13471 w 90645"/>
                  <a:gd name="csY5" fmla="*/ 13459 h 90643"/>
                  <a:gd name="csX6" fmla="*/ 196 w 90645"/>
                  <a:gd name="csY6" fmla="*/ 45506 h 90643"/>
                  <a:gd name="csX7" fmla="*/ 13471 w 90645"/>
                  <a:gd name="csY7" fmla="*/ 77554 h 90643"/>
                  <a:gd name="csX8" fmla="*/ 45519 w 90645"/>
                  <a:gd name="csY8" fmla="*/ 9082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9" y="90828"/>
                    </a:moveTo>
                    <a:cubicBezTo>
                      <a:pt x="57538" y="90828"/>
                      <a:pt x="69067" y="86053"/>
                      <a:pt x="77567" y="77554"/>
                    </a:cubicBezTo>
                    <a:cubicBezTo>
                      <a:pt x="86066" y="69055"/>
                      <a:pt x="90841" y="57526"/>
                      <a:pt x="90841" y="45506"/>
                    </a:cubicBezTo>
                    <a:cubicBezTo>
                      <a:pt x="90841" y="33487"/>
                      <a:pt x="86066" y="21958"/>
                      <a:pt x="77567" y="13459"/>
                    </a:cubicBezTo>
                    <a:cubicBezTo>
                      <a:pt x="69067" y="4960"/>
                      <a:pt x="57538" y="184"/>
                      <a:pt x="45519" y="184"/>
                    </a:cubicBezTo>
                    <a:cubicBezTo>
                      <a:pt x="33499" y="184"/>
                      <a:pt x="21970" y="4960"/>
                      <a:pt x="13471" y="13459"/>
                    </a:cubicBezTo>
                    <a:cubicBezTo>
                      <a:pt x="4972" y="21958"/>
                      <a:pt x="196" y="33487"/>
                      <a:pt x="196" y="45506"/>
                    </a:cubicBezTo>
                    <a:cubicBezTo>
                      <a:pt x="196" y="57526"/>
                      <a:pt x="4972" y="69055"/>
                      <a:pt x="13471" y="77554"/>
                    </a:cubicBezTo>
                    <a:cubicBezTo>
                      <a:pt x="21970" y="86053"/>
                      <a:pt x="33499" y="90828"/>
                      <a:pt x="45519" y="9082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59" name="任意多边形: 形状 3558"/>
              <p:cNvSpPr/>
              <p:nvPr/>
            </p:nvSpPr>
            <p:spPr>
              <a:xfrm>
                <a:off x="29597391" y="22387962"/>
                <a:ext cx="180000" cy="180000"/>
              </a:xfrm>
              <a:custGeom>
                <a:avLst/>
                <a:gdLst>
                  <a:gd name="csX0" fmla="*/ 45511 w 90645"/>
                  <a:gd name="csY0" fmla="*/ 90783 h 90643"/>
                  <a:gd name="csX1" fmla="*/ 77559 w 90645"/>
                  <a:gd name="csY1" fmla="*/ 77508 h 90643"/>
                  <a:gd name="csX2" fmla="*/ 90834 w 90645"/>
                  <a:gd name="csY2" fmla="*/ 45461 h 90643"/>
                  <a:gd name="csX3" fmla="*/ 77559 w 90645"/>
                  <a:gd name="csY3" fmla="*/ 13413 h 90643"/>
                  <a:gd name="csX4" fmla="*/ 45511 w 90645"/>
                  <a:gd name="csY4" fmla="*/ 139 h 90643"/>
                  <a:gd name="csX5" fmla="*/ 13463 w 90645"/>
                  <a:gd name="csY5" fmla="*/ 13413 h 90643"/>
                  <a:gd name="csX6" fmla="*/ 188 w 90645"/>
                  <a:gd name="csY6" fmla="*/ 45461 h 90643"/>
                  <a:gd name="csX7" fmla="*/ 13463 w 90645"/>
                  <a:gd name="csY7" fmla="*/ 77508 h 90643"/>
                  <a:gd name="csX8" fmla="*/ 45511 w 90645"/>
                  <a:gd name="csY8" fmla="*/ 907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1" y="90783"/>
                    </a:moveTo>
                    <a:cubicBezTo>
                      <a:pt x="57531" y="90783"/>
                      <a:pt x="69060" y="86007"/>
                      <a:pt x="77559" y="77508"/>
                    </a:cubicBezTo>
                    <a:cubicBezTo>
                      <a:pt x="86058" y="69009"/>
                      <a:pt x="90834" y="57480"/>
                      <a:pt x="90834" y="45461"/>
                    </a:cubicBezTo>
                    <a:cubicBezTo>
                      <a:pt x="90834" y="33441"/>
                      <a:pt x="86058" y="21912"/>
                      <a:pt x="77559" y="13413"/>
                    </a:cubicBezTo>
                    <a:cubicBezTo>
                      <a:pt x="69060" y="4914"/>
                      <a:pt x="57531" y="139"/>
                      <a:pt x="45511" y="139"/>
                    </a:cubicBezTo>
                    <a:cubicBezTo>
                      <a:pt x="33491" y="139"/>
                      <a:pt x="21962" y="4914"/>
                      <a:pt x="13463" y="13413"/>
                    </a:cubicBezTo>
                    <a:cubicBezTo>
                      <a:pt x="4964" y="21912"/>
                      <a:pt x="188" y="33441"/>
                      <a:pt x="188" y="45461"/>
                    </a:cubicBezTo>
                    <a:cubicBezTo>
                      <a:pt x="188" y="57480"/>
                      <a:pt x="4964" y="69009"/>
                      <a:pt x="13463" y="77508"/>
                    </a:cubicBezTo>
                    <a:cubicBezTo>
                      <a:pt x="21962" y="86007"/>
                      <a:pt x="33491" y="90783"/>
                      <a:pt x="45511" y="907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0" name="任意多边形: 形状 3559"/>
              <p:cNvSpPr/>
              <p:nvPr/>
            </p:nvSpPr>
            <p:spPr>
              <a:xfrm>
                <a:off x="29795440" y="24598031"/>
                <a:ext cx="180000" cy="180000"/>
              </a:xfrm>
              <a:custGeom>
                <a:avLst/>
                <a:gdLst>
                  <a:gd name="csX0" fmla="*/ 45517 w 90645"/>
                  <a:gd name="csY0" fmla="*/ 90851 h 90643"/>
                  <a:gd name="csX1" fmla="*/ 77565 w 90645"/>
                  <a:gd name="csY1" fmla="*/ 77577 h 90643"/>
                  <a:gd name="csX2" fmla="*/ 90840 w 90645"/>
                  <a:gd name="csY2" fmla="*/ 45530 h 90643"/>
                  <a:gd name="csX3" fmla="*/ 77565 w 90645"/>
                  <a:gd name="csY3" fmla="*/ 13482 h 90643"/>
                  <a:gd name="csX4" fmla="*/ 45517 w 90645"/>
                  <a:gd name="csY4" fmla="*/ 208 h 90643"/>
                  <a:gd name="csX5" fmla="*/ 13469 w 90645"/>
                  <a:gd name="csY5" fmla="*/ 13482 h 90643"/>
                  <a:gd name="csX6" fmla="*/ 195 w 90645"/>
                  <a:gd name="csY6" fmla="*/ 45530 h 90643"/>
                  <a:gd name="csX7" fmla="*/ 13469 w 90645"/>
                  <a:gd name="csY7" fmla="*/ 77577 h 90643"/>
                  <a:gd name="csX8" fmla="*/ 45517 w 90645"/>
                  <a:gd name="csY8" fmla="*/ 9085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7" y="90851"/>
                    </a:moveTo>
                    <a:cubicBezTo>
                      <a:pt x="57537" y="90851"/>
                      <a:pt x="69066" y="86076"/>
                      <a:pt x="77565" y="77577"/>
                    </a:cubicBezTo>
                    <a:cubicBezTo>
                      <a:pt x="86064" y="69078"/>
                      <a:pt x="90840" y="57549"/>
                      <a:pt x="90840" y="45530"/>
                    </a:cubicBezTo>
                    <a:cubicBezTo>
                      <a:pt x="90840" y="33510"/>
                      <a:pt x="86064" y="21981"/>
                      <a:pt x="77565" y="13482"/>
                    </a:cubicBezTo>
                    <a:cubicBezTo>
                      <a:pt x="69066" y="4983"/>
                      <a:pt x="57537" y="208"/>
                      <a:pt x="45517" y="208"/>
                    </a:cubicBezTo>
                    <a:cubicBezTo>
                      <a:pt x="33498" y="208"/>
                      <a:pt x="21969" y="4983"/>
                      <a:pt x="13469" y="13482"/>
                    </a:cubicBezTo>
                    <a:cubicBezTo>
                      <a:pt x="4970" y="21981"/>
                      <a:pt x="195" y="33510"/>
                      <a:pt x="195" y="45530"/>
                    </a:cubicBezTo>
                    <a:cubicBezTo>
                      <a:pt x="195" y="57549"/>
                      <a:pt x="4970" y="69078"/>
                      <a:pt x="13469" y="77577"/>
                    </a:cubicBezTo>
                    <a:cubicBezTo>
                      <a:pt x="21969" y="86076"/>
                      <a:pt x="33498" y="90851"/>
                      <a:pt x="45517" y="9085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1" name="任意多边形: 形状 3560"/>
              <p:cNvSpPr/>
              <p:nvPr/>
            </p:nvSpPr>
            <p:spPr>
              <a:xfrm>
                <a:off x="30073027" y="20598709"/>
                <a:ext cx="180000" cy="180000"/>
              </a:xfrm>
              <a:custGeom>
                <a:avLst/>
                <a:gdLst>
                  <a:gd name="csX0" fmla="*/ 45526 w 90645"/>
                  <a:gd name="csY0" fmla="*/ 90727 h 90643"/>
                  <a:gd name="csX1" fmla="*/ 77574 w 90645"/>
                  <a:gd name="csY1" fmla="*/ 77452 h 90643"/>
                  <a:gd name="csX2" fmla="*/ 90848 w 90645"/>
                  <a:gd name="csY2" fmla="*/ 45405 h 90643"/>
                  <a:gd name="csX3" fmla="*/ 77574 w 90645"/>
                  <a:gd name="csY3" fmla="*/ 13357 h 90643"/>
                  <a:gd name="csX4" fmla="*/ 45526 w 90645"/>
                  <a:gd name="csY4" fmla="*/ 83 h 90643"/>
                  <a:gd name="csX5" fmla="*/ 13478 w 90645"/>
                  <a:gd name="csY5" fmla="*/ 13357 h 90643"/>
                  <a:gd name="csX6" fmla="*/ 203 w 90645"/>
                  <a:gd name="csY6" fmla="*/ 45405 h 90643"/>
                  <a:gd name="csX7" fmla="*/ 13478 w 90645"/>
                  <a:gd name="csY7" fmla="*/ 77452 h 90643"/>
                  <a:gd name="csX8" fmla="*/ 45526 w 90645"/>
                  <a:gd name="csY8" fmla="*/ 9072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6" y="90727"/>
                    </a:moveTo>
                    <a:cubicBezTo>
                      <a:pt x="57546" y="90727"/>
                      <a:pt x="69075" y="85951"/>
                      <a:pt x="77574" y="77452"/>
                    </a:cubicBezTo>
                    <a:cubicBezTo>
                      <a:pt x="86073" y="68953"/>
                      <a:pt x="90848" y="57424"/>
                      <a:pt x="90848" y="45405"/>
                    </a:cubicBezTo>
                    <a:cubicBezTo>
                      <a:pt x="90848" y="33385"/>
                      <a:pt x="86073" y="21856"/>
                      <a:pt x="77574" y="13357"/>
                    </a:cubicBezTo>
                    <a:cubicBezTo>
                      <a:pt x="69075" y="4858"/>
                      <a:pt x="57546" y="83"/>
                      <a:pt x="45526" y="83"/>
                    </a:cubicBezTo>
                    <a:cubicBezTo>
                      <a:pt x="33506" y="83"/>
                      <a:pt x="21977" y="4858"/>
                      <a:pt x="13478" y="13357"/>
                    </a:cubicBezTo>
                    <a:cubicBezTo>
                      <a:pt x="4979" y="21856"/>
                      <a:pt x="203" y="33385"/>
                      <a:pt x="203" y="45405"/>
                    </a:cubicBezTo>
                    <a:cubicBezTo>
                      <a:pt x="203" y="57424"/>
                      <a:pt x="4979" y="68953"/>
                      <a:pt x="13478" y="77452"/>
                    </a:cubicBezTo>
                    <a:cubicBezTo>
                      <a:pt x="21977" y="85951"/>
                      <a:pt x="33506" y="90727"/>
                      <a:pt x="45526" y="9072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2" name="任意多边形: 形状 3561"/>
              <p:cNvSpPr/>
              <p:nvPr/>
            </p:nvSpPr>
            <p:spPr>
              <a:xfrm>
                <a:off x="32513425" y="23258259"/>
                <a:ext cx="180000" cy="180000"/>
              </a:xfrm>
              <a:custGeom>
                <a:avLst/>
                <a:gdLst>
                  <a:gd name="csX0" fmla="*/ 45602 w 90645"/>
                  <a:gd name="csY0" fmla="*/ 90810 h 90643"/>
                  <a:gd name="csX1" fmla="*/ 77650 w 90645"/>
                  <a:gd name="csY1" fmla="*/ 77535 h 90643"/>
                  <a:gd name="csX2" fmla="*/ 90925 w 90645"/>
                  <a:gd name="csY2" fmla="*/ 45488 h 90643"/>
                  <a:gd name="csX3" fmla="*/ 77650 w 90645"/>
                  <a:gd name="csY3" fmla="*/ 13440 h 90643"/>
                  <a:gd name="csX4" fmla="*/ 45602 w 90645"/>
                  <a:gd name="csY4" fmla="*/ 166 h 90643"/>
                  <a:gd name="csX5" fmla="*/ 13554 w 90645"/>
                  <a:gd name="csY5" fmla="*/ 13440 h 90643"/>
                  <a:gd name="csX6" fmla="*/ 279 w 90645"/>
                  <a:gd name="csY6" fmla="*/ 45488 h 90643"/>
                  <a:gd name="csX7" fmla="*/ 13554 w 90645"/>
                  <a:gd name="csY7" fmla="*/ 77535 h 90643"/>
                  <a:gd name="csX8" fmla="*/ 45602 w 90645"/>
                  <a:gd name="csY8" fmla="*/ 9081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02" y="90810"/>
                    </a:moveTo>
                    <a:cubicBezTo>
                      <a:pt x="57622" y="90810"/>
                      <a:pt x="69151" y="86034"/>
                      <a:pt x="77650" y="77535"/>
                    </a:cubicBezTo>
                    <a:cubicBezTo>
                      <a:pt x="86149" y="69036"/>
                      <a:pt x="90925" y="57507"/>
                      <a:pt x="90925" y="45488"/>
                    </a:cubicBezTo>
                    <a:cubicBezTo>
                      <a:pt x="90925" y="33468"/>
                      <a:pt x="86149" y="21939"/>
                      <a:pt x="77650" y="13440"/>
                    </a:cubicBezTo>
                    <a:cubicBezTo>
                      <a:pt x="69151" y="4941"/>
                      <a:pt x="57622" y="166"/>
                      <a:pt x="45602" y="166"/>
                    </a:cubicBezTo>
                    <a:cubicBezTo>
                      <a:pt x="33582" y="166"/>
                      <a:pt x="22053" y="4941"/>
                      <a:pt x="13554" y="13440"/>
                    </a:cubicBezTo>
                    <a:cubicBezTo>
                      <a:pt x="5055" y="21939"/>
                      <a:pt x="279" y="33468"/>
                      <a:pt x="279" y="45488"/>
                    </a:cubicBezTo>
                    <a:cubicBezTo>
                      <a:pt x="279" y="57507"/>
                      <a:pt x="5055" y="69036"/>
                      <a:pt x="13554" y="77535"/>
                    </a:cubicBezTo>
                    <a:cubicBezTo>
                      <a:pt x="22053" y="86034"/>
                      <a:pt x="33582" y="90810"/>
                      <a:pt x="45602" y="9081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3" name="任意多边形: 形状 3562"/>
              <p:cNvSpPr/>
              <p:nvPr/>
            </p:nvSpPr>
            <p:spPr>
              <a:xfrm>
                <a:off x="27893763" y="22944734"/>
                <a:ext cx="180000" cy="180000"/>
              </a:xfrm>
              <a:custGeom>
                <a:avLst/>
                <a:gdLst>
                  <a:gd name="csX0" fmla="*/ 45458 w 90645"/>
                  <a:gd name="csY0" fmla="*/ 90800 h 90643"/>
                  <a:gd name="csX1" fmla="*/ 77506 w 90645"/>
                  <a:gd name="csY1" fmla="*/ 77525 h 90643"/>
                  <a:gd name="csX2" fmla="*/ 90780 w 90645"/>
                  <a:gd name="csY2" fmla="*/ 45478 h 90643"/>
                  <a:gd name="csX3" fmla="*/ 77506 w 90645"/>
                  <a:gd name="csY3" fmla="*/ 13430 h 90643"/>
                  <a:gd name="csX4" fmla="*/ 45458 w 90645"/>
                  <a:gd name="csY4" fmla="*/ 156 h 90643"/>
                  <a:gd name="csX5" fmla="*/ 13410 w 90645"/>
                  <a:gd name="csY5" fmla="*/ 13430 h 90643"/>
                  <a:gd name="csX6" fmla="*/ 135 w 90645"/>
                  <a:gd name="csY6" fmla="*/ 45478 h 90643"/>
                  <a:gd name="csX7" fmla="*/ 13410 w 90645"/>
                  <a:gd name="csY7" fmla="*/ 77525 h 90643"/>
                  <a:gd name="csX8" fmla="*/ 45458 w 90645"/>
                  <a:gd name="csY8" fmla="*/ 9080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8" y="90800"/>
                    </a:moveTo>
                    <a:cubicBezTo>
                      <a:pt x="57478" y="90800"/>
                      <a:pt x="69007" y="86024"/>
                      <a:pt x="77506" y="77525"/>
                    </a:cubicBezTo>
                    <a:cubicBezTo>
                      <a:pt x="86005" y="69026"/>
                      <a:pt x="90780" y="57497"/>
                      <a:pt x="90780" y="45478"/>
                    </a:cubicBezTo>
                    <a:cubicBezTo>
                      <a:pt x="90780" y="33458"/>
                      <a:pt x="86005" y="21930"/>
                      <a:pt x="77506" y="13430"/>
                    </a:cubicBezTo>
                    <a:cubicBezTo>
                      <a:pt x="69007" y="4931"/>
                      <a:pt x="57478" y="156"/>
                      <a:pt x="45458" y="156"/>
                    </a:cubicBezTo>
                    <a:cubicBezTo>
                      <a:pt x="33438" y="156"/>
                      <a:pt x="21909" y="4931"/>
                      <a:pt x="13410" y="13430"/>
                    </a:cubicBezTo>
                    <a:cubicBezTo>
                      <a:pt x="4911" y="21930"/>
                      <a:pt x="135" y="33458"/>
                      <a:pt x="135" y="45478"/>
                    </a:cubicBezTo>
                    <a:cubicBezTo>
                      <a:pt x="135" y="57497"/>
                      <a:pt x="4911" y="69026"/>
                      <a:pt x="13410" y="77525"/>
                    </a:cubicBezTo>
                    <a:cubicBezTo>
                      <a:pt x="21909" y="86024"/>
                      <a:pt x="33438" y="90800"/>
                      <a:pt x="45458" y="9080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4" name="任意多边形: 形状 3563"/>
              <p:cNvSpPr/>
              <p:nvPr/>
            </p:nvSpPr>
            <p:spPr>
              <a:xfrm>
                <a:off x="28534732" y="23624388"/>
                <a:ext cx="180000" cy="180000"/>
              </a:xfrm>
              <a:custGeom>
                <a:avLst/>
                <a:gdLst>
                  <a:gd name="csX0" fmla="*/ 45478 w 90645"/>
                  <a:gd name="csY0" fmla="*/ 90821 h 90643"/>
                  <a:gd name="csX1" fmla="*/ 77526 w 90645"/>
                  <a:gd name="csY1" fmla="*/ 77547 h 90643"/>
                  <a:gd name="csX2" fmla="*/ 90800 w 90645"/>
                  <a:gd name="csY2" fmla="*/ 45499 h 90643"/>
                  <a:gd name="csX3" fmla="*/ 77526 w 90645"/>
                  <a:gd name="csY3" fmla="*/ 13452 h 90643"/>
                  <a:gd name="csX4" fmla="*/ 45478 w 90645"/>
                  <a:gd name="csY4" fmla="*/ 177 h 90643"/>
                  <a:gd name="csX5" fmla="*/ 13430 w 90645"/>
                  <a:gd name="csY5" fmla="*/ 13452 h 90643"/>
                  <a:gd name="csX6" fmla="*/ 155 w 90645"/>
                  <a:gd name="csY6" fmla="*/ 45499 h 90643"/>
                  <a:gd name="csX7" fmla="*/ 13430 w 90645"/>
                  <a:gd name="csY7" fmla="*/ 77547 h 90643"/>
                  <a:gd name="csX8" fmla="*/ 45478 w 90645"/>
                  <a:gd name="csY8" fmla="*/ 9082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8" y="90821"/>
                    </a:moveTo>
                    <a:cubicBezTo>
                      <a:pt x="57498" y="90821"/>
                      <a:pt x="69027" y="86046"/>
                      <a:pt x="77526" y="77547"/>
                    </a:cubicBezTo>
                    <a:cubicBezTo>
                      <a:pt x="86025" y="69048"/>
                      <a:pt x="90800" y="57519"/>
                      <a:pt x="90800" y="45499"/>
                    </a:cubicBezTo>
                    <a:cubicBezTo>
                      <a:pt x="90800" y="33480"/>
                      <a:pt x="86025" y="21951"/>
                      <a:pt x="77526" y="13452"/>
                    </a:cubicBezTo>
                    <a:cubicBezTo>
                      <a:pt x="69027" y="4953"/>
                      <a:pt x="57498" y="177"/>
                      <a:pt x="45478" y="177"/>
                    </a:cubicBezTo>
                    <a:cubicBezTo>
                      <a:pt x="33458" y="177"/>
                      <a:pt x="21929" y="4953"/>
                      <a:pt x="13430" y="13452"/>
                    </a:cubicBezTo>
                    <a:cubicBezTo>
                      <a:pt x="4931" y="21951"/>
                      <a:pt x="155" y="33480"/>
                      <a:pt x="155" y="45499"/>
                    </a:cubicBezTo>
                    <a:cubicBezTo>
                      <a:pt x="155" y="57519"/>
                      <a:pt x="4931" y="69048"/>
                      <a:pt x="13430" y="77547"/>
                    </a:cubicBezTo>
                    <a:cubicBezTo>
                      <a:pt x="21929" y="86046"/>
                      <a:pt x="33458" y="90821"/>
                      <a:pt x="45478" y="9082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5" name="任意多边形: 形状 3564"/>
              <p:cNvSpPr/>
              <p:nvPr/>
            </p:nvSpPr>
            <p:spPr>
              <a:xfrm>
                <a:off x="30753231" y="22153176"/>
                <a:ext cx="180000" cy="180000"/>
              </a:xfrm>
              <a:custGeom>
                <a:avLst/>
                <a:gdLst>
                  <a:gd name="csX0" fmla="*/ 45547 w 90645"/>
                  <a:gd name="csY0" fmla="*/ 90775 h 90643"/>
                  <a:gd name="csX1" fmla="*/ 77595 w 90645"/>
                  <a:gd name="csY1" fmla="*/ 77501 h 90643"/>
                  <a:gd name="csX2" fmla="*/ 90870 w 90645"/>
                  <a:gd name="csY2" fmla="*/ 45453 h 90643"/>
                  <a:gd name="csX3" fmla="*/ 77595 w 90645"/>
                  <a:gd name="csY3" fmla="*/ 13406 h 90643"/>
                  <a:gd name="csX4" fmla="*/ 45547 w 90645"/>
                  <a:gd name="csY4" fmla="*/ 131 h 90643"/>
                  <a:gd name="csX5" fmla="*/ 13499 w 90645"/>
                  <a:gd name="csY5" fmla="*/ 13406 h 90643"/>
                  <a:gd name="csX6" fmla="*/ 225 w 90645"/>
                  <a:gd name="csY6" fmla="*/ 45453 h 90643"/>
                  <a:gd name="csX7" fmla="*/ 13499 w 90645"/>
                  <a:gd name="csY7" fmla="*/ 77501 h 90643"/>
                  <a:gd name="csX8" fmla="*/ 45547 w 90645"/>
                  <a:gd name="csY8" fmla="*/ 9077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7" y="90775"/>
                    </a:moveTo>
                    <a:cubicBezTo>
                      <a:pt x="57567" y="90775"/>
                      <a:pt x="69096" y="86000"/>
                      <a:pt x="77595" y="77501"/>
                    </a:cubicBezTo>
                    <a:cubicBezTo>
                      <a:pt x="86094" y="69002"/>
                      <a:pt x="90870" y="57473"/>
                      <a:pt x="90870" y="45453"/>
                    </a:cubicBezTo>
                    <a:cubicBezTo>
                      <a:pt x="90870" y="33434"/>
                      <a:pt x="86094" y="21905"/>
                      <a:pt x="77595" y="13406"/>
                    </a:cubicBezTo>
                    <a:cubicBezTo>
                      <a:pt x="69096" y="4907"/>
                      <a:pt x="57567" y="131"/>
                      <a:pt x="45547" y="131"/>
                    </a:cubicBezTo>
                    <a:cubicBezTo>
                      <a:pt x="33527" y="131"/>
                      <a:pt x="21998" y="4907"/>
                      <a:pt x="13499" y="13406"/>
                    </a:cubicBezTo>
                    <a:cubicBezTo>
                      <a:pt x="5000" y="21905"/>
                      <a:pt x="225" y="33434"/>
                      <a:pt x="225" y="45453"/>
                    </a:cubicBezTo>
                    <a:cubicBezTo>
                      <a:pt x="225" y="57473"/>
                      <a:pt x="5000" y="69002"/>
                      <a:pt x="13499" y="77501"/>
                    </a:cubicBezTo>
                    <a:cubicBezTo>
                      <a:pt x="21998" y="86000"/>
                      <a:pt x="33527" y="90775"/>
                      <a:pt x="45547" y="9077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6" name="任意多边形: 形状 3565"/>
              <p:cNvSpPr/>
              <p:nvPr/>
            </p:nvSpPr>
            <p:spPr>
              <a:xfrm>
                <a:off x="30420665" y="24423551"/>
                <a:ext cx="180000" cy="180000"/>
              </a:xfrm>
              <a:custGeom>
                <a:avLst/>
                <a:gdLst>
                  <a:gd name="csX0" fmla="*/ 45537 w 90645"/>
                  <a:gd name="csY0" fmla="*/ 90846 h 90643"/>
                  <a:gd name="csX1" fmla="*/ 77585 w 90645"/>
                  <a:gd name="csY1" fmla="*/ 77572 h 90643"/>
                  <a:gd name="csX2" fmla="*/ 90859 w 90645"/>
                  <a:gd name="csY2" fmla="*/ 45524 h 90643"/>
                  <a:gd name="csX3" fmla="*/ 77585 w 90645"/>
                  <a:gd name="csY3" fmla="*/ 13477 h 90643"/>
                  <a:gd name="csX4" fmla="*/ 45537 w 90645"/>
                  <a:gd name="csY4" fmla="*/ 202 h 90643"/>
                  <a:gd name="csX5" fmla="*/ 13489 w 90645"/>
                  <a:gd name="csY5" fmla="*/ 13477 h 90643"/>
                  <a:gd name="csX6" fmla="*/ 214 w 90645"/>
                  <a:gd name="csY6" fmla="*/ 45524 h 90643"/>
                  <a:gd name="csX7" fmla="*/ 13489 w 90645"/>
                  <a:gd name="csY7" fmla="*/ 77572 h 90643"/>
                  <a:gd name="csX8" fmla="*/ 45537 w 90645"/>
                  <a:gd name="csY8" fmla="*/ 9084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7" y="90846"/>
                    </a:moveTo>
                    <a:cubicBezTo>
                      <a:pt x="57556" y="90846"/>
                      <a:pt x="69085" y="86071"/>
                      <a:pt x="77585" y="77572"/>
                    </a:cubicBezTo>
                    <a:cubicBezTo>
                      <a:pt x="86084" y="69072"/>
                      <a:pt x="90859" y="57544"/>
                      <a:pt x="90859" y="45524"/>
                    </a:cubicBezTo>
                    <a:cubicBezTo>
                      <a:pt x="90859" y="33505"/>
                      <a:pt x="86084" y="21976"/>
                      <a:pt x="77585" y="13477"/>
                    </a:cubicBezTo>
                    <a:cubicBezTo>
                      <a:pt x="69085" y="4978"/>
                      <a:pt x="57556" y="202"/>
                      <a:pt x="45537" y="202"/>
                    </a:cubicBezTo>
                    <a:cubicBezTo>
                      <a:pt x="33517" y="202"/>
                      <a:pt x="21988" y="4978"/>
                      <a:pt x="13489" y="13477"/>
                    </a:cubicBezTo>
                    <a:cubicBezTo>
                      <a:pt x="4990" y="21976"/>
                      <a:pt x="214" y="33505"/>
                      <a:pt x="214" y="45524"/>
                    </a:cubicBezTo>
                    <a:cubicBezTo>
                      <a:pt x="214" y="57544"/>
                      <a:pt x="4990" y="69072"/>
                      <a:pt x="13489" y="77572"/>
                    </a:cubicBezTo>
                    <a:cubicBezTo>
                      <a:pt x="21988" y="86071"/>
                      <a:pt x="33517" y="90846"/>
                      <a:pt x="45537" y="9084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7" name="任意多边形: 形状 3566"/>
              <p:cNvSpPr/>
              <p:nvPr/>
            </p:nvSpPr>
            <p:spPr>
              <a:xfrm>
                <a:off x="28995252" y="21814025"/>
                <a:ext cx="180000" cy="180000"/>
              </a:xfrm>
              <a:custGeom>
                <a:avLst/>
                <a:gdLst>
                  <a:gd name="csX0" fmla="*/ 45492 w 90645"/>
                  <a:gd name="csY0" fmla="*/ 90765 h 90643"/>
                  <a:gd name="csX1" fmla="*/ 77540 w 90645"/>
                  <a:gd name="csY1" fmla="*/ 77490 h 90643"/>
                  <a:gd name="csX2" fmla="*/ 90815 w 90645"/>
                  <a:gd name="csY2" fmla="*/ 45443 h 90643"/>
                  <a:gd name="csX3" fmla="*/ 77540 w 90645"/>
                  <a:gd name="csY3" fmla="*/ 13395 h 90643"/>
                  <a:gd name="csX4" fmla="*/ 45492 w 90645"/>
                  <a:gd name="csY4" fmla="*/ 121 h 90643"/>
                  <a:gd name="csX5" fmla="*/ 13444 w 90645"/>
                  <a:gd name="csY5" fmla="*/ 13395 h 90643"/>
                  <a:gd name="csX6" fmla="*/ 170 w 90645"/>
                  <a:gd name="csY6" fmla="*/ 45443 h 90643"/>
                  <a:gd name="csX7" fmla="*/ 13444 w 90645"/>
                  <a:gd name="csY7" fmla="*/ 77490 h 90643"/>
                  <a:gd name="csX8" fmla="*/ 45492 w 90645"/>
                  <a:gd name="csY8" fmla="*/ 9076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2" y="90765"/>
                    </a:moveTo>
                    <a:cubicBezTo>
                      <a:pt x="57512" y="90765"/>
                      <a:pt x="69041" y="85989"/>
                      <a:pt x="77540" y="77490"/>
                    </a:cubicBezTo>
                    <a:cubicBezTo>
                      <a:pt x="86039" y="68991"/>
                      <a:pt x="90815" y="57462"/>
                      <a:pt x="90815" y="45443"/>
                    </a:cubicBezTo>
                    <a:cubicBezTo>
                      <a:pt x="90815" y="33423"/>
                      <a:pt x="86039" y="21894"/>
                      <a:pt x="77540" y="13395"/>
                    </a:cubicBezTo>
                    <a:cubicBezTo>
                      <a:pt x="69041" y="4896"/>
                      <a:pt x="57512" y="121"/>
                      <a:pt x="45492" y="121"/>
                    </a:cubicBezTo>
                    <a:cubicBezTo>
                      <a:pt x="33473" y="121"/>
                      <a:pt x="21944" y="4896"/>
                      <a:pt x="13444" y="13395"/>
                    </a:cubicBezTo>
                    <a:cubicBezTo>
                      <a:pt x="4945" y="21894"/>
                      <a:pt x="170" y="33423"/>
                      <a:pt x="170" y="45443"/>
                    </a:cubicBezTo>
                    <a:cubicBezTo>
                      <a:pt x="170" y="57462"/>
                      <a:pt x="4945" y="68991"/>
                      <a:pt x="13444" y="77490"/>
                    </a:cubicBezTo>
                    <a:cubicBezTo>
                      <a:pt x="21944" y="85989"/>
                      <a:pt x="33473" y="90765"/>
                      <a:pt x="45492" y="9076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8" name="任意多边形: 形状 3567"/>
              <p:cNvSpPr/>
              <p:nvPr/>
            </p:nvSpPr>
            <p:spPr>
              <a:xfrm>
                <a:off x="29062489" y="24208035"/>
                <a:ext cx="180000" cy="180000"/>
              </a:xfrm>
              <a:custGeom>
                <a:avLst/>
                <a:gdLst>
                  <a:gd name="csX0" fmla="*/ 45494 w 90645"/>
                  <a:gd name="csY0" fmla="*/ 90839 h 90643"/>
                  <a:gd name="csX1" fmla="*/ 77542 w 90645"/>
                  <a:gd name="csY1" fmla="*/ 77565 h 90643"/>
                  <a:gd name="csX2" fmla="*/ 90817 w 90645"/>
                  <a:gd name="csY2" fmla="*/ 45517 h 90643"/>
                  <a:gd name="csX3" fmla="*/ 77542 w 90645"/>
                  <a:gd name="csY3" fmla="*/ 13470 h 90643"/>
                  <a:gd name="csX4" fmla="*/ 45494 w 90645"/>
                  <a:gd name="csY4" fmla="*/ 195 h 90643"/>
                  <a:gd name="csX5" fmla="*/ 13446 w 90645"/>
                  <a:gd name="csY5" fmla="*/ 13470 h 90643"/>
                  <a:gd name="csX6" fmla="*/ 172 w 90645"/>
                  <a:gd name="csY6" fmla="*/ 45517 h 90643"/>
                  <a:gd name="csX7" fmla="*/ 13446 w 90645"/>
                  <a:gd name="csY7" fmla="*/ 77565 h 90643"/>
                  <a:gd name="csX8" fmla="*/ 45494 w 90645"/>
                  <a:gd name="csY8" fmla="*/ 9083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4" y="90839"/>
                    </a:moveTo>
                    <a:cubicBezTo>
                      <a:pt x="57514" y="90839"/>
                      <a:pt x="69043" y="86064"/>
                      <a:pt x="77542" y="77565"/>
                    </a:cubicBezTo>
                    <a:cubicBezTo>
                      <a:pt x="86041" y="69066"/>
                      <a:pt x="90817" y="57537"/>
                      <a:pt x="90817" y="45517"/>
                    </a:cubicBezTo>
                    <a:cubicBezTo>
                      <a:pt x="90817" y="33498"/>
                      <a:pt x="86041" y="21969"/>
                      <a:pt x="77542" y="13470"/>
                    </a:cubicBezTo>
                    <a:cubicBezTo>
                      <a:pt x="69043" y="4971"/>
                      <a:pt x="57514" y="195"/>
                      <a:pt x="45494" y="195"/>
                    </a:cubicBezTo>
                    <a:cubicBezTo>
                      <a:pt x="33475" y="195"/>
                      <a:pt x="21946" y="4971"/>
                      <a:pt x="13446" y="13470"/>
                    </a:cubicBezTo>
                    <a:cubicBezTo>
                      <a:pt x="4947" y="21969"/>
                      <a:pt x="172" y="33498"/>
                      <a:pt x="172" y="45517"/>
                    </a:cubicBezTo>
                    <a:cubicBezTo>
                      <a:pt x="172" y="57537"/>
                      <a:pt x="4947" y="69066"/>
                      <a:pt x="13446" y="77565"/>
                    </a:cubicBezTo>
                    <a:cubicBezTo>
                      <a:pt x="21946" y="86064"/>
                      <a:pt x="33475" y="90839"/>
                      <a:pt x="45494" y="9083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69" name="任意多边形: 形状 3568"/>
              <p:cNvSpPr/>
              <p:nvPr/>
            </p:nvSpPr>
            <p:spPr>
              <a:xfrm>
                <a:off x="30351564" y="21917761"/>
                <a:ext cx="180000" cy="180000"/>
              </a:xfrm>
              <a:custGeom>
                <a:avLst/>
                <a:gdLst>
                  <a:gd name="csX0" fmla="*/ 45535 w 90645"/>
                  <a:gd name="csY0" fmla="*/ 90768 h 90643"/>
                  <a:gd name="csX1" fmla="*/ 77582 w 90645"/>
                  <a:gd name="csY1" fmla="*/ 77493 h 90643"/>
                  <a:gd name="csX2" fmla="*/ 90857 w 90645"/>
                  <a:gd name="csY2" fmla="*/ 45446 h 90643"/>
                  <a:gd name="csX3" fmla="*/ 77582 w 90645"/>
                  <a:gd name="csY3" fmla="*/ 13398 h 90643"/>
                  <a:gd name="csX4" fmla="*/ 45535 w 90645"/>
                  <a:gd name="csY4" fmla="*/ 124 h 90643"/>
                  <a:gd name="csX5" fmla="*/ 13487 w 90645"/>
                  <a:gd name="csY5" fmla="*/ 13398 h 90643"/>
                  <a:gd name="csX6" fmla="*/ 212 w 90645"/>
                  <a:gd name="csY6" fmla="*/ 45446 h 90643"/>
                  <a:gd name="csX7" fmla="*/ 13487 w 90645"/>
                  <a:gd name="csY7" fmla="*/ 77493 h 90643"/>
                  <a:gd name="csX8" fmla="*/ 45535 w 90645"/>
                  <a:gd name="csY8" fmla="*/ 9076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5" y="90768"/>
                    </a:moveTo>
                    <a:cubicBezTo>
                      <a:pt x="57554" y="90768"/>
                      <a:pt x="69083" y="85992"/>
                      <a:pt x="77582" y="77493"/>
                    </a:cubicBezTo>
                    <a:cubicBezTo>
                      <a:pt x="86082" y="68994"/>
                      <a:pt x="90857" y="57465"/>
                      <a:pt x="90857" y="45446"/>
                    </a:cubicBezTo>
                    <a:cubicBezTo>
                      <a:pt x="90857" y="33426"/>
                      <a:pt x="86082" y="21897"/>
                      <a:pt x="77582" y="13398"/>
                    </a:cubicBezTo>
                    <a:cubicBezTo>
                      <a:pt x="69083" y="4899"/>
                      <a:pt x="57554" y="124"/>
                      <a:pt x="45535" y="124"/>
                    </a:cubicBezTo>
                    <a:cubicBezTo>
                      <a:pt x="33515" y="124"/>
                      <a:pt x="21986" y="4899"/>
                      <a:pt x="13487" y="13398"/>
                    </a:cubicBezTo>
                    <a:cubicBezTo>
                      <a:pt x="4987" y="21897"/>
                      <a:pt x="212" y="33426"/>
                      <a:pt x="212" y="45446"/>
                    </a:cubicBezTo>
                    <a:cubicBezTo>
                      <a:pt x="212" y="57465"/>
                      <a:pt x="4987" y="68994"/>
                      <a:pt x="13487" y="77493"/>
                    </a:cubicBezTo>
                    <a:cubicBezTo>
                      <a:pt x="21986" y="85992"/>
                      <a:pt x="33515" y="90768"/>
                      <a:pt x="45535" y="9076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0" name="任意多边形: 形状 3569"/>
              <p:cNvSpPr/>
              <p:nvPr/>
            </p:nvSpPr>
            <p:spPr>
              <a:xfrm>
                <a:off x="30982227" y="23475783"/>
                <a:ext cx="180000" cy="180000"/>
              </a:xfrm>
              <a:custGeom>
                <a:avLst/>
                <a:gdLst>
                  <a:gd name="csX0" fmla="*/ 45554 w 90645"/>
                  <a:gd name="csY0" fmla="*/ 90816 h 90643"/>
                  <a:gd name="csX1" fmla="*/ 77602 w 90645"/>
                  <a:gd name="csY1" fmla="*/ 77542 h 90643"/>
                  <a:gd name="csX2" fmla="*/ 90877 w 90645"/>
                  <a:gd name="csY2" fmla="*/ 45494 h 90643"/>
                  <a:gd name="csX3" fmla="*/ 77602 w 90645"/>
                  <a:gd name="csY3" fmla="*/ 13447 h 90643"/>
                  <a:gd name="csX4" fmla="*/ 45554 w 90645"/>
                  <a:gd name="csY4" fmla="*/ 173 h 90643"/>
                  <a:gd name="csX5" fmla="*/ 13506 w 90645"/>
                  <a:gd name="csY5" fmla="*/ 13447 h 90643"/>
                  <a:gd name="csX6" fmla="*/ 232 w 90645"/>
                  <a:gd name="csY6" fmla="*/ 45494 h 90643"/>
                  <a:gd name="csX7" fmla="*/ 13506 w 90645"/>
                  <a:gd name="csY7" fmla="*/ 77542 h 90643"/>
                  <a:gd name="csX8" fmla="*/ 45554 w 90645"/>
                  <a:gd name="csY8" fmla="*/ 9081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4" y="90816"/>
                    </a:moveTo>
                    <a:cubicBezTo>
                      <a:pt x="57574" y="90816"/>
                      <a:pt x="69103" y="86041"/>
                      <a:pt x="77602" y="77542"/>
                    </a:cubicBezTo>
                    <a:cubicBezTo>
                      <a:pt x="86101" y="69043"/>
                      <a:pt x="90877" y="57514"/>
                      <a:pt x="90877" y="45494"/>
                    </a:cubicBezTo>
                    <a:cubicBezTo>
                      <a:pt x="90877" y="33475"/>
                      <a:pt x="86101" y="21946"/>
                      <a:pt x="77602" y="13447"/>
                    </a:cubicBezTo>
                    <a:cubicBezTo>
                      <a:pt x="69103" y="4948"/>
                      <a:pt x="57574" y="173"/>
                      <a:pt x="45554" y="173"/>
                    </a:cubicBezTo>
                    <a:cubicBezTo>
                      <a:pt x="33535" y="173"/>
                      <a:pt x="22006" y="4948"/>
                      <a:pt x="13506" y="13447"/>
                    </a:cubicBezTo>
                    <a:cubicBezTo>
                      <a:pt x="5007" y="21946"/>
                      <a:pt x="232" y="33475"/>
                      <a:pt x="232" y="45494"/>
                    </a:cubicBezTo>
                    <a:cubicBezTo>
                      <a:pt x="232" y="57514"/>
                      <a:pt x="5007" y="69043"/>
                      <a:pt x="13506" y="77542"/>
                    </a:cubicBezTo>
                    <a:cubicBezTo>
                      <a:pt x="22006" y="86041"/>
                      <a:pt x="33535" y="90816"/>
                      <a:pt x="45554" y="9081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1" name="任意多边形: 形状 3570"/>
              <p:cNvSpPr/>
              <p:nvPr/>
            </p:nvSpPr>
            <p:spPr>
              <a:xfrm>
                <a:off x="28252275" y="22252952"/>
                <a:ext cx="180000" cy="180000"/>
              </a:xfrm>
              <a:custGeom>
                <a:avLst/>
                <a:gdLst>
                  <a:gd name="csX0" fmla="*/ 45469 w 90645"/>
                  <a:gd name="csY0" fmla="*/ 90778 h 90643"/>
                  <a:gd name="csX1" fmla="*/ 77517 w 90645"/>
                  <a:gd name="csY1" fmla="*/ 77504 h 90643"/>
                  <a:gd name="csX2" fmla="*/ 90792 w 90645"/>
                  <a:gd name="csY2" fmla="*/ 45456 h 90643"/>
                  <a:gd name="csX3" fmla="*/ 77517 w 90645"/>
                  <a:gd name="csY3" fmla="*/ 13409 h 90643"/>
                  <a:gd name="csX4" fmla="*/ 45469 w 90645"/>
                  <a:gd name="csY4" fmla="*/ 134 h 90643"/>
                  <a:gd name="csX5" fmla="*/ 13421 w 90645"/>
                  <a:gd name="csY5" fmla="*/ 13409 h 90643"/>
                  <a:gd name="csX6" fmla="*/ 147 w 90645"/>
                  <a:gd name="csY6" fmla="*/ 45456 h 90643"/>
                  <a:gd name="csX7" fmla="*/ 13421 w 90645"/>
                  <a:gd name="csY7" fmla="*/ 77504 h 90643"/>
                  <a:gd name="csX8" fmla="*/ 45469 w 90645"/>
                  <a:gd name="csY8" fmla="*/ 9077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9" y="90778"/>
                    </a:moveTo>
                    <a:cubicBezTo>
                      <a:pt x="57489" y="90778"/>
                      <a:pt x="69018" y="86003"/>
                      <a:pt x="77517" y="77504"/>
                    </a:cubicBezTo>
                    <a:cubicBezTo>
                      <a:pt x="86016" y="69005"/>
                      <a:pt x="90792" y="57476"/>
                      <a:pt x="90792" y="45456"/>
                    </a:cubicBezTo>
                    <a:cubicBezTo>
                      <a:pt x="90792" y="33437"/>
                      <a:pt x="86016" y="21908"/>
                      <a:pt x="77517" y="13409"/>
                    </a:cubicBezTo>
                    <a:cubicBezTo>
                      <a:pt x="69018" y="4910"/>
                      <a:pt x="57489" y="134"/>
                      <a:pt x="45469" y="134"/>
                    </a:cubicBezTo>
                    <a:cubicBezTo>
                      <a:pt x="33449" y="134"/>
                      <a:pt x="21920" y="4910"/>
                      <a:pt x="13421" y="13409"/>
                    </a:cubicBezTo>
                    <a:cubicBezTo>
                      <a:pt x="4922" y="21908"/>
                      <a:pt x="147" y="33437"/>
                      <a:pt x="147" y="45456"/>
                    </a:cubicBezTo>
                    <a:cubicBezTo>
                      <a:pt x="147" y="57476"/>
                      <a:pt x="4922" y="69005"/>
                      <a:pt x="13421" y="77504"/>
                    </a:cubicBezTo>
                    <a:cubicBezTo>
                      <a:pt x="21920" y="86003"/>
                      <a:pt x="33449" y="90778"/>
                      <a:pt x="45469" y="9077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2" name="任意多边形: 形状 3571"/>
              <p:cNvSpPr/>
              <p:nvPr/>
            </p:nvSpPr>
            <p:spPr>
              <a:xfrm>
                <a:off x="28036385" y="23345486"/>
                <a:ext cx="180000" cy="180000"/>
              </a:xfrm>
              <a:custGeom>
                <a:avLst/>
                <a:gdLst>
                  <a:gd name="csX0" fmla="*/ 45462 w 90645"/>
                  <a:gd name="csY0" fmla="*/ 90812 h 90643"/>
                  <a:gd name="csX1" fmla="*/ 77510 w 90645"/>
                  <a:gd name="csY1" fmla="*/ 77538 h 90643"/>
                  <a:gd name="csX2" fmla="*/ 90785 w 90645"/>
                  <a:gd name="csY2" fmla="*/ 45490 h 90643"/>
                  <a:gd name="csX3" fmla="*/ 77510 w 90645"/>
                  <a:gd name="csY3" fmla="*/ 13443 h 90643"/>
                  <a:gd name="csX4" fmla="*/ 45462 w 90645"/>
                  <a:gd name="csY4" fmla="*/ 168 h 90643"/>
                  <a:gd name="csX5" fmla="*/ 13414 w 90645"/>
                  <a:gd name="csY5" fmla="*/ 13443 h 90643"/>
                  <a:gd name="csX6" fmla="*/ 140 w 90645"/>
                  <a:gd name="csY6" fmla="*/ 45490 h 90643"/>
                  <a:gd name="csX7" fmla="*/ 13414 w 90645"/>
                  <a:gd name="csY7" fmla="*/ 77538 h 90643"/>
                  <a:gd name="csX8" fmla="*/ 45462 w 90645"/>
                  <a:gd name="csY8" fmla="*/ 9081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2" y="90812"/>
                    </a:moveTo>
                    <a:cubicBezTo>
                      <a:pt x="57482" y="90812"/>
                      <a:pt x="69011" y="86037"/>
                      <a:pt x="77510" y="77538"/>
                    </a:cubicBezTo>
                    <a:cubicBezTo>
                      <a:pt x="86009" y="69039"/>
                      <a:pt x="90785" y="57510"/>
                      <a:pt x="90785" y="45490"/>
                    </a:cubicBezTo>
                    <a:cubicBezTo>
                      <a:pt x="90785" y="33471"/>
                      <a:pt x="86009" y="21942"/>
                      <a:pt x="77510" y="13443"/>
                    </a:cubicBezTo>
                    <a:cubicBezTo>
                      <a:pt x="69011" y="4944"/>
                      <a:pt x="57482" y="168"/>
                      <a:pt x="45462" y="168"/>
                    </a:cubicBezTo>
                    <a:cubicBezTo>
                      <a:pt x="33443" y="168"/>
                      <a:pt x="21914" y="4944"/>
                      <a:pt x="13414" y="13443"/>
                    </a:cubicBezTo>
                    <a:cubicBezTo>
                      <a:pt x="4915" y="21942"/>
                      <a:pt x="140" y="33471"/>
                      <a:pt x="140" y="45490"/>
                    </a:cubicBezTo>
                    <a:cubicBezTo>
                      <a:pt x="140" y="57510"/>
                      <a:pt x="4915" y="69039"/>
                      <a:pt x="13414" y="77538"/>
                    </a:cubicBezTo>
                    <a:cubicBezTo>
                      <a:pt x="21914" y="86037"/>
                      <a:pt x="33443" y="90812"/>
                      <a:pt x="45462" y="9081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3" name="任意多边形: 形状 3572"/>
              <p:cNvSpPr/>
              <p:nvPr/>
            </p:nvSpPr>
            <p:spPr>
              <a:xfrm>
                <a:off x="32165673" y="22808481"/>
                <a:ext cx="180000" cy="180000"/>
              </a:xfrm>
              <a:custGeom>
                <a:avLst/>
                <a:gdLst>
                  <a:gd name="csX0" fmla="*/ 45591 w 90645"/>
                  <a:gd name="csY0" fmla="*/ 90796 h 90643"/>
                  <a:gd name="csX1" fmla="*/ 77639 w 90645"/>
                  <a:gd name="csY1" fmla="*/ 77521 h 90643"/>
                  <a:gd name="csX2" fmla="*/ 90914 w 90645"/>
                  <a:gd name="csY2" fmla="*/ 45474 h 90643"/>
                  <a:gd name="csX3" fmla="*/ 77639 w 90645"/>
                  <a:gd name="csY3" fmla="*/ 13426 h 90643"/>
                  <a:gd name="csX4" fmla="*/ 45591 w 90645"/>
                  <a:gd name="csY4" fmla="*/ 152 h 90643"/>
                  <a:gd name="csX5" fmla="*/ 13543 w 90645"/>
                  <a:gd name="csY5" fmla="*/ 13426 h 90643"/>
                  <a:gd name="csX6" fmla="*/ 269 w 90645"/>
                  <a:gd name="csY6" fmla="*/ 45474 h 90643"/>
                  <a:gd name="csX7" fmla="*/ 13543 w 90645"/>
                  <a:gd name="csY7" fmla="*/ 77521 h 90643"/>
                  <a:gd name="csX8" fmla="*/ 45591 w 90645"/>
                  <a:gd name="csY8" fmla="*/ 9079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1" y="90796"/>
                    </a:moveTo>
                    <a:cubicBezTo>
                      <a:pt x="57611" y="90796"/>
                      <a:pt x="69140" y="86020"/>
                      <a:pt x="77639" y="77521"/>
                    </a:cubicBezTo>
                    <a:cubicBezTo>
                      <a:pt x="86138" y="69022"/>
                      <a:pt x="90914" y="57493"/>
                      <a:pt x="90914" y="45474"/>
                    </a:cubicBezTo>
                    <a:cubicBezTo>
                      <a:pt x="90914" y="33454"/>
                      <a:pt x="86138" y="21925"/>
                      <a:pt x="77639" y="13426"/>
                    </a:cubicBezTo>
                    <a:cubicBezTo>
                      <a:pt x="69140" y="4927"/>
                      <a:pt x="57611" y="152"/>
                      <a:pt x="45591" y="152"/>
                    </a:cubicBezTo>
                    <a:cubicBezTo>
                      <a:pt x="33571" y="152"/>
                      <a:pt x="22042" y="4927"/>
                      <a:pt x="13543" y="13426"/>
                    </a:cubicBezTo>
                    <a:cubicBezTo>
                      <a:pt x="5044" y="21925"/>
                      <a:pt x="269" y="33454"/>
                      <a:pt x="269" y="45474"/>
                    </a:cubicBezTo>
                    <a:cubicBezTo>
                      <a:pt x="269" y="57493"/>
                      <a:pt x="5044" y="69022"/>
                      <a:pt x="13543" y="77521"/>
                    </a:cubicBezTo>
                    <a:cubicBezTo>
                      <a:pt x="22042" y="86020"/>
                      <a:pt x="33571" y="90796"/>
                      <a:pt x="45591" y="9079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4" name="任意多边形: 形状 3573"/>
              <p:cNvSpPr/>
              <p:nvPr/>
            </p:nvSpPr>
            <p:spPr>
              <a:xfrm>
                <a:off x="30248601" y="24762935"/>
                <a:ext cx="180000" cy="180000"/>
              </a:xfrm>
              <a:custGeom>
                <a:avLst/>
                <a:gdLst>
                  <a:gd name="csX0" fmla="*/ 45531 w 90645"/>
                  <a:gd name="csY0" fmla="*/ 90857 h 90643"/>
                  <a:gd name="csX1" fmla="*/ 77579 w 90645"/>
                  <a:gd name="csY1" fmla="*/ 77582 h 90643"/>
                  <a:gd name="csX2" fmla="*/ 90854 w 90645"/>
                  <a:gd name="csY2" fmla="*/ 45535 h 90643"/>
                  <a:gd name="csX3" fmla="*/ 77579 w 90645"/>
                  <a:gd name="csY3" fmla="*/ 13487 h 90643"/>
                  <a:gd name="csX4" fmla="*/ 45531 w 90645"/>
                  <a:gd name="csY4" fmla="*/ 213 h 90643"/>
                  <a:gd name="csX5" fmla="*/ 13483 w 90645"/>
                  <a:gd name="csY5" fmla="*/ 13487 h 90643"/>
                  <a:gd name="csX6" fmla="*/ 209 w 90645"/>
                  <a:gd name="csY6" fmla="*/ 45535 h 90643"/>
                  <a:gd name="csX7" fmla="*/ 13483 w 90645"/>
                  <a:gd name="csY7" fmla="*/ 77582 h 90643"/>
                  <a:gd name="csX8" fmla="*/ 45531 w 90645"/>
                  <a:gd name="csY8" fmla="*/ 9085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1" y="90857"/>
                    </a:moveTo>
                    <a:cubicBezTo>
                      <a:pt x="57551" y="90857"/>
                      <a:pt x="69080" y="86081"/>
                      <a:pt x="77579" y="77582"/>
                    </a:cubicBezTo>
                    <a:cubicBezTo>
                      <a:pt x="86078" y="69083"/>
                      <a:pt x="90854" y="57554"/>
                      <a:pt x="90854" y="45535"/>
                    </a:cubicBezTo>
                    <a:cubicBezTo>
                      <a:pt x="90854" y="33515"/>
                      <a:pt x="86078" y="21986"/>
                      <a:pt x="77579" y="13487"/>
                    </a:cubicBezTo>
                    <a:cubicBezTo>
                      <a:pt x="69080" y="4988"/>
                      <a:pt x="57551" y="213"/>
                      <a:pt x="45531" y="213"/>
                    </a:cubicBezTo>
                    <a:cubicBezTo>
                      <a:pt x="33512" y="213"/>
                      <a:pt x="21983" y="4988"/>
                      <a:pt x="13483" y="13487"/>
                    </a:cubicBezTo>
                    <a:cubicBezTo>
                      <a:pt x="4984" y="21986"/>
                      <a:pt x="209" y="33515"/>
                      <a:pt x="209" y="45535"/>
                    </a:cubicBezTo>
                    <a:cubicBezTo>
                      <a:pt x="209" y="57554"/>
                      <a:pt x="4984" y="69083"/>
                      <a:pt x="13483" y="77582"/>
                    </a:cubicBezTo>
                    <a:cubicBezTo>
                      <a:pt x="21983" y="86081"/>
                      <a:pt x="33512" y="90857"/>
                      <a:pt x="45531" y="9085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5" name="任意多边形: 形状 3574"/>
              <p:cNvSpPr/>
              <p:nvPr/>
            </p:nvSpPr>
            <p:spPr>
              <a:xfrm>
                <a:off x="29630452" y="19235178"/>
                <a:ext cx="180000" cy="180000"/>
              </a:xfrm>
              <a:custGeom>
                <a:avLst/>
                <a:gdLst>
                  <a:gd name="csX0" fmla="*/ 45512 w 90645"/>
                  <a:gd name="csY0" fmla="*/ 90684 h 90643"/>
                  <a:gd name="csX1" fmla="*/ 77560 w 90645"/>
                  <a:gd name="csY1" fmla="*/ 77410 h 90643"/>
                  <a:gd name="csX2" fmla="*/ 90835 w 90645"/>
                  <a:gd name="csY2" fmla="*/ 45362 h 90643"/>
                  <a:gd name="csX3" fmla="*/ 77560 w 90645"/>
                  <a:gd name="csY3" fmla="*/ 13315 h 90643"/>
                  <a:gd name="csX4" fmla="*/ 45512 w 90645"/>
                  <a:gd name="csY4" fmla="*/ 40 h 90643"/>
                  <a:gd name="csX5" fmla="*/ 13464 w 90645"/>
                  <a:gd name="csY5" fmla="*/ 13315 h 90643"/>
                  <a:gd name="csX6" fmla="*/ 190 w 90645"/>
                  <a:gd name="csY6" fmla="*/ 45362 h 90643"/>
                  <a:gd name="csX7" fmla="*/ 13464 w 90645"/>
                  <a:gd name="csY7" fmla="*/ 77410 h 90643"/>
                  <a:gd name="csX8" fmla="*/ 45512 w 90645"/>
                  <a:gd name="csY8" fmla="*/ 9068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2" y="90684"/>
                    </a:moveTo>
                    <a:cubicBezTo>
                      <a:pt x="57532" y="90684"/>
                      <a:pt x="69061" y="85909"/>
                      <a:pt x="77560" y="77410"/>
                    </a:cubicBezTo>
                    <a:cubicBezTo>
                      <a:pt x="86059" y="68911"/>
                      <a:pt x="90835" y="57382"/>
                      <a:pt x="90835" y="45362"/>
                    </a:cubicBezTo>
                    <a:cubicBezTo>
                      <a:pt x="90835" y="33343"/>
                      <a:pt x="86059" y="21814"/>
                      <a:pt x="77560" y="13315"/>
                    </a:cubicBezTo>
                    <a:cubicBezTo>
                      <a:pt x="69061" y="4816"/>
                      <a:pt x="57532" y="40"/>
                      <a:pt x="45512" y="40"/>
                    </a:cubicBezTo>
                    <a:cubicBezTo>
                      <a:pt x="33492" y="40"/>
                      <a:pt x="21963" y="4816"/>
                      <a:pt x="13464" y="13315"/>
                    </a:cubicBezTo>
                    <a:cubicBezTo>
                      <a:pt x="4965" y="21814"/>
                      <a:pt x="190" y="33343"/>
                      <a:pt x="190" y="45362"/>
                    </a:cubicBezTo>
                    <a:cubicBezTo>
                      <a:pt x="190" y="57382"/>
                      <a:pt x="4965" y="68911"/>
                      <a:pt x="13464" y="77410"/>
                    </a:cubicBezTo>
                    <a:cubicBezTo>
                      <a:pt x="21963" y="85909"/>
                      <a:pt x="33492" y="90684"/>
                      <a:pt x="45512" y="9068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6" name="任意多边形: 形状 3575"/>
              <p:cNvSpPr/>
              <p:nvPr/>
            </p:nvSpPr>
            <p:spPr>
              <a:xfrm>
                <a:off x="29423157" y="23701840"/>
                <a:ext cx="180000" cy="180000"/>
              </a:xfrm>
              <a:custGeom>
                <a:avLst/>
                <a:gdLst>
                  <a:gd name="csX0" fmla="*/ 45506 w 90645"/>
                  <a:gd name="csY0" fmla="*/ 90824 h 90643"/>
                  <a:gd name="csX1" fmla="*/ 77553 w 90645"/>
                  <a:gd name="csY1" fmla="*/ 77549 h 90643"/>
                  <a:gd name="csX2" fmla="*/ 90828 w 90645"/>
                  <a:gd name="csY2" fmla="*/ 45502 h 90643"/>
                  <a:gd name="csX3" fmla="*/ 77553 w 90645"/>
                  <a:gd name="csY3" fmla="*/ 13454 h 90643"/>
                  <a:gd name="csX4" fmla="*/ 45506 w 90645"/>
                  <a:gd name="csY4" fmla="*/ 180 h 90643"/>
                  <a:gd name="csX5" fmla="*/ 13458 w 90645"/>
                  <a:gd name="csY5" fmla="*/ 13454 h 90643"/>
                  <a:gd name="csX6" fmla="*/ 183 w 90645"/>
                  <a:gd name="csY6" fmla="*/ 45502 h 90643"/>
                  <a:gd name="csX7" fmla="*/ 13458 w 90645"/>
                  <a:gd name="csY7" fmla="*/ 77549 h 90643"/>
                  <a:gd name="csX8" fmla="*/ 45506 w 90645"/>
                  <a:gd name="csY8" fmla="*/ 9082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6" y="90824"/>
                    </a:moveTo>
                    <a:cubicBezTo>
                      <a:pt x="57525" y="90824"/>
                      <a:pt x="69054" y="86048"/>
                      <a:pt x="77553" y="77549"/>
                    </a:cubicBezTo>
                    <a:cubicBezTo>
                      <a:pt x="86053" y="69050"/>
                      <a:pt x="90828" y="57521"/>
                      <a:pt x="90828" y="45502"/>
                    </a:cubicBezTo>
                    <a:cubicBezTo>
                      <a:pt x="90828" y="33482"/>
                      <a:pt x="86053" y="21953"/>
                      <a:pt x="77553" y="13454"/>
                    </a:cubicBezTo>
                    <a:cubicBezTo>
                      <a:pt x="69054" y="4955"/>
                      <a:pt x="57525" y="180"/>
                      <a:pt x="45506" y="180"/>
                    </a:cubicBezTo>
                    <a:cubicBezTo>
                      <a:pt x="33486" y="180"/>
                      <a:pt x="21957" y="4955"/>
                      <a:pt x="13458" y="13454"/>
                    </a:cubicBezTo>
                    <a:cubicBezTo>
                      <a:pt x="4959" y="21953"/>
                      <a:pt x="183" y="33482"/>
                      <a:pt x="183" y="45502"/>
                    </a:cubicBezTo>
                    <a:cubicBezTo>
                      <a:pt x="183" y="57521"/>
                      <a:pt x="4959" y="69050"/>
                      <a:pt x="13458" y="77549"/>
                    </a:cubicBezTo>
                    <a:cubicBezTo>
                      <a:pt x="21957" y="86048"/>
                      <a:pt x="33486" y="90824"/>
                      <a:pt x="45506" y="9082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7" name="任意多边形: 形状 3576"/>
              <p:cNvSpPr/>
              <p:nvPr/>
            </p:nvSpPr>
            <p:spPr>
              <a:xfrm>
                <a:off x="30009419" y="22469440"/>
                <a:ext cx="180000" cy="180000"/>
              </a:xfrm>
              <a:custGeom>
                <a:avLst/>
                <a:gdLst>
                  <a:gd name="csX0" fmla="*/ 45524 w 90645"/>
                  <a:gd name="csY0" fmla="*/ 90785 h 90643"/>
                  <a:gd name="csX1" fmla="*/ 77572 w 90645"/>
                  <a:gd name="csY1" fmla="*/ 77511 h 90643"/>
                  <a:gd name="csX2" fmla="*/ 90846 w 90645"/>
                  <a:gd name="csY2" fmla="*/ 45463 h 90643"/>
                  <a:gd name="csX3" fmla="*/ 77572 w 90645"/>
                  <a:gd name="csY3" fmla="*/ 13416 h 90643"/>
                  <a:gd name="csX4" fmla="*/ 45524 w 90645"/>
                  <a:gd name="csY4" fmla="*/ 141 h 90643"/>
                  <a:gd name="csX5" fmla="*/ 13476 w 90645"/>
                  <a:gd name="csY5" fmla="*/ 13416 h 90643"/>
                  <a:gd name="csX6" fmla="*/ 201 w 90645"/>
                  <a:gd name="csY6" fmla="*/ 45463 h 90643"/>
                  <a:gd name="csX7" fmla="*/ 13476 w 90645"/>
                  <a:gd name="csY7" fmla="*/ 77511 h 90643"/>
                  <a:gd name="csX8" fmla="*/ 45524 w 90645"/>
                  <a:gd name="csY8" fmla="*/ 9078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4" y="90785"/>
                    </a:moveTo>
                    <a:cubicBezTo>
                      <a:pt x="57544" y="90785"/>
                      <a:pt x="69073" y="86010"/>
                      <a:pt x="77572" y="77511"/>
                    </a:cubicBezTo>
                    <a:cubicBezTo>
                      <a:pt x="86071" y="69011"/>
                      <a:pt x="90846" y="57483"/>
                      <a:pt x="90846" y="45463"/>
                    </a:cubicBezTo>
                    <a:cubicBezTo>
                      <a:pt x="90846" y="33444"/>
                      <a:pt x="86071" y="21915"/>
                      <a:pt x="77572" y="13416"/>
                    </a:cubicBezTo>
                    <a:cubicBezTo>
                      <a:pt x="69073" y="4917"/>
                      <a:pt x="57544" y="141"/>
                      <a:pt x="45524" y="141"/>
                    </a:cubicBezTo>
                    <a:cubicBezTo>
                      <a:pt x="33504" y="141"/>
                      <a:pt x="21975" y="4917"/>
                      <a:pt x="13476" y="13416"/>
                    </a:cubicBezTo>
                    <a:cubicBezTo>
                      <a:pt x="4977" y="21915"/>
                      <a:pt x="201" y="33444"/>
                      <a:pt x="201" y="45463"/>
                    </a:cubicBezTo>
                    <a:cubicBezTo>
                      <a:pt x="201" y="57483"/>
                      <a:pt x="4977" y="69011"/>
                      <a:pt x="13476" y="77511"/>
                    </a:cubicBezTo>
                    <a:cubicBezTo>
                      <a:pt x="21975" y="86010"/>
                      <a:pt x="33504" y="90785"/>
                      <a:pt x="45524" y="9078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8" name="任意多边形: 形状 3577"/>
              <p:cNvSpPr/>
              <p:nvPr/>
            </p:nvSpPr>
            <p:spPr>
              <a:xfrm>
                <a:off x="31505559" y="23893833"/>
                <a:ext cx="180000" cy="180000"/>
              </a:xfrm>
              <a:custGeom>
                <a:avLst/>
                <a:gdLst>
                  <a:gd name="csX0" fmla="*/ 45571 w 90645"/>
                  <a:gd name="csY0" fmla="*/ 90830 h 90643"/>
                  <a:gd name="csX1" fmla="*/ 77618 w 90645"/>
                  <a:gd name="csY1" fmla="*/ 77555 h 90643"/>
                  <a:gd name="csX2" fmla="*/ 90893 w 90645"/>
                  <a:gd name="csY2" fmla="*/ 45508 h 90643"/>
                  <a:gd name="csX3" fmla="*/ 77618 w 90645"/>
                  <a:gd name="csY3" fmla="*/ 13460 h 90643"/>
                  <a:gd name="csX4" fmla="*/ 45571 w 90645"/>
                  <a:gd name="csY4" fmla="*/ 186 h 90643"/>
                  <a:gd name="csX5" fmla="*/ 13523 w 90645"/>
                  <a:gd name="csY5" fmla="*/ 13460 h 90643"/>
                  <a:gd name="csX6" fmla="*/ 248 w 90645"/>
                  <a:gd name="csY6" fmla="*/ 45508 h 90643"/>
                  <a:gd name="csX7" fmla="*/ 13523 w 90645"/>
                  <a:gd name="csY7" fmla="*/ 77555 h 90643"/>
                  <a:gd name="csX8" fmla="*/ 45571 w 90645"/>
                  <a:gd name="csY8" fmla="*/ 9083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1" y="90830"/>
                    </a:moveTo>
                    <a:cubicBezTo>
                      <a:pt x="57590" y="90830"/>
                      <a:pt x="69119" y="86054"/>
                      <a:pt x="77618" y="77555"/>
                    </a:cubicBezTo>
                    <a:cubicBezTo>
                      <a:pt x="86118" y="69056"/>
                      <a:pt x="90893" y="57527"/>
                      <a:pt x="90893" y="45508"/>
                    </a:cubicBezTo>
                    <a:cubicBezTo>
                      <a:pt x="90893" y="33488"/>
                      <a:pt x="86118" y="21959"/>
                      <a:pt x="77618" y="13460"/>
                    </a:cubicBezTo>
                    <a:cubicBezTo>
                      <a:pt x="69119" y="4961"/>
                      <a:pt x="57590" y="186"/>
                      <a:pt x="45571" y="186"/>
                    </a:cubicBezTo>
                    <a:cubicBezTo>
                      <a:pt x="33551" y="186"/>
                      <a:pt x="22022" y="4961"/>
                      <a:pt x="13523" y="13460"/>
                    </a:cubicBezTo>
                    <a:cubicBezTo>
                      <a:pt x="5024" y="21959"/>
                      <a:pt x="248" y="33488"/>
                      <a:pt x="248" y="45508"/>
                    </a:cubicBezTo>
                    <a:cubicBezTo>
                      <a:pt x="248" y="57527"/>
                      <a:pt x="5024" y="69056"/>
                      <a:pt x="13523" y="77555"/>
                    </a:cubicBezTo>
                    <a:cubicBezTo>
                      <a:pt x="22022" y="86054"/>
                      <a:pt x="33551" y="90830"/>
                      <a:pt x="45571" y="9083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79" name="任意多边形: 形状 3578"/>
              <p:cNvSpPr/>
              <p:nvPr/>
            </p:nvSpPr>
            <p:spPr>
              <a:xfrm>
                <a:off x="27392985" y="21590494"/>
                <a:ext cx="180000" cy="180000"/>
              </a:xfrm>
              <a:custGeom>
                <a:avLst/>
                <a:gdLst>
                  <a:gd name="csX0" fmla="*/ 45442 w 90645"/>
                  <a:gd name="csY0" fmla="*/ 90758 h 90643"/>
                  <a:gd name="csX1" fmla="*/ 77490 w 90645"/>
                  <a:gd name="csY1" fmla="*/ 77483 h 90643"/>
                  <a:gd name="csX2" fmla="*/ 90765 w 90645"/>
                  <a:gd name="csY2" fmla="*/ 45436 h 90643"/>
                  <a:gd name="csX3" fmla="*/ 77490 w 90645"/>
                  <a:gd name="csY3" fmla="*/ 13388 h 90643"/>
                  <a:gd name="csX4" fmla="*/ 45442 w 90645"/>
                  <a:gd name="csY4" fmla="*/ 114 h 90643"/>
                  <a:gd name="csX5" fmla="*/ 13394 w 90645"/>
                  <a:gd name="csY5" fmla="*/ 13388 h 90643"/>
                  <a:gd name="csX6" fmla="*/ 120 w 90645"/>
                  <a:gd name="csY6" fmla="*/ 45436 h 90643"/>
                  <a:gd name="csX7" fmla="*/ 13394 w 90645"/>
                  <a:gd name="csY7" fmla="*/ 77483 h 90643"/>
                  <a:gd name="csX8" fmla="*/ 45442 w 90645"/>
                  <a:gd name="csY8" fmla="*/ 9075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2" y="90758"/>
                    </a:moveTo>
                    <a:cubicBezTo>
                      <a:pt x="57462" y="90758"/>
                      <a:pt x="68991" y="85982"/>
                      <a:pt x="77490" y="77483"/>
                    </a:cubicBezTo>
                    <a:cubicBezTo>
                      <a:pt x="85989" y="68984"/>
                      <a:pt x="90765" y="57455"/>
                      <a:pt x="90765" y="45436"/>
                    </a:cubicBezTo>
                    <a:cubicBezTo>
                      <a:pt x="90765" y="33416"/>
                      <a:pt x="85989" y="21887"/>
                      <a:pt x="77490" y="13388"/>
                    </a:cubicBezTo>
                    <a:cubicBezTo>
                      <a:pt x="68991" y="4889"/>
                      <a:pt x="57462" y="114"/>
                      <a:pt x="45442" y="114"/>
                    </a:cubicBezTo>
                    <a:cubicBezTo>
                      <a:pt x="33423" y="114"/>
                      <a:pt x="21894" y="4889"/>
                      <a:pt x="13394" y="13388"/>
                    </a:cubicBezTo>
                    <a:cubicBezTo>
                      <a:pt x="4895" y="21887"/>
                      <a:pt x="120" y="33416"/>
                      <a:pt x="120" y="45436"/>
                    </a:cubicBezTo>
                    <a:cubicBezTo>
                      <a:pt x="120" y="57455"/>
                      <a:pt x="4895" y="68984"/>
                      <a:pt x="13394" y="77483"/>
                    </a:cubicBezTo>
                    <a:cubicBezTo>
                      <a:pt x="21894" y="85982"/>
                      <a:pt x="33423" y="90758"/>
                      <a:pt x="45442" y="9075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0" name="任意多边形: 形状 3579"/>
              <p:cNvSpPr/>
              <p:nvPr/>
            </p:nvSpPr>
            <p:spPr>
              <a:xfrm>
                <a:off x="28624002" y="25618340"/>
                <a:ext cx="180000" cy="180000"/>
              </a:xfrm>
              <a:custGeom>
                <a:avLst/>
                <a:gdLst>
                  <a:gd name="csX0" fmla="*/ 45481 w 90645"/>
                  <a:gd name="csY0" fmla="*/ 90883 h 90643"/>
                  <a:gd name="csX1" fmla="*/ 77529 w 90645"/>
                  <a:gd name="csY1" fmla="*/ 77609 h 90643"/>
                  <a:gd name="csX2" fmla="*/ 90803 w 90645"/>
                  <a:gd name="csY2" fmla="*/ 45561 h 90643"/>
                  <a:gd name="csX3" fmla="*/ 77529 w 90645"/>
                  <a:gd name="csY3" fmla="*/ 13514 h 90643"/>
                  <a:gd name="csX4" fmla="*/ 45481 w 90645"/>
                  <a:gd name="csY4" fmla="*/ 239 h 90643"/>
                  <a:gd name="csX5" fmla="*/ 13433 w 90645"/>
                  <a:gd name="csY5" fmla="*/ 13514 h 90643"/>
                  <a:gd name="csX6" fmla="*/ 158 w 90645"/>
                  <a:gd name="csY6" fmla="*/ 45561 h 90643"/>
                  <a:gd name="csX7" fmla="*/ 13433 w 90645"/>
                  <a:gd name="csY7" fmla="*/ 77609 h 90643"/>
                  <a:gd name="csX8" fmla="*/ 45481 w 90645"/>
                  <a:gd name="csY8" fmla="*/ 908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1" y="90883"/>
                    </a:moveTo>
                    <a:cubicBezTo>
                      <a:pt x="57500" y="90883"/>
                      <a:pt x="69029" y="86108"/>
                      <a:pt x="77529" y="77609"/>
                    </a:cubicBezTo>
                    <a:cubicBezTo>
                      <a:pt x="86028" y="69110"/>
                      <a:pt x="90803" y="57581"/>
                      <a:pt x="90803" y="45561"/>
                    </a:cubicBezTo>
                    <a:cubicBezTo>
                      <a:pt x="90803" y="33542"/>
                      <a:pt x="86028" y="22013"/>
                      <a:pt x="77529" y="13514"/>
                    </a:cubicBezTo>
                    <a:cubicBezTo>
                      <a:pt x="69029" y="5015"/>
                      <a:pt x="57500" y="239"/>
                      <a:pt x="45481" y="239"/>
                    </a:cubicBezTo>
                    <a:cubicBezTo>
                      <a:pt x="33461" y="239"/>
                      <a:pt x="21932" y="5015"/>
                      <a:pt x="13433" y="13514"/>
                    </a:cubicBezTo>
                    <a:cubicBezTo>
                      <a:pt x="4934" y="22013"/>
                      <a:pt x="158" y="33542"/>
                      <a:pt x="158" y="45561"/>
                    </a:cubicBezTo>
                    <a:cubicBezTo>
                      <a:pt x="158" y="57581"/>
                      <a:pt x="4934" y="69110"/>
                      <a:pt x="13433" y="77609"/>
                    </a:cubicBezTo>
                    <a:cubicBezTo>
                      <a:pt x="21932" y="86108"/>
                      <a:pt x="33461" y="90883"/>
                      <a:pt x="45481" y="908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1" name="任意多边形: 形状 3580"/>
              <p:cNvSpPr/>
              <p:nvPr/>
            </p:nvSpPr>
            <p:spPr>
              <a:xfrm>
                <a:off x="31303958" y="20932137"/>
                <a:ext cx="180000" cy="180000"/>
              </a:xfrm>
              <a:custGeom>
                <a:avLst/>
                <a:gdLst>
                  <a:gd name="csX0" fmla="*/ 45564 w 90645"/>
                  <a:gd name="csY0" fmla="*/ 90737 h 90643"/>
                  <a:gd name="csX1" fmla="*/ 77612 w 90645"/>
                  <a:gd name="csY1" fmla="*/ 77463 h 90643"/>
                  <a:gd name="csX2" fmla="*/ 90887 w 90645"/>
                  <a:gd name="csY2" fmla="*/ 45415 h 90643"/>
                  <a:gd name="csX3" fmla="*/ 77612 w 90645"/>
                  <a:gd name="csY3" fmla="*/ 13368 h 90643"/>
                  <a:gd name="csX4" fmla="*/ 45564 w 90645"/>
                  <a:gd name="csY4" fmla="*/ 93 h 90643"/>
                  <a:gd name="csX5" fmla="*/ 13516 w 90645"/>
                  <a:gd name="csY5" fmla="*/ 13368 h 90643"/>
                  <a:gd name="csX6" fmla="*/ 242 w 90645"/>
                  <a:gd name="csY6" fmla="*/ 45415 h 90643"/>
                  <a:gd name="csX7" fmla="*/ 13516 w 90645"/>
                  <a:gd name="csY7" fmla="*/ 77463 h 90643"/>
                  <a:gd name="csX8" fmla="*/ 45564 w 90645"/>
                  <a:gd name="csY8" fmla="*/ 9073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4" y="90737"/>
                    </a:moveTo>
                    <a:cubicBezTo>
                      <a:pt x="57584" y="90737"/>
                      <a:pt x="69113" y="85962"/>
                      <a:pt x="77612" y="77463"/>
                    </a:cubicBezTo>
                    <a:cubicBezTo>
                      <a:pt x="86111" y="68963"/>
                      <a:pt x="90887" y="57435"/>
                      <a:pt x="90887" y="45415"/>
                    </a:cubicBezTo>
                    <a:cubicBezTo>
                      <a:pt x="90887" y="33396"/>
                      <a:pt x="86111" y="21867"/>
                      <a:pt x="77612" y="13368"/>
                    </a:cubicBezTo>
                    <a:cubicBezTo>
                      <a:pt x="69113" y="4869"/>
                      <a:pt x="57584" y="93"/>
                      <a:pt x="45564" y="93"/>
                    </a:cubicBezTo>
                    <a:cubicBezTo>
                      <a:pt x="33545" y="93"/>
                      <a:pt x="22016" y="4869"/>
                      <a:pt x="13516" y="13368"/>
                    </a:cubicBezTo>
                    <a:cubicBezTo>
                      <a:pt x="5017" y="21867"/>
                      <a:pt x="242" y="33396"/>
                      <a:pt x="242" y="45415"/>
                    </a:cubicBezTo>
                    <a:cubicBezTo>
                      <a:pt x="242" y="57435"/>
                      <a:pt x="5017" y="68963"/>
                      <a:pt x="13516" y="77463"/>
                    </a:cubicBezTo>
                    <a:cubicBezTo>
                      <a:pt x="22016" y="85962"/>
                      <a:pt x="33545" y="90737"/>
                      <a:pt x="45564" y="9073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2" name="任意多边形: 形状 3581"/>
              <p:cNvSpPr/>
              <p:nvPr/>
            </p:nvSpPr>
            <p:spPr>
              <a:xfrm>
                <a:off x="30579134" y="23134378"/>
                <a:ext cx="180000" cy="180000"/>
              </a:xfrm>
              <a:custGeom>
                <a:avLst/>
                <a:gdLst>
                  <a:gd name="csX0" fmla="*/ 45542 w 90645"/>
                  <a:gd name="csY0" fmla="*/ 90806 h 90643"/>
                  <a:gd name="csX1" fmla="*/ 77590 w 90645"/>
                  <a:gd name="csY1" fmla="*/ 77531 h 90643"/>
                  <a:gd name="csX2" fmla="*/ 90864 w 90645"/>
                  <a:gd name="csY2" fmla="*/ 45484 h 90643"/>
                  <a:gd name="csX3" fmla="*/ 77590 w 90645"/>
                  <a:gd name="csY3" fmla="*/ 13436 h 90643"/>
                  <a:gd name="csX4" fmla="*/ 45542 w 90645"/>
                  <a:gd name="csY4" fmla="*/ 162 h 90643"/>
                  <a:gd name="csX5" fmla="*/ 13494 w 90645"/>
                  <a:gd name="csY5" fmla="*/ 13436 h 90643"/>
                  <a:gd name="csX6" fmla="*/ 219 w 90645"/>
                  <a:gd name="csY6" fmla="*/ 45484 h 90643"/>
                  <a:gd name="csX7" fmla="*/ 13494 w 90645"/>
                  <a:gd name="csY7" fmla="*/ 77531 h 90643"/>
                  <a:gd name="csX8" fmla="*/ 45542 w 90645"/>
                  <a:gd name="csY8" fmla="*/ 9080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2" y="90806"/>
                    </a:moveTo>
                    <a:cubicBezTo>
                      <a:pt x="57561" y="90806"/>
                      <a:pt x="69090" y="86030"/>
                      <a:pt x="77590" y="77531"/>
                    </a:cubicBezTo>
                    <a:cubicBezTo>
                      <a:pt x="86089" y="69032"/>
                      <a:pt x="90864" y="57503"/>
                      <a:pt x="90864" y="45484"/>
                    </a:cubicBezTo>
                    <a:cubicBezTo>
                      <a:pt x="90864" y="33464"/>
                      <a:pt x="86089" y="21935"/>
                      <a:pt x="77590" y="13436"/>
                    </a:cubicBezTo>
                    <a:cubicBezTo>
                      <a:pt x="69090" y="4937"/>
                      <a:pt x="57561" y="162"/>
                      <a:pt x="45542" y="162"/>
                    </a:cubicBezTo>
                    <a:cubicBezTo>
                      <a:pt x="33522" y="162"/>
                      <a:pt x="21993" y="4937"/>
                      <a:pt x="13494" y="13436"/>
                    </a:cubicBezTo>
                    <a:cubicBezTo>
                      <a:pt x="4995" y="21935"/>
                      <a:pt x="219" y="33464"/>
                      <a:pt x="219" y="45484"/>
                    </a:cubicBezTo>
                    <a:cubicBezTo>
                      <a:pt x="219" y="57503"/>
                      <a:pt x="4995" y="69032"/>
                      <a:pt x="13494" y="77531"/>
                    </a:cubicBezTo>
                    <a:cubicBezTo>
                      <a:pt x="21993" y="86030"/>
                      <a:pt x="33522" y="90806"/>
                      <a:pt x="45542" y="9080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3" name="任意多边形: 形状 3582"/>
              <p:cNvSpPr/>
              <p:nvPr/>
            </p:nvSpPr>
            <p:spPr>
              <a:xfrm>
                <a:off x="29321350" y="22605022"/>
                <a:ext cx="180000" cy="180000"/>
              </a:xfrm>
              <a:custGeom>
                <a:avLst/>
                <a:gdLst>
                  <a:gd name="csX0" fmla="*/ 45502 w 90645"/>
                  <a:gd name="csY0" fmla="*/ 90789 h 90643"/>
                  <a:gd name="csX1" fmla="*/ 77550 w 90645"/>
                  <a:gd name="csY1" fmla="*/ 77515 h 90643"/>
                  <a:gd name="csX2" fmla="*/ 90825 w 90645"/>
                  <a:gd name="csY2" fmla="*/ 45467 h 90643"/>
                  <a:gd name="csX3" fmla="*/ 77550 w 90645"/>
                  <a:gd name="csY3" fmla="*/ 13420 h 90643"/>
                  <a:gd name="csX4" fmla="*/ 45502 w 90645"/>
                  <a:gd name="csY4" fmla="*/ 145 h 90643"/>
                  <a:gd name="csX5" fmla="*/ 13455 w 90645"/>
                  <a:gd name="csY5" fmla="*/ 13420 h 90643"/>
                  <a:gd name="csX6" fmla="*/ 180 w 90645"/>
                  <a:gd name="csY6" fmla="*/ 45467 h 90643"/>
                  <a:gd name="csX7" fmla="*/ 13455 w 90645"/>
                  <a:gd name="csY7" fmla="*/ 77515 h 90643"/>
                  <a:gd name="csX8" fmla="*/ 45502 w 90645"/>
                  <a:gd name="csY8" fmla="*/ 9078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2" y="90789"/>
                    </a:moveTo>
                    <a:cubicBezTo>
                      <a:pt x="57522" y="90789"/>
                      <a:pt x="69051" y="86014"/>
                      <a:pt x="77550" y="77515"/>
                    </a:cubicBezTo>
                    <a:cubicBezTo>
                      <a:pt x="86049" y="69016"/>
                      <a:pt x="90825" y="57487"/>
                      <a:pt x="90825" y="45467"/>
                    </a:cubicBezTo>
                    <a:cubicBezTo>
                      <a:pt x="90825" y="33448"/>
                      <a:pt x="86049" y="21919"/>
                      <a:pt x="77550" y="13420"/>
                    </a:cubicBezTo>
                    <a:cubicBezTo>
                      <a:pt x="69051" y="4921"/>
                      <a:pt x="57522" y="145"/>
                      <a:pt x="45502" y="145"/>
                    </a:cubicBezTo>
                    <a:cubicBezTo>
                      <a:pt x="33483" y="145"/>
                      <a:pt x="21954" y="4921"/>
                      <a:pt x="13455" y="13420"/>
                    </a:cubicBezTo>
                    <a:cubicBezTo>
                      <a:pt x="4955" y="21919"/>
                      <a:pt x="180" y="33448"/>
                      <a:pt x="180" y="45467"/>
                    </a:cubicBezTo>
                    <a:cubicBezTo>
                      <a:pt x="180" y="57487"/>
                      <a:pt x="4955" y="69016"/>
                      <a:pt x="13455" y="77515"/>
                    </a:cubicBezTo>
                    <a:cubicBezTo>
                      <a:pt x="21954" y="86014"/>
                      <a:pt x="33483" y="90789"/>
                      <a:pt x="45502" y="9078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4" name="任意多边形: 形状 3583"/>
              <p:cNvSpPr/>
              <p:nvPr/>
            </p:nvSpPr>
            <p:spPr>
              <a:xfrm>
                <a:off x="29299485" y="24510212"/>
                <a:ext cx="180000" cy="180000"/>
              </a:xfrm>
              <a:custGeom>
                <a:avLst/>
                <a:gdLst>
                  <a:gd name="csX0" fmla="*/ 45502 w 90645"/>
                  <a:gd name="csY0" fmla="*/ 90849 h 90643"/>
                  <a:gd name="csX1" fmla="*/ 77550 w 90645"/>
                  <a:gd name="csY1" fmla="*/ 77574 h 90643"/>
                  <a:gd name="csX2" fmla="*/ 90824 w 90645"/>
                  <a:gd name="csY2" fmla="*/ 45527 h 90643"/>
                  <a:gd name="csX3" fmla="*/ 77550 w 90645"/>
                  <a:gd name="csY3" fmla="*/ 13479 h 90643"/>
                  <a:gd name="csX4" fmla="*/ 45502 w 90645"/>
                  <a:gd name="csY4" fmla="*/ 205 h 90643"/>
                  <a:gd name="csX5" fmla="*/ 13454 w 90645"/>
                  <a:gd name="csY5" fmla="*/ 13479 h 90643"/>
                  <a:gd name="csX6" fmla="*/ 179 w 90645"/>
                  <a:gd name="csY6" fmla="*/ 45527 h 90643"/>
                  <a:gd name="csX7" fmla="*/ 13454 w 90645"/>
                  <a:gd name="csY7" fmla="*/ 77574 h 90643"/>
                  <a:gd name="csX8" fmla="*/ 45502 w 90645"/>
                  <a:gd name="csY8" fmla="*/ 9084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2" y="90849"/>
                    </a:moveTo>
                    <a:cubicBezTo>
                      <a:pt x="57521" y="90849"/>
                      <a:pt x="69050" y="86073"/>
                      <a:pt x="77550" y="77574"/>
                    </a:cubicBezTo>
                    <a:cubicBezTo>
                      <a:pt x="86049" y="69075"/>
                      <a:pt x="90824" y="57546"/>
                      <a:pt x="90824" y="45527"/>
                    </a:cubicBezTo>
                    <a:cubicBezTo>
                      <a:pt x="90824" y="33507"/>
                      <a:pt x="86049" y="21978"/>
                      <a:pt x="77550" y="13479"/>
                    </a:cubicBezTo>
                    <a:cubicBezTo>
                      <a:pt x="69050" y="4980"/>
                      <a:pt x="57521" y="205"/>
                      <a:pt x="45502" y="205"/>
                    </a:cubicBezTo>
                    <a:cubicBezTo>
                      <a:pt x="33482" y="205"/>
                      <a:pt x="21953" y="4980"/>
                      <a:pt x="13454" y="13479"/>
                    </a:cubicBezTo>
                    <a:cubicBezTo>
                      <a:pt x="4955" y="21978"/>
                      <a:pt x="179" y="33507"/>
                      <a:pt x="179" y="45527"/>
                    </a:cubicBezTo>
                    <a:cubicBezTo>
                      <a:pt x="179" y="57546"/>
                      <a:pt x="4955" y="69075"/>
                      <a:pt x="13454" y="77574"/>
                    </a:cubicBezTo>
                    <a:cubicBezTo>
                      <a:pt x="21953" y="86073"/>
                      <a:pt x="33482" y="90849"/>
                      <a:pt x="45502" y="9084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5" name="任意多边形: 形状 3584"/>
              <p:cNvSpPr/>
              <p:nvPr/>
            </p:nvSpPr>
            <p:spPr>
              <a:xfrm>
                <a:off x="30602173" y="21897580"/>
                <a:ext cx="180000" cy="180000"/>
              </a:xfrm>
              <a:custGeom>
                <a:avLst/>
                <a:gdLst>
                  <a:gd name="csX0" fmla="*/ 45542 w 90645"/>
                  <a:gd name="csY0" fmla="*/ 90767 h 90643"/>
                  <a:gd name="csX1" fmla="*/ 77590 w 90645"/>
                  <a:gd name="csY1" fmla="*/ 77493 h 90643"/>
                  <a:gd name="csX2" fmla="*/ 90865 w 90645"/>
                  <a:gd name="csY2" fmla="*/ 45445 h 90643"/>
                  <a:gd name="csX3" fmla="*/ 77590 w 90645"/>
                  <a:gd name="csY3" fmla="*/ 13398 h 90643"/>
                  <a:gd name="csX4" fmla="*/ 45542 w 90645"/>
                  <a:gd name="csY4" fmla="*/ 123 h 90643"/>
                  <a:gd name="csX5" fmla="*/ 13495 w 90645"/>
                  <a:gd name="csY5" fmla="*/ 13398 h 90643"/>
                  <a:gd name="csX6" fmla="*/ 220 w 90645"/>
                  <a:gd name="csY6" fmla="*/ 45445 h 90643"/>
                  <a:gd name="csX7" fmla="*/ 13495 w 90645"/>
                  <a:gd name="csY7" fmla="*/ 77493 h 90643"/>
                  <a:gd name="csX8" fmla="*/ 45542 w 90645"/>
                  <a:gd name="csY8" fmla="*/ 9076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2" y="90767"/>
                    </a:moveTo>
                    <a:cubicBezTo>
                      <a:pt x="57562" y="90767"/>
                      <a:pt x="69091" y="85992"/>
                      <a:pt x="77590" y="77493"/>
                    </a:cubicBezTo>
                    <a:cubicBezTo>
                      <a:pt x="86089" y="68994"/>
                      <a:pt x="90865" y="57465"/>
                      <a:pt x="90865" y="45445"/>
                    </a:cubicBezTo>
                    <a:cubicBezTo>
                      <a:pt x="90865" y="33426"/>
                      <a:pt x="86089" y="21897"/>
                      <a:pt x="77590" y="13398"/>
                    </a:cubicBezTo>
                    <a:cubicBezTo>
                      <a:pt x="69091" y="4899"/>
                      <a:pt x="57562" y="123"/>
                      <a:pt x="45542" y="123"/>
                    </a:cubicBezTo>
                    <a:cubicBezTo>
                      <a:pt x="33523" y="123"/>
                      <a:pt x="21994" y="4899"/>
                      <a:pt x="13495" y="13398"/>
                    </a:cubicBezTo>
                    <a:cubicBezTo>
                      <a:pt x="4995" y="21897"/>
                      <a:pt x="220" y="33426"/>
                      <a:pt x="220" y="45445"/>
                    </a:cubicBezTo>
                    <a:cubicBezTo>
                      <a:pt x="220" y="57465"/>
                      <a:pt x="4995" y="68994"/>
                      <a:pt x="13495" y="77493"/>
                    </a:cubicBezTo>
                    <a:cubicBezTo>
                      <a:pt x="21994" y="85992"/>
                      <a:pt x="33523" y="90767"/>
                      <a:pt x="45542" y="9076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6" name="任意多边形: 形状 3585"/>
              <p:cNvSpPr/>
              <p:nvPr/>
            </p:nvSpPr>
            <p:spPr>
              <a:xfrm>
                <a:off x="31313762" y="23557473"/>
                <a:ext cx="180000" cy="180000"/>
              </a:xfrm>
              <a:custGeom>
                <a:avLst/>
                <a:gdLst>
                  <a:gd name="csX0" fmla="*/ 45565 w 90645"/>
                  <a:gd name="csY0" fmla="*/ 90819 h 90643"/>
                  <a:gd name="csX1" fmla="*/ 77612 w 90645"/>
                  <a:gd name="csY1" fmla="*/ 77544 h 90643"/>
                  <a:gd name="csX2" fmla="*/ 90887 w 90645"/>
                  <a:gd name="csY2" fmla="*/ 45497 h 90643"/>
                  <a:gd name="csX3" fmla="*/ 77612 w 90645"/>
                  <a:gd name="csY3" fmla="*/ 13450 h 90643"/>
                  <a:gd name="csX4" fmla="*/ 45565 w 90645"/>
                  <a:gd name="csY4" fmla="*/ 175 h 90643"/>
                  <a:gd name="csX5" fmla="*/ 13517 w 90645"/>
                  <a:gd name="csY5" fmla="*/ 13450 h 90643"/>
                  <a:gd name="csX6" fmla="*/ 242 w 90645"/>
                  <a:gd name="csY6" fmla="*/ 45497 h 90643"/>
                  <a:gd name="csX7" fmla="*/ 13517 w 90645"/>
                  <a:gd name="csY7" fmla="*/ 77544 h 90643"/>
                  <a:gd name="csX8" fmla="*/ 45565 w 90645"/>
                  <a:gd name="csY8" fmla="*/ 9081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5" y="90819"/>
                    </a:moveTo>
                    <a:cubicBezTo>
                      <a:pt x="57584" y="90819"/>
                      <a:pt x="69113" y="86044"/>
                      <a:pt x="77612" y="77544"/>
                    </a:cubicBezTo>
                    <a:cubicBezTo>
                      <a:pt x="86112" y="69045"/>
                      <a:pt x="90887" y="57517"/>
                      <a:pt x="90887" y="45497"/>
                    </a:cubicBezTo>
                    <a:cubicBezTo>
                      <a:pt x="90887" y="33478"/>
                      <a:pt x="86112" y="21949"/>
                      <a:pt x="77612" y="13450"/>
                    </a:cubicBezTo>
                    <a:cubicBezTo>
                      <a:pt x="69113" y="4950"/>
                      <a:pt x="57584" y="175"/>
                      <a:pt x="45565" y="175"/>
                    </a:cubicBezTo>
                    <a:cubicBezTo>
                      <a:pt x="33545" y="175"/>
                      <a:pt x="22016" y="4950"/>
                      <a:pt x="13517" y="13450"/>
                    </a:cubicBezTo>
                    <a:cubicBezTo>
                      <a:pt x="5018" y="21949"/>
                      <a:pt x="242" y="33478"/>
                      <a:pt x="242" y="45497"/>
                    </a:cubicBezTo>
                    <a:cubicBezTo>
                      <a:pt x="242" y="57517"/>
                      <a:pt x="5018" y="69045"/>
                      <a:pt x="13517" y="77544"/>
                    </a:cubicBezTo>
                    <a:cubicBezTo>
                      <a:pt x="22016" y="86044"/>
                      <a:pt x="33545" y="90819"/>
                      <a:pt x="45565" y="9081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7" name="任意多边形: 形状 3586"/>
              <p:cNvSpPr/>
              <p:nvPr/>
            </p:nvSpPr>
            <p:spPr>
              <a:xfrm>
                <a:off x="28612435" y="22097173"/>
                <a:ext cx="180000" cy="180000"/>
              </a:xfrm>
              <a:custGeom>
                <a:avLst/>
                <a:gdLst>
                  <a:gd name="csX0" fmla="*/ 45480 w 90645"/>
                  <a:gd name="csY0" fmla="*/ 90773 h 90643"/>
                  <a:gd name="csX1" fmla="*/ 77528 w 90645"/>
                  <a:gd name="csY1" fmla="*/ 77499 h 90643"/>
                  <a:gd name="csX2" fmla="*/ 90803 w 90645"/>
                  <a:gd name="csY2" fmla="*/ 45451 h 90643"/>
                  <a:gd name="csX3" fmla="*/ 77528 w 90645"/>
                  <a:gd name="csY3" fmla="*/ 13404 h 90643"/>
                  <a:gd name="csX4" fmla="*/ 45480 w 90645"/>
                  <a:gd name="csY4" fmla="*/ 129 h 90643"/>
                  <a:gd name="csX5" fmla="*/ 13432 w 90645"/>
                  <a:gd name="csY5" fmla="*/ 13404 h 90643"/>
                  <a:gd name="csX6" fmla="*/ 158 w 90645"/>
                  <a:gd name="csY6" fmla="*/ 45451 h 90643"/>
                  <a:gd name="csX7" fmla="*/ 13432 w 90645"/>
                  <a:gd name="csY7" fmla="*/ 77499 h 90643"/>
                  <a:gd name="csX8" fmla="*/ 45480 w 90645"/>
                  <a:gd name="csY8" fmla="*/ 9077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0" y="90773"/>
                    </a:moveTo>
                    <a:cubicBezTo>
                      <a:pt x="57500" y="90773"/>
                      <a:pt x="69029" y="85998"/>
                      <a:pt x="77528" y="77499"/>
                    </a:cubicBezTo>
                    <a:cubicBezTo>
                      <a:pt x="86027" y="69000"/>
                      <a:pt x="90803" y="57471"/>
                      <a:pt x="90803" y="45451"/>
                    </a:cubicBezTo>
                    <a:cubicBezTo>
                      <a:pt x="90803" y="33432"/>
                      <a:pt x="86027" y="21903"/>
                      <a:pt x="77528" y="13404"/>
                    </a:cubicBezTo>
                    <a:cubicBezTo>
                      <a:pt x="69029" y="4905"/>
                      <a:pt x="57500" y="129"/>
                      <a:pt x="45480" y="129"/>
                    </a:cubicBezTo>
                    <a:cubicBezTo>
                      <a:pt x="33461" y="129"/>
                      <a:pt x="21932" y="4905"/>
                      <a:pt x="13432" y="13404"/>
                    </a:cubicBezTo>
                    <a:cubicBezTo>
                      <a:pt x="4933" y="21903"/>
                      <a:pt x="158" y="33432"/>
                      <a:pt x="158" y="45451"/>
                    </a:cubicBezTo>
                    <a:cubicBezTo>
                      <a:pt x="158" y="57471"/>
                      <a:pt x="4933" y="69000"/>
                      <a:pt x="13432" y="77499"/>
                    </a:cubicBezTo>
                    <a:cubicBezTo>
                      <a:pt x="21932" y="85998"/>
                      <a:pt x="33461" y="90773"/>
                      <a:pt x="45480" y="9077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8" name="任意多边形: 形状 3587"/>
              <p:cNvSpPr/>
              <p:nvPr/>
            </p:nvSpPr>
            <p:spPr>
              <a:xfrm>
                <a:off x="27296455" y="23209747"/>
                <a:ext cx="180000" cy="180000"/>
              </a:xfrm>
              <a:custGeom>
                <a:avLst/>
                <a:gdLst>
                  <a:gd name="csX0" fmla="*/ 45439 w 90645"/>
                  <a:gd name="csY0" fmla="*/ 90808 h 90643"/>
                  <a:gd name="csX1" fmla="*/ 77487 w 90645"/>
                  <a:gd name="csY1" fmla="*/ 77534 h 90643"/>
                  <a:gd name="csX2" fmla="*/ 90762 w 90645"/>
                  <a:gd name="csY2" fmla="*/ 45486 h 90643"/>
                  <a:gd name="csX3" fmla="*/ 77487 w 90645"/>
                  <a:gd name="csY3" fmla="*/ 13439 h 90643"/>
                  <a:gd name="csX4" fmla="*/ 45439 w 90645"/>
                  <a:gd name="csY4" fmla="*/ 164 h 90643"/>
                  <a:gd name="csX5" fmla="*/ 13391 w 90645"/>
                  <a:gd name="csY5" fmla="*/ 13439 h 90643"/>
                  <a:gd name="csX6" fmla="*/ 117 w 90645"/>
                  <a:gd name="csY6" fmla="*/ 45486 h 90643"/>
                  <a:gd name="csX7" fmla="*/ 13391 w 90645"/>
                  <a:gd name="csY7" fmla="*/ 77534 h 90643"/>
                  <a:gd name="csX8" fmla="*/ 45439 w 90645"/>
                  <a:gd name="csY8" fmla="*/ 9080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9" y="90808"/>
                    </a:moveTo>
                    <a:cubicBezTo>
                      <a:pt x="57459" y="90808"/>
                      <a:pt x="68988" y="86033"/>
                      <a:pt x="77487" y="77534"/>
                    </a:cubicBezTo>
                    <a:cubicBezTo>
                      <a:pt x="85986" y="69035"/>
                      <a:pt x="90762" y="57506"/>
                      <a:pt x="90762" y="45486"/>
                    </a:cubicBezTo>
                    <a:cubicBezTo>
                      <a:pt x="90762" y="33467"/>
                      <a:pt x="85986" y="21938"/>
                      <a:pt x="77487" y="13439"/>
                    </a:cubicBezTo>
                    <a:cubicBezTo>
                      <a:pt x="68988" y="4940"/>
                      <a:pt x="57459" y="164"/>
                      <a:pt x="45439" y="164"/>
                    </a:cubicBezTo>
                    <a:cubicBezTo>
                      <a:pt x="33420" y="164"/>
                      <a:pt x="21891" y="4940"/>
                      <a:pt x="13391" y="13439"/>
                    </a:cubicBezTo>
                    <a:cubicBezTo>
                      <a:pt x="4892" y="21938"/>
                      <a:pt x="117" y="33467"/>
                      <a:pt x="117" y="45486"/>
                    </a:cubicBezTo>
                    <a:cubicBezTo>
                      <a:pt x="117" y="57506"/>
                      <a:pt x="4892" y="69035"/>
                      <a:pt x="13391" y="77534"/>
                    </a:cubicBezTo>
                    <a:cubicBezTo>
                      <a:pt x="21891" y="86033"/>
                      <a:pt x="33420" y="90808"/>
                      <a:pt x="45439" y="9080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89" name="任意多边形: 形状 3588"/>
              <p:cNvSpPr/>
              <p:nvPr/>
            </p:nvSpPr>
            <p:spPr>
              <a:xfrm>
                <a:off x="31552564" y="22883970"/>
                <a:ext cx="180000" cy="180000"/>
              </a:xfrm>
              <a:custGeom>
                <a:avLst/>
                <a:gdLst>
                  <a:gd name="csX0" fmla="*/ 45572 w 90645"/>
                  <a:gd name="csY0" fmla="*/ 90798 h 90643"/>
                  <a:gd name="csX1" fmla="*/ 77620 w 90645"/>
                  <a:gd name="csY1" fmla="*/ 77523 h 90643"/>
                  <a:gd name="csX2" fmla="*/ 90895 w 90645"/>
                  <a:gd name="csY2" fmla="*/ 45476 h 90643"/>
                  <a:gd name="csX3" fmla="*/ 77620 w 90645"/>
                  <a:gd name="csY3" fmla="*/ 13429 h 90643"/>
                  <a:gd name="csX4" fmla="*/ 45572 w 90645"/>
                  <a:gd name="csY4" fmla="*/ 154 h 90643"/>
                  <a:gd name="csX5" fmla="*/ 13524 w 90645"/>
                  <a:gd name="csY5" fmla="*/ 13429 h 90643"/>
                  <a:gd name="csX6" fmla="*/ 249 w 90645"/>
                  <a:gd name="csY6" fmla="*/ 45476 h 90643"/>
                  <a:gd name="csX7" fmla="*/ 13524 w 90645"/>
                  <a:gd name="csY7" fmla="*/ 77523 h 90643"/>
                  <a:gd name="csX8" fmla="*/ 45572 w 90645"/>
                  <a:gd name="csY8" fmla="*/ 9079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2" y="90798"/>
                    </a:moveTo>
                    <a:cubicBezTo>
                      <a:pt x="57592" y="90798"/>
                      <a:pt x="69121" y="86023"/>
                      <a:pt x="77620" y="77523"/>
                    </a:cubicBezTo>
                    <a:cubicBezTo>
                      <a:pt x="86119" y="69024"/>
                      <a:pt x="90895" y="57496"/>
                      <a:pt x="90895" y="45476"/>
                    </a:cubicBezTo>
                    <a:cubicBezTo>
                      <a:pt x="90895" y="33456"/>
                      <a:pt x="86119" y="21928"/>
                      <a:pt x="77620" y="13429"/>
                    </a:cubicBezTo>
                    <a:cubicBezTo>
                      <a:pt x="69121" y="4929"/>
                      <a:pt x="57592" y="154"/>
                      <a:pt x="45572" y="154"/>
                    </a:cubicBezTo>
                    <a:cubicBezTo>
                      <a:pt x="33552" y="154"/>
                      <a:pt x="22023" y="4929"/>
                      <a:pt x="13524" y="13429"/>
                    </a:cubicBezTo>
                    <a:cubicBezTo>
                      <a:pt x="5025" y="21928"/>
                      <a:pt x="249" y="33456"/>
                      <a:pt x="249" y="45476"/>
                    </a:cubicBezTo>
                    <a:cubicBezTo>
                      <a:pt x="249" y="57496"/>
                      <a:pt x="5025" y="69024"/>
                      <a:pt x="13524" y="77523"/>
                    </a:cubicBezTo>
                    <a:cubicBezTo>
                      <a:pt x="22023" y="86023"/>
                      <a:pt x="33552" y="90798"/>
                      <a:pt x="45572" y="9079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0" name="任意多边形: 形状 3589"/>
              <p:cNvSpPr/>
              <p:nvPr/>
            </p:nvSpPr>
            <p:spPr>
              <a:xfrm>
                <a:off x="30016661" y="24727721"/>
                <a:ext cx="180000" cy="180000"/>
              </a:xfrm>
              <a:custGeom>
                <a:avLst/>
                <a:gdLst>
                  <a:gd name="csX0" fmla="*/ 45524 w 90645"/>
                  <a:gd name="csY0" fmla="*/ 90856 h 90643"/>
                  <a:gd name="csX1" fmla="*/ 77572 w 90645"/>
                  <a:gd name="csY1" fmla="*/ 77581 h 90643"/>
                  <a:gd name="csX2" fmla="*/ 90847 w 90645"/>
                  <a:gd name="csY2" fmla="*/ 45534 h 90643"/>
                  <a:gd name="csX3" fmla="*/ 77572 w 90645"/>
                  <a:gd name="csY3" fmla="*/ 13486 h 90643"/>
                  <a:gd name="csX4" fmla="*/ 45524 w 90645"/>
                  <a:gd name="csY4" fmla="*/ 212 h 90643"/>
                  <a:gd name="csX5" fmla="*/ 13476 w 90645"/>
                  <a:gd name="csY5" fmla="*/ 13486 h 90643"/>
                  <a:gd name="csX6" fmla="*/ 202 w 90645"/>
                  <a:gd name="csY6" fmla="*/ 45534 h 90643"/>
                  <a:gd name="csX7" fmla="*/ 13476 w 90645"/>
                  <a:gd name="csY7" fmla="*/ 77581 h 90643"/>
                  <a:gd name="csX8" fmla="*/ 45524 w 90645"/>
                  <a:gd name="csY8" fmla="*/ 908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4" y="90856"/>
                    </a:moveTo>
                    <a:cubicBezTo>
                      <a:pt x="57544" y="90856"/>
                      <a:pt x="69073" y="86080"/>
                      <a:pt x="77572" y="77581"/>
                    </a:cubicBezTo>
                    <a:cubicBezTo>
                      <a:pt x="86071" y="69082"/>
                      <a:pt x="90847" y="57553"/>
                      <a:pt x="90847" y="45534"/>
                    </a:cubicBezTo>
                    <a:cubicBezTo>
                      <a:pt x="90847" y="33514"/>
                      <a:pt x="86071" y="21985"/>
                      <a:pt x="77572" y="13486"/>
                    </a:cubicBezTo>
                    <a:cubicBezTo>
                      <a:pt x="69073" y="4987"/>
                      <a:pt x="57544" y="212"/>
                      <a:pt x="45524" y="212"/>
                    </a:cubicBezTo>
                    <a:cubicBezTo>
                      <a:pt x="33504" y="212"/>
                      <a:pt x="21975" y="4987"/>
                      <a:pt x="13476" y="13486"/>
                    </a:cubicBezTo>
                    <a:cubicBezTo>
                      <a:pt x="4977" y="21985"/>
                      <a:pt x="202" y="33514"/>
                      <a:pt x="202" y="45534"/>
                    </a:cubicBezTo>
                    <a:cubicBezTo>
                      <a:pt x="202" y="57553"/>
                      <a:pt x="4977" y="69082"/>
                      <a:pt x="13476" y="77581"/>
                    </a:cubicBezTo>
                    <a:cubicBezTo>
                      <a:pt x="21975" y="86080"/>
                      <a:pt x="33504" y="90856"/>
                      <a:pt x="45524" y="908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1" name="任意多边形: 形状 3590"/>
              <p:cNvSpPr/>
              <p:nvPr/>
            </p:nvSpPr>
            <p:spPr>
              <a:xfrm>
                <a:off x="29416569" y="20781735"/>
                <a:ext cx="180000" cy="180000"/>
              </a:xfrm>
              <a:custGeom>
                <a:avLst/>
                <a:gdLst>
                  <a:gd name="csX0" fmla="*/ 45505 w 90645"/>
                  <a:gd name="csY0" fmla="*/ 90732 h 90643"/>
                  <a:gd name="csX1" fmla="*/ 77553 w 90645"/>
                  <a:gd name="csY1" fmla="*/ 77458 h 90643"/>
                  <a:gd name="csX2" fmla="*/ 90828 w 90645"/>
                  <a:gd name="csY2" fmla="*/ 45410 h 90643"/>
                  <a:gd name="csX3" fmla="*/ 77553 w 90645"/>
                  <a:gd name="csY3" fmla="*/ 13363 h 90643"/>
                  <a:gd name="csX4" fmla="*/ 45505 w 90645"/>
                  <a:gd name="csY4" fmla="*/ 88 h 90643"/>
                  <a:gd name="csX5" fmla="*/ 13458 w 90645"/>
                  <a:gd name="csY5" fmla="*/ 13363 h 90643"/>
                  <a:gd name="csX6" fmla="*/ 183 w 90645"/>
                  <a:gd name="csY6" fmla="*/ 45410 h 90643"/>
                  <a:gd name="csX7" fmla="*/ 13458 w 90645"/>
                  <a:gd name="csY7" fmla="*/ 77458 h 90643"/>
                  <a:gd name="csX8" fmla="*/ 45505 w 90645"/>
                  <a:gd name="csY8" fmla="*/ 9073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5" y="90732"/>
                    </a:moveTo>
                    <a:cubicBezTo>
                      <a:pt x="57525" y="90732"/>
                      <a:pt x="69054" y="85957"/>
                      <a:pt x="77553" y="77458"/>
                    </a:cubicBezTo>
                    <a:cubicBezTo>
                      <a:pt x="86052" y="68959"/>
                      <a:pt x="90828" y="57430"/>
                      <a:pt x="90828" y="45410"/>
                    </a:cubicBezTo>
                    <a:cubicBezTo>
                      <a:pt x="90828" y="33391"/>
                      <a:pt x="86052" y="21862"/>
                      <a:pt x="77553" y="13363"/>
                    </a:cubicBezTo>
                    <a:cubicBezTo>
                      <a:pt x="69054" y="4864"/>
                      <a:pt x="57525" y="88"/>
                      <a:pt x="45505" y="88"/>
                    </a:cubicBezTo>
                    <a:cubicBezTo>
                      <a:pt x="33486" y="88"/>
                      <a:pt x="21957" y="4864"/>
                      <a:pt x="13458" y="13363"/>
                    </a:cubicBezTo>
                    <a:cubicBezTo>
                      <a:pt x="4958" y="21862"/>
                      <a:pt x="183" y="33391"/>
                      <a:pt x="183" y="45410"/>
                    </a:cubicBezTo>
                    <a:cubicBezTo>
                      <a:pt x="183" y="57430"/>
                      <a:pt x="4958" y="68959"/>
                      <a:pt x="13458" y="77458"/>
                    </a:cubicBezTo>
                    <a:cubicBezTo>
                      <a:pt x="21957" y="85957"/>
                      <a:pt x="33486" y="90732"/>
                      <a:pt x="45505" y="9073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2" name="任意多边形: 形状 3591"/>
              <p:cNvSpPr/>
              <p:nvPr/>
            </p:nvSpPr>
            <p:spPr>
              <a:xfrm>
                <a:off x="29650209" y="23786574"/>
                <a:ext cx="180000" cy="180000"/>
              </a:xfrm>
              <a:custGeom>
                <a:avLst/>
                <a:gdLst>
                  <a:gd name="csX0" fmla="*/ 45513 w 90645"/>
                  <a:gd name="csY0" fmla="*/ 90826 h 90643"/>
                  <a:gd name="csX1" fmla="*/ 77561 w 90645"/>
                  <a:gd name="csY1" fmla="*/ 77552 h 90643"/>
                  <a:gd name="csX2" fmla="*/ 90835 w 90645"/>
                  <a:gd name="csY2" fmla="*/ 45504 h 90643"/>
                  <a:gd name="csX3" fmla="*/ 77561 w 90645"/>
                  <a:gd name="csY3" fmla="*/ 13457 h 90643"/>
                  <a:gd name="csX4" fmla="*/ 45513 w 90645"/>
                  <a:gd name="csY4" fmla="*/ 182 h 90643"/>
                  <a:gd name="csX5" fmla="*/ 13465 w 90645"/>
                  <a:gd name="csY5" fmla="*/ 13457 h 90643"/>
                  <a:gd name="csX6" fmla="*/ 190 w 90645"/>
                  <a:gd name="csY6" fmla="*/ 45504 h 90643"/>
                  <a:gd name="csX7" fmla="*/ 13465 w 90645"/>
                  <a:gd name="csY7" fmla="*/ 77552 h 90643"/>
                  <a:gd name="csX8" fmla="*/ 45513 w 90645"/>
                  <a:gd name="csY8" fmla="*/ 9082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3" y="90826"/>
                    </a:moveTo>
                    <a:cubicBezTo>
                      <a:pt x="57532" y="90826"/>
                      <a:pt x="69061" y="86051"/>
                      <a:pt x="77561" y="77552"/>
                    </a:cubicBezTo>
                    <a:cubicBezTo>
                      <a:pt x="86060" y="69053"/>
                      <a:pt x="90835" y="57524"/>
                      <a:pt x="90835" y="45504"/>
                    </a:cubicBezTo>
                    <a:cubicBezTo>
                      <a:pt x="90835" y="33485"/>
                      <a:pt x="86060" y="21956"/>
                      <a:pt x="77561" y="13457"/>
                    </a:cubicBezTo>
                    <a:cubicBezTo>
                      <a:pt x="69061" y="4958"/>
                      <a:pt x="57532" y="182"/>
                      <a:pt x="45513" y="182"/>
                    </a:cubicBezTo>
                    <a:cubicBezTo>
                      <a:pt x="33493" y="182"/>
                      <a:pt x="21964" y="4958"/>
                      <a:pt x="13465" y="13457"/>
                    </a:cubicBezTo>
                    <a:cubicBezTo>
                      <a:pt x="4966" y="21956"/>
                      <a:pt x="190" y="33485"/>
                      <a:pt x="190" y="45504"/>
                    </a:cubicBezTo>
                    <a:cubicBezTo>
                      <a:pt x="190" y="57524"/>
                      <a:pt x="4966" y="69053"/>
                      <a:pt x="13465" y="77552"/>
                    </a:cubicBezTo>
                    <a:cubicBezTo>
                      <a:pt x="21964" y="86051"/>
                      <a:pt x="33493" y="90826"/>
                      <a:pt x="45513" y="9082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3" name="任意多边形: 形状 3592"/>
              <p:cNvSpPr/>
              <p:nvPr/>
            </p:nvSpPr>
            <p:spPr>
              <a:xfrm>
                <a:off x="30227164" y="22336803"/>
                <a:ext cx="180000" cy="180000"/>
              </a:xfrm>
              <a:custGeom>
                <a:avLst/>
                <a:gdLst>
                  <a:gd name="csX0" fmla="*/ 45531 w 90645"/>
                  <a:gd name="csY0" fmla="*/ 90781 h 90643"/>
                  <a:gd name="csX1" fmla="*/ 77579 w 90645"/>
                  <a:gd name="csY1" fmla="*/ 77506 h 90643"/>
                  <a:gd name="csX2" fmla="*/ 90853 w 90645"/>
                  <a:gd name="csY2" fmla="*/ 45459 h 90643"/>
                  <a:gd name="csX3" fmla="*/ 77579 w 90645"/>
                  <a:gd name="csY3" fmla="*/ 13411 h 90643"/>
                  <a:gd name="csX4" fmla="*/ 45531 w 90645"/>
                  <a:gd name="csY4" fmla="*/ 137 h 90643"/>
                  <a:gd name="csX5" fmla="*/ 13483 w 90645"/>
                  <a:gd name="csY5" fmla="*/ 13411 h 90643"/>
                  <a:gd name="csX6" fmla="*/ 208 w 90645"/>
                  <a:gd name="csY6" fmla="*/ 45459 h 90643"/>
                  <a:gd name="csX7" fmla="*/ 13483 w 90645"/>
                  <a:gd name="csY7" fmla="*/ 77506 h 90643"/>
                  <a:gd name="csX8" fmla="*/ 45531 w 90645"/>
                  <a:gd name="csY8" fmla="*/ 9078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1" y="90781"/>
                    </a:moveTo>
                    <a:cubicBezTo>
                      <a:pt x="57550" y="90781"/>
                      <a:pt x="69079" y="86005"/>
                      <a:pt x="77579" y="77506"/>
                    </a:cubicBezTo>
                    <a:cubicBezTo>
                      <a:pt x="86078" y="69007"/>
                      <a:pt x="90853" y="57478"/>
                      <a:pt x="90853" y="45459"/>
                    </a:cubicBezTo>
                    <a:cubicBezTo>
                      <a:pt x="90853" y="33439"/>
                      <a:pt x="86078" y="21911"/>
                      <a:pt x="77579" y="13411"/>
                    </a:cubicBezTo>
                    <a:cubicBezTo>
                      <a:pt x="69079" y="4912"/>
                      <a:pt x="57550" y="137"/>
                      <a:pt x="45531" y="137"/>
                    </a:cubicBezTo>
                    <a:cubicBezTo>
                      <a:pt x="33511" y="137"/>
                      <a:pt x="21982" y="4912"/>
                      <a:pt x="13483" y="13411"/>
                    </a:cubicBezTo>
                    <a:cubicBezTo>
                      <a:pt x="4984" y="21911"/>
                      <a:pt x="208" y="33439"/>
                      <a:pt x="208" y="45459"/>
                    </a:cubicBezTo>
                    <a:cubicBezTo>
                      <a:pt x="208" y="57478"/>
                      <a:pt x="4984" y="69007"/>
                      <a:pt x="13483" y="77506"/>
                    </a:cubicBezTo>
                    <a:cubicBezTo>
                      <a:pt x="21982" y="86005"/>
                      <a:pt x="33511" y="90781"/>
                      <a:pt x="45531" y="9078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4" name="任意多边形: 形状 3593"/>
              <p:cNvSpPr/>
              <p:nvPr/>
            </p:nvSpPr>
            <p:spPr>
              <a:xfrm>
                <a:off x="32131707" y="24139704"/>
                <a:ext cx="180000" cy="180000"/>
              </a:xfrm>
              <a:custGeom>
                <a:avLst/>
                <a:gdLst>
                  <a:gd name="csX0" fmla="*/ 45590 w 90645"/>
                  <a:gd name="csY0" fmla="*/ 90837 h 90643"/>
                  <a:gd name="csX1" fmla="*/ 77638 w 90645"/>
                  <a:gd name="csY1" fmla="*/ 77563 h 90643"/>
                  <a:gd name="csX2" fmla="*/ 90913 w 90645"/>
                  <a:gd name="csY2" fmla="*/ 45515 h 90643"/>
                  <a:gd name="csX3" fmla="*/ 77638 w 90645"/>
                  <a:gd name="csY3" fmla="*/ 13468 h 90643"/>
                  <a:gd name="csX4" fmla="*/ 45590 w 90645"/>
                  <a:gd name="csY4" fmla="*/ 193 h 90643"/>
                  <a:gd name="csX5" fmla="*/ 13542 w 90645"/>
                  <a:gd name="csY5" fmla="*/ 13468 h 90643"/>
                  <a:gd name="csX6" fmla="*/ 268 w 90645"/>
                  <a:gd name="csY6" fmla="*/ 45515 h 90643"/>
                  <a:gd name="csX7" fmla="*/ 13542 w 90645"/>
                  <a:gd name="csY7" fmla="*/ 77563 h 90643"/>
                  <a:gd name="csX8" fmla="*/ 45590 w 90645"/>
                  <a:gd name="csY8" fmla="*/ 9083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0" y="90837"/>
                    </a:moveTo>
                    <a:cubicBezTo>
                      <a:pt x="57610" y="90837"/>
                      <a:pt x="69139" y="86062"/>
                      <a:pt x="77638" y="77563"/>
                    </a:cubicBezTo>
                    <a:cubicBezTo>
                      <a:pt x="86137" y="69064"/>
                      <a:pt x="90913" y="57535"/>
                      <a:pt x="90913" y="45515"/>
                    </a:cubicBezTo>
                    <a:cubicBezTo>
                      <a:pt x="90913" y="33496"/>
                      <a:pt x="86137" y="21967"/>
                      <a:pt x="77638" y="13468"/>
                    </a:cubicBezTo>
                    <a:cubicBezTo>
                      <a:pt x="69139" y="4969"/>
                      <a:pt x="57610" y="193"/>
                      <a:pt x="45590" y="193"/>
                    </a:cubicBezTo>
                    <a:cubicBezTo>
                      <a:pt x="33570" y="193"/>
                      <a:pt x="22041" y="4969"/>
                      <a:pt x="13542" y="13468"/>
                    </a:cubicBezTo>
                    <a:cubicBezTo>
                      <a:pt x="5043" y="21967"/>
                      <a:pt x="268" y="33496"/>
                      <a:pt x="268" y="45515"/>
                    </a:cubicBezTo>
                    <a:cubicBezTo>
                      <a:pt x="268" y="57535"/>
                      <a:pt x="5043" y="69064"/>
                      <a:pt x="13542" y="77563"/>
                    </a:cubicBezTo>
                    <a:cubicBezTo>
                      <a:pt x="22041" y="86062"/>
                      <a:pt x="33570" y="90837"/>
                      <a:pt x="45590" y="9083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5" name="任意多边形: 形状 3594"/>
              <p:cNvSpPr/>
              <p:nvPr/>
            </p:nvSpPr>
            <p:spPr>
              <a:xfrm>
                <a:off x="28048860" y="21548518"/>
                <a:ext cx="180000" cy="180000"/>
              </a:xfrm>
              <a:custGeom>
                <a:avLst/>
                <a:gdLst>
                  <a:gd name="csX0" fmla="*/ 45463 w 90645"/>
                  <a:gd name="csY0" fmla="*/ 90756 h 90643"/>
                  <a:gd name="csX1" fmla="*/ 77511 w 90645"/>
                  <a:gd name="csY1" fmla="*/ 77482 h 90643"/>
                  <a:gd name="csX2" fmla="*/ 90785 w 90645"/>
                  <a:gd name="csY2" fmla="*/ 45434 h 90643"/>
                  <a:gd name="csX3" fmla="*/ 77511 w 90645"/>
                  <a:gd name="csY3" fmla="*/ 13387 h 90643"/>
                  <a:gd name="csX4" fmla="*/ 45463 w 90645"/>
                  <a:gd name="csY4" fmla="*/ 112 h 90643"/>
                  <a:gd name="csX5" fmla="*/ 13415 w 90645"/>
                  <a:gd name="csY5" fmla="*/ 13387 h 90643"/>
                  <a:gd name="csX6" fmla="*/ 140 w 90645"/>
                  <a:gd name="csY6" fmla="*/ 45434 h 90643"/>
                  <a:gd name="csX7" fmla="*/ 13415 w 90645"/>
                  <a:gd name="csY7" fmla="*/ 77482 h 90643"/>
                  <a:gd name="csX8" fmla="*/ 45463 w 90645"/>
                  <a:gd name="csY8" fmla="*/ 907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3" y="90756"/>
                    </a:moveTo>
                    <a:cubicBezTo>
                      <a:pt x="57482" y="90756"/>
                      <a:pt x="69011" y="85981"/>
                      <a:pt x="77511" y="77482"/>
                    </a:cubicBezTo>
                    <a:cubicBezTo>
                      <a:pt x="86010" y="68983"/>
                      <a:pt x="90785" y="57454"/>
                      <a:pt x="90785" y="45434"/>
                    </a:cubicBezTo>
                    <a:cubicBezTo>
                      <a:pt x="90785" y="33415"/>
                      <a:pt x="86010" y="21886"/>
                      <a:pt x="77511" y="13387"/>
                    </a:cubicBezTo>
                    <a:cubicBezTo>
                      <a:pt x="69011" y="4888"/>
                      <a:pt x="57482" y="112"/>
                      <a:pt x="45463" y="112"/>
                    </a:cubicBezTo>
                    <a:cubicBezTo>
                      <a:pt x="33443" y="112"/>
                      <a:pt x="21914" y="4888"/>
                      <a:pt x="13415" y="13387"/>
                    </a:cubicBezTo>
                    <a:cubicBezTo>
                      <a:pt x="4916" y="21886"/>
                      <a:pt x="140" y="33415"/>
                      <a:pt x="140" y="45434"/>
                    </a:cubicBezTo>
                    <a:cubicBezTo>
                      <a:pt x="140" y="57454"/>
                      <a:pt x="4916" y="68983"/>
                      <a:pt x="13415" y="77482"/>
                    </a:cubicBezTo>
                    <a:cubicBezTo>
                      <a:pt x="21914" y="85981"/>
                      <a:pt x="33443" y="90756"/>
                      <a:pt x="45463" y="907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6" name="任意多边形: 形状 3595"/>
              <p:cNvSpPr/>
              <p:nvPr/>
            </p:nvSpPr>
            <p:spPr>
              <a:xfrm>
                <a:off x="28292669" y="25468776"/>
                <a:ext cx="180000" cy="180000"/>
              </a:xfrm>
              <a:custGeom>
                <a:avLst/>
                <a:gdLst>
                  <a:gd name="csX0" fmla="*/ 45470 w 90645"/>
                  <a:gd name="csY0" fmla="*/ 90879 h 90643"/>
                  <a:gd name="csX1" fmla="*/ 77518 w 90645"/>
                  <a:gd name="csY1" fmla="*/ 77604 h 90643"/>
                  <a:gd name="csX2" fmla="*/ 90793 w 90645"/>
                  <a:gd name="csY2" fmla="*/ 45557 h 90643"/>
                  <a:gd name="csX3" fmla="*/ 77518 w 90645"/>
                  <a:gd name="csY3" fmla="*/ 13509 h 90643"/>
                  <a:gd name="csX4" fmla="*/ 45470 w 90645"/>
                  <a:gd name="csY4" fmla="*/ 235 h 90643"/>
                  <a:gd name="csX5" fmla="*/ 13422 w 90645"/>
                  <a:gd name="csY5" fmla="*/ 13509 h 90643"/>
                  <a:gd name="csX6" fmla="*/ 148 w 90645"/>
                  <a:gd name="csY6" fmla="*/ 45557 h 90643"/>
                  <a:gd name="csX7" fmla="*/ 13422 w 90645"/>
                  <a:gd name="csY7" fmla="*/ 77604 h 90643"/>
                  <a:gd name="csX8" fmla="*/ 45470 w 90645"/>
                  <a:gd name="csY8" fmla="*/ 9087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0" y="90879"/>
                    </a:moveTo>
                    <a:cubicBezTo>
                      <a:pt x="57490" y="90879"/>
                      <a:pt x="69019" y="86103"/>
                      <a:pt x="77518" y="77604"/>
                    </a:cubicBezTo>
                    <a:cubicBezTo>
                      <a:pt x="86017" y="69105"/>
                      <a:pt x="90793" y="57576"/>
                      <a:pt x="90793" y="45557"/>
                    </a:cubicBezTo>
                    <a:cubicBezTo>
                      <a:pt x="90793" y="33537"/>
                      <a:pt x="86017" y="22008"/>
                      <a:pt x="77518" y="13509"/>
                    </a:cubicBezTo>
                    <a:cubicBezTo>
                      <a:pt x="69019" y="5010"/>
                      <a:pt x="57490" y="235"/>
                      <a:pt x="45470" y="235"/>
                    </a:cubicBezTo>
                    <a:cubicBezTo>
                      <a:pt x="33451" y="235"/>
                      <a:pt x="21922" y="5010"/>
                      <a:pt x="13422" y="13509"/>
                    </a:cubicBezTo>
                    <a:cubicBezTo>
                      <a:pt x="4923" y="22008"/>
                      <a:pt x="148" y="33537"/>
                      <a:pt x="148" y="45557"/>
                    </a:cubicBezTo>
                    <a:cubicBezTo>
                      <a:pt x="148" y="57576"/>
                      <a:pt x="4923" y="69105"/>
                      <a:pt x="13422" y="77604"/>
                    </a:cubicBezTo>
                    <a:cubicBezTo>
                      <a:pt x="21922" y="86103"/>
                      <a:pt x="33451" y="90879"/>
                      <a:pt x="45470" y="9087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7" name="任意多边形: 形状 3596"/>
              <p:cNvSpPr/>
              <p:nvPr/>
            </p:nvSpPr>
            <p:spPr>
              <a:xfrm>
                <a:off x="30955267" y="21368807"/>
                <a:ext cx="180000" cy="180000"/>
              </a:xfrm>
              <a:custGeom>
                <a:avLst/>
                <a:gdLst>
                  <a:gd name="csX0" fmla="*/ 45553 w 90645"/>
                  <a:gd name="csY0" fmla="*/ 90751 h 90643"/>
                  <a:gd name="csX1" fmla="*/ 77601 w 90645"/>
                  <a:gd name="csY1" fmla="*/ 77476 h 90643"/>
                  <a:gd name="csX2" fmla="*/ 90876 w 90645"/>
                  <a:gd name="csY2" fmla="*/ 45429 h 90643"/>
                  <a:gd name="csX3" fmla="*/ 77601 w 90645"/>
                  <a:gd name="csY3" fmla="*/ 13381 h 90643"/>
                  <a:gd name="csX4" fmla="*/ 45553 w 90645"/>
                  <a:gd name="csY4" fmla="*/ 107 h 90643"/>
                  <a:gd name="csX5" fmla="*/ 13506 w 90645"/>
                  <a:gd name="csY5" fmla="*/ 13381 h 90643"/>
                  <a:gd name="csX6" fmla="*/ 231 w 90645"/>
                  <a:gd name="csY6" fmla="*/ 45429 h 90643"/>
                  <a:gd name="csX7" fmla="*/ 13506 w 90645"/>
                  <a:gd name="csY7" fmla="*/ 77476 h 90643"/>
                  <a:gd name="csX8" fmla="*/ 45553 w 90645"/>
                  <a:gd name="csY8" fmla="*/ 9075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3" y="90751"/>
                    </a:moveTo>
                    <a:cubicBezTo>
                      <a:pt x="57573" y="90751"/>
                      <a:pt x="69102" y="85975"/>
                      <a:pt x="77601" y="77476"/>
                    </a:cubicBezTo>
                    <a:cubicBezTo>
                      <a:pt x="86100" y="68977"/>
                      <a:pt x="90876" y="57448"/>
                      <a:pt x="90876" y="45429"/>
                    </a:cubicBezTo>
                    <a:cubicBezTo>
                      <a:pt x="90876" y="33409"/>
                      <a:pt x="86100" y="21880"/>
                      <a:pt x="77601" y="13381"/>
                    </a:cubicBezTo>
                    <a:cubicBezTo>
                      <a:pt x="69102" y="4882"/>
                      <a:pt x="57573" y="107"/>
                      <a:pt x="45553" y="107"/>
                    </a:cubicBezTo>
                    <a:cubicBezTo>
                      <a:pt x="33534" y="107"/>
                      <a:pt x="22005" y="4882"/>
                      <a:pt x="13506" y="13381"/>
                    </a:cubicBezTo>
                    <a:cubicBezTo>
                      <a:pt x="5006" y="21880"/>
                      <a:pt x="231" y="33409"/>
                      <a:pt x="231" y="45429"/>
                    </a:cubicBezTo>
                    <a:cubicBezTo>
                      <a:pt x="231" y="57448"/>
                      <a:pt x="5006" y="68977"/>
                      <a:pt x="13506" y="77476"/>
                    </a:cubicBezTo>
                    <a:cubicBezTo>
                      <a:pt x="22005" y="85975"/>
                      <a:pt x="33534" y="90751"/>
                      <a:pt x="45553" y="9075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8" name="任意多边形: 形状 3597"/>
              <p:cNvSpPr/>
              <p:nvPr/>
            </p:nvSpPr>
            <p:spPr>
              <a:xfrm>
                <a:off x="30344742" y="23011910"/>
                <a:ext cx="180000" cy="180000"/>
              </a:xfrm>
              <a:custGeom>
                <a:avLst/>
                <a:gdLst>
                  <a:gd name="csX0" fmla="*/ 45534 w 90645"/>
                  <a:gd name="csY0" fmla="*/ 90802 h 90643"/>
                  <a:gd name="csX1" fmla="*/ 77582 w 90645"/>
                  <a:gd name="csY1" fmla="*/ 77527 h 90643"/>
                  <a:gd name="csX2" fmla="*/ 90857 w 90645"/>
                  <a:gd name="csY2" fmla="*/ 45480 h 90643"/>
                  <a:gd name="csX3" fmla="*/ 77582 w 90645"/>
                  <a:gd name="csY3" fmla="*/ 13433 h 90643"/>
                  <a:gd name="csX4" fmla="*/ 45534 w 90645"/>
                  <a:gd name="csY4" fmla="*/ 158 h 90643"/>
                  <a:gd name="csX5" fmla="*/ 13486 w 90645"/>
                  <a:gd name="csY5" fmla="*/ 13433 h 90643"/>
                  <a:gd name="csX6" fmla="*/ 212 w 90645"/>
                  <a:gd name="csY6" fmla="*/ 45480 h 90643"/>
                  <a:gd name="csX7" fmla="*/ 13486 w 90645"/>
                  <a:gd name="csY7" fmla="*/ 77527 h 90643"/>
                  <a:gd name="csX8" fmla="*/ 45534 w 90645"/>
                  <a:gd name="csY8" fmla="*/ 9080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4" y="90802"/>
                    </a:moveTo>
                    <a:cubicBezTo>
                      <a:pt x="57554" y="90802"/>
                      <a:pt x="69083" y="86027"/>
                      <a:pt x="77582" y="77527"/>
                    </a:cubicBezTo>
                    <a:cubicBezTo>
                      <a:pt x="86081" y="69028"/>
                      <a:pt x="90857" y="57500"/>
                      <a:pt x="90857" y="45480"/>
                    </a:cubicBezTo>
                    <a:cubicBezTo>
                      <a:pt x="90857" y="33460"/>
                      <a:pt x="86081" y="21932"/>
                      <a:pt x="77582" y="13433"/>
                    </a:cubicBezTo>
                    <a:cubicBezTo>
                      <a:pt x="69083" y="4933"/>
                      <a:pt x="57554" y="158"/>
                      <a:pt x="45534" y="158"/>
                    </a:cubicBezTo>
                    <a:cubicBezTo>
                      <a:pt x="33515" y="158"/>
                      <a:pt x="21986" y="4933"/>
                      <a:pt x="13486" y="13433"/>
                    </a:cubicBezTo>
                    <a:cubicBezTo>
                      <a:pt x="4987" y="21932"/>
                      <a:pt x="212" y="33460"/>
                      <a:pt x="212" y="45480"/>
                    </a:cubicBezTo>
                    <a:cubicBezTo>
                      <a:pt x="212" y="57500"/>
                      <a:pt x="4987" y="69028"/>
                      <a:pt x="13486" y="77527"/>
                    </a:cubicBezTo>
                    <a:cubicBezTo>
                      <a:pt x="21986" y="86027"/>
                      <a:pt x="33515" y="90802"/>
                      <a:pt x="45534" y="9080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599" name="任意多边形: 形状 3598"/>
              <p:cNvSpPr/>
              <p:nvPr/>
            </p:nvSpPr>
            <p:spPr>
              <a:xfrm>
                <a:off x="29070805" y="22678852"/>
                <a:ext cx="180000" cy="180000"/>
              </a:xfrm>
              <a:custGeom>
                <a:avLst/>
                <a:gdLst>
                  <a:gd name="csX0" fmla="*/ 45495 w 90645"/>
                  <a:gd name="csY0" fmla="*/ 90792 h 90643"/>
                  <a:gd name="csX1" fmla="*/ 77542 w 90645"/>
                  <a:gd name="csY1" fmla="*/ 77517 h 90643"/>
                  <a:gd name="csX2" fmla="*/ 90817 w 90645"/>
                  <a:gd name="csY2" fmla="*/ 45470 h 90643"/>
                  <a:gd name="csX3" fmla="*/ 77542 w 90645"/>
                  <a:gd name="csY3" fmla="*/ 13422 h 90643"/>
                  <a:gd name="csX4" fmla="*/ 45495 w 90645"/>
                  <a:gd name="csY4" fmla="*/ 148 h 90643"/>
                  <a:gd name="csX5" fmla="*/ 13447 w 90645"/>
                  <a:gd name="csY5" fmla="*/ 13422 h 90643"/>
                  <a:gd name="csX6" fmla="*/ 172 w 90645"/>
                  <a:gd name="csY6" fmla="*/ 45470 h 90643"/>
                  <a:gd name="csX7" fmla="*/ 13447 w 90645"/>
                  <a:gd name="csY7" fmla="*/ 77517 h 90643"/>
                  <a:gd name="csX8" fmla="*/ 45495 w 90645"/>
                  <a:gd name="csY8" fmla="*/ 9079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5" y="90792"/>
                    </a:moveTo>
                    <a:cubicBezTo>
                      <a:pt x="57514" y="90792"/>
                      <a:pt x="69043" y="86016"/>
                      <a:pt x="77542" y="77517"/>
                    </a:cubicBezTo>
                    <a:cubicBezTo>
                      <a:pt x="86042" y="69018"/>
                      <a:pt x="90817" y="57489"/>
                      <a:pt x="90817" y="45470"/>
                    </a:cubicBezTo>
                    <a:cubicBezTo>
                      <a:pt x="90817" y="33450"/>
                      <a:pt x="86042" y="21921"/>
                      <a:pt x="77542" y="13422"/>
                    </a:cubicBezTo>
                    <a:cubicBezTo>
                      <a:pt x="69043" y="4923"/>
                      <a:pt x="57514" y="148"/>
                      <a:pt x="45495" y="148"/>
                    </a:cubicBezTo>
                    <a:cubicBezTo>
                      <a:pt x="33475" y="148"/>
                      <a:pt x="21946" y="4923"/>
                      <a:pt x="13447" y="13422"/>
                    </a:cubicBezTo>
                    <a:cubicBezTo>
                      <a:pt x="4948" y="21921"/>
                      <a:pt x="172" y="33450"/>
                      <a:pt x="172" y="45470"/>
                    </a:cubicBezTo>
                    <a:cubicBezTo>
                      <a:pt x="172" y="57489"/>
                      <a:pt x="4948" y="69018"/>
                      <a:pt x="13447" y="77517"/>
                    </a:cubicBezTo>
                    <a:cubicBezTo>
                      <a:pt x="21946" y="86016"/>
                      <a:pt x="33475" y="90792"/>
                      <a:pt x="45495" y="9079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0" name="任意多边形: 形状 3599"/>
              <p:cNvSpPr/>
              <p:nvPr/>
            </p:nvSpPr>
            <p:spPr>
              <a:xfrm>
                <a:off x="29020565" y="23087986"/>
                <a:ext cx="180000" cy="180000"/>
              </a:xfrm>
              <a:custGeom>
                <a:avLst/>
                <a:gdLst>
                  <a:gd name="csX0" fmla="*/ 45493 w 90645"/>
                  <a:gd name="csY0" fmla="*/ 90804 h 90643"/>
                  <a:gd name="csX1" fmla="*/ 77541 w 90645"/>
                  <a:gd name="csY1" fmla="*/ 77530 h 90643"/>
                  <a:gd name="csX2" fmla="*/ 90816 w 90645"/>
                  <a:gd name="csY2" fmla="*/ 45482 h 90643"/>
                  <a:gd name="csX3" fmla="*/ 77541 w 90645"/>
                  <a:gd name="csY3" fmla="*/ 13435 h 90643"/>
                  <a:gd name="csX4" fmla="*/ 45493 w 90645"/>
                  <a:gd name="csY4" fmla="*/ 160 h 90643"/>
                  <a:gd name="csX5" fmla="*/ 13445 w 90645"/>
                  <a:gd name="csY5" fmla="*/ 13435 h 90643"/>
                  <a:gd name="csX6" fmla="*/ 170 w 90645"/>
                  <a:gd name="csY6" fmla="*/ 45482 h 90643"/>
                  <a:gd name="csX7" fmla="*/ 13445 w 90645"/>
                  <a:gd name="csY7" fmla="*/ 77530 h 90643"/>
                  <a:gd name="csX8" fmla="*/ 45493 w 90645"/>
                  <a:gd name="csY8" fmla="*/ 908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3" y="90804"/>
                    </a:moveTo>
                    <a:cubicBezTo>
                      <a:pt x="57513" y="90804"/>
                      <a:pt x="69042" y="86029"/>
                      <a:pt x="77541" y="77530"/>
                    </a:cubicBezTo>
                    <a:cubicBezTo>
                      <a:pt x="86040" y="69031"/>
                      <a:pt x="90816" y="57502"/>
                      <a:pt x="90816" y="45482"/>
                    </a:cubicBezTo>
                    <a:cubicBezTo>
                      <a:pt x="90816" y="33463"/>
                      <a:pt x="86040" y="21934"/>
                      <a:pt x="77541" y="13435"/>
                    </a:cubicBezTo>
                    <a:cubicBezTo>
                      <a:pt x="69042" y="4936"/>
                      <a:pt x="57513" y="160"/>
                      <a:pt x="45493" y="160"/>
                    </a:cubicBezTo>
                    <a:cubicBezTo>
                      <a:pt x="33473" y="160"/>
                      <a:pt x="21944" y="4936"/>
                      <a:pt x="13445" y="13435"/>
                    </a:cubicBezTo>
                    <a:cubicBezTo>
                      <a:pt x="4946" y="21934"/>
                      <a:pt x="170" y="33463"/>
                      <a:pt x="170" y="45482"/>
                    </a:cubicBezTo>
                    <a:cubicBezTo>
                      <a:pt x="170" y="57502"/>
                      <a:pt x="4946" y="69031"/>
                      <a:pt x="13445" y="77530"/>
                    </a:cubicBezTo>
                    <a:cubicBezTo>
                      <a:pt x="21944" y="86029"/>
                      <a:pt x="33473" y="90804"/>
                      <a:pt x="45493" y="908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1" name="任意多边形: 形状 3600"/>
              <p:cNvSpPr/>
              <p:nvPr/>
            </p:nvSpPr>
            <p:spPr>
              <a:xfrm>
                <a:off x="30400033" y="22542934"/>
                <a:ext cx="180000" cy="180000"/>
              </a:xfrm>
              <a:custGeom>
                <a:avLst/>
                <a:gdLst>
                  <a:gd name="csX0" fmla="*/ 45536 w 90645"/>
                  <a:gd name="csY0" fmla="*/ 90787 h 90643"/>
                  <a:gd name="csX1" fmla="*/ 77584 w 90645"/>
                  <a:gd name="csY1" fmla="*/ 77513 h 90643"/>
                  <a:gd name="csX2" fmla="*/ 90859 w 90645"/>
                  <a:gd name="csY2" fmla="*/ 45465 h 90643"/>
                  <a:gd name="csX3" fmla="*/ 77584 w 90645"/>
                  <a:gd name="csY3" fmla="*/ 13418 h 90643"/>
                  <a:gd name="csX4" fmla="*/ 45536 w 90645"/>
                  <a:gd name="csY4" fmla="*/ 143 h 90643"/>
                  <a:gd name="csX5" fmla="*/ 13488 w 90645"/>
                  <a:gd name="csY5" fmla="*/ 13418 h 90643"/>
                  <a:gd name="csX6" fmla="*/ 214 w 90645"/>
                  <a:gd name="csY6" fmla="*/ 45465 h 90643"/>
                  <a:gd name="csX7" fmla="*/ 13488 w 90645"/>
                  <a:gd name="csY7" fmla="*/ 77513 h 90643"/>
                  <a:gd name="csX8" fmla="*/ 45536 w 90645"/>
                  <a:gd name="csY8" fmla="*/ 9078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6" y="90787"/>
                    </a:moveTo>
                    <a:cubicBezTo>
                      <a:pt x="57556" y="90787"/>
                      <a:pt x="69085" y="86012"/>
                      <a:pt x="77584" y="77513"/>
                    </a:cubicBezTo>
                    <a:cubicBezTo>
                      <a:pt x="86083" y="69014"/>
                      <a:pt x="90859" y="57485"/>
                      <a:pt x="90859" y="45465"/>
                    </a:cubicBezTo>
                    <a:cubicBezTo>
                      <a:pt x="90859" y="33446"/>
                      <a:pt x="86083" y="21917"/>
                      <a:pt x="77584" y="13418"/>
                    </a:cubicBezTo>
                    <a:cubicBezTo>
                      <a:pt x="69085" y="4919"/>
                      <a:pt x="57556" y="143"/>
                      <a:pt x="45536" y="143"/>
                    </a:cubicBezTo>
                    <a:cubicBezTo>
                      <a:pt x="33516" y="143"/>
                      <a:pt x="21987" y="4919"/>
                      <a:pt x="13488" y="13418"/>
                    </a:cubicBezTo>
                    <a:cubicBezTo>
                      <a:pt x="4989" y="21917"/>
                      <a:pt x="214" y="33446"/>
                      <a:pt x="214" y="45465"/>
                    </a:cubicBezTo>
                    <a:cubicBezTo>
                      <a:pt x="214" y="57485"/>
                      <a:pt x="4989" y="69014"/>
                      <a:pt x="13488" y="77513"/>
                    </a:cubicBezTo>
                    <a:cubicBezTo>
                      <a:pt x="21987" y="86012"/>
                      <a:pt x="33516" y="90787"/>
                      <a:pt x="45536" y="9078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2" name="任意多边形: 形状 3601"/>
              <p:cNvSpPr/>
              <p:nvPr/>
            </p:nvSpPr>
            <p:spPr>
              <a:xfrm>
                <a:off x="30745373" y="26244349"/>
                <a:ext cx="180000" cy="180000"/>
              </a:xfrm>
              <a:custGeom>
                <a:avLst/>
                <a:gdLst>
                  <a:gd name="csX0" fmla="*/ 45547 w 90645"/>
                  <a:gd name="csY0" fmla="*/ 90903 h 90643"/>
                  <a:gd name="csX1" fmla="*/ 77595 w 90645"/>
                  <a:gd name="csY1" fmla="*/ 77628 h 90643"/>
                  <a:gd name="csX2" fmla="*/ 90869 w 90645"/>
                  <a:gd name="csY2" fmla="*/ 45581 h 90643"/>
                  <a:gd name="csX3" fmla="*/ 77595 w 90645"/>
                  <a:gd name="csY3" fmla="*/ 13533 h 90643"/>
                  <a:gd name="csX4" fmla="*/ 45547 w 90645"/>
                  <a:gd name="csY4" fmla="*/ 259 h 90643"/>
                  <a:gd name="csX5" fmla="*/ 13499 w 90645"/>
                  <a:gd name="csY5" fmla="*/ 13533 h 90643"/>
                  <a:gd name="csX6" fmla="*/ 224 w 90645"/>
                  <a:gd name="csY6" fmla="*/ 45581 h 90643"/>
                  <a:gd name="csX7" fmla="*/ 13499 w 90645"/>
                  <a:gd name="csY7" fmla="*/ 77628 h 90643"/>
                  <a:gd name="csX8" fmla="*/ 45547 w 90645"/>
                  <a:gd name="csY8" fmla="*/ 9090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7" y="90903"/>
                    </a:moveTo>
                    <a:cubicBezTo>
                      <a:pt x="57567" y="90903"/>
                      <a:pt x="69096" y="86127"/>
                      <a:pt x="77595" y="77628"/>
                    </a:cubicBezTo>
                    <a:cubicBezTo>
                      <a:pt x="86094" y="69129"/>
                      <a:pt x="90869" y="57600"/>
                      <a:pt x="90869" y="45581"/>
                    </a:cubicBezTo>
                    <a:cubicBezTo>
                      <a:pt x="90869" y="33561"/>
                      <a:pt x="86094" y="22032"/>
                      <a:pt x="77595" y="13533"/>
                    </a:cubicBezTo>
                    <a:cubicBezTo>
                      <a:pt x="69096" y="5034"/>
                      <a:pt x="57567" y="259"/>
                      <a:pt x="45547" y="259"/>
                    </a:cubicBezTo>
                    <a:cubicBezTo>
                      <a:pt x="33527" y="259"/>
                      <a:pt x="21998" y="5034"/>
                      <a:pt x="13499" y="13533"/>
                    </a:cubicBezTo>
                    <a:cubicBezTo>
                      <a:pt x="5000" y="22032"/>
                      <a:pt x="224" y="33561"/>
                      <a:pt x="224" y="45581"/>
                    </a:cubicBezTo>
                    <a:cubicBezTo>
                      <a:pt x="224" y="57600"/>
                      <a:pt x="5000" y="69129"/>
                      <a:pt x="13499" y="77628"/>
                    </a:cubicBezTo>
                    <a:cubicBezTo>
                      <a:pt x="21998" y="86127"/>
                      <a:pt x="33527" y="90903"/>
                      <a:pt x="45547" y="9090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3" name="任意多边形: 形状 3602"/>
              <p:cNvSpPr/>
              <p:nvPr/>
            </p:nvSpPr>
            <p:spPr>
              <a:xfrm>
                <a:off x="28545629" y="21065301"/>
                <a:ext cx="180000" cy="180000"/>
              </a:xfrm>
              <a:custGeom>
                <a:avLst/>
                <a:gdLst>
                  <a:gd name="csX0" fmla="*/ 45478 w 90645"/>
                  <a:gd name="csY0" fmla="*/ 90741 h 90643"/>
                  <a:gd name="csX1" fmla="*/ 77526 w 90645"/>
                  <a:gd name="csY1" fmla="*/ 77467 h 90643"/>
                  <a:gd name="csX2" fmla="*/ 90801 w 90645"/>
                  <a:gd name="csY2" fmla="*/ 45419 h 90643"/>
                  <a:gd name="csX3" fmla="*/ 77526 w 90645"/>
                  <a:gd name="csY3" fmla="*/ 13372 h 90643"/>
                  <a:gd name="csX4" fmla="*/ 45478 w 90645"/>
                  <a:gd name="csY4" fmla="*/ 97 h 90643"/>
                  <a:gd name="csX5" fmla="*/ 13430 w 90645"/>
                  <a:gd name="csY5" fmla="*/ 13372 h 90643"/>
                  <a:gd name="csX6" fmla="*/ 156 w 90645"/>
                  <a:gd name="csY6" fmla="*/ 45419 h 90643"/>
                  <a:gd name="csX7" fmla="*/ 13430 w 90645"/>
                  <a:gd name="csY7" fmla="*/ 77467 h 90643"/>
                  <a:gd name="csX8" fmla="*/ 45478 w 90645"/>
                  <a:gd name="csY8" fmla="*/ 9074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8" y="90741"/>
                    </a:moveTo>
                    <a:cubicBezTo>
                      <a:pt x="57498" y="90741"/>
                      <a:pt x="69027" y="85966"/>
                      <a:pt x="77526" y="77467"/>
                    </a:cubicBezTo>
                    <a:cubicBezTo>
                      <a:pt x="86025" y="68968"/>
                      <a:pt x="90801" y="57439"/>
                      <a:pt x="90801" y="45419"/>
                    </a:cubicBezTo>
                    <a:cubicBezTo>
                      <a:pt x="90801" y="33400"/>
                      <a:pt x="86025" y="21871"/>
                      <a:pt x="77526" y="13372"/>
                    </a:cubicBezTo>
                    <a:cubicBezTo>
                      <a:pt x="69027" y="4873"/>
                      <a:pt x="57498" y="97"/>
                      <a:pt x="45478" y="97"/>
                    </a:cubicBezTo>
                    <a:cubicBezTo>
                      <a:pt x="33459" y="97"/>
                      <a:pt x="21930" y="4873"/>
                      <a:pt x="13430" y="13372"/>
                    </a:cubicBezTo>
                    <a:cubicBezTo>
                      <a:pt x="4931" y="21871"/>
                      <a:pt x="156" y="33400"/>
                      <a:pt x="156" y="45419"/>
                    </a:cubicBezTo>
                    <a:cubicBezTo>
                      <a:pt x="156" y="57439"/>
                      <a:pt x="4931" y="68968"/>
                      <a:pt x="13430" y="77467"/>
                    </a:cubicBezTo>
                    <a:cubicBezTo>
                      <a:pt x="21930" y="85966"/>
                      <a:pt x="33459" y="90741"/>
                      <a:pt x="45478" y="9074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4" name="任意多边形: 形状 3603"/>
              <p:cNvSpPr/>
              <p:nvPr/>
            </p:nvSpPr>
            <p:spPr>
              <a:xfrm>
                <a:off x="27945285" y="23953423"/>
                <a:ext cx="180000" cy="180000"/>
              </a:xfrm>
              <a:custGeom>
                <a:avLst/>
                <a:gdLst>
                  <a:gd name="csX0" fmla="*/ 45459 w 90645"/>
                  <a:gd name="csY0" fmla="*/ 90831 h 90643"/>
                  <a:gd name="csX1" fmla="*/ 77507 w 90645"/>
                  <a:gd name="csY1" fmla="*/ 77557 h 90643"/>
                  <a:gd name="csX2" fmla="*/ 90782 w 90645"/>
                  <a:gd name="csY2" fmla="*/ 45509 h 90643"/>
                  <a:gd name="csX3" fmla="*/ 77507 w 90645"/>
                  <a:gd name="csY3" fmla="*/ 13462 h 90643"/>
                  <a:gd name="csX4" fmla="*/ 45459 w 90645"/>
                  <a:gd name="csY4" fmla="*/ 187 h 90643"/>
                  <a:gd name="csX5" fmla="*/ 13412 w 90645"/>
                  <a:gd name="csY5" fmla="*/ 13462 h 90643"/>
                  <a:gd name="csX6" fmla="*/ 137 w 90645"/>
                  <a:gd name="csY6" fmla="*/ 45509 h 90643"/>
                  <a:gd name="csX7" fmla="*/ 13412 w 90645"/>
                  <a:gd name="csY7" fmla="*/ 77557 h 90643"/>
                  <a:gd name="csX8" fmla="*/ 45459 w 90645"/>
                  <a:gd name="csY8" fmla="*/ 9083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9" y="90831"/>
                    </a:moveTo>
                    <a:cubicBezTo>
                      <a:pt x="57479" y="90831"/>
                      <a:pt x="69008" y="86056"/>
                      <a:pt x="77507" y="77557"/>
                    </a:cubicBezTo>
                    <a:cubicBezTo>
                      <a:pt x="86007" y="69058"/>
                      <a:pt x="90782" y="57529"/>
                      <a:pt x="90782" y="45509"/>
                    </a:cubicBezTo>
                    <a:cubicBezTo>
                      <a:pt x="90782" y="33490"/>
                      <a:pt x="86007" y="21961"/>
                      <a:pt x="77507" y="13462"/>
                    </a:cubicBezTo>
                    <a:cubicBezTo>
                      <a:pt x="69008" y="4963"/>
                      <a:pt x="57479" y="187"/>
                      <a:pt x="45459" y="187"/>
                    </a:cubicBezTo>
                    <a:cubicBezTo>
                      <a:pt x="33440" y="187"/>
                      <a:pt x="21911" y="4963"/>
                      <a:pt x="13412" y="13462"/>
                    </a:cubicBezTo>
                    <a:cubicBezTo>
                      <a:pt x="4912" y="21961"/>
                      <a:pt x="137" y="33490"/>
                      <a:pt x="137" y="45509"/>
                    </a:cubicBezTo>
                    <a:cubicBezTo>
                      <a:pt x="137" y="57529"/>
                      <a:pt x="4912" y="69058"/>
                      <a:pt x="13412" y="77557"/>
                    </a:cubicBezTo>
                    <a:cubicBezTo>
                      <a:pt x="21911" y="86056"/>
                      <a:pt x="33440" y="90831"/>
                      <a:pt x="45459" y="9083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5" name="任意多边形: 形状 3604"/>
              <p:cNvSpPr/>
              <p:nvPr/>
            </p:nvSpPr>
            <p:spPr>
              <a:xfrm>
                <a:off x="32381926" y="21686508"/>
                <a:ext cx="180000" cy="180000"/>
              </a:xfrm>
              <a:custGeom>
                <a:avLst/>
                <a:gdLst>
                  <a:gd name="csX0" fmla="*/ 45598 w 90645"/>
                  <a:gd name="csY0" fmla="*/ 90761 h 90643"/>
                  <a:gd name="csX1" fmla="*/ 77646 w 90645"/>
                  <a:gd name="csY1" fmla="*/ 77486 h 90643"/>
                  <a:gd name="csX2" fmla="*/ 90920 w 90645"/>
                  <a:gd name="csY2" fmla="*/ 45439 h 90643"/>
                  <a:gd name="csX3" fmla="*/ 77646 w 90645"/>
                  <a:gd name="csY3" fmla="*/ 13391 h 90643"/>
                  <a:gd name="csX4" fmla="*/ 45598 w 90645"/>
                  <a:gd name="csY4" fmla="*/ 117 h 90643"/>
                  <a:gd name="csX5" fmla="*/ 13550 w 90645"/>
                  <a:gd name="csY5" fmla="*/ 13391 h 90643"/>
                  <a:gd name="csX6" fmla="*/ 275 w 90645"/>
                  <a:gd name="csY6" fmla="*/ 45439 h 90643"/>
                  <a:gd name="csX7" fmla="*/ 13550 w 90645"/>
                  <a:gd name="csY7" fmla="*/ 77486 h 90643"/>
                  <a:gd name="csX8" fmla="*/ 45598 w 90645"/>
                  <a:gd name="csY8" fmla="*/ 9076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98" y="90761"/>
                    </a:moveTo>
                    <a:cubicBezTo>
                      <a:pt x="57618" y="90761"/>
                      <a:pt x="69147" y="85985"/>
                      <a:pt x="77646" y="77486"/>
                    </a:cubicBezTo>
                    <a:cubicBezTo>
                      <a:pt x="86145" y="68987"/>
                      <a:pt x="90920" y="57458"/>
                      <a:pt x="90920" y="45439"/>
                    </a:cubicBezTo>
                    <a:cubicBezTo>
                      <a:pt x="90920" y="33419"/>
                      <a:pt x="86145" y="21890"/>
                      <a:pt x="77646" y="13391"/>
                    </a:cubicBezTo>
                    <a:cubicBezTo>
                      <a:pt x="69147" y="4892"/>
                      <a:pt x="57618" y="117"/>
                      <a:pt x="45598" y="117"/>
                    </a:cubicBezTo>
                    <a:cubicBezTo>
                      <a:pt x="33578" y="117"/>
                      <a:pt x="22049" y="4892"/>
                      <a:pt x="13550" y="13391"/>
                    </a:cubicBezTo>
                    <a:cubicBezTo>
                      <a:pt x="5051" y="21890"/>
                      <a:pt x="275" y="33419"/>
                      <a:pt x="275" y="45439"/>
                    </a:cubicBezTo>
                    <a:cubicBezTo>
                      <a:pt x="275" y="57458"/>
                      <a:pt x="5051" y="68987"/>
                      <a:pt x="13550" y="77486"/>
                    </a:cubicBezTo>
                    <a:cubicBezTo>
                      <a:pt x="22049" y="85985"/>
                      <a:pt x="33578" y="90761"/>
                      <a:pt x="45598" y="9076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6" name="任意多边形: 形状 3605"/>
              <p:cNvSpPr/>
              <p:nvPr/>
            </p:nvSpPr>
            <p:spPr>
              <a:xfrm>
                <a:off x="30064894" y="23632916"/>
                <a:ext cx="180000" cy="180000"/>
              </a:xfrm>
              <a:custGeom>
                <a:avLst/>
                <a:gdLst>
                  <a:gd name="csX0" fmla="*/ 45526 w 90645"/>
                  <a:gd name="csY0" fmla="*/ 90821 h 90643"/>
                  <a:gd name="csX1" fmla="*/ 77573 w 90645"/>
                  <a:gd name="csY1" fmla="*/ 77547 h 90643"/>
                  <a:gd name="csX2" fmla="*/ 90848 w 90645"/>
                  <a:gd name="csY2" fmla="*/ 45499 h 90643"/>
                  <a:gd name="csX3" fmla="*/ 77573 w 90645"/>
                  <a:gd name="csY3" fmla="*/ 13452 h 90643"/>
                  <a:gd name="csX4" fmla="*/ 45526 w 90645"/>
                  <a:gd name="csY4" fmla="*/ 177 h 90643"/>
                  <a:gd name="csX5" fmla="*/ 13478 w 90645"/>
                  <a:gd name="csY5" fmla="*/ 13452 h 90643"/>
                  <a:gd name="csX6" fmla="*/ 203 w 90645"/>
                  <a:gd name="csY6" fmla="*/ 45499 h 90643"/>
                  <a:gd name="csX7" fmla="*/ 13478 w 90645"/>
                  <a:gd name="csY7" fmla="*/ 77547 h 90643"/>
                  <a:gd name="csX8" fmla="*/ 45526 w 90645"/>
                  <a:gd name="csY8" fmla="*/ 9082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6" y="90821"/>
                    </a:moveTo>
                    <a:cubicBezTo>
                      <a:pt x="57545" y="90821"/>
                      <a:pt x="69074" y="86046"/>
                      <a:pt x="77573" y="77547"/>
                    </a:cubicBezTo>
                    <a:cubicBezTo>
                      <a:pt x="86073" y="69048"/>
                      <a:pt x="90848" y="57519"/>
                      <a:pt x="90848" y="45499"/>
                    </a:cubicBezTo>
                    <a:cubicBezTo>
                      <a:pt x="90848" y="33480"/>
                      <a:pt x="86073" y="21951"/>
                      <a:pt x="77573" y="13452"/>
                    </a:cubicBezTo>
                    <a:cubicBezTo>
                      <a:pt x="69074" y="4953"/>
                      <a:pt x="57545" y="177"/>
                      <a:pt x="45526" y="177"/>
                    </a:cubicBezTo>
                    <a:cubicBezTo>
                      <a:pt x="33506" y="177"/>
                      <a:pt x="21977" y="4953"/>
                      <a:pt x="13478" y="13452"/>
                    </a:cubicBezTo>
                    <a:cubicBezTo>
                      <a:pt x="4979" y="21951"/>
                      <a:pt x="203" y="33480"/>
                      <a:pt x="203" y="45499"/>
                    </a:cubicBezTo>
                    <a:cubicBezTo>
                      <a:pt x="203" y="57519"/>
                      <a:pt x="4979" y="69048"/>
                      <a:pt x="13478" y="77547"/>
                    </a:cubicBezTo>
                    <a:cubicBezTo>
                      <a:pt x="21977" y="86046"/>
                      <a:pt x="33506" y="90821"/>
                      <a:pt x="45526" y="9082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7" name="任意多边形: 形状 3606"/>
              <p:cNvSpPr/>
              <p:nvPr/>
            </p:nvSpPr>
            <p:spPr>
              <a:xfrm>
                <a:off x="29800928" y="22418783"/>
                <a:ext cx="180000" cy="180000"/>
              </a:xfrm>
              <a:custGeom>
                <a:avLst/>
                <a:gdLst>
                  <a:gd name="csX0" fmla="*/ 45517 w 90645"/>
                  <a:gd name="csY0" fmla="*/ 90783 h 90643"/>
                  <a:gd name="csX1" fmla="*/ 77565 w 90645"/>
                  <a:gd name="csY1" fmla="*/ 77509 h 90643"/>
                  <a:gd name="csX2" fmla="*/ 90840 w 90645"/>
                  <a:gd name="csY2" fmla="*/ 45461 h 90643"/>
                  <a:gd name="csX3" fmla="*/ 77565 w 90645"/>
                  <a:gd name="csY3" fmla="*/ 13414 h 90643"/>
                  <a:gd name="csX4" fmla="*/ 45517 w 90645"/>
                  <a:gd name="csY4" fmla="*/ 140 h 90643"/>
                  <a:gd name="csX5" fmla="*/ 13470 w 90645"/>
                  <a:gd name="csY5" fmla="*/ 13414 h 90643"/>
                  <a:gd name="csX6" fmla="*/ 195 w 90645"/>
                  <a:gd name="csY6" fmla="*/ 45461 h 90643"/>
                  <a:gd name="csX7" fmla="*/ 13470 w 90645"/>
                  <a:gd name="csY7" fmla="*/ 77509 h 90643"/>
                  <a:gd name="csX8" fmla="*/ 45517 w 90645"/>
                  <a:gd name="csY8" fmla="*/ 907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7" y="90783"/>
                    </a:moveTo>
                    <a:cubicBezTo>
                      <a:pt x="57537" y="90783"/>
                      <a:pt x="69066" y="86008"/>
                      <a:pt x="77565" y="77509"/>
                    </a:cubicBezTo>
                    <a:cubicBezTo>
                      <a:pt x="86064" y="69010"/>
                      <a:pt x="90840" y="57481"/>
                      <a:pt x="90840" y="45461"/>
                    </a:cubicBezTo>
                    <a:cubicBezTo>
                      <a:pt x="90840" y="33442"/>
                      <a:pt x="86064" y="21913"/>
                      <a:pt x="77565" y="13414"/>
                    </a:cubicBezTo>
                    <a:cubicBezTo>
                      <a:pt x="69066" y="4915"/>
                      <a:pt x="57537" y="140"/>
                      <a:pt x="45517" y="140"/>
                    </a:cubicBezTo>
                    <a:cubicBezTo>
                      <a:pt x="33498" y="140"/>
                      <a:pt x="21969" y="4915"/>
                      <a:pt x="13470" y="13414"/>
                    </a:cubicBezTo>
                    <a:cubicBezTo>
                      <a:pt x="4970" y="21913"/>
                      <a:pt x="195" y="33442"/>
                      <a:pt x="195" y="45461"/>
                    </a:cubicBezTo>
                    <a:cubicBezTo>
                      <a:pt x="195" y="57481"/>
                      <a:pt x="4970" y="69010"/>
                      <a:pt x="13470" y="77509"/>
                    </a:cubicBezTo>
                    <a:cubicBezTo>
                      <a:pt x="21969" y="86008"/>
                      <a:pt x="33498" y="90783"/>
                      <a:pt x="45517" y="907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8" name="任意多边形: 形状 3607"/>
              <p:cNvSpPr/>
              <p:nvPr/>
            </p:nvSpPr>
            <p:spPr>
              <a:xfrm>
                <a:off x="29578377" y="24919644"/>
                <a:ext cx="180000" cy="180000"/>
              </a:xfrm>
              <a:custGeom>
                <a:avLst/>
                <a:gdLst>
                  <a:gd name="csX0" fmla="*/ 45510 w 90645"/>
                  <a:gd name="csY0" fmla="*/ 90862 h 90643"/>
                  <a:gd name="csX1" fmla="*/ 77558 w 90645"/>
                  <a:gd name="csY1" fmla="*/ 77587 h 90643"/>
                  <a:gd name="csX2" fmla="*/ 90833 w 90645"/>
                  <a:gd name="csY2" fmla="*/ 45540 h 90643"/>
                  <a:gd name="csX3" fmla="*/ 77558 w 90645"/>
                  <a:gd name="csY3" fmla="*/ 13492 h 90643"/>
                  <a:gd name="csX4" fmla="*/ 45510 w 90645"/>
                  <a:gd name="csY4" fmla="*/ 218 h 90643"/>
                  <a:gd name="csX5" fmla="*/ 13463 w 90645"/>
                  <a:gd name="csY5" fmla="*/ 13492 h 90643"/>
                  <a:gd name="csX6" fmla="*/ 188 w 90645"/>
                  <a:gd name="csY6" fmla="*/ 45540 h 90643"/>
                  <a:gd name="csX7" fmla="*/ 13463 w 90645"/>
                  <a:gd name="csY7" fmla="*/ 77587 h 90643"/>
                  <a:gd name="csX8" fmla="*/ 45510 w 90645"/>
                  <a:gd name="csY8" fmla="*/ 9086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0" y="90862"/>
                    </a:moveTo>
                    <a:cubicBezTo>
                      <a:pt x="57530" y="90862"/>
                      <a:pt x="69059" y="86086"/>
                      <a:pt x="77558" y="77587"/>
                    </a:cubicBezTo>
                    <a:cubicBezTo>
                      <a:pt x="86057" y="69088"/>
                      <a:pt x="90833" y="57559"/>
                      <a:pt x="90833" y="45540"/>
                    </a:cubicBezTo>
                    <a:cubicBezTo>
                      <a:pt x="90833" y="33520"/>
                      <a:pt x="86057" y="21991"/>
                      <a:pt x="77558" y="13492"/>
                    </a:cubicBezTo>
                    <a:cubicBezTo>
                      <a:pt x="69059" y="4993"/>
                      <a:pt x="57530" y="218"/>
                      <a:pt x="45510" y="218"/>
                    </a:cubicBezTo>
                    <a:cubicBezTo>
                      <a:pt x="33491" y="218"/>
                      <a:pt x="21962" y="4993"/>
                      <a:pt x="13463" y="13492"/>
                    </a:cubicBezTo>
                    <a:cubicBezTo>
                      <a:pt x="4963" y="21991"/>
                      <a:pt x="188" y="33520"/>
                      <a:pt x="188" y="45540"/>
                    </a:cubicBezTo>
                    <a:cubicBezTo>
                      <a:pt x="188" y="57559"/>
                      <a:pt x="4963" y="69088"/>
                      <a:pt x="13463" y="77587"/>
                    </a:cubicBezTo>
                    <a:cubicBezTo>
                      <a:pt x="21962" y="86086"/>
                      <a:pt x="33491" y="90862"/>
                      <a:pt x="45510" y="9086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09" name="任意多边形: 形状 3608"/>
              <p:cNvSpPr/>
              <p:nvPr/>
            </p:nvSpPr>
            <p:spPr>
              <a:xfrm>
                <a:off x="29865578" y="20065966"/>
                <a:ext cx="180000" cy="180000"/>
              </a:xfrm>
              <a:custGeom>
                <a:avLst/>
                <a:gdLst>
                  <a:gd name="csX0" fmla="*/ 45519 w 90645"/>
                  <a:gd name="csY0" fmla="*/ 90710 h 90643"/>
                  <a:gd name="csX1" fmla="*/ 77567 w 90645"/>
                  <a:gd name="csY1" fmla="*/ 77436 h 90643"/>
                  <a:gd name="csX2" fmla="*/ 90842 w 90645"/>
                  <a:gd name="csY2" fmla="*/ 45388 h 90643"/>
                  <a:gd name="csX3" fmla="*/ 77567 w 90645"/>
                  <a:gd name="csY3" fmla="*/ 13341 h 90643"/>
                  <a:gd name="csX4" fmla="*/ 45519 w 90645"/>
                  <a:gd name="csY4" fmla="*/ 66 h 90643"/>
                  <a:gd name="csX5" fmla="*/ 13472 w 90645"/>
                  <a:gd name="csY5" fmla="*/ 13341 h 90643"/>
                  <a:gd name="csX6" fmla="*/ 197 w 90645"/>
                  <a:gd name="csY6" fmla="*/ 45388 h 90643"/>
                  <a:gd name="csX7" fmla="*/ 13472 w 90645"/>
                  <a:gd name="csY7" fmla="*/ 77436 h 90643"/>
                  <a:gd name="csX8" fmla="*/ 45519 w 90645"/>
                  <a:gd name="csY8" fmla="*/ 9071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9" y="90710"/>
                    </a:moveTo>
                    <a:cubicBezTo>
                      <a:pt x="57539" y="90710"/>
                      <a:pt x="69068" y="85935"/>
                      <a:pt x="77567" y="77436"/>
                    </a:cubicBezTo>
                    <a:cubicBezTo>
                      <a:pt x="86066" y="68936"/>
                      <a:pt x="90842" y="57408"/>
                      <a:pt x="90842" y="45388"/>
                    </a:cubicBezTo>
                    <a:cubicBezTo>
                      <a:pt x="90842" y="33369"/>
                      <a:pt x="86066" y="21840"/>
                      <a:pt x="77567" y="13341"/>
                    </a:cubicBezTo>
                    <a:cubicBezTo>
                      <a:pt x="69068" y="4842"/>
                      <a:pt x="57539" y="66"/>
                      <a:pt x="45519" y="66"/>
                    </a:cubicBezTo>
                    <a:cubicBezTo>
                      <a:pt x="33500" y="66"/>
                      <a:pt x="21971" y="4842"/>
                      <a:pt x="13472" y="13341"/>
                    </a:cubicBezTo>
                    <a:cubicBezTo>
                      <a:pt x="4972" y="21840"/>
                      <a:pt x="197" y="33369"/>
                      <a:pt x="197" y="45388"/>
                    </a:cubicBezTo>
                    <a:cubicBezTo>
                      <a:pt x="197" y="57408"/>
                      <a:pt x="4972" y="68936"/>
                      <a:pt x="13472" y="77436"/>
                    </a:cubicBezTo>
                    <a:cubicBezTo>
                      <a:pt x="21971" y="85935"/>
                      <a:pt x="33500" y="90710"/>
                      <a:pt x="45519" y="9071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0" name="任意多边形: 形状 3609"/>
              <p:cNvSpPr/>
              <p:nvPr/>
            </p:nvSpPr>
            <p:spPr>
              <a:xfrm>
                <a:off x="31653442" y="23297706"/>
                <a:ext cx="180000" cy="180000"/>
              </a:xfrm>
              <a:custGeom>
                <a:avLst/>
                <a:gdLst>
                  <a:gd name="csX0" fmla="*/ 45575 w 90645"/>
                  <a:gd name="csY0" fmla="*/ 90811 h 90643"/>
                  <a:gd name="csX1" fmla="*/ 77623 w 90645"/>
                  <a:gd name="csY1" fmla="*/ 77536 h 90643"/>
                  <a:gd name="csX2" fmla="*/ 90898 w 90645"/>
                  <a:gd name="csY2" fmla="*/ 45489 h 90643"/>
                  <a:gd name="csX3" fmla="*/ 77623 w 90645"/>
                  <a:gd name="csY3" fmla="*/ 13441 h 90643"/>
                  <a:gd name="csX4" fmla="*/ 45575 w 90645"/>
                  <a:gd name="csY4" fmla="*/ 167 h 90643"/>
                  <a:gd name="csX5" fmla="*/ 13527 w 90645"/>
                  <a:gd name="csY5" fmla="*/ 13441 h 90643"/>
                  <a:gd name="csX6" fmla="*/ 253 w 90645"/>
                  <a:gd name="csY6" fmla="*/ 45489 h 90643"/>
                  <a:gd name="csX7" fmla="*/ 13527 w 90645"/>
                  <a:gd name="csY7" fmla="*/ 77536 h 90643"/>
                  <a:gd name="csX8" fmla="*/ 45575 w 90645"/>
                  <a:gd name="csY8" fmla="*/ 9081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5" y="90811"/>
                    </a:moveTo>
                    <a:cubicBezTo>
                      <a:pt x="57595" y="90811"/>
                      <a:pt x="69124" y="86035"/>
                      <a:pt x="77623" y="77536"/>
                    </a:cubicBezTo>
                    <a:cubicBezTo>
                      <a:pt x="86122" y="69037"/>
                      <a:pt x="90898" y="57508"/>
                      <a:pt x="90898" y="45489"/>
                    </a:cubicBezTo>
                    <a:cubicBezTo>
                      <a:pt x="90898" y="33469"/>
                      <a:pt x="86122" y="21941"/>
                      <a:pt x="77623" y="13441"/>
                    </a:cubicBezTo>
                    <a:cubicBezTo>
                      <a:pt x="69124" y="4942"/>
                      <a:pt x="57595" y="167"/>
                      <a:pt x="45575" y="167"/>
                    </a:cubicBezTo>
                    <a:cubicBezTo>
                      <a:pt x="33555" y="167"/>
                      <a:pt x="22026" y="4942"/>
                      <a:pt x="13527" y="13441"/>
                    </a:cubicBezTo>
                    <a:cubicBezTo>
                      <a:pt x="5028" y="21941"/>
                      <a:pt x="253" y="33469"/>
                      <a:pt x="253" y="45489"/>
                    </a:cubicBezTo>
                    <a:cubicBezTo>
                      <a:pt x="253" y="57508"/>
                      <a:pt x="5028" y="69037"/>
                      <a:pt x="13527" y="77536"/>
                    </a:cubicBezTo>
                    <a:cubicBezTo>
                      <a:pt x="22026" y="86035"/>
                      <a:pt x="33555" y="90811"/>
                      <a:pt x="45575" y="9081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1" name="任意多边形: 形状 3610"/>
              <p:cNvSpPr/>
              <p:nvPr/>
            </p:nvSpPr>
            <p:spPr>
              <a:xfrm>
                <a:off x="26945231" y="22748319"/>
                <a:ext cx="180000" cy="180000"/>
              </a:xfrm>
              <a:custGeom>
                <a:avLst/>
                <a:gdLst>
                  <a:gd name="csX0" fmla="*/ 45428 w 90645"/>
                  <a:gd name="csY0" fmla="*/ 90794 h 90643"/>
                  <a:gd name="csX1" fmla="*/ 77476 w 90645"/>
                  <a:gd name="csY1" fmla="*/ 77519 h 90643"/>
                  <a:gd name="csX2" fmla="*/ 90751 w 90645"/>
                  <a:gd name="csY2" fmla="*/ 45472 h 90643"/>
                  <a:gd name="csX3" fmla="*/ 77476 w 90645"/>
                  <a:gd name="csY3" fmla="*/ 13424 h 90643"/>
                  <a:gd name="csX4" fmla="*/ 45428 w 90645"/>
                  <a:gd name="csY4" fmla="*/ 150 h 90643"/>
                  <a:gd name="csX5" fmla="*/ 13380 w 90645"/>
                  <a:gd name="csY5" fmla="*/ 13424 h 90643"/>
                  <a:gd name="csX6" fmla="*/ 106 w 90645"/>
                  <a:gd name="csY6" fmla="*/ 45472 h 90643"/>
                  <a:gd name="csX7" fmla="*/ 13380 w 90645"/>
                  <a:gd name="csY7" fmla="*/ 77519 h 90643"/>
                  <a:gd name="csX8" fmla="*/ 45428 w 90645"/>
                  <a:gd name="csY8" fmla="*/ 9079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28" y="90794"/>
                    </a:moveTo>
                    <a:cubicBezTo>
                      <a:pt x="57448" y="90794"/>
                      <a:pt x="68977" y="86018"/>
                      <a:pt x="77476" y="77519"/>
                    </a:cubicBezTo>
                    <a:cubicBezTo>
                      <a:pt x="85975" y="69020"/>
                      <a:pt x="90751" y="57491"/>
                      <a:pt x="90751" y="45472"/>
                    </a:cubicBezTo>
                    <a:cubicBezTo>
                      <a:pt x="90751" y="33452"/>
                      <a:pt x="85975" y="21923"/>
                      <a:pt x="77476" y="13424"/>
                    </a:cubicBezTo>
                    <a:cubicBezTo>
                      <a:pt x="68977" y="4925"/>
                      <a:pt x="57448" y="150"/>
                      <a:pt x="45428" y="150"/>
                    </a:cubicBezTo>
                    <a:cubicBezTo>
                      <a:pt x="33409" y="150"/>
                      <a:pt x="21880" y="4925"/>
                      <a:pt x="13380" y="13424"/>
                    </a:cubicBezTo>
                    <a:cubicBezTo>
                      <a:pt x="4881" y="21923"/>
                      <a:pt x="106" y="33452"/>
                      <a:pt x="106" y="45472"/>
                    </a:cubicBezTo>
                    <a:cubicBezTo>
                      <a:pt x="106" y="57491"/>
                      <a:pt x="4881" y="69020"/>
                      <a:pt x="13380" y="77519"/>
                    </a:cubicBezTo>
                    <a:cubicBezTo>
                      <a:pt x="21880" y="86018"/>
                      <a:pt x="33409" y="90794"/>
                      <a:pt x="45428" y="9079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2" name="任意多边形: 形状 3611"/>
              <p:cNvSpPr/>
              <p:nvPr/>
            </p:nvSpPr>
            <p:spPr>
              <a:xfrm>
                <a:off x="28829205" y="23411578"/>
                <a:ext cx="180000" cy="180000"/>
              </a:xfrm>
              <a:custGeom>
                <a:avLst/>
                <a:gdLst>
                  <a:gd name="csX0" fmla="*/ 45487 w 90645"/>
                  <a:gd name="csY0" fmla="*/ 90814 h 90643"/>
                  <a:gd name="csX1" fmla="*/ 77535 w 90645"/>
                  <a:gd name="csY1" fmla="*/ 77540 h 90643"/>
                  <a:gd name="csX2" fmla="*/ 90810 w 90645"/>
                  <a:gd name="csY2" fmla="*/ 45492 h 90643"/>
                  <a:gd name="csX3" fmla="*/ 77535 w 90645"/>
                  <a:gd name="csY3" fmla="*/ 13445 h 90643"/>
                  <a:gd name="csX4" fmla="*/ 45487 w 90645"/>
                  <a:gd name="csY4" fmla="*/ 171 h 90643"/>
                  <a:gd name="csX5" fmla="*/ 13439 w 90645"/>
                  <a:gd name="csY5" fmla="*/ 13445 h 90643"/>
                  <a:gd name="csX6" fmla="*/ 165 w 90645"/>
                  <a:gd name="csY6" fmla="*/ 45492 h 90643"/>
                  <a:gd name="csX7" fmla="*/ 13439 w 90645"/>
                  <a:gd name="csY7" fmla="*/ 77540 h 90643"/>
                  <a:gd name="csX8" fmla="*/ 45487 w 90645"/>
                  <a:gd name="csY8" fmla="*/ 9081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7" y="90814"/>
                    </a:moveTo>
                    <a:cubicBezTo>
                      <a:pt x="57507" y="90814"/>
                      <a:pt x="69036" y="86039"/>
                      <a:pt x="77535" y="77540"/>
                    </a:cubicBezTo>
                    <a:cubicBezTo>
                      <a:pt x="86034" y="69041"/>
                      <a:pt x="90810" y="57512"/>
                      <a:pt x="90810" y="45492"/>
                    </a:cubicBezTo>
                    <a:cubicBezTo>
                      <a:pt x="90810" y="33473"/>
                      <a:pt x="86034" y="21944"/>
                      <a:pt x="77535" y="13445"/>
                    </a:cubicBezTo>
                    <a:cubicBezTo>
                      <a:pt x="69036" y="4946"/>
                      <a:pt x="57507" y="171"/>
                      <a:pt x="45487" y="171"/>
                    </a:cubicBezTo>
                    <a:cubicBezTo>
                      <a:pt x="33467" y="171"/>
                      <a:pt x="21938" y="4946"/>
                      <a:pt x="13439" y="13445"/>
                    </a:cubicBezTo>
                    <a:cubicBezTo>
                      <a:pt x="4940" y="21944"/>
                      <a:pt x="165" y="33473"/>
                      <a:pt x="165" y="45492"/>
                    </a:cubicBezTo>
                    <a:cubicBezTo>
                      <a:pt x="165" y="57512"/>
                      <a:pt x="4940" y="69041"/>
                      <a:pt x="13439" y="77540"/>
                    </a:cubicBezTo>
                    <a:cubicBezTo>
                      <a:pt x="21938" y="86039"/>
                      <a:pt x="33467" y="90814"/>
                      <a:pt x="45487" y="9081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3" name="任意多边形: 形状 3612"/>
              <p:cNvSpPr/>
              <p:nvPr/>
            </p:nvSpPr>
            <p:spPr>
              <a:xfrm>
                <a:off x="31064432" y="22198482"/>
                <a:ext cx="180000" cy="180000"/>
              </a:xfrm>
              <a:custGeom>
                <a:avLst/>
                <a:gdLst>
                  <a:gd name="csX0" fmla="*/ 45557 w 90645"/>
                  <a:gd name="csY0" fmla="*/ 90777 h 90643"/>
                  <a:gd name="csX1" fmla="*/ 77605 w 90645"/>
                  <a:gd name="csY1" fmla="*/ 77502 h 90643"/>
                  <a:gd name="csX2" fmla="*/ 90879 w 90645"/>
                  <a:gd name="csY2" fmla="*/ 45455 h 90643"/>
                  <a:gd name="csX3" fmla="*/ 77605 w 90645"/>
                  <a:gd name="csY3" fmla="*/ 13407 h 90643"/>
                  <a:gd name="csX4" fmla="*/ 45557 w 90645"/>
                  <a:gd name="csY4" fmla="*/ 133 h 90643"/>
                  <a:gd name="csX5" fmla="*/ 13509 w 90645"/>
                  <a:gd name="csY5" fmla="*/ 13407 h 90643"/>
                  <a:gd name="csX6" fmla="*/ 234 w 90645"/>
                  <a:gd name="csY6" fmla="*/ 45455 h 90643"/>
                  <a:gd name="csX7" fmla="*/ 13509 w 90645"/>
                  <a:gd name="csY7" fmla="*/ 77502 h 90643"/>
                  <a:gd name="csX8" fmla="*/ 45557 w 90645"/>
                  <a:gd name="csY8" fmla="*/ 9077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7" y="90777"/>
                    </a:moveTo>
                    <a:cubicBezTo>
                      <a:pt x="57576" y="90777"/>
                      <a:pt x="69105" y="86001"/>
                      <a:pt x="77605" y="77502"/>
                    </a:cubicBezTo>
                    <a:cubicBezTo>
                      <a:pt x="86104" y="69003"/>
                      <a:pt x="90879" y="57474"/>
                      <a:pt x="90879" y="45455"/>
                    </a:cubicBezTo>
                    <a:cubicBezTo>
                      <a:pt x="90879" y="33435"/>
                      <a:pt x="86104" y="21906"/>
                      <a:pt x="77605" y="13407"/>
                    </a:cubicBezTo>
                    <a:cubicBezTo>
                      <a:pt x="69105" y="4908"/>
                      <a:pt x="57576" y="133"/>
                      <a:pt x="45557" y="133"/>
                    </a:cubicBezTo>
                    <a:cubicBezTo>
                      <a:pt x="33537" y="133"/>
                      <a:pt x="22008" y="4908"/>
                      <a:pt x="13509" y="13407"/>
                    </a:cubicBezTo>
                    <a:cubicBezTo>
                      <a:pt x="5010" y="21906"/>
                      <a:pt x="234" y="33435"/>
                      <a:pt x="234" y="45455"/>
                    </a:cubicBezTo>
                    <a:cubicBezTo>
                      <a:pt x="234" y="57474"/>
                      <a:pt x="5010" y="69003"/>
                      <a:pt x="13509" y="77502"/>
                    </a:cubicBezTo>
                    <a:cubicBezTo>
                      <a:pt x="22008" y="86001"/>
                      <a:pt x="33537" y="90777"/>
                      <a:pt x="45557" y="9077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4" name="任意多边形: 形状 3613"/>
              <p:cNvSpPr/>
              <p:nvPr/>
            </p:nvSpPr>
            <p:spPr>
              <a:xfrm>
                <a:off x="30653420" y="24280350"/>
                <a:ext cx="180000" cy="180000"/>
              </a:xfrm>
              <a:custGeom>
                <a:avLst/>
                <a:gdLst>
                  <a:gd name="csX0" fmla="*/ 45544 w 90645"/>
                  <a:gd name="csY0" fmla="*/ 90842 h 90643"/>
                  <a:gd name="csX1" fmla="*/ 77592 w 90645"/>
                  <a:gd name="csY1" fmla="*/ 77567 h 90643"/>
                  <a:gd name="csX2" fmla="*/ 90867 w 90645"/>
                  <a:gd name="csY2" fmla="*/ 45520 h 90643"/>
                  <a:gd name="csX3" fmla="*/ 77592 w 90645"/>
                  <a:gd name="csY3" fmla="*/ 13472 h 90643"/>
                  <a:gd name="csX4" fmla="*/ 45544 w 90645"/>
                  <a:gd name="csY4" fmla="*/ 198 h 90643"/>
                  <a:gd name="csX5" fmla="*/ 13496 w 90645"/>
                  <a:gd name="csY5" fmla="*/ 13472 h 90643"/>
                  <a:gd name="csX6" fmla="*/ 221 w 90645"/>
                  <a:gd name="csY6" fmla="*/ 45520 h 90643"/>
                  <a:gd name="csX7" fmla="*/ 13496 w 90645"/>
                  <a:gd name="csY7" fmla="*/ 77567 h 90643"/>
                  <a:gd name="csX8" fmla="*/ 45544 w 90645"/>
                  <a:gd name="csY8" fmla="*/ 9084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4" y="90842"/>
                    </a:moveTo>
                    <a:cubicBezTo>
                      <a:pt x="57564" y="90842"/>
                      <a:pt x="69093" y="86066"/>
                      <a:pt x="77592" y="77567"/>
                    </a:cubicBezTo>
                    <a:cubicBezTo>
                      <a:pt x="86091" y="69068"/>
                      <a:pt x="90867" y="57539"/>
                      <a:pt x="90867" y="45520"/>
                    </a:cubicBezTo>
                    <a:cubicBezTo>
                      <a:pt x="90867" y="33500"/>
                      <a:pt x="86091" y="21971"/>
                      <a:pt x="77592" y="13472"/>
                    </a:cubicBezTo>
                    <a:cubicBezTo>
                      <a:pt x="69093" y="4973"/>
                      <a:pt x="57564" y="198"/>
                      <a:pt x="45544" y="198"/>
                    </a:cubicBezTo>
                    <a:cubicBezTo>
                      <a:pt x="33524" y="198"/>
                      <a:pt x="21995" y="4973"/>
                      <a:pt x="13496" y="13472"/>
                    </a:cubicBezTo>
                    <a:cubicBezTo>
                      <a:pt x="4997" y="21971"/>
                      <a:pt x="221" y="33500"/>
                      <a:pt x="221" y="45520"/>
                    </a:cubicBezTo>
                    <a:cubicBezTo>
                      <a:pt x="221" y="57539"/>
                      <a:pt x="4997" y="69068"/>
                      <a:pt x="13496" y="77567"/>
                    </a:cubicBezTo>
                    <a:cubicBezTo>
                      <a:pt x="21995" y="86066"/>
                      <a:pt x="33524" y="90842"/>
                      <a:pt x="45544" y="9084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5" name="任意多边形: 形状 3614"/>
              <p:cNvSpPr/>
              <p:nvPr/>
            </p:nvSpPr>
            <p:spPr>
              <a:xfrm>
                <a:off x="29244488" y="21996469"/>
                <a:ext cx="180000" cy="180000"/>
              </a:xfrm>
              <a:custGeom>
                <a:avLst/>
                <a:gdLst>
                  <a:gd name="csX0" fmla="*/ 45500 w 90645"/>
                  <a:gd name="csY0" fmla="*/ 90770 h 90643"/>
                  <a:gd name="csX1" fmla="*/ 77548 w 90645"/>
                  <a:gd name="csY1" fmla="*/ 77496 h 90643"/>
                  <a:gd name="csX2" fmla="*/ 90823 w 90645"/>
                  <a:gd name="csY2" fmla="*/ 45448 h 90643"/>
                  <a:gd name="csX3" fmla="*/ 77548 w 90645"/>
                  <a:gd name="csY3" fmla="*/ 13401 h 90643"/>
                  <a:gd name="csX4" fmla="*/ 45500 w 90645"/>
                  <a:gd name="csY4" fmla="*/ 126 h 90643"/>
                  <a:gd name="csX5" fmla="*/ 13452 w 90645"/>
                  <a:gd name="csY5" fmla="*/ 13401 h 90643"/>
                  <a:gd name="csX6" fmla="*/ 177 w 90645"/>
                  <a:gd name="csY6" fmla="*/ 45448 h 90643"/>
                  <a:gd name="csX7" fmla="*/ 13452 w 90645"/>
                  <a:gd name="csY7" fmla="*/ 77496 h 90643"/>
                  <a:gd name="csX8" fmla="*/ 45500 w 90645"/>
                  <a:gd name="csY8" fmla="*/ 9077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0" y="90770"/>
                    </a:moveTo>
                    <a:cubicBezTo>
                      <a:pt x="57520" y="90770"/>
                      <a:pt x="69049" y="85995"/>
                      <a:pt x="77548" y="77496"/>
                    </a:cubicBezTo>
                    <a:cubicBezTo>
                      <a:pt x="86047" y="68997"/>
                      <a:pt x="90823" y="57468"/>
                      <a:pt x="90823" y="45448"/>
                    </a:cubicBezTo>
                    <a:cubicBezTo>
                      <a:pt x="90823" y="33429"/>
                      <a:pt x="86047" y="21900"/>
                      <a:pt x="77548" y="13401"/>
                    </a:cubicBezTo>
                    <a:cubicBezTo>
                      <a:pt x="69049" y="4902"/>
                      <a:pt x="57520" y="126"/>
                      <a:pt x="45500" y="126"/>
                    </a:cubicBezTo>
                    <a:cubicBezTo>
                      <a:pt x="33480" y="126"/>
                      <a:pt x="21951" y="4902"/>
                      <a:pt x="13452" y="13401"/>
                    </a:cubicBezTo>
                    <a:cubicBezTo>
                      <a:pt x="4953" y="21900"/>
                      <a:pt x="177" y="33429"/>
                      <a:pt x="177" y="45448"/>
                    </a:cubicBezTo>
                    <a:cubicBezTo>
                      <a:pt x="177" y="57468"/>
                      <a:pt x="4953" y="68997"/>
                      <a:pt x="13452" y="77496"/>
                    </a:cubicBezTo>
                    <a:cubicBezTo>
                      <a:pt x="21951" y="85995"/>
                      <a:pt x="33480" y="90770"/>
                      <a:pt x="45500" y="9077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6" name="任意多边形: 形状 3615"/>
              <p:cNvSpPr/>
              <p:nvPr/>
            </p:nvSpPr>
            <p:spPr>
              <a:xfrm>
                <a:off x="29205695" y="23596622"/>
                <a:ext cx="180000" cy="180000"/>
              </a:xfrm>
              <a:custGeom>
                <a:avLst/>
                <a:gdLst>
                  <a:gd name="csX0" fmla="*/ 45499 w 90645"/>
                  <a:gd name="csY0" fmla="*/ 90820 h 90643"/>
                  <a:gd name="csX1" fmla="*/ 77547 w 90645"/>
                  <a:gd name="csY1" fmla="*/ 77546 h 90643"/>
                  <a:gd name="csX2" fmla="*/ 90821 w 90645"/>
                  <a:gd name="csY2" fmla="*/ 45498 h 90643"/>
                  <a:gd name="csX3" fmla="*/ 77547 w 90645"/>
                  <a:gd name="csY3" fmla="*/ 13451 h 90643"/>
                  <a:gd name="csX4" fmla="*/ 45499 w 90645"/>
                  <a:gd name="csY4" fmla="*/ 176 h 90643"/>
                  <a:gd name="csX5" fmla="*/ 13451 w 90645"/>
                  <a:gd name="csY5" fmla="*/ 13451 h 90643"/>
                  <a:gd name="csX6" fmla="*/ 176 w 90645"/>
                  <a:gd name="csY6" fmla="*/ 45498 h 90643"/>
                  <a:gd name="csX7" fmla="*/ 13451 w 90645"/>
                  <a:gd name="csY7" fmla="*/ 77546 h 90643"/>
                  <a:gd name="csX8" fmla="*/ 45499 w 90645"/>
                  <a:gd name="csY8" fmla="*/ 9082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9" y="90820"/>
                    </a:moveTo>
                    <a:cubicBezTo>
                      <a:pt x="57518" y="90820"/>
                      <a:pt x="69047" y="86045"/>
                      <a:pt x="77547" y="77546"/>
                    </a:cubicBezTo>
                    <a:cubicBezTo>
                      <a:pt x="86046" y="69047"/>
                      <a:pt x="90821" y="57518"/>
                      <a:pt x="90821" y="45498"/>
                    </a:cubicBezTo>
                    <a:cubicBezTo>
                      <a:pt x="90821" y="33479"/>
                      <a:pt x="86046" y="21950"/>
                      <a:pt x="77547" y="13451"/>
                    </a:cubicBezTo>
                    <a:cubicBezTo>
                      <a:pt x="69047" y="4952"/>
                      <a:pt x="57518" y="176"/>
                      <a:pt x="45499" y="176"/>
                    </a:cubicBezTo>
                    <a:cubicBezTo>
                      <a:pt x="33479" y="176"/>
                      <a:pt x="21950" y="4952"/>
                      <a:pt x="13451" y="13451"/>
                    </a:cubicBezTo>
                    <a:cubicBezTo>
                      <a:pt x="4952" y="21950"/>
                      <a:pt x="176" y="33479"/>
                      <a:pt x="176" y="45498"/>
                    </a:cubicBezTo>
                    <a:cubicBezTo>
                      <a:pt x="176" y="57518"/>
                      <a:pt x="4952" y="69047"/>
                      <a:pt x="13451" y="77546"/>
                    </a:cubicBezTo>
                    <a:cubicBezTo>
                      <a:pt x="21950" y="86045"/>
                      <a:pt x="33479" y="90820"/>
                      <a:pt x="45499" y="9082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7" name="任意多边形: 形状 3616"/>
              <p:cNvSpPr/>
              <p:nvPr/>
            </p:nvSpPr>
            <p:spPr>
              <a:xfrm>
                <a:off x="30708415" y="22123772"/>
                <a:ext cx="180000" cy="180000"/>
              </a:xfrm>
              <a:custGeom>
                <a:avLst/>
                <a:gdLst>
                  <a:gd name="csX0" fmla="*/ 45546 w 90645"/>
                  <a:gd name="csY0" fmla="*/ 90774 h 90643"/>
                  <a:gd name="csX1" fmla="*/ 77594 w 90645"/>
                  <a:gd name="csY1" fmla="*/ 77500 h 90643"/>
                  <a:gd name="csX2" fmla="*/ 90868 w 90645"/>
                  <a:gd name="csY2" fmla="*/ 45452 h 90643"/>
                  <a:gd name="csX3" fmla="*/ 77594 w 90645"/>
                  <a:gd name="csY3" fmla="*/ 13405 h 90643"/>
                  <a:gd name="csX4" fmla="*/ 45546 w 90645"/>
                  <a:gd name="csY4" fmla="*/ 130 h 90643"/>
                  <a:gd name="csX5" fmla="*/ 13498 w 90645"/>
                  <a:gd name="csY5" fmla="*/ 13405 h 90643"/>
                  <a:gd name="csX6" fmla="*/ 223 w 90645"/>
                  <a:gd name="csY6" fmla="*/ 45452 h 90643"/>
                  <a:gd name="csX7" fmla="*/ 13498 w 90645"/>
                  <a:gd name="csY7" fmla="*/ 77500 h 90643"/>
                  <a:gd name="csX8" fmla="*/ 45546 w 90645"/>
                  <a:gd name="csY8" fmla="*/ 9077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6" y="90774"/>
                    </a:moveTo>
                    <a:cubicBezTo>
                      <a:pt x="57565" y="90774"/>
                      <a:pt x="69094" y="85999"/>
                      <a:pt x="77594" y="77500"/>
                    </a:cubicBezTo>
                    <a:cubicBezTo>
                      <a:pt x="86093" y="69001"/>
                      <a:pt x="90868" y="57472"/>
                      <a:pt x="90868" y="45452"/>
                    </a:cubicBezTo>
                    <a:cubicBezTo>
                      <a:pt x="90868" y="33433"/>
                      <a:pt x="86093" y="21904"/>
                      <a:pt x="77594" y="13405"/>
                    </a:cubicBezTo>
                    <a:cubicBezTo>
                      <a:pt x="69094" y="4906"/>
                      <a:pt x="57565" y="130"/>
                      <a:pt x="45546" y="130"/>
                    </a:cubicBezTo>
                    <a:cubicBezTo>
                      <a:pt x="33526" y="130"/>
                      <a:pt x="21997" y="4906"/>
                      <a:pt x="13498" y="13405"/>
                    </a:cubicBezTo>
                    <a:cubicBezTo>
                      <a:pt x="4999" y="21904"/>
                      <a:pt x="223" y="33433"/>
                      <a:pt x="223" y="45452"/>
                    </a:cubicBezTo>
                    <a:cubicBezTo>
                      <a:pt x="223" y="57472"/>
                      <a:pt x="4999" y="69001"/>
                      <a:pt x="13498" y="77500"/>
                    </a:cubicBezTo>
                    <a:cubicBezTo>
                      <a:pt x="21997" y="85999"/>
                      <a:pt x="33526" y="90774"/>
                      <a:pt x="45546" y="9077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8" name="任意多边形: 形状 3617"/>
              <p:cNvSpPr/>
              <p:nvPr/>
            </p:nvSpPr>
            <p:spPr>
              <a:xfrm>
                <a:off x="31122478" y="24374962"/>
                <a:ext cx="180000" cy="180000"/>
              </a:xfrm>
              <a:custGeom>
                <a:avLst/>
                <a:gdLst>
                  <a:gd name="csX0" fmla="*/ 45559 w 90645"/>
                  <a:gd name="csY0" fmla="*/ 90845 h 90643"/>
                  <a:gd name="csX1" fmla="*/ 77606 w 90645"/>
                  <a:gd name="csY1" fmla="*/ 77570 h 90643"/>
                  <a:gd name="csX2" fmla="*/ 90881 w 90645"/>
                  <a:gd name="csY2" fmla="*/ 45523 h 90643"/>
                  <a:gd name="csX3" fmla="*/ 77606 w 90645"/>
                  <a:gd name="csY3" fmla="*/ 13475 h 90643"/>
                  <a:gd name="csX4" fmla="*/ 45559 w 90645"/>
                  <a:gd name="csY4" fmla="*/ 201 h 90643"/>
                  <a:gd name="csX5" fmla="*/ 13511 w 90645"/>
                  <a:gd name="csY5" fmla="*/ 13475 h 90643"/>
                  <a:gd name="csX6" fmla="*/ 236 w 90645"/>
                  <a:gd name="csY6" fmla="*/ 45523 h 90643"/>
                  <a:gd name="csX7" fmla="*/ 13511 w 90645"/>
                  <a:gd name="csY7" fmla="*/ 77570 h 90643"/>
                  <a:gd name="csX8" fmla="*/ 45559 w 90645"/>
                  <a:gd name="csY8" fmla="*/ 9084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9" y="90845"/>
                    </a:moveTo>
                    <a:cubicBezTo>
                      <a:pt x="57578" y="90845"/>
                      <a:pt x="69107" y="86069"/>
                      <a:pt x="77606" y="77570"/>
                    </a:cubicBezTo>
                    <a:cubicBezTo>
                      <a:pt x="86106" y="69071"/>
                      <a:pt x="90881" y="57542"/>
                      <a:pt x="90881" y="45523"/>
                    </a:cubicBezTo>
                    <a:cubicBezTo>
                      <a:pt x="90881" y="33503"/>
                      <a:pt x="86106" y="21974"/>
                      <a:pt x="77606" y="13475"/>
                    </a:cubicBezTo>
                    <a:cubicBezTo>
                      <a:pt x="69107" y="4976"/>
                      <a:pt x="57578" y="201"/>
                      <a:pt x="45559" y="201"/>
                    </a:cubicBezTo>
                    <a:cubicBezTo>
                      <a:pt x="33539" y="201"/>
                      <a:pt x="22010" y="4976"/>
                      <a:pt x="13511" y="13475"/>
                    </a:cubicBezTo>
                    <a:cubicBezTo>
                      <a:pt x="5012" y="21974"/>
                      <a:pt x="236" y="33503"/>
                      <a:pt x="236" y="45523"/>
                    </a:cubicBezTo>
                    <a:cubicBezTo>
                      <a:pt x="236" y="57542"/>
                      <a:pt x="5012" y="69071"/>
                      <a:pt x="13511" y="77570"/>
                    </a:cubicBezTo>
                    <a:cubicBezTo>
                      <a:pt x="22010" y="86069"/>
                      <a:pt x="33539" y="90845"/>
                      <a:pt x="45559" y="9084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19" name="任意多边形: 形状 3618"/>
              <p:cNvSpPr/>
              <p:nvPr/>
            </p:nvSpPr>
            <p:spPr>
              <a:xfrm>
                <a:off x="28772762" y="21773545"/>
                <a:ext cx="180000" cy="180000"/>
              </a:xfrm>
              <a:custGeom>
                <a:avLst/>
                <a:gdLst>
                  <a:gd name="csX0" fmla="*/ 45485 w 90645"/>
                  <a:gd name="csY0" fmla="*/ 90763 h 90643"/>
                  <a:gd name="csX1" fmla="*/ 77533 w 90645"/>
                  <a:gd name="csY1" fmla="*/ 77489 h 90643"/>
                  <a:gd name="csX2" fmla="*/ 90808 w 90645"/>
                  <a:gd name="csY2" fmla="*/ 45441 h 90643"/>
                  <a:gd name="csX3" fmla="*/ 77533 w 90645"/>
                  <a:gd name="csY3" fmla="*/ 13394 h 90643"/>
                  <a:gd name="csX4" fmla="*/ 45485 w 90645"/>
                  <a:gd name="csY4" fmla="*/ 119 h 90643"/>
                  <a:gd name="csX5" fmla="*/ 13437 w 90645"/>
                  <a:gd name="csY5" fmla="*/ 13394 h 90643"/>
                  <a:gd name="csX6" fmla="*/ 163 w 90645"/>
                  <a:gd name="csY6" fmla="*/ 45441 h 90643"/>
                  <a:gd name="csX7" fmla="*/ 13437 w 90645"/>
                  <a:gd name="csY7" fmla="*/ 77489 h 90643"/>
                  <a:gd name="csX8" fmla="*/ 45485 w 90645"/>
                  <a:gd name="csY8" fmla="*/ 9076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5" y="90763"/>
                    </a:moveTo>
                    <a:cubicBezTo>
                      <a:pt x="57505" y="90763"/>
                      <a:pt x="69034" y="85988"/>
                      <a:pt x="77533" y="77489"/>
                    </a:cubicBezTo>
                    <a:cubicBezTo>
                      <a:pt x="86032" y="68990"/>
                      <a:pt x="90808" y="57461"/>
                      <a:pt x="90808" y="45441"/>
                    </a:cubicBezTo>
                    <a:cubicBezTo>
                      <a:pt x="90808" y="33422"/>
                      <a:pt x="86032" y="21893"/>
                      <a:pt x="77533" y="13394"/>
                    </a:cubicBezTo>
                    <a:cubicBezTo>
                      <a:pt x="69034" y="4895"/>
                      <a:pt x="57505" y="119"/>
                      <a:pt x="45485" y="119"/>
                    </a:cubicBezTo>
                    <a:cubicBezTo>
                      <a:pt x="33466" y="119"/>
                      <a:pt x="21937" y="4895"/>
                      <a:pt x="13437" y="13394"/>
                    </a:cubicBezTo>
                    <a:cubicBezTo>
                      <a:pt x="4938" y="21893"/>
                      <a:pt x="163" y="33422"/>
                      <a:pt x="163" y="45441"/>
                    </a:cubicBezTo>
                    <a:cubicBezTo>
                      <a:pt x="163" y="57461"/>
                      <a:pt x="4938" y="68990"/>
                      <a:pt x="13437" y="77489"/>
                    </a:cubicBezTo>
                    <a:cubicBezTo>
                      <a:pt x="21937" y="85988"/>
                      <a:pt x="33466" y="90763"/>
                      <a:pt x="45485" y="9076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0" name="任意多边形: 形状 3619"/>
              <p:cNvSpPr/>
              <p:nvPr/>
            </p:nvSpPr>
            <p:spPr>
              <a:xfrm>
                <a:off x="26462358" y="24540528"/>
                <a:ext cx="180000" cy="180000"/>
              </a:xfrm>
              <a:custGeom>
                <a:avLst/>
                <a:gdLst>
                  <a:gd name="csX0" fmla="*/ 45413 w 90645"/>
                  <a:gd name="csY0" fmla="*/ 90850 h 90643"/>
                  <a:gd name="csX1" fmla="*/ 77461 w 90645"/>
                  <a:gd name="csY1" fmla="*/ 77575 h 90643"/>
                  <a:gd name="csX2" fmla="*/ 90736 w 90645"/>
                  <a:gd name="csY2" fmla="*/ 45528 h 90643"/>
                  <a:gd name="csX3" fmla="*/ 77461 w 90645"/>
                  <a:gd name="csY3" fmla="*/ 13480 h 90643"/>
                  <a:gd name="csX4" fmla="*/ 45413 w 90645"/>
                  <a:gd name="csY4" fmla="*/ 206 h 90643"/>
                  <a:gd name="csX5" fmla="*/ 13365 w 90645"/>
                  <a:gd name="csY5" fmla="*/ 13480 h 90643"/>
                  <a:gd name="csX6" fmla="*/ 91 w 90645"/>
                  <a:gd name="csY6" fmla="*/ 45528 h 90643"/>
                  <a:gd name="csX7" fmla="*/ 13365 w 90645"/>
                  <a:gd name="csY7" fmla="*/ 77575 h 90643"/>
                  <a:gd name="csX8" fmla="*/ 45413 w 90645"/>
                  <a:gd name="csY8" fmla="*/ 9085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13" y="90850"/>
                    </a:moveTo>
                    <a:cubicBezTo>
                      <a:pt x="57433" y="90850"/>
                      <a:pt x="68962" y="86074"/>
                      <a:pt x="77461" y="77575"/>
                    </a:cubicBezTo>
                    <a:cubicBezTo>
                      <a:pt x="85960" y="69076"/>
                      <a:pt x="90736" y="57547"/>
                      <a:pt x="90736" y="45528"/>
                    </a:cubicBezTo>
                    <a:cubicBezTo>
                      <a:pt x="90736" y="33508"/>
                      <a:pt x="85960" y="21979"/>
                      <a:pt x="77461" y="13480"/>
                    </a:cubicBezTo>
                    <a:cubicBezTo>
                      <a:pt x="68962" y="4981"/>
                      <a:pt x="57433" y="206"/>
                      <a:pt x="45413" y="206"/>
                    </a:cubicBezTo>
                    <a:cubicBezTo>
                      <a:pt x="33394" y="206"/>
                      <a:pt x="21865" y="4981"/>
                      <a:pt x="13365" y="13480"/>
                    </a:cubicBezTo>
                    <a:cubicBezTo>
                      <a:pt x="4866" y="21979"/>
                      <a:pt x="91" y="33508"/>
                      <a:pt x="91" y="45528"/>
                    </a:cubicBezTo>
                    <a:cubicBezTo>
                      <a:pt x="91" y="57547"/>
                      <a:pt x="4866" y="69076"/>
                      <a:pt x="13365" y="77575"/>
                    </a:cubicBezTo>
                    <a:cubicBezTo>
                      <a:pt x="21865" y="86074"/>
                      <a:pt x="33394" y="90850"/>
                      <a:pt x="45413" y="9085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1" name="任意多边形: 形状 3620"/>
              <p:cNvSpPr/>
              <p:nvPr/>
            </p:nvSpPr>
            <p:spPr>
              <a:xfrm>
                <a:off x="31766681" y="20457692"/>
                <a:ext cx="180000" cy="180000"/>
              </a:xfrm>
              <a:custGeom>
                <a:avLst/>
                <a:gdLst>
                  <a:gd name="csX0" fmla="*/ 45579 w 90645"/>
                  <a:gd name="csY0" fmla="*/ 90722 h 90643"/>
                  <a:gd name="csX1" fmla="*/ 77627 w 90645"/>
                  <a:gd name="csY1" fmla="*/ 77448 h 90643"/>
                  <a:gd name="csX2" fmla="*/ 90901 w 90645"/>
                  <a:gd name="csY2" fmla="*/ 45400 h 90643"/>
                  <a:gd name="csX3" fmla="*/ 77627 w 90645"/>
                  <a:gd name="csY3" fmla="*/ 13353 h 90643"/>
                  <a:gd name="csX4" fmla="*/ 45579 w 90645"/>
                  <a:gd name="csY4" fmla="*/ 78 h 90643"/>
                  <a:gd name="csX5" fmla="*/ 13531 w 90645"/>
                  <a:gd name="csY5" fmla="*/ 13353 h 90643"/>
                  <a:gd name="csX6" fmla="*/ 256 w 90645"/>
                  <a:gd name="csY6" fmla="*/ 45400 h 90643"/>
                  <a:gd name="csX7" fmla="*/ 13531 w 90645"/>
                  <a:gd name="csY7" fmla="*/ 77448 h 90643"/>
                  <a:gd name="csX8" fmla="*/ 45579 w 90645"/>
                  <a:gd name="csY8" fmla="*/ 9072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9" y="90722"/>
                    </a:moveTo>
                    <a:cubicBezTo>
                      <a:pt x="57598" y="90722"/>
                      <a:pt x="69127" y="85947"/>
                      <a:pt x="77627" y="77448"/>
                    </a:cubicBezTo>
                    <a:cubicBezTo>
                      <a:pt x="86126" y="68949"/>
                      <a:pt x="90901" y="57420"/>
                      <a:pt x="90901" y="45400"/>
                    </a:cubicBezTo>
                    <a:cubicBezTo>
                      <a:pt x="90901" y="33381"/>
                      <a:pt x="86126" y="21852"/>
                      <a:pt x="77627" y="13353"/>
                    </a:cubicBezTo>
                    <a:cubicBezTo>
                      <a:pt x="69127" y="4854"/>
                      <a:pt x="57598" y="78"/>
                      <a:pt x="45579" y="78"/>
                    </a:cubicBezTo>
                    <a:cubicBezTo>
                      <a:pt x="33559" y="78"/>
                      <a:pt x="22030" y="4854"/>
                      <a:pt x="13531" y="13353"/>
                    </a:cubicBezTo>
                    <a:cubicBezTo>
                      <a:pt x="5032" y="21852"/>
                      <a:pt x="256" y="33381"/>
                      <a:pt x="256" y="45400"/>
                    </a:cubicBezTo>
                    <a:cubicBezTo>
                      <a:pt x="256" y="57420"/>
                      <a:pt x="5032" y="68949"/>
                      <a:pt x="13531" y="77448"/>
                    </a:cubicBezTo>
                    <a:cubicBezTo>
                      <a:pt x="22030" y="85947"/>
                      <a:pt x="33559" y="90722"/>
                      <a:pt x="45579" y="9072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2" name="任意多边形: 形状 3621"/>
              <p:cNvSpPr/>
              <p:nvPr/>
            </p:nvSpPr>
            <p:spPr>
              <a:xfrm>
                <a:off x="29901341" y="23232071"/>
                <a:ext cx="180000" cy="180000"/>
              </a:xfrm>
              <a:custGeom>
                <a:avLst/>
                <a:gdLst>
                  <a:gd name="csX0" fmla="*/ 45521 w 90645"/>
                  <a:gd name="csY0" fmla="*/ 90809 h 90643"/>
                  <a:gd name="csX1" fmla="*/ 77568 w 90645"/>
                  <a:gd name="csY1" fmla="*/ 77534 h 90643"/>
                  <a:gd name="csX2" fmla="*/ 90843 w 90645"/>
                  <a:gd name="csY2" fmla="*/ 45487 h 90643"/>
                  <a:gd name="csX3" fmla="*/ 77568 w 90645"/>
                  <a:gd name="csY3" fmla="*/ 13439 h 90643"/>
                  <a:gd name="csX4" fmla="*/ 45521 w 90645"/>
                  <a:gd name="csY4" fmla="*/ 165 h 90643"/>
                  <a:gd name="csX5" fmla="*/ 13473 w 90645"/>
                  <a:gd name="csY5" fmla="*/ 13439 h 90643"/>
                  <a:gd name="csX6" fmla="*/ 198 w 90645"/>
                  <a:gd name="csY6" fmla="*/ 45487 h 90643"/>
                  <a:gd name="csX7" fmla="*/ 13473 w 90645"/>
                  <a:gd name="csY7" fmla="*/ 77534 h 90643"/>
                  <a:gd name="csX8" fmla="*/ 45521 w 90645"/>
                  <a:gd name="csY8" fmla="*/ 9080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1" y="90809"/>
                    </a:moveTo>
                    <a:cubicBezTo>
                      <a:pt x="57540" y="90809"/>
                      <a:pt x="69069" y="86033"/>
                      <a:pt x="77568" y="77534"/>
                    </a:cubicBezTo>
                    <a:cubicBezTo>
                      <a:pt x="86068" y="69035"/>
                      <a:pt x="90843" y="57506"/>
                      <a:pt x="90843" y="45487"/>
                    </a:cubicBezTo>
                    <a:cubicBezTo>
                      <a:pt x="90843" y="33467"/>
                      <a:pt x="86068" y="21938"/>
                      <a:pt x="77568" y="13439"/>
                    </a:cubicBezTo>
                    <a:cubicBezTo>
                      <a:pt x="69069" y="4940"/>
                      <a:pt x="57540" y="165"/>
                      <a:pt x="45521" y="165"/>
                    </a:cubicBezTo>
                    <a:cubicBezTo>
                      <a:pt x="33501" y="165"/>
                      <a:pt x="21972" y="4940"/>
                      <a:pt x="13473" y="13439"/>
                    </a:cubicBezTo>
                    <a:cubicBezTo>
                      <a:pt x="4973" y="21938"/>
                      <a:pt x="198" y="33467"/>
                      <a:pt x="198" y="45487"/>
                    </a:cubicBezTo>
                    <a:cubicBezTo>
                      <a:pt x="198" y="57506"/>
                      <a:pt x="4973" y="69035"/>
                      <a:pt x="13473" y="77534"/>
                    </a:cubicBezTo>
                    <a:cubicBezTo>
                      <a:pt x="21972" y="86033"/>
                      <a:pt x="33501" y="90809"/>
                      <a:pt x="45521" y="9080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3" name="任意多边形: 形状 3622"/>
              <p:cNvSpPr/>
              <p:nvPr/>
            </p:nvSpPr>
            <p:spPr>
              <a:xfrm>
                <a:off x="29533077" y="22919351"/>
                <a:ext cx="180000" cy="180000"/>
              </a:xfrm>
              <a:custGeom>
                <a:avLst/>
                <a:gdLst>
                  <a:gd name="csX0" fmla="*/ 45509 w 90645"/>
                  <a:gd name="csY0" fmla="*/ 90799 h 90643"/>
                  <a:gd name="csX1" fmla="*/ 77557 w 90645"/>
                  <a:gd name="csY1" fmla="*/ 77525 h 90643"/>
                  <a:gd name="csX2" fmla="*/ 90832 w 90645"/>
                  <a:gd name="csY2" fmla="*/ 45477 h 90643"/>
                  <a:gd name="csX3" fmla="*/ 77557 w 90645"/>
                  <a:gd name="csY3" fmla="*/ 13430 h 90643"/>
                  <a:gd name="csX4" fmla="*/ 45509 w 90645"/>
                  <a:gd name="csY4" fmla="*/ 155 h 90643"/>
                  <a:gd name="csX5" fmla="*/ 13461 w 90645"/>
                  <a:gd name="csY5" fmla="*/ 13430 h 90643"/>
                  <a:gd name="csX6" fmla="*/ 186 w 90645"/>
                  <a:gd name="csY6" fmla="*/ 45477 h 90643"/>
                  <a:gd name="csX7" fmla="*/ 13461 w 90645"/>
                  <a:gd name="csY7" fmla="*/ 77525 h 90643"/>
                  <a:gd name="csX8" fmla="*/ 45509 w 90645"/>
                  <a:gd name="csY8" fmla="*/ 9079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9" y="90799"/>
                    </a:moveTo>
                    <a:cubicBezTo>
                      <a:pt x="57529" y="90799"/>
                      <a:pt x="69058" y="86024"/>
                      <a:pt x="77557" y="77525"/>
                    </a:cubicBezTo>
                    <a:cubicBezTo>
                      <a:pt x="86056" y="69026"/>
                      <a:pt x="90832" y="57497"/>
                      <a:pt x="90832" y="45477"/>
                    </a:cubicBezTo>
                    <a:cubicBezTo>
                      <a:pt x="90832" y="33458"/>
                      <a:pt x="86056" y="21929"/>
                      <a:pt x="77557" y="13430"/>
                    </a:cubicBezTo>
                    <a:cubicBezTo>
                      <a:pt x="69058" y="4931"/>
                      <a:pt x="57529" y="155"/>
                      <a:pt x="45509" y="155"/>
                    </a:cubicBezTo>
                    <a:cubicBezTo>
                      <a:pt x="33489" y="155"/>
                      <a:pt x="21960" y="4931"/>
                      <a:pt x="13461" y="13430"/>
                    </a:cubicBezTo>
                    <a:cubicBezTo>
                      <a:pt x="4962" y="21929"/>
                      <a:pt x="186" y="33458"/>
                      <a:pt x="186" y="45477"/>
                    </a:cubicBezTo>
                    <a:cubicBezTo>
                      <a:pt x="186" y="57497"/>
                      <a:pt x="4962" y="69026"/>
                      <a:pt x="13461" y="77525"/>
                    </a:cubicBezTo>
                    <a:cubicBezTo>
                      <a:pt x="21960" y="86024"/>
                      <a:pt x="33489" y="90799"/>
                      <a:pt x="45509" y="9079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4" name="任意多边形: 形状 3623"/>
              <p:cNvSpPr/>
              <p:nvPr/>
            </p:nvSpPr>
            <p:spPr>
              <a:xfrm>
                <a:off x="29738366" y="24038769"/>
                <a:ext cx="180000" cy="180000"/>
              </a:xfrm>
              <a:custGeom>
                <a:avLst/>
                <a:gdLst>
                  <a:gd name="csX0" fmla="*/ 45515 w 90645"/>
                  <a:gd name="csY0" fmla="*/ 90834 h 90643"/>
                  <a:gd name="csX1" fmla="*/ 77563 w 90645"/>
                  <a:gd name="csY1" fmla="*/ 77560 h 90643"/>
                  <a:gd name="csX2" fmla="*/ 90838 w 90645"/>
                  <a:gd name="csY2" fmla="*/ 45512 h 90643"/>
                  <a:gd name="csX3" fmla="*/ 77563 w 90645"/>
                  <a:gd name="csY3" fmla="*/ 13465 h 90643"/>
                  <a:gd name="csX4" fmla="*/ 45515 w 90645"/>
                  <a:gd name="csY4" fmla="*/ 190 h 90643"/>
                  <a:gd name="csX5" fmla="*/ 13468 w 90645"/>
                  <a:gd name="csY5" fmla="*/ 13465 h 90643"/>
                  <a:gd name="csX6" fmla="*/ 193 w 90645"/>
                  <a:gd name="csY6" fmla="*/ 45512 h 90643"/>
                  <a:gd name="csX7" fmla="*/ 13468 w 90645"/>
                  <a:gd name="csY7" fmla="*/ 77560 h 90643"/>
                  <a:gd name="csX8" fmla="*/ 45515 w 90645"/>
                  <a:gd name="csY8" fmla="*/ 9083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5" y="90834"/>
                    </a:moveTo>
                    <a:cubicBezTo>
                      <a:pt x="57535" y="90834"/>
                      <a:pt x="69064" y="86059"/>
                      <a:pt x="77563" y="77560"/>
                    </a:cubicBezTo>
                    <a:cubicBezTo>
                      <a:pt x="86062" y="69060"/>
                      <a:pt x="90838" y="57532"/>
                      <a:pt x="90838" y="45512"/>
                    </a:cubicBezTo>
                    <a:cubicBezTo>
                      <a:pt x="90838" y="33493"/>
                      <a:pt x="86062" y="21964"/>
                      <a:pt x="77563" y="13465"/>
                    </a:cubicBezTo>
                    <a:cubicBezTo>
                      <a:pt x="69064" y="4965"/>
                      <a:pt x="57535" y="190"/>
                      <a:pt x="45515" y="190"/>
                    </a:cubicBezTo>
                    <a:cubicBezTo>
                      <a:pt x="33496" y="190"/>
                      <a:pt x="21967" y="4965"/>
                      <a:pt x="13468" y="13465"/>
                    </a:cubicBezTo>
                    <a:cubicBezTo>
                      <a:pt x="4968" y="21964"/>
                      <a:pt x="193" y="33493"/>
                      <a:pt x="193" y="45512"/>
                    </a:cubicBezTo>
                    <a:cubicBezTo>
                      <a:pt x="193" y="57532"/>
                      <a:pt x="4968" y="69060"/>
                      <a:pt x="13468" y="77560"/>
                    </a:cubicBezTo>
                    <a:cubicBezTo>
                      <a:pt x="21967" y="86059"/>
                      <a:pt x="33496" y="90834"/>
                      <a:pt x="45515" y="9083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5" name="任意多边形: 形状 3624"/>
              <p:cNvSpPr/>
              <p:nvPr/>
            </p:nvSpPr>
            <p:spPr>
              <a:xfrm>
                <a:off x="30137799" y="21394580"/>
                <a:ext cx="180000" cy="180000"/>
              </a:xfrm>
              <a:custGeom>
                <a:avLst/>
                <a:gdLst>
                  <a:gd name="csX0" fmla="*/ 45528 w 90645"/>
                  <a:gd name="csY0" fmla="*/ 90752 h 90643"/>
                  <a:gd name="csX1" fmla="*/ 77576 w 90645"/>
                  <a:gd name="csY1" fmla="*/ 77477 h 90643"/>
                  <a:gd name="csX2" fmla="*/ 90850 w 90645"/>
                  <a:gd name="csY2" fmla="*/ 45430 h 90643"/>
                  <a:gd name="csX3" fmla="*/ 77576 w 90645"/>
                  <a:gd name="csY3" fmla="*/ 13382 h 90643"/>
                  <a:gd name="csX4" fmla="*/ 45528 w 90645"/>
                  <a:gd name="csY4" fmla="*/ 108 h 90643"/>
                  <a:gd name="csX5" fmla="*/ 13480 w 90645"/>
                  <a:gd name="csY5" fmla="*/ 13382 h 90643"/>
                  <a:gd name="csX6" fmla="*/ 205 w 90645"/>
                  <a:gd name="csY6" fmla="*/ 45430 h 90643"/>
                  <a:gd name="csX7" fmla="*/ 13480 w 90645"/>
                  <a:gd name="csY7" fmla="*/ 77477 h 90643"/>
                  <a:gd name="csX8" fmla="*/ 45528 w 90645"/>
                  <a:gd name="csY8" fmla="*/ 9075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8" y="90752"/>
                    </a:moveTo>
                    <a:cubicBezTo>
                      <a:pt x="57548" y="90752"/>
                      <a:pt x="69077" y="85976"/>
                      <a:pt x="77576" y="77477"/>
                    </a:cubicBezTo>
                    <a:cubicBezTo>
                      <a:pt x="86075" y="68978"/>
                      <a:pt x="90850" y="57449"/>
                      <a:pt x="90850" y="45430"/>
                    </a:cubicBezTo>
                    <a:cubicBezTo>
                      <a:pt x="90850" y="33410"/>
                      <a:pt x="86075" y="21881"/>
                      <a:pt x="77576" y="13382"/>
                    </a:cubicBezTo>
                    <a:cubicBezTo>
                      <a:pt x="69077" y="4883"/>
                      <a:pt x="57548" y="108"/>
                      <a:pt x="45528" y="108"/>
                    </a:cubicBezTo>
                    <a:cubicBezTo>
                      <a:pt x="33508" y="108"/>
                      <a:pt x="21979" y="4883"/>
                      <a:pt x="13480" y="13382"/>
                    </a:cubicBezTo>
                    <a:cubicBezTo>
                      <a:pt x="4981" y="21881"/>
                      <a:pt x="205" y="33410"/>
                      <a:pt x="205" y="45430"/>
                    </a:cubicBezTo>
                    <a:cubicBezTo>
                      <a:pt x="205" y="57449"/>
                      <a:pt x="4981" y="68978"/>
                      <a:pt x="13480" y="77477"/>
                    </a:cubicBezTo>
                    <a:cubicBezTo>
                      <a:pt x="21979" y="85976"/>
                      <a:pt x="33508" y="90752"/>
                      <a:pt x="45528" y="9075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6" name="任意多边形: 形状 3625"/>
              <p:cNvSpPr/>
              <p:nvPr/>
            </p:nvSpPr>
            <p:spPr>
              <a:xfrm>
                <a:off x="32921802" y="23825347"/>
                <a:ext cx="180000" cy="180000"/>
              </a:xfrm>
              <a:custGeom>
                <a:avLst/>
                <a:gdLst>
                  <a:gd name="csX0" fmla="*/ 45615 w 90645"/>
                  <a:gd name="csY0" fmla="*/ 90827 h 90643"/>
                  <a:gd name="csX1" fmla="*/ 77663 w 90645"/>
                  <a:gd name="csY1" fmla="*/ 77553 h 90643"/>
                  <a:gd name="csX2" fmla="*/ 90937 w 90645"/>
                  <a:gd name="csY2" fmla="*/ 45505 h 90643"/>
                  <a:gd name="csX3" fmla="*/ 77663 w 90645"/>
                  <a:gd name="csY3" fmla="*/ 13458 h 90643"/>
                  <a:gd name="csX4" fmla="*/ 45615 w 90645"/>
                  <a:gd name="csY4" fmla="*/ 183 h 90643"/>
                  <a:gd name="csX5" fmla="*/ 13567 w 90645"/>
                  <a:gd name="csY5" fmla="*/ 13458 h 90643"/>
                  <a:gd name="csX6" fmla="*/ 292 w 90645"/>
                  <a:gd name="csY6" fmla="*/ 45505 h 90643"/>
                  <a:gd name="csX7" fmla="*/ 13567 w 90645"/>
                  <a:gd name="csY7" fmla="*/ 77553 h 90643"/>
                  <a:gd name="csX8" fmla="*/ 45615 w 90645"/>
                  <a:gd name="csY8" fmla="*/ 9082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15" y="90827"/>
                    </a:moveTo>
                    <a:cubicBezTo>
                      <a:pt x="57634" y="90827"/>
                      <a:pt x="69163" y="86052"/>
                      <a:pt x="77663" y="77553"/>
                    </a:cubicBezTo>
                    <a:cubicBezTo>
                      <a:pt x="86162" y="69054"/>
                      <a:pt x="90937" y="57525"/>
                      <a:pt x="90937" y="45505"/>
                    </a:cubicBezTo>
                    <a:cubicBezTo>
                      <a:pt x="90937" y="33486"/>
                      <a:pt x="86162" y="21957"/>
                      <a:pt x="77663" y="13458"/>
                    </a:cubicBezTo>
                    <a:cubicBezTo>
                      <a:pt x="69163" y="4959"/>
                      <a:pt x="57634" y="183"/>
                      <a:pt x="45615" y="183"/>
                    </a:cubicBezTo>
                    <a:cubicBezTo>
                      <a:pt x="33595" y="183"/>
                      <a:pt x="22066" y="4959"/>
                      <a:pt x="13567" y="13458"/>
                    </a:cubicBezTo>
                    <a:cubicBezTo>
                      <a:pt x="5068" y="21957"/>
                      <a:pt x="292" y="33486"/>
                      <a:pt x="292" y="45505"/>
                    </a:cubicBezTo>
                    <a:cubicBezTo>
                      <a:pt x="292" y="57525"/>
                      <a:pt x="5068" y="69054"/>
                      <a:pt x="13567" y="77553"/>
                    </a:cubicBezTo>
                    <a:cubicBezTo>
                      <a:pt x="22066" y="86052"/>
                      <a:pt x="33595" y="90827"/>
                      <a:pt x="45615" y="9082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7" name="任意多边形: 形状 3626"/>
              <p:cNvSpPr/>
              <p:nvPr/>
            </p:nvSpPr>
            <p:spPr>
              <a:xfrm>
                <a:off x="27747917" y="22357348"/>
                <a:ext cx="180000" cy="180000"/>
              </a:xfrm>
              <a:custGeom>
                <a:avLst/>
                <a:gdLst>
                  <a:gd name="csX0" fmla="*/ 45453 w 90645"/>
                  <a:gd name="csY0" fmla="*/ 90782 h 90643"/>
                  <a:gd name="csX1" fmla="*/ 77501 w 90645"/>
                  <a:gd name="csY1" fmla="*/ 77507 h 90643"/>
                  <a:gd name="csX2" fmla="*/ 90776 w 90645"/>
                  <a:gd name="csY2" fmla="*/ 45460 h 90643"/>
                  <a:gd name="csX3" fmla="*/ 77501 w 90645"/>
                  <a:gd name="csY3" fmla="*/ 13412 h 90643"/>
                  <a:gd name="csX4" fmla="*/ 45453 w 90645"/>
                  <a:gd name="csY4" fmla="*/ 138 h 90643"/>
                  <a:gd name="csX5" fmla="*/ 13405 w 90645"/>
                  <a:gd name="csY5" fmla="*/ 13412 h 90643"/>
                  <a:gd name="csX6" fmla="*/ 131 w 90645"/>
                  <a:gd name="csY6" fmla="*/ 45460 h 90643"/>
                  <a:gd name="csX7" fmla="*/ 13405 w 90645"/>
                  <a:gd name="csY7" fmla="*/ 77507 h 90643"/>
                  <a:gd name="csX8" fmla="*/ 45453 w 90645"/>
                  <a:gd name="csY8" fmla="*/ 9078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3" y="90782"/>
                    </a:moveTo>
                    <a:cubicBezTo>
                      <a:pt x="57473" y="90782"/>
                      <a:pt x="69002" y="86006"/>
                      <a:pt x="77501" y="77507"/>
                    </a:cubicBezTo>
                    <a:cubicBezTo>
                      <a:pt x="86000" y="69008"/>
                      <a:pt x="90776" y="57479"/>
                      <a:pt x="90776" y="45460"/>
                    </a:cubicBezTo>
                    <a:cubicBezTo>
                      <a:pt x="90776" y="33440"/>
                      <a:pt x="86000" y="21911"/>
                      <a:pt x="77501" y="13412"/>
                    </a:cubicBezTo>
                    <a:cubicBezTo>
                      <a:pt x="69002" y="4913"/>
                      <a:pt x="57473" y="138"/>
                      <a:pt x="45453" y="138"/>
                    </a:cubicBezTo>
                    <a:cubicBezTo>
                      <a:pt x="33434" y="138"/>
                      <a:pt x="21905" y="4913"/>
                      <a:pt x="13405" y="13412"/>
                    </a:cubicBezTo>
                    <a:cubicBezTo>
                      <a:pt x="4906" y="21911"/>
                      <a:pt x="131" y="33440"/>
                      <a:pt x="131" y="45460"/>
                    </a:cubicBezTo>
                    <a:cubicBezTo>
                      <a:pt x="131" y="57479"/>
                      <a:pt x="4906" y="69008"/>
                      <a:pt x="13405" y="77507"/>
                    </a:cubicBezTo>
                    <a:cubicBezTo>
                      <a:pt x="21905" y="86006"/>
                      <a:pt x="33434" y="90782"/>
                      <a:pt x="45453" y="9078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8" name="任意多边形: 形状 3627"/>
              <p:cNvSpPr/>
              <p:nvPr/>
            </p:nvSpPr>
            <p:spPr>
              <a:xfrm>
                <a:off x="28443368" y="23030505"/>
                <a:ext cx="180000" cy="180000"/>
              </a:xfrm>
              <a:custGeom>
                <a:avLst/>
                <a:gdLst>
                  <a:gd name="csX0" fmla="*/ 45475 w 90645"/>
                  <a:gd name="csY0" fmla="*/ 90803 h 90643"/>
                  <a:gd name="csX1" fmla="*/ 77523 w 90645"/>
                  <a:gd name="csY1" fmla="*/ 77528 h 90643"/>
                  <a:gd name="csX2" fmla="*/ 90798 w 90645"/>
                  <a:gd name="csY2" fmla="*/ 45481 h 90643"/>
                  <a:gd name="csX3" fmla="*/ 77523 w 90645"/>
                  <a:gd name="csY3" fmla="*/ 13433 h 90643"/>
                  <a:gd name="csX4" fmla="*/ 45475 w 90645"/>
                  <a:gd name="csY4" fmla="*/ 159 h 90643"/>
                  <a:gd name="csX5" fmla="*/ 13427 w 90645"/>
                  <a:gd name="csY5" fmla="*/ 13433 h 90643"/>
                  <a:gd name="csX6" fmla="*/ 152 w 90645"/>
                  <a:gd name="csY6" fmla="*/ 45481 h 90643"/>
                  <a:gd name="csX7" fmla="*/ 13427 w 90645"/>
                  <a:gd name="csY7" fmla="*/ 77528 h 90643"/>
                  <a:gd name="csX8" fmla="*/ 45475 w 90645"/>
                  <a:gd name="csY8" fmla="*/ 9080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5" y="90803"/>
                    </a:moveTo>
                    <a:cubicBezTo>
                      <a:pt x="57495" y="90803"/>
                      <a:pt x="69024" y="86027"/>
                      <a:pt x="77523" y="77528"/>
                    </a:cubicBezTo>
                    <a:cubicBezTo>
                      <a:pt x="86022" y="69029"/>
                      <a:pt x="90798" y="57500"/>
                      <a:pt x="90798" y="45481"/>
                    </a:cubicBezTo>
                    <a:cubicBezTo>
                      <a:pt x="90798" y="33461"/>
                      <a:pt x="86022" y="21932"/>
                      <a:pt x="77523" y="13433"/>
                    </a:cubicBezTo>
                    <a:cubicBezTo>
                      <a:pt x="69024" y="4934"/>
                      <a:pt x="57495" y="159"/>
                      <a:pt x="45475" y="159"/>
                    </a:cubicBezTo>
                    <a:cubicBezTo>
                      <a:pt x="33455" y="159"/>
                      <a:pt x="21926" y="4934"/>
                      <a:pt x="13427" y="13433"/>
                    </a:cubicBezTo>
                    <a:cubicBezTo>
                      <a:pt x="4928" y="21932"/>
                      <a:pt x="152" y="33461"/>
                      <a:pt x="152" y="45481"/>
                    </a:cubicBezTo>
                    <a:cubicBezTo>
                      <a:pt x="152" y="57500"/>
                      <a:pt x="4928" y="69029"/>
                      <a:pt x="13427" y="77528"/>
                    </a:cubicBezTo>
                    <a:cubicBezTo>
                      <a:pt x="21926" y="86027"/>
                      <a:pt x="33455" y="90803"/>
                      <a:pt x="45475" y="9080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29" name="任意多边形: 形状 3628"/>
              <p:cNvSpPr/>
              <p:nvPr/>
            </p:nvSpPr>
            <p:spPr>
              <a:xfrm>
                <a:off x="30835196" y="22711463"/>
                <a:ext cx="180000" cy="180000"/>
              </a:xfrm>
              <a:custGeom>
                <a:avLst/>
                <a:gdLst>
                  <a:gd name="csX0" fmla="*/ 45550 w 90645"/>
                  <a:gd name="csY0" fmla="*/ 90793 h 90643"/>
                  <a:gd name="csX1" fmla="*/ 77598 w 90645"/>
                  <a:gd name="csY1" fmla="*/ 77518 h 90643"/>
                  <a:gd name="csX2" fmla="*/ 90872 w 90645"/>
                  <a:gd name="csY2" fmla="*/ 45471 h 90643"/>
                  <a:gd name="csX3" fmla="*/ 77598 w 90645"/>
                  <a:gd name="csY3" fmla="*/ 13423 h 90643"/>
                  <a:gd name="csX4" fmla="*/ 45550 w 90645"/>
                  <a:gd name="csY4" fmla="*/ 149 h 90643"/>
                  <a:gd name="csX5" fmla="*/ 13502 w 90645"/>
                  <a:gd name="csY5" fmla="*/ 13423 h 90643"/>
                  <a:gd name="csX6" fmla="*/ 227 w 90645"/>
                  <a:gd name="csY6" fmla="*/ 45471 h 90643"/>
                  <a:gd name="csX7" fmla="*/ 13502 w 90645"/>
                  <a:gd name="csY7" fmla="*/ 77518 h 90643"/>
                  <a:gd name="csX8" fmla="*/ 45550 w 90645"/>
                  <a:gd name="csY8" fmla="*/ 9079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0" y="90793"/>
                    </a:moveTo>
                    <a:cubicBezTo>
                      <a:pt x="57569" y="90793"/>
                      <a:pt x="69098" y="86017"/>
                      <a:pt x="77598" y="77518"/>
                    </a:cubicBezTo>
                    <a:cubicBezTo>
                      <a:pt x="86097" y="69019"/>
                      <a:pt x="90872" y="57490"/>
                      <a:pt x="90872" y="45471"/>
                    </a:cubicBezTo>
                    <a:cubicBezTo>
                      <a:pt x="90872" y="33451"/>
                      <a:pt x="86097" y="21922"/>
                      <a:pt x="77598" y="13423"/>
                    </a:cubicBezTo>
                    <a:cubicBezTo>
                      <a:pt x="69098" y="4924"/>
                      <a:pt x="57569" y="149"/>
                      <a:pt x="45550" y="149"/>
                    </a:cubicBezTo>
                    <a:cubicBezTo>
                      <a:pt x="33530" y="149"/>
                      <a:pt x="22001" y="4924"/>
                      <a:pt x="13502" y="13423"/>
                    </a:cubicBezTo>
                    <a:cubicBezTo>
                      <a:pt x="5003" y="21922"/>
                      <a:pt x="227" y="33451"/>
                      <a:pt x="227" y="45471"/>
                    </a:cubicBezTo>
                    <a:cubicBezTo>
                      <a:pt x="227" y="57490"/>
                      <a:pt x="5003" y="69019"/>
                      <a:pt x="13502" y="77518"/>
                    </a:cubicBezTo>
                    <a:cubicBezTo>
                      <a:pt x="22001" y="86017"/>
                      <a:pt x="33530" y="90793"/>
                      <a:pt x="45550" y="9079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0" name="任意多边形: 形状 3629"/>
              <p:cNvSpPr/>
              <p:nvPr/>
            </p:nvSpPr>
            <p:spPr>
              <a:xfrm>
                <a:off x="30468832" y="25107507"/>
                <a:ext cx="180000" cy="180000"/>
              </a:xfrm>
              <a:custGeom>
                <a:avLst/>
                <a:gdLst>
                  <a:gd name="csX0" fmla="*/ 45538 w 90645"/>
                  <a:gd name="csY0" fmla="*/ 90867 h 90643"/>
                  <a:gd name="csX1" fmla="*/ 77586 w 90645"/>
                  <a:gd name="csY1" fmla="*/ 77593 h 90643"/>
                  <a:gd name="csX2" fmla="*/ 90861 w 90645"/>
                  <a:gd name="csY2" fmla="*/ 45545 h 90643"/>
                  <a:gd name="csX3" fmla="*/ 77586 w 90645"/>
                  <a:gd name="csY3" fmla="*/ 13498 h 90643"/>
                  <a:gd name="csX4" fmla="*/ 45538 w 90645"/>
                  <a:gd name="csY4" fmla="*/ 223 h 90643"/>
                  <a:gd name="csX5" fmla="*/ 13490 w 90645"/>
                  <a:gd name="csY5" fmla="*/ 13498 h 90643"/>
                  <a:gd name="csX6" fmla="*/ 216 w 90645"/>
                  <a:gd name="csY6" fmla="*/ 45545 h 90643"/>
                  <a:gd name="csX7" fmla="*/ 13490 w 90645"/>
                  <a:gd name="csY7" fmla="*/ 77593 h 90643"/>
                  <a:gd name="csX8" fmla="*/ 45538 w 90645"/>
                  <a:gd name="csY8" fmla="*/ 9086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8" y="90867"/>
                    </a:moveTo>
                    <a:cubicBezTo>
                      <a:pt x="57558" y="90867"/>
                      <a:pt x="69087" y="86092"/>
                      <a:pt x="77586" y="77593"/>
                    </a:cubicBezTo>
                    <a:cubicBezTo>
                      <a:pt x="86085" y="69094"/>
                      <a:pt x="90861" y="57565"/>
                      <a:pt x="90861" y="45545"/>
                    </a:cubicBezTo>
                    <a:cubicBezTo>
                      <a:pt x="90861" y="33526"/>
                      <a:pt x="86085" y="21997"/>
                      <a:pt x="77586" y="13498"/>
                    </a:cubicBezTo>
                    <a:cubicBezTo>
                      <a:pt x="69087" y="4999"/>
                      <a:pt x="57558" y="223"/>
                      <a:pt x="45538" y="223"/>
                    </a:cubicBezTo>
                    <a:cubicBezTo>
                      <a:pt x="33519" y="223"/>
                      <a:pt x="21990" y="4999"/>
                      <a:pt x="13490" y="13498"/>
                    </a:cubicBezTo>
                    <a:cubicBezTo>
                      <a:pt x="4991" y="21997"/>
                      <a:pt x="216" y="33526"/>
                      <a:pt x="216" y="45545"/>
                    </a:cubicBezTo>
                    <a:cubicBezTo>
                      <a:pt x="216" y="57565"/>
                      <a:pt x="4991" y="69094"/>
                      <a:pt x="13490" y="77593"/>
                    </a:cubicBezTo>
                    <a:cubicBezTo>
                      <a:pt x="21990" y="86092"/>
                      <a:pt x="33519" y="90867"/>
                      <a:pt x="45538" y="9086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1" name="任意多边形: 形状 3630"/>
              <p:cNvSpPr/>
              <p:nvPr/>
            </p:nvSpPr>
            <p:spPr>
              <a:xfrm>
                <a:off x="28934106" y="21217920"/>
                <a:ext cx="180000" cy="180000"/>
              </a:xfrm>
              <a:custGeom>
                <a:avLst/>
                <a:gdLst>
                  <a:gd name="csX0" fmla="*/ 45490 w 90645"/>
                  <a:gd name="csY0" fmla="*/ 90746 h 90643"/>
                  <a:gd name="csX1" fmla="*/ 77538 w 90645"/>
                  <a:gd name="csY1" fmla="*/ 77471 h 90643"/>
                  <a:gd name="csX2" fmla="*/ 90813 w 90645"/>
                  <a:gd name="csY2" fmla="*/ 45424 h 90643"/>
                  <a:gd name="csX3" fmla="*/ 77538 w 90645"/>
                  <a:gd name="csY3" fmla="*/ 13377 h 90643"/>
                  <a:gd name="csX4" fmla="*/ 45490 w 90645"/>
                  <a:gd name="csY4" fmla="*/ 102 h 90643"/>
                  <a:gd name="csX5" fmla="*/ 13442 w 90645"/>
                  <a:gd name="csY5" fmla="*/ 13377 h 90643"/>
                  <a:gd name="csX6" fmla="*/ 168 w 90645"/>
                  <a:gd name="csY6" fmla="*/ 45424 h 90643"/>
                  <a:gd name="csX7" fmla="*/ 13442 w 90645"/>
                  <a:gd name="csY7" fmla="*/ 77471 h 90643"/>
                  <a:gd name="csX8" fmla="*/ 45490 w 90645"/>
                  <a:gd name="csY8" fmla="*/ 9074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0" y="90746"/>
                    </a:moveTo>
                    <a:cubicBezTo>
                      <a:pt x="57510" y="90746"/>
                      <a:pt x="69039" y="85971"/>
                      <a:pt x="77538" y="77471"/>
                    </a:cubicBezTo>
                    <a:cubicBezTo>
                      <a:pt x="86037" y="68972"/>
                      <a:pt x="90813" y="57444"/>
                      <a:pt x="90813" y="45424"/>
                    </a:cubicBezTo>
                    <a:cubicBezTo>
                      <a:pt x="90813" y="33404"/>
                      <a:pt x="86037" y="21876"/>
                      <a:pt x="77538" y="13377"/>
                    </a:cubicBezTo>
                    <a:cubicBezTo>
                      <a:pt x="69039" y="4877"/>
                      <a:pt x="57510" y="102"/>
                      <a:pt x="45490" y="102"/>
                    </a:cubicBezTo>
                    <a:cubicBezTo>
                      <a:pt x="33471" y="102"/>
                      <a:pt x="21942" y="4877"/>
                      <a:pt x="13442" y="13377"/>
                    </a:cubicBezTo>
                    <a:cubicBezTo>
                      <a:pt x="4943" y="21876"/>
                      <a:pt x="168" y="33404"/>
                      <a:pt x="168" y="45424"/>
                    </a:cubicBezTo>
                    <a:cubicBezTo>
                      <a:pt x="168" y="57444"/>
                      <a:pt x="4943" y="68972"/>
                      <a:pt x="13442" y="77471"/>
                    </a:cubicBezTo>
                    <a:cubicBezTo>
                      <a:pt x="21942" y="85971"/>
                      <a:pt x="33471" y="90746"/>
                      <a:pt x="45490" y="9074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2" name="任意多边形: 形状 3631"/>
              <p:cNvSpPr/>
              <p:nvPr/>
            </p:nvSpPr>
            <p:spPr>
              <a:xfrm>
                <a:off x="29120519" y="25811674"/>
                <a:ext cx="180000" cy="180000"/>
              </a:xfrm>
              <a:custGeom>
                <a:avLst/>
                <a:gdLst>
                  <a:gd name="csX0" fmla="*/ 45496 w 90645"/>
                  <a:gd name="csY0" fmla="*/ 90889 h 90643"/>
                  <a:gd name="csX1" fmla="*/ 77544 w 90645"/>
                  <a:gd name="csY1" fmla="*/ 77615 h 90643"/>
                  <a:gd name="csX2" fmla="*/ 90819 w 90645"/>
                  <a:gd name="csY2" fmla="*/ 45567 h 90643"/>
                  <a:gd name="csX3" fmla="*/ 77544 w 90645"/>
                  <a:gd name="csY3" fmla="*/ 13520 h 90643"/>
                  <a:gd name="csX4" fmla="*/ 45496 w 90645"/>
                  <a:gd name="csY4" fmla="*/ 245 h 90643"/>
                  <a:gd name="csX5" fmla="*/ 13448 w 90645"/>
                  <a:gd name="csY5" fmla="*/ 13520 h 90643"/>
                  <a:gd name="csX6" fmla="*/ 174 w 90645"/>
                  <a:gd name="csY6" fmla="*/ 45567 h 90643"/>
                  <a:gd name="csX7" fmla="*/ 13448 w 90645"/>
                  <a:gd name="csY7" fmla="*/ 77615 h 90643"/>
                  <a:gd name="csX8" fmla="*/ 45496 w 90645"/>
                  <a:gd name="csY8" fmla="*/ 9088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6" y="90889"/>
                    </a:moveTo>
                    <a:cubicBezTo>
                      <a:pt x="57516" y="90889"/>
                      <a:pt x="69045" y="86114"/>
                      <a:pt x="77544" y="77615"/>
                    </a:cubicBezTo>
                    <a:cubicBezTo>
                      <a:pt x="86043" y="69116"/>
                      <a:pt x="90819" y="57587"/>
                      <a:pt x="90819" y="45567"/>
                    </a:cubicBezTo>
                    <a:cubicBezTo>
                      <a:pt x="90819" y="33548"/>
                      <a:pt x="86043" y="22019"/>
                      <a:pt x="77544" y="13520"/>
                    </a:cubicBezTo>
                    <a:cubicBezTo>
                      <a:pt x="69045" y="5021"/>
                      <a:pt x="57516" y="245"/>
                      <a:pt x="45496" y="245"/>
                    </a:cubicBezTo>
                    <a:cubicBezTo>
                      <a:pt x="33476" y="245"/>
                      <a:pt x="21947" y="5021"/>
                      <a:pt x="13448" y="13520"/>
                    </a:cubicBezTo>
                    <a:cubicBezTo>
                      <a:pt x="4949" y="22019"/>
                      <a:pt x="174" y="33548"/>
                      <a:pt x="174" y="45567"/>
                    </a:cubicBezTo>
                    <a:cubicBezTo>
                      <a:pt x="174" y="57587"/>
                      <a:pt x="4949" y="69116"/>
                      <a:pt x="13448" y="77615"/>
                    </a:cubicBezTo>
                    <a:cubicBezTo>
                      <a:pt x="21947" y="86114"/>
                      <a:pt x="33476" y="90889"/>
                      <a:pt x="45496" y="9088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3" name="任意多边形: 形状 3632"/>
              <p:cNvSpPr/>
              <p:nvPr/>
            </p:nvSpPr>
            <p:spPr>
              <a:xfrm>
                <a:off x="30305034" y="21006209"/>
                <a:ext cx="180000" cy="180000"/>
              </a:xfrm>
              <a:custGeom>
                <a:avLst/>
                <a:gdLst>
                  <a:gd name="csX0" fmla="*/ 45533 w 90645"/>
                  <a:gd name="csY0" fmla="*/ 90739 h 90643"/>
                  <a:gd name="csX1" fmla="*/ 77581 w 90645"/>
                  <a:gd name="csY1" fmla="*/ 77465 h 90643"/>
                  <a:gd name="csX2" fmla="*/ 90856 w 90645"/>
                  <a:gd name="csY2" fmla="*/ 45417 h 90643"/>
                  <a:gd name="csX3" fmla="*/ 77581 w 90645"/>
                  <a:gd name="csY3" fmla="*/ 13370 h 90643"/>
                  <a:gd name="csX4" fmla="*/ 45533 w 90645"/>
                  <a:gd name="csY4" fmla="*/ 95 h 90643"/>
                  <a:gd name="csX5" fmla="*/ 13485 w 90645"/>
                  <a:gd name="csY5" fmla="*/ 13370 h 90643"/>
                  <a:gd name="csX6" fmla="*/ 211 w 90645"/>
                  <a:gd name="csY6" fmla="*/ 45417 h 90643"/>
                  <a:gd name="csX7" fmla="*/ 13485 w 90645"/>
                  <a:gd name="csY7" fmla="*/ 77465 h 90643"/>
                  <a:gd name="csX8" fmla="*/ 45533 w 90645"/>
                  <a:gd name="csY8" fmla="*/ 9073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3" y="90739"/>
                    </a:moveTo>
                    <a:cubicBezTo>
                      <a:pt x="57553" y="90739"/>
                      <a:pt x="69082" y="85964"/>
                      <a:pt x="77581" y="77465"/>
                    </a:cubicBezTo>
                    <a:cubicBezTo>
                      <a:pt x="86080" y="68966"/>
                      <a:pt x="90856" y="57437"/>
                      <a:pt x="90856" y="45417"/>
                    </a:cubicBezTo>
                    <a:cubicBezTo>
                      <a:pt x="90856" y="33398"/>
                      <a:pt x="86080" y="21869"/>
                      <a:pt x="77581" y="13370"/>
                    </a:cubicBezTo>
                    <a:cubicBezTo>
                      <a:pt x="69082" y="4871"/>
                      <a:pt x="57553" y="95"/>
                      <a:pt x="45533" y="95"/>
                    </a:cubicBezTo>
                    <a:cubicBezTo>
                      <a:pt x="33513" y="95"/>
                      <a:pt x="21984" y="4871"/>
                      <a:pt x="13485" y="13370"/>
                    </a:cubicBezTo>
                    <a:cubicBezTo>
                      <a:pt x="4986" y="21869"/>
                      <a:pt x="211" y="33398"/>
                      <a:pt x="211" y="45417"/>
                    </a:cubicBezTo>
                    <a:cubicBezTo>
                      <a:pt x="211" y="57437"/>
                      <a:pt x="4986" y="68966"/>
                      <a:pt x="13485" y="77465"/>
                    </a:cubicBezTo>
                    <a:cubicBezTo>
                      <a:pt x="21984" y="85964"/>
                      <a:pt x="33513" y="90739"/>
                      <a:pt x="45533" y="9073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4" name="任意多边形: 形状 3633"/>
              <p:cNvSpPr/>
              <p:nvPr/>
            </p:nvSpPr>
            <p:spPr>
              <a:xfrm>
                <a:off x="30893286" y="23163615"/>
                <a:ext cx="180000" cy="180000"/>
              </a:xfrm>
              <a:custGeom>
                <a:avLst/>
                <a:gdLst>
                  <a:gd name="csX0" fmla="*/ 45551 w 90645"/>
                  <a:gd name="csY0" fmla="*/ 90807 h 90643"/>
                  <a:gd name="csX1" fmla="*/ 77599 w 90645"/>
                  <a:gd name="csY1" fmla="*/ 77532 h 90643"/>
                  <a:gd name="csX2" fmla="*/ 90874 w 90645"/>
                  <a:gd name="csY2" fmla="*/ 45485 h 90643"/>
                  <a:gd name="csX3" fmla="*/ 77599 w 90645"/>
                  <a:gd name="csY3" fmla="*/ 13437 h 90643"/>
                  <a:gd name="csX4" fmla="*/ 45551 w 90645"/>
                  <a:gd name="csY4" fmla="*/ 163 h 90643"/>
                  <a:gd name="csX5" fmla="*/ 13504 w 90645"/>
                  <a:gd name="csY5" fmla="*/ 13437 h 90643"/>
                  <a:gd name="csX6" fmla="*/ 229 w 90645"/>
                  <a:gd name="csY6" fmla="*/ 45485 h 90643"/>
                  <a:gd name="csX7" fmla="*/ 13504 w 90645"/>
                  <a:gd name="csY7" fmla="*/ 77532 h 90643"/>
                  <a:gd name="csX8" fmla="*/ 45551 w 90645"/>
                  <a:gd name="csY8" fmla="*/ 9080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1" y="90807"/>
                    </a:moveTo>
                    <a:cubicBezTo>
                      <a:pt x="57571" y="90807"/>
                      <a:pt x="69100" y="86031"/>
                      <a:pt x="77599" y="77532"/>
                    </a:cubicBezTo>
                    <a:cubicBezTo>
                      <a:pt x="86099" y="69033"/>
                      <a:pt x="90874" y="57504"/>
                      <a:pt x="90874" y="45485"/>
                    </a:cubicBezTo>
                    <a:cubicBezTo>
                      <a:pt x="90874" y="33465"/>
                      <a:pt x="86099" y="21936"/>
                      <a:pt x="77599" y="13437"/>
                    </a:cubicBezTo>
                    <a:cubicBezTo>
                      <a:pt x="69100" y="4938"/>
                      <a:pt x="57571" y="163"/>
                      <a:pt x="45551" y="163"/>
                    </a:cubicBezTo>
                    <a:cubicBezTo>
                      <a:pt x="33532" y="163"/>
                      <a:pt x="22003" y="4938"/>
                      <a:pt x="13504" y="13437"/>
                    </a:cubicBezTo>
                    <a:cubicBezTo>
                      <a:pt x="5004" y="21936"/>
                      <a:pt x="229" y="33465"/>
                      <a:pt x="229" y="45485"/>
                    </a:cubicBezTo>
                    <a:cubicBezTo>
                      <a:pt x="229" y="57504"/>
                      <a:pt x="5004" y="69033"/>
                      <a:pt x="13504" y="77532"/>
                    </a:cubicBezTo>
                    <a:cubicBezTo>
                      <a:pt x="22003" y="86031"/>
                      <a:pt x="33532" y="90807"/>
                      <a:pt x="45551" y="9080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5" name="任意多边形: 形状 3634"/>
              <p:cNvSpPr/>
              <p:nvPr/>
            </p:nvSpPr>
            <p:spPr>
              <a:xfrm>
                <a:off x="28357445" y="22634662"/>
                <a:ext cx="180000" cy="180000"/>
              </a:xfrm>
              <a:custGeom>
                <a:avLst/>
                <a:gdLst>
                  <a:gd name="csX0" fmla="*/ 45472 w 90645"/>
                  <a:gd name="csY0" fmla="*/ 90790 h 90643"/>
                  <a:gd name="csX1" fmla="*/ 77520 w 90645"/>
                  <a:gd name="csY1" fmla="*/ 77516 h 90643"/>
                  <a:gd name="csX2" fmla="*/ 90795 w 90645"/>
                  <a:gd name="csY2" fmla="*/ 45468 h 90643"/>
                  <a:gd name="csX3" fmla="*/ 77520 w 90645"/>
                  <a:gd name="csY3" fmla="*/ 13421 h 90643"/>
                  <a:gd name="csX4" fmla="*/ 45472 w 90645"/>
                  <a:gd name="csY4" fmla="*/ 146 h 90643"/>
                  <a:gd name="csX5" fmla="*/ 13424 w 90645"/>
                  <a:gd name="csY5" fmla="*/ 13421 h 90643"/>
                  <a:gd name="csX6" fmla="*/ 150 w 90645"/>
                  <a:gd name="csY6" fmla="*/ 45468 h 90643"/>
                  <a:gd name="csX7" fmla="*/ 13424 w 90645"/>
                  <a:gd name="csY7" fmla="*/ 77516 h 90643"/>
                  <a:gd name="csX8" fmla="*/ 45472 w 90645"/>
                  <a:gd name="csY8" fmla="*/ 9079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2" y="90790"/>
                    </a:moveTo>
                    <a:cubicBezTo>
                      <a:pt x="57492" y="90790"/>
                      <a:pt x="69021" y="86015"/>
                      <a:pt x="77520" y="77516"/>
                    </a:cubicBezTo>
                    <a:cubicBezTo>
                      <a:pt x="86019" y="69017"/>
                      <a:pt x="90795" y="57488"/>
                      <a:pt x="90795" y="45468"/>
                    </a:cubicBezTo>
                    <a:cubicBezTo>
                      <a:pt x="90795" y="33449"/>
                      <a:pt x="86019" y="21920"/>
                      <a:pt x="77520" y="13421"/>
                    </a:cubicBezTo>
                    <a:cubicBezTo>
                      <a:pt x="69021" y="4922"/>
                      <a:pt x="57492" y="146"/>
                      <a:pt x="45472" y="146"/>
                    </a:cubicBezTo>
                    <a:cubicBezTo>
                      <a:pt x="33453" y="146"/>
                      <a:pt x="21924" y="4922"/>
                      <a:pt x="13424" y="13421"/>
                    </a:cubicBezTo>
                    <a:cubicBezTo>
                      <a:pt x="4925" y="21920"/>
                      <a:pt x="150" y="33449"/>
                      <a:pt x="150" y="45468"/>
                    </a:cubicBezTo>
                    <a:cubicBezTo>
                      <a:pt x="150" y="57488"/>
                      <a:pt x="4925" y="69017"/>
                      <a:pt x="13424" y="77516"/>
                    </a:cubicBezTo>
                    <a:cubicBezTo>
                      <a:pt x="21924" y="86015"/>
                      <a:pt x="33453" y="90790"/>
                      <a:pt x="45472" y="9079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6" name="任意多边形: 形状 3635"/>
              <p:cNvSpPr/>
              <p:nvPr/>
            </p:nvSpPr>
            <p:spPr>
              <a:xfrm>
                <a:off x="28147667" y="23734642"/>
                <a:ext cx="180000" cy="180000"/>
              </a:xfrm>
              <a:custGeom>
                <a:avLst/>
                <a:gdLst>
                  <a:gd name="csX0" fmla="*/ 45466 w 90645"/>
                  <a:gd name="csY0" fmla="*/ 90825 h 90643"/>
                  <a:gd name="csX1" fmla="*/ 77514 w 90645"/>
                  <a:gd name="csY1" fmla="*/ 77550 h 90643"/>
                  <a:gd name="csX2" fmla="*/ 90788 w 90645"/>
                  <a:gd name="csY2" fmla="*/ 45503 h 90643"/>
                  <a:gd name="csX3" fmla="*/ 77514 w 90645"/>
                  <a:gd name="csY3" fmla="*/ 13455 h 90643"/>
                  <a:gd name="csX4" fmla="*/ 45466 w 90645"/>
                  <a:gd name="csY4" fmla="*/ 181 h 90643"/>
                  <a:gd name="csX5" fmla="*/ 13418 w 90645"/>
                  <a:gd name="csY5" fmla="*/ 13455 h 90643"/>
                  <a:gd name="csX6" fmla="*/ 143 w 90645"/>
                  <a:gd name="csY6" fmla="*/ 45503 h 90643"/>
                  <a:gd name="csX7" fmla="*/ 13418 w 90645"/>
                  <a:gd name="csY7" fmla="*/ 77550 h 90643"/>
                  <a:gd name="csX8" fmla="*/ 45466 w 90645"/>
                  <a:gd name="csY8" fmla="*/ 9082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6" y="90825"/>
                    </a:moveTo>
                    <a:cubicBezTo>
                      <a:pt x="57485" y="90825"/>
                      <a:pt x="69014" y="86049"/>
                      <a:pt x="77514" y="77550"/>
                    </a:cubicBezTo>
                    <a:cubicBezTo>
                      <a:pt x="86013" y="69051"/>
                      <a:pt x="90788" y="57522"/>
                      <a:pt x="90788" y="45503"/>
                    </a:cubicBezTo>
                    <a:cubicBezTo>
                      <a:pt x="90788" y="33483"/>
                      <a:pt x="86013" y="21954"/>
                      <a:pt x="77514" y="13455"/>
                    </a:cubicBezTo>
                    <a:cubicBezTo>
                      <a:pt x="69014" y="4956"/>
                      <a:pt x="57485" y="181"/>
                      <a:pt x="45466" y="181"/>
                    </a:cubicBezTo>
                    <a:cubicBezTo>
                      <a:pt x="33446" y="181"/>
                      <a:pt x="21917" y="4956"/>
                      <a:pt x="13418" y="13455"/>
                    </a:cubicBezTo>
                    <a:cubicBezTo>
                      <a:pt x="4919" y="21954"/>
                      <a:pt x="143" y="33483"/>
                      <a:pt x="143" y="45503"/>
                    </a:cubicBezTo>
                    <a:cubicBezTo>
                      <a:pt x="143" y="57522"/>
                      <a:pt x="4919" y="69051"/>
                      <a:pt x="13418" y="77550"/>
                    </a:cubicBezTo>
                    <a:cubicBezTo>
                      <a:pt x="21917" y="86049"/>
                      <a:pt x="33446" y="90825"/>
                      <a:pt x="45466" y="9082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7" name="任意多边形: 形状 3636"/>
              <p:cNvSpPr/>
              <p:nvPr/>
            </p:nvSpPr>
            <p:spPr>
              <a:xfrm>
                <a:off x="31994922" y="22499082"/>
                <a:ext cx="180000" cy="180000"/>
              </a:xfrm>
              <a:custGeom>
                <a:avLst/>
                <a:gdLst>
                  <a:gd name="csX0" fmla="*/ 45586 w 90645"/>
                  <a:gd name="csY0" fmla="*/ 90786 h 90643"/>
                  <a:gd name="csX1" fmla="*/ 77634 w 90645"/>
                  <a:gd name="csY1" fmla="*/ 77511 h 90643"/>
                  <a:gd name="csX2" fmla="*/ 90908 w 90645"/>
                  <a:gd name="csY2" fmla="*/ 45464 h 90643"/>
                  <a:gd name="csX3" fmla="*/ 77634 w 90645"/>
                  <a:gd name="csY3" fmla="*/ 13417 h 90643"/>
                  <a:gd name="csX4" fmla="*/ 45586 w 90645"/>
                  <a:gd name="csY4" fmla="*/ 142 h 90643"/>
                  <a:gd name="csX5" fmla="*/ 13538 w 90645"/>
                  <a:gd name="csY5" fmla="*/ 13417 h 90643"/>
                  <a:gd name="csX6" fmla="*/ 263 w 90645"/>
                  <a:gd name="csY6" fmla="*/ 45464 h 90643"/>
                  <a:gd name="csX7" fmla="*/ 13538 w 90645"/>
                  <a:gd name="csY7" fmla="*/ 77511 h 90643"/>
                  <a:gd name="csX8" fmla="*/ 45586 w 90645"/>
                  <a:gd name="csY8" fmla="*/ 9078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6" y="90786"/>
                    </a:moveTo>
                    <a:cubicBezTo>
                      <a:pt x="57606" y="90786"/>
                      <a:pt x="69135" y="86011"/>
                      <a:pt x="77634" y="77511"/>
                    </a:cubicBezTo>
                    <a:cubicBezTo>
                      <a:pt x="86133" y="69012"/>
                      <a:pt x="90908" y="57484"/>
                      <a:pt x="90908" y="45464"/>
                    </a:cubicBezTo>
                    <a:cubicBezTo>
                      <a:pt x="90908" y="33444"/>
                      <a:pt x="86133" y="21916"/>
                      <a:pt x="77634" y="13417"/>
                    </a:cubicBezTo>
                    <a:cubicBezTo>
                      <a:pt x="69135" y="4917"/>
                      <a:pt x="57606" y="142"/>
                      <a:pt x="45586" y="142"/>
                    </a:cubicBezTo>
                    <a:cubicBezTo>
                      <a:pt x="33566" y="142"/>
                      <a:pt x="22037" y="4917"/>
                      <a:pt x="13538" y="13417"/>
                    </a:cubicBezTo>
                    <a:cubicBezTo>
                      <a:pt x="5039" y="21916"/>
                      <a:pt x="263" y="33444"/>
                      <a:pt x="263" y="45464"/>
                    </a:cubicBezTo>
                    <a:cubicBezTo>
                      <a:pt x="263" y="57484"/>
                      <a:pt x="5039" y="69012"/>
                      <a:pt x="13538" y="77511"/>
                    </a:cubicBezTo>
                    <a:cubicBezTo>
                      <a:pt x="22037" y="86011"/>
                      <a:pt x="33566" y="90786"/>
                      <a:pt x="45586" y="9078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8" name="任意多边形: 形状 3637"/>
              <p:cNvSpPr/>
              <p:nvPr/>
            </p:nvSpPr>
            <p:spPr>
              <a:xfrm>
                <a:off x="30182548" y="23925079"/>
                <a:ext cx="180000" cy="180000"/>
              </a:xfrm>
              <a:custGeom>
                <a:avLst/>
                <a:gdLst>
                  <a:gd name="csX0" fmla="*/ 45529 w 90645"/>
                  <a:gd name="csY0" fmla="*/ 90830 h 90643"/>
                  <a:gd name="csX1" fmla="*/ 77577 w 90645"/>
                  <a:gd name="csY1" fmla="*/ 77556 h 90643"/>
                  <a:gd name="csX2" fmla="*/ 90852 w 90645"/>
                  <a:gd name="csY2" fmla="*/ 45509 h 90643"/>
                  <a:gd name="csX3" fmla="*/ 77577 w 90645"/>
                  <a:gd name="csY3" fmla="*/ 13461 h 90643"/>
                  <a:gd name="csX4" fmla="*/ 45529 w 90645"/>
                  <a:gd name="csY4" fmla="*/ 187 h 90643"/>
                  <a:gd name="csX5" fmla="*/ 13481 w 90645"/>
                  <a:gd name="csY5" fmla="*/ 13461 h 90643"/>
                  <a:gd name="csX6" fmla="*/ 207 w 90645"/>
                  <a:gd name="csY6" fmla="*/ 45509 h 90643"/>
                  <a:gd name="csX7" fmla="*/ 13481 w 90645"/>
                  <a:gd name="csY7" fmla="*/ 77556 h 90643"/>
                  <a:gd name="csX8" fmla="*/ 45529 w 90645"/>
                  <a:gd name="csY8" fmla="*/ 9083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9" y="90830"/>
                    </a:moveTo>
                    <a:cubicBezTo>
                      <a:pt x="57549" y="90830"/>
                      <a:pt x="69078" y="86055"/>
                      <a:pt x="77577" y="77556"/>
                    </a:cubicBezTo>
                    <a:cubicBezTo>
                      <a:pt x="86076" y="69057"/>
                      <a:pt x="90852" y="57528"/>
                      <a:pt x="90852" y="45509"/>
                    </a:cubicBezTo>
                    <a:cubicBezTo>
                      <a:pt x="90852" y="33489"/>
                      <a:pt x="86076" y="21960"/>
                      <a:pt x="77577" y="13461"/>
                    </a:cubicBezTo>
                    <a:cubicBezTo>
                      <a:pt x="69078" y="4962"/>
                      <a:pt x="57549" y="187"/>
                      <a:pt x="45529" y="187"/>
                    </a:cubicBezTo>
                    <a:cubicBezTo>
                      <a:pt x="33510" y="187"/>
                      <a:pt x="21981" y="4962"/>
                      <a:pt x="13481" y="13461"/>
                    </a:cubicBezTo>
                    <a:cubicBezTo>
                      <a:pt x="4982" y="21960"/>
                      <a:pt x="207" y="33489"/>
                      <a:pt x="207" y="45509"/>
                    </a:cubicBezTo>
                    <a:cubicBezTo>
                      <a:pt x="207" y="57528"/>
                      <a:pt x="4982" y="69057"/>
                      <a:pt x="13481" y="77556"/>
                    </a:cubicBezTo>
                    <a:cubicBezTo>
                      <a:pt x="21981" y="86055"/>
                      <a:pt x="33510" y="90830"/>
                      <a:pt x="45529" y="9083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39" name="任意多边形: 形状 3638"/>
              <p:cNvSpPr/>
              <p:nvPr/>
            </p:nvSpPr>
            <p:spPr>
              <a:xfrm>
                <a:off x="29687811" y="21630864"/>
                <a:ext cx="180000" cy="180000"/>
              </a:xfrm>
              <a:custGeom>
                <a:avLst/>
                <a:gdLst>
                  <a:gd name="csX0" fmla="*/ 45514 w 90645"/>
                  <a:gd name="csY0" fmla="*/ 90759 h 90643"/>
                  <a:gd name="csX1" fmla="*/ 77562 w 90645"/>
                  <a:gd name="csY1" fmla="*/ 77484 h 90643"/>
                  <a:gd name="csX2" fmla="*/ 90836 w 90645"/>
                  <a:gd name="csY2" fmla="*/ 45437 h 90643"/>
                  <a:gd name="csX3" fmla="*/ 77562 w 90645"/>
                  <a:gd name="csY3" fmla="*/ 13389 h 90643"/>
                  <a:gd name="csX4" fmla="*/ 45514 w 90645"/>
                  <a:gd name="csY4" fmla="*/ 115 h 90643"/>
                  <a:gd name="csX5" fmla="*/ 13466 w 90645"/>
                  <a:gd name="csY5" fmla="*/ 13389 h 90643"/>
                  <a:gd name="csX6" fmla="*/ 191 w 90645"/>
                  <a:gd name="csY6" fmla="*/ 45437 h 90643"/>
                  <a:gd name="csX7" fmla="*/ 13466 w 90645"/>
                  <a:gd name="csY7" fmla="*/ 77484 h 90643"/>
                  <a:gd name="csX8" fmla="*/ 45514 w 90645"/>
                  <a:gd name="csY8" fmla="*/ 9075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4" y="90759"/>
                    </a:moveTo>
                    <a:cubicBezTo>
                      <a:pt x="57534" y="90759"/>
                      <a:pt x="69063" y="85983"/>
                      <a:pt x="77562" y="77484"/>
                    </a:cubicBezTo>
                    <a:cubicBezTo>
                      <a:pt x="86061" y="68985"/>
                      <a:pt x="90836" y="57456"/>
                      <a:pt x="90836" y="45437"/>
                    </a:cubicBezTo>
                    <a:cubicBezTo>
                      <a:pt x="90836" y="33417"/>
                      <a:pt x="86061" y="21889"/>
                      <a:pt x="77562" y="13389"/>
                    </a:cubicBezTo>
                    <a:cubicBezTo>
                      <a:pt x="69063" y="4890"/>
                      <a:pt x="57534" y="115"/>
                      <a:pt x="45514" y="115"/>
                    </a:cubicBezTo>
                    <a:cubicBezTo>
                      <a:pt x="33494" y="115"/>
                      <a:pt x="21965" y="4890"/>
                      <a:pt x="13466" y="13389"/>
                    </a:cubicBezTo>
                    <a:cubicBezTo>
                      <a:pt x="4967" y="21889"/>
                      <a:pt x="191" y="33417"/>
                      <a:pt x="191" y="45437"/>
                    </a:cubicBezTo>
                    <a:cubicBezTo>
                      <a:pt x="191" y="57456"/>
                      <a:pt x="4967" y="68985"/>
                      <a:pt x="13466" y="77484"/>
                    </a:cubicBezTo>
                    <a:cubicBezTo>
                      <a:pt x="21965" y="85983"/>
                      <a:pt x="33494" y="90759"/>
                      <a:pt x="45514" y="9075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0" name="任意多边形: 形状 3639"/>
              <p:cNvSpPr/>
              <p:nvPr/>
            </p:nvSpPr>
            <p:spPr>
              <a:xfrm>
                <a:off x="29488688" y="23372187"/>
                <a:ext cx="180000" cy="180000"/>
              </a:xfrm>
              <a:custGeom>
                <a:avLst/>
                <a:gdLst>
                  <a:gd name="csX0" fmla="*/ 45508 w 90645"/>
                  <a:gd name="csY0" fmla="*/ 90813 h 90643"/>
                  <a:gd name="csX1" fmla="*/ 77555 w 90645"/>
                  <a:gd name="csY1" fmla="*/ 77539 h 90643"/>
                  <a:gd name="csX2" fmla="*/ 90830 w 90645"/>
                  <a:gd name="csY2" fmla="*/ 45491 h 90643"/>
                  <a:gd name="csX3" fmla="*/ 77555 w 90645"/>
                  <a:gd name="csY3" fmla="*/ 13444 h 90643"/>
                  <a:gd name="csX4" fmla="*/ 45508 w 90645"/>
                  <a:gd name="csY4" fmla="*/ 169 h 90643"/>
                  <a:gd name="csX5" fmla="*/ 13460 w 90645"/>
                  <a:gd name="csY5" fmla="*/ 13444 h 90643"/>
                  <a:gd name="csX6" fmla="*/ 185 w 90645"/>
                  <a:gd name="csY6" fmla="*/ 45491 h 90643"/>
                  <a:gd name="csX7" fmla="*/ 13460 w 90645"/>
                  <a:gd name="csY7" fmla="*/ 77539 h 90643"/>
                  <a:gd name="csX8" fmla="*/ 45508 w 90645"/>
                  <a:gd name="csY8" fmla="*/ 9081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8" y="90813"/>
                    </a:moveTo>
                    <a:cubicBezTo>
                      <a:pt x="57527" y="90813"/>
                      <a:pt x="69056" y="86038"/>
                      <a:pt x="77555" y="77539"/>
                    </a:cubicBezTo>
                    <a:cubicBezTo>
                      <a:pt x="86055" y="69040"/>
                      <a:pt x="90830" y="57511"/>
                      <a:pt x="90830" y="45491"/>
                    </a:cubicBezTo>
                    <a:cubicBezTo>
                      <a:pt x="90830" y="33472"/>
                      <a:pt x="86055" y="21943"/>
                      <a:pt x="77555" y="13444"/>
                    </a:cubicBezTo>
                    <a:cubicBezTo>
                      <a:pt x="69056" y="4945"/>
                      <a:pt x="57527" y="169"/>
                      <a:pt x="45508" y="169"/>
                    </a:cubicBezTo>
                    <a:cubicBezTo>
                      <a:pt x="33488" y="169"/>
                      <a:pt x="21959" y="4945"/>
                      <a:pt x="13460" y="13444"/>
                    </a:cubicBezTo>
                    <a:cubicBezTo>
                      <a:pt x="4961" y="21943"/>
                      <a:pt x="185" y="33472"/>
                      <a:pt x="185" y="45491"/>
                    </a:cubicBezTo>
                    <a:cubicBezTo>
                      <a:pt x="185" y="57511"/>
                      <a:pt x="4961" y="69040"/>
                      <a:pt x="13460" y="77539"/>
                    </a:cubicBezTo>
                    <a:cubicBezTo>
                      <a:pt x="21959" y="86038"/>
                      <a:pt x="33488" y="90813"/>
                      <a:pt x="45508" y="9081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1" name="任意多边形: 形状 3640"/>
              <p:cNvSpPr/>
              <p:nvPr/>
            </p:nvSpPr>
            <p:spPr>
              <a:xfrm>
                <a:off x="29951956" y="22834029"/>
                <a:ext cx="180000" cy="180000"/>
              </a:xfrm>
              <a:custGeom>
                <a:avLst/>
                <a:gdLst>
                  <a:gd name="csX0" fmla="*/ 45522 w 90645"/>
                  <a:gd name="csY0" fmla="*/ 90796 h 90643"/>
                  <a:gd name="csX1" fmla="*/ 77570 w 90645"/>
                  <a:gd name="csY1" fmla="*/ 77522 h 90643"/>
                  <a:gd name="csX2" fmla="*/ 90845 w 90645"/>
                  <a:gd name="csY2" fmla="*/ 45474 h 90643"/>
                  <a:gd name="csX3" fmla="*/ 77570 w 90645"/>
                  <a:gd name="csY3" fmla="*/ 13427 h 90643"/>
                  <a:gd name="csX4" fmla="*/ 45522 w 90645"/>
                  <a:gd name="csY4" fmla="*/ 152 h 90643"/>
                  <a:gd name="csX5" fmla="*/ 13474 w 90645"/>
                  <a:gd name="csY5" fmla="*/ 13427 h 90643"/>
                  <a:gd name="csX6" fmla="*/ 200 w 90645"/>
                  <a:gd name="csY6" fmla="*/ 45474 h 90643"/>
                  <a:gd name="csX7" fmla="*/ 13474 w 90645"/>
                  <a:gd name="csY7" fmla="*/ 77522 h 90643"/>
                  <a:gd name="csX8" fmla="*/ 45522 w 90645"/>
                  <a:gd name="csY8" fmla="*/ 9079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2" y="90796"/>
                    </a:moveTo>
                    <a:cubicBezTo>
                      <a:pt x="57542" y="90796"/>
                      <a:pt x="69071" y="86021"/>
                      <a:pt x="77570" y="77522"/>
                    </a:cubicBezTo>
                    <a:cubicBezTo>
                      <a:pt x="86069" y="69023"/>
                      <a:pt x="90845" y="57494"/>
                      <a:pt x="90845" y="45474"/>
                    </a:cubicBezTo>
                    <a:cubicBezTo>
                      <a:pt x="90845" y="33455"/>
                      <a:pt x="86069" y="21926"/>
                      <a:pt x="77570" y="13427"/>
                    </a:cubicBezTo>
                    <a:cubicBezTo>
                      <a:pt x="69071" y="4928"/>
                      <a:pt x="57542" y="152"/>
                      <a:pt x="45522" y="152"/>
                    </a:cubicBezTo>
                    <a:cubicBezTo>
                      <a:pt x="33502" y="152"/>
                      <a:pt x="21973" y="4928"/>
                      <a:pt x="13474" y="13427"/>
                    </a:cubicBezTo>
                    <a:cubicBezTo>
                      <a:pt x="4975" y="21926"/>
                      <a:pt x="200" y="33455"/>
                      <a:pt x="200" y="45474"/>
                    </a:cubicBezTo>
                    <a:cubicBezTo>
                      <a:pt x="200" y="57494"/>
                      <a:pt x="4975" y="69023"/>
                      <a:pt x="13474" y="77522"/>
                    </a:cubicBezTo>
                    <a:cubicBezTo>
                      <a:pt x="21973" y="86021"/>
                      <a:pt x="33502" y="90796"/>
                      <a:pt x="45522" y="9079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2" name="任意多边形: 形状 3641"/>
              <p:cNvSpPr/>
              <p:nvPr/>
            </p:nvSpPr>
            <p:spPr>
              <a:xfrm>
                <a:off x="31402109" y="24834016"/>
                <a:ext cx="180000" cy="180000"/>
              </a:xfrm>
              <a:custGeom>
                <a:avLst/>
                <a:gdLst>
                  <a:gd name="csX0" fmla="*/ 45567 w 90645"/>
                  <a:gd name="csY0" fmla="*/ 90859 h 90643"/>
                  <a:gd name="csX1" fmla="*/ 77615 w 90645"/>
                  <a:gd name="csY1" fmla="*/ 77584 h 90643"/>
                  <a:gd name="csX2" fmla="*/ 90890 w 90645"/>
                  <a:gd name="csY2" fmla="*/ 45537 h 90643"/>
                  <a:gd name="csX3" fmla="*/ 77615 w 90645"/>
                  <a:gd name="csY3" fmla="*/ 13489 h 90643"/>
                  <a:gd name="csX4" fmla="*/ 45567 w 90645"/>
                  <a:gd name="csY4" fmla="*/ 215 h 90643"/>
                  <a:gd name="csX5" fmla="*/ 13519 w 90645"/>
                  <a:gd name="csY5" fmla="*/ 13489 h 90643"/>
                  <a:gd name="csX6" fmla="*/ 245 w 90645"/>
                  <a:gd name="csY6" fmla="*/ 45537 h 90643"/>
                  <a:gd name="csX7" fmla="*/ 13519 w 90645"/>
                  <a:gd name="csY7" fmla="*/ 77584 h 90643"/>
                  <a:gd name="csX8" fmla="*/ 45567 w 90645"/>
                  <a:gd name="csY8" fmla="*/ 9085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7" y="90859"/>
                    </a:moveTo>
                    <a:cubicBezTo>
                      <a:pt x="57587" y="90859"/>
                      <a:pt x="69116" y="86083"/>
                      <a:pt x="77615" y="77584"/>
                    </a:cubicBezTo>
                    <a:cubicBezTo>
                      <a:pt x="86114" y="69085"/>
                      <a:pt x="90890" y="57556"/>
                      <a:pt x="90890" y="45537"/>
                    </a:cubicBezTo>
                    <a:cubicBezTo>
                      <a:pt x="90890" y="33517"/>
                      <a:pt x="86114" y="21988"/>
                      <a:pt x="77615" y="13489"/>
                    </a:cubicBezTo>
                    <a:cubicBezTo>
                      <a:pt x="69116" y="4990"/>
                      <a:pt x="57587" y="215"/>
                      <a:pt x="45567" y="215"/>
                    </a:cubicBezTo>
                    <a:cubicBezTo>
                      <a:pt x="33548" y="215"/>
                      <a:pt x="22019" y="4990"/>
                      <a:pt x="13519" y="13489"/>
                    </a:cubicBezTo>
                    <a:cubicBezTo>
                      <a:pt x="5020" y="21988"/>
                      <a:pt x="245" y="33517"/>
                      <a:pt x="245" y="45537"/>
                    </a:cubicBezTo>
                    <a:cubicBezTo>
                      <a:pt x="245" y="57556"/>
                      <a:pt x="5020" y="69085"/>
                      <a:pt x="13519" y="77584"/>
                    </a:cubicBezTo>
                    <a:cubicBezTo>
                      <a:pt x="22019" y="86083"/>
                      <a:pt x="33548" y="90859"/>
                      <a:pt x="45567" y="9085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3" name="任意多边形: 形状 3642"/>
              <p:cNvSpPr/>
              <p:nvPr/>
            </p:nvSpPr>
            <p:spPr>
              <a:xfrm>
                <a:off x="27577565" y="19860864"/>
                <a:ext cx="180000" cy="180000"/>
              </a:xfrm>
              <a:custGeom>
                <a:avLst/>
                <a:gdLst>
                  <a:gd name="csX0" fmla="*/ 45448 w 90645"/>
                  <a:gd name="csY0" fmla="*/ 90704 h 90643"/>
                  <a:gd name="csX1" fmla="*/ 77496 w 90645"/>
                  <a:gd name="csY1" fmla="*/ 77429 h 90643"/>
                  <a:gd name="csX2" fmla="*/ 90771 w 90645"/>
                  <a:gd name="csY2" fmla="*/ 45382 h 90643"/>
                  <a:gd name="csX3" fmla="*/ 77496 w 90645"/>
                  <a:gd name="csY3" fmla="*/ 13334 h 90643"/>
                  <a:gd name="csX4" fmla="*/ 45448 w 90645"/>
                  <a:gd name="csY4" fmla="*/ 60 h 90643"/>
                  <a:gd name="csX5" fmla="*/ 13400 w 90645"/>
                  <a:gd name="csY5" fmla="*/ 13334 h 90643"/>
                  <a:gd name="csX6" fmla="*/ 125 w 90645"/>
                  <a:gd name="csY6" fmla="*/ 45382 h 90643"/>
                  <a:gd name="csX7" fmla="*/ 13400 w 90645"/>
                  <a:gd name="csY7" fmla="*/ 77429 h 90643"/>
                  <a:gd name="csX8" fmla="*/ 45448 w 90645"/>
                  <a:gd name="csY8" fmla="*/ 9070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48" y="90704"/>
                    </a:moveTo>
                    <a:cubicBezTo>
                      <a:pt x="57468" y="90704"/>
                      <a:pt x="68997" y="85928"/>
                      <a:pt x="77496" y="77429"/>
                    </a:cubicBezTo>
                    <a:cubicBezTo>
                      <a:pt x="85995" y="68930"/>
                      <a:pt x="90771" y="57401"/>
                      <a:pt x="90771" y="45382"/>
                    </a:cubicBezTo>
                    <a:cubicBezTo>
                      <a:pt x="90771" y="33362"/>
                      <a:pt x="85995" y="21833"/>
                      <a:pt x="77496" y="13334"/>
                    </a:cubicBezTo>
                    <a:cubicBezTo>
                      <a:pt x="68997" y="4835"/>
                      <a:pt x="57468" y="60"/>
                      <a:pt x="45448" y="60"/>
                    </a:cubicBezTo>
                    <a:cubicBezTo>
                      <a:pt x="33428" y="60"/>
                      <a:pt x="21899" y="4835"/>
                      <a:pt x="13400" y="13334"/>
                    </a:cubicBezTo>
                    <a:cubicBezTo>
                      <a:pt x="4901" y="21833"/>
                      <a:pt x="125" y="33362"/>
                      <a:pt x="125" y="45382"/>
                    </a:cubicBezTo>
                    <a:cubicBezTo>
                      <a:pt x="125" y="57401"/>
                      <a:pt x="4901" y="68930"/>
                      <a:pt x="13400" y="77429"/>
                    </a:cubicBezTo>
                    <a:cubicBezTo>
                      <a:pt x="21899" y="85928"/>
                      <a:pt x="33428" y="90704"/>
                      <a:pt x="45448" y="9070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4" name="任意多边形: 形状 3643"/>
              <p:cNvSpPr/>
              <p:nvPr/>
            </p:nvSpPr>
            <p:spPr>
              <a:xfrm>
                <a:off x="28714032" y="24251018"/>
                <a:ext cx="180000" cy="180000"/>
              </a:xfrm>
              <a:custGeom>
                <a:avLst/>
                <a:gdLst>
                  <a:gd name="csX0" fmla="*/ 45483 w 90645"/>
                  <a:gd name="csY0" fmla="*/ 90841 h 90643"/>
                  <a:gd name="csX1" fmla="*/ 77531 w 90645"/>
                  <a:gd name="csY1" fmla="*/ 77566 h 90643"/>
                  <a:gd name="csX2" fmla="*/ 90806 w 90645"/>
                  <a:gd name="csY2" fmla="*/ 45519 h 90643"/>
                  <a:gd name="csX3" fmla="*/ 77531 w 90645"/>
                  <a:gd name="csY3" fmla="*/ 13471 h 90643"/>
                  <a:gd name="csX4" fmla="*/ 45483 w 90645"/>
                  <a:gd name="csY4" fmla="*/ 197 h 90643"/>
                  <a:gd name="csX5" fmla="*/ 13436 w 90645"/>
                  <a:gd name="csY5" fmla="*/ 13471 h 90643"/>
                  <a:gd name="csX6" fmla="*/ 161 w 90645"/>
                  <a:gd name="csY6" fmla="*/ 45519 h 90643"/>
                  <a:gd name="csX7" fmla="*/ 13436 w 90645"/>
                  <a:gd name="csY7" fmla="*/ 77566 h 90643"/>
                  <a:gd name="csX8" fmla="*/ 45483 w 90645"/>
                  <a:gd name="csY8" fmla="*/ 9084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3" y="90841"/>
                    </a:moveTo>
                    <a:cubicBezTo>
                      <a:pt x="57503" y="90841"/>
                      <a:pt x="69032" y="86065"/>
                      <a:pt x="77531" y="77566"/>
                    </a:cubicBezTo>
                    <a:cubicBezTo>
                      <a:pt x="86031" y="69067"/>
                      <a:pt x="90806" y="57538"/>
                      <a:pt x="90806" y="45519"/>
                    </a:cubicBezTo>
                    <a:cubicBezTo>
                      <a:pt x="90806" y="33499"/>
                      <a:pt x="86031" y="21970"/>
                      <a:pt x="77531" y="13471"/>
                    </a:cubicBezTo>
                    <a:cubicBezTo>
                      <a:pt x="69032" y="4972"/>
                      <a:pt x="57503" y="197"/>
                      <a:pt x="45483" y="197"/>
                    </a:cubicBezTo>
                    <a:cubicBezTo>
                      <a:pt x="33464" y="197"/>
                      <a:pt x="21935" y="4972"/>
                      <a:pt x="13436" y="13471"/>
                    </a:cubicBezTo>
                    <a:cubicBezTo>
                      <a:pt x="4936" y="21970"/>
                      <a:pt x="161" y="33499"/>
                      <a:pt x="161" y="45519"/>
                    </a:cubicBezTo>
                    <a:cubicBezTo>
                      <a:pt x="161" y="57538"/>
                      <a:pt x="4936" y="69067"/>
                      <a:pt x="13436" y="77566"/>
                    </a:cubicBezTo>
                    <a:cubicBezTo>
                      <a:pt x="21935" y="86065"/>
                      <a:pt x="33464" y="90841"/>
                      <a:pt x="45483" y="9084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5" name="任意多边形: 形状 3644"/>
              <p:cNvSpPr/>
              <p:nvPr/>
            </p:nvSpPr>
            <p:spPr>
              <a:xfrm>
                <a:off x="31204462" y="21954977"/>
                <a:ext cx="180000" cy="180000"/>
              </a:xfrm>
              <a:custGeom>
                <a:avLst/>
                <a:gdLst>
                  <a:gd name="csX0" fmla="*/ 45561 w 90645"/>
                  <a:gd name="csY0" fmla="*/ 90769 h 90643"/>
                  <a:gd name="csX1" fmla="*/ 77609 w 90645"/>
                  <a:gd name="csY1" fmla="*/ 77494 h 90643"/>
                  <a:gd name="csX2" fmla="*/ 90884 w 90645"/>
                  <a:gd name="csY2" fmla="*/ 45447 h 90643"/>
                  <a:gd name="csX3" fmla="*/ 77609 w 90645"/>
                  <a:gd name="csY3" fmla="*/ 13400 h 90643"/>
                  <a:gd name="csX4" fmla="*/ 45561 w 90645"/>
                  <a:gd name="csY4" fmla="*/ 125 h 90643"/>
                  <a:gd name="csX5" fmla="*/ 13513 w 90645"/>
                  <a:gd name="csY5" fmla="*/ 13400 h 90643"/>
                  <a:gd name="csX6" fmla="*/ 239 w 90645"/>
                  <a:gd name="csY6" fmla="*/ 45447 h 90643"/>
                  <a:gd name="csX7" fmla="*/ 13513 w 90645"/>
                  <a:gd name="csY7" fmla="*/ 77494 h 90643"/>
                  <a:gd name="csX8" fmla="*/ 45561 w 90645"/>
                  <a:gd name="csY8" fmla="*/ 9076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1" y="90769"/>
                    </a:moveTo>
                    <a:cubicBezTo>
                      <a:pt x="57581" y="90769"/>
                      <a:pt x="69110" y="85994"/>
                      <a:pt x="77609" y="77494"/>
                    </a:cubicBezTo>
                    <a:cubicBezTo>
                      <a:pt x="86108" y="68995"/>
                      <a:pt x="90884" y="57467"/>
                      <a:pt x="90884" y="45447"/>
                    </a:cubicBezTo>
                    <a:cubicBezTo>
                      <a:pt x="90884" y="33427"/>
                      <a:pt x="86108" y="21899"/>
                      <a:pt x="77609" y="13400"/>
                    </a:cubicBezTo>
                    <a:cubicBezTo>
                      <a:pt x="69110" y="4900"/>
                      <a:pt x="57581" y="125"/>
                      <a:pt x="45561" y="125"/>
                    </a:cubicBezTo>
                    <a:cubicBezTo>
                      <a:pt x="33541" y="125"/>
                      <a:pt x="22012" y="4900"/>
                      <a:pt x="13513" y="13400"/>
                    </a:cubicBezTo>
                    <a:cubicBezTo>
                      <a:pt x="5014" y="21899"/>
                      <a:pt x="239" y="33427"/>
                      <a:pt x="239" y="45447"/>
                    </a:cubicBezTo>
                    <a:cubicBezTo>
                      <a:pt x="239" y="57467"/>
                      <a:pt x="5014" y="68995"/>
                      <a:pt x="13513" y="77494"/>
                    </a:cubicBezTo>
                    <a:cubicBezTo>
                      <a:pt x="22012" y="85994"/>
                      <a:pt x="33541" y="90769"/>
                      <a:pt x="45561" y="9076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6" name="任意多边形: 形状 3645"/>
              <p:cNvSpPr/>
              <p:nvPr/>
            </p:nvSpPr>
            <p:spPr>
              <a:xfrm>
                <a:off x="30520864" y="23502459"/>
                <a:ext cx="180000" cy="180000"/>
              </a:xfrm>
              <a:custGeom>
                <a:avLst/>
                <a:gdLst>
                  <a:gd name="csX0" fmla="*/ 45540 w 90645"/>
                  <a:gd name="csY0" fmla="*/ 90817 h 90643"/>
                  <a:gd name="csX1" fmla="*/ 77588 w 90645"/>
                  <a:gd name="csY1" fmla="*/ 77543 h 90643"/>
                  <a:gd name="csX2" fmla="*/ 90862 w 90645"/>
                  <a:gd name="csY2" fmla="*/ 45495 h 90643"/>
                  <a:gd name="csX3" fmla="*/ 77588 w 90645"/>
                  <a:gd name="csY3" fmla="*/ 13448 h 90643"/>
                  <a:gd name="csX4" fmla="*/ 45540 w 90645"/>
                  <a:gd name="csY4" fmla="*/ 173 h 90643"/>
                  <a:gd name="csX5" fmla="*/ 13492 w 90645"/>
                  <a:gd name="csY5" fmla="*/ 13448 h 90643"/>
                  <a:gd name="csX6" fmla="*/ 217 w 90645"/>
                  <a:gd name="csY6" fmla="*/ 45495 h 90643"/>
                  <a:gd name="csX7" fmla="*/ 13492 w 90645"/>
                  <a:gd name="csY7" fmla="*/ 77543 h 90643"/>
                  <a:gd name="csX8" fmla="*/ 45540 w 90645"/>
                  <a:gd name="csY8" fmla="*/ 9081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0" y="90817"/>
                    </a:moveTo>
                    <a:cubicBezTo>
                      <a:pt x="57560" y="90817"/>
                      <a:pt x="69089" y="86042"/>
                      <a:pt x="77588" y="77543"/>
                    </a:cubicBezTo>
                    <a:cubicBezTo>
                      <a:pt x="86087" y="69044"/>
                      <a:pt x="90862" y="57515"/>
                      <a:pt x="90862" y="45495"/>
                    </a:cubicBezTo>
                    <a:cubicBezTo>
                      <a:pt x="90862" y="33476"/>
                      <a:pt x="86087" y="21947"/>
                      <a:pt x="77588" y="13448"/>
                    </a:cubicBezTo>
                    <a:cubicBezTo>
                      <a:pt x="69089" y="4949"/>
                      <a:pt x="57560" y="173"/>
                      <a:pt x="45540" y="173"/>
                    </a:cubicBezTo>
                    <a:cubicBezTo>
                      <a:pt x="33520" y="173"/>
                      <a:pt x="21991" y="4949"/>
                      <a:pt x="13492" y="13448"/>
                    </a:cubicBezTo>
                    <a:cubicBezTo>
                      <a:pt x="4993" y="21947"/>
                      <a:pt x="217" y="33476"/>
                      <a:pt x="217" y="45495"/>
                    </a:cubicBezTo>
                    <a:cubicBezTo>
                      <a:pt x="217" y="57515"/>
                      <a:pt x="4993" y="69044"/>
                      <a:pt x="13492" y="77543"/>
                    </a:cubicBezTo>
                    <a:cubicBezTo>
                      <a:pt x="21991" y="86042"/>
                      <a:pt x="33520" y="90817"/>
                      <a:pt x="45540" y="9081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7" name="任意多边形: 形状 3646"/>
              <p:cNvSpPr/>
              <p:nvPr/>
            </p:nvSpPr>
            <p:spPr>
              <a:xfrm>
                <a:off x="29367286" y="22280907"/>
                <a:ext cx="180000" cy="180000"/>
              </a:xfrm>
              <a:custGeom>
                <a:avLst/>
                <a:gdLst>
                  <a:gd name="csX0" fmla="*/ 45504 w 90645"/>
                  <a:gd name="csY0" fmla="*/ 90779 h 90643"/>
                  <a:gd name="csX1" fmla="*/ 77552 w 90645"/>
                  <a:gd name="csY1" fmla="*/ 77505 h 90643"/>
                  <a:gd name="csX2" fmla="*/ 90826 w 90645"/>
                  <a:gd name="csY2" fmla="*/ 45457 h 90643"/>
                  <a:gd name="csX3" fmla="*/ 77552 w 90645"/>
                  <a:gd name="csY3" fmla="*/ 13410 h 90643"/>
                  <a:gd name="csX4" fmla="*/ 45504 w 90645"/>
                  <a:gd name="csY4" fmla="*/ 135 h 90643"/>
                  <a:gd name="csX5" fmla="*/ 13456 w 90645"/>
                  <a:gd name="csY5" fmla="*/ 13410 h 90643"/>
                  <a:gd name="csX6" fmla="*/ 181 w 90645"/>
                  <a:gd name="csY6" fmla="*/ 45457 h 90643"/>
                  <a:gd name="csX7" fmla="*/ 13456 w 90645"/>
                  <a:gd name="csY7" fmla="*/ 77505 h 90643"/>
                  <a:gd name="csX8" fmla="*/ 45504 w 90645"/>
                  <a:gd name="csY8" fmla="*/ 9077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4" y="90779"/>
                    </a:moveTo>
                    <a:cubicBezTo>
                      <a:pt x="57524" y="90779"/>
                      <a:pt x="69053" y="86004"/>
                      <a:pt x="77552" y="77505"/>
                    </a:cubicBezTo>
                    <a:cubicBezTo>
                      <a:pt x="86051" y="69006"/>
                      <a:pt x="90826" y="57477"/>
                      <a:pt x="90826" y="45457"/>
                    </a:cubicBezTo>
                    <a:cubicBezTo>
                      <a:pt x="90826" y="33438"/>
                      <a:pt x="86051" y="21909"/>
                      <a:pt x="77552" y="13410"/>
                    </a:cubicBezTo>
                    <a:cubicBezTo>
                      <a:pt x="69053" y="4911"/>
                      <a:pt x="57524" y="135"/>
                      <a:pt x="45504" y="135"/>
                    </a:cubicBezTo>
                    <a:cubicBezTo>
                      <a:pt x="33484" y="135"/>
                      <a:pt x="21955" y="4911"/>
                      <a:pt x="13456" y="13410"/>
                    </a:cubicBezTo>
                    <a:cubicBezTo>
                      <a:pt x="4957" y="21909"/>
                      <a:pt x="181" y="33438"/>
                      <a:pt x="181" y="45457"/>
                    </a:cubicBezTo>
                    <a:cubicBezTo>
                      <a:pt x="181" y="57477"/>
                      <a:pt x="4957" y="69006"/>
                      <a:pt x="13456" y="77505"/>
                    </a:cubicBezTo>
                    <a:cubicBezTo>
                      <a:pt x="21955" y="86004"/>
                      <a:pt x="33484" y="90779"/>
                      <a:pt x="45504" y="9077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8" name="任意多边形: 形状 3647"/>
              <p:cNvSpPr/>
              <p:nvPr/>
            </p:nvSpPr>
            <p:spPr>
              <a:xfrm>
                <a:off x="29340419" y="23275477"/>
                <a:ext cx="180000" cy="180000"/>
              </a:xfrm>
              <a:custGeom>
                <a:avLst/>
                <a:gdLst>
                  <a:gd name="csX0" fmla="*/ 45503 w 90645"/>
                  <a:gd name="csY0" fmla="*/ 90810 h 90643"/>
                  <a:gd name="csX1" fmla="*/ 77551 w 90645"/>
                  <a:gd name="csY1" fmla="*/ 77536 h 90643"/>
                  <a:gd name="csX2" fmla="*/ 90826 w 90645"/>
                  <a:gd name="csY2" fmla="*/ 45488 h 90643"/>
                  <a:gd name="csX3" fmla="*/ 77551 w 90645"/>
                  <a:gd name="csY3" fmla="*/ 13441 h 90643"/>
                  <a:gd name="csX4" fmla="*/ 45503 w 90645"/>
                  <a:gd name="csY4" fmla="*/ 166 h 90643"/>
                  <a:gd name="csX5" fmla="*/ 13455 w 90645"/>
                  <a:gd name="csY5" fmla="*/ 13441 h 90643"/>
                  <a:gd name="csX6" fmla="*/ 180 w 90645"/>
                  <a:gd name="csY6" fmla="*/ 45488 h 90643"/>
                  <a:gd name="csX7" fmla="*/ 13455 w 90645"/>
                  <a:gd name="csY7" fmla="*/ 77536 h 90643"/>
                  <a:gd name="csX8" fmla="*/ 45503 w 90645"/>
                  <a:gd name="csY8" fmla="*/ 9081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3" y="90810"/>
                    </a:moveTo>
                    <a:cubicBezTo>
                      <a:pt x="57523" y="90810"/>
                      <a:pt x="69052" y="86035"/>
                      <a:pt x="77551" y="77536"/>
                    </a:cubicBezTo>
                    <a:cubicBezTo>
                      <a:pt x="86050" y="69037"/>
                      <a:pt x="90826" y="57508"/>
                      <a:pt x="90826" y="45488"/>
                    </a:cubicBezTo>
                    <a:cubicBezTo>
                      <a:pt x="90826" y="33469"/>
                      <a:pt x="86050" y="21940"/>
                      <a:pt x="77551" y="13441"/>
                    </a:cubicBezTo>
                    <a:cubicBezTo>
                      <a:pt x="69052" y="4942"/>
                      <a:pt x="57523" y="166"/>
                      <a:pt x="45503" y="166"/>
                    </a:cubicBezTo>
                    <a:cubicBezTo>
                      <a:pt x="33483" y="166"/>
                      <a:pt x="21954" y="4942"/>
                      <a:pt x="13455" y="13441"/>
                    </a:cubicBezTo>
                    <a:cubicBezTo>
                      <a:pt x="4956" y="21940"/>
                      <a:pt x="180" y="33469"/>
                      <a:pt x="180" y="45488"/>
                    </a:cubicBezTo>
                    <a:cubicBezTo>
                      <a:pt x="180" y="57508"/>
                      <a:pt x="4956" y="69037"/>
                      <a:pt x="13455" y="77536"/>
                    </a:cubicBezTo>
                    <a:cubicBezTo>
                      <a:pt x="21954" y="86035"/>
                      <a:pt x="33483" y="90810"/>
                      <a:pt x="45503" y="9081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49" name="任意多边形: 形状 3648"/>
              <p:cNvSpPr/>
              <p:nvPr/>
            </p:nvSpPr>
            <p:spPr>
              <a:xfrm>
                <a:off x="30495548" y="22955120"/>
                <a:ext cx="180000" cy="180000"/>
              </a:xfrm>
              <a:custGeom>
                <a:avLst/>
                <a:gdLst>
                  <a:gd name="csX0" fmla="*/ 45539 w 90645"/>
                  <a:gd name="csY0" fmla="*/ 90800 h 90643"/>
                  <a:gd name="csX1" fmla="*/ 77587 w 90645"/>
                  <a:gd name="csY1" fmla="*/ 77526 h 90643"/>
                  <a:gd name="csX2" fmla="*/ 90862 w 90645"/>
                  <a:gd name="csY2" fmla="*/ 45478 h 90643"/>
                  <a:gd name="csX3" fmla="*/ 77587 w 90645"/>
                  <a:gd name="csY3" fmla="*/ 13431 h 90643"/>
                  <a:gd name="csX4" fmla="*/ 45539 w 90645"/>
                  <a:gd name="csY4" fmla="*/ 156 h 90643"/>
                  <a:gd name="csX5" fmla="*/ 13491 w 90645"/>
                  <a:gd name="csY5" fmla="*/ 13431 h 90643"/>
                  <a:gd name="csX6" fmla="*/ 217 w 90645"/>
                  <a:gd name="csY6" fmla="*/ 45478 h 90643"/>
                  <a:gd name="csX7" fmla="*/ 13491 w 90645"/>
                  <a:gd name="csY7" fmla="*/ 77526 h 90643"/>
                  <a:gd name="csX8" fmla="*/ 45539 w 90645"/>
                  <a:gd name="csY8" fmla="*/ 9080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9" y="90800"/>
                    </a:moveTo>
                    <a:cubicBezTo>
                      <a:pt x="57559" y="90800"/>
                      <a:pt x="69088" y="86025"/>
                      <a:pt x="77587" y="77526"/>
                    </a:cubicBezTo>
                    <a:cubicBezTo>
                      <a:pt x="86086" y="69027"/>
                      <a:pt x="90862" y="57498"/>
                      <a:pt x="90862" y="45478"/>
                    </a:cubicBezTo>
                    <a:cubicBezTo>
                      <a:pt x="90862" y="33459"/>
                      <a:pt x="86086" y="21930"/>
                      <a:pt x="77587" y="13431"/>
                    </a:cubicBezTo>
                    <a:cubicBezTo>
                      <a:pt x="69088" y="4932"/>
                      <a:pt x="57559" y="156"/>
                      <a:pt x="45539" y="156"/>
                    </a:cubicBezTo>
                    <a:cubicBezTo>
                      <a:pt x="33519" y="156"/>
                      <a:pt x="21990" y="4932"/>
                      <a:pt x="13491" y="13431"/>
                    </a:cubicBezTo>
                    <a:cubicBezTo>
                      <a:pt x="4992" y="21930"/>
                      <a:pt x="217" y="33459"/>
                      <a:pt x="217" y="45478"/>
                    </a:cubicBezTo>
                    <a:cubicBezTo>
                      <a:pt x="217" y="57498"/>
                      <a:pt x="4992" y="69027"/>
                      <a:pt x="13491" y="77526"/>
                    </a:cubicBezTo>
                    <a:cubicBezTo>
                      <a:pt x="21990" y="86025"/>
                      <a:pt x="33519" y="90800"/>
                      <a:pt x="45539" y="9080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0" name="任意多边形: 形状 3649"/>
              <p:cNvSpPr/>
              <p:nvPr/>
            </p:nvSpPr>
            <p:spPr>
              <a:xfrm>
                <a:off x="31239450" y="24612352"/>
                <a:ext cx="180000" cy="180000"/>
              </a:xfrm>
              <a:custGeom>
                <a:avLst/>
                <a:gdLst>
                  <a:gd name="csX0" fmla="*/ 45562 w 90645"/>
                  <a:gd name="csY0" fmla="*/ 90852 h 90643"/>
                  <a:gd name="csX1" fmla="*/ 77610 w 90645"/>
                  <a:gd name="csY1" fmla="*/ 77577 h 90643"/>
                  <a:gd name="csX2" fmla="*/ 90885 w 90645"/>
                  <a:gd name="csY2" fmla="*/ 45530 h 90643"/>
                  <a:gd name="csX3" fmla="*/ 77610 w 90645"/>
                  <a:gd name="csY3" fmla="*/ 13482 h 90643"/>
                  <a:gd name="csX4" fmla="*/ 45562 w 90645"/>
                  <a:gd name="csY4" fmla="*/ 208 h 90643"/>
                  <a:gd name="csX5" fmla="*/ 13514 w 90645"/>
                  <a:gd name="csY5" fmla="*/ 13482 h 90643"/>
                  <a:gd name="csX6" fmla="*/ 240 w 90645"/>
                  <a:gd name="csY6" fmla="*/ 45530 h 90643"/>
                  <a:gd name="csX7" fmla="*/ 13514 w 90645"/>
                  <a:gd name="csY7" fmla="*/ 77577 h 90643"/>
                  <a:gd name="csX8" fmla="*/ 45562 w 90645"/>
                  <a:gd name="csY8" fmla="*/ 9085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2" y="90852"/>
                    </a:moveTo>
                    <a:cubicBezTo>
                      <a:pt x="57582" y="90852"/>
                      <a:pt x="69111" y="86076"/>
                      <a:pt x="77610" y="77577"/>
                    </a:cubicBezTo>
                    <a:cubicBezTo>
                      <a:pt x="86109" y="69078"/>
                      <a:pt x="90885" y="57549"/>
                      <a:pt x="90885" y="45530"/>
                    </a:cubicBezTo>
                    <a:cubicBezTo>
                      <a:pt x="90885" y="33510"/>
                      <a:pt x="86109" y="21982"/>
                      <a:pt x="77610" y="13482"/>
                    </a:cubicBezTo>
                    <a:cubicBezTo>
                      <a:pt x="69111" y="4983"/>
                      <a:pt x="57582" y="208"/>
                      <a:pt x="45562" y="208"/>
                    </a:cubicBezTo>
                    <a:cubicBezTo>
                      <a:pt x="33543" y="208"/>
                      <a:pt x="22014" y="4983"/>
                      <a:pt x="13514" y="13482"/>
                    </a:cubicBezTo>
                    <a:cubicBezTo>
                      <a:pt x="5015" y="21982"/>
                      <a:pt x="240" y="33510"/>
                      <a:pt x="240" y="45530"/>
                    </a:cubicBezTo>
                    <a:cubicBezTo>
                      <a:pt x="240" y="57549"/>
                      <a:pt x="5015" y="69078"/>
                      <a:pt x="13514" y="77577"/>
                    </a:cubicBezTo>
                    <a:cubicBezTo>
                      <a:pt x="22014" y="86076"/>
                      <a:pt x="33543" y="90852"/>
                      <a:pt x="45562" y="9085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1" name="任意多边形: 形状 3650"/>
              <p:cNvSpPr/>
              <p:nvPr/>
            </p:nvSpPr>
            <p:spPr>
              <a:xfrm>
                <a:off x="28746507" y="20656855"/>
                <a:ext cx="180000" cy="180000"/>
              </a:xfrm>
              <a:custGeom>
                <a:avLst/>
                <a:gdLst>
                  <a:gd name="csX0" fmla="*/ 45484 w 90645"/>
                  <a:gd name="csY0" fmla="*/ 90728 h 90643"/>
                  <a:gd name="csX1" fmla="*/ 77532 w 90645"/>
                  <a:gd name="csY1" fmla="*/ 77454 h 90643"/>
                  <a:gd name="csX2" fmla="*/ 90807 w 90645"/>
                  <a:gd name="csY2" fmla="*/ 45407 h 90643"/>
                  <a:gd name="csX3" fmla="*/ 77532 w 90645"/>
                  <a:gd name="csY3" fmla="*/ 13359 h 90643"/>
                  <a:gd name="csX4" fmla="*/ 45484 w 90645"/>
                  <a:gd name="csY4" fmla="*/ 85 h 90643"/>
                  <a:gd name="csX5" fmla="*/ 13437 w 90645"/>
                  <a:gd name="csY5" fmla="*/ 13359 h 90643"/>
                  <a:gd name="csX6" fmla="*/ 162 w 90645"/>
                  <a:gd name="csY6" fmla="*/ 45407 h 90643"/>
                  <a:gd name="csX7" fmla="*/ 13437 w 90645"/>
                  <a:gd name="csY7" fmla="*/ 77454 h 90643"/>
                  <a:gd name="csX8" fmla="*/ 45484 w 90645"/>
                  <a:gd name="csY8" fmla="*/ 9072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4" y="90728"/>
                    </a:moveTo>
                    <a:cubicBezTo>
                      <a:pt x="57504" y="90728"/>
                      <a:pt x="69033" y="85953"/>
                      <a:pt x="77532" y="77454"/>
                    </a:cubicBezTo>
                    <a:cubicBezTo>
                      <a:pt x="86032" y="68955"/>
                      <a:pt x="90807" y="57426"/>
                      <a:pt x="90807" y="45407"/>
                    </a:cubicBezTo>
                    <a:cubicBezTo>
                      <a:pt x="90807" y="33387"/>
                      <a:pt x="86032" y="21858"/>
                      <a:pt x="77532" y="13359"/>
                    </a:cubicBezTo>
                    <a:cubicBezTo>
                      <a:pt x="69033" y="4860"/>
                      <a:pt x="57504" y="85"/>
                      <a:pt x="45484" y="85"/>
                    </a:cubicBezTo>
                    <a:cubicBezTo>
                      <a:pt x="33465" y="85"/>
                      <a:pt x="21936" y="4860"/>
                      <a:pt x="13437" y="13359"/>
                    </a:cubicBezTo>
                    <a:cubicBezTo>
                      <a:pt x="4937" y="21858"/>
                      <a:pt x="162" y="33387"/>
                      <a:pt x="162" y="45407"/>
                    </a:cubicBezTo>
                    <a:cubicBezTo>
                      <a:pt x="162" y="57426"/>
                      <a:pt x="4937" y="68955"/>
                      <a:pt x="13437" y="77454"/>
                    </a:cubicBezTo>
                    <a:cubicBezTo>
                      <a:pt x="21936" y="85953"/>
                      <a:pt x="33465" y="90728"/>
                      <a:pt x="45484" y="9072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2" name="任意多边形: 形状 3651"/>
              <p:cNvSpPr/>
              <p:nvPr/>
            </p:nvSpPr>
            <p:spPr>
              <a:xfrm>
                <a:off x="27694830" y="24405113"/>
                <a:ext cx="180000" cy="180000"/>
              </a:xfrm>
              <a:custGeom>
                <a:avLst/>
                <a:gdLst>
                  <a:gd name="csX0" fmla="*/ 45452 w 90645"/>
                  <a:gd name="csY0" fmla="*/ 90845 h 90643"/>
                  <a:gd name="csX1" fmla="*/ 77500 w 90645"/>
                  <a:gd name="csY1" fmla="*/ 77571 h 90643"/>
                  <a:gd name="csX2" fmla="*/ 90774 w 90645"/>
                  <a:gd name="csY2" fmla="*/ 45523 h 90643"/>
                  <a:gd name="csX3" fmla="*/ 77500 w 90645"/>
                  <a:gd name="csY3" fmla="*/ 13476 h 90643"/>
                  <a:gd name="csX4" fmla="*/ 45452 w 90645"/>
                  <a:gd name="csY4" fmla="*/ 202 h 90643"/>
                  <a:gd name="csX5" fmla="*/ 13404 w 90645"/>
                  <a:gd name="csY5" fmla="*/ 13476 h 90643"/>
                  <a:gd name="csX6" fmla="*/ 129 w 90645"/>
                  <a:gd name="csY6" fmla="*/ 45523 h 90643"/>
                  <a:gd name="csX7" fmla="*/ 13404 w 90645"/>
                  <a:gd name="csY7" fmla="*/ 77571 h 90643"/>
                  <a:gd name="csX8" fmla="*/ 45452 w 90645"/>
                  <a:gd name="csY8" fmla="*/ 9084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2" y="90845"/>
                    </a:moveTo>
                    <a:cubicBezTo>
                      <a:pt x="57471" y="90845"/>
                      <a:pt x="69000" y="86070"/>
                      <a:pt x="77500" y="77571"/>
                    </a:cubicBezTo>
                    <a:cubicBezTo>
                      <a:pt x="85999" y="69072"/>
                      <a:pt x="90774" y="57543"/>
                      <a:pt x="90774" y="45523"/>
                    </a:cubicBezTo>
                    <a:cubicBezTo>
                      <a:pt x="90774" y="33504"/>
                      <a:pt x="85999" y="21975"/>
                      <a:pt x="77500" y="13476"/>
                    </a:cubicBezTo>
                    <a:cubicBezTo>
                      <a:pt x="69000" y="4977"/>
                      <a:pt x="57471" y="202"/>
                      <a:pt x="45452" y="202"/>
                    </a:cubicBezTo>
                    <a:cubicBezTo>
                      <a:pt x="33432" y="202"/>
                      <a:pt x="21903" y="4977"/>
                      <a:pt x="13404" y="13476"/>
                    </a:cubicBezTo>
                    <a:cubicBezTo>
                      <a:pt x="4905" y="21975"/>
                      <a:pt x="129" y="33504"/>
                      <a:pt x="129" y="45523"/>
                    </a:cubicBezTo>
                    <a:cubicBezTo>
                      <a:pt x="129" y="57543"/>
                      <a:pt x="4905" y="69072"/>
                      <a:pt x="13404" y="77571"/>
                    </a:cubicBezTo>
                    <a:cubicBezTo>
                      <a:pt x="21903" y="86070"/>
                      <a:pt x="33432" y="90845"/>
                      <a:pt x="45452" y="9084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3" name="任意多边形: 形状 3652"/>
              <p:cNvSpPr/>
              <p:nvPr/>
            </p:nvSpPr>
            <p:spPr>
              <a:xfrm>
                <a:off x="31462195" y="21788889"/>
                <a:ext cx="180000" cy="180000"/>
              </a:xfrm>
              <a:custGeom>
                <a:avLst/>
                <a:gdLst>
                  <a:gd name="csX0" fmla="*/ 45569 w 90645"/>
                  <a:gd name="csY0" fmla="*/ 90764 h 90643"/>
                  <a:gd name="csX1" fmla="*/ 77617 w 90645"/>
                  <a:gd name="csY1" fmla="*/ 77489 h 90643"/>
                  <a:gd name="csX2" fmla="*/ 90892 w 90645"/>
                  <a:gd name="csY2" fmla="*/ 45442 h 90643"/>
                  <a:gd name="csX3" fmla="*/ 77617 w 90645"/>
                  <a:gd name="csY3" fmla="*/ 13394 h 90643"/>
                  <a:gd name="csX4" fmla="*/ 45569 w 90645"/>
                  <a:gd name="csY4" fmla="*/ 120 h 90643"/>
                  <a:gd name="csX5" fmla="*/ 13521 w 90645"/>
                  <a:gd name="csY5" fmla="*/ 13394 h 90643"/>
                  <a:gd name="csX6" fmla="*/ 247 w 90645"/>
                  <a:gd name="csY6" fmla="*/ 45442 h 90643"/>
                  <a:gd name="csX7" fmla="*/ 13521 w 90645"/>
                  <a:gd name="csY7" fmla="*/ 77489 h 90643"/>
                  <a:gd name="csX8" fmla="*/ 45569 w 90645"/>
                  <a:gd name="csY8" fmla="*/ 9076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9" y="90764"/>
                    </a:moveTo>
                    <a:cubicBezTo>
                      <a:pt x="57589" y="90764"/>
                      <a:pt x="69118" y="85988"/>
                      <a:pt x="77617" y="77489"/>
                    </a:cubicBezTo>
                    <a:cubicBezTo>
                      <a:pt x="86116" y="68990"/>
                      <a:pt x="90892" y="57461"/>
                      <a:pt x="90892" y="45442"/>
                    </a:cubicBezTo>
                    <a:cubicBezTo>
                      <a:pt x="90892" y="33422"/>
                      <a:pt x="86116" y="21893"/>
                      <a:pt x="77617" y="13394"/>
                    </a:cubicBezTo>
                    <a:cubicBezTo>
                      <a:pt x="69118" y="4895"/>
                      <a:pt x="57589" y="120"/>
                      <a:pt x="45569" y="120"/>
                    </a:cubicBezTo>
                    <a:cubicBezTo>
                      <a:pt x="33550" y="120"/>
                      <a:pt x="22021" y="4895"/>
                      <a:pt x="13521" y="13394"/>
                    </a:cubicBezTo>
                    <a:cubicBezTo>
                      <a:pt x="5022" y="21893"/>
                      <a:pt x="247" y="33422"/>
                      <a:pt x="247" y="45442"/>
                    </a:cubicBezTo>
                    <a:cubicBezTo>
                      <a:pt x="247" y="57461"/>
                      <a:pt x="5022" y="68990"/>
                      <a:pt x="13521" y="77489"/>
                    </a:cubicBezTo>
                    <a:cubicBezTo>
                      <a:pt x="22021" y="85988"/>
                      <a:pt x="33550" y="90764"/>
                      <a:pt x="45569" y="9076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4" name="任意多边形: 形状 3653"/>
              <p:cNvSpPr/>
              <p:nvPr/>
            </p:nvSpPr>
            <p:spPr>
              <a:xfrm>
                <a:off x="29923711" y="23608566"/>
                <a:ext cx="180000" cy="180000"/>
              </a:xfrm>
              <a:custGeom>
                <a:avLst/>
                <a:gdLst>
                  <a:gd name="csX0" fmla="*/ 45521 w 90645"/>
                  <a:gd name="csY0" fmla="*/ 90821 h 90643"/>
                  <a:gd name="csX1" fmla="*/ 77569 w 90645"/>
                  <a:gd name="csY1" fmla="*/ 77546 h 90643"/>
                  <a:gd name="csX2" fmla="*/ 90844 w 90645"/>
                  <a:gd name="csY2" fmla="*/ 45499 h 90643"/>
                  <a:gd name="csX3" fmla="*/ 77569 w 90645"/>
                  <a:gd name="csY3" fmla="*/ 13451 h 90643"/>
                  <a:gd name="csX4" fmla="*/ 45521 w 90645"/>
                  <a:gd name="csY4" fmla="*/ 177 h 90643"/>
                  <a:gd name="csX5" fmla="*/ 13473 w 90645"/>
                  <a:gd name="csY5" fmla="*/ 13451 h 90643"/>
                  <a:gd name="csX6" fmla="*/ 199 w 90645"/>
                  <a:gd name="csY6" fmla="*/ 45499 h 90643"/>
                  <a:gd name="csX7" fmla="*/ 13473 w 90645"/>
                  <a:gd name="csY7" fmla="*/ 77546 h 90643"/>
                  <a:gd name="csX8" fmla="*/ 45521 w 90645"/>
                  <a:gd name="csY8" fmla="*/ 9082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1" y="90821"/>
                    </a:moveTo>
                    <a:cubicBezTo>
                      <a:pt x="57541" y="90821"/>
                      <a:pt x="69070" y="86045"/>
                      <a:pt x="77569" y="77546"/>
                    </a:cubicBezTo>
                    <a:cubicBezTo>
                      <a:pt x="86068" y="69047"/>
                      <a:pt x="90844" y="57518"/>
                      <a:pt x="90844" y="45499"/>
                    </a:cubicBezTo>
                    <a:cubicBezTo>
                      <a:pt x="90844" y="33479"/>
                      <a:pt x="86068" y="21950"/>
                      <a:pt x="77569" y="13451"/>
                    </a:cubicBezTo>
                    <a:cubicBezTo>
                      <a:pt x="69070" y="4952"/>
                      <a:pt x="57541" y="177"/>
                      <a:pt x="45521" y="177"/>
                    </a:cubicBezTo>
                    <a:cubicBezTo>
                      <a:pt x="33502" y="177"/>
                      <a:pt x="21973" y="4952"/>
                      <a:pt x="13473" y="13451"/>
                    </a:cubicBezTo>
                    <a:cubicBezTo>
                      <a:pt x="4974" y="21950"/>
                      <a:pt x="199" y="33479"/>
                      <a:pt x="199" y="45499"/>
                    </a:cubicBezTo>
                    <a:cubicBezTo>
                      <a:pt x="199" y="57518"/>
                      <a:pt x="4974" y="69047"/>
                      <a:pt x="13473" y="77546"/>
                    </a:cubicBezTo>
                    <a:cubicBezTo>
                      <a:pt x="21973" y="86045"/>
                      <a:pt x="33502" y="90821"/>
                      <a:pt x="45521" y="9082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5" name="任意多边形: 形状 3654"/>
              <p:cNvSpPr/>
              <p:nvPr/>
            </p:nvSpPr>
            <p:spPr>
              <a:xfrm>
                <a:off x="29456432" y="22144559"/>
                <a:ext cx="180000" cy="180000"/>
              </a:xfrm>
              <a:custGeom>
                <a:avLst/>
                <a:gdLst>
                  <a:gd name="csX0" fmla="*/ 45507 w 90645"/>
                  <a:gd name="csY0" fmla="*/ 90775 h 90643"/>
                  <a:gd name="csX1" fmla="*/ 77554 w 90645"/>
                  <a:gd name="csY1" fmla="*/ 77500 h 90643"/>
                  <a:gd name="csX2" fmla="*/ 90829 w 90645"/>
                  <a:gd name="csY2" fmla="*/ 45453 h 90643"/>
                  <a:gd name="csX3" fmla="*/ 77554 w 90645"/>
                  <a:gd name="csY3" fmla="*/ 13405 h 90643"/>
                  <a:gd name="csX4" fmla="*/ 45507 w 90645"/>
                  <a:gd name="csY4" fmla="*/ 131 h 90643"/>
                  <a:gd name="csX5" fmla="*/ 13459 w 90645"/>
                  <a:gd name="csY5" fmla="*/ 13405 h 90643"/>
                  <a:gd name="csX6" fmla="*/ 184 w 90645"/>
                  <a:gd name="csY6" fmla="*/ 45453 h 90643"/>
                  <a:gd name="csX7" fmla="*/ 13459 w 90645"/>
                  <a:gd name="csY7" fmla="*/ 77500 h 90643"/>
                  <a:gd name="csX8" fmla="*/ 45507 w 90645"/>
                  <a:gd name="csY8" fmla="*/ 9077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7" y="90775"/>
                    </a:moveTo>
                    <a:cubicBezTo>
                      <a:pt x="57526" y="90775"/>
                      <a:pt x="69055" y="85999"/>
                      <a:pt x="77554" y="77500"/>
                    </a:cubicBezTo>
                    <a:cubicBezTo>
                      <a:pt x="86054" y="69001"/>
                      <a:pt x="90829" y="57472"/>
                      <a:pt x="90829" y="45453"/>
                    </a:cubicBezTo>
                    <a:cubicBezTo>
                      <a:pt x="90829" y="33433"/>
                      <a:pt x="86054" y="21905"/>
                      <a:pt x="77554" y="13405"/>
                    </a:cubicBezTo>
                    <a:cubicBezTo>
                      <a:pt x="69055" y="4906"/>
                      <a:pt x="57526" y="131"/>
                      <a:pt x="45507" y="131"/>
                    </a:cubicBezTo>
                    <a:cubicBezTo>
                      <a:pt x="33487" y="131"/>
                      <a:pt x="21958" y="4906"/>
                      <a:pt x="13459" y="13405"/>
                    </a:cubicBezTo>
                    <a:cubicBezTo>
                      <a:pt x="4960" y="21905"/>
                      <a:pt x="184" y="33433"/>
                      <a:pt x="184" y="45453"/>
                    </a:cubicBezTo>
                    <a:cubicBezTo>
                      <a:pt x="184" y="57472"/>
                      <a:pt x="4960" y="69001"/>
                      <a:pt x="13459" y="77500"/>
                    </a:cubicBezTo>
                    <a:cubicBezTo>
                      <a:pt x="21958" y="85999"/>
                      <a:pt x="33487" y="90775"/>
                      <a:pt x="45507" y="9077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6" name="任意多边形: 形状 3655"/>
              <p:cNvSpPr/>
              <p:nvPr/>
            </p:nvSpPr>
            <p:spPr>
              <a:xfrm>
                <a:off x="29665635" y="25169085"/>
                <a:ext cx="180000" cy="180000"/>
              </a:xfrm>
              <a:custGeom>
                <a:avLst/>
                <a:gdLst>
                  <a:gd name="csX0" fmla="*/ 45513 w 90645"/>
                  <a:gd name="csY0" fmla="*/ 90869 h 90643"/>
                  <a:gd name="csX1" fmla="*/ 77561 w 90645"/>
                  <a:gd name="csY1" fmla="*/ 77595 h 90643"/>
                  <a:gd name="csX2" fmla="*/ 90836 w 90645"/>
                  <a:gd name="csY2" fmla="*/ 45547 h 90643"/>
                  <a:gd name="csX3" fmla="*/ 77561 w 90645"/>
                  <a:gd name="csY3" fmla="*/ 13500 h 90643"/>
                  <a:gd name="csX4" fmla="*/ 45513 w 90645"/>
                  <a:gd name="csY4" fmla="*/ 225 h 90643"/>
                  <a:gd name="csX5" fmla="*/ 13465 w 90645"/>
                  <a:gd name="csY5" fmla="*/ 13500 h 90643"/>
                  <a:gd name="csX6" fmla="*/ 191 w 90645"/>
                  <a:gd name="csY6" fmla="*/ 45547 h 90643"/>
                  <a:gd name="csX7" fmla="*/ 13465 w 90645"/>
                  <a:gd name="csY7" fmla="*/ 77595 h 90643"/>
                  <a:gd name="csX8" fmla="*/ 45513 w 90645"/>
                  <a:gd name="csY8" fmla="*/ 9086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3" y="90869"/>
                    </a:moveTo>
                    <a:cubicBezTo>
                      <a:pt x="57533" y="90869"/>
                      <a:pt x="69062" y="86094"/>
                      <a:pt x="77561" y="77595"/>
                    </a:cubicBezTo>
                    <a:cubicBezTo>
                      <a:pt x="86060" y="69096"/>
                      <a:pt x="90836" y="57567"/>
                      <a:pt x="90836" y="45547"/>
                    </a:cubicBezTo>
                    <a:cubicBezTo>
                      <a:pt x="90836" y="33528"/>
                      <a:pt x="86060" y="21999"/>
                      <a:pt x="77561" y="13500"/>
                    </a:cubicBezTo>
                    <a:cubicBezTo>
                      <a:pt x="69062" y="5001"/>
                      <a:pt x="57533" y="225"/>
                      <a:pt x="45513" y="225"/>
                    </a:cubicBezTo>
                    <a:cubicBezTo>
                      <a:pt x="33493" y="225"/>
                      <a:pt x="21964" y="5001"/>
                      <a:pt x="13465" y="13500"/>
                    </a:cubicBezTo>
                    <a:cubicBezTo>
                      <a:pt x="4966" y="21999"/>
                      <a:pt x="191" y="33528"/>
                      <a:pt x="191" y="45547"/>
                    </a:cubicBezTo>
                    <a:cubicBezTo>
                      <a:pt x="191" y="57567"/>
                      <a:pt x="4966" y="69096"/>
                      <a:pt x="13465" y="77595"/>
                    </a:cubicBezTo>
                    <a:cubicBezTo>
                      <a:pt x="21964" y="86094"/>
                      <a:pt x="33493" y="90869"/>
                      <a:pt x="45513" y="9086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7" name="任意多边形: 形状 3656"/>
              <p:cNvSpPr/>
              <p:nvPr/>
            </p:nvSpPr>
            <p:spPr>
              <a:xfrm>
                <a:off x="30156050" y="21241847"/>
                <a:ext cx="180000" cy="180000"/>
              </a:xfrm>
              <a:custGeom>
                <a:avLst/>
                <a:gdLst>
                  <a:gd name="csX0" fmla="*/ 45528 w 90645"/>
                  <a:gd name="csY0" fmla="*/ 90747 h 90643"/>
                  <a:gd name="csX1" fmla="*/ 77576 w 90645"/>
                  <a:gd name="csY1" fmla="*/ 77472 h 90643"/>
                  <a:gd name="csX2" fmla="*/ 90851 w 90645"/>
                  <a:gd name="csY2" fmla="*/ 45425 h 90643"/>
                  <a:gd name="csX3" fmla="*/ 77576 w 90645"/>
                  <a:gd name="csY3" fmla="*/ 13377 h 90643"/>
                  <a:gd name="csX4" fmla="*/ 45528 w 90645"/>
                  <a:gd name="csY4" fmla="*/ 103 h 90643"/>
                  <a:gd name="csX5" fmla="*/ 13481 w 90645"/>
                  <a:gd name="csY5" fmla="*/ 13377 h 90643"/>
                  <a:gd name="csX6" fmla="*/ 206 w 90645"/>
                  <a:gd name="csY6" fmla="*/ 45425 h 90643"/>
                  <a:gd name="csX7" fmla="*/ 13481 w 90645"/>
                  <a:gd name="csY7" fmla="*/ 77472 h 90643"/>
                  <a:gd name="csX8" fmla="*/ 45528 w 90645"/>
                  <a:gd name="csY8" fmla="*/ 9074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8" y="90747"/>
                    </a:moveTo>
                    <a:cubicBezTo>
                      <a:pt x="57548" y="90747"/>
                      <a:pt x="69077" y="85971"/>
                      <a:pt x="77576" y="77472"/>
                    </a:cubicBezTo>
                    <a:cubicBezTo>
                      <a:pt x="86076" y="68973"/>
                      <a:pt x="90851" y="57444"/>
                      <a:pt x="90851" y="45425"/>
                    </a:cubicBezTo>
                    <a:cubicBezTo>
                      <a:pt x="90851" y="33405"/>
                      <a:pt x="86076" y="21876"/>
                      <a:pt x="77576" y="13377"/>
                    </a:cubicBezTo>
                    <a:cubicBezTo>
                      <a:pt x="69077" y="4878"/>
                      <a:pt x="57548" y="103"/>
                      <a:pt x="45528" y="103"/>
                    </a:cubicBezTo>
                    <a:cubicBezTo>
                      <a:pt x="33509" y="103"/>
                      <a:pt x="21980" y="4878"/>
                      <a:pt x="13481" y="13377"/>
                    </a:cubicBezTo>
                    <a:cubicBezTo>
                      <a:pt x="4981" y="21876"/>
                      <a:pt x="206" y="33405"/>
                      <a:pt x="206" y="45425"/>
                    </a:cubicBezTo>
                    <a:cubicBezTo>
                      <a:pt x="206" y="57444"/>
                      <a:pt x="4981" y="68973"/>
                      <a:pt x="13481" y="77472"/>
                    </a:cubicBezTo>
                    <a:cubicBezTo>
                      <a:pt x="21980" y="85971"/>
                      <a:pt x="33509" y="90747"/>
                      <a:pt x="45528" y="9074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8" name="任意多边形: 形状 3657"/>
              <p:cNvSpPr/>
              <p:nvPr/>
            </p:nvSpPr>
            <p:spPr>
              <a:xfrm>
                <a:off x="32085204" y="23041161"/>
                <a:ext cx="180000" cy="180000"/>
              </a:xfrm>
              <a:custGeom>
                <a:avLst/>
                <a:gdLst>
                  <a:gd name="csX0" fmla="*/ 45589 w 90645"/>
                  <a:gd name="csY0" fmla="*/ 90803 h 90643"/>
                  <a:gd name="csX1" fmla="*/ 77637 w 90645"/>
                  <a:gd name="csY1" fmla="*/ 77528 h 90643"/>
                  <a:gd name="csX2" fmla="*/ 90911 w 90645"/>
                  <a:gd name="csY2" fmla="*/ 45481 h 90643"/>
                  <a:gd name="csX3" fmla="*/ 77637 w 90645"/>
                  <a:gd name="csY3" fmla="*/ 13433 h 90643"/>
                  <a:gd name="csX4" fmla="*/ 45589 w 90645"/>
                  <a:gd name="csY4" fmla="*/ 159 h 90643"/>
                  <a:gd name="csX5" fmla="*/ 13541 w 90645"/>
                  <a:gd name="csY5" fmla="*/ 13433 h 90643"/>
                  <a:gd name="csX6" fmla="*/ 266 w 90645"/>
                  <a:gd name="csY6" fmla="*/ 45481 h 90643"/>
                  <a:gd name="csX7" fmla="*/ 13541 w 90645"/>
                  <a:gd name="csY7" fmla="*/ 77528 h 90643"/>
                  <a:gd name="csX8" fmla="*/ 45589 w 90645"/>
                  <a:gd name="csY8" fmla="*/ 9080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9" y="90803"/>
                    </a:moveTo>
                    <a:cubicBezTo>
                      <a:pt x="57608" y="90803"/>
                      <a:pt x="69137" y="86027"/>
                      <a:pt x="77637" y="77528"/>
                    </a:cubicBezTo>
                    <a:cubicBezTo>
                      <a:pt x="86136" y="69029"/>
                      <a:pt x="90911" y="57500"/>
                      <a:pt x="90911" y="45481"/>
                    </a:cubicBezTo>
                    <a:cubicBezTo>
                      <a:pt x="90911" y="33461"/>
                      <a:pt x="86136" y="21933"/>
                      <a:pt x="77637" y="13433"/>
                    </a:cubicBezTo>
                    <a:cubicBezTo>
                      <a:pt x="69137" y="4934"/>
                      <a:pt x="57608" y="159"/>
                      <a:pt x="45589" y="159"/>
                    </a:cubicBezTo>
                    <a:cubicBezTo>
                      <a:pt x="33569" y="159"/>
                      <a:pt x="22040" y="4934"/>
                      <a:pt x="13541" y="13433"/>
                    </a:cubicBezTo>
                    <a:cubicBezTo>
                      <a:pt x="5042" y="21933"/>
                      <a:pt x="266" y="33461"/>
                      <a:pt x="266" y="45481"/>
                    </a:cubicBezTo>
                    <a:cubicBezTo>
                      <a:pt x="266" y="57500"/>
                      <a:pt x="5042" y="69029"/>
                      <a:pt x="13541" y="77528"/>
                    </a:cubicBezTo>
                    <a:cubicBezTo>
                      <a:pt x="22040" y="86027"/>
                      <a:pt x="33569" y="90803"/>
                      <a:pt x="45589" y="9080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59" name="任意多边形: 形状 3658"/>
              <p:cNvSpPr/>
              <p:nvPr/>
            </p:nvSpPr>
            <p:spPr>
              <a:xfrm>
                <a:off x="28189779" y="22729102"/>
                <a:ext cx="180000" cy="180000"/>
              </a:xfrm>
              <a:custGeom>
                <a:avLst/>
                <a:gdLst>
                  <a:gd name="csX0" fmla="*/ 45467 w 90645"/>
                  <a:gd name="csY0" fmla="*/ 90793 h 90643"/>
                  <a:gd name="csX1" fmla="*/ 77515 w 90645"/>
                  <a:gd name="csY1" fmla="*/ 77519 h 90643"/>
                  <a:gd name="csX2" fmla="*/ 90790 w 90645"/>
                  <a:gd name="csY2" fmla="*/ 45471 h 90643"/>
                  <a:gd name="csX3" fmla="*/ 77515 w 90645"/>
                  <a:gd name="csY3" fmla="*/ 13424 h 90643"/>
                  <a:gd name="csX4" fmla="*/ 45467 w 90645"/>
                  <a:gd name="csY4" fmla="*/ 149 h 90643"/>
                  <a:gd name="csX5" fmla="*/ 13419 w 90645"/>
                  <a:gd name="csY5" fmla="*/ 13424 h 90643"/>
                  <a:gd name="csX6" fmla="*/ 145 w 90645"/>
                  <a:gd name="csY6" fmla="*/ 45471 h 90643"/>
                  <a:gd name="csX7" fmla="*/ 13419 w 90645"/>
                  <a:gd name="csY7" fmla="*/ 77519 h 90643"/>
                  <a:gd name="csX8" fmla="*/ 45467 w 90645"/>
                  <a:gd name="csY8" fmla="*/ 9079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7" y="90793"/>
                    </a:moveTo>
                    <a:cubicBezTo>
                      <a:pt x="57487" y="90793"/>
                      <a:pt x="69016" y="86018"/>
                      <a:pt x="77515" y="77519"/>
                    </a:cubicBezTo>
                    <a:cubicBezTo>
                      <a:pt x="86014" y="69020"/>
                      <a:pt x="90790" y="57491"/>
                      <a:pt x="90790" y="45471"/>
                    </a:cubicBezTo>
                    <a:cubicBezTo>
                      <a:pt x="90790" y="33452"/>
                      <a:pt x="86014" y="21923"/>
                      <a:pt x="77515" y="13424"/>
                    </a:cubicBezTo>
                    <a:cubicBezTo>
                      <a:pt x="69016" y="4925"/>
                      <a:pt x="57487" y="149"/>
                      <a:pt x="45467" y="149"/>
                    </a:cubicBezTo>
                    <a:cubicBezTo>
                      <a:pt x="33447" y="149"/>
                      <a:pt x="21918" y="4925"/>
                      <a:pt x="13419" y="13424"/>
                    </a:cubicBezTo>
                    <a:cubicBezTo>
                      <a:pt x="4920" y="21923"/>
                      <a:pt x="145" y="33452"/>
                      <a:pt x="145" y="45471"/>
                    </a:cubicBezTo>
                    <a:cubicBezTo>
                      <a:pt x="145" y="57491"/>
                      <a:pt x="4920" y="69020"/>
                      <a:pt x="13419" y="77519"/>
                    </a:cubicBezTo>
                    <a:cubicBezTo>
                      <a:pt x="21918" y="86018"/>
                      <a:pt x="33447" y="90793"/>
                      <a:pt x="45467" y="9079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0" name="任意多边形: 形状 3659"/>
              <p:cNvSpPr/>
              <p:nvPr/>
            </p:nvSpPr>
            <p:spPr>
              <a:xfrm>
                <a:off x="28408613" y="23877892"/>
                <a:ext cx="180000" cy="180000"/>
              </a:xfrm>
              <a:custGeom>
                <a:avLst/>
                <a:gdLst>
                  <a:gd name="csX0" fmla="*/ 45474 w 90645"/>
                  <a:gd name="csY0" fmla="*/ 90829 h 90643"/>
                  <a:gd name="csX1" fmla="*/ 77522 w 90645"/>
                  <a:gd name="csY1" fmla="*/ 77554 h 90643"/>
                  <a:gd name="csX2" fmla="*/ 90796 w 90645"/>
                  <a:gd name="csY2" fmla="*/ 45507 h 90643"/>
                  <a:gd name="csX3" fmla="*/ 77522 w 90645"/>
                  <a:gd name="csY3" fmla="*/ 13460 h 90643"/>
                  <a:gd name="csX4" fmla="*/ 45474 w 90645"/>
                  <a:gd name="csY4" fmla="*/ 185 h 90643"/>
                  <a:gd name="csX5" fmla="*/ 13426 w 90645"/>
                  <a:gd name="csY5" fmla="*/ 13460 h 90643"/>
                  <a:gd name="csX6" fmla="*/ 151 w 90645"/>
                  <a:gd name="csY6" fmla="*/ 45507 h 90643"/>
                  <a:gd name="csX7" fmla="*/ 13426 w 90645"/>
                  <a:gd name="csY7" fmla="*/ 77554 h 90643"/>
                  <a:gd name="csX8" fmla="*/ 45474 w 90645"/>
                  <a:gd name="csY8" fmla="*/ 9082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4" y="90829"/>
                    </a:moveTo>
                    <a:cubicBezTo>
                      <a:pt x="57494" y="90829"/>
                      <a:pt x="69023" y="86054"/>
                      <a:pt x="77522" y="77554"/>
                    </a:cubicBezTo>
                    <a:cubicBezTo>
                      <a:pt x="86021" y="69055"/>
                      <a:pt x="90796" y="57527"/>
                      <a:pt x="90796" y="45507"/>
                    </a:cubicBezTo>
                    <a:cubicBezTo>
                      <a:pt x="90796" y="33487"/>
                      <a:pt x="86021" y="21959"/>
                      <a:pt x="77522" y="13460"/>
                    </a:cubicBezTo>
                    <a:cubicBezTo>
                      <a:pt x="69023" y="4960"/>
                      <a:pt x="57494" y="185"/>
                      <a:pt x="45474" y="185"/>
                    </a:cubicBezTo>
                    <a:cubicBezTo>
                      <a:pt x="33454" y="185"/>
                      <a:pt x="21925" y="4960"/>
                      <a:pt x="13426" y="13460"/>
                    </a:cubicBezTo>
                    <a:cubicBezTo>
                      <a:pt x="4927" y="21959"/>
                      <a:pt x="151" y="33487"/>
                      <a:pt x="151" y="45507"/>
                    </a:cubicBezTo>
                    <a:cubicBezTo>
                      <a:pt x="151" y="57527"/>
                      <a:pt x="4927" y="69055"/>
                      <a:pt x="13426" y="77554"/>
                    </a:cubicBezTo>
                    <a:cubicBezTo>
                      <a:pt x="21925" y="86054"/>
                      <a:pt x="33454" y="90829"/>
                      <a:pt x="45474" y="9082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1" name="任意多边形: 形状 3660"/>
              <p:cNvSpPr/>
              <p:nvPr/>
            </p:nvSpPr>
            <p:spPr>
              <a:xfrm>
                <a:off x="30939143" y="22396464"/>
                <a:ext cx="180000" cy="180000"/>
              </a:xfrm>
              <a:custGeom>
                <a:avLst/>
                <a:gdLst>
                  <a:gd name="csX0" fmla="*/ 45553 w 90645"/>
                  <a:gd name="csY0" fmla="*/ 90783 h 90643"/>
                  <a:gd name="csX1" fmla="*/ 77601 w 90645"/>
                  <a:gd name="csY1" fmla="*/ 77508 h 90643"/>
                  <a:gd name="csX2" fmla="*/ 90875 w 90645"/>
                  <a:gd name="csY2" fmla="*/ 45461 h 90643"/>
                  <a:gd name="csX3" fmla="*/ 77601 w 90645"/>
                  <a:gd name="csY3" fmla="*/ 13413 h 90643"/>
                  <a:gd name="csX4" fmla="*/ 45553 w 90645"/>
                  <a:gd name="csY4" fmla="*/ 139 h 90643"/>
                  <a:gd name="csX5" fmla="*/ 13505 w 90645"/>
                  <a:gd name="csY5" fmla="*/ 13413 h 90643"/>
                  <a:gd name="csX6" fmla="*/ 230 w 90645"/>
                  <a:gd name="csY6" fmla="*/ 45461 h 90643"/>
                  <a:gd name="csX7" fmla="*/ 13505 w 90645"/>
                  <a:gd name="csY7" fmla="*/ 77508 h 90643"/>
                  <a:gd name="csX8" fmla="*/ 45553 w 90645"/>
                  <a:gd name="csY8" fmla="*/ 9078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3" y="90783"/>
                    </a:moveTo>
                    <a:cubicBezTo>
                      <a:pt x="57573" y="90783"/>
                      <a:pt x="69102" y="86007"/>
                      <a:pt x="77601" y="77508"/>
                    </a:cubicBezTo>
                    <a:cubicBezTo>
                      <a:pt x="86100" y="69009"/>
                      <a:pt x="90875" y="57480"/>
                      <a:pt x="90875" y="45461"/>
                    </a:cubicBezTo>
                    <a:cubicBezTo>
                      <a:pt x="90875" y="33441"/>
                      <a:pt x="86100" y="21912"/>
                      <a:pt x="77601" y="13413"/>
                    </a:cubicBezTo>
                    <a:cubicBezTo>
                      <a:pt x="69102" y="4914"/>
                      <a:pt x="57573" y="139"/>
                      <a:pt x="45553" y="139"/>
                    </a:cubicBezTo>
                    <a:cubicBezTo>
                      <a:pt x="33533" y="139"/>
                      <a:pt x="22004" y="4914"/>
                      <a:pt x="13505" y="13413"/>
                    </a:cubicBezTo>
                    <a:cubicBezTo>
                      <a:pt x="5006" y="21912"/>
                      <a:pt x="230" y="33441"/>
                      <a:pt x="230" y="45461"/>
                    </a:cubicBezTo>
                    <a:cubicBezTo>
                      <a:pt x="230" y="57480"/>
                      <a:pt x="5006" y="69009"/>
                      <a:pt x="13505" y="77508"/>
                    </a:cubicBezTo>
                    <a:cubicBezTo>
                      <a:pt x="22004" y="86007"/>
                      <a:pt x="33533" y="90783"/>
                      <a:pt x="45553" y="9078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2" name="任意多边形: 形状 3661"/>
              <p:cNvSpPr/>
              <p:nvPr/>
            </p:nvSpPr>
            <p:spPr>
              <a:xfrm>
                <a:off x="30271637" y="24088419"/>
                <a:ext cx="180000" cy="180000"/>
              </a:xfrm>
              <a:custGeom>
                <a:avLst/>
                <a:gdLst>
                  <a:gd name="csX0" fmla="*/ 45532 w 90645"/>
                  <a:gd name="csY0" fmla="*/ 90836 h 90643"/>
                  <a:gd name="csX1" fmla="*/ 77580 w 90645"/>
                  <a:gd name="csY1" fmla="*/ 77561 h 90643"/>
                  <a:gd name="csX2" fmla="*/ 90855 w 90645"/>
                  <a:gd name="csY2" fmla="*/ 45514 h 90643"/>
                  <a:gd name="csX3" fmla="*/ 77580 w 90645"/>
                  <a:gd name="csY3" fmla="*/ 13466 h 90643"/>
                  <a:gd name="csX4" fmla="*/ 45532 w 90645"/>
                  <a:gd name="csY4" fmla="*/ 192 h 90643"/>
                  <a:gd name="csX5" fmla="*/ 13484 w 90645"/>
                  <a:gd name="csY5" fmla="*/ 13466 h 90643"/>
                  <a:gd name="csX6" fmla="*/ 210 w 90645"/>
                  <a:gd name="csY6" fmla="*/ 45514 h 90643"/>
                  <a:gd name="csX7" fmla="*/ 13484 w 90645"/>
                  <a:gd name="csY7" fmla="*/ 77561 h 90643"/>
                  <a:gd name="csX8" fmla="*/ 45532 w 90645"/>
                  <a:gd name="csY8" fmla="*/ 908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2" y="90836"/>
                    </a:moveTo>
                    <a:cubicBezTo>
                      <a:pt x="57552" y="90836"/>
                      <a:pt x="69081" y="86060"/>
                      <a:pt x="77580" y="77561"/>
                    </a:cubicBezTo>
                    <a:cubicBezTo>
                      <a:pt x="86079" y="69062"/>
                      <a:pt x="90855" y="57533"/>
                      <a:pt x="90855" y="45514"/>
                    </a:cubicBezTo>
                    <a:cubicBezTo>
                      <a:pt x="90855" y="33494"/>
                      <a:pt x="86079" y="21965"/>
                      <a:pt x="77580" y="13466"/>
                    </a:cubicBezTo>
                    <a:cubicBezTo>
                      <a:pt x="69081" y="4967"/>
                      <a:pt x="57552" y="192"/>
                      <a:pt x="45532" y="192"/>
                    </a:cubicBezTo>
                    <a:cubicBezTo>
                      <a:pt x="33512" y="192"/>
                      <a:pt x="21983" y="4967"/>
                      <a:pt x="13484" y="13466"/>
                    </a:cubicBezTo>
                    <a:cubicBezTo>
                      <a:pt x="4985" y="21965"/>
                      <a:pt x="210" y="33494"/>
                      <a:pt x="210" y="45514"/>
                    </a:cubicBezTo>
                    <a:cubicBezTo>
                      <a:pt x="210" y="57533"/>
                      <a:pt x="4985" y="69062"/>
                      <a:pt x="13484" y="77561"/>
                    </a:cubicBezTo>
                    <a:cubicBezTo>
                      <a:pt x="21983" y="86060"/>
                      <a:pt x="33512" y="90836"/>
                      <a:pt x="45532" y="908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3" name="任意多边形: 形状 3662"/>
              <p:cNvSpPr/>
              <p:nvPr/>
            </p:nvSpPr>
            <p:spPr>
              <a:xfrm>
                <a:off x="29088603" y="21473587"/>
                <a:ext cx="180000" cy="180000"/>
              </a:xfrm>
              <a:custGeom>
                <a:avLst/>
                <a:gdLst>
                  <a:gd name="csX0" fmla="*/ 45495 w 90645"/>
                  <a:gd name="csY0" fmla="*/ 90754 h 90643"/>
                  <a:gd name="csX1" fmla="*/ 77543 w 90645"/>
                  <a:gd name="csY1" fmla="*/ 77479 h 90643"/>
                  <a:gd name="csX2" fmla="*/ 90818 w 90645"/>
                  <a:gd name="csY2" fmla="*/ 45432 h 90643"/>
                  <a:gd name="csX3" fmla="*/ 77543 w 90645"/>
                  <a:gd name="csY3" fmla="*/ 13385 h 90643"/>
                  <a:gd name="csX4" fmla="*/ 45495 w 90645"/>
                  <a:gd name="csY4" fmla="*/ 110 h 90643"/>
                  <a:gd name="csX5" fmla="*/ 13447 w 90645"/>
                  <a:gd name="csY5" fmla="*/ 13385 h 90643"/>
                  <a:gd name="csX6" fmla="*/ 173 w 90645"/>
                  <a:gd name="csY6" fmla="*/ 45432 h 90643"/>
                  <a:gd name="csX7" fmla="*/ 13447 w 90645"/>
                  <a:gd name="csY7" fmla="*/ 77479 h 90643"/>
                  <a:gd name="csX8" fmla="*/ 45495 w 90645"/>
                  <a:gd name="csY8" fmla="*/ 9075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5" y="90754"/>
                    </a:moveTo>
                    <a:cubicBezTo>
                      <a:pt x="57515" y="90754"/>
                      <a:pt x="69044" y="85979"/>
                      <a:pt x="77543" y="77479"/>
                    </a:cubicBezTo>
                    <a:cubicBezTo>
                      <a:pt x="86042" y="68980"/>
                      <a:pt x="90818" y="57452"/>
                      <a:pt x="90818" y="45432"/>
                    </a:cubicBezTo>
                    <a:cubicBezTo>
                      <a:pt x="90818" y="33412"/>
                      <a:pt x="86042" y="21884"/>
                      <a:pt x="77543" y="13385"/>
                    </a:cubicBezTo>
                    <a:cubicBezTo>
                      <a:pt x="69044" y="4885"/>
                      <a:pt x="57515" y="110"/>
                      <a:pt x="45495" y="110"/>
                    </a:cubicBezTo>
                    <a:cubicBezTo>
                      <a:pt x="33475" y="110"/>
                      <a:pt x="21946" y="4885"/>
                      <a:pt x="13447" y="13385"/>
                    </a:cubicBezTo>
                    <a:cubicBezTo>
                      <a:pt x="4948" y="21884"/>
                      <a:pt x="173" y="33412"/>
                      <a:pt x="173" y="45432"/>
                    </a:cubicBezTo>
                    <a:cubicBezTo>
                      <a:pt x="173" y="57452"/>
                      <a:pt x="4948" y="68980"/>
                      <a:pt x="13447" y="77479"/>
                    </a:cubicBezTo>
                    <a:cubicBezTo>
                      <a:pt x="21946" y="85979"/>
                      <a:pt x="33475" y="90754"/>
                      <a:pt x="45495" y="9075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4" name="任意多边形: 形状 3663"/>
              <p:cNvSpPr/>
              <p:nvPr/>
            </p:nvSpPr>
            <p:spPr>
              <a:xfrm>
                <a:off x="28908864" y="23911354"/>
                <a:ext cx="180000" cy="180000"/>
              </a:xfrm>
              <a:custGeom>
                <a:avLst/>
                <a:gdLst>
                  <a:gd name="csX0" fmla="*/ 45490 w 90645"/>
                  <a:gd name="csY0" fmla="*/ 90830 h 90643"/>
                  <a:gd name="csX1" fmla="*/ 77537 w 90645"/>
                  <a:gd name="csY1" fmla="*/ 77556 h 90643"/>
                  <a:gd name="csX2" fmla="*/ 90812 w 90645"/>
                  <a:gd name="csY2" fmla="*/ 45508 h 90643"/>
                  <a:gd name="csX3" fmla="*/ 77537 w 90645"/>
                  <a:gd name="csY3" fmla="*/ 13461 h 90643"/>
                  <a:gd name="csX4" fmla="*/ 45490 w 90645"/>
                  <a:gd name="csY4" fmla="*/ 186 h 90643"/>
                  <a:gd name="csX5" fmla="*/ 13442 w 90645"/>
                  <a:gd name="csY5" fmla="*/ 13461 h 90643"/>
                  <a:gd name="csX6" fmla="*/ 167 w 90645"/>
                  <a:gd name="csY6" fmla="*/ 45508 h 90643"/>
                  <a:gd name="csX7" fmla="*/ 13442 w 90645"/>
                  <a:gd name="csY7" fmla="*/ 77556 h 90643"/>
                  <a:gd name="csX8" fmla="*/ 45490 w 90645"/>
                  <a:gd name="csY8" fmla="*/ 9083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0" y="90830"/>
                    </a:moveTo>
                    <a:cubicBezTo>
                      <a:pt x="57509" y="90830"/>
                      <a:pt x="69038" y="86055"/>
                      <a:pt x="77537" y="77556"/>
                    </a:cubicBezTo>
                    <a:cubicBezTo>
                      <a:pt x="86037" y="69056"/>
                      <a:pt x="90812" y="57528"/>
                      <a:pt x="90812" y="45508"/>
                    </a:cubicBezTo>
                    <a:cubicBezTo>
                      <a:pt x="90812" y="33489"/>
                      <a:pt x="86037" y="21960"/>
                      <a:pt x="77537" y="13461"/>
                    </a:cubicBezTo>
                    <a:cubicBezTo>
                      <a:pt x="69038" y="4962"/>
                      <a:pt x="57509" y="186"/>
                      <a:pt x="45490" y="186"/>
                    </a:cubicBezTo>
                    <a:cubicBezTo>
                      <a:pt x="33470" y="186"/>
                      <a:pt x="21941" y="4962"/>
                      <a:pt x="13442" y="13461"/>
                    </a:cubicBezTo>
                    <a:cubicBezTo>
                      <a:pt x="4942" y="21960"/>
                      <a:pt x="167" y="33489"/>
                      <a:pt x="167" y="45508"/>
                    </a:cubicBezTo>
                    <a:cubicBezTo>
                      <a:pt x="167" y="57528"/>
                      <a:pt x="4942" y="69056"/>
                      <a:pt x="13442" y="77556"/>
                    </a:cubicBezTo>
                    <a:cubicBezTo>
                      <a:pt x="21941" y="86055"/>
                      <a:pt x="33470" y="90830"/>
                      <a:pt x="45490" y="9083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5" name="任意多边形: 形状 3664"/>
              <p:cNvSpPr/>
              <p:nvPr/>
            </p:nvSpPr>
            <p:spPr>
              <a:xfrm>
                <a:off x="30442097" y="21602852"/>
                <a:ext cx="180000" cy="180000"/>
              </a:xfrm>
              <a:custGeom>
                <a:avLst/>
                <a:gdLst>
                  <a:gd name="csX0" fmla="*/ 45537 w 90645"/>
                  <a:gd name="csY0" fmla="*/ 90758 h 90643"/>
                  <a:gd name="csX1" fmla="*/ 77585 w 90645"/>
                  <a:gd name="csY1" fmla="*/ 77484 h 90643"/>
                  <a:gd name="csX2" fmla="*/ 90860 w 90645"/>
                  <a:gd name="csY2" fmla="*/ 45436 h 90643"/>
                  <a:gd name="csX3" fmla="*/ 77585 w 90645"/>
                  <a:gd name="csY3" fmla="*/ 13389 h 90643"/>
                  <a:gd name="csX4" fmla="*/ 45537 w 90645"/>
                  <a:gd name="csY4" fmla="*/ 114 h 90643"/>
                  <a:gd name="csX5" fmla="*/ 13490 w 90645"/>
                  <a:gd name="csY5" fmla="*/ 13389 h 90643"/>
                  <a:gd name="csX6" fmla="*/ 215 w 90645"/>
                  <a:gd name="csY6" fmla="*/ 45436 h 90643"/>
                  <a:gd name="csX7" fmla="*/ 13490 w 90645"/>
                  <a:gd name="csY7" fmla="*/ 77484 h 90643"/>
                  <a:gd name="csX8" fmla="*/ 45537 w 90645"/>
                  <a:gd name="csY8" fmla="*/ 9075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7" y="90758"/>
                    </a:moveTo>
                    <a:cubicBezTo>
                      <a:pt x="57557" y="90758"/>
                      <a:pt x="69086" y="85983"/>
                      <a:pt x="77585" y="77484"/>
                    </a:cubicBezTo>
                    <a:cubicBezTo>
                      <a:pt x="86084" y="68984"/>
                      <a:pt x="90860" y="57456"/>
                      <a:pt x="90860" y="45436"/>
                    </a:cubicBezTo>
                    <a:cubicBezTo>
                      <a:pt x="90860" y="33417"/>
                      <a:pt x="86084" y="21888"/>
                      <a:pt x="77585" y="13389"/>
                    </a:cubicBezTo>
                    <a:cubicBezTo>
                      <a:pt x="69086" y="4889"/>
                      <a:pt x="57557" y="114"/>
                      <a:pt x="45537" y="114"/>
                    </a:cubicBezTo>
                    <a:cubicBezTo>
                      <a:pt x="33518" y="114"/>
                      <a:pt x="21989" y="4889"/>
                      <a:pt x="13490" y="13389"/>
                    </a:cubicBezTo>
                    <a:cubicBezTo>
                      <a:pt x="4990" y="21888"/>
                      <a:pt x="215" y="33417"/>
                      <a:pt x="215" y="45436"/>
                    </a:cubicBezTo>
                    <a:cubicBezTo>
                      <a:pt x="215" y="57456"/>
                      <a:pt x="4990" y="68984"/>
                      <a:pt x="13490" y="77484"/>
                    </a:cubicBezTo>
                    <a:cubicBezTo>
                      <a:pt x="21989" y="85983"/>
                      <a:pt x="33518" y="90758"/>
                      <a:pt x="45537" y="9075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6" name="任意多边形: 形状 3665"/>
              <p:cNvSpPr/>
              <p:nvPr/>
            </p:nvSpPr>
            <p:spPr>
              <a:xfrm>
                <a:off x="30869394" y="23714330"/>
                <a:ext cx="180000" cy="180000"/>
              </a:xfrm>
              <a:custGeom>
                <a:avLst/>
                <a:gdLst>
                  <a:gd name="csX0" fmla="*/ 45551 w 90645"/>
                  <a:gd name="csY0" fmla="*/ 90824 h 90643"/>
                  <a:gd name="csX1" fmla="*/ 77599 w 90645"/>
                  <a:gd name="csY1" fmla="*/ 77549 h 90643"/>
                  <a:gd name="csX2" fmla="*/ 90873 w 90645"/>
                  <a:gd name="csY2" fmla="*/ 45502 h 90643"/>
                  <a:gd name="csX3" fmla="*/ 77599 w 90645"/>
                  <a:gd name="csY3" fmla="*/ 13454 h 90643"/>
                  <a:gd name="csX4" fmla="*/ 45551 w 90645"/>
                  <a:gd name="csY4" fmla="*/ 180 h 90643"/>
                  <a:gd name="csX5" fmla="*/ 13503 w 90645"/>
                  <a:gd name="csY5" fmla="*/ 13454 h 90643"/>
                  <a:gd name="csX6" fmla="*/ 228 w 90645"/>
                  <a:gd name="csY6" fmla="*/ 45502 h 90643"/>
                  <a:gd name="csX7" fmla="*/ 13503 w 90645"/>
                  <a:gd name="csY7" fmla="*/ 77549 h 90643"/>
                  <a:gd name="csX8" fmla="*/ 45551 w 90645"/>
                  <a:gd name="csY8" fmla="*/ 9082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1" y="90824"/>
                    </a:moveTo>
                    <a:cubicBezTo>
                      <a:pt x="57570" y="90824"/>
                      <a:pt x="69099" y="86048"/>
                      <a:pt x="77599" y="77549"/>
                    </a:cubicBezTo>
                    <a:cubicBezTo>
                      <a:pt x="86098" y="69050"/>
                      <a:pt x="90873" y="57521"/>
                      <a:pt x="90873" y="45502"/>
                    </a:cubicBezTo>
                    <a:cubicBezTo>
                      <a:pt x="90873" y="33482"/>
                      <a:pt x="86098" y="21954"/>
                      <a:pt x="77599" y="13454"/>
                    </a:cubicBezTo>
                    <a:cubicBezTo>
                      <a:pt x="69099" y="4955"/>
                      <a:pt x="57570" y="180"/>
                      <a:pt x="45551" y="180"/>
                    </a:cubicBezTo>
                    <a:cubicBezTo>
                      <a:pt x="33531" y="180"/>
                      <a:pt x="22002" y="4955"/>
                      <a:pt x="13503" y="13454"/>
                    </a:cubicBezTo>
                    <a:cubicBezTo>
                      <a:pt x="5004" y="21954"/>
                      <a:pt x="228" y="33482"/>
                      <a:pt x="228" y="45502"/>
                    </a:cubicBezTo>
                    <a:cubicBezTo>
                      <a:pt x="228" y="57521"/>
                      <a:pt x="5004" y="69050"/>
                      <a:pt x="13503" y="77549"/>
                    </a:cubicBezTo>
                    <a:cubicBezTo>
                      <a:pt x="22002" y="86048"/>
                      <a:pt x="33531" y="90824"/>
                      <a:pt x="45551" y="9082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7" name="任意多边形: 形状 3666"/>
              <p:cNvSpPr/>
              <p:nvPr/>
            </p:nvSpPr>
            <p:spPr>
              <a:xfrm>
                <a:off x="28479391" y="22487802"/>
                <a:ext cx="180000" cy="180000"/>
              </a:xfrm>
              <a:custGeom>
                <a:avLst/>
                <a:gdLst>
                  <a:gd name="csX0" fmla="*/ 45476 w 90645"/>
                  <a:gd name="csY0" fmla="*/ 90786 h 90643"/>
                  <a:gd name="csX1" fmla="*/ 77524 w 90645"/>
                  <a:gd name="csY1" fmla="*/ 77511 h 90643"/>
                  <a:gd name="csX2" fmla="*/ 90799 w 90645"/>
                  <a:gd name="csY2" fmla="*/ 45464 h 90643"/>
                  <a:gd name="csX3" fmla="*/ 77524 w 90645"/>
                  <a:gd name="csY3" fmla="*/ 13416 h 90643"/>
                  <a:gd name="csX4" fmla="*/ 45476 w 90645"/>
                  <a:gd name="csY4" fmla="*/ 142 h 90643"/>
                  <a:gd name="csX5" fmla="*/ 13428 w 90645"/>
                  <a:gd name="csY5" fmla="*/ 13416 h 90643"/>
                  <a:gd name="csX6" fmla="*/ 154 w 90645"/>
                  <a:gd name="csY6" fmla="*/ 45464 h 90643"/>
                  <a:gd name="csX7" fmla="*/ 13428 w 90645"/>
                  <a:gd name="csY7" fmla="*/ 77511 h 90643"/>
                  <a:gd name="csX8" fmla="*/ 45476 w 90645"/>
                  <a:gd name="csY8" fmla="*/ 9078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6" y="90786"/>
                    </a:moveTo>
                    <a:cubicBezTo>
                      <a:pt x="57496" y="90786"/>
                      <a:pt x="69025" y="86010"/>
                      <a:pt x="77524" y="77511"/>
                    </a:cubicBezTo>
                    <a:cubicBezTo>
                      <a:pt x="86023" y="69012"/>
                      <a:pt x="90799" y="57483"/>
                      <a:pt x="90799" y="45464"/>
                    </a:cubicBezTo>
                    <a:cubicBezTo>
                      <a:pt x="90799" y="33444"/>
                      <a:pt x="86023" y="21915"/>
                      <a:pt x="77524" y="13416"/>
                    </a:cubicBezTo>
                    <a:cubicBezTo>
                      <a:pt x="69025" y="4917"/>
                      <a:pt x="57496" y="142"/>
                      <a:pt x="45476" y="142"/>
                    </a:cubicBezTo>
                    <a:cubicBezTo>
                      <a:pt x="33456" y="142"/>
                      <a:pt x="21927" y="4917"/>
                      <a:pt x="13428" y="13416"/>
                    </a:cubicBezTo>
                    <a:cubicBezTo>
                      <a:pt x="4929" y="21915"/>
                      <a:pt x="154" y="33444"/>
                      <a:pt x="154" y="45464"/>
                    </a:cubicBezTo>
                    <a:cubicBezTo>
                      <a:pt x="154" y="57483"/>
                      <a:pt x="4929" y="69012"/>
                      <a:pt x="13428" y="77511"/>
                    </a:cubicBezTo>
                    <a:cubicBezTo>
                      <a:pt x="21927" y="86010"/>
                      <a:pt x="33456" y="90786"/>
                      <a:pt x="45476" y="9078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8" name="任意多边形: 形状 3667"/>
              <p:cNvSpPr/>
              <p:nvPr/>
            </p:nvSpPr>
            <p:spPr>
              <a:xfrm>
                <a:off x="27831500" y="23127573"/>
                <a:ext cx="180000" cy="180000"/>
              </a:xfrm>
              <a:custGeom>
                <a:avLst/>
                <a:gdLst>
                  <a:gd name="csX0" fmla="*/ 45456 w 90645"/>
                  <a:gd name="csY0" fmla="*/ 90806 h 90643"/>
                  <a:gd name="csX1" fmla="*/ 77504 w 90645"/>
                  <a:gd name="csY1" fmla="*/ 77531 h 90643"/>
                  <a:gd name="csX2" fmla="*/ 90778 w 90645"/>
                  <a:gd name="csY2" fmla="*/ 45484 h 90643"/>
                  <a:gd name="csX3" fmla="*/ 77504 w 90645"/>
                  <a:gd name="csY3" fmla="*/ 13436 h 90643"/>
                  <a:gd name="csX4" fmla="*/ 45456 w 90645"/>
                  <a:gd name="csY4" fmla="*/ 162 h 90643"/>
                  <a:gd name="csX5" fmla="*/ 13408 w 90645"/>
                  <a:gd name="csY5" fmla="*/ 13436 h 90643"/>
                  <a:gd name="csX6" fmla="*/ 133 w 90645"/>
                  <a:gd name="csY6" fmla="*/ 45484 h 90643"/>
                  <a:gd name="csX7" fmla="*/ 13408 w 90645"/>
                  <a:gd name="csY7" fmla="*/ 77531 h 90643"/>
                  <a:gd name="csX8" fmla="*/ 45456 w 90645"/>
                  <a:gd name="csY8" fmla="*/ 9080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56" y="90806"/>
                    </a:moveTo>
                    <a:cubicBezTo>
                      <a:pt x="57476" y="90806"/>
                      <a:pt x="69005" y="86030"/>
                      <a:pt x="77504" y="77531"/>
                    </a:cubicBezTo>
                    <a:cubicBezTo>
                      <a:pt x="86003" y="69032"/>
                      <a:pt x="90778" y="57503"/>
                      <a:pt x="90778" y="45484"/>
                    </a:cubicBezTo>
                    <a:cubicBezTo>
                      <a:pt x="90778" y="33464"/>
                      <a:pt x="86003" y="21935"/>
                      <a:pt x="77504" y="13436"/>
                    </a:cubicBezTo>
                    <a:cubicBezTo>
                      <a:pt x="69005" y="4937"/>
                      <a:pt x="57476" y="162"/>
                      <a:pt x="45456" y="162"/>
                    </a:cubicBezTo>
                    <a:cubicBezTo>
                      <a:pt x="33436" y="162"/>
                      <a:pt x="21907" y="4937"/>
                      <a:pt x="13408" y="13436"/>
                    </a:cubicBezTo>
                    <a:cubicBezTo>
                      <a:pt x="4909" y="21935"/>
                      <a:pt x="133" y="33464"/>
                      <a:pt x="133" y="45484"/>
                    </a:cubicBezTo>
                    <a:cubicBezTo>
                      <a:pt x="133" y="57503"/>
                      <a:pt x="4909" y="69032"/>
                      <a:pt x="13408" y="77531"/>
                    </a:cubicBezTo>
                    <a:cubicBezTo>
                      <a:pt x="21907" y="86030"/>
                      <a:pt x="33436" y="90806"/>
                      <a:pt x="45456" y="9080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69" name="任意多边形: 形状 3668"/>
              <p:cNvSpPr/>
              <p:nvPr/>
            </p:nvSpPr>
            <p:spPr>
              <a:xfrm>
                <a:off x="33689528" y="22590802"/>
                <a:ext cx="180000" cy="180000"/>
              </a:xfrm>
              <a:custGeom>
                <a:avLst/>
                <a:gdLst>
                  <a:gd name="csX0" fmla="*/ 45639 w 90645"/>
                  <a:gd name="csY0" fmla="*/ 90789 h 90643"/>
                  <a:gd name="csX1" fmla="*/ 77687 w 90645"/>
                  <a:gd name="csY1" fmla="*/ 77514 h 90643"/>
                  <a:gd name="csX2" fmla="*/ 90961 w 90645"/>
                  <a:gd name="csY2" fmla="*/ 45467 h 90643"/>
                  <a:gd name="csX3" fmla="*/ 77687 w 90645"/>
                  <a:gd name="csY3" fmla="*/ 13419 h 90643"/>
                  <a:gd name="csX4" fmla="*/ 45639 w 90645"/>
                  <a:gd name="csY4" fmla="*/ 145 h 90643"/>
                  <a:gd name="csX5" fmla="*/ 13591 w 90645"/>
                  <a:gd name="csY5" fmla="*/ 13419 h 90643"/>
                  <a:gd name="csX6" fmla="*/ 316 w 90645"/>
                  <a:gd name="csY6" fmla="*/ 45467 h 90643"/>
                  <a:gd name="csX7" fmla="*/ 13591 w 90645"/>
                  <a:gd name="csY7" fmla="*/ 77514 h 90643"/>
                  <a:gd name="csX8" fmla="*/ 45639 w 90645"/>
                  <a:gd name="csY8" fmla="*/ 9078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39" y="90789"/>
                    </a:moveTo>
                    <a:cubicBezTo>
                      <a:pt x="57658" y="90789"/>
                      <a:pt x="69187" y="86013"/>
                      <a:pt x="77687" y="77514"/>
                    </a:cubicBezTo>
                    <a:cubicBezTo>
                      <a:pt x="86186" y="69015"/>
                      <a:pt x="90961" y="57486"/>
                      <a:pt x="90961" y="45467"/>
                    </a:cubicBezTo>
                    <a:cubicBezTo>
                      <a:pt x="90961" y="33447"/>
                      <a:pt x="86186" y="21918"/>
                      <a:pt x="77687" y="13419"/>
                    </a:cubicBezTo>
                    <a:cubicBezTo>
                      <a:pt x="69187" y="4920"/>
                      <a:pt x="57658" y="145"/>
                      <a:pt x="45639" y="145"/>
                    </a:cubicBezTo>
                    <a:cubicBezTo>
                      <a:pt x="33619" y="145"/>
                      <a:pt x="22090" y="4920"/>
                      <a:pt x="13591" y="13419"/>
                    </a:cubicBezTo>
                    <a:cubicBezTo>
                      <a:pt x="5092" y="21918"/>
                      <a:pt x="316" y="33447"/>
                      <a:pt x="316" y="45467"/>
                    </a:cubicBezTo>
                    <a:cubicBezTo>
                      <a:pt x="316" y="57486"/>
                      <a:pt x="5092" y="69015"/>
                      <a:pt x="13591" y="77514"/>
                    </a:cubicBezTo>
                    <a:cubicBezTo>
                      <a:pt x="22090" y="86013"/>
                      <a:pt x="33619" y="90789"/>
                      <a:pt x="45639" y="9078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0" name="任意多边形: 形状 3669"/>
              <p:cNvSpPr/>
              <p:nvPr/>
            </p:nvSpPr>
            <p:spPr>
              <a:xfrm>
                <a:off x="30103837" y="25513740"/>
                <a:ext cx="180000" cy="180000"/>
              </a:xfrm>
              <a:custGeom>
                <a:avLst/>
                <a:gdLst>
                  <a:gd name="csX0" fmla="*/ 45527 w 90645"/>
                  <a:gd name="csY0" fmla="*/ 90880 h 90643"/>
                  <a:gd name="csX1" fmla="*/ 77575 w 90645"/>
                  <a:gd name="csY1" fmla="*/ 77606 h 90643"/>
                  <a:gd name="csX2" fmla="*/ 90849 w 90645"/>
                  <a:gd name="csY2" fmla="*/ 45558 h 90643"/>
                  <a:gd name="csX3" fmla="*/ 77575 w 90645"/>
                  <a:gd name="csY3" fmla="*/ 13511 h 90643"/>
                  <a:gd name="csX4" fmla="*/ 45527 w 90645"/>
                  <a:gd name="csY4" fmla="*/ 236 h 90643"/>
                  <a:gd name="csX5" fmla="*/ 13479 w 90645"/>
                  <a:gd name="csY5" fmla="*/ 13511 h 90643"/>
                  <a:gd name="csX6" fmla="*/ 204 w 90645"/>
                  <a:gd name="csY6" fmla="*/ 45558 h 90643"/>
                  <a:gd name="csX7" fmla="*/ 13479 w 90645"/>
                  <a:gd name="csY7" fmla="*/ 77606 h 90643"/>
                  <a:gd name="csX8" fmla="*/ 45527 w 90645"/>
                  <a:gd name="csY8" fmla="*/ 9088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7" y="90880"/>
                    </a:moveTo>
                    <a:cubicBezTo>
                      <a:pt x="57546" y="90880"/>
                      <a:pt x="69075" y="86105"/>
                      <a:pt x="77575" y="77606"/>
                    </a:cubicBezTo>
                    <a:cubicBezTo>
                      <a:pt x="86074" y="69106"/>
                      <a:pt x="90849" y="57578"/>
                      <a:pt x="90849" y="45558"/>
                    </a:cubicBezTo>
                    <a:cubicBezTo>
                      <a:pt x="90849" y="33539"/>
                      <a:pt x="86074" y="22010"/>
                      <a:pt x="77575" y="13511"/>
                    </a:cubicBezTo>
                    <a:cubicBezTo>
                      <a:pt x="69075" y="5012"/>
                      <a:pt x="57546" y="236"/>
                      <a:pt x="45527" y="236"/>
                    </a:cubicBezTo>
                    <a:cubicBezTo>
                      <a:pt x="33507" y="236"/>
                      <a:pt x="21978" y="5012"/>
                      <a:pt x="13479" y="13511"/>
                    </a:cubicBezTo>
                    <a:cubicBezTo>
                      <a:pt x="4980" y="22010"/>
                      <a:pt x="204" y="33539"/>
                      <a:pt x="204" y="45558"/>
                    </a:cubicBezTo>
                    <a:cubicBezTo>
                      <a:pt x="204" y="57578"/>
                      <a:pt x="4980" y="69106"/>
                      <a:pt x="13479" y="77606"/>
                    </a:cubicBezTo>
                    <a:cubicBezTo>
                      <a:pt x="21978" y="86105"/>
                      <a:pt x="33507" y="90880"/>
                      <a:pt x="45527" y="9088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1" name="任意多边形: 形状 3670"/>
              <p:cNvSpPr/>
              <p:nvPr/>
            </p:nvSpPr>
            <p:spPr>
              <a:xfrm>
                <a:off x="29708738" y="20900912"/>
                <a:ext cx="180000" cy="180000"/>
              </a:xfrm>
              <a:custGeom>
                <a:avLst/>
                <a:gdLst>
                  <a:gd name="csX0" fmla="*/ 45514 w 90645"/>
                  <a:gd name="csY0" fmla="*/ 90736 h 90643"/>
                  <a:gd name="csX1" fmla="*/ 77562 w 90645"/>
                  <a:gd name="csY1" fmla="*/ 77462 h 90643"/>
                  <a:gd name="csX2" fmla="*/ 90837 w 90645"/>
                  <a:gd name="csY2" fmla="*/ 45414 h 90643"/>
                  <a:gd name="csX3" fmla="*/ 77562 w 90645"/>
                  <a:gd name="csY3" fmla="*/ 13367 h 90643"/>
                  <a:gd name="csX4" fmla="*/ 45514 w 90645"/>
                  <a:gd name="csY4" fmla="*/ 92 h 90643"/>
                  <a:gd name="csX5" fmla="*/ 13467 w 90645"/>
                  <a:gd name="csY5" fmla="*/ 13367 h 90643"/>
                  <a:gd name="csX6" fmla="*/ 192 w 90645"/>
                  <a:gd name="csY6" fmla="*/ 45414 h 90643"/>
                  <a:gd name="csX7" fmla="*/ 13467 w 90645"/>
                  <a:gd name="csY7" fmla="*/ 77462 h 90643"/>
                  <a:gd name="csX8" fmla="*/ 45514 w 90645"/>
                  <a:gd name="csY8" fmla="*/ 907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4" y="90736"/>
                    </a:moveTo>
                    <a:cubicBezTo>
                      <a:pt x="57534" y="90736"/>
                      <a:pt x="69063" y="85961"/>
                      <a:pt x="77562" y="77462"/>
                    </a:cubicBezTo>
                    <a:cubicBezTo>
                      <a:pt x="86062" y="68963"/>
                      <a:pt x="90837" y="57434"/>
                      <a:pt x="90837" y="45414"/>
                    </a:cubicBezTo>
                    <a:cubicBezTo>
                      <a:pt x="90837" y="33395"/>
                      <a:pt x="86062" y="21866"/>
                      <a:pt x="77562" y="13367"/>
                    </a:cubicBezTo>
                    <a:cubicBezTo>
                      <a:pt x="69063" y="4868"/>
                      <a:pt x="57534" y="92"/>
                      <a:pt x="45514" y="92"/>
                    </a:cubicBezTo>
                    <a:cubicBezTo>
                      <a:pt x="33495" y="92"/>
                      <a:pt x="21966" y="4868"/>
                      <a:pt x="13467" y="13367"/>
                    </a:cubicBezTo>
                    <a:cubicBezTo>
                      <a:pt x="4967" y="21866"/>
                      <a:pt x="192" y="33395"/>
                      <a:pt x="192" y="45414"/>
                    </a:cubicBezTo>
                    <a:cubicBezTo>
                      <a:pt x="192" y="57434"/>
                      <a:pt x="4967" y="68963"/>
                      <a:pt x="13467" y="77462"/>
                    </a:cubicBezTo>
                    <a:cubicBezTo>
                      <a:pt x="21966" y="85961"/>
                      <a:pt x="33495" y="90736"/>
                      <a:pt x="45514" y="907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2" name="任意多边形: 形状 3671"/>
              <p:cNvSpPr/>
              <p:nvPr/>
            </p:nvSpPr>
            <p:spPr>
              <a:xfrm>
                <a:off x="29508812" y="23463974"/>
                <a:ext cx="180000" cy="180000"/>
              </a:xfrm>
              <a:custGeom>
                <a:avLst/>
                <a:gdLst>
                  <a:gd name="csX0" fmla="*/ 45508 w 90645"/>
                  <a:gd name="csY0" fmla="*/ 90816 h 90643"/>
                  <a:gd name="csX1" fmla="*/ 77556 w 90645"/>
                  <a:gd name="csY1" fmla="*/ 77542 h 90643"/>
                  <a:gd name="csX2" fmla="*/ 90831 w 90645"/>
                  <a:gd name="csY2" fmla="*/ 45494 h 90643"/>
                  <a:gd name="csX3" fmla="*/ 77556 w 90645"/>
                  <a:gd name="csY3" fmla="*/ 13447 h 90643"/>
                  <a:gd name="csX4" fmla="*/ 45508 w 90645"/>
                  <a:gd name="csY4" fmla="*/ 172 h 90643"/>
                  <a:gd name="csX5" fmla="*/ 13460 w 90645"/>
                  <a:gd name="csY5" fmla="*/ 13447 h 90643"/>
                  <a:gd name="csX6" fmla="*/ 186 w 90645"/>
                  <a:gd name="csY6" fmla="*/ 45494 h 90643"/>
                  <a:gd name="csX7" fmla="*/ 13460 w 90645"/>
                  <a:gd name="csY7" fmla="*/ 77542 h 90643"/>
                  <a:gd name="csX8" fmla="*/ 45508 w 90645"/>
                  <a:gd name="csY8" fmla="*/ 9081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8" y="90816"/>
                    </a:moveTo>
                    <a:cubicBezTo>
                      <a:pt x="57528" y="90816"/>
                      <a:pt x="69057" y="86041"/>
                      <a:pt x="77556" y="77542"/>
                    </a:cubicBezTo>
                    <a:cubicBezTo>
                      <a:pt x="86055" y="69042"/>
                      <a:pt x="90831" y="57514"/>
                      <a:pt x="90831" y="45494"/>
                    </a:cubicBezTo>
                    <a:cubicBezTo>
                      <a:pt x="90831" y="33475"/>
                      <a:pt x="86055" y="21946"/>
                      <a:pt x="77556" y="13447"/>
                    </a:cubicBezTo>
                    <a:cubicBezTo>
                      <a:pt x="69057" y="4948"/>
                      <a:pt x="57528" y="172"/>
                      <a:pt x="45508" y="172"/>
                    </a:cubicBezTo>
                    <a:cubicBezTo>
                      <a:pt x="33489" y="172"/>
                      <a:pt x="21960" y="4948"/>
                      <a:pt x="13460" y="13447"/>
                    </a:cubicBezTo>
                    <a:cubicBezTo>
                      <a:pt x="4961" y="21946"/>
                      <a:pt x="186" y="33475"/>
                      <a:pt x="186" y="45494"/>
                    </a:cubicBezTo>
                    <a:cubicBezTo>
                      <a:pt x="186" y="57514"/>
                      <a:pt x="4961" y="69042"/>
                      <a:pt x="13460" y="77542"/>
                    </a:cubicBezTo>
                    <a:cubicBezTo>
                      <a:pt x="21960" y="86041"/>
                      <a:pt x="33489" y="90816"/>
                      <a:pt x="45508" y="9081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3" name="任意多边形: 形状 3672"/>
              <p:cNvSpPr/>
              <p:nvPr/>
            </p:nvSpPr>
            <p:spPr>
              <a:xfrm>
                <a:off x="29880731" y="22232485"/>
                <a:ext cx="180000" cy="180000"/>
              </a:xfrm>
              <a:custGeom>
                <a:avLst/>
                <a:gdLst>
                  <a:gd name="csX0" fmla="*/ 45520 w 90645"/>
                  <a:gd name="csY0" fmla="*/ 90778 h 90643"/>
                  <a:gd name="csX1" fmla="*/ 77568 w 90645"/>
                  <a:gd name="csY1" fmla="*/ 77503 h 90643"/>
                  <a:gd name="csX2" fmla="*/ 90842 w 90645"/>
                  <a:gd name="csY2" fmla="*/ 45456 h 90643"/>
                  <a:gd name="csX3" fmla="*/ 77568 w 90645"/>
                  <a:gd name="csY3" fmla="*/ 13408 h 90643"/>
                  <a:gd name="csX4" fmla="*/ 45520 w 90645"/>
                  <a:gd name="csY4" fmla="*/ 134 h 90643"/>
                  <a:gd name="csX5" fmla="*/ 13472 w 90645"/>
                  <a:gd name="csY5" fmla="*/ 13408 h 90643"/>
                  <a:gd name="csX6" fmla="*/ 197 w 90645"/>
                  <a:gd name="csY6" fmla="*/ 45456 h 90643"/>
                  <a:gd name="csX7" fmla="*/ 13472 w 90645"/>
                  <a:gd name="csY7" fmla="*/ 77503 h 90643"/>
                  <a:gd name="csX8" fmla="*/ 45520 w 90645"/>
                  <a:gd name="csY8" fmla="*/ 9077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0" y="90778"/>
                    </a:moveTo>
                    <a:cubicBezTo>
                      <a:pt x="57540" y="90778"/>
                      <a:pt x="69069" y="86002"/>
                      <a:pt x="77568" y="77503"/>
                    </a:cubicBezTo>
                    <a:cubicBezTo>
                      <a:pt x="86067" y="69004"/>
                      <a:pt x="90842" y="57475"/>
                      <a:pt x="90842" y="45456"/>
                    </a:cubicBezTo>
                    <a:cubicBezTo>
                      <a:pt x="90842" y="33436"/>
                      <a:pt x="86067" y="21907"/>
                      <a:pt x="77568" y="13408"/>
                    </a:cubicBezTo>
                    <a:cubicBezTo>
                      <a:pt x="69069" y="4909"/>
                      <a:pt x="57540" y="134"/>
                      <a:pt x="45520" y="134"/>
                    </a:cubicBezTo>
                    <a:cubicBezTo>
                      <a:pt x="33500" y="134"/>
                      <a:pt x="21971" y="4909"/>
                      <a:pt x="13472" y="13408"/>
                    </a:cubicBezTo>
                    <a:cubicBezTo>
                      <a:pt x="4973" y="21907"/>
                      <a:pt x="197" y="33436"/>
                      <a:pt x="197" y="45456"/>
                    </a:cubicBezTo>
                    <a:cubicBezTo>
                      <a:pt x="197" y="57475"/>
                      <a:pt x="4973" y="69004"/>
                      <a:pt x="13472" y="77503"/>
                    </a:cubicBezTo>
                    <a:cubicBezTo>
                      <a:pt x="21971" y="86002"/>
                      <a:pt x="33500" y="90778"/>
                      <a:pt x="45520" y="9077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4" name="任意多边形: 形状 3673"/>
              <p:cNvSpPr/>
              <p:nvPr/>
            </p:nvSpPr>
            <p:spPr>
              <a:xfrm>
                <a:off x="31830568" y="24186050"/>
                <a:ext cx="180000" cy="180000"/>
              </a:xfrm>
              <a:custGeom>
                <a:avLst/>
                <a:gdLst>
                  <a:gd name="csX0" fmla="*/ 45581 w 90645"/>
                  <a:gd name="csY0" fmla="*/ 90839 h 90643"/>
                  <a:gd name="csX1" fmla="*/ 77629 w 90645"/>
                  <a:gd name="csY1" fmla="*/ 77564 h 90643"/>
                  <a:gd name="csX2" fmla="*/ 90903 w 90645"/>
                  <a:gd name="csY2" fmla="*/ 45517 h 90643"/>
                  <a:gd name="csX3" fmla="*/ 77629 w 90645"/>
                  <a:gd name="csY3" fmla="*/ 13469 h 90643"/>
                  <a:gd name="csX4" fmla="*/ 45581 w 90645"/>
                  <a:gd name="csY4" fmla="*/ 195 h 90643"/>
                  <a:gd name="csX5" fmla="*/ 13533 w 90645"/>
                  <a:gd name="csY5" fmla="*/ 13469 h 90643"/>
                  <a:gd name="csX6" fmla="*/ 258 w 90645"/>
                  <a:gd name="csY6" fmla="*/ 45517 h 90643"/>
                  <a:gd name="csX7" fmla="*/ 13533 w 90645"/>
                  <a:gd name="csY7" fmla="*/ 77564 h 90643"/>
                  <a:gd name="csX8" fmla="*/ 45581 w 90645"/>
                  <a:gd name="csY8" fmla="*/ 90839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81" y="90839"/>
                    </a:moveTo>
                    <a:cubicBezTo>
                      <a:pt x="57600" y="90839"/>
                      <a:pt x="69129" y="86063"/>
                      <a:pt x="77629" y="77564"/>
                    </a:cubicBezTo>
                    <a:cubicBezTo>
                      <a:pt x="86128" y="69065"/>
                      <a:pt x="90903" y="57536"/>
                      <a:pt x="90903" y="45517"/>
                    </a:cubicBezTo>
                    <a:cubicBezTo>
                      <a:pt x="90903" y="33497"/>
                      <a:pt x="86128" y="21968"/>
                      <a:pt x="77629" y="13469"/>
                    </a:cubicBezTo>
                    <a:cubicBezTo>
                      <a:pt x="69129" y="4970"/>
                      <a:pt x="57600" y="195"/>
                      <a:pt x="45581" y="195"/>
                    </a:cubicBezTo>
                    <a:cubicBezTo>
                      <a:pt x="33561" y="195"/>
                      <a:pt x="22032" y="4970"/>
                      <a:pt x="13533" y="13469"/>
                    </a:cubicBezTo>
                    <a:cubicBezTo>
                      <a:pt x="5034" y="21968"/>
                      <a:pt x="258" y="33497"/>
                      <a:pt x="258" y="45517"/>
                    </a:cubicBezTo>
                    <a:cubicBezTo>
                      <a:pt x="258" y="57536"/>
                      <a:pt x="5034" y="69065"/>
                      <a:pt x="13533" y="77564"/>
                    </a:cubicBezTo>
                    <a:cubicBezTo>
                      <a:pt x="22032" y="86063"/>
                      <a:pt x="33561" y="90839"/>
                      <a:pt x="45581" y="90839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5" name="任意多边形: 形状 3674"/>
              <p:cNvSpPr/>
              <p:nvPr/>
            </p:nvSpPr>
            <p:spPr>
              <a:xfrm>
                <a:off x="26830508" y="21907615"/>
                <a:ext cx="180000" cy="180000"/>
              </a:xfrm>
              <a:custGeom>
                <a:avLst/>
                <a:gdLst>
                  <a:gd name="csX0" fmla="*/ 45425 w 90645"/>
                  <a:gd name="csY0" fmla="*/ 90768 h 90643"/>
                  <a:gd name="csX1" fmla="*/ 77473 w 90645"/>
                  <a:gd name="csY1" fmla="*/ 77493 h 90643"/>
                  <a:gd name="csX2" fmla="*/ 90747 w 90645"/>
                  <a:gd name="csY2" fmla="*/ 45446 h 90643"/>
                  <a:gd name="csX3" fmla="*/ 77473 w 90645"/>
                  <a:gd name="csY3" fmla="*/ 13398 h 90643"/>
                  <a:gd name="csX4" fmla="*/ 45425 w 90645"/>
                  <a:gd name="csY4" fmla="*/ 124 h 90643"/>
                  <a:gd name="csX5" fmla="*/ 13377 w 90645"/>
                  <a:gd name="csY5" fmla="*/ 13398 h 90643"/>
                  <a:gd name="csX6" fmla="*/ 102 w 90645"/>
                  <a:gd name="csY6" fmla="*/ 45446 h 90643"/>
                  <a:gd name="csX7" fmla="*/ 13377 w 90645"/>
                  <a:gd name="csY7" fmla="*/ 77493 h 90643"/>
                  <a:gd name="csX8" fmla="*/ 45425 w 90645"/>
                  <a:gd name="csY8" fmla="*/ 9076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25" y="90768"/>
                    </a:moveTo>
                    <a:cubicBezTo>
                      <a:pt x="57444" y="90768"/>
                      <a:pt x="68973" y="85992"/>
                      <a:pt x="77473" y="77493"/>
                    </a:cubicBezTo>
                    <a:cubicBezTo>
                      <a:pt x="85972" y="68994"/>
                      <a:pt x="90747" y="57465"/>
                      <a:pt x="90747" y="45446"/>
                    </a:cubicBezTo>
                    <a:cubicBezTo>
                      <a:pt x="90747" y="33426"/>
                      <a:pt x="85972" y="21897"/>
                      <a:pt x="77473" y="13398"/>
                    </a:cubicBezTo>
                    <a:cubicBezTo>
                      <a:pt x="68973" y="4899"/>
                      <a:pt x="57444" y="124"/>
                      <a:pt x="45425" y="124"/>
                    </a:cubicBezTo>
                    <a:cubicBezTo>
                      <a:pt x="33405" y="124"/>
                      <a:pt x="21876" y="4899"/>
                      <a:pt x="13377" y="13398"/>
                    </a:cubicBezTo>
                    <a:cubicBezTo>
                      <a:pt x="4878" y="21897"/>
                      <a:pt x="102" y="33426"/>
                      <a:pt x="102" y="45446"/>
                    </a:cubicBezTo>
                    <a:cubicBezTo>
                      <a:pt x="102" y="57465"/>
                      <a:pt x="4878" y="68994"/>
                      <a:pt x="13377" y="77493"/>
                    </a:cubicBezTo>
                    <a:cubicBezTo>
                      <a:pt x="21876" y="85992"/>
                      <a:pt x="33405" y="90768"/>
                      <a:pt x="45425" y="9076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6" name="任意多边形: 形状 3675"/>
              <p:cNvSpPr/>
              <p:nvPr/>
            </p:nvSpPr>
            <p:spPr>
              <a:xfrm>
                <a:off x="28814084" y="24807284"/>
                <a:ext cx="180000" cy="180000"/>
              </a:xfrm>
              <a:custGeom>
                <a:avLst/>
                <a:gdLst>
                  <a:gd name="csX0" fmla="*/ 45487 w 90645"/>
                  <a:gd name="csY0" fmla="*/ 90858 h 90643"/>
                  <a:gd name="csX1" fmla="*/ 77534 w 90645"/>
                  <a:gd name="csY1" fmla="*/ 77583 h 90643"/>
                  <a:gd name="csX2" fmla="*/ 90809 w 90645"/>
                  <a:gd name="csY2" fmla="*/ 45536 h 90643"/>
                  <a:gd name="csX3" fmla="*/ 77534 w 90645"/>
                  <a:gd name="csY3" fmla="*/ 13489 h 90643"/>
                  <a:gd name="csX4" fmla="*/ 45487 w 90645"/>
                  <a:gd name="csY4" fmla="*/ 214 h 90643"/>
                  <a:gd name="csX5" fmla="*/ 13439 w 90645"/>
                  <a:gd name="csY5" fmla="*/ 13489 h 90643"/>
                  <a:gd name="csX6" fmla="*/ 164 w 90645"/>
                  <a:gd name="csY6" fmla="*/ 45536 h 90643"/>
                  <a:gd name="csX7" fmla="*/ 13439 w 90645"/>
                  <a:gd name="csY7" fmla="*/ 77583 h 90643"/>
                  <a:gd name="csX8" fmla="*/ 45487 w 90645"/>
                  <a:gd name="csY8" fmla="*/ 9085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7" y="90858"/>
                    </a:moveTo>
                    <a:cubicBezTo>
                      <a:pt x="57506" y="90858"/>
                      <a:pt x="69035" y="86083"/>
                      <a:pt x="77534" y="77583"/>
                    </a:cubicBezTo>
                    <a:cubicBezTo>
                      <a:pt x="86034" y="69084"/>
                      <a:pt x="90809" y="57556"/>
                      <a:pt x="90809" y="45536"/>
                    </a:cubicBezTo>
                    <a:cubicBezTo>
                      <a:pt x="90809" y="33516"/>
                      <a:pt x="86034" y="21988"/>
                      <a:pt x="77534" y="13489"/>
                    </a:cubicBezTo>
                    <a:cubicBezTo>
                      <a:pt x="69035" y="4989"/>
                      <a:pt x="57506" y="214"/>
                      <a:pt x="45487" y="214"/>
                    </a:cubicBezTo>
                    <a:cubicBezTo>
                      <a:pt x="33467" y="214"/>
                      <a:pt x="21938" y="4989"/>
                      <a:pt x="13439" y="13489"/>
                    </a:cubicBezTo>
                    <a:cubicBezTo>
                      <a:pt x="4940" y="21988"/>
                      <a:pt x="164" y="33516"/>
                      <a:pt x="164" y="45536"/>
                    </a:cubicBezTo>
                    <a:cubicBezTo>
                      <a:pt x="164" y="57556"/>
                      <a:pt x="4940" y="69084"/>
                      <a:pt x="13439" y="77583"/>
                    </a:cubicBezTo>
                    <a:cubicBezTo>
                      <a:pt x="21938" y="86083"/>
                      <a:pt x="33467" y="90858"/>
                      <a:pt x="45487" y="9085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7" name="任意多边形: 形状 3676"/>
              <p:cNvSpPr/>
              <p:nvPr/>
            </p:nvSpPr>
            <p:spPr>
              <a:xfrm>
                <a:off x="31167686" y="19571252"/>
                <a:ext cx="180000" cy="180000"/>
              </a:xfrm>
              <a:custGeom>
                <a:avLst/>
                <a:gdLst>
                  <a:gd name="csX0" fmla="*/ 45560 w 90645"/>
                  <a:gd name="csY0" fmla="*/ 90695 h 90643"/>
                  <a:gd name="csX1" fmla="*/ 77608 w 90645"/>
                  <a:gd name="csY1" fmla="*/ 77420 h 90643"/>
                  <a:gd name="csX2" fmla="*/ 90883 w 90645"/>
                  <a:gd name="csY2" fmla="*/ 45373 h 90643"/>
                  <a:gd name="csX3" fmla="*/ 77608 w 90645"/>
                  <a:gd name="csY3" fmla="*/ 13325 h 90643"/>
                  <a:gd name="csX4" fmla="*/ 45560 w 90645"/>
                  <a:gd name="csY4" fmla="*/ 51 h 90643"/>
                  <a:gd name="csX5" fmla="*/ 13512 w 90645"/>
                  <a:gd name="csY5" fmla="*/ 13325 h 90643"/>
                  <a:gd name="csX6" fmla="*/ 237 w 90645"/>
                  <a:gd name="csY6" fmla="*/ 45373 h 90643"/>
                  <a:gd name="csX7" fmla="*/ 13512 w 90645"/>
                  <a:gd name="csY7" fmla="*/ 77420 h 90643"/>
                  <a:gd name="csX8" fmla="*/ 45560 w 90645"/>
                  <a:gd name="csY8" fmla="*/ 9069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60" y="90695"/>
                    </a:moveTo>
                    <a:cubicBezTo>
                      <a:pt x="57580" y="90695"/>
                      <a:pt x="69109" y="85919"/>
                      <a:pt x="77608" y="77420"/>
                    </a:cubicBezTo>
                    <a:cubicBezTo>
                      <a:pt x="86107" y="68921"/>
                      <a:pt x="90883" y="57392"/>
                      <a:pt x="90883" y="45373"/>
                    </a:cubicBezTo>
                    <a:cubicBezTo>
                      <a:pt x="90883" y="33353"/>
                      <a:pt x="86107" y="21824"/>
                      <a:pt x="77608" y="13325"/>
                    </a:cubicBezTo>
                    <a:cubicBezTo>
                      <a:pt x="69109" y="4826"/>
                      <a:pt x="57580" y="51"/>
                      <a:pt x="45560" y="51"/>
                    </a:cubicBezTo>
                    <a:cubicBezTo>
                      <a:pt x="33540" y="51"/>
                      <a:pt x="22011" y="4826"/>
                      <a:pt x="13512" y="13325"/>
                    </a:cubicBezTo>
                    <a:cubicBezTo>
                      <a:pt x="5013" y="21824"/>
                      <a:pt x="237" y="33353"/>
                      <a:pt x="237" y="45373"/>
                    </a:cubicBezTo>
                    <a:cubicBezTo>
                      <a:pt x="237" y="57392"/>
                      <a:pt x="5013" y="68921"/>
                      <a:pt x="13512" y="77420"/>
                    </a:cubicBezTo>
                    <a:cubicBezTo>
                      <a:pt x="22011" y="85919"/>
                      <a:pt x="33540" y="90695"/>
                      <a:pt x="45560" y="9069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8" name="任意多边形: 形状 3677"/>
              <p:cNvSpPr/>
              <p:nvPr/>
            </p:nvSpPr>
            <p:spPr>
              <a:xfrm>
                <a:off x="30671811" y="23354100"/>
                <a:ext cx="180000" cy="180000"/>
              </a:xfrm>
              <a:custGeom>
                <a:avLst/>
                <a:gdLst>
                  <a:gd name="csX0" fmla="*/ 45545 w 90645"/>
                  <a:gd name="csY0" fmla="*/ 90813 h 90643"/>
                  <a:gd name="csX1" fmla="*/ 77592 w 90645"/>
                  <a:gd name="csY1" fmla="*/ 77538 h 90643"/>
                  <a:gd name="csX2" fmla="*/ 90867 w 90645"/>
                  <a:gd name="csY2" fmla="*/ 45491 h 90643"/>
                  <a:gd name="csX3" fmla="*/ 77592 w 90645"/>
                  <a:gd name="csY3" fmla="*/ 13443 h 90643"/>
                  <a:gd name="csX4" fmla="*/ 45545 w 90645"/>
                  <a:gd name="csY4" fmla="*/ 169 h 90643"/>
                  <a:gd name="csX5" fmla="*/ 13497 w 90645"/>
                  <a:gd name="csY5" fmla="*/ 13443 h 90643"/>
                  <a:gd name="csX6" fmla="*/ 222 w 90645"/>
                  <a:gd name="csY6" fmla="*/ 45491 h 90643"/>
                  <a:gd name="csX7" fmla="*/ 13497 w 90645"/>
                  <a:gd name="csY7" fmla="*/ 77538 h 90643"/>
                  <a:gd name="csX8" fmla="*/ 45545 w 90645"/>
                  <a:gd name="csY8" fmla="*/ 9081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5" y="90813"/>
                    </a:moveTo>
                    <a:cubicBezTo>
                      <a:pt x="57564" y="90813"/>
                      <a:pt x="69093" y="86037"/>
                      <a:pt x="77592" y="77538"/>
                    </a:cubicBezTo>
                    <a:cubicBezTo>
                      <a:pt x="86092" y="69039"/>
                      <a:pt x="90867" y="57510"/>
                      <a:pt x="90867" y="45491"/>
                    </a:cubicBezTo>
                    <a:cubicBezTo>
                      <a:pt x="90867" y="33471"/>
                      <a:pt x="86092" y="21942"/>
                      <a:pt x="77592" y="13443"/>
                    </a:cubicBezTo>
                    <a:cubicBezTo>
                      <a:pt x="69093" y="4944"/>
                      <a:pt x="57564" y="169"/>
                      <a:pt x="45545" y="169"/>
                    </a:cubicBezTo>
                    <a:cubicBezTo>
                      <a:pt x="33525" y="169"/>
                      <a:pt x="21996" y="4944"/>
                      <a:pt x="13497" y="13443"/>
                    </a:cubicBezTo>
                    <a:cubicBezTo>
                      <a:pt x="4997" y="21942"/>
                      <a:pt x="222" y="33471"/>
                      <a:pt x="222" y="45491"/>
                    </a:cubicBezTo>
                    <a:cubicBezTo>
                      <a:pt x="222" y="57510"/>
                      <a:pt x="4997" y="69039"/>
                      <a:pt x="13497" y="77538"/>
                    </a:cubicBezTo>
                    <a:cubicBezTo>
                      <a:pt x="21996" y="86037"/>
                      <a:pt x="33525" y="90813"/>
                      <a:pt x="45545" y="9081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79" name="任意多边形: 形状 3678"/>
              <p:cNvSpPr/>
              <p:nvPr/>
            </p:nvSpPr>
            <p:spPr>
              <a:xfrm>
                <a:off x="29169105" y="22823287"/>
                <a:ext cx="180000" cy="180000"/>
              </a:xfrm>
              <a:custGeom>
                <a:avLst/>
                <a:gdLst>
                  <a:gd name="csX0" fmla="*/ 45498 w 90645"/>
                  <a:gd name="csY0" fmla="*/ 90796 h 90643"/>
                  <a:gd name="csX1" fmla="*/ 77546 w 90645"/>
                  <a:gd name="csY1" fmla="*/ 77522 h 90643"/>
                  <a:gd name="csX2" fmla="*/ 90820 w 90645"/>
                  <a:gd name="csY2" fmla="*/ 45474 h 90643"/>
                  <a:gd name="csX3" fmla="*/ 77546 w 90645"/>
                  <a:gd name="csY3" fmla="*/ 13427 h 90643"/>
                  <a:gd name="csX4" fmla="*/ 45498 w 90645"/>
                  <a:gd name="csY4" fmla="*/ 152 h 90643"/>
                  <a:gd name="csX5" fmla="*/ 13450 w 90645"/>
                  <a:gd name="csY5" fmla="*/ 13427 h 90643"/>
                  <a:gd name="csX6" fmla="*/ 175 w 90645"/>
                  <a:gd name="csY6" fmla="*/ 45474 h 90643"/>
                  <a:gd name="csX7" fmla="*/ 13450 w 90645"/>
                  <a:gd name="csY7" fmla="*/ 77522 h 90643"/>
                  <a:gd name="csX8" fmla="*/ 45498 w 90645"/>
                  <a:gd name="csY8" fmla="*/ 9079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8" y="90796"/>
                    </a:moveTo>
                    <a:cubicBezTo>
                      <a:pt x="57517" y="90796"/>
                      <a:pt x="69046" y="86021"/>
                      <a:pt x="77546" y="77522"/>
                    </a:cubicBezTo>
                    <a:cubicBezTo>
                      <a:pt x="86045" y="69023"/>
                      <a:pt x="90820" y="57494"/>
                      <a:pt x="90820" y="45474"/>
                    </a:cubicBezTo>
                    <a:cubicBezTo>
                      <a:pt x="90820" y="33455"/>
                      <a:pt x="86045" y="21926"/>
                      <a:pt x="77546" y="13427"/>
                    </a:cubicBezTo>
                    <a:cubicBezTo>
                      <a:pt x="69046" y="4928"/>
                      <a:pt x="57517" y="152"/>
                      <a:pt x="45498" y="152"/>
                    </a:cubicBezTo>
                    <a:cubicBezTo>
                      <a:pt x="33478" y="152"/>
                      <a:pt x="21949" y="4928"/>
                      <a:pt x="13450" y="13427"/>
                    </a:cubicBezTo>
                    <a:cubicBezTo>
                      <a:pt x="4951" y="21926"/>
                      <a:pt x="175" y="33455"/>
                      <a:pt x="175" y="45474"/>
                    </a:cubicBezTo>
                    <a:cubicBezTo>
                      <a:pt x="175" y="57494"/>
                      <a:pt x="4951" y="69023"/>
                      <a:pt x="13450" y="77522"/>
                    </a:cubicBezTo>
                    <a:cubicBezTo>
                      <a:pt x="21949" y="86021"/>
                      <a:pt x="33478" y="90796"/>
                      <a:pt x="45498" y="9079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0" name="任意多边形: 形状 3679"/>
              <p:cNvSpPr/>
              <p:nvPr/>
            </p:nvSpPr>
            <p:spPr>
              <a:xfrm>
                <a:off x="29218490" y="24688345"/>
                <a:ext cx="180000" cy="180000"/>
              </a:xfrm>
              <a:custGeom>
                <a:avLst/>
                <a:gdLst>
                  <a:gd name="csX0" fmla="*/ 45499 w 90645"/>
                  <a:gd name="csY0" fmla="*/ 90854 h 90643"/>
                  <a:gd name="csX1" fmla="*/ 77547 w 90645"/>
                  <a:gd name="csY1" fmla="*/ 77580 h 90643"/>
                  <a:gd name="csX2" fmla="*/ 90822 w 90645"/>
                  <a:gd name="csY2" fmla="*/ 45532 h 90643"/>
                  <a:gd name="csX3" fmla="*/ 77547 w 90645"/>
                  <a:gd name="csY3" fmla="*/ 13485 h 90643"/>
                  <a:gd name="csX4" fmla="*/ 45499 w 90645"/>
                  <a:gd name="csY4" fmla="*/ 210 h 90643"/>
                  <a:gd name="csX5" fmla="*/ 13451 w 90645"/>
                  <a:gd name="csY5" fmla="*/ 13485 h 90643"/>
                  <a:gd name="csX6" fmla="*/ 177 w 90645"/>
                  <a:gd name="csY6" fmla="*/ 45532 h 90643"/>
                  <a:gd name="csX7" fmla="*/ 13451 w 90645"/>
                  <a:gd name="csY7" fmla="*/ 77580 h 90643"/>
                  <a:gd name="csX8" fmla="*/ 45499 w 90645"/>
                  <a:gd name="csY8" fmla="*/ 90854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9" y="90854"/>
                    </a:moveTo>
                    <a:cubicBezTo>
                      <a:pt x="57519" y="90854"/>
                      <a:pt x="69048" y="86079"/>
                      <a:pt x="77547" y="77580"/>
                    </a:cubicBezTo>
                    <a:cubicBezTo>
                      <a:pt x="86046" y="69081"/>
                      <a:pt x="90822" y="57552"/>
                      <a:pt x="90822" y="45532"/>
                    </a:cubicBezTo>
                    <a:cubicBezTo>
                      <a:pt x="90822" y="33513"/>
                      <a:pt x="86046" y="21984"/>
                      <a:pt x="77547" y="13485"/>
                    </a:cubicBezTo>
                    <a:cubicBezTo>
                      <a:pt x="69048" y="4986"/>
                      <a:pt x="57519" y="210"/>
                      <a:pt x="45499" y="210"/>
                    </a:cubicBezTo>
                    <a:cubicBezTo>
                      <a:pt x="33480" y="210"/>
                      <a:pt x="21951" y="4986"/>
                      <a:pt x="13451" y="13485"/>
                    </a:cubicBezTo>
                    <a:cubicBezTo>
                      <a:pt x="4952" y="21984"/>
                      <a:pt x="177" y="33513"/>
                      <a:pt x="177" y="45532"/>
                    </a:cubicBezTo>
                    <a:cubicBezTo>
                      <a:pt x="177" y="57552"/>
                      <a:pt x="4952" y="69081"/>
                      <a:pt x="13451" y="77580"/>
                    </a:cubicBezTo>
                    <a:cubicBezTo>
                      <a:pt x="21951" y="86079"/>
                      <a:pt x="33480" y="90854"/>
                      <a:pt x="45499" y="90854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1" name="任意多边形: 形状 3680"/>
              <p:cNvSpPr/>
              <p:nvPr/>
            </p:nvSpPr>
            <p:spPr>
              <a:xfrm>
                <a:off x="30628673" y="20742939"/>
                <a:ext cx="180000" cy="180000"/>
              </a:xfrm>
              <a:custGeom>
                <a:avLst/>
                <a:gdLst>
                  <a:gd name="csX0" fmla="*/ 45543 w 90645"/>
                  <a:gd name="csY0" fmla="*/ 90731 h 90643"/>
                  <a:gd name="csX1" fmla="*/ 77591 w 90645"/>
                  <a:gd name="csY1" fmla="*/ 77457 h 90643"/>
                  <a:gd name="csX2" fmla="*/ 90866 w 90645"/>
                  <a:gd name="csY2" fmla="*/ 45409 h 90643"/>
                  <a:gd name="csX3" fmla="*/ 77591 w 90645"/>
                  <a:gd name="csY3" fmla="*/ 13362 h 90643"/>
                  <a:gd name="csX4" fmla="*/ 45543 w 90645"/>
                  <a:gd name="csY4" fmla="*/ 87 h 90643"/>
                  <a:gd name="csX5" fmla="*/ 13495 w 90645"/>
                  <a:gd name="csY5" fmla="*/ 13362 h 90643"/>
                  <a:gd name="csX6" fmla="*/ 221 w 90645"/>
                  <a:gd name="csY6" fmla="*/ 45409 h 90643"/>
                  <a:gd name="csX7" fmla="*/ 13495 w 90645"/>
                  <a:gd name="csY7" fmla="*/ 77457 h 90643"/>
                  <a:gd name="csX8" fmla="*/ 45543 w 90645"/>
                  <a:gd name="csY8" fmla="*/ 9073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3" y="90731"/>
                    </a:moveTo>
                    <a:cubicBezTo>
                      <a:pt x="57563" y="90731"/>
                      <a:pt x="69092" y="85956"/>
                      <a:pt x="77591" y="77457"/>
                    </a:cubicBezTo>
                    <a:cubicBezTo>
                      <a:pt x="86090" y="68958"/>
                      <a:pt x="90866" y="57429"/>
                      <a:pt x="90866" y="45409"/>
                    </a:cubicBezTo>
                    <a:cubicBezTo>
                      <a:pt x="90866" y="33390"/>
                      <a:pt x="86090" y="21861"/>
                      <a:pt x="77591" y="13362"/>
                    </a:cubicBezTo>
                    <a:cubicBezTo>
                      <a:pt x="69092" y="4863"/>
                      <a:pt x="57563" y="87"/>
                      <a:pt x="45543" y="87"/>
                    </a:cubicBezTo>
                    <a:cubicBezTo>
                      <a:pt x="33524" y="87"/>
                      <a:pt x="21995" y="4863"/>
                      <a:pt x="13495" y="13362"/>
                    </a:cubicBezTo>
                    <a:cubicBezTo>
                      <a:pt x="4996" y="21861"/>
                      <a:pt x="221" y="33390"/>
                      <a:pt x="221" y="45409"/>
                    </a:cubicBezTo>
                    <a:cubicBezTo>
                      <a:pt x="221" y="57429"/>
                      <a:pt x="4996" y="68958"/>
                      <a:pt x="13495" y="77457"/>
                    </a:cubicBezTo>
                    <a:cubicBezTo>
                      <a:pt x="21995" y="85956"/>
                      <a:pt x="33524" y="90731"/>
                      <a:pt x="45543" y="9073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2" name="任意多边形: 形状 3681"/>
              <p:cNvSpPr/>
              <p:nvPr/>
            </p:nvSpPr>
            <p:spPr>
              <a:xfrm>
                <a:off x="31098683" y="23198842"/>
                <a:ext cx="180000" cy="180000"/>
              </a:xfrm>
              <a:custGeom>
                <a:avLst/>
                <a:gdLst>
                  <a:gd name="csX0" fmla="*/ 45558 w 90645"/>
                  <a:gd name="csY0" fmla="*/ 90808 h 90643"/>
                  <a:gd name="csX1" fmla="*/ 77606 w 90645"/>
                  <a:gd name="csY1" fmla="*/ 77533 h 90643"/>
                  <a:gd name="csX2" fmla="*/ 90880 w 90645"/>
                  <a:gd name="csY2" fmla="*/ 45486 h 90643"/>
                  <a:gd name="csX3" fmla="*/ 77606 w 90645"/>
                  <a:gd name="csY3" fmla="*/ 13438 h 90643"/>
                  <a:gd name="csX4" fmla="*/ 45558 w 90645"/>
                  <a:gd name="csY4" fmla="*/ 164 h 90643"/>
                  <a:gd name="csX5" fmla="*/ 13510 w 90645"/>
                  <a:gd name="csY5" fmla="*/ 13438 h 90643"/>
                  <a:gd name="csX6" fmla="*/ 235 w 90645"/>
                  <a:gd name="csY6" fmla="*/ 45486 h 90643"/>
                  <a:gd name="csX7" fmla="*/ 13510 w 90645"/>
                  <a:gd name="csY7" fmla="*/ 77533 h 90643"/>
                  <a:gd name="csX8" fmla="*/ 45558 w 90645"/>
                  <a:gd name="csY8" fmla="*/ 9080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8" y="90808"/>
                    </a:moveTo>
                    <a:cubicBezTo>
                      <a:pt x="57578" y="90808"/>
                      <a:pt x="69107" y="86032"/>
                      <a:pt x="77606" y="77533"/>
                    </a:cubicBezTo>
                    <a:cubicBezTo>
                      <a:pt x="86105" y="69034"/>
                      <a:pt x="90880" y="57505"/>
                      <a:pt x="90880" y="45486"/>
                    </a:cubicBezTo>
                    <a:cubicBezTo>
                      <a:pt x="90880" y="33466"/>
                      <a:pt x="86105" y="21937"/>
                      <a:pt x="77606" y="13438"/>
                    </a:cubicBezTo>
                    <a:cubicBezTo>
                      <a:pt x="69107" y="4939"/>
                      <a:pt x="57578" y="164"/>
                      <a:pt x="45558" y="164"/>
                    </a:cubicBezTo>
                    <a:cubicBezTo>
                      <a:pt x="33538" y="164"/>
                      <a:pt x="22009" y="4939"/>
                      <a:pt x="13510" y="13438"/>
                    </a:cubicBezTo>
                    <a:cubicBezTo>
                      <a:pt x="5011" y="21937"/>
                      <a:pt x="235" y="33466"/>
                      <a:pt x="235" y="45486"/>
                    </a:cubicBezTo>
                    <a:cubicBezTo>
                      <a:pt x="235" y="57505"/>
                      <a:pt x="5011" y="69034"/>
                      <a:pt x="13510" y="77533"/>
                    </a:cubicBezTo>
                    <a:cubicBezTo>
                      <a:pt x="22009" y="86032"/>
                      <a:pt x="33538" y="90808"/>
                      <a:pt x="45558" y="9080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3" name="任意多边形: 形状 3682"/>
              <p:cNvSpPr/>
              <p:nvPr/>
            </p:nvSpPr>
            <p:spPr>
              <a:xfrm>
                <a:off x="28861870" y="22866659"/>
                <a:ext cx="180000" cy="180000"/>
              </a:xfrm>
              <a:custGeom>
                <a:avLst/>
                <a:gdLst>
                  <a:gd name="csX0" fmla="*/ 45488 w 90645"/>
                  <a:gd name="csY0" fmla="*/ 90797 h 90643"/>
                  <a:gd name="csX1" fmla="*/ 77536 w 90645"/>
                  <a:gd name="csY1" fmla="*/ 77523 h 90643"/>
                  <a:gd name="csX2" fmla="*/ 90811 w 90645"/>
                  <a:gd name="csY2" fmla="*/ 45475 h 90643"/>
                  <a:gd name="csX3" fmla="*/ 77536 w 90645"/>
                  <a:gd name="csY3" fmla="*/ 13428 h 90643"/>
                  <a:gd name="csX4" fmla="*/ 45488 w 90645"/>
                  <a:gd name="csY4" fmla="*/ 153 h 90643"/>
                  <a:gd name="csX5" fmla="*/ 13440 w 90645"/>
                  <a:gd name="csY5" fmla="*/ 13428 h 90643"/>
                  <a:gd name="csX6" fmla="*/ 166 w 90645"/>
                  <a:gd name="csY6" fmla="*/ 45475 h 90643"/>
                  <a:gd name="csX7" fmla="*/ 13440 w 90645"/>
                  <a:gd name="csY7" fmla="*/ 77523 h 90643"/>
                  <a:gd name="csX8" fmla="*/ 45488 w 90645"/>
                  <a:gd name="csY8" fmla="*/ 9079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8" y="90797"/>
                    </a:moveTo>
                    <a:cubicBezTo>
                      <a:pt x="57508" y="90797"/>
                      <a:pt x="69037" y="86022"/>
                      <a:pt x="77536" y="77523"/>
                    </a:cubicBezTo>
                    <a:cubicBezTo>
                      <a:pt x="86035" y="69024"/>
                      <a:pt x="90811" y="57495"/>
                      <a:pt x="90811" y="45475"/>
                    </a:cubicBezTo>
                    <a:cubicBezTo>
                      <a:pt x="90811" y="33456"/>
                      <a:pt x="86035" y="21927"/>
                      <a:pt x="77536" y="13428"/>
                    </a:cubicBezTo>
                    <a:cubicBezTo>
                      <a:pt x="69037" y="4929"/>
                      <a:pt x="57508" y="153"/>
                      <a:pt x="45488" y="153"/>
                    </a:cubicBezTo>
                    <a:cubicBezTo>
                      <a:pt x="33468" y="153"/>
                      <a:pt x="21939" y="4929"/>
                      <a:pt x="13440" y="13428"/>
                    </a:cubicBezTo>
                    <a:cubicBezTo>
                      <a:pt x="4941" y="21927"/>
                      <a:pt x="166" y="33456"/>
                      <a:pt x="166" y="45475"/>
                    </a:cubicBezTo>
                    <a:cubicBezTo>
                      <a:pt x="166" y="57495"/>
                      <a:pt x="4941" y="69024"/>
                      <a:pt x="13440" y="77523"/>
                    </a:cubicBezTo>
                    <a:cubicBezTo>
                      <a:pt x="21939" y="86022"/>
                      <a:pt x="33468" y="90797"/>
                      <a:pt x="45488" y="9079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4" name="任意多边形: 形状 3683"/>
              <p:cNvSpPr/>
              <p:nvPr/>
            </p:nvSpPr>
            <p:spPr>
              <a:xfrm>
                <a:off x="27181384" y="23511212"/>
                <a:ext cx="180000" cy="180000"/>
              </a:xfrm>
              <a:custGeom>
                <a:avLst/>
                <a:gdLst>
                  <a:gd name="csX0" fmla="*/ 45436 w 90645"/>
                  <a:gd name="csY0" fmla="*/ 90818 h 90643"/>
                  <a:gd name="csX1" fmla="*/ 77483 w 90645"/>
                  <a:gd name="csY1" fmla="*/ 77543 h 90643"/>
                  <a:gd name="csX2" fmla="*/ 90758 w 90645"/>
                  <a:gd name="csY2" fmla="*/ 45496 h 90643"/>
                  <a:gd name="csX3" fmla="*/ 77483 w 90645"/>
                  <a:gd name="csY3" fmla="*/ 13448 h 90643"/>
                  <a:gd name="csX4" fmla="*/ 45436 w 90645"/>
                  <a:gd name="csY4" fmla="*/ 174 h 90643"/>
                  <a:gd name="csX5" fmla="*/ 13388 w 90645"/>
                  <a:gd name="csY5" fmla="*/ 13448 h 90643"/>
                  <a:gd name="csX6" fmla="*/ 113 w 90645"/>
                  <a:gd name="csY6" fmla="*/ 45496 h 90643"/>
                  <a:gd name="csX7" fmla="*/ 13388 w 90645"/>
                  <a:gd name="csY7" fmla="*/ 77543 h 90643"/>
                  <a:gd name="csX8" fmla="*/ 45436 w 90645"/>
                  <a:gd name="csY8" fmla="*/ 9081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36" y="90818"/>
                    </a:moveTo>
                    <a:cubicBezTo>
                      <a:pt x="57455" y="90818"/>
                      <a:pt x="68984" y="86042"/>
                      <a:pt x="77483" y="77543"/>
                    </a:cubicBezTo>
                    <a:cubicBezTo>
                      <a:pt x="85983" y="69044"/>
                      <a:pt x="90758" y="57515"/>
                      <a:pt x="90758" y="45496"/>
                    </a:cubicBezTo>
                    <a:cubicBezTo>
                      <a:pt x="90758" y="33476"/>
                      <a:pt x="85983" y="21947"/>
                      <a:pt x="77483" y="13448"/>
                    </a:cubicBezTo>
                    <a:cubicBezTo>
                      <a:pt x="68984" y="4949"/>
                      <a:pt x="57455" y="174"/>
                      <a:pt x="45436" y="174"/>
                    </a:cubicBezTo>
                    <a:cubicBezTo>
                      <a:pt x="33416" y="174"/>
                      <a:pt x="21887" y="4949"/>
                      <a:pt x="13388" y="13448"/>
                    </a:cubicBezTo>
                    <a:cubicBezTo>
                      <a:pt x="4889" y="21947"/>
                      <a:pt x="113" y="33476"/>
                      <a:pt x="113" y="45496"/>
                    </a:cubicBezTo>
                    <a:cubicBezTo>
                      <a:pt x="113" y="57515"/>
                      <a:pt x="4889" y="69044"/>
                      <a:pt x="13388" y="77543"/>
                    </a:cubicBezTo>
                    <a:cubicBezTo>
                      <a:pt x="21887" y="86042"/>
                      <a:pt x="33416" y="90818"/>
                      <a:pt x="45436" y="9081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5" name="任意多边形: 形状 3684"/>
              <p:cNvSpPr/>
              <p:nvPr/>
            </p:nvSpPr>
            <p:spPr>
              <a:xfrm>
                <a:off x="31725526" y="22052983"/>
                <a:ext cx="180000" cy="180000"/>
              </a:xfrm>
              <a:custGeom>
                <a:avLst/>
                <a:gdLst>
                  <a:gd name="csX0" fmla="*/ 45577 w 90645"/>
                  <a:gd name="csY0" fmla="*/ 90772 h 90643"/>
                  <a:gd name="csX1" fmla="*/ 77625 w 90645"/>
                  <a:gd name="csY1" fmla="*/ 77498 h 90643"/>
                  <a:gd name="csX2" fmla="*/ 90900 w 90645"/>
                  <a:gd name="csY2" fmla="*/ 45450 h 90643"/>
                  <a:gd name="csX3" fmla="*/ 77625 w 90645"/>
                  <a:gd name="csY3" fmla="*/ 13403 h 90643"/>
                  <a:gd name="csX4" fmla="*/ 45577 w 90645"/>
                  <a:gd name="csY4" fmla="*/ 128 h 90643"/>
                  <a:gd name="csX5" fmla="*/ 13530 w 90645"/>
                  <a:gd name="csY5" fmla="*/ 13403 h 90643"/>
                  <a:gd name="csX6" fmla="*/ 255 w 90645"/>
                  <a:gd name="csY6" fmla="*/ 45450 h 90643"/>
                  <a:gd name="csX7" fmla="*/ 13530 w 90645"/>
                  <a:gd name="csY7" fmla="*/ 77498 h 90643"/>
                  <a:gd name="csX8" fmla="*/ 45577 w 90645"/>
                  <a:gd name="csY8" fmla="*/ 9077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77" y="90772"/>
                    </a:moveTo>
                    <a:cubicBezTo>
                      <a:pt x="57597" y="90772"/>
                      <a:pt x="69126" y="85997"/>
                      <a:pt x="77625" y="77498"/>
                    </a:cubicBezTo>
                    <a:cubicBezTo>
                      <a:pt x="86124" y="68998"/>
                      <a:pt x="90900" y="57470"/>
                      <a:pt x="90900" y="45450"/>
                    </a:cubicBezTo>
                    <a:cubicBezTo>
                      <a:pt x="90900" y="33431"/>
                      <a:pt x="86124" y="21902"/>
                      <a:pt x="77625" y="13403"/>
                    </a:cubicBezTo>
                    <a:cubicBezTo>
                      <a:pt x="69126" y="4904"/>
                      <a:pt x="57597" y="128"/>
                      <a:pt x="45577" y="128"/>
                    </a:cubicBezTo>
                    <a:cubicBezTo>
                      <a:pt x="33558" y="128"/>
                      <a:pt x="22029" y="4904"/>
                      <a:pt x="13530" y="13403"/>
                    </a:cubicBezTo>
                    <a:cubicBezTo>
                      <a:pt x="5030" y="21902"/>
                      <a:pt x="255" y="33431"/>
                      <a:pt x="255" y="45450"/>
                    </a:cubicBezTo>
                    <a:cubicBezTo>
                      <a:pt x="255" y="57470"/>
                      <a:pt x="5030" y="68998"/>
                      <a:pt x="13530" y="77498"/>
                    </a:cubicBezTo>
                    <a:cubicBezTo>
                      <a:pt x="22029" y="85997"/>
                      <a:pt x="33558" y="90772"/>
                      <a:pt x="45577" y="9077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6" name="任意多边形: 形状 3685"/>
              <p:cNvSpPr/>
              <p:nvPr/>
            </p:nvSpPr>
            <p:spPr>
              <a:xfrm>
                <a:off x="29835792" y="24444057"/>
                <a:ext cx="180000" cy="180000"/>
              </a:xfrm>
              <a:custGeom>
                <a:avLst/>
                <a:gdLst>
                  <a:gd name="csX0" fmla="*/ 45518 w 90645"/>
                  <a:gd name="csY0" fmla="*/ 90847 h 90643"/>
                  <a:gd name="csX1" fmla="*/ 77566 w 90645"/>
                  <a:gd name="csY1" fmla="*/ 77572 h 90643"/>
                  <a:gd name="csX2" fmla="*/ 90841 w 90645"/>
                  <a:gd name="csY2" fmla="*/ 45525 h 90643"/>
                  <a:gd name="csX3" fmla="*/ 77566 w 90645"/>
                  <a:gd name="csY3" fmla="*/ 13477 h 90643"/>
                  <a:gd name="csX4" fmla="*/ 45518 w 90645"/>
                  <a:gd name="csY4" fmla="*/ 203 h 90643"/>
                  <a:gd name="csX5" fmla="*/ 13471 w 90645"/>
                  <a:gd name="csY5" fmla="*/ 13477 h 90643"/>
                  <a:gd name="csX6" fmla="*/ 196 w 90645"/>
                  <a:gd name="csY6" fmla="*/ 45525 h 90643"/>
                  <a:gd name="csX7" fmla="*/ 13471 w 90645"/>
                  <a:gd name="csY7" fmla="*/ 77572 h 90643"/>
                  <a:gd name="csX8" fmla="*/ 45518 w 90645"/>
                  <a:gd name="csY8" fmla="*/ 90847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8" y="90847"/>
                    </a:moveTo>
                    <a:cubicBezTo>
                      <a:pt x="57538" y="90847"/>
                      <a:pt x="69067" y="86071"/>
                      <a:pt x="77566" y="77572"/>
                    </a:cubicBezTo>
                    <a:cubicBezTo>
                      <a:pt x="86066" y="69073"/>
                      <a:pt x="90841" y="57544"/>
                      <a:pt x="90841" y="45525"/>
                    </a:cubicBezTo>
                    <a:cubicBezTo>
                      <a:pt x="90841" y="33505"/>
                      <a:pt x="86066" y="21976"/>
                      <a:pt x="77566" y="13477"/>
                    </a:cubicBezTo>
                    <a:cubicBezTo>
                      <a:pt x="69067" y="4978"/>
                      <a:pt x="57538" y="203"/>
                      <a:pt x="45518" y="203"/>
                    </a:cubicBezTo>
                    <a:cubicBezTo>
                      <a:pt x="33499" y="203"/>
                      <a:pt x="21970" y="4978"/>
                      <a:pt x="13471" y="13477"/>
                    </a:cubicBezTo>
                    <a:cubicBezTo>
                      <a:pt x="4971" y="21976"/>
                      <a:pt x="196" y="33505"/>
                      <a:pt x="196" y="45525"/>
                    </a:cubicBezTo>
                    <a:cubicBezTo>
                      <a:pt x="196" y="57544"/>
                      <a:pt x="4971" y="69073"/>
                      <a:pt x="13471" y="77572"/>
                    </a:cubicBezTo>
                    <a:cubicBezTo>
                      <a:pt x="21970" y="86071"/>
                      <a:pt x="33499" y="90847"/>
                      <a:pt x="45518" y="90847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7" name="任意多边形: 形状 3686"/>
              <p:cNvSpPr/>
              <p:nvPr/>
            </p:nvSpPr>
            <p:spPr>
              <a:xfrm>
                <a:off x="29544899" y="21839147"/>
                <a:ext cx="180000" cy="180000"/>
              </a:xfrm>
              <a:custGeom>
                <a:avLst/>
                <a:gdLst>
                  <a:gd name="csX0" fmla="*/ 45509 w 90645"/>
                  <a:gd name="csY0" fmla="*/ 90765 h 90643"/>
                  <a:gd name="csX1" fmla="*/ 77557 w 90645"/>
                  <a:gd name="csY1" fmla="*/ 77491 h 90643"/>
                  <a:gd name="csX2" fmla="*/ 90832 w 90645"/>
                  <a:gd name="csY2" fmla="*/ 45443 h 90643"/>
                  <a:gd name="csX3" fmla="*/ 77557 w 90645"/>
                  <a:gd name="csY3" fmla="*/ 13396 h 90643"/>
                  <a:gd name="csX4" fmla="*/ 45509 w 90645"/>
                  <a:gd name="csY4" fmla="*/ 121 h 90643"/>
                  <a:gd name="csX5" fmla="*/ 13462 w 90645"/>
                  <a:gd name="csY5" fmla="*/ 13396 h 90643"/>
                  <a:gd name="csX6" fmla="*/ 187 w 90645"/>
                  <a:gd name="csY6" fmla="*/ 45443 h 90643"/>
                  <a:gd name="csX7" fmla="*/ 13462 w 90645"/>
                  <a:gd name="csY7" fmla="*/ 77491 h 90643"/>
                  <a:gd name="csX8" fmla="*/ 45509 w 90645"/>
                  <a:gd name="csY8" fmla="*/ 9076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09" y="90765"/>
                    </a:moveTo>
                    <a:cubicBezTo>
                      <a:pt x="57529" y="90765"/>
                      <a:pt x="69058" y="85990"/>
                      <a:pt x="77557" y="77491"/>
                    </a:cubicBezTo>
                    <a:cubicBezTo>
                      <a:pt x="86056" y="68992"/>
                      <a:pt x="90832" y="57463"/>
                      <a:pt x="90832" y="45443"/>
                    </a:cubicBezTo>
                    <a:cubicBezTo>
                      <a:pt x="90832" y="33424"/>
                      <a:pt x="86056" y="21895"/>
                      <a:pt x="77557" y="13396"/>
                    </a:cubicBezTo>
                    <a:cubicBezTo>
                      <a:pt x="69058" y="4897"/>
                      <a:pt x="57529" y="121"/>
                      <a:pt x="45509" y="121"/>
                    </a:cubicBezTo>
                    <a:cubicBezTo>
                      <a:pt x="33490" y="121"/>
                      <a:pt x="21961" y="4897"/>
                      <a:pt x="13462" y="13396"/>
                    </a:cubicBezTo>
                    <a:cubicBezTo>
                      <a:pt x="4962" y="21895"/>
                      <a:pt x="187" y="33424"/>
                      <a:pt x="187" y="45443"/>
                    </a:cubicBezTo>
                    <a:cubicBezTo>
                      <a:pt x="187" y="57463"/>
                      <a:pt x="4962" y="68992"/>
                      <a:pt x="13462" y="77491"/>
                    </a:cubicBezTo>
                    <a:cubicBezTo>
                      <a:pt x="21961" y="85990"/>
                      <a:pt x="33490" y="90765"/>
                      <a:pt x="45509" y="9076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8" name="任意多边形: 形状 3687"/>
              <p:cNvSpPr/>
              <p:nvPr/>
            </p:nvSpPr>
            <p:spPr>
              <a:xfrm>
                <a:off x="29780560" y="22969394"/>
                <a:ext cx="180000" cy="180000"/>
              </a:xfrm>
              <a:custGeom>
                <a:avLst/>
                <a:gdLst>
                  <a:gd name="csX0" fmla="*/ 45517 w 90645"/>
                  <a:gd name="csY0" fmla="*/ 90801 h 90643"/>
                  <a:gd name="csX1" fmla="*/ 77565 w 90645"/>
                  <a:gd name="csY1" fmla="*/ 77526 h 90643"/>
                  <a:gd name="csX2" fmla="*/ 90839 w 90645"/>
                  <a:gd name="csY2" fmla="*/ 45479 h 90643"/>
                  <a:gd name="csX3" fmla="*/ 77565 w 90645"/>
                  <a:gd name="csY3" fmla="*/ 13431 h 90643"/>
                  <a:gd name="csX4" fmla="*/ 45517 w 90645"/>
                  <a:gd name="csY4" fmla="*/ 157 h 90643"/>
                  <a:gd name="csX5" fmla="*/ 13469 w 90645"/>
                  <a:gd name="csY5" fmla="*/ 13431 h 90643"/>
                  <a:gd name="csX6" fmla="*/ 194 w 90645"/>
                  <a:gd name="csY6" fmla="*/ 45479 h 90643"/>
                  <a:gd name="csX7" fmla="*/ 13469 w 90645"/>
                  <a:gd name="csY7" fmla="*/ 77526 h 90643"/>
                  <a:gd name="csX8" fmla="*/ 45517 w 90645"/>
                  <a:gd name="csY8" fmla="*/ 90801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17" y="90801"/>
                    </a:moveTo>
                    <a:cubicBezTo>
                      <a:pt x="57536" y="90801"/>
                      <a:pt x="69065" y="86025"/>
                      <a:pt x="77565" y="77526"/>
                    </a:cubicBezTo>
                    <a:cubicBezTo>
                      <a:pt x="86064" y="69027"/>
                      <a:pt x="90839" y="57498"/>
                      <a:pt x="90839" y="45479"/>
                    </a:cubicBezTo>
                    <a:cubicBezTo>
                      <a:pt x="90839" y="33459"/>
                      <a:pt x="86064" y="21930"/>
                      <a:pt x="77565" y="13431"/>
                    </a:cubicBezTo>
                    <a:cubicBezTo>
                      <a:pt x="69065" y="4932"/>
                      <a:pt x="57536" y="157"/>
                      <a:pt x="45517" y="157"/>
                    </a:cubicBezTo>
                    <a:cubicBezTo>
                      <a:pt x="33497" y="157"/>
                      <a:pt x="21968" y="4932"/>
                      <a:pt x="13469" y="13431"/>
                    </a:cubicBezTo>
                    <a:cubicBezTo>
                      <a:pt x="4970" y="21930"/>
                      <a:pt x="194" y="33459"/>
                      <a:pt x="194" y="45479"/>
                    </a:cubicBezTo>
                    <a:cubicBezTo>
                      <a:pt x="194" y="57498"/>
                      <a:pt x="4970" y="69027"/>
                      <a:pt x="13469" y="77526"/>
                    </a:cubicBezTo>
                    <a:cubicBezTo>
                      <a:pt x="21968" y="86025"/>
                      <a:pt x="33497" y="90801"/>
                      <a:pt x="45517" y="90801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89" name="任意多边形: 形状 3688"/>
              <p:cNvSpPr/>
              <p:nvPr/>
            </p:nvSpPr>
            <p:spPr>
              <a:xfrm>
                <a:off x="30040607" y="22642312"/>
                <a:ext cx="180000" cy="180000"/>
              </a:xfrm>
              <a:custGeom>
                <a:avLst/>
                <a:gdLst>
                  <a:gd name="csX0" fmla="*/ 45525 w 90645"/>
                  <a:gd name="csY0" fmla="*/ 90790 h 90643"/>
                  <a:gd name="csX1" fmla="*/ 77573 w 90645"/>
                  <a:gd name="csY1" fmla="*/ 77516 h 90643"/>
                  <a:gd name="csX2" fmla="*/ 90847 w 90645"/>
                  <a:gd name="csY2" fmla="*/ 45468 h 90643"/>
                  <a:gd name="csX3" fmla="*/ 77573 w 90645"/>
                  <a:gd name="csY3" fmla="*/ 13421 h 90643"/>
                  <a:gd name="csX4" fmla="*/ 45525 w 90645"/>
                  <a:gd name="csY4" fmla="*/ 146 h 90643"/>
                  <a:gd name="csX5" fmla="*/ 13477 w 90645"/>
                  <a:gd name="csY5" fmla="*/ 13421 h 90643"/>
                  <a:gd name="csX6" fmla="*/ 202 w 90645"/>
                  <a:gd name="csY6" fmla="*/ 45468 h 90643"/>
                  <a:gd name="csX7" fmla="*/ 13477 w 90645"/>
                  <a:gd name="csY7" fmla="*/ 77516 h 90643"/>
                  <a:gd name="csX8" fmla="*/ 45525 w 90645"/>
                  <a:gd name="csY8" fmla="*/ 9079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25" y="90790"/>
                    </a:moveTo>
                    <a:cubicBezTo>
                      <a:pt x="57545" y="90790"/>
                      <a:pt x="69074" y="86015"/>
                      <a:pt x="77573" y="77516"/>
                    </a:cubicBezTo>
                    <a:cubicBezTo>
                      <a:pt x="86072" y="69017"/>
                      <a:pt x="90847" y="57488"/>
                      <a:pt x="90847" y="45468"/>
                    </a:cubicBezTo>
                    <a:cubicBezTo>
                      <a:pt x="90847" y="33449"/>
                      <a:pt x="86072" y="21920"/>
                      <a:pt x="77573" y="13421"/>
                    </a:cubicBezTo>
                    <a:cubicBezTo>
                      <a:pt x="69074" y="4922"/>
                      <a:pt x="57545" y="146"/>
                      <a:pt x="45525" y="146"/>
                    </a:cubicBezTo>
                    <a:cubicBezTo>
                      <a:pt x="33505" y="146"/>
                      <a:pt x="21976" y="4922"/>
                      <a:pt x="13477" y="13421"/>
                    </a:cubicBezTo>
                    <a:cubicBezTo>
                      <a:pt x="4978" y="21920"/>
                      <a:pt x="202" y="33449"/>
                      <a:pt x="202" y="45468"/>
                    </a:cubicBezTo>
                    <a:cubicBezTo>
                      <a:pt x="202" y="57488"/>
                      <a:pt x="4978" y="69017"/>
                      <a:pt x="13477" y="77516"/>
                    </a:cubicBezTo>
                    <a:cubicBezTo>
                      <a:pt x="21976" y="86015"/>
                      <a:pt x="33505" y="90790"/>
                      <a:pt x="45525" y="9079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0" name="任意多边形: 形状 3689"/>
              <p:cNvSpPr/>
              <p:nvPr/>
            </p:nvSpPr>
            <p:spPr>
              <a:xfrm>
                <a:off x="32550013" y="25296717"/>
                <a:ext cx="180000" cy="180000"/>
              </a:xfrm>
              <a:custGeom>
                <a:avLst/>
                <a:gdLst>
                  <a:gd name="csX0" fmla="*/ 45603 w 90645"/>
                  <a:gd name="csY0" fmla="*/ 90873 h 90643"/>
                  <a:gd name="csX1" fmla="*/ 77651 w 90645"/>
                  <a:gd name="csY1" fmla="*/ 77599 h 90643"/>
                  <a:gd name="csX2" fmla="*/ 90926 w 90645"/>
                  <a:gd name="csY2" fmla="*/ 45551 h 90643"/>
                  <a:gd name="csX3" fmla="*/ 77651 w 90645"/>
                  <a:gd name="csY3" fmla="*/ 13504 h 90643"/>
                  <a:gd name="csX4" fmla="*/ 45603 w 90645"/>
                  <a:gd name="csY4" fmla="*/ 229 h 90643"/>
                  <a:gd name="csX5" fmla="*/ 13555 w 90645"/>
                  <a:gd name="csY5" fmla="*/ 13504 h 90643"/>
                  <a:gd name="csX6" fmla="*/ 281 w 90645"/>
                  <a:gd name="csY6" fmla="*/ 45551 h 90643"/>
                  <a:gd name="csX7" fmla="*/ 13555 w 90645"/>
                  <a:gd name="csY7" fmla="*/ 77599 h 90643"/>
                  <a:gd name="csX8" fmla="*/ 45603 w 90645"/>
                  <a:gd name="csY8" fmla="*/ 9087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603" y="90873"/>
                    </a:moveTo>
                    <a:cubicBezTo>
                      <a:pt x="57623" y="90873"/>
                      <a:pt x="69152" y="86098"/>
                      <a:pt x="77651" y="77599"/>
                    </a:cubicBezTo>
                    <a:cubicBezTo>
                      <a:pt x="86150" y="69100"/>
                      <a:pt x="90926" y="57571"/>
                      <a:pt x="90926" y="45551"/>
                    </a:cubicBezTo>
                    <a:cubicBezTo>
                      <a:pt x="90926" y="33532"/>
                      <a:pt x="86150" y="22003"/>
                      <a:pt x="77651" y="13504"/>
                    </a:cubicBezTo>
                    <a:cubicBezTo>
                      <a:pt x="69152" y="5005"/>
                      <a:pt x="57623" y="229"/>
                      <a:pt x="45603" y="229"/>
                    </a:cubicBezTo>
                    <a:cubicBezTo>
                      <a:pt x="33583" y="229"/>
                      <a:pt x="22054" y="5005"/>
                      <a:pt x="13555" y="13504"/>
                    </a:cubicBezTo>
                    <a:cubicBezTo>
                      <a:pt x="5056" y="22003"/>
                      <a:pt x="281" y="33532"/>
                      <a:pt x="281" y="45551"/>
                    </a:cubicBezTo>
                    <a:cubicBezTo>
                      <a:pt x="281" y="57571"/>
                      <a:pt x="5056" y="69100"/>
                      <a:pt x="13555" y="77599"/>
                    </a:cubicBezTo>
                    <a:cubicBezTo>
                      <a:pt x="22054" y="86098"/>
                      <a:pt x="33583" y="90873"/>
                      <a:pt x="45603" y="9087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1" name="任意多边形: 形状 3690"/>
              <p:cNvSpPr/>
              <p:nvPr/>
            </p:nvSpPr>
            <p:spPr>
              <a:xfrm>
                <a:off x="27999943" y="21282057"/>
                <a:ext cx="180000" cy="180000"/>
              </a:xfrm>
              <a:custGeom>
                <a:avLst/>
                <a:gdLst>
                  <a:gd name="csX0" fmla="*/ 45461 w 90645"/>
                  <a:gd name="csY0" fmla="*/ 90748 h 90643"/>
                  <a:gd name="csX1" fmla="*/ 77509 w 90645"/>
                  <a:gd name="csY1" fmla="*/ 77473 h 90643"/>
                  <a:gd name="csX2" fmla="*/ 90784 w 90645"/>
                  <a:gd name="csY2" fmla="*/ 45426 h 90643"/>
                  <a:gd name="csX3" fmla="*/ 77509 w 90645"/>
                  <a:gd name="csY3" fmla="*/ 13379 h 90643"/>
                  <a:gd name="csX4" fmla="*/ 45461 w 90645"/>
                  <a:gd name="csY4" fmla="*/ 104 h 90643"/>
                  <a:gd name="csX5" fmla="*/ 13413 w 90645"/>
                  <a:gd name="csY5" fmla="*/ 13379 h 90643"/>
                  <a:gd name="csX6" fmla="*/ 139 w 90645"/>
                  <a:gd name="csY6" fmla="*/ 45426 h 90643"/>
                  <a:gd name="csX7" fmla="*/ 13413 w 90645"/>
                  <a:gd name="csY7" fmla="*/ 77473 h 90643"/>
                  <a:gd name="csX8" fmla="*/ 45461 w 90645"/>
                  <a:gd name="csY8" fmla="*/ 90748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61" y="90748"/>
                    </a:moveTo>
                    <a:cubicBezTo>
                      <a:pt x="57481" y="90748"/>
                      <a:pt x="69010" y="85973"/>
                      <a:pt x="77509" y="77473"/>
                    </a:cubicBezTo>
                    <a:cubicBezTo>
                      <a:pt x="86008" y="68974"/>
                      <a:pt x="90784" y="57446"/>
                      <a:pt x="90784" y="45426"/>
                    </a:cubicBezTo>
                    <a:cubicBezTo>
                      <a:pt x="90784" y="33406"/>
                      <a:pt x="86008" y="21878"/>
                      <a:pt x="77509" y="13379"/>
                    </a:cubicBezTo>
                    <a:cubicBezTo>
                      <a:pt x="69010" y="4879"/>
                      <a:pt x="57481" y="104"/>
                      <a:pt x="45461" y="104"/>
                    </a:cubicBezTo>
                    <a:cubicBezTo>
                      <a:pt x="33441" y="104"/>
                      <a:pt x="21912" y="4879"/>
                      <a:pt x="13413" y="13379"/>
                    </a:cubicBezTo>
                    <a:cubicBezTo>
                      <a:pt x="4914" y="21878"/>
                      <a:pt x="139" y="33406"/>
                      <a:pt x="139" y="45426"/>
                    </a:cubicBezTo>
                    <a:cubicBezTo>
                      <a:pt x="139" y="57446"/>
                      <a:pt x="4914" y="68974"/>
                      <a:pt x="13413" y="77473"/>
                    </a:cubicBezTo>
                    <a:cubicBezTo>
                      <a:pt x="21912" y="85973"/>
                      <a:pt x="33441" y="90748"/>
                      <a:pt x="45461" y="90748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2" name="任意多边形: 形状 3691"/>
              <p:cNvSpPr/>
              <p:nvPr/>
            </p:nvSpPr>
            <p:spPr>
              <a:xfrm>
                <a:off x="28587980" y="24114760"/>
                <a:ext cx="180000" cy="180000"/>
              </a:xfrm>
              <a:custGeom>
                <a:avLst/>
                <a:gdLst>
                  <a:gd name="csX0" fmla="*/ 45480 w 90645"/>
                  <a:gd name="csY0" fmla="*/ 90836 h 90643"/>
                  <a:gd name="csX1" fmla="*/ 77527 w 90645"/>
                  <a:gd name="csY1" fmla="*/ 77562 h 90643"/>
                  <a:gd name="csX2" fmla="*/ 90802 w 90645"/>
                  <a:gd name="csY2" fmla="*/ 45514 h 90643"/>
                  <a:gd name="csX3" fmla="*/ 77527 w 90645"/>
                  <a:gd name="csY3" fmla="*/ 13467 h 90643"/>
                  <a:gd name="csX4" fmla="*/ 45480 w 90645"/>
                  <a:gd name="csY4" fmla="*/ 192 h 90643"/>
                  <a:gd name="csX5" fmla="*/ 13432 w 90645"/>
                  <a:gd name="csY5" fmla="*/ 13467 h 90643"/>
                  <a:gd name="csX6" fmla="*/ 157 w 90645"/>
                  <a:gd name="csY6" fmla="*/ 45514 h 90643"/>
                  <a:gd name="csX7" fmla="*/ 13432 w 90645"/>
                  <a:gd name="csY7" fmla="*/ 77562 h 90643"/>
                  <a:gd name="csX8" fmla="*/ 45480 w 90645"/>
                  <a:gd name="csY8" fmla="*/ 9083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80" y="90836"/>
                    </a:moveTo>
                    <a:cubicBezTo>
                      <a:pt x="57499" y="90836"/>
                      <a:pt x="69028" y="86061"/>
                      <a:pt x="77527" y="77562"/>
                    </a:cubicBezTo>
                    <a:cubicBezTo>
                      <a:pt x="86027" y="69063"/>
                      <a:pt x="90802" y="57534"/>
                      <a:pt x="90802" y="45514"/>
                    </a:cubicBezTo>
                    <a:cubicBezTo>
                      <a:pt x="90802" y="33495"/>
                      <a:pt x="86027" y="21966"/>
                      <a:pt x="77527" y="13467"/>
                    </a:cubicBezTo>
                    <a:cubicBezTo>
                      <a:pt x="69028" y="4968"/>
                      <a:pt x="57499" y="192"/>
                      <a:pt x="45480" y="192"/>
                    </a:cubicBezTo>
                    <a:cubicBezTo>
                      <a:pt x="33460" y="192"/>
                      <a:pt x="21931" y="4968"/>
                      <a:pt x="13432" y="13467"/>
                    </a:cubicBezTo>
                    <a:cubicBezTo>
                      <a:pt x="4932" y="21966"/>
                      <a:pt x="157" y="33495"/>
                      <a:pt x="157" y="45514"/>
                    </a:cubicBezTo>
                    <a:cubicBezTo>
                      <a:pt x="157" y="57534"/>
                      <a:pt x="4932" y="69063"/>
                      <a:pt x="13432" y="77562"/>
                    </a:cubicBezTo>
                    <a:cubicBezTo>
                      <a:pt x="21931" y="86061"/>
                      <a:pt x="33460" y="90836"/>
                      <a:pt x="45480" y="9083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3" name="任意多边形: 形状 3692"/>
              <p:cNvSpPr/>
              <p:nvPr/>
            </p:nvSpPr>
            <p:spPr>
              <a:xfrm>
                <a:off x="30785482" y="21530158"/>
                <a:ext cx="180000" cy="180000"/>
              </a:xfrm>
              <a:custGeom>
                <a:avLst/>
                <a:gdLst>
                  <a:gd name="csX0" fmla="*/ 45548 w 90645"/>
                  <a:gd name="csY0" fmla="*/ 90756 h 90643"/>
                  <a:gd name="csX1" fmla="*/ 77596 w 90645"/>
                  <a:gd name="csY1" fmla="*/ 77481 h 90643"/>
                  <a:gd name="csX2" fmla="*/ 90871 w 90645"/>
                  <a:gd name="csY2" fmla="*/ 45434 h 90643"/>
                  <a:gd name="csX3" fmla="*/ 77596 w 90645"/>
                  <a:gd name="csY3" fmla="*/ 13386 h 90643"/>
                  <a:gd name="csX4" fmla="*/ 45548 w 90645"/>
                  <a:gd name="csY4" fmla="*/ 112 h 90643"/>
                  <a:gd name="csX5" fmla="*/ 13500 w 90645"/>
                  <a:gd name="csY5" fmla="*/ 13386 h 90643"/>
                  <a:gd name="csX6" fmla="*/ 226 w 90645"/>
                  <a:gd name="csY6" fmla="*/ 45434 h 90643"/>
                  <a:gd name="csX7" fmla="*/ 13500 w 90645"/>
                  <a:gd name="csY7" fmla="*/ 77481 h 90643"/>
                  <a:gd name="csX8" fmla="*/ 45548 w 90645"/>
                  <a:gd name="csY8" fmla="*/ 9075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48" y="90756"/>
                    </a:moveTo>
                    <a:cubicBezTo>
                      <a:pt x="57568" y="90756"/>
                      <a:pt x="69097" y="85980"/>
                      <a:pt x="77596" y="77481"/>
                    </a:cubicBezTo>
                    <a:cubicBezTo>
                      <a:pt x="86095" y="68982"/>
                      <a:pt x="90871" y="57453"/>
                      <a:pt x="90871" y="45434"/>
                    </a:cubicBezTo>
                    <a:cubicBezTo>
                      <a:pt x="90871" y="33414"/>
                      <a:pt x="86095" y="21885"/>
                      <a:pt x="77596" y="13386"/>
                    </a:cubicBezTo>
                    <a:cubicBezTo>
                      <a:pt x="69097" y="4887"/>
                      <a:pt x="57568" y="112"/>
                      <a:pt x="45548" y="112"/>
                    </a:cubicBezTo>
                    <a:cubicBezTo>
                      <a:pt x="33528" y="112"/>
                      <a:pt x="21999" y="4887"/>
                      <a:pt x="13500" y="13386"/>
                    </a:cubicBezTo>
                    <a:cubicBezTo>
                      <a:pt x="5001" y="21885"/>
                      <a:pt x="226" y="33414"/>
                      <a:pt x="226" y="45434"/>
                    </a:cubicBezTo>
                    <a:cubicBezTo>
                      <a:pt x="226" y="57453"/>
                      <a:pt x="5001" y="68982"/>
                      <a:pt x="13500" y="77481"/>
                    </a:cubicBezTo>
                    <a:cubicBezTo>
                      <a:pt x="21999" y="85980"/>
                      <a:pt x="33528" y="90756"/>
                      <a:pt x="45548" y="9075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4" name="任意多边形: 形状 3693"/>
              <p:cNvSpPr/>
              <p:nvPr/>
            </p:nvSpPr>
            <p:spPr>
              <a:xfrm>
                <a:off x="30363899" y="23773911"/>
                <a:ext cx="180000" cy="180000"/>
              </a:xfrm>
              <a:custGeom>
                <a:avLst/>
                <a:gdLst>
                  <a:gd name="csX0" fmla="*/ 45535 w 90645"/>
                  <a:gd name="csY0" fmla="*/ 90826 h 90643"/>
                  <a:gd name="csX1" fmla="*/ 77583 w 90645"/>
                  <a:gd name="csY1" fmla="*/ 77551 h 90643"/>
                  <a:gd name="csX2" fmla="*/ 90857 w 90645"/>
                  <a:gd name="csY2" fmla="*/ 45504 h 90643"/>
                  <a:gd name="csX3" fmla="*/ 77583 w 90645"/>
                  <a:gd name="csY3" fmla="*/ 13456 h 90643"/>
                  <a:gd name="csX4" fmla="*/ 45535 w 90645"/>
                  <a:gd name="csY4" fmla="*/ 182 h 90643"/>
                  <a:gd name="csX5" fmla="*/ 13487 w 90645"/>
                  <a:gd name="csY5" fmla="*/ 13456 h 90643"/>
                  <a:gd name="csX6" fmla="*/ 212 w 90645"/>
                  <a:gd name="csY6" fmla="*/ 45504 h 90643"/>
                  <a:gd name="csX7" fmla="*/ 13487 w 90645"/>
                  <a:gd name="csY7" fmla="*/ 77551 h 90643"/>
                  <a:gd name="csX8" fmla="*/ 45535 w 90645"/>
                  <a:gd name="csY8" fmla="*/ 90826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5" y="90826"/>
                    </a:moveTo>
                    <a:cubicBezTo>
                      <a:pt x="57555" y="90826"/>
                      <a:pt x="69084" y="86050"/>
                      <a:pt x="77583" y="77551"/>
                    </a:cubicBezTo>
                    <a:cubicBezTo>
                      <a:pt x="86082" y="69052"/>
                      <a:pt x="90857" y="57523"/>
                      <a:pt x="90857" y="45504"/>
                    </a:cubicBezTo>
                    <a:cubicBezTo>
                      <a:pt x="90857" y="33484"/>
                      <a:pt x="86082" y="21955"/>
                      <a:pt x="77583" y="13456"/>
                    </a:cubicBezTo>
                    <a:cubicBezTo>
                      <a:pt x="69084" y="4957"/>
                      <a:pt x="57555" y="182"/>
                      <a:pt x="45535" y="182"/>
                    </a:cubicBezTo>
                    <a:cubicBezTo>
                      <a:pt x="33515" y="182"/>
                      <a:pt x="21986" y="4957"/>
                      <a:pt x="13487" y="13456"/>
                    </a:cubicBezTo>
                    <a:cubicBezTo>
                      <a:pt x="4988" y="21955"/>
                      <a:pt x="212" y="33484"/>
                      <a:pt x="212" y="45504"/>
                    </a:cubicBezTo>
                    <a:cubicBezTo>
                      <a:pt x="212" y="57523"/>
                      <a:pt x="4988" y="69052"/>
                      <a:pt x="13487" y="77551"/>
                    </a:cubicBezTo>
                    <a:cubicBezTo>
                      <a:pt x="21986" y="86050"/>
                      <a:pt x="33515" y="90826"/>
                      <a:pt x="45535" y="90826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5" name="任意多边形: 形状 3694"/>
              <p:cNvSpPr/>
              <p:nvPr/>
            </p:nvSpPr>
            <p:spPr>
              <a:xfrm>
                <a:off x="28985275" y="22317394"/>
                <a:ext cx="180000" cy="180000"/>
              </a:xfrm>
              <a:custGeom>
                <a:avLst/>
                <a:gdLst>
                  <a:gd name="csX0" fmla="*/ 45492 w 90645"/>
                  <a:gd name="csY0" fmla="*/ 90780 h 90643"/>
                  <a:gd name="csX1" fmla="*/ 77540 w 90645"/>
                  <a:gd name="csY1" fmla="*/ 77506 h 90643"/>
                  <a:gd name="csX2" fmla="*/ 90814 w 90645"/>
                  <a:gd name="csY2" fmla="*/ 45458 h 90643"/>
                  <a:gd name="csX3" fmla="*/ 77540 w 90645"/>
                  <a:gd name="csY3" fmla="*/ 13411 h 90643"/>
                  <a:gd name="csX4" fmla="*/ 45492 w 90645"/>
                  <a:gd name="csY4" fmla="*/ 136 h 90643"/>
                  <a:gd name="csX5" fmla="*/ 13444 w 90645"/>
                  <a:gd name="csY5" fmla="*/ 13411 h 90643"/>
                  <a:gd name="csX6" fmla="*/ 169 w 90645"/>
                  <a:gd name="csY6" fmla="*/ 45458 h 90643"/>
                  <a:gd name="csX7" fmla="*/ 13444 w 90645"/>
                  <a:gd name="csY7" fmla="*/ 77506 h 90643"/>
                  <a:gd name="csX8" fmla="*/ 45492 w 90645"/>
                  <a:gd name="csY8" fmla="*/ 90780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2" y="90780"/>
                    </a:moveTo>
                    <a:cubicBezTo>
                      <a:pt x="57512" y="90780"/>
                      <a:pt x="69041" y="86005"/>
                      <a:pt x="77540" y="77506"/>
                    </a:cubicBezTo>
                    <a:cubicBezTo>
                      <a:pt x="86039" y="69007"/>
                      <a:pt x="90814" y="57478"/>
                      <a:pt x="90814" y="45458"/>
                    </a:cubicBezTo>
                    <a:cubicBezTo>
                      <a:pt x="90814" y="33439"/>
                      <a:pt x="86039" y="21910"/>
                      <a:pt x="77540" y="13411"/>
                    </a:cubicBezTo>
                    <a:cubicBezTo>
                      <a:pt x="69041" y="4912"/>
                      <a:pt x="57512" y="136"/>
                      <a:pt x="45492" y="136"/>
                    </a:cubicBezTo>
                    <a:cubicBezTo>
                      <a:pt x="33472" y="136"/>
                      <a:pt x="21943" y="4912"/>
                      <a:pt x="13444" y="13411"/>
                    </a:cubicBezTo>
                    <a:cubicBezTo>
                      <a:pt x="4945" y="21910"/>
                      <a:pt x="169" y="33439"/>
                      <a:pt x="169" y="45458"/>
                    </a:cubicBezTo>
                    <a:cubicBezTo>
                      <a:pt x="169" y="57478"/>
                      <a:pt x="4945" y="69007"/>
                      <a:pt x="13444" y="77506"/>
                    </a:cubicBezTo>
                    <a:cubicBezTo>
                      <a:pt x="21943" y="86005"/>
                      <a:pt x="33472" y="90780"/>
                      <a:pt x="45492" y="90780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6" name="任意多边形: 形状 3695"/>
              <p:cNvSpPr/>
              <p:nvPr/>
            </p:nvSpPr>
            <p:spPr>
              <a:xfrm>
                <a:off x="29045121" y="23673489"/>
                <a:ext cx="180000" cy="180000"/>
              </a:xfrm>
              <a:custGeom>
                <a:avLst/>
                <a:gdLst>
                  <a:gd name="csX0" fmla="*/ 45494 w 90645"/>
                  <a:gd name="csY0" fmla="*/ 90823 h 90643"/>
                  <a:gd name="csX1" fmla="*/ 77542 w 90645"/>
                  <a:gd name="csY1" fmla="*/ 77548 h 90643"/>
                  <a:gd name="csX2" fmla="*/ 90816 w 90645"/>
                  <a:gd name="csY2" fmla="*/ 45501 h 90643"/>
                  <a:gd name="csX3" fmla="*/ 77542 w 90645"/>
                  <a:gd name="csY3" fmla="*/ 13453 h 90643"/>
                  <a:gd name="csX4" fmla="*/ 45494 w 90645"/>
                  <a:gd name="csY4" fmla="*/ 179 h 90643"/>
                  <a:gd name="csX5" fmla="*/ 13446 w 90645"/>
                  <a:gd name="csY5" fmla="*/ 13453 h 90643"/>
                  <a:gd name="csX6" fmla="*/ 171 w 90645"/>
                  <a:gd name="csY6" fmla="*/ 45501 h 90643"/>
                  <a:gd name="csX7" fmla="*/ 13446 w 90645"/>
                  <a:gd name="csY7" fmla="*/ 77548 h 90643"/>
                  <a:gd name="csX8" fmla="*/ 45494 w 90645"/>
                  <a:gd name="csY8" fmla="*/ 9082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94" y="90823"/>
                    </a:moveTo>
                    <a:cubicBezTo>
                      <a:pt x="57513" y="90823"/>
                      <a:pt x="69042" y="86047"/>
                      <a:pt x="77542" y="77548"/>
                    </a:cubicBezTo>
                    <a:cubicBezTo>
                      <a:pt x="86041" y="69049"/>
                      <a:pt x="90816" y="57520"/>
                      <a:pt x="90816" y="45501"/>
                    </a:cubicBezTo>
                    <a:cubicBezTo>
                      <a:pt x="90816" y="33481"/>
                      <a:pt x="86041" y="21952"/>
                      <a:pt x="77542" y="13453"/>
                    </a:cubicBezTo>
                    <a:cubicBezTo>
                      <a:pt x="69042" y="4954"/>
                      <a:pt x="57513" y="179"/>
                      <a:pt x="45494" y="179"/>
                    </a:cubicBezTo>
                    <a:cubicBezTo>
                      <a:pt x="33474" y="179"/>
                      <a:pt x="21945" y="4954"/>
                      <a:pt x="13446" y="13453"/>
                    </a:cubicBezTo>
                    <a:cubicBezTo>
                      <a:pt x="4947" y="21952"/>
                      <a:pt x="171" y="33481"/>
                      <a:pt x="171" y="45501"/>
                    </a:cubicBezTo>
                    <a:cubicBezTo>
                      <a:pt x="171" y="57520"/>
                      <a:pt x="4947" y="69049"/>
                      <a:pt x="13446" y="77548"/>
                    </a:cubicBezTo>
                    <a:cubicBezTo>
                      <a:pt x="21945" y="86047"/>
                      <a:pt x="33474" y="90823"/>
                      <a:pt x="45494" y="9082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7" name="任意多边形: 形状 3696"/>
              <p:cNvSpPr/>
              <p:nvPr/>
            </p:nvSpPr>
            <p:spPr>
              <a:xfrm>
                <a:off x="30317251" y="22464460"/>
                <a:ext cx="180000" cy="180000"/>
              </a:xfrm>
              <a:custGeom>
                <a:avLst/>
                <a:gdLst>
                  <a:gd name="csX0" fmla="*/ 45533 w 90645"/>
                  <a:gd name="csY0" fmla="*/ 90785 h 90643"/>
                  <a:gd name="csX1" fmla="*/ 77581 w 90645"/>
                  <a:gd name="csY1" fmla="*/ 77510 h 90643"/>
                  <a:gd name="csX2" fmla="*/ 90856 w 90645"/>
                  <a:gd name="csY2" fmla="*/ 45463 h 90643"/>
                  <a:gd name="csX3" fmla="*/ 77581 w 90645"/>
                  <a:gd name="csY3" fmla="*/ 13415 h 90643"/>
                  <a:gd name="csX4" fmla="*/ 45533 w 90645"/>
                  <a:gd name="csY4" fmla="*/ 141 h 90643"/>
                  <a:gd name="csX5" fmla="*/ 13486 w 90645"/>
                  <a:gd name="csY5" fmla="*/ 13415 h 90643"/>
                  <a:gd name="csX6" fmla="*/ 211 w 90645"/>
                  <a:gd name="csY6" fmla="*/ 45463 h 90643"/>
                  <a:gd name="csX7" fmla="*/ 13486 w 90645"/>
                  <a:gd name="csY7" fmla="*/ 77510 h 90643"/>
                  <a:gd name="csX8" fmla="*/ 45533 w 90645"/>
                  <a:gd name="csY8" fmla="*/ 90785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33" y="90785"/>
                    </a:moveTo>
                    <a:cubicBezTo>
                      <a:pt x="57553" y="90785"/>
                      <a:pt x="69082" y="86009"/>
                      <a:pt x="77581" y="77510"/>
                    </a:cubicBezTo>
                    <a:cubicBezTo>
                      <a:pt x="86081" y="69011"/>
                      <a:pt x="90856" y="57482"/>
                      <a:pt x="90856" y="45463"/>
                    </a:cubicBezTo>
                    <a:cubicBezTo>
                      <a:pt x="90856" y="33443"/>
                      <a:pt x="86081" y="21915"/>
                      <a:pt x="77581" y="13415"/>
                    </a:cubicBezTo>
                    <a:cubicBezTo>
                      <a:pt x="69082" y="4916"/>
                      <a:pt x="57553" y="141"/>
                      <a:pt x="45533" y="141"/>
                    </a:cubicBezTo>
                    <a:cubicBezTo>
                      <a:pt x="33514" y="141"/>
                      <a:pt x="21985" y="4916"/>
                      <a:pt x="13486" y="13415"/>
                    </a:cubicBezTo>
                    <a:cubicBezTo>
                      <a:pt x="4986" y="21915"/>
                      <a:pt x="211" y="33443"/>
                      <a:pt x="211" y="45463"/>
                    </a:cubicBezTo>
                    <a:cubicBezTo>
                      <a:pt x="211" y="57482"/>
                      <a:pt x="4986" y="69011"/>
                      <a:pt x="13486" y="77510"/>
                    </a:cubicBezTo>
                    <a:cubicBezTo>
                      <a:pt x="21985" y="86009"/>
                      <a:pt x="33514" y="90785"/>
                      <a:pt x="45533" y="90785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8" name="任意多边形: 形状 3697"/>
              <p:cNvSpPr/>
              <p:nvPr/>
            </p:nvSpPr>
            <p:spPr>
              <a:xfrm>
                <a:off x="30989537" y="24009514"/>
                <a:ext cx="180000" cy="180000"/>
              </a:xfrm>
              <a:custGeom>
                <a:avLst/>
                <a:gdLst>
                  <a:gd name="csX0" fmla="*/ 45554 w 90645"/>
                  <a:gd name="csY0" fmla="*/ 90833 h 90643"/>
                  <a:gd name="csX1" fmla="*/ 77602 w 90645"/>
                  <a:gd name="csY1" fmla="*/ 77559 h 90643"/>
                  <a:gd name="csX2" fmla="*/ 90877 w 90645"/>
                  <a:gd name="csY2" fmla="*/ 45511 h 90643"/>
                  <a:gd name="csX3" fmla="*/ 77602 w 90645"/>
                  <a:gd name="csY3" fmla="*/ 13464 h 90643"/>
                  <a:gd name="csX4" fmla="*/ 45554 w 90645"/>
                  <a:gd name="csY4" fmla="*/ 189 h 90643"/>
                  <a:gd name="csX5" fmla="*/ 13507 w 90645"/>
                  <a:gd name="csY5" fmla="*/ 13464 h 90643"/>
                  <a:gd name="csX6" fmla="*/ 232 w 90645"/>
                  <a:gd name="csY6" fmla="*/ 45511 h 90643"/>
                  <a:gd name="csX7" fmla="*/ 13507 w 90645"/>
                  <a:gd name="csY7" fmla="*/ 77559 h 90643"/>
                  <a:gd name="csX8" fmla="*/ 45554 w 90645"/>
                  <a:gd name="csY8" fmla="*/ 90833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554" y="90833"/>
                    </a:moveTo>
                    <a:cubicBezTo>
                      <a:pt x="57574" y="90833"/>
                      <a:pt x="69103" y="86058"/>
                      <a:pt x="77602" y="77559"/>
                    </a:cubicBezTo>
                    <a:cubicBezTo>
                      <a:pt x="86102" y="69060"/>
                      <a:pt x="90877" y="57531"/>
                      <a:pt x="90877" y="45511"/>
                    </a:cubicBezTo>
                    <a:cubicBezTo>
                      <a:pt x="90877" y="33492"/>
                      <a:pt x="86102" y="21963"/>
                      <a:pt x="77602" y="13464"/>
                    </a:cubicBezTo>
                    <a:cubicBezTo>
                      <a:pt x="69103" y="4965"/>
                      <a:pt x="57574" y="189"/>
                      <a:pt x="45554" y="189"/>
                    </a:cubicBezTo>
                    <a:cubicBezTo>
                      <a:pt x="33535" y="189"/>
                      <a:pt x="22006" y="4965"/>
                      <a:pt x="13507" y="13464"/>
                    </a:cubicBezTo>
                    <a:cubicBezTo>
                      <a:pt x="5007" y="21963"/>
                      <a:pt x="232" y="33492"/>
                      <a:pt x="232" y="45511"/>
                    </a:cubicBezTo>
                    <a:cubicBezTo>
                      <a:pt x="232" y="57531"/>
                      <a:pt x="5007" y="69060"/>
                      <a:pt x="13507" y="77559"/>
                    </a:cubicBezTo>
                    <a:cubicBezTo>
                      <a:pt x="22006" y="86058"/>
                      <a:pt x="33535" y="90833"/>
                      <a:pt x="45554" y="90833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  <p:sp>
            <p:nvSpPr>
              <p:cNvPr id="3699" name="任意多边形: 形状 3698"/>
              <p:cNvSpPr/>
              <p:nvPr/>
            </p:nvSpPr>
            <p:spPr>
              <a:xfrm>
                <a:off x="28329963" y="21740726"/>
                <a:ext cx="180000" cy="180000"/>
              </a:xfrm>
              <a:custGeom>
                <a:avLst/>
                <a:gdLst>
                  <a:gd name="csX0" fmla="*/ 45471 w 90645"/>
                  <a:gd name="csY0" fmla="*/ 90762 h 90643"/>
                  <a:gd name="csX1" fmla="*/ 77519 w 90645"/>
                  <a:gd name="csY1" fmla="*/ 77488 h 90643"/>
                  <a:gd name="csX2" fmla="*/ 90794 w 90645"/>
                  <a:gd name="csY2" fmla="*/ 45440 h 90643"/>
                  <a:gd name="csX3" fmla="*/ 77519 w 90645"/>
                  <a:gd name="csY3" fmla="*/ 13393 h 90643"/>
                  <a:gd name="csX4" fmla="*/ 45471 w 90645"/>
                  <a:gd name="csY4" fmla="*/ 118 h 90643"/>
                  <a:gd name="csX5" fmla="*/ 13424 w 90645"/>
                  <a:gd name="csY5" fmla="*/ 13393 h 90643"/>
                  <a:gd name="csX6" fmla="*/ 149 w 90645"/>
                  <a:gd name="csY6" fmla="*/ 45440 h 90643"/>
                  <a:gd name="csX7" fmla="*/ 13424 w 90645"/>
                  <a:gd name="csY7" fmla="*/ 77488 h 90643"/>
                  <a:gd name="csX8" fmla="*/ 45471 w 90645"/>
                  <a:gd name="csY8" fmla="*/ 90762 h 906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90645" h="90643">
                    <a:moveTo>
                      <a:pt x="45471" y="90762"/>
                    </a:moveTo>
                    <a:cubicBezTo>
                      <a:pt x="57491" y="90762"/>
                      <a:pt x="69020" y="85987"/>
                      <a:pt x="77519" y="77488"/>
                    </a:cubicBezTo>
                    <a:cubicBezTo>
                      <a:pt x="86019" y="68989"/>
                      <a:pt x="90794" y="57460"/>
                      <a:pt x="90794" y="45440"/>
                    </a:cubicBezTo>
                    <a:cubicBezTo>
                      <a:pt x="90794" y="33421"/>
                      <a:pt x="86019" y="21892"/>
                      <a:pt x="77519" y="13393"/>
                    </a:cubicBezTo>
                    <a:cubicBezTo>
                      <a:pt x="69020" y="4894"/>
                      <a:pt x="57491" y="118"/>
                      <a:pt x="45471" y="118"/>
                    </a:cubicBezTo>
                    <a:cubicBezTo>
                      <a:pt x="33452" y="118"/>
                      <a:pt x="21923" y="4894"/>
                      <a:pt x="13424" y="13393"/>
                    </a:cubicBezTo>
                    <a:cubicBezTo>
                      <a:pt x="4924" y="21892"/>
                      <a:pt x="149" y="33421"/>
                      <a:pt x="149" y="45440"/>
                    </a:cubicBezTo>
                    <a:cubicBezTo>
                      <a:pt x="149" y="57460"/>
                      <a:pt x="4924" y="68989"/>
                      <a:pt x="13424" y="77488"/>
                    </a:cubicBezTo>
                    <a:cubicBezTo>
                      <a:pt x="21923" y="85987"/>
                      <a:pt x="33452" y="90762"/>
                      <a:pt x="45471" y="90762"/>
                    </a:cubicBezTo>
                    <a:close/>
                  </a:path>
                </a:pathLst>
              </a:custGeom>
              <a:solidFill>
                <a:srgbClr val="4CAF50">
                  <a:alpha val="60000"/>
                </a:srgbClr>
              </a:solidFill>
              <a:ln w="25400" cap="flat">
                <a:solidFill>
                  <a:srgbClr val="808080"/>
                </a:solidFill>
                <a:prstDash val="solid"/>
                <a:round/>
              </a:ln>
            </p:spPr>
          </p:sp>
        </p:grpSp>
      </p:grpSp>
      <p:sp>
        <p:nvSpPr>
          <p:cNvPr id="3760" name="任意多边形: 形状 3759"/>
          <p:cNvSpPr/>
          <p:nvPr/>
        </p:nvSpPr>
        <p:spPr>
          <a:xfrm>
            <a:off x="4233545" y="28176220"/>
            <a:ext cx="18000001" cy="0"/>
          </a:xfrm>
          <a:custGeom>
            <a:avLst/>
            <a:gdLst>
              <a:gd name="csX0" fmla="*/ 0 w 9014295"/>
              <a:gd name="csY0" fmla="*/ 0 h 21451"/>
              <a:gd name="csX1" fmla="*/ 9014296 w 9014295"/>
              <a:gd name="csY1" fmla="*/ 0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014295" h="21451">
                <a:moveTo>
                  <a:pt x="0" y="0"/>
                </a:moveTo>
                <a:lnTo>
                  <a:pt x="9014296" y="0"/>
                </a:lnTo>
              </a:path>
            </a:pathLst>
          </a:custGeom>
          <a:noFill/>
          <a:ln w="101600" cap="sq">
            <a:solidFill>
              <a:srgbClr val="000000"/>
            </a:solidFill>
            <a:prstDash val="solid"/>
            <a:miter/>
          </a:ln>
        </p:spPr>
      </p:sp>
      <p:grpSp>
        <p:nvGrpSpPr>
          <p:cNvPr id="3934" name="组合 3933"/>
          <p:cNvGrpSpPr/>
          <p:nvPr/>
        </p:nvGrpSpPr>
        <p:grpSpPr>
          <a:xfrm>
            <a:off x="5550535" y="28176220"/>
            <a:ext cx="6170930" cy="360045"/>
            <a:chOff x="3274082" y="40901701"/>
            <a:chExt cx="6171150" cy="360000"/>
          </a:xfrm>
        </p:grpSpPr>
        <p:sp>
          <p:nvSpPr>
            <p:cNvPr id="3867" name="任意多边形: 形状 3866"/>
            <p:cNvSpPr/>
            <p:nvPr/>
          </p:nvSpPr>
          <p:spPr>
            <a:xfrm>
              <a:off x="3274082" y="40901701"/>
              <a:ext cx="0" cy="360000"/>
            </a:xfrm>
            <a:custGeom>
              <a:avLst/>
              <a:gdLst>
                <a:gd name="csX0" fmla="*/ 113 w 21450"/>
                <a:gd name="csY0" fmla="*/ 382 h 75080"/>
                <a:gd name="csX1" fmla="*/ 113 w 21450"/>
                <a:gd name="csY1" fmla="*/ 75463 h 75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450" h="75080">
                  <a:moveTo>
                    <a:pt x="113" y="382"/>
                  </a:moveTo>
                  <a:lnTo>
                    <a:pt x="113" y="7546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62" name="任意多边形: 形状 3861"/>
            <p:cNvSpPr/>
            <p:nvPr/>
          </p:nvSpPr>
          <p:spPr>
            <a:xfrm>
              <a:off x="4816870" y="40901701"/>
              <a:ext cx="0" cy="360000"/>
            </a:xfrm>
            <a:custGeom>
              <a:avLst/>
              <a:gdLst>
                <a:gd name="csX0" fmla="*/ 185 w 21450"/>
                <a:gd name="csY0" fmla="*/ 382 h 75080"/>
                <a:gd name="csX1" fmla="*/ 185 w 21450"/>
                <a:gd name="csY1" fmla="*/ 75463 h 75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450" h="75080">
                  <a:moveTo>
                    <a:pt x="185" y="382"/>
                  </a:moveTo>
                  <a:lnTo>
                    <a:pt x="185" y="7546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59" name="任意多边形: 形状 3858"/>
            <p:cNvSpPr/>
            <p:nvPr/>
          </p:nvSpPr>
          <p:spPr>
            <a:xfrm>
              <a:off x="6359657" y="40901701"/>
              <a:ext cx="0" cy="360000"/>
            </a:xfrm>
            <a:custGeom>
              <a:avLst/>
              <a:gdLst>
                <a:gd name="csX0" fmla="*/ 257 w 21450"/>
                <a:gd name="csY0" fmla="*/ 382 h 75080"/>
                <a:gd name="csX1" fmla="*/ 257 w 21450"/>
                <a:gd name="csY1" fmla="*/ 75463 h 75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450" h="75080">
                  <a:moveTo>
                    <a:pt x="257" y="382"/>
                  </a:moveTo>
                  <a:lnTo>
                    <a:pt x="257" y="7546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56" name="任意多边形: 形状 3855"/>
            <p:cNvSpPr/>
            <p:nvPr/>
          </p:nvSpPr>
          <p:spPr>
            <a:xfrm>
              <a:off x="7902445" y="40901701"/>
              <a:ext cx="0" cy="360000"/>
            </a:xfrm>
            <a:custGeom>
              <a:avLst/>
              <a:gdLst>
                <a:gd name="csX0" fmla="*/ 329 w 21450"/>
                <a:gd name="csY0" fmla="*/ 382 h 75080"/>
                <a:gd name="csX1" fmla="*/ 329 w 21450"/>
                <a:gd name="csY1" fmla="*/ 75463 h 75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450" h="75080">
                  <a:moveTo>
                    <a:pt x="329" y="382"/>
                  </a:moveTo>
                  <a:lnTo>
                    <a:pt x="329" y="7546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853" name="任意多边形: 形状 3852"/>
            <p:cNvSpPr/>
            <p:nvPr/>
          </p:nvSpPr>
          <p:spPr>
            <a:xfrm>
              <a:off x="9445232" y="40901701"/>
              <a:ext cx="0" cy="360000"/>
            </a:xfrm>
            <a:custGeom>
              <a:avLst/>
              <a:gdLst>
                <a:gd name="csX0" fmla="*/ 401 w 21450"/>
                <a:gd name="csY0" fmla="*/ 382 h 75080"/>
                <a:gd name="csX1" fmla="*/ 401 w 21450"/>
                <a:gd name="csY1" fmla="*/ 75463 h 750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450" h="75080">
                  <a:moveTo>
                    <a:pt x="401" y="382"/>
                  </a:moveTo>
                  <a:lnTo>
                    <a:pt x="401" y="7546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3928" name="任意多边形: 形状 3927"/>
          <p:cNvSpPr/>
          <p:nvPr/>
        </p:nvSpPr>
        <p:spPr>
          <a:xfrm>
            <a:off x="4233545" y="27503755"/>
            <a:ext cx="18000001" cy="0"/>
          </a:xfrm>
          <a:custGeom>
            <a:avLst/>
            <a:gdLst>
              <a:gd name="csX0" fmla="*/ 0 w 9014295"/>
              <a:gd name="csY0" fmla="*/ 0 h 21451"/>
              <a:gd name="csX1" fmla="*/ 9014296 w 9014295"/>
              <a:gd name="csY1" fmla="*/ 0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014295" h="21451">
                <a:moveTo>
                  <a:pt x="0" y="0"/>
                </a:moveTo>
                <a:lnTo>
                  <a:pt x="9014296" y="0"/>
                </a:lnTo>
              </a:path>
            </a:pathLst>
          </a:custGeom>
          <a:noFill/>
          <a:ln w="101600" cap="sq">
            <a:solidFill>
              <a:srgbClr val="B0B0B0">
                <a:alpha val="20000"/>
              </a:srgbClr>
            </a:solidFill>
            <a:prstDash val="sysDash"/>
            <a:round/>
          </a:ln>
        </p:spPr>
      </p:sp>
      <p:sp>
        <p:nvSpPr>
          <p:cNvPr id="3923" name="任意多边形: 形状 3922"/>
          <p:cNvSpPr/>
          <p:nvPr/>
        </p:nvSpPr>
        <p:spPr>
          <a:xfrm>
            <a:off x="4233545" y="25960705"/>
            <a:ext cx="18000001" cy="0"/>
          </a:xfrm>
          <a:custGeom>
            <a:avLst/>
            <a:gdLst>
              <a:gd name="csX0" fmla="*/ 0 w 9014295"/>
              <a:gd name="csY0" fmla="*/ 0 h 21451"/>
              <a:gd name="csX1" fmla="*/ 9014296 w 9014295"/>
              <a:gd name="csY1" fmla="*/ 0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014295" h="21451">
                <a:moveTo>
                  <a:pt x="0" y="0"/>
                </a:moveTo>
                <a:lnTo>
                  <a:pt x="9014296" y="0"/>
                </a:lnTo>
              </a:path>
            </a:pathLst>
          </a:custGeom>
          <a:noFill/>
          <a:ln w="101600" cap="sq">
            <a:solidFill>
              <a:srgbClr val="B0B0B0">
                <a:alpha val="20000"/>
              </a:srgbClr>
            </a:solidFill>
            <a:prstDash val="sysDash"/>
            <a:round/>
          </a:ln>
        </p:spPr>
      </p:sp>
      <p:sp>
        <p:nvSpPr>
          <p:cNvPr id="3920" name="任意多边形: 形状 3919"/>
          <p:cNvSpPr/>
          <p:nvPr/>
        </p:nvSpPr>
        <p:spPr>
          <a:xfrm>
            <a:off x="4233545" y="24418290"/>
            <a:ext cx="18000001" cy="0"/>
          </a:xfrm>
          <a:custGeom>
            <a:avLst/>
            <a:gdLst>
              <a:gd name="csX0" fmla="*/ 0 w 9014295"/>
              <a:gd name="csY0" fmla="*/ 0 h 21451"/>
              <a:gd name="csX1" fmla="*/ 9014296 w 9014295"/>
              <a:gd name="csY1" fmla="*/ 0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014295" h="21451">
                <a:moveTo>
                  <a:pt x="0" y="0"/>
                </a:moveTo>
                <a:lnTo>
                  <a:pt x="9014296" y="0"/>
                </a:lnTo>
              </a:path>
            </a:pathLst>
          </a:custGeom>
          <a:noFill/>
          <a:ln w="101600" cap="sq">
            <a:solidFill>
              <a:srgbClr val="B0B0B0">
                <a:alpha val="20000"/>
              </a:srgbClr>
            </a:solidFill>
            <a:prstDash val="sysDash"/>
            <a:round/>
          </a:ln>
        </p:spPr>
      </p:sp>
      <p:sp>
        <p:nvSpPr>
          <p:cNvPr id="3917" name="任意多边形: 形状 3916"/>
          <p:cNvSpPr/>
          <p:nvPr/>
        </p:nvSpPr>
        <p:spPr>
          <a:xfrm>
            <a:off x="4233545" y="22875240"/>
            <a:ext cx="18000001" cy="0"/>
          </a:xfrm>
          <a:custGeom>
            <a:avLst/>
            <a:gdLst>
              <a:gd name="csX0" fmla="*/ 0 w 9014295"/>
              <a:gd name="csY0" fmla="*/ 0 h 21451"/>
              <a:gd name="csX1" fmla="*/ 9014296 w 9014295"/>
              <a:gd name="csY1" fmla="*/ 0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014295" h="21451">
                <a:moveTo>
                  <a:pt x="0" y="0"/>
                </a:moveTo>
                <a:lnTo>
                  <a:pt x="9014296" y="0"/>
                </a:lnTo>
              </a:path>
            </a:pathLst>
          </a:custGeom>
          <a:noFill/>
          <a:ln w="101600" cap="sq">
            <a:solidFill>
              <a:srgbClr val="B0B0B0">
                <a:alpha val="20000"/>
              </a:srgbClr>
            </a:solidFill>
            <a:prstDash val="sysDash"/>
            <a:round/>
          </a:ln>
        </p:spPr>
      </p:sp>
      <p:sp>
        <p:nvSpPr>
          <p:cNvPr id="3914" name="任意多边形: 形状 3913"/>
          <p:cNvSpPr/>
          <p:nvPr/>
        </p:nvSpPr>
        <p:spPr>
          <a:xfrm>
            <a:off x="4233545" y="21332190"/>
            <a:ext cx="18000001" cy="0"/>
          </a:xfrm>
          <a:custGeom>
            <a:avLst/>
            <a:gdLst>
              <a:gd name="csX0" fmla="*/ 0 w 9014295"/>
              <a:gd name="csY0" fmla="*/ 0 h 21451"/>
              <a:gd name="csX1" fmla="*/ 9014296 w 9014295"/>
              <a:gd name="csY1" fmla="*/ 0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9014295" h="21451">
                <a:moveTo>
                  <a:pt x="0" y="0"/>
                </a:moveTo>
                <a:lnTo>
                  <a:pt x="9014296" y="0"/>
                </a:lnTo>
              </a:path>
            </a:pathLst>
          </a:custGeom>
          <a:noFill/>
          <a:ln w="101600" cap="sq">
            <a:solidFill>
              <a:srgbClr val="B0B0B0">
                <a:alpha val="20000"/>
              </a:srgbClr>
            </a:solidFill>
            <a:prstDash val="sysDash"/>
            <a:round/>
          </a:ln>
        </p:spPr>
      </p:sp>
      <p:sp>
        <p:nvSpPr>
          <p:cNvPr id="3759" name="任意多边形: 形状 3758"/>
          <p:cNvSpPr/>
          <p:nvPr/>
        </p:nvSpPr>
        <p:spPr>
          <a:xfrm>
            <a:off x="4233545" y="20139025"/>
            <a:ext cx="0" cy="8037195"/>
          </a:xfrm>
          <a:custGeom>
            <a:avLst/>
            <a:gdLst>
              <a:gd name="csX0" fmla="*/ 0 w 21450"/>
              <a:gd name="csY0" fmla="*/ 8037500 h 8037499"/>
              <a:gd name="csX1" fmla="*/ 0 w 21450"/>
              <a:gd name="csY1" fmla="*/ 0 h 803749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450" h="8037499">
                <a:moveTo>
                  <a:pt x="0" y="8037500"/>
                </a:moveTo>
                <a:lnTo>
                  <a:pt x="0" y="0"/>
                </a:lnTo>
              </a:path>
            </a:pathLst>
          </a:custGeom>
          <a:noFill/>
          <a:ln w="101600" cap="sq">
            <a:solidFill>
              <a:srgbClr val="000000"/>
            </a:solidFill>
            <a:prstDash val="solid"/>
            <a:miter/>
          </a:ln>
        </p:spPr>
      </p:sp>
      <p:sp>
        <p:nvSpPr>
          <p:cNvPr id="3929" name="任意多边形: 形状 3928"/>
          <p:cNvSpPr/>
          <p:nvPr/>
        </p:nvSpPr>
        <p:spPr>
          <a:xfrm>
            <a:off x="3873500" y="27503755"/>
            <a:ext cx="360045" cy="0"/>
          </a:xfrm>
          <a:custGeom>
            <a:avLst/>
            <a:gdLst>
              <a:gd name="csX0" fmla="*/ 75122 w 75075"/>
              <a:gd name="csY0" fmla="*/ 351 h 21451"/>
              <a:gd name="csX1" fmla="*/ 46 w 75075"/>
              <a:gd name="csY1" fmla="*/ 351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5075" h="21451">
                <a:moveTo>
                  <a:pt x="75122" y="351"/>
                </a:moveTo>
                <a:lnTo>
                  <a:pt x="46" y="351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3924" name="任意多边形: 形状 3923"/>
          <p:cNvSpPr/>
          <p:nvPr/>
        </p:nvSpPr>
        <p:spPr>
          <a:xfrm>
            <a:off x="3873500" y="25960705"/>
            <a:ext cx="360045" cy="0"/>
          </a:xfrm>
          <a:custGeom>
            <a:avLst/>
            <a:gdLst>
              <a:gd name="csX0" fmla="*/ 75122 w 75075"/>
              <a:gd name="csY0" fmla="*/ 279 h 21451"/>
              <a:gd name="csX1" fmla="*/ 46 w 75075"/>
              <a:gd name="csY1" fmla="*/ 279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5075" h="21451">
                <a:moveTo>
                  <a:pt x="75122" y="279"/>
                </a:moveTo>
                <a:lnTo>
                  <a:pt x="46" y="279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3921" name="任意多边形: 形状 3920"/>
          <p:cNvSpPr/>
          <p:nvPr/>
        </p:nvSpPr>
        <p:spPr>
          <a:xfrm>
            <a:off x="3873500" y="24418290"/>
            <a:ext cx="360045" cy="0"/>
          </a:xfrm>
          <a:custGeom>
            <a:avLst/>
            <a:gdLst>
              <a:gd name="csX0" fmla="*/ 75122 w 75075"/>
              <a:gd name="csY0" fmla="*/ 207 h 21451"/>
              <a:gd name="csX1" fmla="*/ 46 w 75075"/>
              <a:gd name="csY1" fmla="*/ 207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5075" h="21451">
                <a:moveTo>
                  <a:pt x="75122" y="207"/>
                </a:moveTo>
                <a:lnTo>
                  <a:pt x="46" y="207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3918" name="任意多边形: 形状 3917"/>
          <p:cNvSpPr/>
          <p:nvPr/>
        </p:nvSpPr>
        <p:spPr>
          <a:xfrm>
            <a:off x="3873500" y="22875240"/>
            <a:ext cx="360045" cy="0"/>
          </a:xfrm>
          <a:custGeom>
            <a:avLst/>
            <a:gdLst>
              <a:gd name="csX0" fmla="*/ 75122 w 75075"/>
              <a:gd name="csY0" fmla="*/ 135 h 21451"/>
              <a:gd name="csX1" fmla="*/ 46 w 75075"/>
              <a:gd name="csY1" fmla="*/ 135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5075" h="21451">
                <a:moveTo>
                  <a:pt x="75122" y="135"/>
                </a:moveTo>
                <a:lnTo>
                  <a:pt x="46" y="135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3915" name="任意多边形: 形状 3914"/>
          <p:cNvSpPr/>
          <p:nvPr/>
        </p:nvSpPr>
        <p:spPr>
          <a:xfrm>
            <a:off x="3873500" y="21332190"/>
            <a:ext cx="360045" cy="0"/>
          </a:xfrm>
          <a:custGeom>
            <a:avLst/>
            <a:gdLst>
              <a:gd name="csX0" fmla="*/ 75122 w 75075"/>
              <a:gd name="csY0" fmla="*/ 63 h 21451"/>
              <a:gd name="csX1" fmla="*/ 46 w 75075"/>
              <a:gd name="csY1" fmla="*/ 63 h 2145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75075" h="21451">
                <a:moveTo>
                  <a:pt x="75122" y="63"/>
                </a:moveTo>
                <a:lnTo>
                  <a:pt x="46" y="63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4" name="任意多边形: 形状 4093"/>
          <p:cNvSpPr/>
          <p:nvPr/>
        </p:nvSpPr>
        <p:spPr>
          <a:xfrm>
            <a:off x="14644370" y="28176220"/>
            <a:ext cx="0" cy="360045"/>
          </a:xfrm>
          <a:custGeom>
            <a:avLst/>
            <a:gdLst>
              <a:gd name="csX0" fmla="*/ 113 w 21450"/>
              <a:gd name="csY0" fmla="*/ 382 h 75080"/>
              <a:gd name="csX1" fmla="*/ 113 w 21450"/>
              <a:gd name="csY1" fmla="*/ 75463 h 75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450" h="75080">
                <a:moveTo>
                  <a:pt x="113" y="382"/>
                </a:moveTo>
                <a:lnTo>
                  <a:pt x="113" y="75463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4089" name="任意多边形: 形状 4088"/>
          <p:cNvSpPr/>
          <p:nvPr/>
        </p:nvSpPr>
        <p:spPr>
          <a:xfrm>
            <a:off x="16186785" y="28176220"/>
            <a:ext cx="0" cy="360045"/>
          </a:xfrm>
          <a:custGeom>
            <a:avLst/>
            <a:gdLst>
              <a:gd name="csX0" fmla="*/ 185 w 21450"/>
              <a:gd name="csY0" fmla="*/ 382 h 75080"/>
              <a:gd name="csX1" fmla="*/ 185 w 21450"/>
              <a:gd name="csY1" fmla="*/ 75463 h 75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450" h="75080">
                <a:moveTo>
                  <a:pt x="185" y="382"/>
                </a:moveTo>
                <a:lnTo>
                  <a:pt x="185" y="75463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4086" name="任意多边形: 形状 4085"/>
          <p:cNvSpPr/>
          <p:nvPr/>
        </p:nvSpPr>
        <p:spPr>
          <a:xfrm>
            <a:off x="17729835" y="28176220"/>
            <a:ext cx="0" cy="360045"/>
          </a:xfrm>
          <a:custGeom>
            <a:avLst/>
            <a:gdLst>
              <a:gd name="csX0" fmla="*/ 257 w 21450"/>
              <a:gd name="csY0" fmla="*/ 382 h 75080"/>
              <a:gd name="csX1" fmla="*/ 257 w 21450"/>
              <a:gd name="csY1" fmla="*/ 75463 h 75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450" h="75080">
                <a:moveTo>
                  <a:pt x="257" y="382"/>
                </a:moveTo>
                <a:lnTo>
                  <a:pt x="257" y="75463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4083" name="任意多边形: 形状 4082"/>
          <p:cNvSpPr/>
          <p:nvPr/>
        </p:nvSpPr>
        <p:spPr>
          <a:xfrm>
            <a:off x="19272885" y="28176220"/>
            <a:ext cx="0" cy="360045"/>
          </a:xfrm>
          <a:custGeom>
            <a:avLst/>
            <a:gdLst>
              <a:gd name="csX0" fmla="*/ 329 w 21450"/>
              <a:gd name="csY0" fmla="*/ 382 h 75080"/>
              <a:gd name="csX1" fmla="*/ 329 w 21450"/>
              <a:gd name="csY1" fmla="*/ 75463 h 75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450" h="75080">
                <a:moveTo>
                  <a:pt x="329" y="382"/>
                </a:moveTo>
                <a:lnTo>
                  <a:pt x="329" y="75463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4080" name="任意多边形: 形状 4079"/>
          <p:cNvSpPr/>
          <p:nvPr/>
        </p:nvSpPr>
        <p:spPr>
          <a:xfrm>
            <a:off x="20815300" y="28176220"/>
            <a:ext cx="0" cy="360045"/>
          </a:xfrm>
          <a:custGeom>
            <a:avLst/>
            <a:gdLst>
              <a:gd name="csX0" fmla="*/ 401 w 21450"/>
              <a:gd name="csY0" fmla="*/ 382 h 75080"/>
              <a:gd name="csX1" fmla="*/ 401 w 21450"/>
              <a:gd name="csY1" fmla="*/ 75463 h 7508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1450" h="75080">
                <a:moveTo>
                  <a:pt x="401" y="382"/>
                </a:moveTo>
                <a:lnTo>
                  <a:pt x="401" y="75463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4466" name="任意多边形: 形状 4465"/>
          <p:cNvSpPr/>
          <p:nvPr/>
        </p:nvSpPr>
        <p:spPr>
          <a:xfrm>
            <a:off x="4412751" y="39523670"/>
            <a:ext cx="13162181" cy="0"/>
          </a:xfrm>
          <a:custGeom>
            <a:avLst/>
            <a:gdLst>
              <a:gd name="csX0" fmla="*/ 0 w 14121149"/>
              <a:gd name="csY0" fmla="*/ 0 h 40127"/>
              <a:gd name="csX1" fmla="*/ 14121149 w 14121149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21149" h="40127">
                <a:moveTo>
                  <a:pt x="0" y="0"/>
                </a:moveTo>
                <a:lnTo>
                  <a:pt x="14121149" y="0"/>
                </a:lnTo>
              </a:path>
            </a:pathLst>
          </a:custGeom>
          <a:noFill/>
          <a:ln w="101600" cap="sq">
            <a:solidFill>
              <a:srgbClr val="607D8B">
                <a:alpha val="80000"/>
              </a:srgbClr>
            </a:solidFill>
            <a:prstDash val="solid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1" name="任意多边形: 形状 4460"/>
          <p:cNvSpPr/>
          <p:nvPr/>
        </p:nvSpPr>
        <p:spPr>
          <a:xfrm>
            <a:off x="4412751" y="39523670"/>
            <a:ext cx="13162181" cy="0"/>
          </a:xfrm>
          <a:custGeom>
            <a:avLst/>
            <a:gdLst>
              <a:gd name="csX0" fmla="*/ 0 w 14121149"/>
              <a:gd name="csY0" fmla="*/ 0 h 40127"/>
              <a:gd name="csX1" fmla="*/ 14121149 w 14121149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21149" h="40127">
                <a:moveTo>
                  <a:pt x="0" y="0"/>
                </a:moveTo>
                <a:lnTo>
                  <a:pt x="14121149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463" name="任意多边形: 形状 4462"/>
          <p:cNvSpPr/>
          <p:nvPr/>
        </p:nvSpPr>
        <p:spPr>
          <a:xfrm>
            <a:off x="4412751" y="37505005"/>
            <a:ext cx="13162181" cy="0"/>
          </a:xfrm>
          <a:custGeom>
            <a:avLst/>
            <a:gdLst>
              <a:gd name="csX0" fmla="*/ 0 w 14121149"/>
              <a:gd name="csY0" fmla="*/ 0 h 40127"/>
              <a:gd name="csX1" fmla="*/ 14121149 w 14121149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21149" h="40127">
                <a:moveTo>
                  <a:pt x="0" y="0"/>
                </a:moveTo>
                <a:lnTo>
                  <a:pt x="14121149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465" name="任意多边形: 形状 4464"/>
          <p:cNvSpPr/>
          <p:nvPr/>
        </p:nvSpPr>
        <p:spPr>
          <a:xfrm>
            <a:off x="4412751" y="35486340"/>
            <a:ext cx="13162181" cy="0"/>
          </a:xfrm>
          <a:custGeom>
            <a:avLst/>
            <a:gdLst>
              <a:gd name="csX0" fmla="*/ 0 w 14121149"/>
              <a:gd name="csY0" fmla="*/ 0 h 40127"/>
              <a:gd name="csX1" fmla="*/ 14121149 w 14121149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21149" h="40127">
                <a:moveTo>
                  <a:pt x="0" y="0"/>
                </a:moveTo>
                <a:lnTo>
                  <a:pt x="14121149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68" name="任意多边形: 形状 4467"/>
          <p:cNvSpPr/>
          <p:nvPr/>
        </p:nvSpPr>
        <p:spPr>
          <a:xfrm>
            <a:off x="4425692" y="35123755"/>
            <a:ext cx="13136300" cy="6327140"/>
          </a:xfrm>
          <a:custGeom>
            <a:avLst/>
            <a:gdLst>
              <a:gd name="csX0" fmla="*/ 0 w 14092906"/>
              <a:gd name="csY0" fmla="*/ 10044778 h 10044777"/>
              <a:gd name="csX1" fmla="*/ 1553327 w 14092906"/>
              <a:gd name="csY1" fmla="*/ 10040354 h 10044777"/>
              <a:gd name="csX2" fmla="*/ 1807507 w 14092906"/>
              <a:gd name="csY2" fmla="*/ 10029601 h 10044777"/>
              <a:gd name="csX3" fmla="*/ 1976961 w 14092906"/>
              <a:gd name="csY3" fmla="*/ 10014544 h 10044777"/>
              <a:gd name="csX4" fmla="*/ 2118173 w 14092906"/>
              <a:gd name="csY4" fmla="*/ 9994419 h 10044777"/>
              <a:gd name="csX5" fmla="*/ 2259384 w 14092906"/>
              <a:gd name="csY5" fmla="*/ 9964931 h 10044777"/>
              <a:gd name="csX6" fmla="*/ 2372353 w 14092906"/>
              <a:gd name="csY6" fmla="*/ 9932840 h 10044777"/>
              <a:gd name="csX7" fmla="*/ 2485322 w 14092906"/>
              <a:gd name="csY7" fmla="*/ 9891630 h 10044777"/>
              <a:gd name="csX8" fmla="*/ 2598292 w 14092906"/>
              <a:gd name="csY8" fmla="*/ 9839795 h 10044777"/>
              <a:gd name="csX9" fmla="*/ 2683018 w 14092906"/>
              <a:gd name="csY9" fmla="*/ 9793025 h 10044777"/>
              <a:gd name="csX10" fmla="*/ 2767745 w 14092906"/>
              <a:gd name="csY10" fmla="*/ 9738774 h 10044777"/>
              <a:gd name="csX11" fmla="*/ 2852472 w 14092906"/>
              <a:gd name="csY11" fmla="*/ 9676416 h 10044777"/>
              <a:gd name="csX12" fmla="*/ 2937199 w 14092906"/>
              <a:gd name="csY12" fmla="*/ 9605342 h 10044777"/>
              <a:gd name="csX13" fmla="*/ 3021926 w 14092906"/>
              <a:gd name="csY13" fmla="*/ 9524978 h 10044777"/>
              <a:gd name="csX14" fmla="*/ 3106653 w 14092906"/>
              <a:gd name="csY14" fmla="*/ 9434787 h 10044777"/>
              <a:gd name="csX15" fmla="*/ 3191380 w 14092906"/>
              <a:gd name="csY15" fmla="*/ 9334284 h 10044777"/>
              <a:gd name="csX16" fmla="*/ 3276107 w 14092906"/>
              <a:gd name="csY16" fmla="*/ 9223034 h 10044777"/>
              <a:gd name="csX17" fmla="*/ 3360833 w 14092906"/>
              <a:gd name="csY17" fmla="*/ 9100669 h 10044777"/>
              <a:gd name="csX18" fmla="*/ 3445561 w 14092906"/>
              <a:gd name="csY18" fmla="*/ 8966890 h 10044777"/>
              <a:gd name="csX19" fmla="*/ 3530287 w 14092906"/>
              <a:gd name="csY19" fmla="*/ 8821472 h 10044777"/>
              <a:gd name="csX20" fmla="*/ 3615014 w 14092906"/>
              <a:gd name="csY20" fmla="*/ 8664270 h 10044777"/>
              <a:gd name="csX21" fmla="*/ 3727984 w 14092906"/>
              <a:gd name="csY21" fmla="*/ 8436244 h 10044777"/>
              <a:gd name="csX22" fmla="*/ 3840953 w 14092906"/>
              <a:gd name="csY22" fmla="*/ 8187270 h 10044777"/>
              <a:gd name="csX23" fmla="*/ 3953922 w 14092906"/>
              <a:gd name="csY23" fmla="*/ 7917729 h 10044777"/>
              <a:gd name="csX24" fmla="*/ 4066891 w 14092906"/>
              <a:gd name="csY24" fmla="*/ 7628295 h 10044777"/>
              <a:gd name="csX25" fmla="*/ 4179860 w 14092906"/>
              <a:gd name="csY25" fmla="*/ 7319927 h 10044777"/>
              <a:gd name="csX26" fmla="*/ 4292830 w 14092906"/>
              <a:gd name="csY26" fmla="*/ 6993870 h 10044777"/>
              <a:gd name="csX27" fmla="*/ 4434041 w 14092906"/>
              <a:gd name="csY27" fmla="*/ 6563757 h 10044777"/>
              <a:gd name="csX28" fmla="*/ 4575253 w 14092906"/>
              <a:gd name="csY28" fmla="*/ 6111921 h 10044777"/>
              <a:gd name="csX29" fmla="*/ 4744707 w 14092906"/>
              <a:gd name="csY29" fmla="*/ 5546859 h 10044777"/>
              <a:gd name="csX30" fmla="*/ 4970645 w 14092906"/>
              <a:gd name="csY30" fmla="*/ 4768052 h 10044777"/>
              <a:gd name="csX31" fmla="*/ 5394279 w 14092906"/>
              <a:gd name="csY31" fmla="*/ 3300788 h 10044777"/>
              <a:gd name="csX32" fmla="*/ 5563733 w 14092906"/>
              <a:gd name="csY32" fmla="*/ 2739138 h 10044777"/>
              <a:gd name="csX33" fmla="*/ 5704944 w 14092906"/>
              <a:gd name="csY33" fmla="*/ 2293173 h 10044777"/>
              <a:gd name="csX34" fmla="*/ 5817914 w 14092906"/>
              <a:gd name="csY34" fmla="*/ 1954917 h 10044777"/>
              <a:gd name="csX35" fmla="*/ 5930883 w 14092906"/>
              <a:gd name="csY35" fmla="*/ 1636127 h 10044777"/>
              <a:gd name="csX36" fmla="*/ 6043852 w 14092906"/>
              <a:gd name="csY36" fmla="*/ 1339440 h 10044777"/>
              <a:gd name="csX37" fmla="*/ 6128579 w 14092906"/>
              <a:gd name="csY37" fmla="*/ 1132926 h 10044777"/>
              <a:gd name="csX38" fmla="*/ 6213306 w 14092906"/>
              <a:gd name="csY38" fmla="*/ 941218 h 10044777"/>
              <a:gd name="csX39" fmla="*/ 6298033 w 14092906"/>
              <a:gd name="csY39" fmla="*/ 765226 h 10044777"/>
              <a:gd name="csX40" fmla="*/ 6382760 w 14092906"/>
              <a:gd name="csY40" fmla="*/ 605789 h 10044777"/>
              <a:gd name="csX41" fmla="*/ 6467486 w 14092906"/>
              <a:gd name="csY41" fmla="*/ 463670 h 10044777"/>
              <a:gd name="csX42" fmla="*/ 6552213 w 14092906"/>
              <a:gd name="csY42" fmla="*/ 339553 h 10044777"/>
              <a:gd name="csX43" fmla="*/ 6636941 w 14092906"/>
              <a:gd name="csY43" fmla="*/ 234035 h 10044777"/>
              <a:gd name="csX44" fmla="*/ 6693425 w 14092906"/>
              <a:gd name="csY44" fmla="*/ 174277 h 10044777"/>
              <a:gd name="csX45" fmla="*/ 6749910 w 14092906"/>
              <a:gd name="csY45" fmla="*/ 123142 h 10044777"/>
              <a:gd name="csX46" fmla="*/ 6806394 w 14092906"/>
              <a:gd name="csY46" fmla="*/ 80740 h 10044777"/>
              <a:gd name="csX47" fmla="*/ 6862878 w 14092906"/>
              <a:gd name="csY47" fmla="*/ 47162 h 10044777"/>
              <a:gd name="csX48" fmla="*/ 6919363 w 14092906"/>
              <a:gd name="csY48" fmla="*/ 22480 h 10044777"/>
              <a:gd name="csX49" fmla="*/ 6975848 w 14092906"/>
              <a:gd name="csY49" fmla="*/ 6748 h 10044777"/>
              <a:gd name="csX50" fmla="*/ 7032333 w 14092906"/>
              <a:gd name="csY50" fmla="*/ 0 h 10044777"/>
              <a:gd name="csX51" fmla="*/ 7088817 w 14092906"/>
              <a:gd name="csY51" fmla="*/ 2250 h 10044777"/>
              <a:gd name="csX52" fmla="*/ 7145302 w 14092906"/>
              <a:gd name="csY52" fmla="*/ 13493 h 10044777"/>
              <a:gd name="csX53" fmla="*/ 7201786 w 14092906"/>
              <a:gd name="csY53" fmla="*/ 33705 h 10044777"/>
              <a:gd name="csX54" fmla="*/ 7258270 w 14092906"/>
              <a:gd name="csY54" fmla="*/ 62843 h 10044777"/>
              <a:gd name="csX55" fmla="*/ 7314756 w 14092906"/>
              <a:gd name="csY55" fmla="*/ 100843 h 10044777"/>
              <a:gd name="csX56" fmla="*/ 7371240 w 14092906"/>
              <a:gd name="csY56" fmla="*/ 147624 h 10044777"/>
              <a:gd name="csX57" fmla="*/ 7427725 w 14092906"/>
              <a:gd name="csY57" fmla="*/ 203085 h 10044777"/>
              <a:gd name="csX58" fmla="*/ 7484209 w 14092906"/>
              <a:gd name="csY58" fmla="*/ 267108 h 10044777"/>
              <a:gd name="csX59" fmla="*/ 7540694 w 14092906"/>
              <a:gd name="csY59" fmla="*/ 339553 h 10044777"/>
              <a:gd name="csX60" fmla="*/ 7625421 w 14092906"/>
              <a:gd name="csY60" fmla="*/ 463670 h 10044777"/>
              <a:gd name="csX61" fmla="*/ 7710148 w 14092906"/>
              <a:gd name="csY61" fmla="*/ 605789 h 10044777"/>
              <a:gd name="csX62" fmla="*/ 7794875 w 14092906"/>
              <a:gd name="csY62" fmla="*/ 765226 h 10044777"/>
              <a:gd name="csX63" fmla="*/ 7879601 w 14092906"/>
              <a:gd name="csY63" fmla="*/ 941218 h 10044777"/>
              <a:gd name="csX64" fmla="*/ 7964329 w 14092906"/>
              <a:gd name="csY64" fmla="*/ 1132926 h 10044777"/>
              <a:gd name="csX65" fmla="*/ 8049056 w 14092906"/>
              <a:gd name="csY65" fmla="*/ 1339440 h 10044777"/>
              <a:gd name="csX66" fmla="*/ 8162024 w 14092906"/>
              <a:gd name="csY66" fmla="*/ 1636127 h 10044777"/>
              <a:gd name="csX67" fmla="*/ 8274993 w 14092906"/>
              <a:gd name="csY67" fmla="*/ 1954917 h 10044777"/>
              <a:gd name="csX68" fmla="*/ 8387963 w 14092906"/>
              <a:gd name="csY68" fmla="*/ 2293173 h 10044777"/>
              <a:gd name="csX69" fmla="*/ 8529174 w 14092906"/>
              <a:gd name="csY69" fmla="*/ 2739138 h 10044777"/>
              <a:gd name="csX70" fmla="*/ 8698627 w 14092906"/>
              <a:gd name="csY70" fmla="*/ 3300788 h 10044777"/>
              <a:gd name="csX71" fmla="*/ 8924566 w 14092906"/>
              <a:gd name="csY71" fmla="*/ 4078173 h 10044777"/>
              <a:gd name="csX72" fmla="*/ 9376443 w 14092906"/>
              <a:gd name="csY72" fmla="*/ 5642466 h 10044777"/>
              <a:gd name="csX73" fmla="*/ 9545897 w 14092906"/>
              <a:gd name="csY73" fmla="*/ 6203837 h 10044777"/>
              <a:gd name="csX74" fmla="*/ 9687108 w 14092906"/>
              <a:gd name="csY74" fmla="*/ 6651639 h 10044777"/>
              <a:gd name="csX75" fmla="*/ 9828320 w 14092906"/>
              <a:gd name="csY75" fmla="*/ 7076964 h 10044777"/>
              <a:gd name="csX76" fmla="*/ 9941289 w 14092906"/>
              <a:gd name="csY76" fmla="*/ 7398731 h 10044777"/>
              <a:gd name="csX77" fmla="*/ 10054258 w 14092906"/>
              <a:gd name="csY77" fmla="*/ 7702471 h 10044777"/>
              <a:gd name="csX78" fmla="*/ 10167228 w 14092906"/>
              <a:gd name="csY78" fmla="*/ 7987011 h 10044777"/>
              <a:gd name="csX79" fmla="*/ 10280197 w 14092906"/>
              <a:gd name="csY79" fmla="*/ 8251462 h 10044777"/>
              <a:gd name="csX80" fmla="*/ 10393165 w 14092906"/>
              <a:gd name="csY80" fmla="*/ 8495223 h 10044777"/>
              <a:gd name="csX81" fmla="*/ 10506135 w 14092906"/>
              <a:gd name="csY81" fmla="*/ 8717986 h 10044777"/>
              <a:gd name="csX82" fmla="*/ 10590862 w 14092906"/>
              <a:gd name="csY82" fmla="*/ 8871249 h 10044777"/>
              <a:gd name="csX83" fmla="*/ 10675589 w 14092906"/>
              <a:gd name="csY83" fmla="*/ 9012767 h 10044777"/>
              <a:gd name="csX84" fmla="*/ 10760315 w 14092906"/>
              <a:gd name="csY84" fmla="*/ 9142712 h 10044777"/>
              <a:gd name="csX85" fmla="*/ 10845043 w 14092906"/>
              <a:gd name="csY85" fmla="*/ 9261335 h 10044777"/>
              <a:gd name="csX86" fmla="*/ 10929770 w 14092906"/>
              <a:gd name="csY86" fmla="*/ 9368958 h 10044777"/>
              <a:gd name="csX87" fmla="*/ 11014496 w 14092906"/>
              <a:gd name="csY87" fmla="*/ 9465974 h 10044777"/>
              <a:gd name="csX88" fmla="*/ 11099223 w 14092906"/>
              <a:gd name="csY88" fmla="*/ 9552831 h 10044777"/>
              <a:gd name="csX89" fmla="*/ 11183950 w 14092906"/>
              <a:gd name="csY89" fmla="*/ 9630038 h 10044777"/>
              <a:gd name="csX90" fmla="*/ 11268677 w 14092906"/>
              <a:gd name="csY90" fmla="*/ 9698141 h 10044777"/>
              <a:gd name="csX91" fmla="*/ 11353404 w 14092906"/>
              <a:gd name="csY91" fmla="*/ 9757727 h 10044777"/>
              <a:gd name="csX92" fmla="*/ 11438130 w 14092906"/>
              <a:gd name="csY92" fmla="*/ 9809414 h 10044777"/>
              <a:gd name="csX93" fmla="*/ 11551100 w 14092906"/>
              <a:gd name="csY93" fmla="*/ 9867136 h 10044777"/>
              <a:gd name="csX94" fmla="*/ 11664069 w 14092906"/>
              <a:gd name="csY94" fmla="*/ 9913468 h 10044777"/>
              <a:gd name="csX95" fmla="*/ 11777038 w 14092906"/>
              <a:gd name="csY95" fmla="*/ 9949933 h 10044777"/>
              <a:gd name="csX96" fmla="*/ 11890008 w 14092906"/>
              <a:gd name="csY96" fmla="*/ 9978012 h 10044777"/>
              <a:gd name="csX97" fmla="*/ 12031219 w 14092906"/>
              <a:gd name="csY97" fmla="*/ 10003454 h 10044777"/>
              <a:gd name="csX98" fmla="*/ 12200673 w 14092906"/>
              <a:gd name="csY98" fmla="*/ 10023111 h 10044777"/>
              <a:gd name="csX99" fmla="*/ 12398369 w 14092906"/>
              <a:gd name="csY99" fmla="*/ 10035707 h 10044777"/>
              <a:gd name="csX100" fmla="*/ 12680792 w 14092906"/>
              <a:gd name="csY100" fmla="*/ 10042826 h 10044777"/>
              <a:gd name="csX101" fmla="*/ 13245638 w 14092906"/>
              <a:gd name="csY101" fmla="*/ 10044763 h 10044777"/>
              <a:gd name="csX102" fmla="*/ 14092906 w 14092906"/>
              <a:gd name="csY102" fmla="*/ 10044778 h 10044777"/>
              <a:gd name="csX103" fmla="*/ 14092906 w 14092906"/>
              <a:gd name="csY103" fmla="*/ 10044778 h 100447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</a:cxnLst>
            <a:rect l="l" t="t" r="r" b="b"/>
            <a:pathLst>
              <a:path w="14092906" h="10044777">
                <a:moveTo>
                  <a:pt x="0" y="10044778"/>
                </a:moveTo>
                <a:lnTo>
                  <a:pt x="1553327" y="10040354"/>
                </a:lnTo>
                <a:lnTo>
                  <a:pt x="1807507" y="10029601"/>
                </a:lnTo>
                <a:lnTo>
                  <a:pt x="1976961" y="10014544"/>
                </a:lnTo>
                <a:lnTo>
                  <a:pt x="2118173" y="9994419"/>
                </a:lnTo>
                <a:lnTo>
                  <a:pt x="2259384" y="9964931"/>
                </a:lnTo>
                <a:lnTo>
                  <a:pt x="2372353" y="9932840"/>
                </a:lnTo>
                <a:lnTo>
                  <a:pt x="2485322" y="9891630"/>
                </a:lnTo>
                <a:lnTo>
                  <a:pt x="2598292" y="9839795"/>
                </a:lnTo>
                <a:lnTo>
                  <a:pt x="2683018" y="9793025"/>
                </a:lnTo>
                <a:lnTo>
                  <a:pt x="2767745" y="9738774"/>
                </a:lnTo>
                <a:lnTo>
                  <a:pt x="2852472" y="9676416"/>
                </a:lnTo>
                <a:lnTo>
                  <a:pt x="2937199" y="9605342"/>
                </a:lnTo>
                <a:lnTo>
                  <a:pt x="3021926" y="9524978"/>
                </a:lnTo>
                <a:lnTo>
                  <a:pt x="3106653" y="9434787"/>
                </a:lnTo>
                <a:lnTo>
                  <a:pt x="3191380" y="9334284"/>
                </a:lnTo>
                <a:lnTo>
                  <a:pt x="3276107" y="9223034"/>
                </a:lnTo>
                <a:lnTo>
                  <a:pt x="3360833" y="9100669"/>
                </a:lnTo>
                <a:lnTo>
                  <a:pt x="3445561" y="8966890"/>
                </a:lnTo>
                <a:lnTo>
                  <a:pt x="3530287" y="8821472"/>
                </a:lnTo>
                <a:lnTo>
                  <a:pt x="3615014" y="8664270"/>
                </a:lnTo>
                <a:lnTo>
                  <a:pt x="3727984" y="8436244"/>
                </a:lnTo>
                <a:lnTo>
                  <a:pt x="3840953" y="8187270"/>
                </a:lnTo>
                <a:lnTo>
                  <a:pt x="3953922" y="7917729"/>
                </a:lnTo>
                <a:lnTo>
                  <a:pt x="4066891" y="7628295"/>
                </a:lnTo>
                <a:lnTo>
                  <a:pt x="4179860" y="7319927"/>
                </a:lnTo>
                <a:lnTo>
                  <a:pt x="4292830" y="6993870"/>
                </a:lnTo>
                <a:lnTo>
                  <a:pt x="4434041" y="6563757"/>
                </a:lnTo>
                <a:lnTo>
                  <a:pt x="4575253" y="6111921"/>
                </a:lnTo>
                <a:lnTo>
                  <a:pt x="4744707" y="5546859"/>
                </a:lnTo>
                <a:lnTo>
                  <a:pt x="4970645" y="4768052"/>
                </a:lnTo>
                <a:lnTo>
                  <a:pt x="5394279" y="3300788"/>
                </a:lnTo>
                <a:lnTo>
                  <a:pt x="5563733" y="2739138"/>
                </a:lnTo>
                <a:lnTo>
                  <a:pt x="5704944" y="2293173"/>
                </a:lnTo>
                <a:lnTo>
                  <a:pt x="5817914" y="1954917"/>
                </a:lnTo>
                <a:lnTo>
                  <a:pt x="5930883" y="1636127"/>
                </a:lnTo>
                <a:lnTo>
                  <a:pt x="6043852" y="1339440"/>
                </a:lnTo>
                <a:lnTo>
                  <a:pt x="6128579" y="1132926"/>
                </a:lnTo>
                <a:lnTo>
                  <a:pt x="6213306" y="941218"/>
                </a:lnTo>
                <a:lnTo>
                  <a:pt x="6298033" y="765226"/>
                </a:lnTo>
                <a:lnTo>
                  <a:pt x="6382760" y="605789"/>
                </a:lnTo>
                <a:lnTo>
                  <a:pt x="6467486" y="463670"/>
                </a:lnTo>
                <a:lnTo>
                  <a:pt x="6552213" y="339553"/>
                </a:lnTo>
                <a:lnTo>
                  <a:pt x="6636941" y="234035"/>
                </a:lnTo>
                <a:lnTo>
                  <a:pt x="6693425" y="174277"/>
                </a:lnTo>
                <a:lnTo>
                  <a:pt x="6749910" y="123142"/>
                </a:lnTo>
                <a:lnTo>
                  <a:pt x="6806394" y="80740"/>
                </a:lnTo>
                <a:lnTo>
                  <a:pt x="6862878" y="47162"/>
                </a:lnTo>
                <a:lnTo>
                  <a:pt x="6919363" y="22480"/>
                </a:lnTo>
                <a:lnTo>
                  <a:pt x="6975848" y="6748"/>
                </a:lnTo>
                <a:lnTo>
                  <a:pt x="7032333" y="0"/>
                </a:lnTo>
                <a:lnTo>
                  <a:pt x="7088817" y="2250"/>
                </a:lnTo>
                <a:lnTo>
                  <a:pt x="7145302" y="13493"/>
                </a:lnTo>
                <a:lnTo>
                  <a:pt x="7201786" y="33705"/>
                </a:lnTo>
                <a:lnTo>
                  <a:pt x="7258270" y="62843"/>
                </a:lnTo>
                <a:lnTo>
                  <a:pt x="7314756" y="100843"/>
                </a:lnTo>
                <a:lnTo>
                  <a:pt x="7371240" y="147624"/>
                </a:lnTo>
                <a:lnTo>
                  <a:pt x="7427725" y="203085"/>
                </a:lnTo>
                <a:lnTo>
                  <a:pt x="7484209" y="267108"/>
                </a:lnTo>
                <a:lnTo>
                  <a:pt x="7540694" y="339553"/>
                </a:lnTo>
                <a:lnTo>
                  <a:pt x="7625421" y="463670"/>
                </a:lnTo>
                <a:lnTo>
                  <a:pt x="7710148" y="605789"/>
                </a:lnTo>
                <a:lnTo>
                  <a:pt x="7794875" y="765226"/>
                </a:lnTo>
                <a:lnTo>
                  <a:pt x="7879601" y="941218"/>
                </a:lnTo>
                <a:lnTo>
                  <a:pt x="7964329" y="1132926"/>
                </a:lnTo>
                <a:lnTo>
                  <a:pt x="8049056" y="1339440"/>
                </a:lnTo>
                <a:lnTo>
                  <a:pt x="8162024" y="1636127"/>
                </a:lnTo>
                <a:lnTo>
                  <a:pt x="8274993" y="1954917"/>
                </a:lnTo>
                <a:lnTo>
                  <a:pt x="8387963" y="2293173"/>
                </a:lnTo>
                <a:lnTo>
                  <a:pt x="8529174" y="2739138"/>
                </a:lnTo>
                <a:lnTo>
                  <a:pt x="8698627" y="3300788"/>
                </a:lnTo>
                <a:lnTo>
                  <a:pt x="8924566" y="4078173"/>
                </a:lnTo>
                <a:lnTo>
                  <a:pt x="9376443" y="5642466"/>
                </a:lnTo>
                <a:lnTo>
                  <a:pt x="9545897" y="6203837"/>
                </a:lnTo>
                <a:lnTo>
                  <a:pt x="9687108" y="6651639"/>
                </a:lnTo>
                <a:lnTo>
                  <a:pt x="9828320" y="7076964"/>
                </a:lnTo>
                <a:lnTo>
                  <a:pt x="9941289" y="7398731"/>
                </a:lnTo>
                <a:lnTo>
                  <a:pt x="10054258" y="7702471"/>
                </a:lnTo>
                <a:lnTo>
                  <a:pt x="10167228" y="7987011"/>
                </a:lnTo>
                <a:lnTo>
                  <a:pt x="10280197" y="8251462"/>
                </a:lnTo>
                <a:lnTo>
                  <a:pt x="10393165" y="8495223"/>
                </a:lnTo>
                <a:lnTo>
                  <a:pt x="10506135" y="8717986"/>
                </a:lnTo>
                <a:lnTo>
                  <a:pt x="10590862" y="8871249"/>
                </a:lnTo>
                <a:lnTo>
                  <a:pt x="10675589" y="9012767"/>
                </a:lnTo>
                <a:lnTo>
                  <a:pt x="10760315" y="9142712"/>
                </a:lnTo>
                <a:lnTo>
                  <a:pt x="10845043" y="9261335"/>
                </a:lnTo>
                <a:lnTo>
                  <a:pt x="10929770" y="9368958"/>
                </a:lnTo>
                <a:lnTo>
                  <a:pt x="11014496" y="9465974"/>
                </a:lnTo>
                <a:lnTo>
                  <a:pt x="11099223" y="9552831"/>
                </a:lnTo>
                <a:lnTo>
                  <a:pt x="11183950" y="9630038"/>
                </a:lnTo>
                <a:lnTo>
                  <a:pt x="11268677" y="9698141"/>
                </a:lnTo>
                <a:lnTo>
                  <a:pt x="11353404" y="9757727"/>
                </a:lnTo>
                <a:lnTo>
                  <a:pt x="11438130" y="9809414"/>
                </a:lnTo>
                <a:lnTo>
                  <a:pt x="11551100" y="9867136"/>
                </a:lnTo>
                <a:lnTo>
                  <a:pt x="11664069" y="9913468"/>
                </a:lnTo>
                <a:lnTo>
                  <a:pt x="11777038" y="9949933"/>
                </a:lnTo>
                <a:lnTo>
                  <a:pt x="11890008" y="9978012"/>
                </a:lnTo>
                <a:lnTo>
                  <a:pt x="12031219" y="10003454"/>
                </a:lnTo>
                <a:lnTo>
                  <a:pt x="12200673" y="10023111"/>
                </a:lnTo>
                <a:lnTo>
                  <a:pt x="12398369" y="10035707"/>
                </a:lnTo>
                <a:lnTo>
                  <a:pt x="12680792" y="10042826"/>
                </a:lnTo>
                <a:lnTo>
                  <a:pt x="13245638" y="10044763"/>
                </a:lnTo>
                <a:lnTo>
                  <a:pt x="14092906" y="10044778"/>
                </a:lnTo>
                <a:lnTo>
                  <a:pt x="14092906" y="10044778"/>
                </a:lnTo>
              </a:path>
            </a:pathLst>
          </a:custGeom>
          <a:noFill/>
          <a:ln w="101600" cap="sq">
            <a:solidFill>
              <a:srgbClr val="9C27B0">
                <a:alpha val="85000"/>
              </a:srgbClr>
            </a:solidFill>
            <a:prstDash val="solid"/>
            <a:round/>
          </a:ln>
        </p:spPr>
      </p:sp>
      <p:sp>
        <p:nvSpPr>
          <p:cNvPr id="4469" name="任意多边形: 形状 4468"/>
          <p:cNvSpPr/>
          <p:nvPr/>
        </p:nvSpPr>
        <p:spPr>
          <a:xfrm>
            <a:off x="4425692" y="38286690"/>
            <a:ext cx="13136300" cy="3163570"/>
          </a:xfrm>
          <a:custGeom>
            <a:avLst/>
            <a:gdLst>
              <a:gd name="csX0" fmla="*/ 0 w 14092906"/>
              <a:gd name="csY0" fmla="*/ 5022349 h 5022348"/>
              <a:gd name="csX1" fmla="*/ 112969 w 14092906"/>
              <a:gd name="csY1" fmla="*/ 5020117 h 5022348"/>
              <a:gd name="csX2" fmla="*/ 197696 w 14092906"/>
              <a:gd name="csY2" fmla="*/ 5008955 h 5022348"/>
              <a:gd name="csX3" fmla="*/ 254181 w 14092906"/>
              <a:gd name="csY3" fmla="*/ 4994136 h 5022348"/>
              <a:gd name="csX4" fmla="*/ 310665 w 14092906"/>
              <a:gd name="csY4" fmla="*/ 4972775 h 5022348"/>
              <a:gd name="csX5" fmla="*/ 367150 w 14092906"/>
              <a:gd name="csY5" fmla="*/ 4944856 h 5022348"/>
              <a:gd name="csX6" fmla="*/ 451877 w 14092906"/>
              <a:gd name="csY6" fmla="*/ 4891270 h 5022348"/>
              <a:gd name="csX7" fmla="*/ 536604 w 14092906"/>
              <a:gd name="csY7" fmla="*/ 4824948 h 5022348"/>
              <a:gd name="csX8" fmla="*/ 621331 w 14092906"/>
              <a:gd name="csY8" fmla="*/ 4747596 h 5022348"/>
              <a:gd name="csX9" fmla="*/ 706058 w 14092906"/>
              <a:gd name="csY9" fmla="*/ 4660943 h 5022348"/>
              <a:gd name="csX10" fmla="*/ 819027 w 14092906"/>
              <a:gd name="csY10" fmla="*/ 4533712 h 5022348"/>
              <a:gd name="csX11" fmla="*/ 960238 w 14092906"/>
              <a:gd name="csY11" fmla="*/ 4360565 h 5022348"/>
              <a:gd name="csX12" fmla="*/ 1129692 w 14092906"/>
              <a:gd name="csY12" fmla="*/ 4139155 h 5022348"/>
              <a:gd name="csX13" fmla="*/ 1412115 w 14092906"/>
              <a:gd name="csY13" fmla="*/ 3754790 h 5022348"/>
              <a:gd name="csX14" fmla="*/ 1807507 w 14092906"/>
              <a:gd name="csY14" fmla="*/ 3218413 h 5022348"/>
              <a:gd name="csX15" fmla="*/ 2033446 w 14092906"/>
              <a:gd name="csY15" fmla="*/ 2924056 h 5022348"/>
              <a:gd name="csX16" fmla="*/ 2259384 w 14092906"/>
              <a:gd name="csY16" fmla="*/ 2642698 h 5022348"/>
              <a:gd name="csX17" fmla="*/ 2457080 w 14092906"/>
              <a:gd name="csY17" fmla="*/ 2408551 h 5022348"/>
              <a:gd name="csX18" fmla="*/ 2654776 w 14092906"/>
              <a:gd name="csY18" fmla="*/ 2186311 h 5022348"/>
              <a:gd name="csX19" fmla="*/ 2852472 w 14092906"/>
              <a:gd name="csY19" fmla="*/ 1976262 h 5022348"/>
              <a:gd name="csX20" fmla="*/ 3050169 w 14092906"/>
              <a:gd name="csY20" fmla="*/ 1778458 h 5022348"/>
              <a:gd name="csX21" fmla="*/ 3247865 w 14092906"/>
              <a:gd name="csY21" fmla="*/ 1592796 h 5022348"/>
              <a:gd name="csX22" fmla="*/ 3445561 w 14092906"/>
              <a:gd name="csY22" fmla="*/ 1419070 h 5022348"/>
              <a:gd name="csX23" fmla="*/ 3643257 w 14092906"/>
              <a:gd name="csY23" fmla="*/ 1257004 h 5022348"/>
              <a:gd name="csX24" fmla="*/ 3840953 w 14092906"/>
              <a:gd name="csY24" fmla="*/ 1106290 h 5022348"/>
              <a:gd name="csX25" fmla="*/ 4038649 w 14092906"/>
              <a:gd name="csY25" fmla="*/ 966593 h 5022348"/>
              <a:gd name="csX26" fmla="*/ 4236345 w 14092906"/>
              <a:gd name="csY26" fmla="*/ 837579 h 5022348"/>
              <a:gd name="csX27" fmla="*/ 4434041 w 14092906"/>
              <a:gd name="csY27" fmla="*/ 718914 h 5022348"/>
              <a:gd name="csX28" fmla="*/ 4631737 w 14092906"/>
              <a:gd name="csY28" fmla="*/ 610278 h 5022348"/>
              <a:gd name="csX29" fmla="*/ 4829433 w 14092906"/>
              <a:gd name="csY29" fmla="*/ 511363 h 5022348"/>
              <a:gd name="csX30" fmla="*/ 5027129 w 14092906"/>
              <a:gd name="csY30" fmla="*/ 421886 h 5022348"/>
              <a:gd name="csX31" fmla="*/ 5224826 w 14092906"/>
              <a:gd name="csY31" fmla="*/ 341582 h 5022348"/>
              <a:gd name="csX32" fmla="*/ 5422522 w 14092906"/>
              <a:gd name="csY32" fmla="*/ 270210 h 5022348"/>
              <a:gd name="csX33" fmla="*/ 5620218 w 14092906"/>
              <a:gd name="csY33" fmla="*/ 207553 h 5022348"/>
              <a:gd name="csX34" fmla="*/ 5817914 w 14092906"/>
              <a:gd name="csY34" fmla="*/ 153419 h 5022348"/>
              <a:gd name="csX35" fmla="*/ 6015610 w 14092906"/>
              <a:gd name="csY35" fmla="*/ 107642 h 5022348"/>
              <a:gd name="csX36" fmla="*/ 6213306 w 14092906"/>
              <a:gd name="csY36" fmla="*/ 70078 h 5022348"/>
              <a:gd name="csX37" fmla="*/ 6411002 w 14092906"/>
              <a:gd name="csY37" fmla="*/ 40612 h 5022348"/>
              <a:gd name="csX38" fmla="*/ 6608699 w 14092906"/>
              <a:gd name="csY38" fmla="*/ 19151 h 5022348"/>
              <a:gd name="csX39" fmla="*/ 6806394 w 14092906"/>
              <a:gd name="csY39" fmla="*/ 5628 h 5022348"/>
              <a:gd name="csX40" fmla="*/ 7004091 w 14092906"/>
              <a:gd name="csY40" fmla="*/ 0 h 5022348"/>
              <a:gd name="csX41" fmla="*/ 7201786 w 14092906"/>
              <a:gd name="csY41" fmla="*/ 2251 h 5022348"/>
              <a:gd name="csX42" fmla="*/ 7399483 w 14092906"/>
              <a:gd name="csY42" fmla="*/ 12386 h 5022348"/>
              <a:gd name="csX43" fmla="*/ 7597178 w 14092906"/>
              <a:gd name="csY43" fmla="*/ 30438 h 5022348"/>
              <a:gd name="csX44" fmla="*/ 7794875 w 14092906"/>
              <a:gd name="csY44" fmla="*/ 56464 h 5022348"/>
              <a:gd name="csX45" fmla="*/ 7992571 w 14092906"/>
              <a:gd name="csY45" fmla="*/ 90544 h 5022348"/>
              <a:gd name="csX46" fmla="*/ 8190267 w 14092906"/>
              <a:gd name="csY46" fmla="*/ 132785 h 5022348"/>
              <a:gd name="csX47" fmla="*/ 8387963 w 14092906"/>
              <a:gd name="csY47" fmla="*/ 183319 h 5022348"/>
              <a:gd name="csX48" fmla="*/ 8585659 w 14092906"/>
              <a:gd name="csY48" fmla="*/ 242301 h 5022348"/>
              <a:gd name="csX49" fmla="*/ 8783355 w 14092906"/>
              <a:gd name="csY49" fmla="*/ 309913 h 5022348"/>
              <a:gd name="csX50" fmla="*/ 8981051 w 14092906"/>
              <a:gd name="csY50" fmla="*/ 386361 h 5022348"/>
              <a:gd name="csX51" fmla="*/ 9178747 w 14092906"/>
              <a:gd name="csY51" fmla="*/ 471876 h 5022348"/>
              <a:gd name="csX52" fmla="*/ 9376443 w 14092906"/>
              <a:gd name="csY52" fmla="*/ 566712 h 5022348"/>
              <a:gd name="csX53" fmla="*/ 9574139 w 14092906"/>
              <a:gd name="csY53" fmla="*/ 671146 h 5022348"/>
              <a:gd name="csX54" fmla="*/ 9771836 w 14092906"/>
              <a:gd name="csY54" fmla="*/ 785475 h 5022348"/>
              <a:gd name="csX55" fmla="*/ 9969531 w 14092906"/>
              <a:gd name="csY55" fmla="*/ 910013 h 5022348"/>
              <a:gd name="csX56" fmla="*/ 10167228 w 14092906"/>
              <a:gd name="csY56" fmla="*/ 1045090 h 5022348"/>
              <a:gd name="csX57" fmla="*/ 10364923 w 14092906"/>
              <a:gd name="csY57" fmla="*/ 1191042 h 5022348"/>
              <a:gd name="csX58" fmla="*/ 10562620 w 14092906"/>
              <a:gd name="csY58" fmla="*/ 1348203 h 5022348"/>
              <a:gd name="csX59" fmla="*/ 10760315 w 14092906"/>
              <a:gd name="csY59" fmla="*/ 1516896 h 5022348"/>
              <a:gd name="csX60" fmla="*/ 10958012 w 14092906"/>
              <a:gd name="csY60" fmla="*/ 1697413 h 5022348"/>
              <a:gd name="csX61" fmla="*/ 11155708 w 14092906"/>
              <a:gd name="csY61" fmla="*/ 1889993 h 5022348"/>
              <a:gd name="csX62" fmla="*/ 11353404 w 14092906"/>
              <a:gd name="csY62" fmla="*/ 2094790 h 5022348"/>
              <a:gd name="csX63" fmla="*/ 11551100 w 14092906"/>
              <a:gd name="csY63" fmla="*/ 2311824 h 5022348"/>
              <a:gd name="csX64" fmla="*/ 11748796 w 14092906"/>
              <a:gd name="csY64" fmla="*/ 2540922 h 5022348"/>
              <a:gd name="csX65" fmla="*/ 11946492 w 14092906"/>
              <a:gd name="csY65" fmla="*/ 2781620 h 5022348"/>
              <a:gd name="csX66" fmla="*/ 12172431 w 14092906"/>
              <a:gd name="csY66" fmla="*/ 3069760 h 5022348"/>
              <a:gd name="csX67" fmla="*/ 12426611 w 14092906"/>
              <a:gd name="csY67" fmla="*/ 3407731 h 5022348"/>
              <a:gd name="csX68" fmla="*/ 13160911 w 14092906"/>
              <a:gd name="csY68" fmla="*/ 4396201 h 5022348"/>
              <a:gd name="csX69" fmla="*/ 13302123 w 14092906"/>
              <a:gd name="csY69" fmla="*/ 4566607 h 5022348"/>
              <a:gd name="csX70" fmla="*/ 13415091 w 14092906"/>
              <a:gd name="csY70" fmla="*/ 4690758 h 5022348"/>
              <a:gd name="csX71" fmla="*/ 13499818 w 14092906"/>
              <a:gd name="csY71" fmla="*/ 4774498 h 5022348"/>
              <a:gd name="csX72" fmla="*/ 13584546 w 14092906"/>
              <a:gd name="csY72" fmla="*/ 4848367 h 5022348"/>
              <a:gd name="csX73" fmla="*/ 13669272 w 14092906"/>
              <a:gd name="csY73" fmla="*/ 4910626 h 5022348"/>
              <a:gd name="csX74" fmla="*/ 13753999 w 14092906"/>
              <a:gd name="csY74" fmla="*/ 4959624 h 5022348"/>
              <a:gd name="csX75" fmla="*/ 13810484 w 14092906"/>
              <a:gd name="csY75" fmla="*/ 4984283 h 5022348"/>
              <a:gd name="csX76" fmla="*/ 13866969 w 14092906"/>
              <a:gd name="csY76" fmla="*/ 5002347 h 5022348"/>
              <a:gd name="csX77" fmla="*/ 13951696 w 14092906"/>
              <a:gd name="csY77" fmla="*/ 5017699 h 5022348"/>
              <a:gd name="csX78" fmla="*/ 14036422 w 14092906"/>
              <a:gd name="csY78" fmla="*/ 5022141 h 5022348"/>
              <a:gd name="csX79" fmla="*/ 14092906 w 14092906"/>
              <a:gd name="csY79" fmla="*/ 5022349 h 5022348"/>
              <a:gd name="csX80" fmla="*/ 14092906 w 14092906"/>
              <a:gd name="csY80" fmla="*/ 5022349 h 50223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</a:cxnLst>
            <a:rect l="l" t="t" r="r" b="b"/>
            <a:pathLst>
              <a:path w="14092906" h="5022348">
                <a:moveTo>
                  <a:pt x="0" y="5022349"/>
                </a:moveTo>
                <a:lnTo>
                  <a:pt x="112969" y="5020117"/>
                </a:lnTo>
                <a:lnTo>
                  <a:pt x="197696" y="5008955"/>
                </a:lnTo>
                <a:lnTo>
                  <a:pt x="254181" y="4994136"/>
                </a:lnTo>
                <a:lnTo>
                  <a:pt x="310665" y="4972775"/>
                </a:lnTo>
                <a:lnTo>
                  <a:pt x="367150" y="4944856"/>
                </a:lnTo>
                <a:lnTo>
                  <a:pt x="451877" y="4891270"/>
                </a:lnTo>
                <a:lnTo>
                  <a:pt x="536604" y="4824948"/>
                </a:lnTo>
                <a:lnTo>
                  <a:pt x="621331" y="4747596"/>
                </a:lnTo>
                <a:lnTo>
                  <a:pt x="706058" y="4660943"/>
                </a:lnTo>
                <a:lnTo>
                  <a:pt x="819027" y="4533712"/>
                </a:lnTo>
                <a:lnTo>
                  <a:pt x="960238" y="4360565"/>
                </a:lnTo>
                <a:lnTo>
                  <a:pt x="1129692" y="4139155"/>
                </a:lnTo>
                <a:lnTo>
                  <a:pt x="1412115" y="3754790"/>
                </a:lnTo>
                <a:lnTo>
                  <a:pt x="1807507" y="3218413"/>
                </a:lnTo>
                <a:lnTo>
                  <a:pt x="2033446" y="2924056"/>
                </a:lnTo>
                <a:lnTo>
                  <a:pt x="2259384" y="2642698"/>
                </a:lnTo>
                <a:lnTo>
                  <a:pt x="2457080" y="2408551"/>
                </a:lnTo>
                <a:lnTo>
                  <a:pt x="2654776" y="2186311"/>
                </a:lnTo>
                <a:lnTo>
                  <a:pt x="2852472" y="1976262"/>
                </a:lnTo>
                <a:lnTo>
                  <a:pt x="3050169" y="1778458"/>
                </a:lnTo>
                <a:lnTo>
                  <a:pt x="3247865" y="1592796"/>
                </a:lnTo>
                <a:lnTo>
                  <a:pt x="3445561" y="1419070"/>
                </a:lnTo>
                <a:lnTo>
                  <a:pt x="3643257" y="1257004"/>
                </a:lnTo>
                <a:lnTo>
                  <a:pt x="3840953" y="1106290"/>
                </a:lnTo>
                <a:lnTo>
                  <a:pt x="4038649" y="966593"/>
                </a:lnTo>
                <a:lnTo>
                  <a:pt x="4236345" y="837579"/>
                </a:lnTo>
                <a:lnTo>
                  <a:pt x="4434041" y="718914"/>
                </a:lnTo>
                <a:lnTo>
                  <a:pt x="4631737" y="610278"/>
                </a:lnTo>
                <a:lnTo>
                  <a:pt x="4829433" y="511363"/>
                </a:lnTo>
                <a:lnTo>
                  <a:pt x="5027129" y="421886"/>
                </a:lnTo>
                <a:lnTo>
                  <a:pt x="5224826" y="341582"/>
                </a:lnTo>
                <a:lnTo>
                  <a:pt x="5422522" y="270210"/>
                </a:lnTo>
                <a:lnTo>
                  <a:pt x="5620218" y="207553"/>
                </a:lnTo>
                <a:lnTo>
                  <a:pt x="5817914" y="153419"/>
                </a:lnTo>
                <a:lnTo>
                  <a:pt x="6015610" y="107642"/>
                </a:lnTo>
                <a:lnTo>
                  <a:pt x="6213306" y="70078"/>
                </a:lnTo>
                <a:lnTo>
                  <a:pt x="6411002" y="40612"/>
                </a:lnTo>
                <a:lnTo>
                  <a:pt x="6608699" y="19151"/>
                </a:lnTo>
                <a:lnTo>
                  <a:pt x="6806394" y="5628"/>
                </a:lnTo>
                <a:lnTo>
                  <a:pt x="7004091" y="0"/>
                </a:lnTo>
                <a:lnTo>
                  <a:pt x="7201786" y="2251"/>
                </a:lnTo>
                <a:lnTo>
                  <a:pt x="7399483" y="12386"/>
                </a:lnTo>
                <a:lnTo>
                  <a:pt x="7597178" y="30438"/>
                </a:lnTo>
                <a:lnTo>
                  <a:pt x="7794875" y="56464"/>
                </a:lnTo>
                <a:lnTo>
                  <a:pt x="7992571" y="90544"/>
                </a:lnTo>
                <a:lnTo>
                  <a:pt x="8190267" y="132785"/>
                </a:lnTo>
                <a:lnTo>
                  <a:pt x="8387963" y="183319"/>
                </a:lnTo>
                <a:lnTo>
                  <a:pt x="8585659" y="242301"/>
                </a:lnTo>
                <a:lnTo>
                  <a:pt x="8783355" y="309913"/>
                </a:lnTo>
                <a:lnTo>
                  <a:pt x="8981051" y="386361"/>
                </a:lnTo>
                <a:lnTo>
                  <a:pt x="9178747" y="471876"/>
                </a:lnTo>
                <a:lnTo>
                  <a:pt x="9376443" y="566712"/>
                </a:lnTo>
                <a:lnTo>
                  <a:pt x="9574139" y="671146"/>
                </a:lnTo>
                <a:lnTo>
                  <a:pt x="9771836" y="785475"/>
                </a:lnTo>
                <a:lnTo>
                  <a:pt x="9969531" y="910013"/>
                </a:lnTo>
                <a:lnTo>
                  <a:pt x="10167228" y="1045090"/>
                </a:lnTo>
                <a:lnTo>
                  <a:pt x="10364923" y="1191042"/>
                </a:lnTo>
                <a:lnTo>
                  <a:pt x="10562620" y="1348203"/>
                </a:lnTo>
                <a:lnTo>
                  <a:pt x="10760315" y="1516896"/>
                </a:lnTo>
                <a:lnTo>
                  <a:pt x="10958012" y="1697413"/>
                </a:lnTo>
                <a:lnTo>
                  <a:pt x="11155708" y="1889993"/>
                </a:lnTo>
                <a:lnTo>
                  <a:pt x="11353404" y="2094790"/>
                </a:lnTo>
                <a:lnTo>
                  <a:pt x="11551100" y="2311824"/>
                </a:lnTo>
                <a:lnTo>
                  <a:pt x="11748796" y="2540922"/>
                </a:lnTo>
                <a:lnTo>
                  <a:pt x="11946492" y="2781620"/>
                </a:lnTo>
                <a:lnTo>
                  <a:pt x="12172431" y="3069760"/>
                </a:lnTo>
                <a:lnTo>
                  <a:pt x="12426611" y="3407731"/>
                </a:lnTo>
                <a:lnTo>
                  <a:pt x="13160911" y="4396201"/>
                </a:lnTo>
                <a:lnTo>
                  <a:pt x="13302123" y="4566607"/>
                </a:lnTo>
                <a:lnTo>
                  <a:pt x="13415091" y="4690758"/>
                </a:lnTo>
                <a:lnTo>
                  <a:pt x="13499818" y="4774498"/>
                </a:lnTo>
                <a:lnTo>
                  <a:pt x="13584546" y="4848367"/>
                </a:lnTo>
                <a:lnTo>
                  <a:pt x="13669272" y="4910626"/>
                </a:lnTo>
                <a:lnTo>
                  <a:pt x="13753999" y="4959624"/>
                </a:lnTo>
                <a:lnTo>
                  <a:pt x="13810484" y="4984283"/>
                </a:lnTo>
                <a:lnTo>
                  <a:pt x="13866969" y="5002347"/>
                </a:lnTo>
                <a:lnTo>
                  <a:pt x="13951696" y="5017699"/>
                </a:lnTo>
                <a:lnTo>
                  <a:pt x="14036422" y="5022141"/>
                </a:lnTo>
                <a:lnTo>
                  <a:pt x="14092906" y="5022349"/>
                </a:lnTo>
                <a:lnTo>
                  <a:pt x="14092906" y="5022349"/>
                </a:lnTo>
              </a:path>
            </a:pathLst>
          </a:custGeom>
          <a:noFill/>
          <a:ln w="101600" cap="sq">
            <a:solidFill>
              <a:srgbClr val="2196F3">
                <a:alpha val="85000"/>
              </a:srgbClr>
            </a:solidFill>
            <a:prstDash val="solid"/>
            <a:round/>
          </a:ln>
        </p:spPr>
      </p:sp>
      <p:sp>
        <p:nvSpPr>
          <p:cNvPr id="4470" name="任意多边形: 形状 4469"/>
          <p:cNvSpPr/>
          <p:nvPr/>
        </p:nvSpPr>
        <p:spPr>
          <a:xfrm>
            <a:off x="4425692" y="37489765"/>
            <a:ext cx="13136300" cy="3957320"/>
          </a:xfrm>
          <a:custGeom>
            <a:avLst/>
            <a:gdLst>
              <a:gd name="csX0" fmla="*/ 0 w 14092906"/>
              <a:gd name="csY0" fmla="*/ 0 h 6282216"/>
              <a:gd name="csX1" fmla="*/ 14092906 w 14092906"/>
              <a:gd name="csY1" fmla="*/ 6282217 h 6282216"/>
              <a:gd name="csX2" fmla="*/ 14092906 w 14092906"/>
              <a:gd name="csY2" fmla="*/ 6282217 h 6282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92906" h="6282216">
                <a:moveTo>
                  <a:pt x="0" y="0"/>
                </a:moveTo>
                <a:lnTo>
                  <a:pt x="14092906" y="6282217"/>
                </a:lnTo>
                <a:lnTo>
                  <a:pt x="14092906" y="6282217"/>
                </a:lnTo>
              </a:path>
            </a:pathLst>
          </a:custGeom>
          <a:noFill/>
          <a:ln w="101600" cap="sq">
            <a:solidFill>
              <a:srgbClr val="E91E63">
                <a:alpha val="85000"/>
              </a:srgbClr>
            </a:solidFill>
            <a:prstDash val="solid"/>
            <a:round/>
          </a:ln>
        </p:spPr>
      </p:sp>
      <p:sp>
        <p:nvSpPr>
          <p:cNvPr id="4471" name="任意多边形: 形状 4470"/>
          <p:cNvSpPr/>
          <p:nvPr/>
        </p:nvSpPr>
        <p:spPr>
          <a:xfrm>
            <a:off x="4412751" y="37585015"/>
            <a:ext cx="13136300" cy="3957320"/>
          </a:xfrm>
          <a:custGeom>
            <a:avLst/>
            <a:gdLst>
              <a:gd name="csX0" fmla="*/ 0 w 14092906"/>
              <a:gd name="csY0" fmla="*/ 6282217 h 6282216"/>
              <a:gd name="csX1" fmla="*/ 14092906 w 14092906"/>
              <a:gd name="csY1" fmla="*/ 0 h 6282216"/>
              <a:gd name="csX2" fmla="*/ 14092906 w 14092906"/>
              <a:gd name="csY2" fmla="*/ 0 h 6282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4092906" h="6282216">
                <a:moveTo>
                  <a:pt x="0" y="6282217"/>
                </a:moveTo>
                <a:lnTo>
                  <a:pt x="14092906" y="0"/>
                </a:lnTo>
                <a:lnTo>
                  <a:pt x="14092906" y="0"/>
                </a:lnTo>
              </a:path>
            </a:pathLst>
          </a:custGeom>
          <a:noFill/>
          <a:ln w="101600" cap="sq">
            <a:solidFill>
              <a:srgbClr val="FF9800">
                <a:alpha val="85000"/>
              </a:srgbClr>
            </a:solidFill>
            <a:prstDash val="solid"/>
            <a:round/>
          </a:ln>
        </p:spPr>
      </p:sp>
      <p:grpSp>
        <p:nvGrpSpPr>
          <p:cNvPr id="411" name="组合 410"/>
          <p:cNvGrpSpPr/>
          <p:nvPr/>
        </p:nvGrpSpPr>
        <p:grpSpPr>
          <a:xfrm>
            <a:off x="4313542" y="41542335"/>
            <a:ext cx="13261390" cy="359410"/>
            <a:chOff x="5542" y="74734"/>
            <a:chExt cx="22405" cy="566"/>
          </a:xfrm>
        </p:grpSpPr>
        <p:sp>
          <p:nvSpPr>
            <p:cNvPr id="4460" name="任意多边形: 形状 4459"/>
            <p:cNvSpPr/>
            <p:nvPr/>
          </p:nvSpPr>
          <p:spPr>
            <a:xfrm>
              <a:off x="5709" y="74734"/>
              <a:ext cx="22238" cy="0"/>
            </a:xfrm>
            <a:custGeom>
              <a:avLst/>
              <a:gdLst>
                <a:gd name="csX0" fmla="*/ 0 w 14121149"/>
                <a:gd name="csY0" fmla="*/ 0 h 40127"/>
                <a:gd name="csX1" fmla="*/ 14121149 w 14121149"/>
                <a:gd name="csY1" fmla="*/ 0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121149" h="40127">
                  <a:moveTo>
                    <a:pt x="0" y="0"/>
                  </a:moveTo>
                  <a:lnTo>
                    <a:pt x="14121149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95" name="任意多边形: 形状 4494"/>
            <p:cNvSpPr/>
            <p:nvPr/>
          </p:nvSpPr>
          <p:spPr>
            <a:xfrm>
              <a:off x="5709" y="74734"/>
              <a:ext cx="0" cy="567"/>
            </a:xfrm>
            <a:custGeom>
              <a:avLst/>
              <a:gdLst>
                <a:gd name="csX0" fmla="*/ 47 w 30213"/>
                <a:gd name="csY0" fmla="*/ 274 h 140445"/>
                <a:gd name="csX1" fmla="*/ 47 w 30213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40445">
                  <a:moveTo>
                    <a:pt x="47" y="274"/>
                  </a:moveTo>
                  <a:lnTo>
                    <a:pt x="47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96" name="任意多边形: 形状 4495"/>
            <p:cNvSpPr/>
            <p:nvPr/>
          </p:nvSpPr>
          <p:spPr>
            <a:xfrm>
              <a:off x="10156" y="74734"/>
              <a:ext cx="0" cy="567"/>
            </a:xfrm>
            <a:custGeom>
              <a:avLst/>
              <a:gdLst>
                <a:gd name="csX0" fmla="*/ 141 w 30213"/>
                <a:gd name="csY0" fmla="*/ 274 h 140445"/>
                <a:gd name="csX1" fmla="*/ 141 w 30213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40445">
                  <a:moveTo>
                    <a:pt x="141" y="274"/>
                  </a:moveTo>
                  <a:lnTo>
                    <a:pt x="141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97" name="任意多边形: 形状 4496"/>
            <p:cNvSpPr/>
            <p:nvPr/>
          </p:nvSpPr>
          <p:spPr>
            <a:xfrm>
              <a:off x="14604" y="74734"/>
              <a:ext cx="0" cy="567"/>
            </a:xfrm>
            <a:custGeom>
              <a:avLst/>
              <a:gdLst>
                <a:gd name="csX0" fmla="*/ 234 w 30213"/>
                <a:gd name="csY0" fmla="*/ 274 h 140445"/>
                <a:gd name="csX1" fmla="*/ 234 w 30213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40445">
                  <a:moveTo>
                    <a:pt x="234" y="274"/>
                  </a:moveTo>
                  <a:lnTo>
                    <a:pt x="234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98" name="任意多边形: 形状 4497"/>
            <p:cNvSpPr/>
            <p:nvPr/>
          </p:nvSpPr>
          <p:spPr>
            <a:xfrm>
              <a:off x="19052" y="74734"/>
              <a:ext cx="0" cy="567"/>
            </a:xfrm>
            <a:custGeom>
              <a:avLst/>
              <a:gdLst>
                <a:gd name="csX0" fmla="*/ 328 w 30213"/>
                <a:gd name="csY0" fmla="*/ 274 h 140445"/>
                <a:gd name="csX1" fmla="*/ 328 w 30213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40445">
                  <a:moveTo>
                    <a:pt x="328" y="274"/>
                  </a:moveTo>
                  <a:lnTo>
                    <a:pt x="328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99" name="任意多边形: 形状 4498"/>
            <p:cNvSpPr/>
            <p:nvPr/>
          </p:nvSpPr>
          <p:spPr>
            <a:xfrm>
              <a:off x="23499" y="74734"/>
              <a:ext cx="0" cy="567"/>
            </a:xfrm>
            <a:custGeom>
              <a:avLst/>
              <a:gdLst>
                <a:gd name="csX0" fmla="*/ 421 w 30213"/>
                <a:gd name="csY0" fmla="*/ 274 h 140445"/>
                <a:gd name="csX1" fmla="*/ 421 w 30213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40445">
                  <a:moveTo>
                    <a:pt x="421" y="274"/>
                  </a:moveTo>
                  <a:lnTo>
                    <a:pt x="421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00" name="任意多边形: 形状 4499"/>
            <p:cNvSpPr/>
            <p:nvPr/>
          </p:nvSpPr>
          <p:spPr>
            <a:xfrm>
              <a:off x="27947" y="74734"/>
              <a:ext cx="0" cy="567"/>
            </a:xfrm>
            <a:custGeom>
              <a:avLst/>
              <a:gdLst>
                <a:gd name="csX0" fmla="*/ 515 w 30213"/>
                <a:gd name="csY0" fmla="*/ 274 h 140445"/>
                <a:gd name="csX1" fmla="*/ 515 w 30213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40445">
                  <a:moveTo>
                    <a:pt x="515" y="274"/>
                  </a:moveTo>
                  <a:lnTo>
                    <a:pt x="515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01" name="任意多边形: 形状 4500"/>
            <p:cNvSpPr/>
            <p:nvPr/>
          </p:nvSpPr>
          <p:spPr>
            <a:xfrm>
              <a:off x="5542" y="74734"/>
              <a:ext cx="0" cy="567"/>
            </a:xfrm>
            <a:custGeom>
              <a:avLst/>
              <a:gdLst>
                <a:gd name="csX0" fmla="*/ 105794 w 105746"/>
                <a:gd name="csY0" fmla="*/ 274 h 40127"/>
                <a:gd name="csX1" fmla="*/ 47 w 105746"/>
                <a:gd name="csY1" fmla="*/ 274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746" h="40127">
                  <a:moveTo>
                    <a:pt x="105794" y="274"/>
                  </a:moveTo>
                  <a:lnTo>
                    <a:pt x="47" y="27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401" name="任意多边形: 形状 4512"/>
          <p:cNvSpPr/>
          <p:nvPr/>
        </p:nvSpPr>
        <p:spPr>
          <a:xfrm>
            <a:off x="4412751" y="33467675"/>
            <a:ext cx="13164030" cy="0"/>
          </a:xfrm>
          <a:custGeom>
            <a:avLst/>
            <a:gdLst>
              <a:gd name="csX0" fmla="*/ 0 w 12664338"/>
              <a:gd name="csY0" fmla="*/ 0 h 40127"/>
              <a:gd name="csX1" fmla="*/ 12664338 w 1266433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64338" h="40127">
                <a:moveTo>
                  <a:pt x="0" y="0"/>
                </a:moveTo>
                <a:lnTo>
                  <a:pt x="1266433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53" name="组合 452"/>
          <p:cNvGrpSpPr/>
          <p:nvPr/>
        </p:nvGrpSpPr>
        <p:grpSpPr>
          <a:xfrm>
            <a:off x="4063362" y="31678245"/>
            <a:ext cx="349389" cy="9864090"/>
            <a:chOff x="5750" y="59200"/>
            <a:chExt cx="567" cy="15534"/>
          </a:xfrm>
        </p:grpSpPr>
        <p:sp>
          <p:nvSpPr>
            <p:cNvPr id="4459" name="任意多边形: 形状 4458"/>
            <p:cNvSpPr/>
            <p:nvPr/>
          </p:nvSpPr>
          <p:spPr>
            <a:xfrm>
              <a:off x="6317" y="59200"/>
              <a:ext cx="0" cy="15534"/>
            </a:xfrm>
            <a:custGeom>
              <a:avLst/>
              <a:gdLst>
                <a:gd name="csX0" fmla="*/ 0 w 30213"/>
                <a:gd name="csY0" fmla="*/ 10701172 h 10701172"/>
                <a:gd name="csX1" fmla="*/ 0 w 30213"/>
                <a:gd name="csY1" fmla="*/ 0 h 10701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213" h="10701172">
                  <a:moveTo>
                    <a:pt x="0" y="1070117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482" name="任意多边形: 形状 4481"/>
            <p:cNvSpPr/>
            <p:nvPr/>
          </p:nvSpPr>
          <p:spPr>
            <a:xfrm>
              <a:off x="5750" y="71555"/>
              <a:ext cx="567" cy="0"/>
            </a:xfrm>
            <a:custGeom>
              <a:avLst/>
              <a:gdLst>
                <a:gd name="csX0" fmla="*/ 105794 w 105746"/>
                <a:gd name="csY0" fmla="*/ 195 h 40127"/>
                <a:gd name="csX1" fmla="*/ 47 w 105746"/>
                <a:gd name="csY1" fmla="*/ 195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746" h="40127">
                  <a:moveTo>
                    <a:pt x="105794" y="195"/>
                  </a:moveTo>
                  <a:lnTo>
                    <a:pt x="47" y="19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84" name="任意多边形: 形状 4483"/>
            <p:cNvSpPr/>
            <p:nvPr/>
          </p:nvSpPr>
          <p:spPr>
            <a:xfrm>
              <a:off x="5750" y="68376"/>
              <a:ext cx="567" cy="0"/>
            </a:xfrm>
            <a:custGeom>
              <a:avLst/>
              <a:gdLst>
                <a:gd name="csX0" fmla="*/ 105794 w 105746"/>
                <a:gd name="csY0" fmla="*/ 117 h 40127"/>
                <a:gd name="csX1" fmla="*/ 47 w 105746"/>
                <a:gd name="csY1" fmla="*/ 117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746" h="40127">
                  <a:moveTo>
                    <a:pt x="105794" y="117"/>
                  </a:moveTo>
                  <a:lnTo>
                    <a:pt x="47" y="1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86" name="任意多边形: 形状 4485"/>
            <p:cNvSpPr/>
            <p:nvPr/>
          </p:nvSpPr>
          <p:spPr>
            <a:xfrm>
              <a:off x="5750" y="65197"/>
              <a:ext cx="567" cy="0"/>
            </a:xfrm>
            <a:custGeom>
              <a:avLst/>
              <a:gdLst>
                <a:gd name="csX0" fmla="*/ 105794 w 105746"/>
                <a:gd name="csY0" fmla="*/ 39 h 40127"/>
                <a:gd name="csX1" fmla="*/ 47 w 105746"/>
                <a:gd name="csY1" fmla="*/ 39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5746" h="40127">
                  <a:moveTo>
                    <a:pt x="105794" y="39"/>
                  </a:moveTo>
                  <a:lnTo>
                    <a:pt x="47" y="39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3" name="任意多边形: 形状 4513"/>
            <p:cNvSpPr/>
            <p:nvPr/>
          </p:nvSpPr>
          <p:spPr>
            <a:xfrm>
              <a:off x="5750" y="62018"/>
              <a:ext cx="567" cy="0"/>
            </a:xfrm>
            <a:custGeom>
              <a:avLst/>
              <a:gdLst>
                <a:gd name="csX0" fmla="*/ 92779 w 92742"/>
                <a:gd name="csY0" fmla="*/ 57 h 40127"/>
                <a:gd name="csX1" fmla="*/ 37 w 92742"/>
                <a:gd name="csY1" fmla="*/ 57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742" h="40127">
                  <a:moveTo>
                    <a:pt x="92779" y="57"/>
                  </a:moveTo>
                  <a:lnTo>
                    <a:pt x="37" y="5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43" name="组合 442"/>
          <p:cNvGrpSpPr/>
          <p:nvPr/>
        </p:nvGrpSpPr>
        <p:grpSpPr>
          <a:xfrm>
            <a:off x="1629410" y="33021905"/>
            <a:ext cx="2178047" cy="7023100"/>
            <a:chOff x="2053" y="61316"/>
            <a:chExt cx="3430" cy="11060"/>
          </a:xfrm>
        </p:grpSpPr>
        <p:sp>
          <p:nvSpPr>
            <p:cNvPr id="46" name="文本框 45"/>
            <p:cNvSpPr txBox="1"/>
            <p:nvPr/>
          </p:nvSpPr>
          <p:spPr>
            <a:xfrm>
              <a:off x="2081" y="6755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081" y="6443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3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2081" y="7067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2" name="文本框 401"/>
            <p:cNvSpPr txBox="1"/>
            <p:nvPr/>
          </p:nvSpPr>
          <p:spPr>
            <a:xfrm>
              <a:off x="2053" y="6131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39" name="文本框 438"/>
          <p:cNvSpPr txBox="1"/>
          <p:nvPr/>
        </p:nvSpPr>
        <p:spPr>
          <a:xfrm rot="16200000">
            <a:off x="-2353946" y="36023551"/>
            <a:ext cx="9409430" cy="11741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Proability Density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0" name="文本框 459"/>
          <p:cNvSpPr txBox="1"/>
          <p:nvPr/>
        </p:nvSpPr>
        <p:spPr>
          <a:xfrm rot="16200000">
            <a:off x="30210760" y="36202938"/>
            <a:ext cx="751268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84" name="任意多边形: 形状 4683"/>
          <p:cNvSpPr/>
          <p:nvPr/>
        </p:nvSpPr>
        <p:spPr>
          <a:xfrm>
            <a:off x="36108640" y="39524305"/>
            <a:ext cx="13163550" cy="0"/>
          </a:xfrm>
          <a:custGeom>
            <a:avLst/>
            <a:gdLst>
              <a:gd name="csX0" fmla="*/ 0 w 11720568"/>
              <a:gd name="csY0" fmla="*/ 0 h 40127"/>
              <a:gd name="csX1" fmla="*/ 11720568 w 1172056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720568" h="40127">
                <a:moveTo>
                  <a:pt x="0" y="0"/>
                </a:moveTo>
                <a:lnTo>
                  <a:pt x="1172056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681" name="任意多边形: 形状 4680"/>
          <p:cNvSpPr/>
          <p:nvPr/>
        </p:nvSpPr>
        <p:spPr>
          <a:xfrm>
            <a:off x="36108640" y="38529260"/>
            <a:ext cx="13163550" cy="0"/>
          </a:xfrm>
          <a:custGeom>
            <a:avLst/>
            <a:gdLst>
              <a:gd name="csX0" fmla="*/ 0 w 11720568"/>
              <a:gd name="csY0" fmla="*/ 0 h 40127"/>
              <a:gd name="csX1" fmla="*/ 11720568 w 1172056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720568" h="40127">
                <a:moveTo>
                  <a:pt x="0" y="0"/>
                </a:moveTo>
                <a:lnTo>
                  <a:pt x="11720568" y="0"/>
                </a:lnTo>
              </a:path>
            </a:pathLst>
          </a:custGeom>
          <a:noFill/>
          <a:ln w="101600" cap="sq">
            <a:solidFill>
              <a:schemeClr val="bg2">
                <a:lumMod val="25000"/>
                <a:alpha val="60000"/>
              </a:schemeClr>
            </a:solidFill>
            <a:prstDash val="solid"/>
            <a:round/>
          </a:ln>
        </p:spPr>
      </p:sp>
      <p:sp>
        <p:nvSpPr>
          <p:cNvPr id="4676" name="任意多边形: 形状 4675"/>
          <p:cNvSpPr/>
          <p:nvPr/>
        </p:nvSpPr>
        <p:spPr>
          <a:xfrm>
            <a:off x="36108640" y="37505005"/>
            <a:ext cx="13163550" cy="0"/>
          </a:xfrm>
          <a:custGeom>
            <a:avLst/>
            <a:gdLst>
              <a:gd name="csX0" fmla="*/ 0 w 11720568"/>
              <a:gd name="csY0" fmla="*/ 0 h 40127"/>
              <a:gd name="csX1" fmla="*/ 11720568 w 1172056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720568" h="40127">
                <a:moveTo>
                  <a:pt x="0" y="0"/>
                </a:moveTo>
                <a:lnTo>
                  <a:pt x="1172056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666" name="任意多边形: 形状 4665"/>
          <p:cNvSpPr/>
          <p:nvPr/>
        </p:nvSpPr>
        <p:spPr>
          <a:xfrm>
            <a:off x="36108640" y="35485705"/>
            <a:ext cx="13163550" cy="0"/>
          </a:xfrm>
          <a:custGeom>
            <a:avLst/>
            <a:gdLst>
              <a:gd name="csX0" fmla="*/ 0 w 11720568"/>
              <a:gd name="csY0" fmla="*/ 0 h 40127"/>
              <a:gd name="csX1" fmla="*/ 11720568 w 1172056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720568" h="40127">
                <a:moveTo>
                  <a:pt x="0" y="0"/>
                </a:moveTo>
                <a:lnTo>
                  <a:pt x="1172056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655" name="任意多边形: 形状 4654"/>
          <p:cNvSpPr/>
          <p:nvPr/>
        </p:nvSpPr>
        <p:spPr>
          <a:xfrm>
            <a:off x="36108640" y="33466405"/>
            <a:ext cx="13163550" cy="0"/>
          </a:xfrm>
          <a:custGeom>
            <a:avLst/>
            <a:gdLst>
              <a:gd name="csX0" fmla="*/ 0 w 11720568"/>
              <a:gd name="csY0" fmla="*/ 0 h 40127"/>
              <a:gd name="csX1" fmla="*/ 11720568 w 1172056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720568" h="40127">
                <a:moveTo>
                  <a:pt x="0" y="0"/>
                </a:moveTo>
                <a:lnTo>
                  <a:pt x="1172056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525" name="组合 524"/>
          <p:cNvGrpSpPr/>
          <p:nvPr/>
        </p:nvGrpSpPr>
        <p:grpSpPr>
          <a:xfrm>
            <a:off x="35721290" y="31678245"/>
            <a:ext cx="387350" cy="9864090"/>
            <a:chOff x="56254" y="59200"/>
            <a:chExt cx="610" cy="15534"/>
          </a:xfrm>
        </p:grpSpPr>
        <p:sp>
          <p:nvSpPr>
            <p:cNvPr id="4608" name="任意多边形: 形状 4607"/>
            <p:cNvSpPr/>
            <p:nvPr/>
          </p:nvSpPr>
          <p:spPr>
            <a:xfrm>
              <a:off x="56864" y="59200"/>
              <a:ext cx="0" cy="15534"/>
            </a:xfrm>
            <a:custGeom>
              <a:avLst/>
              <a:gdLst>
                <a:gd name="csX0" fmla="*/ 0 w 25376"/>
                <a:gd name="csY0" fmla="*/ 10701172 h 10701172"/>
                <a:gd name="csX1" fmla="*/ 0 w 25376"/>
                <a:gd name="csY1" fmla="*/ 0 h 10701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0701172">
                  <a:moveTo>
                    <a:pt x="0" y="1070117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685" name="任意多边形: 形状 4684"/>
            <p:cNvSpPr/>
            <p:nvPr/>
          </p:nvSpPr>
          <p:spPr>
            <a:xfrm>
              <a:off x="56254" y="71556"/>
              <a:ext cx="610" cy="0"/>
            </a:xfrm>
            <a:custGeom>
              <a:avLst/>
              <a:gdLst>
                <a:gd name="csX0" fmla="*/ 88872 w 88819"/>
                <a:gd name="csY0" fmla="*/ 223 h 40127"/>
                <a:gd name="csX1" fmla="*/ 53 w 88819"/>
                <a:gd name="csY1" fmla="*/ 223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8819" h="40127">
                  <a:moveTo>
                    <a:pt x="88872" y="223"/>
                  </a:moveTo>
                  <a:lnTo>
                    <a:pt x="53" y="22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77" name="任意多边形: 形状 4676"/>
            <p:cNvSpPr/>
            <p:nvPr/>
          </p:nvSpPr>
          <p:spPr>
            <a:xfrm>
              <a:off x="56254" y="68376"/>
              <a:ext cx="610" cy="0"/>
            </a:xfrm>
            <a:custGeom>
              <a:avLst/>
              <a:gdLst>
                <a:gd name="csX0" fmla="*/ 88872 w 88819"/>
                <a:gd name="csY0" fmla="*/ 158 h 40127"/>
                <a:gd name="csX1" fmla="*/ 53 w 88819"/>
                <a:gd name="csY1" fmla="*/ 158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8819" h="40127">
                  <a:moveTo>
                    <a:pt x="88872" y="158"/>
                  </a:moveTo>
                  <a:lnTo>
                    <a:pt x="53" y="158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67" name="任意多边形: 形状 4666"/>
            <p:cNvSpPr/>
            <p:nvPr/>
          </p:nvSpPr>
          <p:spPr>
            <a:xfrm>
              <a:off x="56254" y="65196"/>
              <a:ext cx="610" cy="0"/>
            </a:xfrm>
            <a:custGeom>
              <a:avLst/>
              <a:gdLst>
                <a:gd name="csX0" fmla="*/ 88872 w 88819"/>
                <a:gd name="csY0" fmla="*/ 94 h 40127"/>
                <a:gd name="csX1" fmla="*/ 53 w 88819"/>
                <a:gd name="csY1" fmla="*/ 94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8819" h="40127">
                  <a:moveTo>
                    <a:pt x="88872" y="94"/>
                  </a:moveTo>
                  <a:lnTo>
                    <a:pt x="53" y="9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56" name="任意多边形: 形状 4655"/>
            <p:cNvSpPr/>
            <p:nvPr/>
          </p:nvSpPr>
          <p:spPr>
            <a:xfrm>
              <a:off x="56254" y="62016"/>
              <a:ext cx="610" cy="0"/>
            </a:xfrm>
            <a:custGeom>
              <a:avLst/>
              <a:gdLst>
                <a:gd name="csX0" fmla="*/ 88872 w 88819"/>
                <a:gd name="csY0" fmla="*/ 29 h 40127"/>
                <a:gd name="csX1" fmla="*/ 53 w 88819"/>
                <a:gd name="csY1" fmla="*/ 29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8819" h="40127">
                  <a:moveTo>
                    <a:pt x="88872" y="29"/>
                  </a:moveTo>
                  <a:lnTo>
                    <a:pt x="53" y="29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17" name="组合 416"/>
          <p:cNvGrpSpPr/>
          <p:nvPr/>
        </p:nvGrpSpPr>
        <p:grpSpPr>
          <a:xfrm>
            <a:off x="36108640" y="41542335"/>
            <a:ext cx="13163550" cy="359410"/>
            <a:chOff x="57250" y="74734"/>
            <a:chExt cx="19276" cy="566"/>
          </a:xfrm>
        </p:grpSpPr>
        <p:sp>
          <p:nvSpPr>
            <p:cNvPr id="4609" name="任意多边形: 形状 4608"/>
            <p:cNvSpPr/>
            <p:nvPr/>
          </p:nvSpPr>
          <p:spPr>
            <a:xfrm>
              <a:off x="57250" y="74734"/>
              <a:ext cx="19276" cy="0"/>
            </a:xfrm>
            <a:custGeom>
              <a:avLst/>
              <a:gdLst>
                <a:gd name="csX0" fmla="*/ 0 w 11720568"/>
                <a:gd name="csY0" fmla="*/ 0 h 40127"/>
                <a:gd name="csX1" fmla="*/ 11720568 w 11720568"/>
                <a:gd name="csY1" fmla="*/ 0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720568" h="40127">
                  <a:moveTo>
                    <a:pt x="0" y="0"/>
                  </a:moveTo>
                  <a:lnTo>
                    <a:pt x="11720568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720" name="任意多边形: 形状 4719"/>
            <p:cNvSpPr/>
            <p:nvPr/>
          </p:nvSpPr>
          <p:spPr>
            <a:xfrm>
              <a:off x="57250" y="74734"/>
              <a:ext cx="0" cy="567"/>
            </a:xfrm>
            <a:custGeom>
              <a:avLst/>
              <a:gdLst>
                <a:gd name="csX0" fmla="*/ 53 w 25376"/>
                <a:gd name="csY0" fmla="*/ 274 h 140445"/>
                <a:gd name="csX1" fmla="*/ 53 w 25376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40445">
                  <a:moveTo>
                    <a:pt x="53" y="274"/>
                  </a:moveTo>
                  <a:lnTo>
                    <a:pt x="53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21" name="任意多边形: 形状 4720"/>
            <p:cNvSpPr/>
            <p:nvPr/>
          </p:nvSpPr>
          <p:spPr>
            <a:xfrm>
              <a:off x="60942" y="74734"/>
              <a:ext cx="0" cy="567"/>
            </a:xfrm>
            <a:custGeom>
              <a:avLst/>
              <a:gdLst>
                <a:gd name="csX0" fmla="*/ 145 w 25376"/>
                <a:gd name="csY0" fmla="*/ 274 h 140445"/>
                <a:gd name="csX1" fmla="*/ 145 w 25376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40445">
                  <a:moveTo>
                    <a:pt x="145" y="274"/>
                  </a:moveTo>
                  <a:lnTo>
                    <a:pt x="145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22" name="任意多边形: 形状 4721"/>
            <p:cNvSpPr/>
            <p:nvPr/>
          </p:nvSpPr>
          <p:spPr>
            <a:xfrm>
              <a:off x="64633" y="74734"/>
              <a:ext cx="0" cy="567"/>
            </a:xfrm>
            <a:custGeom>
              <a:avLst/>
              <a:gdLst>
                <a:gd name="csX0" fmla="*/ 238 w 25376"/>
                <a:gd name="csY0" fmla="*/ 274 h 140445"/>
                <a:gd name="csX1" fmla="*/ 238 w 25376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40445">
                  <a:moveTo>
                    <a:pt x="238" y="274"/>
                  </a:moveTo>
                  <a:lnTo>
                    <a:pt x="238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23" name="任意多边形: 形状 4722"/>
            <p:cNvSpPr/>
            <p:nvPr/>
          </p:nvSpPr>
          <p:spPr>
            <a:xfrm>
              <a:off x="68325" y="74734"/>
              <a:ext cx="0" cy="567"/>
            </a:xfrm>
            <a:custGeom>
              <a:avLst/>
              <a:gdLst>
                <a:gd name="csX0" fmla="*/ 330 w 25376"/>
                <a:gd name="csY0" fmla="*/ 274 h 140445"/>
                <a:gd name="csX1" fmla="*/ 330 w 25376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40445">
                  <a:moveTo>
                    <a:pt x="330" y="274"/>
                  </a:moveTo>
                  <a:lnTo>
                    <a:pt x="330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24" name="任意多边形: 形状 4723"/>
            <p:cNvSpPr/>
            <p:nvPr/>
          </p:nvSpPr>
          <p:spPr>
            <a:xfrm>
              <a:off x="72016" y="74734"/>
              <a:ext cx="0" cy="567"/>
            </a:xfrm>
            <a:custGeom>
              <a:avLst/>
              <a:gdLst>
                <a:gd name="csX0" fmla="*/ 423 w 25376"/>
                <a:gd name="csY0" fmla="*/ 274 h 140445"/>
                <a:gd name="csX1" fmla="*/ 423 w 25376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40445">
                  <a:moveTo>
                    <a:pt x="423" y="274"/>
                  </a:moveTo>
                  <a:lnTo>
                    <a:pt x="423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725" name="任意多边形: 形状 4724"/>
            <p:cNvSpPr/>
            <p:nvPr/>
          </p:nvSpPr>
          <p:spPr>
            <a:xfrm>
              <a:off x="75708" y="74734"/>
              <a:ext cx="0" cy="567"/>
            </a:xfrm>
            <a:custGeom>
              <a:avLst/>
              <a:gdLst>
                <a:gd name="csX0" fmla="*/ 515 w 25376"/>
                <a:gd name="csY0" fmla="*/ 274 h 140445"/>
                <a:gd name="csX1" fmla="*/ 515 w 25376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376" h="140445">
                  <a:moveTo>
                    <a:pt x="515" y="274"/>
                  </a:moveTo>
                  <a:lnTo>
                    <a:pt x="515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37" name="组合 536"/>
          <p:cNvGrpSpPr/>
          <p:nvPr/>
        </p:nvGrpSpPr>
        <p:grpSpPr>
          <a:xfrm>
            <a:off x="36660455" y="33117790"/>
            <a:ext cx="11532870" cy="7731760"/>
            <a:chOff x="57733" y="61467"/>
            <a:chExt cx="18162" cy="12176"/>
          </a:xfrm>
        </p:grpSpPr>
        <p:sp>
          <p:nvSpPr>
            <p:cNvPr id="4728" name="任意多边形: 形状 4727"/>
            <p:cNvSpPr/>
            <p:nvPr/>
          </p:nvSpPr>
          <p:spPr>
            <a:xfrm>
              <a:off x="57856" y="61580"/>
              <a:ext cx="17865" cy="11894"/>
            </a:xfrm>
            <a:custGeom>
              <a:avLst/>
              <a:gdLst>
                <a:gd name="csX0" fmla="*/ 0 w 10548511"/>
                <a:gd name="csY0" fmla="*/ 0 h 9728338"/>
                <a:gd name="csX1" fmla="*/ 1172057 w 10548511"/>
                <a:gd name="csY1" fmla="*/ 5364885 h 9728338"/>
                <a:gd name="csX2" fmla="*/ 2344114 w 10548511"/>
                <a:gd name="csY2" fmla="*/ 8093578 h 9728338"/>
                <a:gd name="csX3" fmla="*/ 3516171 w 10548511"/>
                <a:gd name="csY3" fmla="*/ 9459363 h 9728338"/>
                <a:gd name="csX4" fmla="*/ 4688228 w 10548511"/>
                <a:gd name="csY4" fmla="*/ 9728338 h 9728338"/>
                <a:gd name="csX5" fmla="*/ 5860285 w 10548511"/>
                <a:gd name="csY5" fmla="*/ 9570654 h 9728338"/>
                <a:gd name="csX6" fmla="*/ 7032341 w 10548511"/>
                <a:gd name="csY6" fmla="*/ 9086562 h 9728338"/>
                <a:gd name="csX7" fmla="*/ 8204398 w 10548511"/>
                <a:gd name="csY7" fmla="*/ 7975699 h 9728338"/>
                <a:gd name="csX8" fmla="*/ 9376454 w 10548511"/>
                <a:gd name="csY8" fmla="*/ 5557727 h 9728338"/>
                <a:gd name="csX9" fmla="*/ 10548511 w 10548511"/>
                <a:gd name="csY9" fmla="*/ 3282899 h 9728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548511" h="9728338">
                  <a:moveTo>
                    <a:pt x="0" y="0"/>
                  </a:moveTo>
                  <a:lnTo>
                    <a:pt x="1172057" y="5364885"/>
                  </a:lnTo>
                  <a:lnTo>
                    <a:pt x="2344114" y="8093578"/>
                  </a:lnTo>
                  <a:lnTo>
                    <a:pt x="3516171" y="9459363"/>
                  </a:lnTo>
                  <a:lnTo>
                    <a:pt x="4688228" y="9728338"/>
                  </a:lnTo>
                  <a:lnTo>
                    <a:pt x="5860285" y="9570654"/>
                  </a:lnTo>
                  <a:lnTo>
                    <a:pt x="7032341" y="9086562"/>
                  </a:lnTo>
                  <a:lnTo>
                    <a:pt x="8204398" y="7975699"/>
                  </a:lnTo>
                  <a:lnTo>
                    <a:pt x="9376454" y="5557727"/>
                  </a:lnTo>
                  <a:lnTo>
                    <a:pt x="10548511" y="3282899"/>
                  </a:lnTo>
                </a:path>
              </a:pathLst>
            </a:custGeom>
            <a:noFill/>
            <a:ln w="101600" cap="sq">
              <a:solidFill>
                <a:srgbClr val="9C27B0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26" name="组合 525"/>
            <p:cNvGrpSpPr/>
            <p:nvPr/>
          </p:nvGrpSpPr>
          <p:grpSpPr>
            <a:xfrm>
              <a:off x="57733" y="61467"/>
              <a:ext cx="18163" cy="12177"/>
              <a:chOff x="57733" y="61467"/>
              <a:chExt cx="18163" cy="12177"/>
            </a:xfrm>
          </p:grpSpPr>
          <p:sp>
            <p:nvSpPr>
              <p:cNvPr id="4730" name="任意多边形: 形状 4729"/>
              <p:cNvSpPr/>
              <p:nvPr/>
            </p:nvSpPr>
            <p:spPr>
              <a:xfrm>
                <a:off x="57733" y="61467"/>
                <a:ext cx="283" cy="283"/>
              </a:xfrm>
              <a:custGeom>
                <a:avLst/>
                <a:gdLst>
                  <a:gd name="csX0" fmla="*/ 63518 w 126884"/>
                  <a:gd name="csY0" fmla="*/ 200656 h 200636"/>
                  <a:gd name="csX1" fmla="*/ 108379 w 126884"/>
                  <a:gd name="csY1" fmla="*/ 171274 h 200636"/>
                  <a:gd name="csX2" fmla="*/ 126961 w 126884"/>
                  <a:gd name="csY2" fmla="*/ 100338 h 200636"/>
                  <a:gd name="csX3" fmla="*/ 108379 w 126884"/>
                  <a:gd name="csY3" fmla="*/ 29402 h 200636"/>
                  <a:gd name="csX4" fmla="*/ 63518 w 126884"/>
                  <a:gd name="csY4" fmla="*/ 19 h 200636"/>
                  <a:gd name="csX5" fmla="*/ 18658 w 126884"/>
                  <a:gd name="csY5" fmla="*/ 29402 h 200636"/>
                  <a:gd name="csX6" fmla="*/ 76 w 126884"/>
                  <a:gd name="csY6" fmla="*/ 100338 h 200636"/>
                  <a:gd name="csX7" fmla="*/ 18658 w 126884"/>
                  <a:gd name="csY7" fmla="*/ 171274 h 200636"/>
                  <a:gd name="csX8" fmla="*/ 63518 w 126884"/>
                  <a:gd name="csY8" fmla="*/ 20065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18" y="200656"/>
                    </a:moveTo>
                    <a:cubicBezTo>
                      <a:pt x="80343" y="200656"/>
                      <a:pt x="96482" y="190086"/>
                      <a:pt x="108379" y="171274"/>
                    </a:cubicBezTo>
                    <a:cubicBezTo>
                      <a:pt x="120276" y="152461"/>
                      <a:pt x="126961" y="126943"/>
                      <a:pt x="126961" y="100338"/>
                    </a:cubicBezTo>
                    <a:cubicBezTo>
                      <a:pt x="126961" y="73733"/>
                      <a:pt x="120276" y="48214"/>
                      <a:pt x="108379" y="29402"/>
                    </a:cubicBezTo>
                    <a:cubicBezTo>
                      <a:pt x="96482" y="10590"/>
                      <a:pt x="80343" y="19"/>
                      <a:pt x="63518" y="19"/>
                    </a:cubicBezTo>
                    <a:cubicBezTo>
                      <a:pt x="46693" y="19"/>
                      <a:pt x="30555" y="10590"/>
                      <a:pt x="18658" y="29402"/>
                    </a:cubicBezTo>
                    <a:cubicBezTo>
                      <a:pt x="6761" y="48214"/>
                      <a:pt x="76" y="73733"/>
                      <a:pt x="76" y="100338"/>
                    </a:cubicBezTo>
                    <a:cubicBezTo>
                      <a:pt x="76" y="126943"/>
                      <a:pt x="6761" y="152461"/>
                      <a:pt x="18658" y="171274"/>
                    </a:cubicBezTo>
                    <a:cubicBezTo>
                      <a:pt x="30555" y="190086"/>
                      <a:pt x="46693" y="200656"/>
                      <a:pt x="63518" y="200656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1" name="任意多边形: 形状 4730"/>
              <p:cNvSpPr/>
              <p:nvPr/>
            </p:nvSpPr>
            <p:spPr>
              <a:xfrm>
                <a:off x="59734" y="68027"/>
                <a:ext cx="283" cy="283"/>
              </a:xfrm>
              <a:custGeom>
                <a:avLst/>
                <a:gdLst>
                  <a:gd name="csX0" fmla="*/ 63565 w 126884"/>
                  <a:gd name="csY0" fmla="*/ 200790 h 200636"/>
                  <a:gd name="csX1" fmla="*/ 108425 w 126884"/>
                  <a:gd name="csY1" fmla="*/ 171407 h 200636"/>
                  <a:gd name="csX2" fmla="*/ 127007 w 126884"/>
                  <a:gd name="csY2" fmla="*/ 100471 h 200636"/>
                  <a:gd name="csX3" fmla="*/ 108425 w 126884"/>
                  <a:gd name="csY3" fmla="*/ 29536 h 200636"/>
                  <a:gd name="csX4" fmla="*/ 63565 w 126884"/>
                  <a:gd name="csY4" fmla="*/ 153 h 200636"/>
                  <a:gd name="csX5" fmla="*/ 18704 w 126884"/>
                  <a:gd name="csY5" fmla="*/ 29536 h 200636"/>
                  <a:gd name="csX6" fmla="*/ 122 w 126884"/>
                  <a:gd name="csY6" fmla="*/ 100471 h 200636"/>
                  <a:gd name="csX7" fmla="*/ 18704 w 126884"/>
                  <a:gd name="csY7" fmla="*/ 171407 h 200636"/>
                  <a:gd name="csX8" fmla="*/ 63565 w 126884"/>
                  <a:gd name="csY8" fmla="*/ 200790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65" y="200790"/>
                    </a:moveTo>
                    <a:cubicBezTo>
                      <a:pt x="80390" y="200790"/>
                      <a:pt x="96528" y="190220"/>
                      <a:pt x="108425" y="171407"/>
                    </a:cubicBezTo>
                    <a:cubicBezTo>
                      <a:pt x="120322" y="152595"/>
                      <a:pt x="127007" y="127076"/>
                      <a:pt x="127007" y="100471"/>
                    </a:cubicBezTo>
                    <a:cubicBezTo>
                      <a:pt x="127007" y="73867"/>
                      <a:pt x="120322" y="48348"/>
                      <a:pt x="108425" y="29536"/>
                    </a:cubicBezTo>
                    <a:cubicBezTo>
                      <a:pt x="96528" y="10723"/>
                      <a:pt x="80390" y="153"/>
                      <a:pt x="63565" y="153"/>
                    </a:cubicBezTo>
                    <a:cubicBezTo>
                      <a:pt x="46739" y="153"/>
                      <a:pt x="30601" y="10723"/>
                      <a:pt x="18704" y="29536"/>
                    </a:cubicBezTo>
                    <a:cubicBezTo>
                      <a:pt x="6807" y="48348"/>
                      <a:pt x="122" y="73867"/>
                      <a:pt x="122" y="100471"/>
                    </a:cubicBezTo>
                    <a:cubicBezTo>
                      <a:pt x="122" y="127076"/>
                      <a:pt x="6807" y="152595"/>
                      <a:pt x="18704" y="171407"/>
                    </a:cubicBezTo>
                    <a:cubicBezTo>
                      <a:pt x="30601" y="190220"/>
                      <a:pt x="46739" y="200790"/>
                      <a:pt x="63565" y="200790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2" name="任意多边形: 形状 4731"/>
              <p:cNvSpPr/>
              <p:nvPr/>
            </p:nvSpPr>
            <p:spPr>
              <a:xfrm>
                <a:off x="61719" y="71363"/>
                <a:ext cx="283" cy="283"/>
              </a:xfrm>
              <a:custGeom>
                <a:avLst/>
                <a:gdLst>
                  <a:gd name="csX0" fmla="*/ 63611 w 126884"/>
                  <a:gd name="csY0" fmla="*/ 200858 h 200636"/>
                  <a:gd name="csX1" fmla="*/ 108471 w 126884"/>
                  <a:gd name="csY1" fmla="*/ 171475 h 200636"/>
                  <a:gd name="csX2" fmla="*/ 127053 w 126884"/>
                  <a:gd name="csY2" fmla="*/ 100539 h 200636"/>
                  <a:gd name="csX3" fmla="*/ 108471 w 126884"/>
                  <a:gd name="csY3" fmla="*/ 29604 h 200636"/>
                  <a:gd name="csX4" fmla="*/ 63611 w 126884"/>
                  <a:gd name="csY4" fmla="*/ 221 h 200636"/>
                  <a:gd name="csX5" fmla="*/ 18750 w 126884"/>
                  <a:gd name="csY5" fmla="*/ 29604 h 200636"/>
                  <a:gd name="csX6" fmla="*/ 168 w 126884"/>
                  <a:gd name="csY6" fmla="*/ 100539 h 200636"/>
                  <a:gd name="csX7" fmla="*/ 18750 w 126884"/>
                  <a:gd name="csY7" fmla="*/ 171475 h 200636"/>
                  <a:gd name="csX8" fmla="*/ 63611 w 126884"/>
                  <a:gd name="csY8" fmla="*/ 20085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11" y="200858"/>
                    </a:moveTo>
                    <a:cubicBezTo>
                      <a:pt x="80436" y="200858"/>
                      <a:pt x="96574" y="190288"/>
                      <a:pt x="108471" y="171475"/>
                    </a:cubicBezTo>
                    <a:cubicBezTo>
                      <a:pt x="120368" y="152663"/>
                      <a:pt x="127053" y="127144"/>
                      <a:pt x="127053" y="100539"/>
                    </a:cubicBezTo>
                    <a:cubicBezTo>
                      <a:pt x="127053" y="73935"/>
                      <a:pt x="120368" y="48416"/>
                      <a:pt x="108471" y="29604"/>
                    </a:cubicBezTo>
                    <a:cubicBezTo>
                      <a:pt x="96574" y="10791"/>
                      <a:pt x="80436" y="221"/>
                      <a:pt x="63611" y="221"/>
                    </a:cubicBezTo>
                    <a:cubicBezTo>
                      <a:pt x="46786" y="221"/>
                      <a:pt x="30647" y="10791"/>
                      <a:pt x="18750" y="29604"/>
                    </a:cubicBezTo>
                    <a:cubicBezTo>
                      <a:pt x="6853" y="48416"/>
                      <a:pt x="168" y="73935"/>
                      <a:pt x="168" y="100539"/>
                    </a:cubicBezTo>
                    <a:cubicBezTo>
                      <a:pt x="168" y="127144"/>
                      <a:pt x="6853" y="152663"/>
                      <a:pt x="18750" y="171475"/>
                    </a:cubicBezTo>
                    <a:cubicBezTo>
                      <a:pt x="30647" y="190288"/>
                      <a:pt x="46786" y="200858"/>
                      <a:pt x="63611" y="200858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3" name="任意多边形: 形状 4732"/>
              <p:cNvSpPr/>
              <p:nvPr/>
            </p:nvSpPr>
            <p:spPr>
              <a:xfrm>
                <a:off x="63704" y="73033"/>
                <a:ext cx="283" cy="283"/>
              </a:xfrm>
              <a:custGeom>
                <a:avLst/>
                <a:gdLst>
                  <a:gd name="csX0" fmla="*/ 63657 w 126884"/>
                  <a:gd name="csY0" fmla="*/ 200892 h 200636"/>
                  <a:gd name="csX1" fmla="*/ 108517 w 126884"/>
                  <a:gd name="csY1" fmla="*/ 171509 h 200636"/>
                  <a:gd name="csX2" fmla="*/ 127099 w 126884"/>
                  <a:gd name="csY2" fmla="*/ 100574 h 200636"/>
                  <a:gd name="csX3" fmla="*/ 108517 w 126884"/>
                  <a:gd name="csY3" fmla="*/ 29638 h 200636"/>
                  <a:gd name="csX4" fmla="*/ 63657 w 126884"/>
                  <a:gd name="csY4" fmla="*/ 255 h 200636"/>
                  <a:gd name="csX5" fmla="*/ 18796 w 126884"/>
                  <a:gd name="csY5" fmla="*/ 29638 h 200636"/>
                  <a:gd name="csX6" fmla="*/ 215 w 126884"/>
                  <a:gd name="csY6" fmla="*/ 100574 h 200636"/>
                  <a:gd name="csX7" fmla="*/ 18796 w 126884"/>
                  <a:gd name="csY7" fmla="*/ 171509 h 200636"/>
                  <a:gd name="csX8" fmla="*/ 63657 w 126884"/>
                  <a:gd name="csY8" fmla="*/ 200892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57" y="200892"/>
                    </a:moveTo>
                    <a:cubicBezTo>
                      <a:pt x="80482" y="200892"/>
                      <a:pt x="96620" y="190322"/>
                      <a:pt x="108517" y="171509"/>
                    </a:cubicBezTo>
                    <a:cubicBezTo>
                      <a:pt x="120414" y="152697"/>
                      <a:pt x="127099" y="127178"/>
                      <a:pt x="127099" y="100574"/>
                    </a:cubicBezTo>
                    <a:cubicBezTo>
                      <a:pt x="127099" y="73969"/>
                      <a:pt x="120414" y="48450"/>
                      <a:pt x="108517" y="29638"/>
                    </a:cubicBezTo>
                    <a:cubicBezTo>
                      <a:pt x="96620" y="10825"/>
                      <a:pt x="80482" y="255"/>
                      <a:pt x="63657" y="255"/>
                    </a:cubicBezTo>
                    <a:cubicBezTo>
                      <a:pt x="46832" y="255"/>
                      <a:pt x="30694" y="10825"/>
                      <a:pt x="18796" y="29638"/>
                    </a:cubicBezTo>
                    <a:cubicBezTo>
                      <a:pt x="6899" y="48450"/>
                      <a:pt x="215" y="73969"/>
                      <a:pt x="215" y="100574"/>
                    </a:cubicBezTo>
                    <a:cubicBezTo>
                      <a:pt x="215" y="127178"/>
                      <a:pt x="6899" y="152697"/>
                      <a:pt x="18796" y="171509"/>
                    </a:cubicBezTo>
                    <a:cubicBezTo>
                      <a:pt x="30694" y="190322"/>
                      <a:pt x="46832" y="200892"/>
                      <a:pt x="63657" y="200892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4" name="任意多边形: 形状 4733"/>
              <p:cNvSpPr/>
              <p:nvPr/>
            </p:nvSpPr>
            <p:spPr>
              <a:xfrm>
                <a:off x="65689" y="73362"/>
                <a:ext cx="283" cy="283"/>
              </a:xfrm>
              <a:custGeom>
                <a:avLst/>
                <a:gdLst>
                  <a:gd name="csX0" fmla="*/ 63703 w 126884"/>
                  <a:gd name="csY0" fmla="*/ 200899 h 200636"/>
                  <a:gd name="csX1" fmla="*/ 108564 w 126884"/>
                  <a:gd name="csY1" fmla="*/ 171516 h 200636"/>
                  <a:gd name="csX2" fmla="*/ 127145 w 126884"/>
                  <a:gd name="csY2" fmla="*/ 100580 h 200636"/>
                  <a:gd name="csX3" fmla="*/ 108564 w 126884"/>
                  <a:gd name="csY3" fmla="*/ 29644 h 200636"/>
                  <a:gd name="csX4" fmla="*/ 63703 w 126884"/>
                  <a:gd name="csY4" fmla="*/ 262 h 200636"/>
                  <a:gd name="csX5" fmla="*/ 18843 w 126884"/>
                  <a:gd name="csY5" fmla="*/ 29644 h 200636"/>
                  <a:gd name="csX6" fmla="*/ 261 w 126884"/>
                  <a:gd name="csY6" fmla="*/ 100580 h 200636"/>
                  <a:gd name="csX7" fmla="*/ 18843 w 126884"/>
                  <a:gd name="csY7" fmla="*/ 171516 h 200636"/>
                  <a:gd name="csX8" fmla="*/ 63703 w 126884"/>
                  <a:gd name="csY8" fmla="*/ 20089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03" y="200899"/>
                    </a:moveTo>
                    <a:cubicBezTo>
                      <a:pt x="80528" y="200899"/>
                      <a:pt x="96666" y="190329"/>
                      <a:pt x="108564" y="171516"/>
                    </a:cubicBezTo>
                    <a:cubicBezTo>
                      <a:pt x="120461" y="152704"/>
                      <a:pt x="127145" y="127185"/>
                      <a:pt x="127145" y="100580"/>
                    </a:cubicBezTo>
                    <a:cubicBezTo>
                      <a:pt x="127145" y="73975"/>
                      <a:pt x="120461" y="48457"/>
                      <a:pt x="108564" y="29644"/>
                    </a:cubicBezTo>
                    <a:cubicBezTo>
                      <a:pt x="96666" y="10832"/>
                      <a:pt x="80528" y="262"/>
                      <a:pt x="63703" y="262"/>
                    </a:cubicBezTo>
                    <a:cubicBezTo>
                      <a:pt x="46878" y="262"/>
                      <a:pt x="30740" y="10832"/>
                      <a:pt x="18843" y="29644"/>
                    </a:cubicBezTo>
                    <a:cubicBezTo>
                      <a:pt x="6946" y="48457"/>
                      <a:pt x="261" y="73975"/>
                      <a:pt x="261" y="100580"/>
                    </a:cubicBezTo>
                    <a:cubicBezTo>
                      <a:pt x="261" y="127185"/>
                      <a:pt x="6946" y="152704"/>
                      <a:pt x="18843" y="171516"/>
                    </a:cubicBezTo>
                    <a:cubicBezTo>
                      <a:pt x="30740" y="190329"/>
                      <a:pt x="46878" y="200899"/>
                      <a:pt x="63703" y="200899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5" name="任意多边形: 形状 4734"/>
              <p:cNvSpPr/>
              <p:nvPr/>
            </p:nvSpPr>
            <p:spPr>
              <a:xfrm>
                <a:off x="67674" y="73169"/>
                <a:ext cx="283" cy="283"/>
              </a:xfrm>
              <a:custGeom>
                <a:avLst/>
                <a:gdLst>
                  <a:gd name="csX0" fmla="*/ 63749 w 126884"/>
                  <a:gd name="csY0" fmla="*/ 200895 h 200636"/>
                  <a:gd name="csX1" fmla="*/ 108610 w 126884"/>
                  <a:gd name="csY1" fmla="*/ 171512 h 200636"/>
                  <a:gd name="csX2" fmla="*/ 127191 w 126884"/>
                  <a:gd name="csY2" fmla="*/ 100576 h 200636"/>
                  <a:gd name="csX3" fmla="*/ 108610 w 126884"/>
                  <a:gd name="csY3" fmla="*/ 29640 h 200636"/>
                  <a:gd name="csX4" fmla="*/ 63749 w 126884"/>
                  <a:gd name="csY4" fmla="*/ 258 h 200636"/>
                  <a:gd name="csX5" fmla="*/ 18889 w 126884"/>
                  <a:gd name="csY5" fmla="*/ 29640 h 200636"/>
                  <a:gd name="csX6" fmla="*/ 307 w 126884"/>
                  <a:gd name="csY6" fmla="*/ 100576 h 200636"/>
                  <a:gd name="csX7" fmla="*/ 18889 w 126884"/>
                  <a:gd name="csY7" fmla="*/ 171512 h 200636"/>
                  <a:gd name="csX8" fmla="*/ 63749 w 126884"/>
                  <a:gd name="csY8" fmla="*/ 20089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49" y="200895"/>
                    </a:moveTo>
                    <a:cubicBezTo>
                      <a:pt x="80574" y="200895"/>
                      <a:pt x="96713" y="190325"/>
                      <a:pt x="108610" y="171512"/>
                    </a:cubicBezTo>
                    <a:cubicBezTo>
                      <a:pt x="120507" y="152700"/>
                      <a:pt x="127191" y="127181"/>
                      <a:pt x="127191" y="100576"/>
                    </a:cubicBezTo>
                    <a:cubicBezTo>
                      <a:pt x="127191" y="73972"/>
                      <a:pt x="120507" y="48453"/>
                      <a:pt x="108610" y="29640"/>
                    </a:cubicBezTo>
                    <a:cubicBezTo>
                      <a:pt x="96713" y="10828"/>
                      <a:pt x="80574" y="258"/>
                      <a:pt x="63749" y="258"/>
                    </a:cubicBezTo>
                    <a:cubicBezTo>
                      <a:pt x="46924" y="258"/>
                      <a:pt x="30786" y="10828"/>
                      <a:pt x="18889" y="29640"/>
                    </a:cubicBezTo>
                    <a:cubicBezTo>
                      <a:pt x="6992" y="48453"/>
                      <a:pt x="307" y="73972"/>
                      <a:pt x="307" y="100576"/>
                    </a:cubicBezTo>
                    <a:cubicBezTo>
                      <a:pt x="307" y="127181"/>
                      <a:pt x="6992" y="152700"/>
                      <a:pt x="18889" y="171512"/>
                    </a:cubicBezTo>
                    <a:cubicBezTo>
                      <a:pt x="30786" y="190325"/>
                      <a:pt x="46924" y="200895"/>
                      <a:pt x="63749" y="200895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6" name="任意多边形: 形状 4735"/>
              <p:cNvSpPr/>
              <p:nvPr/>
            </p:nvSpPr>
            <p:spPr>
              <a:xfrm>
                <a:off x="69659" y="72577"/>
                <a:ext cx="283" cy="283"/>
              </a:xfrm>
              <a:custGeom>
                <a:avLst/>
                <a:gdLst>
                  <a:gd name="csX0" fmla="*/ 63795 w 126884"/>
                  <a:gd name="csY0" fmla="*/ 200883 h 200636"/>
                  <a:gd name="csX1" fmla="*/ 108656 w 126884"/>
                  <a:gd name="csY1" fmla="*/ 171500 h 200636"/>
                  <a:gd name="csX2" fmla="*/ 127238 w 126884"/>
                  <a:gd name="csY2" fmla="*/ 100564 h 200636"/>
                  <a:gd name="csX3" fmla="*/ 108656 w 126884"/>
                  <a:gd name="csY3" fmla="*/ 29628 h 200636"/>
                  <a:gd name="csX4" fmla="*/ 63795 w 126884"/>
                  <a:gd name="csY4" fmla="*/ 246 h 200636"/>
                  <a:gd name="csX5" fmla="*/ 18935 w 126884"/>
                  <a:gd name="csY5" fmla="*/ 29628 h 200636"/>
                  <a:gd name="csX6" fmla="*/ 353 w 126884"/>
                  <a:gd name="csY6" fmla="*/ 100564 h 200636"/>
                  <a:gd name="csX7" fmla="*/ 18935 w 126884"/>
                  <a:gd name="csY7" fmla="*/ 171500 h 200636"/>
                  <a:gd name="csX8" fmla="*/ 63795 w 126884"/>
                  <a:gd name="csY8" fmla="*/ 20088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95" y="200883"/>
                    </a:moveTo>
                    <a:cubicBezTo>
                      <a:pt x="80621" y="200883"/>
                      <a:pt x="96759" y="190313"/>
                      <a:pt x="108656" y="171500"/>
                    </a:cubicBezTo>
                    <a:cubicBezTo>
                      <a:pt x="120553" y="152688"/>
                      <a:pt x="127238" y="127169"/>
                      <a:pt x="127238" y="100564"/>
                    </a:cubicBezTo>
                    <a:cubicBezTo>
                      <a:pt x="127238" y="73959"/>
                      <a:pt x="120553" y="48441"/>
                      <a:pt x="108656" y="29628"/>
                    </a:cubicBezTo>
                    <a:cubicBezTo>
                      <a:pt x="96759" y="10816"/>
                      <a:pt x="80621" y="246"/>
                      <a:pt x="63795" y="246"/>
                    </a:cubicBezTo>
                    <a:cubicBezTo>
                      <a:pt x="46970" y="246"/>
                      <a:pt x="30832" y="10816"/>
                      <a:pt x="18935" y="29628"/>
                    </a:cubicBezTo>
                    <a:cubicBezTo>
                      <a:pt x="7038" y="48441"/>
                      <a:pt x="353" y="73959"/>
                      <a:pt x="353" y="100564"/>
                    </a:cubicBezTo>
                    <a:cubicBezTo>
                      <a:pt x="353" y="127169"/>
                      <a:pt x="7038" y="152688"/>
                      <a:pt x="18935" y="171500"/>
                    </a:cubicBezTo>
                    <a:cubicBezTo>
                      <a:pt x="30832" y="190313"/>
                      <a:pt x="46970" y="200883"/>
                      <a:pt x="63795" y="200883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7" name="任意多边形: 形状 4736"/>
              <p:cNvSpPr/>
              <p:nvPr/>
            </p:nvSpPr>
            <p:spPr>
              <a:xfrm>
                <a:off x="71644" y="71219"/>
                <a:ext cx="283" cy="283"/>
              </a:xfrm>
              <a:custGeom>
                <a:avLst/>
                <a:gdLst>
                  <a:gd name="csX0" fmla="*/ 63842 w 126884"/>
                  <a:gd name="csY0" fmla="*/ 200855 h 200636"/>
                  <a:gd name="csX1" fmla="*/ 108702 w 126884"/>
                  <a:gd name="csY1" fmla="*/ 171472 h 200636"/>
                  <a:gd name="csX2" fmla="*/ 127284 w 126884"/>
                  <a:gd name="csY2" fmla="*/ 100537 h 200636"/>
                  <a:gd name="csX3" fmla="*/ 108702 w 126884"/>
                  <a:gd name="csY3" fmla="*/ 29601 h 200636"/>
                  <a:gd name="csX4" fmla="*/ 63842 w 126884"/>
                  <a:gd name="csY4" fmla="*/ 218 h 200636"/>
                  <a:gd name="csX5" fmla="*/ 18981 w 126884"/>
                  <a:gd name="csY5" fmla="*/ 29601 h 200636"/>
                  <a:gd name="csX6" fmla="*/ 399 w 126884"/>
                  <a:gd name="csY6" fmla="*/ 100537 h 200636"/>
                  <a:gd name="csX7" fmla="*/ 18981 w 126884"/>
                  <a:gd name="csY7" fmla="*/ 171472 h 200636"/>
                  <a:gd name="csX8" fmla="*/ 63842 w 126884"/>
                  <a:gd name="csY8" fmla="*/ 20085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42" y="200855"/>
                    </a:moveTo>
                    <a:cubicBezTo>
                      <a:pt x="80667" y="200855"/>
                      <a:pt x="96805" y="190285"/>
                      <a:pt x="108702" y="171472"/>
                    </a:cubicBezTo>
                    <a:cubicBezTo>
                      <a:pt x="120599" y="152660"/>
                      <a:pt x="127284" y="127141"/>
                      <a:pt x="127284" y="100537"/>
                    </a:cubicBezTo>
                    <a:cubicBezTo>
                      <a:pt x="127284" y="73932"/>
                      <a:pt x="120599" y="48413"/>
                      <a:pt x="108702" y="29601"/>
                    </a:cubicBezTo>
                    <a:cubicBezTo>
                      <a:pt x="96805" y="10788"/>
                      <a:pt x="80667" y="218"/>
                      <a:pt x="63842" y="218"/>
                    </a:cubicBezTo>
                    <a:cubicBezTo>
                      <a:pt x="47017" y="218"/>
                      <a:pt x="30878" y="10788"/>
                      <a:pt x="18981" y="29601"/>
                    </a:cubicBezTo>
                    <a:cubicBezTo>
                      <a:pt x="7084" y="48413"/>
                      <a:pt x="399" y="73932"/>
                      <a:pt x="399" y="100537"/>
                    </a:cubicBezTo>
                    <a:cubicBezTo>
                      <a:pt x="399" y="127141"/>
                      <a:pt x="7084" y="152660"/>
                      <a:pt x="18981" y="171472"/>
                    </a:cubicBezTo>
                    <a:cubicBezTo>
                      <a:pt x="30878" y="190285"/>
                      <a:pt x="47017" y="200855"/>
                      <a:pt x="63842" y="200855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8" name="任意多边形: 形状 4737"/>
              <p:cNvSpPr/>
              <p:nvPr/>
            </p:nvSpPr>
            <p:spPr>
              <a:xfrm>
                <a:off x="73629" y="68262"/>
                <a:ext cx="283" cy="283"/>
              </a:xfrm>
              <a:custGeom>
                <a:avLst/>
                <a:gdLst>
                  <a:gd name="csX0" fmla="*/ 63888 w 126884"/>
                  <a:gd name="csY0" fmla="*/ 200795 h 200636"/>
                  <a:gd name="csX1" fmla="*/ 108748 w 126884"/>
                  <a:gd name="csY1" fmla="*/ 171412 h 200636"/>
                  <a:gd name="csX2" fmla="*/ 127330 w 126884"/>
                  <a:gd name="csY2" fmla="*/ 100476 h 200636"/>
                  <a:gd name="csX3" fmla="*/ 108748 w 126884"/>
                  <a:gd name="csY3" fmla="*/ 29540 h 200636"/>
                  <a:gd name="csX4" fmla="*/ 63888 w 126884"/>
                  <a:gd name="csY4" fmla="*/ 158 h 200636"/>
                  <a:gd name="csX5" fmla="*/ 19027 w 126884"/>
                  <a:gd name="csY5" fmla="*/ 29540 h 200636"/>
                  <a:gd name="csX6" fmla="*/ 446 w 126884"/>
                  <a:gd name="csY6" fmla="*/ 100476 h 200636"/>
                  <a:gd name="csX7" fmla="*/ 19027 w 126884"/>
                  <a:gd name="csY7" fmla="*/ 171412 h 200636"/>
                  <a:gd name="csX8" fmla="*/ 63888 w 126884"/>
                  <a:gd name="csY8" fmla="*/ 20079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88" y="200795"/>
                    </a:moveTo>
                    <a:cubicBezTo>
                      <a:pt x="80713" y="200795"/>
                      <a:pt x="96851" y="190225"/>
                      <a:pt x="108748" y="171412"/>
                    </a:cubicBezTo>
                    <a:cubicBezTo>
                      <a:pt x="120645" y="152600"/>
                      <a:pt x="127330" y="127081"/>
                      <a:pt x="127330" y="100476"/>
                    </a:cubicBezTo>
                    <a:cubicBezTo>
                      <a:pt x="127330" y="73872"/>
                      <a:pt x="120645" y="48353"/>
                      <a:pt x="108748" y="29540"/>
                    </a:cubicBezTo>
                    <a:cubicBezTo>
                      <a:pt x="96851" y="10728"/>
                      <a:pt x="80713" y="158"/>
                      <a:pt x="63888" y="158"/>
                    </a:cubicBezTo>
                    <a:cubicBezTo>
                      <a:pt x="47063" y="158"/>
                      <a:pt x="30925" y="10728"/>
                      <a:pt x="19027" y="29540"/>
                    </a:cubicBezTo>
                    <a:cubicBezTo>
                      <a:pt x="7130" y="48353"/>
                      <a:pt x="446" y="73872"/>
                      <a:pt x="446" y="100476"/>
                    </a:cubicBezTo>
                    <a:cubicBezTo>
                      <a:pt x="446" y="127081"/>
                      <a:pt x="7130" y="152600"/>
                      <a:pt x="19027" y="171412"/>
                    </a:cubicBezTo>
                    <a:cubicBezTo>
                      <a:pt x="30925" y="190225"/>
                      <a:pt x="47063" y="200795"/>
                      <a:pt x="63888" y="200795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  <p:sp>
            <p:nvSpPr>
              <p:cNvPr id="4739" name="任意多边形: 形状 4738"/>
              <p:cNvSpPr/>
              <p:nvPr/>
            </p:nvSpPr>
            <p:spPr>
              <a:xfrm>
                <a:off x="75614" y="65481"/>
                <a:ext cx="283" cy="283"/>
              </a:xfrm>
              <a:custGeom>
                <a:avLst/>
                <a:gdLst>
                  <a:gd name="csX0" fmla="*/ 63934 w 126884"/>
                  <a:gd name="csY0" fmla="*/ 200738 h 200636"/>
                  <a:gd name="csX1" fmla="*/ 108794 w 126884"/>
                  <a:gd name="csY1" fmla="*/ 171355 h 200636"/>
                  <a:gd name="csX2" fmla="*/ 127376 w 126884"/>
                  <a:gd name="csY2" fmla="*/ 100420 h 200636"/>
                  <a:gd name="csX3" fmla="*/ 108794 w 126884"/>
                  <a:gd name="csY3" fmla="*/ 29484 h 200636"/>
                  <a:gd name="csX4" fmla="*/ 63934 w 126884"/>
                  <a:gd name="csY4" fmla="*/ 101 h 200636"/>
                  <a:gd name="csX5" fmla="*/ 19074 w 126884"/>
                  <a:gd name="csY5" fmla="*/ 29484 h 200636"/>
                  <a:gd name="csX6" fmla="*/ 492 w 126884"/>
                  <a:gd name="csY6" fmla="*/ 100420 h 200636"/>
                  <a:gd name="csX7" fmla="*/ 19074 w 126884"/>
                  <a:gd name="csY7" fmla="*/ 171355 h 200636"/>
                  <a:gd name="csX8" fmla="*/ 63934 w 126884"/>
                  <a:gd name="csY8" fmla="*/ 20073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934" y="200738"/>
                    </a:moveTo>
                    <a:cubicBezTo>
                      <a:pt x="80759" y="200738"/>
                      <a:pt x="96897" y="190168"/>
                      <a:pt x="108794" y="171355"/>
                    </a:cubicBezTo>
                    <a:cubicBezTo>
                      <a:pt x="120692" y="152543"/>
                      <a:pt x="127376" y="127024"/>
                      <a:pt x="127376" y="100420"/>
                    </a:cubicBezTo>
                    <a:cubicBezTo>
                      <a:pt x="127376" y="73815"/>
                      <a:pt x="120692" y="48296"/>
                      <a:pt x="108794" y="29484"/>
                    </a:cubicBezTo>
                    <a:cubicBezTo>
                      <a:pt x="96897" y="10671"/>
                      <a:pt x="80759" y="101"/>
                      <a:pt x="63934" y="101"/>
                    </a:cubicBezTo>
                    <a:cubicBezTo>
                      <a:pt x="47109" y="101"/>
                      <a:pt x="30971" y="10671"/>
                      <a:pt x="19074" y="29484"/>
                    </a:cubicBezTo>
                    <a:cubicBezTo>
                      <a:pt x="7176" y="48296"/>
                      <a:pt x="492" y="73815"/>
                      <a:pt x="492" y="100420"/>
                    </a:cubicBezTo>
                    <a:cubicBezTo>
                      <a:pt x="492" y="127024"/>
                      <a:pt x="7176" y="152543"/>
                      <a:pt x="19074" y="171355"/>
                    </a:cubicBezTo>
                    <a:cubicBezTo>
                      <a:pt x="30971" y="190168"/>
                      <a:pt x="47109" y="200738"/>
                      <a:pt x="63934" y="200738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/>
                </a:solidFill>
                <a:prstDash val="solid"/>
                <a:round/>
              </a:ln>
            </p:spPr>
          </p:sp>
        </p:grpSp>
      </p:grpSp>
      <p:grpSp>
        <p:nvGrpSpPr>
          <p:cNvPr id="541" name="组合 540"/>
          <p:cNvGrpSpPr/>
          <p:nvPr/>
        </p:nvGrpSpPr>
        <p:grpSpPr>
          <a:xfrm>
            <a:off x="36670615" y="37759640"/>
            <a:ext cx="11522710" cy="2147570"/>
            <a:chOff x="57749" y="68777"/>
            <a:chExt cx="18146" cy="3382"/>
          </a:xfrm>
        </p:grpSpPr>
        <p:sp>
          <p:nvSpPr>
            <p:cNvPr id="4741" name="任意多边形: 形状 4740"/>
            <p:cNvSpPr/>
            <p:nvPr/>
          </p:nvSpPr>
          <p:spPr>
            <a:xfrm>
              <a:off x="57856" y="68888"/>
              <a:ext cx="17865" cy="3100"/>
            </a:xfrm>
            <a:custGeom>
              <a:avLst/>
              <a:gdLst>
                <a:gd name="csX0" fmla="*/ 0 w 10548511"/>
                <a:gd name="csY0" fmla="*/ 0 h 2535405"/>
                <a:gd name="csX1" fmla="*/ 1172057 w 10548511"/>
                <a:gd name="csY1" fmla="*/ 1255408 h 2535405"/>
                <a:gd name="csX2" fmla="*/ 2344114 w 10548511"/>
                <a:gd name="csY2" fmla="*/ 2114914 h 2535405"/>
                <a:gd name="csX3" fmla="*/ 3516171 w 10548511"/>
                <a:gd name="csY3" fmla="*/ 2535406 h 2535405"/>
                <a:gd name="csX4" fmla="*/ 4688228 w 10548511"/>
                <a:gd name="csY4" fmla="*/ 2506741 h 2535405"/>
                <a:gd name="csX5" fmla="*/ 5860285 w 10548511"/>
                <a:gd name="csY5" fmla="*/ 2387340 h 2535405"/>
                <a:gd name="csX6" fmla="*/ 7032341 w 10548511"/>
                <a:gd name="csY6" fmla="*/ 2151640 h 2535405"/>
                <a:gd name="csX7" fmla="*/ 8204398 w 10548511"/>
                <a:gd name="csY7" fmla="*/ 1868878 h 2535405"/>
                <a:gd name="csX8" fmla="*/ 9376454 w 10548511"/>
                <a:gd name="csY8" fmla="*/ 1246879 h 2535405"/>
                <a:gd name="csX9" fmla="*/ 10548511 w 10548511"/>
                <a:gd name="csY9" fmla="*/ 83123 h 253540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548511" h="2535405">
                  <a:moveTo>
                    <a:pt x="0" y="0"/>
                  </a:moveTo>
                  <a:lnTo>
                    <a:pt x="1172057" y="1255408"/>
                  </a:lnTo>
                  <a:lnTo>
                    <a:pt x="2344114" y="2114914"/>
                  </a:lnTo>
                  <a:lnTo>
                    <a:pt x="3516171" y="2535406"/>
                  </a:lnTo>
                  <a:lnTo>
                    <a:pt x="4688228" y="2506741"/>
                  </a:lnTo>
                  <a:lnTo>
                    <a:pt x="5860285" y="2387340"/>
                  </a:lnTo>
                  <a:lnTo>
                    <a:pt x="7032341" y="2151640"/>
                  </a:lnTo>
                  <a:lnTo>
                    <a:pt x="8204398" y="1868878"/>
                  </a:lnTo>
                  <a:lnTo>
                    <a:pt x="9376454" y="1246879"/>
                  </a:lnTo>
                  <a:lnTo>
                    <a:pt x="10548511" y="83123"/>
                  </a:lnTo>
                </a:path>
              </a:pathLst>
            </a:custGeom>
            <a:noFill/>
            <a:ln w="101600" cap="sq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40" name="组合 539"/>
            <p:cNvGrpSpPr/>
            <p:nvPr/>
          </p:nvGrpSpPr>
          <p:grpSpPr>
            <a:xfrm>
              <a:off x="57749" y="68777"/>
              <a:ext cx="18147" cy="3382"/>
              <a:chOff x="57749" y="68777"/>
              <a:chExt cx="18147" cy="3382"/>
            </a:xfrm>
          </p:grpSpPr>
          <p:sp>
            <p:nvSpPr>
              <p:cNvPr id="4743" name="任意多边形: 形状 4742"/>
              <p:cNvSpPr/>
              <p:nvPr/>
            </p:nvSpPr>
            <p:spPr>
              <a:xfrm>
                <a:off x="57749" y="68777"/>
                <a:ext cx="283" cy="283"/>
              </a:xfrm>
              <a:custGeom>
                <a:avLst/>
                <a:gdLst>
                  <a:gd name="csX0" fmla="*/ 63518 w 126884"/>
                  <a:gd name="csY0" fmla="*/ 200805 h 200636"/>
                  <a:gd name="csX1" fmla="*/ 108379 w 126884"/>
                  <a:gd name="csY1" fmla="*/ 171423 h 200636"/>
                  <a:gd name="csX2" fmla="*/ 126961 w 126884"/>
                  <a:gd name="csY2" fmla="*/ 100487 h 200636"/>
                  <a:gd name="csX3" fmla="*/ 108379 w 126884"/>
                  <a:gd name="csY3" fmla="*/ 29551 h 200636"/>
                  <a:gd name="csX4" fmla="*/ 63518 w 126884"/>
                  <a:gd name="csY4" fmla="*/ 168 h 200636"/>
                  <a:gd name="csX5" fmla="*/ 18658 w 126884"/>
                  <a:gd name="csY5" fmla="*/ 29551 h 200636"/>
                  <a:gd name="csX6" fmla="*/ 76 w 126884"/>
                  <a:gd name="csY6" fmla="*/ 100487 h 200636"/>
                  <a:gd name="csX7" fmla="*/ 18658 w 126884"/>
                  <a:gd name="csY7" fmla="*/ 171423 h 200636"/>
                  <a:gd name="csX8" fmla="*/ 63518 w 126884"/>
                  <a:gd name="csY8" fmla="*/ 20080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18" y="200805"/>
                    </a:moveTo>
                    <a:cubicBezTo>
                      <a:pt x="80343" y="200805"/>
                      <a:pt x="96482" y="190235"/>
                      <a:pt x="108379" y="171423"/>
                    </a:cubicBezTo>
                    <a:cubicBezTo>
                      <a:pt x="120276" y="152610"/>
                      <a:pt x="126961" y="127092"/>
                      <a:pt x="126961" y="100487"/>
                    </a:cubicBezTo>
                    <a:cubicBezTo>
                      <a:pt x="126961" y="73882"/>
                      <a:pt x="120276" y="48363"/>
                      <a:pt x="108379" y="29551"/>
                    </a:cubicBezTo>
                    <a:cubicBezTo>
                      <a:pt x="96482" y="10739"/>
                      <a:pt x="80343" y="168"/>
                      <a:pt x="63518" y="168"/>
                    </a:cubicBezTo>
                    <a:cubicBezTo>
                      <a:pt x="46693" y="168"/>
                      <a:pt x="30555" y="10739"/>
                      <a:pt x="18658" y="29551"/>
                    </a:cubicBezTo>
                    <a:cubicBezTo>
                      <a:pt x="6761" y="48363"/>
                      <a:pt x="76" y="73882"/>
                      <a:pt x="76" y="100487"/>
                    </a:cubicBezTo>
                    <a:cubicBezTo>
                      <a:pt x="76" y="127092"/>
                      <a:pt x="6761" y="152610"/>
                      <a:pt x="18658" y="171423"/>
                    </a:cubicBezTo>
                    <a:cubicBezTo>
                      <a:pt x="30555" y="190235"/>
                      <a:pt x="46693" y="200805"/>
                      <a:pt x="63518" y="200805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44" name="任意多边形: 形状 4743"/>
              <p:cNvSpPr/>
              <p:nvPr/>
            </p:nvSpPr>
            <p:spPr>
              <a:xfrm>
                <a:off x="59734" y="70312"/>
                <a:ext cx="283" cy="283"/>
              </a:xfrm>
              <a:custGeom>
                <a:avLst/>
                <a:gdLst>
                  <a:gd name="csX0" fmla="*/ 63565 w 126884"/>
                  <a:gd name="csY0" fmla="*/ 200837 h 200636"/>
                  <a:gd name="csX1" fmla="*/ 108425 w 126884"/>
                  <a:gd name="csY1" fmla="*/ 171454 h 200636"/>
                  <a:gd name="csX2" fmla="*/ 127007 w 126884"/>
                  <a:gd name="csY2" fmla="*/ 100518 h 200636"/>
                  <a:gd name="csX3" fmla="*/ 108425 w 126884"/>
                  <a:gd name="csY3" fmla="*/ 29582 h 200636"/>
                  <a:gd name="csX4" fmla="*/ 63565 w 126884"/>
                  <a:gd name="csY4" fmla="*/ 200 h 200636"/>
                  <a:gd name="csX5" fmla="*/ 18704 w 126884"/>
                  <a:gd name="csY5" fmla="*/ 29582 h 200636"/>
                  <a:gd name="csX6" fmla="*/ 122 w 126884"/>
                  <a:gd name="csY6" fmla="*/ 100518 h 200636"/>
                  <a:gd name="csX7" fmla="*/ 18704 w 126884"/>
                  <a:gd name="csY7" fmla="*/ 171454 h 200636"/>
                  <a:gd name="csX8" fmla="*/ 63565 w 126884"/>
                  <a:gd name="csY8" fmla="*/ 200837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65" y="200837"/>
                    </a:moveTo>
                    <a:cubicBezTo>
                      <a:pt x="80390" y="200837"/>
                      <a:pt x="96528" y="190266"/>
                      <a:pt x="108425" y="171454"/>
                    </a:cubicBezTo>
                    <a:cubicBezTo>
                      <a:pt x="120322" y="152642"/>
                      <a:pt x="127007" y="127123"/>
                      <a:pt x="127007" y="100518"/>
                    </a:cubicBezTo>
                    <a:cubicBezTo>
                      <a:pt x="127007" y="73913"/>
                      <a:pt x="120322" y="48395"/>
                      <a:pt x="108425" y="29582"/>
                    </a:cubicBezTo>
                    <a:cubicBezTo>
                      <a:pt x="96528" y="10770"/>
                      <a:pt x="80390" y="200"/>
                      <a:pt x="63565" y="200"/>
                    </a:cubicBezTo>
                    <a:cubicBezTo>
                      <a:pt x="46739" y="200"/>
                      <a:pt x="30601" y="10770"/>
                      <a:pt x="18704" y="29582"/>
                    </a:cubicBezTo>
                    <a:cubicBezTo>
                      <a:pt x="6807" y="48395"/>
                      <a:pt x="122" y="73913"/>
                      <a:pt x="122" y="100518"/>
                    </a:cubicBezTo>
                    <a:cubicBezTo>
                      <a:pt x="122" y="127123"/>
                      <a:pt x="6807" y="152642"/>
                      <a:pt x="18704" y="171454"/>
                    </a:cubicBezTo>
                    <a:cubicBezTo>
                      <a:pt x="30601" y="190266"/>
                      <a:pt x="46739" y="200837"/>
                      <a:pt x="63565" y="200837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45" name="任意多边形: 形状 4744"/>
              <p:cNvSpPr/>
              <p:nvPr/>
            </p:nvSpPr>
            <p:spPr>
              <a:xfrm>
                <a:off x="61719" y="71363"/>
                <a:ext cx="283" cy="283"/>
              </a:xfrm>
              <a:custGeom>
                <a:avLst/>
                <a:gdLst>
                  <a:gd name="csX0" fmla="*/ 63611 w 126884"/>
                  <a:gd name="csY0" fmla="*/ 200858 h 200636"/>
                  <a:gd name="csX1" fmla="*/ 108471 w 126884"/>
                  <a:gd name="csY1" fmla="*/ 171475 h 200636"/>
                  <a:gd name="csX2" fmla="*/ 127053 w 126884"/>
                  <a:gd name="csY2" fmla="*/ 100540 h 200636"/>
                  <a:gd name="csX3" fmla="*/ 108471 w 126884"/>
                  <a:gd name="csY3" fmla="*/ 29604 h 200636"/>
                  <a:gd name="csX4" fmla="*/ 63611 w 126884"/>
                  <a:gd name="csY4" fmla="*/ 221 h 200636"/>
                  <a:gd name="csX5" fmla="*/ 18750 w 126884"/>
                  <a:gd name="csY5" fmla="*/ 29604 h 200636"/>
                  <a:gd name="csX6" fmla="*/ 168 w 126884"/>
                  <a:gd name="csY6" fmla="*/ 100540 h 200636"/>
                  <a:gd name="csX7" fmla="*/ 18750 w 126884"/>
                  <a:gd name="csY7" fmla="*/ 171475 h 200636"/>
                  <a:gd name="csX8" fmla="*/ 63611 w 126884"/>
                  <a:gd name="csY8" fmla="*/ 20085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11" y="200858"/>
                    </a:moveTo>
                    <a:cubicBezTo>
                      <a:pt x="80436" y="200858"/>
                      <a:pt x="96574" y="190288"/>
                      <a:pt x="108471" y="171475"/>
                    </a:cubicBezTo>
                    <a:cubicBezTo>
                      <a:pt x="120368" y="152663"/>
                      <a:pt x="127053" y="127144"/>
                      <a:pt x="127053" y="100540"/>
                    </a:cubicBezTo>
                    <a:cubicBezTo>
                      <a:pt x="127053" y="73935"/>
                      <a:pt x="120368" y="48416"/>
                      <a:pt x="108471" y="29604"/>
                    </a:cubicBezTo>
                    <a:cubicBezTo>
                      <a:pt x="96574" y="10791"/>
                      <a:pt x="80436" y="221"/>
                      <a:pt x="63611" y="221"/>
                    </a:cubicBezTo>
                    <a:cubicBezTo>
                      <a:pt x="46786" y="221"/>
                      <a:pt x="30647" y="10791"/>
                      <a:pt x="18750" y="29604"/>
                    </a:cubicBezTo>
                    <a:cubicBezTo>
                      <a:pt x="6853" y="48416"/>
                      <a:pt x="168" y="73935"/>
                      <a:pt x="168" y="100540"/>
                    </a:cubicBezTo>
                    <a:cubicBezTo>
                      <a:pt x="168" y="127144"/>
                      <a:pt x="6853" y="152663"/>
                      <a:pt x="18750" y="171475"/>
                    </a:cubicBezTo>
                    <a:cubicBezTo>
                      <a:pt x="30647" y="190288"/>
                      <a:pt x="46786" y="200858"/>
                      <a:pt x="63611" y="200858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46" name="任意多边形: 形状 4745"/>
              <p:cNvSpPr/>
              <p:nvPr/>
            </p:nvSpPr>
            <p:spPr>
              <a:xfrm>
                <a:off x="63704" y="71877"/>
                <a:ext cx="283" cy="283"/>
              </a:xfrm>
              <a:custGeom>
                <a:avLst/>
                <a:gdLst>
                  <a:gd name="csX0" fmla="*/ 63657 w 126884"/>
                  <a:gd name="csY0" fmla="*/ 200868 h 200636"/>
                  <a:gd name="csX1" fmla="*/ 108517 w 126884"/>
                  <a:gd name="csY1" fmla="*/ 171486 h 200636"/>
                  <a:gd name="csX2" fmla="*/ 127099 w 126884"/>
                  <a:gd name="csY2" fmla="*/ 100550 h 200636"/>
                  <a:gd name="csX3" fmla="*/ 108517 w 126884"/>
                  <a:gd name="csY3" fmla="*/ 29614 h 200636"/>
                  <a:gd name="csX4" fmla="*/ 63657 w 126884"/>
                  <a:gd name="csY4" fmla="*/ 232 h 200636"/>
                  <a:gd name="csX5" fmla="*/ 18796 w 126884"/>
                  <a:gd name="csY5" fmla="*/ 29614 h 200636"/>
                  <a:gd name="csX6" fmla="*/ 215 w 126884"/>
                  <a:gd name="csY6" fmla="*/ 100550 h 200636"/>
                  <a:gd name="csX7" fmla="*/ 18796 w 126884"/>
                  <a:gd name="csY7" fmla="*/ 171486 h 200636"/>
                  <a:gd name="csX8" fmla="*/ 63657 w 126884"/>
                  <a:gd name="csY8" fmla="*/ 20086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57" y="200868"/>
                    </a:moveTo>
                    <a:cubicBezTo>
                      <a:pt x="80482" y="200868"/>
                      <a:pt x="96620" y="190298"/>
                      <a:pt x="108517" y="171486"/>
                    </a:cubicBezTo>
                    <a:cubicBezTo>
                      <a:pt x="120414" y="152673"/>
                      <a:pt x="127099" y="127155"/>
                      <a:pt x="127099" y="100550"/>
                    </a:cubicBezTo>
                    <a:cubicBezTo>
                      <a:pt x="127099" y="73945"/>
                      <a:pt x="120414" y="48427"/>
                      <a:pt x="108517" y="29614"/>
                    </a:cubicBezTo>
                    <a:cubicBezTo>
                      <a:pt x="96620" y="10802"/>
                      <a:pt x="80482" y="232"/>
                      <a:pt x="63657" y="232"/>
                    </a:cubicBezTo>
                    <a:cubicBezTo>
                      <a:pt x="46832" y="232"/>
                      <a:pt x="30694" y="10802"/>
                      <a:pt x="18796" y="29614"/>
                    </a:cubicBezTo>
                    <a:cubicBezTo>
                      <a:pt x="6899" y="48427"/>
                      <a:pt x="215" y="73945"/>
                      <a:pt x="215" y="100550"/>
                    </a:cubicBezTo>
                    <a:cubicBezTo>
                      <a:pt x="215" y="127155"/>
                      <a:pt x="6899" y="152673"/>
                      <a:pt x="18796" y="171486"/>
                    </a:cubicBezTo>
                    <a:cubicBezTo>
                      <a:pt x="30694" y="190298"/>
                      <a:pt x="46832" y="200868"/>
                      <a:pt x="63657" y="200868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47" name="任意多边形: 形状 4746"/>
              <p:cNvSpPr/>
              <p:nvPr/>
            </p:nvSpPr>
            <p:spPr>
              <a:xfrm>
                <a:off x="65689" y="71842"/>
                <a:ext cx="283" cy="283"/>
              </a:xfrm>
              <a:custGeom>
                <a:avLst/>
                <a:gdLst>
                  <a:gd name="csX0" fmla="*/ 63703 w 126884"/>
                  <a:gd name="csY0" fmla="*/ 200868 h 200636"/>
                  <a:gd name="csX1" fmla="*/ 108564 w 126884"/>
                  <a:gd name="csY1" fmla="*/ 171485 h 200636"/>
                  <a:gd name="csX2" fmla="*/ 127145 w 126884"/>
                  <a:gd name="csY2" fmla="*/ 100549 h 200636"/>
                  <a:gd name="csX3" fmla="*/ 108564 w 126884"/>
                  <a:gd name="csY3" fmla="*/ 29613 h 200636"/>
                  <a:gd name="csX4" fmla="*/ 63703 w 126884"/>
                  <a:gd name="csY4" fmla="*/ 231 h 200636"/>
                  <a:gd name="csX5" fmla="*/ 18843 w 126884"/>
                  <a:gd name="csY5" fmla="*/ 29613 h 200636"/>
                  <a:gd name="csX6" fmla="*/ 261 w 126884"/>
                  <a:gd name="csY6" fmla="*/ 100549 h 200636"/>
                  <a:gd name="csX7" fmla="*/ 18843 w 126884"/>
                  <a:gd name="csY7" fmla="*/ 171485 h 200636"/>
                  <a:gd name="csX8" fmla="*/ 63703 w 126884"/>
                  <a:gd name="csY8" fmla="*/ 20086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03" y="200868"/>
                    </a:moveTo>
                    <a:cubicBezTo>
                      <a:pt x="80528" y="200868"/>
                      <a:pt x="96666" y="190298"/>
                      <a:pt x="108564" y="171485"/>
                    </a:cubicBezTo>
                    <a:cubicBezTo>
                      <a:pt x="120461" y="152673"/>
                      <a:pt x="127145" y="127154"/>
                      <a:pt x="127145" y="100549"/>
                    </a:cubicBezTo>
                    <a:cubicBezTo>
                      <a:pt x="127145" y="73944"/>
                      <a:pt x="120461" y="48426"/>
                      <a:pt x="108564" y="29613"/>
                    </a:cubicBezTo>
                    <a:cubicBezTo>
                      <a:pt x="96666" y="10801"/>
                      <a:pt x="80528" y="231"/>
                      <a:pt x="63703" y="231"/>
                    </a:cubicBezTo>
                    <a:cubicBezTo>
                      <a:pt x="46878" y="231"/>
                      <a:pt x="30740" y="10801"/>
                      <a:pt x="18843" y="29613"/>
                    </a:cubicBezTo>
                    <a:cubicBezTo>
                      <a:pt x="6946" y="48426"/>
                      <a:pt x="261" y="73944"/>
                      <a:pt x="261" y="100549"/>
                    </a:cubicBezTo>
                    <a:cubicBezTo>
                      <a:pt x="261" y="127154"/>
                      <a:pt x="6946" y="152673"/>
                      <a:pt x="18843" y="171485"/>
                    </a:cubicBezTo>
                    <a:cubicBezTo>
                      <a:pt x="30740" y="190298"/>
                      <a:pt x="46878" y="200868"/>
                      <a:pt x="63703" y="200868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48" name="任意多边形: 形状 4747"/>
              <p:cNvSpPr/>
              <p:nvPr/>
            </p:nvSpPr>
            <p:spPr>
              <a:xfrm>
                <a:off x="67674" y="71696"/>
                <a:ext cx="283" cy="283"/>
              </a:xfrm>
              <a:custGeom>
                <a:avLst/>
                <a:gdLst>
                  <a:gd name="csX0" fmla="*/ 63749 w 126884"/>
                  <a:gd name="csY0" fmla="*/ 200865 h 200636"/>
                  <a:gd name="csX1" fmla="*/ 108610 w 126884"/>
                  <a:gd name="csY1" fmla="*/ 171482 h 200636"/>
                  <a:gd name="csX2" fmla="*/ 127191 w 126884"/>
                  <a:gd name="csY2" fmla="*/ 100546 h 200636"/>
                  <a:gd name="csX3" fmla="*/ 108610 w 126884"/>
                  <a:gd name="csY3" fmla="*/ 29610 h 200636"/>
                  <a:gd name="csX4" fmla="*/ 63749 w 126884"/>
                  <a:gd name="csY4" fmla="*/ 228 h 200636"/>
                  <a:gd name="csX5" fmla="*/ 18889 w 126884"/>
                  <a:gd name="csY5" fmla="*/ 29610 h 200636"/>
                  <a:gd name="csX6" fmla="*/ 307 w 126884"/>
                  <a:gd name="csY6" fmla="*/ 100546 h 200636"/>
                  <a:gd name="csX7" fmla="*/ 18889 w 126884"/>
                  <a:gd name="csY7" fmla="*/ 171482 h 200636"/>
                  <a:gd name="csX8" fmla="*/ 63749 w 126884"/>
                  <a:gd name="csY8" fmla="*/ 20086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49" y="200865"/>
                    </a:moveTo>
                    <a:cubicBezTo>
                      <a:pt x="80574" y="200865"/>
                      <a:pt x="96713" y="190295"/>
                      <a:pt x="108610" y="171482"/>
                    </a:cubicBezTo>
                    <a:cubicBezTo>
                      <a:pt x="120507" y="152670"/>
                      <a:pt x="127191" y="127151"/>
                      <a:pt x="127191" y="100546"/>
                    </a:cubicBezTo>
                    <a:cubicBezTo>
                      <a:pt x="127191" y="73942"/>
                      <a:pt x="120507" y="48423"/>
                      <a:pt x="108610" y="29610"/>
                    </a:cubicBezTo>
                    <a:cubicBezTo>
                      <a:pt x="96713" y="10798"/>
                      <a:pt x="80574" y="228"/>
                      <a:pt x="63749" y="228"/>
                    </a:cubicBezTo>
                    <a:cubicBezTo>
                      <a:pt x="46924" y="228"/>
                      <a:pt x="30786" y="10798"/>
                      <a:pt x="18889" y="29610"/>
                    </a:cubicBezTo>
                    <a:cubicBezTo>
                      <a:pt x="6992" y="48423"/>
                      <a:pt x="307" y="73942"/>
                      <a:pt x="307" y="100546"/>
                    </a:cubicBezTo>
                    <a:cubicBezTo>
                      <a:pt x="307" y="127151"/>
                      <a:pt x="6992" y="152670"/>
                      <a:pt x="18889" y="171482"/>
                    </a:cubicBezTo>
                    <a:cubicBezTo>
                      <a:pt x="30786" y="190295"/>
                      <a:pt x="46924" y="200865"/>
                      <a:pt x="63749" y="200865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49" name="任意多边形: 形状 4748"/>
              <p:cNvSpPr/>
              <p:nvPr/>
            </p:nvSpPr>
            <p:spPr>
              <a:xfrm>
                <a:off x="69659" y="71408"/>
                <a:ext cx="283" cy="283"/>
              </a:xfrm>
              <a:custGeom>
                <a:avLst/>
                <a:gdLst>
                  <a:gd name="csX0" fmla="*/ 63795 w 126884"/>
                  <a:gd name="csY0" fmla="*/ 200859 h 200636"/>
                  <a:gd name="csX1" fmla="*/ 108656 w 126884"/>
                  <a:gd name="csY1" fmla="*/ 171476 h 200636"/>
                  <a:gd name="csX2" fmla="*/ 127238 w 126884"/>
                  <a:gd name="csY2" fmla="*/ 100540 h 200636"/>
                  <a:gd name="csX3" fmla="*/ 108656 w 126884"/>
                  <a:gd name="csY3" fmla="*/ 29605 h 200636"/>
                  <a:gd name="csX4" fmla="*/ 63795 w 126884"/>
                  <a:gd name="csY4" fmla="*/ 222 h 200636"/>
                  <a:gd name="csX5" fmla="*/ 18935 w 126884"/>
                  <a:gd name="csY5" fmla="*/ 29605 h 200636"/>
                  <a:gd name="csX6" fmla="*/ 353 w 126884"/>
                  <a:gd name="csY6" fmla="*/ 100540 h 200636"/>
                  <a:gd name="csX7" fmla="*/ 18935 w 126884"/>
                  <a:gd name="csY7" fmla="*/ 171476 h 200636"/>
                  <a:gd name="csX8" fmla="*/ 63795 w 126884"/>
                  <a:gd name="csY8" fmla="*/ 20085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95" y="200859"/>
                    </a:moveTo>
                    <a:cubicBezTo>
                      <a:pt x="80621" y="200859"/>
                      <a:pt x="96759" y="190289"/>
                      <a:pt x="108656" y="171476"/>
                    </a:cubicBezTo>
                    <a:cubicBezTo>
                      <a:pt x="120553" y="152664"/>
                      <a:pt x="127238" y="127145"/>
                      <a:pt x="127238" y="100540"/>
                    </a:cubicBezTo>
                    <a:cubicBezTo>
                      <a:pt x="127238" y="73936"/>
                      <a:pt x="120553" y="48417"/>
                      <a:pt x="108656" y="29605"/>
                    </a:cubicBezTo>
                    <a:cubicBezTo>
                      <a:pt x="96759" y="10792"/>
                      <a:pt x="80621" y="222"/>
                      <a:pt x="63795" y="222"/>
                    </a:cubicBezTo>
                    <a:cubicBezTo>
                      <a:pt x="46970" y="222"/>
                      <a:pt x="30832" y="10792"/>
                      <a:pt x="18935" y="29605"/>
                    </a:cubicBezTo>
                    <a:cubicBezTo>
                      <a:pt x="7038" y="48417"/>
                      <a:pt x="353" y="73936"/>
                      <a:pt x="353" y="100540"/>
                    </a:cubicBezTo>
                    <a:cubicBezTo>
                      <a:pt x="353" y="127145"/>
                      <a:pt x="7038" y="152664"/>
                      <a:pt x="18935" y="171476"/>
                    </a:cubicBezTo>
                    <a:cubicBezTo>
                      <a:pt x="30832" y="190289"/>
                      <a:pt x="46970" y="200859"/>
                      <a:pt x="63795" y="200859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50" name="任意多边形: 形状 4749"/>
              <p:cNvSpPr/>
              <p:nvPr/>
            </p:nvSpPr>
            <p:spPr>
              <a:xfrm>
                <a:off x="71644" y="71062"/>
                <a:ext cx="283" cy="283"/>
              </a:xfrm>
              <a:custGeom>
                <a:avLst/>
                <a:gdLst>
                  <a:gd name="csX0" fmla="*/ 63842 w 126884"/>
                  <a:gd name="csY0" fmla="*/ 200852 h 200636"/>
                  <a:gd name="csX1" fmla="*/ 108702 w 126884"/>
                  <a:gd name="csY1" fmla="*/ 171469 h 200636"/>
                  <a:gd name="csX2" fmla="*/ 127284 w 126884"/>
                  <a:gd name="csY2" fmla="*/ 100533 h 200636"/>
                  <a:gd name="csX3" fmla="*/ 108702 w 126884"/>
                  <a:gd name="csY3" fmla="*/ 29597 h 200636"/>
                  <a:gd name="csX4" fmla="*/ 63842 w 126884"/>
                  <a:gd name="csY4" fmla="*/ 215 h 200636"/>
                  <a:gd name="csX5" fmla="*/ 18981 w 126884"/>
                  <a:gd name="csY5" fmla="*/ 29597 h 200636"/>
                  <a:gd name="csX6" fmla="*/ 399 w 126884"/>
                  <a:gd name="csY6" fmla="*/ 100533 h 200636"/>
                  <a:gd name="csX7" fmla="*/ 18981 w 126884"/>
                  <a:gd name="csY7" fmla="*/ 171469 h 200636"/>
                  <a:gd name="csX8" fmla="*/ 63842 w 126884"/>
                  <a:gd name="csY8" fmla="*/ 200852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42" y="200852"/>
                    </a:moveTo>
                    <a:cubicBezTo>
                      <a:pt x="80667" y="200852"/>
                      <a:pt x="96805" y="190282"/>
                      <a:pt x="108702" y="171469"/>
                    </a:cubicBezTo>
                    <a:cubicBezTo>
                      <a:pt x="120599" y="152657"/>
                      <a:pt x="127284" y="127138"/>
                      <a:pt x="127284" y="100533"/>
                    </a:cubicBezTo>
                    <a:cubicBezTo>
                      <a:pt x="127284" y="73929"/>
                      <a:pt x="120599" y="48410"/>
                      <a:pt x="108702" y="29597"/>
                    </a:cubicBezTo>
                    <a:cubicBezTo>
                      <a:pt x="96805" y="10785"/>
                      <a:pt x="80667" y="215"/>
                      <a:pt x="63842" y="215"/>
                    </a:cubicBezTo>
                    <a:cubicBezTo>
                      <a:pt x="47017" y="215"/>
                      <a:pt x="30878" y="10785"/>
                      <a:pt x="18981" y="29597"/>
                    </a:cubicBezTo>
                    <a:cubicBezTo>
                      <a:pt x="7084" y="48410"/>
                      <a:pt x="399" y="73929"/>
                      <a:pt x="399" y="100533"/>
                    </a:cubicBezTo>
                    <a:cubicBezTo>
                      <a:pt x="399" y="127138"/>
                      <a:pt x="7084" y="152657"/>
                      <a:pt x="18981" y="171469"/>
                    </a:cubicBezTo>
                    <a:cubicBezTo>
                      <a:pt x="30878" y="190282"/>
                      <a:pt x="47017" y="200852"/>
                      <a:pt x="63842" y="200852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51" name="任意多边形: 形状 4750"/>
              <p:cNvSpPr/>
              <p:nvPr/>
            </p:nvSpPr>
            <p:spPr>
              <a:xfrm>
                <a:off x="73629" y="70302"/>
                <a:ext cx="283" cy="283"/>
              </a:xfrm>
              <a:custGeom>
                <a:avLst/>
                <a:gdLst>
                  <a:gd name="csX0" fmla="*/ 63888 w 126884"/>
                  <a:gd name="csY0" fmla="*/ 200836 h 200636"/>
                  <a:gd name="csX1" fmla="*/ 108748 w 126884"/>
                  <a:gd name="csY1" fmla="*/ 171454 h 200636"/>
                  <a:gd name="csX2" fmla="*/ 127330 w 126884"/>
                  <a:gd name="csY2" fmla="*/ 100518 h 200636"/>
                  <a:gd name="csX3" fmla="*/ 108748 w 126884"/>
                  <a:gd name="csY3" fmla="*/ 29582 h 200636"/>
                  <a:gd name="csX4" fmla="*/ 63888 w 126884"/>
                  <a:gd name="csY4" fmla="*/ 199 h 200636"/>
                  <a:gd name="csX5" fmla="*/ 19027 w 126884"/>
                  <a:gd name="csY5" fmla="*/ 29582 h 200636"/>
                  <a:gd name="csX6" fmla="*/ 446 w 126884"/>
                  <a:gd name="csY6" fmla="*/ 100518 h 200636"/>
                  <a:gd name="csX7" fmla="*/ 19027 w 126884"/>
                  <a:gd name="csY7" fmla="*/ 171454 h 200636"/>
                  <a:gd name="csX8" fmla="*/ 63888 w 126884"/>
                  <a:gd name="csY8" fmla="*/ 20083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88" y="200836"/>
                    </a:moveTo>
                    <a:cubicBezTo>
                      <a:pt x="80713" y="200836"/>
                      <a:pt x="96851" y="190266"/>
                      <a:pt x="108748" y="171454"/>
                    </a:cubicBezTo>
                    <a:cubicBezTo>
                      <a:pt x="120645" y="152641"/>
                      <a:pt x="127330" y="127123"/>
                      <a:pt x="127330" y="100518"/>
                    </a:cubicBezTo>
                    <a:cubicBezTo>
                      <a:pt x="127330" y="73913"/>
                      <a:pt x="120645" y="48394"/>
                      <a:pt x="108748" y="29582"/>
                    </a:cubicBezTo>
                    <a:cubicBezTo>
                      <a:pt x="96851" y="10770"/>
                      <a:pt x="80713" y="199"/>
                      <a:pt x="63888" y="199"/>
                    </a:cubicBezTo>
                    <a:cubicBezTo>
                      <a:pt x="47063" y="199"/>
                      <a:pt x="30925" y="10770"/>
                      <a:pt x="19027" y="29582"/>
                    </a:cubicBezTo>
                    <a:cubicBezTo>
                      <a:pt x="7130" y="48394"/>
                      <a:pt x="446" y="73913"/>
                      <a:pt x="446" y="100518"/>
                    </a:cubicBezTo>
                    <a:cubicBezTo>
                      <a:pt x="446" y="127123"/>
                      <a:pt x="7130" y="152641"/>
                      <a:pt x="19027" y="171454"/>
                    </a:cubicBezTo>
                    <a:cubicBezTo>
                      <a:pt x="30925" y="190266"/>
                      <a:pt x="47063" y="200836"/>
                      <a:pt x="63888" y="200836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52" name="任意多边形: 形状 4751"/>
              <p:cNvSpPr/>
              <p:nvPr/>
            </p:nvSpPr>
            <p:spPr>
              <a:xfrm>
                <a:off x="75614" y="68879"/>
                <a:ext cx="283" cy="283"/>
              </a:xfrm>
              <a:custGeom>
                <a:avLst/>
                <a:gdLst>
                  <a:gd name="csX0" fmla="*/ 63934 w 126884"/>
                  <a:gd name="csY0" fmla="*/ 200807 h 200636"/>
                  <a:gd name="csX1" fmla="*/ 108794 w 126884"/>
                  <a:gd name="csY1" fmla="*/ 171425 h 200636"/>
                  <a:gd name="csX2" fmla="*/ 127376 w 126884"/>
                  <a:gd name="csY2" fmla="*/ 100489 h 200636"/>
                  <a:gd name="csX3" fmla="*/ 108794 w 126884"/>
                  <a:gd name="csY3" fmla="*/ 29553 h 200636"/>
                  <a:gd name="csX4" fmla="*/ 63934 w 126884"/>
                  <a:gd name="csY4" fmla="*/ 170 h 200636"/>
                  <a:gd name="csX5" fmla="*/ 19074 w 126884"/>
                  <a:gd name="csY5" fmla="*/ 29553 h 200636"/>
                  <a:gd name="csX6" fmla="*/ 492 w 126884"/>
                  <a:gd name="csY6" fmla="*/ 100489 h 200636"/>
                  <a:gd name="csX7" fmla="*/ 19074 w 126884"/>
                  <a:gd name="csY7" fmla="*/ 171425 h 200636"/>
                  <a:gd name="csX8" fmla="*/ 63934 w 126884"/>
                  <a:gd name="csY8" fmla="*/ 200807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934" y="200807"/>
                    </a:moveTo>
                    <a:cubicBezTo>
                      <a:pt x="80759" y="200807"/>
                      <a:pt x="96897" y="190237"/>
                      <a:pt x="108794" y="171425"/>
                    </a:cubicBezTo>
                    <a:cubicBezTo>
                      <a:pt x="120692" y="152612"/>
                      <a:pt x="127376" y="127094"/>
                      <a:pt x="127376" y="100489"/>
                    </a:cubicBezTo>
                    <a:cubicBezTo>
                      <a:pt x="127376" y="73884"/>
                      <a:pt x="120692" y="48365"/>
                      <a:pt x="108794" y="29553"/>
                    </a:cubicBezTo>
                    <a:cubicBezTo>
                      <a:pt x="96897" y="10741"/>
                      <a:pt x="80759" y="170"/>
                      <a:pt x="63934" y="170"/>
                    </a:cubicBezTo>
                    <a:cubicBezTo>
                      <a:pt x="47109" y="170"/>
                      <a:pt x="30971" y="10741"/>
                      <a:pt x="19074" y="29553"/>
                    </a:cubicBezTo>
                    <a:cubicBezTo>
                      <a:pt x="7176" y="48365"/>
                      <a:pt x="492" y="73884"/>
                      <a:pt x="492" y="100489"/>
                    </a:cubicBezTo>
                    <a:cubicBezTo>
                      <a:pt x="492" y="127094"/>
                      <a:pt x="7176" y="152612"/>
                      <a:pt x="19074" y="171425"/>
                    </a:cubicBezTo>
                    <a:cubicBezTo>
                      <a:pt x="30971" y="190237"/>
                      <a:pt x="47109" y="200807"/>
                      <a:pt x="63934" y="200807"/>
                    </a:cubicBezTo>
                    <a:close/>
                  </a:path>
                </a:pathLst>
              </a:custGeom>
              <a:solidFill>
                <a:srgbClr val="2196F3">
                  <a:alpha val="85000"/>
                </a:srgbClr>
              </a:solidFill>
              <a:ln w="101600" cap="flat">
                <a:solidFill>
                  <a:srgbClr val="2196F3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grpSp>
        <p:nvGrpSpPr>
          <p:cNvPr id="539" name="组合 538"/>
          <p:cNvGrpSpPr/>
          <p:nvPr/>
        </p:nvGrpSpPr>
        <p:grpSpPr>
          <a:xfrm>
            <a:off x="36670615" y="36575365"/>
            <a:ext cx="11522710" cy="3055620"/>
            <a:chOff x="57749" y="66912"/>
            <a:chExt cx="18146" cy="4812"/>
          </a:xfrm>
        </p:grpSpPr>
        <p:sp>
          <p:nvSpPr>
            <p:cNvPr id="4754" name="任意多边形: 形状 4753"/>
            <p:cNvSpPr/>
            <p:nvPr/>
          </p:nvSpPr>
          <p:spPr>
            <a:xfrm>
              <a:off x="57856" y="67022"/>
              <a:ext cx="17865" cy="4531"/>
            </a:xfrm>
            <a:custGeom>
              <a:avLst/>
              <a:gdLst>
                <a:gd name="csX0" fmla="*/ 0 w 10548511"/>
                <a:gd name="csY0" fmla="*/ 0 h 3705570"/>
                <a:gd name="csX1" fmla="*/ 1172057 w 10548511"/>
                <a:gd name="csY1" fmla="*/ 1083373 h 3705570"/>
                <a:gd name="csX2" fmla="*/ 2344114 w 10548511"/>
                <a:gd name="csY2" fmla="*/ 2040287 h 3705570"/>
                <a:gd name="csX3" fmla="*/ 3516171 w 10548511"/>
                <a:gd name="csY3" fmla="*/ 2759886 h 3705570"/>
                <a:gd name="csX4" fmla="*/ 4688228 w 10548511"/>
                <a:gd name="csY4" fmla="*/ 3112841 h 3705570"/>
                <a:gd name="csX5" fmla="*/ 5860285 w 10548511"/>
                <a:gd name="csY5" fmla="*/ 3289769 h 3705570"/>
                <a:gd name="csX6" fmla="*/ 7032341 w 10548511"/>
                <a:gd name="csY6" fmla="*/ 3431509 h 3705570"/>
                <a:gd name="csX7" fmla="*/ 8204398 w 10548511"/>
                <a:gd name="csY7" fmla="*/ 3559508 h 3705570"/>
                <a:gd name="csX8" fmla="*/ 9376454 w 10548511"/>
                <a:gd name="csY8" fmla="*/ 3679707 h 3705570"/>
                <a:gd name="csX9" fmla="*/ 10548511 w 10548511"/>
                <a:gd name="csY9" fmla="*/ 3705571 h 3705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548511" h="3705570">
                  <a:moveTo>
                    <a:pt x="0" y="0"/>
                  </a:moveTo>
                  <a:lnTo>
                    <a:pt x="1172057" y="1083373"/>
                  </a:lnTo>
                  <a:lnTo>
                    <a:pt x="2344114" y="2040287"/>
                  </a:lnTo>
                  <a:lnTo>
                    <a:pt x="3516171" y="2759886"/>
                  </a:lnTo>
                  <a:lnTo>
                    <a:pt x="4688228" y="3112841"/>
                  </a:lnTo>
                  <a:lnTo>
                    <a:pt x="5860285" y="3289769"/>
                  </a:lnTo>
                  <a:lnTo>
                    <a:pt x="7032341" y="3431509"/>
                  </a:lnTo>
                  <a:lnTo>
                    <a:pt x="8204398" y="3559508"/>
                  </a:lnTo>
                  <a:lnTo>
                    <a:pt x="9376454" y="3679707"/>
                  </a:lnTo>
                  <a:lnTo>
                    <a:pt x="10548511" y="3705571"/>
                  </a:lnTo>
                </a:path>
              </a:pathLst>
            </a:custGeom>
            <a:noFill/>
            <a:ln w="101600" cap="sq">
              <a:solidFill>
                <a:srgbClr val="FF9800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38" name="组合 537"/>
            <p:cNvGrpSpPr/>
            <p:nvPr/>
          </p:nvGrpSpPr>
          <p:grpSpPr>
            <a:xfrm>
              <a:off x="57749" y="66912"/>
              <a:ext cx="18147" cy="4813"/>
              <a:chOff x="57749" y="66912"/>
              <a:chExt cx="18147" cy="4813"/>
            </a:xfrm>
          </p:grpSpPr>
          <p:sp>
            <p:nvSpPr>
              <p:cNvPr id="4756" name="任意多边形: 形状 4755"/>
              <p:cNvSpPr/>
              <p:nvPr/>
            </p:nvSpPr>
            <p:spPr>
              <a:xfrm>
                <a:off x="57749" y="66912"/>
                <a:ext cx="283" cy="283"/>
              </a:xfrm>
              <a:custGeom>
                <a:avLst/>
                <a:gdLst>
                  <a:gd name="csX0" fmla="*/ 63518 w 126884"/>
                  <a:gd name="csY0" fmla="*/ 200767 h 200636"/>
                  <a:gd name="csX1" fmla="*/ 108379 w 126884"/>
                  <a:gd name="csY1" fmla="*/ 171385 h 200636"/>
                  <a:gd name="csX2" fmla="*/ 126961 w 126884"/>
                  <a:gd name="csY2" fmla="*/ 100449 h 200636"/>
                  <a:gd name="csX3" fmla="*/ 108379 w 126884"/>
                  <a:gd name="csY3" fmla="*/ 29513 h 200636"/>
                  <a:gd name="csX4" fmla="*/ 63518 w 126884"/>
                  <a:gd name="csY4" fmla="*/ 130 h 200636"/>
                  <a:gd name="csX5" fmla="*/ 18658 w 126884"/>
                  <a:gd name="csY5" fmla="*/ 29513 h 200636"/>
                  <a:gd name="csX6" fmla="*/ 76 w 126884"/>
                  <a:gd name="csY6" fmla="*/ 100449 h 200636"/>
                  <a:gd name="csX7" fmla="*/ 18658 w 126884"/>
                  <a:gd name="csY7" fmla="*/ 171385 h 200636"/>
                  <a:gd name="csX8" fmla="*/ 63518 w 126884"/>
                  <a:gd name="csY8" fmla="*/ 200767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18" y="200767"/>
                    </a:moveTo>
                    <a:cubicBezTo>
                      <a:pt x="80343" y="200767"/>
                      <a:pt x="96482" y="190197"/>
                      <a:pt x="108379" y="171385"/>
                    </a:cubicBezTo>
                    <a:cubicBezTo>
                      <a:pt x="120276" y="152572"/>
                      <a:pt x="126961" y="127054"/>
                      <a:pt x="126961" y="100449"/>
                    </a:cubicBezTo>
                    <a:cubicBezTo>
                      <a:pt x="126961" y="73844"/>
                      <a:pt x="120276" y="48325"/>
                      <a:pt x="108379" y="29513"/>
                    </a:cubicBezTo>
                    <a:cubicBezTo>
                      <a:pt x="96482" y="10701"/>
                      <a:pt x="80343" y="130"/>
                      <a:pt x="63518" y="130"/>
                    </a:cubicBezTo>
                    <a:cubicBezTo>
                      <a:pt x="46693" y="130"/>
                      <a:pt x="30555" y="10701"/>
                      <a:pt x="18658" y="29513"/>
                    </a:cubicBezTo>
                    <a:cubicBezTo>
                      <a:pt x="6761" y="48325"/>
                      <a:pt x="76" y="73844"/>
                      <a:pt x="76" y="100449"/>
                    </a:cubicBezTo>
                    <a:cubicBezTo>
                      <a:pt x="76" y="127054"/>
                      <a:pt x="6761" y="152572"/>
                      <a:pt x="18658" y="171385"/>
                    </a:cubicBezTo>
                    <a:cubicBezTo>
                      <a:pt x="30555" y="190197"/>
                      <a:pt x="46693" y="200767"/>
                      <a:pt x="63518" y="200767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57" name="任意多边形: 形状 4756"/>
              <p:cNvSpPr/>
              <p:nvPr/>
            </p:nvSpPr>
            <p:spPr>
              <a:xfrm>
                <a:off x="59734" y="68237"/>
                <a:ext cx="283" cy="283"/>
              </a:xfrm>
              <a:custGeom>
                <a:avLst/>
                <a:gdLst>
                  <a:gd name="csX0" fmla="*/ 63565 w 126884"/>
                  <a:gd name="csY0" fmla="*/ 200794 h 200636"/>
                  <a:gd name="csX1" fmla="*/ 108425 w 126884"/>
                  <a:gd name="csY1" fmla="*/ 171412 h 200636"/>
                  <a:gd name="csX2" fmla="*/ 127007 w 126884"/>
                  <a:gd name="csY2" fmla="*/ 100476 h 200636"/>
                  <a:gd name="csX3" fmla="*/ 108425 w 126884"/>
                  <a:gd name="csY3" fmla="*/ 29540 h 200636"/>
                  <a:gd name="csX4" fmla="*/ 63565 w 126884"/>
                  <a:gd name="csY4" fmla="*/ 157 h 200636"/>
                  <a:gd name="csX5" fmla="*/ 18704 w 126884"/>
                  <a:gd name="csY5" fmla="*/ 29540 h 200636"/>
                  <a:gd name="csX6" fmla="*/ 122 w 126884"/>
                  <a:gd name="csY6" fmla="*/ 100476 h 200636"/>
                  <a:gd name="csX7" fmla="*/ 18704 w 126884"/>
                  <a:gd name="csY7" fmla="*/ 171412 h 200636"/>
                  <a:gd name="csX8" fmla="*/ 63565 w 126884"/>
                  <a:gd name="csY8" fmla="*/ 20079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65" y="200794"/>
                    </a:moveTo>
                    <a:cubicBezTo>
                      <a:pt x="80390" y="200794"/>
                      <a:pt x="96528" y="190224"/>
                      <a:pt x="108425" y="171412"/>
                    </a:cubicBezTo>
                    <a:cubicBezTo>
                      <a:pt x="120322" y="152599"/>
                      <a:pt x="127007" y="127081"/>
                      <a:pt x="127007" y="100476"/>
                    </a:cubicBezTo>
                    <a:cubicBezTo>
                      <a:pt x="127007" y="73871"/>
                      <a:pt x="120322" y="48352"/>
                      <a:pt x="108425" y="29540"/>
                    </a:cubicBezTo>
                    <a:cubicBezTo>
                      <a:pt x="96528" y="10728"/>
                      <a:pt x="80390" y="157"/>
                      <a:pt x="63565" y="157"/>
                    </a:cubicBezTo>
                    <a:cubicBezTo>
                      <a:pt x="46739" y="157"/>
                      <a:pt x="30601" y="10728"/>
                      <a:pt x="18704" y="29540"/>
                    </a:cubicBezTo>
                    <a:cubicBezTo>
                      <a:pt x="6807" y="48352"/>
                      <a:pt x="122" y="73871"/>
                      <a:pt x="122" y="100476"/>
                    </a:cubicBezTo>
                    <a:cubicBezTo>
                      <a:pt x="122" y="127081"/>
                      <a:pt x="6807" y="152599"/>
                      <a:pt x="18704" y="171412"/>
                    </a:cubicBezTo>
                    <a:cubicBezTo>
                      <a:pt x="30601" y="190224"/>
                      <a:pt x="46739" y="200794"/>
                      <a:pt x="63565" y="200794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58" name="任意多边形: 形状 4757"/>
              <p:cNvSpPr/>
              <p:nvPr/>
            </p:nvSpPr>
            <p:spPr>
              <a:xfrm>
                <a:off x="61719" y="69407"/>
                <a:ext cx="283" cy="283"/>
              </a:xfrm>
              <a:custGeom>
                <a:avLst/>
                <a:gdLst>
                  <a:gd name="csX0" fmla="*/ 63611 w 126884"/>
                  <a:gd name="csY0" fmla="*/ 200818 h 200636"/>
                  <a:gd name="csX1" fmla="*/ 108471 w 126884"/>
                  <a:gd name="csY1" fmla="*/ 171436 h 200636"/>
                  <a:gd name="csX2" fmla="*/ 127053 w 126884"/>
                  <a:gd name="csY2" fmla="*/ 100500 h 200636"/>
                  <a:gd name="csX3" fmla="*/ 108471 w 126884"/>
                  <a:gd name="csY3" fmla="*/ 29564 h 200636"/>
                  <a:gd name="csX4" fmla="*/ 63611 w 126884"/>
                  <a:gd name="csY4" fmla="*/ 181 h 200636"/>
                  <a:gd name="csX5" fmla="*/ 18750 w 126884"/>
                  <a:gd name="csY5" fmla="*/ 29564 h 200636"/>
                  <a:gd name="csX6" fmla="*/ 168 w 126884"/>
                  <a:gd name="csY6" fmla="*/ 100500 h 200636"/>
                  <a:gd name="csX7" fmla="*/ 18750 w 126884"/>
                  <a:gd name="csY7" fmla="*/ 171436 h 200636"/>
                  <a:gd name="csX8" fmla="*/ 63611 w 126884"/>
                  <a:gd name="csY8" fmla="*/ 20081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11" y="200818"/>
                    </a:moveTo>
                    <a:cubicBezTo>
                      <a:pt x="80436" y="200818"/>
                      <a:pt x="96574" y="190248"/>
                      <a:pt x="108471" y="171436"/>
                    </a:cubicBezTo>
                    <a:cubicBezTo>
                      <a:pt x="120368" y="152623"/>
                      <a:pt x="127053" y="127104"/>
                      <a:pt x="127053" y="100500"/>
                    </a:cubicBezTo>
                    <a:cubicBezTo>
                      <a:pt x="127053" y="73895"/>
                      <a:pt x="120368" y="48376"/>
                      <a:pt x="108471" y="29564"/>
                    </a:cubicBezTo>
                    <a:cubicBezTo>
                      <a:pt x="96574" y="10751"/>
                      <a:pt x="80436" y="181"/>
                      <a:pt x="63611" y="181"/>
                    </a:cubicBezTo>
                    <a:cubicBezTo>
                      <a:pt x="46786" y="181"/>
                      <a:pt x="30647" y="10751"/>
                      <a:pt x="18750" y="29564"/>
                    </a:cubicBezTo>
                    <a:cubicBezTo>
                      <a:pt x="6853" y="48376"/>
                      <a:pt x="168" y="73895"/>
                      <a:pt x="168" y="100500"/>
                    </a:cubicBezTo>
                    <a:cubicBezTo>
                      <a:pt x="168" y="127104"/>
                      <a:pt x="6853" y="152623"/>
                      <a:pt x="18750" y="171436"/>
                    </a:cubicBezTo>
                    <a:cubicBezTo>
                      <a:pt x="30647" y="190248"/>
                      <a:pt x="46786" y="200818"/>
                      <a:pt x="63611" y="200818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59" name="任意多边形: 形状 4758"/>
              <p:cNvSpPr/>
              <p:nvPr/>
            </p:nvSpPr>
            <p:spPr>
              <a:xfrm>
                <a:off x="63704" y="70287"/>
                <a:ext cx="283" cy="283"/>
              </a:xfrm>
              <a:custGeom>
                <a:avLst/>
                <a:gdLst>
                  <a:gd name="csX0" fmla="*/ 63657 w 126884"/>
                  <a:gd name="csY0" fmla="*/ 200836 h 200636"/>
                  <a:gd name="csX1" fmla="*/ 108517 w 126884"/>
                  <a:gd name="csY1" fmla="*/ 171453 h 200636"/>
                  <a:gd name="csX2" fmla="*/ 127099 w 126884"/>
                  <a:gd name="csY2" fmla="*/ 100518 h 200636"/>
                  <a:gd name="csX3" fmla="*/ 108517 w 126884"/>
                  <a:gd name="csY3" fmla="*/ 29582 h 200636"/>
                  <a:gd name="csX4" fmla="*/ 63657 w 126884"/>
                  <a:gd name="csY4" fmla="*/ 199 h 200636"/>
                  <a:gd name="csX5" fmla="*/ 18796 w 126884"/>
                  <a:gd name="csY5" fmla="*/ 29582 h 200636"/>
                  <a:gd name="csX6" fmla="*/ 215 w 126884"/>
                  <a:gd name="csY6" fmla="*/ 100518 h 200636"/>
                  <a:gd name="csX7" fmla="*/ 18796 w 126884"/>
                  <a:gd name="csY7" fmla="*/ 171453 h 200636"/>
                  <a:gd name="csX8" fmla="*/ 63657 w 126884"/>
                  <a:gd name="csY8" fmla="*/ 20083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57" y="200836"/>
                    </a:moveTo>
                    <a:cubicBezTo>
                      <a:pt x="80482" y="200836"/>
                      <a:pt x="96620" y="190266"/>
                      <a:pt x="108517" y="171453"/>
                    </a:cubicBezTo>
                    <a:cubicBezTo>
                      <a:pt x="120414" y="152641"/>
                      <a:pt x="127099" y="127122"/>
                      <a:pt x="127099" y="100518"/>
                    </a:cubicBezTo>
                    <a:cubicBezTo>
                      <a:pt x="127099" y="73913"/>
                      <a:pt x="120414" y="48394"/>
                      <a:pt x="108517" y="29582"/>
                    </a:cubicBezTo>
                    <a:cubicBezTo>
                      <a:pt x="96620" y="10769"/>
                      <a:pt x="80482" y="199"/>
                      <a:pt x="63657" y="199"/>
                    </a:cubicBezTo>
                    <a:cubicBezTo>
                      <a:pt x="46832" y="199"/>
                      <a:pt x="30694" y="10769"/>
                      <a:pt x="18796" y="29582"/>
                    </a:cubicBezTo>
                    <a:cubicBezTo>
                      <a:pt x="6899" y="48394"/>
                      <a:pt x="215" y="73913"/>
                      <a:pt x="215" y="100518"/>
                    </a:cubicBezTo>
                    <a:cubicBezTo>
                      <a:pt x="215" y="127122"/>
                      <a:pt x="6899" y="152641"/>
                      <a:pt x="18796" y="171453"/>
                    </a:cubicBezTo>
                    <a:cubicBezTo>
                      <a:pt x="30694" y="190266"/>
                      <a:pt x="46832" y="200836"/>
                      <a:pt x="63657" y="200836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60" name="任意多边形: 形状 4759"/>
              <p:cNvSpPr/>
              <p:nvPr/>
            </p:nvSpPr>
            <p:spPr>
              <a:xfrm>
                <a:off x="65689" y="70718"/>
                <a:ext cx="283" cy="283"/>
              </a:xfrm>
              <a:custGeom>
                <a:avLst/>
                <a:gdLst>
                  <a:gd name="csX0" fmla="*/ 63703 w 126884"/>
                  <a:gd name="csY0" fmla="*/ 200845 h 200636"/>
                  <a:gd name="csX1" fmla="*/ 108564 w 126884"/>
                  <a:gd name="csY1" fmla="*/ 171462 h 200636"/>
                  <a:gd name="csX2" fmla="*/ 127145 w 126884"/>
                  <a:gd name="csY2" fmla="*/ 100526 h 200636"/>
                  <a:gd name="csX3" fmla="*/ 108564 w 126884"/>
                  <a:gd name="csY3" fmla="*/ 29590 h 200636"/>
                  <a:gd name="csX4" fmla="*/ 63703 w 126884"/>
                  <a:gd name="csY4" fmla="*/ 208 h 200636"/>
                  <a:gd name="csX5" fmla="*/ 18843 w 126884"/>
                  <a:gd name="csY5" fmla="*/ 29590 h 200636"/>
                  <a:gd name="csX6" fmla="*/ 261 w 126884"/>
                  <a:gd name="csY6" fmla="*/ 100526 h 200636"/>
                  <a:gd name="csX7" fmla="*/ 18843 w 126884"/>
                  <a:gd name="csY7" fmla="*/ 171462 h 200636"/>
                  <a:gd name="csX8" fmla="*/ 63703 w 126884"/>
                  <a:gd name="csY8" fmla="*/ 20084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03" y="200845"/>
                    </a:moveTo>
                    <a:cubicBezTo>
                      <a:pt x="80528" y="200845"/>
                      <a:pt x="96666" y="190275"/>
                      <a:pt x="108564" y="171462"/>
                    </a:cubicBezTo>
                    <a:cubicBezTo>
                      <a:pt x="120461" y="152650"/>
                      <a:pt x="127145" y="127131"/>
                      <a:pt x="127145" y="100526"/>
                    </a:cubicBezTo>
                    <a:cubicBezTo>
                      <a:pt x="127145" y="73922"/>
                      <a:pt x="120461" y="48403"/>
                      <a:pt x="108564" y="29590"/>
                    </a:cubicBezTo>
                    <a:cubicBezTo>
                      <a:pt x="96666" y="10778"/>
                      <a:pt x="80528" y="208"/>
                      <a:pt x="63703" y="208"/>
                    </a:cubicBezTo>
                    <a:cubicBezTo>
                      <a:pt x="46878" y="208"/>
                      <a:pt x="30740" y="10778"/>
                      <a:pt x="18843" y="29590"/>
                    </a:cubicBezTo>
                    <a:cubicBezTo>
                      <a:pt x="6946" y="48403"/>
                      <a:pt x="261" y="73922"/>
                      <a:pt x="261" y="100526"/>
                    </a:cubicBezTo>
                    <a:cubicBezTo>
                      <a:pt x="261" y="127131"/>
                      <a:pt x="6946" y="152650"/>
                      <a:pt x="18843" y="171462"/>
                    </a:cubicBezTo>
                    <a:cubicBezTo>
                      <a:pt x="30740" y="190275"/>
                      <a:pt x="46878" y="200845"/>
                      <a:pt x="63703" y="200845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61" name="任意多边形: 形状 4760"/>
              <p:cNvSpPr/>
              <p:nvPr/>
            </p:nvSpPr>
            <p:spPr>
              <a:xfrm>
                <a:off x="67674" y="70934"/>
                <a:ext cx="283" cy="283"/>
              </a:xfrm>
              <a:custGeom>
                <a:avLst/>
                <a:gdLst>
                  <a:gd name="csX0" fmla="*/ 63749 w 126884"/>
                  <a:gd name="csY0" fmla="*/ 200849 h 200636"/>
                  <a:gd name="csX1" fmla="*/ 108610 w 126884"/>
                  <a:gd name="csY1" fmla="*/ 171467 h 200636"/>
                  <a:gd name="csX2" fmla="*/ 127191 w 126884"/>
                  <a:gd name="csY2" fmla="*/ 100531 h 200636"/>
                  <a:gd name="csX3" fmla="*/ 108610 w 126884"/>
                  <a:gd name="csY3" fmla="*/ 29595 h 200636"/>
                  <a:gd name="csX4" fmla="*/ 63749 w 126884"/>
                  <a:gd name="csY4" fmla="*/ 212 h 200636"/>
                  <a:gd name="csX5" fmla="*/ 18889 w 126884"/>
                  <a:gd name="csY5" fmla="*/ 29595 h 200636"/>
                  <a:gd name="csX6" fmla="*/ 307 w 126884"/>
                  <a:gd name="csY6" fmla="*/ 100531 h 200636"/>
                  <a:gd name="csX7" fmla="*/ 18889 w 126884"/>
                  <a:gd name="csY7" fmla="*/ 171467 h 200636"/>
                  <a:gd name="csX8" fmla="*/ 63749 w 126884"/>
                  <a:gd name="csY8" fmla="*/ 20084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49" y="200849"/>
                    </a:moveTo>
                    <a:cubicBezTo>
                      <a:pt x="80574" y="200849"/>
                      <a:pt x="96713" y="190279"/>
                      <a:pt x="108610" y="171467"/>
                    </a:cubicBezTo>
                    <a:cubicBezTo>
                      <a:pt x="120507" y="152654"/>
                      <a:pt x="127191" y="127136"/>
                      <a:pt x="127191" y="100531"/>
                    </a:cubicBezTo>
                    <a:cubicBezTo>
                      <a:pt x="127191" y="73926"/>
                      <a:pt x="120507" y="48407"/>
                      <a:pt x="108610" y="29595"/>
                    </a:cubicBezTo>
                    <a:cubicBezTo>
                      <a:pt x="96713" y="10782"/>
                      <a:pt x="80574" y="212"/>
                      <a:pt x="63749" y="212"/>
                    </a:cubicBezTo>
                    <a:cubicBezTo>
                      <a:pt x="46924" y="212"/>
                      <a:pt x="30786" y="10782"/>
                      <a:pt x="18889" y="29595"/>
                    </a:cubicBezTo>
                    <a:cubicBezTo>
                      <a:pt x="6992" y="48407"/>
                      <a:pt x="307" y="73926"/>
                      <a:pt x="307" y="100531"/>
                    </a:cubicBezTo>
                    <a:cubicBezTo>
                      <a:pt x="307" y="127136"/>
                      <a:pt x="6992" y="152654"/>
                      <a:pt x="18889" y="171467"/>
                    </a:cubicBezTo>
                    <a:cubicBezTo>
                      <a:pt x="30786" y="190279"/>
                      <a:pt x="46924" y="200849"/>
                      <a:pt x="63749" y="200849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62" name="任意多边形: 形状 4761"/>
              <p:cNvSpPr/>
              <p:nvPr/>
            </p:nvSpPr>
            <p:spPr>
              <a:xfrm>
                <a:off x="69659" y="71108"/>
                <a:ext cx="283" cy="283"/>
              </a:xfrm>
              <a:custGeom>
                <a:avLst/>
                <a:gdLst>
                  <a:gd name="csX0" fmla="*/ 63795 w 126884"/>
                  <a:gd name="csY0" fmla="*/ 200853 h 200636"/>
                  <a:gd name="csX1" fmla="*/ 108656 w 126884"/>
                  <a:gd name="csY1" fmla="*/ 171470 h 200636"/>
                  <a:gd name="csX2" fmla="*/ 127238 w 126884"/>
                  <a:gd name="csY2" fmla="*/ 100534 h 200636"/>
                  <a:gd name="csX3" fmla="*/ 108656 w 126884"/>
                  <a:gd name="csY3" fmla="*/ 29598 h 200636"/>
                  <a:gd name="csX4" fmla="*/ 63795 w 126884"/>
                  <a:gd name="csY4" fmla="*/ 216 h 200636"/>
                  <a:gd name="csX5" fmla="*/ 18935 w 126884"/>
                  <a:gd name="csY5" fmla="*/ 29598 h 200636"/>
                  <a:gd name="csX6" fmla="*/ 353 w 126884"/>
                  <a:gd name="csY6" fmla="*/ 100534 h 200636"/>
                  <a:gd name="csX7" fmla="*/ 18935 w 126884"/>
                  <a:gd name="csY7" fmla="*/ 171470 h 200636"/>
                  <a:gd name="csX8" fmla="*/ 63795 w 126884"/>
                  <a:gd name="csY8" fmla="*/ 20085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95" y="200853"/>
                    </a:moveTo>
                    <a:cubicBezTo>
                      <a:pt x="80621" y="200853"/>
                      <a:pt x="96759" y="190283"/>
                      <a:pt x="108656" y="171470"/>
                    </a:cubicBezTo>
                    <a:cubicBezTo>
                      <a:pt x="120553" y="152658"/>
                      <a:pt x="127238" y="127139"/>
                      <a:pt x="127238" y="100534"/>
                    </a:cubicBezTo>
                    <a:cubicBezTo>
                      <a:pt x="127238" y="73930"/>
                      <a:pt x="120553" y="48411"/>
                      <a:pt x="108656" y="29598"/>
                    </a:cubicBezTo>
                    <a:cubicBezTo>
                      <a:pt x="96759" y="10786"/>
                      <a:pt x="80621" y="216"/>
                      <a:pt x="63795" y="216"/>
                    </a:cubicBezTo>
                    <a:cubicBezTo>
                      <a:pt x="46970" y="216"/>
                      <a:pt x="30832" y="10786"/>
                      <a:pt x="18935" y="29598"/>
                    </a:cubicBezTo>
                    <a:cubicBezTo>
                      <a:pt x="7038" y="48411"/>
                      <a:pt x="353" y="73930"/>
                      <a:pt x="353" y="100534"/>
                    </a:cubicBezTo>
                    <a:cubicBezTo>
                      <a:pt x="353" y="127139"/>
                      <a:pt x="7038" y="152658"/>
                      <a:pt x="18935" y="171470"/>
                    </a:cubicBezTo>
                    <a:cubicBezTo>
                      <a:pt x="30832" y="190283"/>
                      <a:pt x="46970" y="200853"/>
                      <a:pt x="63795" y="200853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63" name="任意多边形: 形状 4762"/>
              <p:cNvSpPr/>
              <p:nvPr/>
            </p:nvSpPr>
            <p:spPr>
              <a:xfrm>
                <a:off x="71644" y="71264"/>
                <a:ext cx="283" cy="283"/>
              </a:xfrm>
              <a:custGeom>
                <a:avLst/>
                <a:gdLst>
                  <a:gd name="csX0" fmla="*/ 63842 w 126884"/>
                  <a:gd name="csY0" fmla="*/ 200856 h 200636"/>
                  <a:gd name="csX1" fmla="*/ 108702 w 126884"/>
                  <a:gd name="csY1" fmla="*/ 171473 h 200636"/>
                  <a:gd name="csX2" fmla="*/ 127284 w 126884"/>
                  <a:gd name="csY2" fmla="*/ 100537 h 200636"/>
                  <a:gd name="csX3" fmla="*/ 108702 w 126884"/>
                  <a:gd name="csY3" fmla="*/ 29602 h 200636"/>
                  <a:gd name="csX4" fmla="*/ 63842 w 126884"/>
                  <a:gd name="csY4" fmla="*/ 219 h 200636"/>
                  <a:gd name="csX5" fmla="*/ 18981 w 126884"/>
                  <a:gd name="csY5" fmla="*/ 29602 h 200636"/>
                  <a:gd name="csX6" fmla="*/ 399 w 126884"/>
                  <a:gd name="csY6" fmla="*/ 100537 h 200636"/>
                  <a:gd name="csX7" fmla="*/ 18981 w 126884"/>
                  <a:gd name="csY7" fmla="*/ 171473 h 200636"/>
                  <a:gd name="csX8" fmla="*/ 63842 w 126884"/>
                  <a:gd name="csY8" fmla="*/ 20085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42" y="200856"/>
                    </a:moveTo>
                    <a:cubicBezTo>
                      <a:pt x="80667" y="200856"/>
                      <a:pt x="96805" y="190286"/>
                      <a:pt x="108702" y="171473"/>
                    </a:cubicBezTo>
                    <a:cubicBezTo>
                      <a:pt x="120599" y="152661"/>
                      <a:pt x="127284" y="127142"/>
                      <a:pt x="127284" y="100537"/>
                    </a:cubicBezTo>
                    <a:cubicBezTo>
                      <a:pt x="127284" y="73933"/>
                      <a:pt x="120599" y="48414"/>
                      <a:pt x="108702" y="29602"/>
                    </a:cubicBezTo>
                    <a:cubicBezTo>
                      <a:pt x="96805" y="10789"/>
                      <a:pt x="80667" y="219"/>
                      <a:pt x="63842" y="219"/>
                    </a:cubicBezTo>
                    <a:cubicBezTo>
                      <a:pt x="47017" y="219"/>
                      <a:pt x="30878" y="10789"/>
                      <a:pt x="18981" y="29602"/>
                    </a:cubicBezTo>
                    <a:cubicBezTo>
                      <a:pt x="7084" y="48414"/>
                      <a:pt x="399" y="73933"/>
                      <a:pt x="399" y="100537"/>
                    </a:cubicBezTo>
                    <a:cubicBezTo>
                      <a:pt x="399" y="127142"/>
                      <a:pt x="7084" y="152661"/>
                      <a:pt x="18981" y="171473"/>
                    </a:cubicBezTo>
                    <a:cubicBezTo>
                      <a:pt x="30878" y="190286"/>
                      <a:pt x="47017" y="200856"/>
                      <a:pt x="63842" y="200856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64" name="任意多边形: 形状 4763"/>
              <p:cNvSpPr/>
              <p:nvPr/>
            </p:nvSpPr>
            <p:spPr>
              <a:xfrm>
                <a:off x="73629" y="71411"/>
                <a:ext cx="283" cy="283"/>
              </a:xfrm>
              <a:custGeom>
                <a:avLst/>
                <a:gdLst>
                  <a:gd name="csX0" fmla="*/ 63888 w 126884"/>
                  <a:gd name="csY0" fmla="*/ 200859 h 200636"/>
                  <a:gd name="csX1" fmla="*/ 108748 w 126884"/>
                  <a:gd name="csY1" fmla="*/ 171476 h 200636"/>
                  <a:gd name="csX2" fmla="*/ 127330 w 126884"/>
                  <a:gd name="csY2" fmla="*/ 100540 h 200636"/>
                  <a:gd name="csX3" fmla="*/ 108748 w 126884"/>
                  <a:gd name="csY3" fmla="*/ 29605 h 200636"/>
                  <a:gd name="csX4" fmla="*/ 63888 w 126884"/>
                  <a:gd name="csY4" fmla="*/ 222 h 200636"/>
                  <a:gd name="csX5" fmla="*/ 19027 w 126884"/>
                  <a:gd name="csY5" fmla="*/ 29605 h 200636"/>
                  <a:gd name="csX6" fmla="*/ 446 w 126884"/>
                  <a:gd name="csY6" fmla="*/ 100540 h 200636"/>
                  <a:gd name="csX7" fmla="*/ 19027 w 126884"/>
                  <a:gd name="csY7" fmla="*/ 171476 h 200636"/>
                  <a:gd name="csX8" fmla="*/ 63888 w 126884"/>
                  <a:gd name="csY8" fmla="*/ 20085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88" y="200859"/>
                    </a:moveTo>
                    <a:cubicBezTo>
                      <a:pt x="80713" y="200859"/>
                      <a:pt x="96851" y="190289"/>
                      <a:pt x="108748" y="171476"/>
                    </a:cubicBezTo>
                    <a:cubicBezTo>
                      <a:pt x="120645" y="152664"/>
                      <a:pt x="127330" y="127145"/>
                      <a:pt x="127330" y="100540"/>
                    </a:cubicBezTo>
                    <a:cubicBezTo>
                      <a:pt x="127330" y="73936"/>
                      <a:pt x="120645" y="48417"/>
                      <a:pt x="108748" y="29605"/>
                    </a:cubicBezTo>
                    <a:cubicBezTo>
                      <a:pt x="96851" y="10792"/>
                      <a:pt x="80713" y="222"/>
                      <a:pt x="63888" y="222"/>
                    </a:cubicBezTo>
                    <a:cubicBezTo>
                      <a:pt x="47063" y="222"/>
                      <a:pt x="30925" y="10792"/>
                      <a:pt x="19027" y="29605"/>
                    </a:cubicBezTo>
                    <a:cubicBezTo>
                      <a:pt x="7130" y="48417"/>
                      <a:pt x="446" y="73936"/>
                      <a:pt x="446" y="100540"/>
                    </a:cubicBezTo>
                    <a:cubicBezTo>
                      <a:pt x="446" y="127145"/>
                      <a:pt x="7130" y="152664"/>
                      <a:pt x="19027" y="171476"/>
                    </a:cubicBezTo>
                    <a:cubicBezTo>
                      <a:pt x="30925" y="190289"/>
                      <a:pt x="47063" y="200859"/>
                      <a:pt x="63888" y="200859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65" name="任意多边形: 形状 4764"/>
              <p:cNvSpPr/>
              <p:nvPr/>
            </p:nvSpPr>
            <p:spPr>
              <a:xfrm>
                <a:off x="75614" y="71443"/>
                <a:ext cx="283" cy="283"/>
              </a:xfrm>
              <a:custGeom>
                <a:avLst/>
                <a:gdLst>
                  <a:gd name="csX0" fmla="*/ 63934 w 126884"/>
                  <a:gd name="csY0" fmla="*/ 200860 h 200636"/>
                  <a:gd name="csX1" fmla="*/ 108794 w 126884"/>
                  <a:gd name="csY1" fmla="*/ 171477 h 200636"/>
                  <a:gd name="csX2" fmla="*/ 127376 w 126884"/>
                  <a:gd name="csY2" fmla="*/ 100541 h 200636"/>
                  <a:gd name="csX3" fmla="*/ 108794 w 126884"/>
                  <a:gd name="csY3" fmla="*/ 29605 h 200636"/>
                  <a:gd name="csX4" fmla="*/ 63934 w 126884"/>
                  <a:gd name="csY4" fmla="*/ 223 h 200636"/>
                  <a:gd name="csX5" fmla="*/ 19074 w 126884"/>
                  <a:gd name="csY5" fmla="*/ 29605 h 200636"/>
                  <a:gd name="csX6" fmla="*/ 492 w 126884"/>
                  <a:gd name="csY6" fmla="*/ 100541 h 200636"/>
                  <a:gd name="csX7" fmla="*/ 19074 w 126884"/>
                  <a:gd name="csY7" fmla="*/ 171477 h 200636"/>
                  <a:gd name="csX8" fmla="*/ 63934 w 126884"/>
                  <a:gd name="csY8" fmla="*/ 200860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934" y="200860"/>
                    </a:moveTo>
                    <a:cubicBezTo>
                      <a:pt x="80759" y="200860"/>
                      <a:pt x="96897" y="190289"/>
                      <a:pt x="108794" y="171477"/>
                    </a:cubicBezTo>
                    <a:cubicBezTo>
                      <a:pt x="120692" y="152665"/>
                      <a:pt x="127376" y="127146"/>
                      <a:pt x="127376" y="100541"/>
                    </a:cubicBezTo>
                    <a:cubicBezTo>
                      <a:pt x="127376" y="73936"/>
                      <a:pt x="120692" y="48418"/>
                      <a:pt x="108794" y="29605"/>
                    </a:cubicBezTo>
                    <a:cubicBezTo>
                      <a:pt x="96897" y="10793"/>
                      <a:pt x="80759" y="223"/>
                      <a:pt x="63934" y="223"/>
                    </a:cubicBezTo>
                    <a:cubicBezTo>
                      <a:pt x="47109" y="223"/>
                      <a:pt x="30971" y="10793"/>
                      <a:pt x="19074" y="29605"/>
                    </a:cubicBezTo>
                    <a:cubicBezTo>
                      <a:pt x="7176" y="48418"/>
                      <a:pt x="492" y="73936"/>
                      <a:pt x="492" y="100541"/>
                    </a:cubicBezTo>
                    <a:cubicBezTo>
                      <a:pt x="492" y="127146"/>
                      <a:pt x="7176" y="152665"/>
                      <a:pt x="19074" y="171477"/>
                    </a:cubicBezTo>
                    <a:cubicBezTo>
                      <a:pt x="30971" y="190289"/>
                      <a:pt x="47109" y="200860"/>
                      <a:pt x="63934" y="200860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grpSp>
        <p:nvGrpSpPr>
          <p:cNvPr id="543" name="组合 542"/>
          <p:cNvGrpSpPr/>
          <p:nvPr/>
        </p:nvGrpSpPr>
        <p:grpSpPr>
          <a:xfrm>
            <a:off x="36670615" y="36476305"/>
            <a:ext cx="11522710" cy="2579370"/>
            <a:chOff x="57749" y="66756"/>
            <a:chExt cx="18146" cy="4062"/>
          </a:xfrm>
        </p:grpSpPr>
        <p:sp>
          <p:nvSpPr>
            <p:cNvPr id="4767" name="任意多边形: 形状 4766"/>
            <p:cNvSpPr/>
            <p:nvPr/>
          </p:nvSpPr>
          <p:spPr>
            <a:xfrm>
              <a:off x="57856" y="66888"/>
              <a:ext cx="17865" cy="3779"/>
            </a:xfrm>
            <a:custGeom>
              <a:avLst/>
              <a:gdLst>
                <a:gd name="csX0" fmla="*/ 0 w 10548511"/>
                <a:gd name="csY0" fmla="*/ 3091317 h 3091316"/>
                <a:gd name="csX1" fmla="*/ 1172057 w 10548511"/>
                <a:gd name="csY1" fmla="*/ 3015995 h 3091316"/>
                <a:gd name="csX2" fmla="*/ 2344114 w 10548511"/>
                <a:gd name="csY2" fmla="*/ 2740510 h 3091316"/>
                <a:gd name="csX3" fmla="*/ 3516171 w 10548511"/>
                <a:gd name="csY3" fmla="*/ 2378691 h 3091316"/>
                <a:gd name="csX4" fmla="*/ 4688228 w 10548511"/>
                <a:gd name="csY4" fmla="*/ 2122966 h 3091316"/>
                <a:gd name="csX5" fmla="*/ 5860285 w 10548511"/>
                <a:gd name="csY5" fmla="*/ 1850463 h 3091316"/>
                <a:gd name="csX6" fmla="*/ 7032341 w 10548511"/>
                <a:gd name="csY6" fmla="*/ 1541835 h 3091316"/>
                <a:gd name="csX7" fmla="*/ 8204398 w 10548511"/>
                <a:gd name="csY7" fmla="*/ 1079734 h 3091316"/>
                <a:gd name="csX8" fmla="*/ 9376454 w 10548511"/>
                <a:gd name="csY8" fmla="*/ 488734 h 3091316"/>
                <a:gd name="csX9" fmla="*/ 10548511 w 10548511"/>
                <a:gd name="csY9" fmla="*/ 0 h 30913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0548511" h="3091316">
                  <a:moveTo>
                    <a:pt x="0" y="3091317"/>
                  </a:moveTo>
                  <a:lnTo>
                    <a:pt x="1172057" y="3015995"/>
                  </a:lnTo>
                  <a:lnTo>
                    <a:pt x="2344114" y="2740510"/>
                  </a:lnTo>
                  <a:lnTo>
                    <a:pt x="3516171" y="2378691"/>
                  </a:lnTo>
                  <a:lnTo>
                    <a:pt x="4688228" y="2122966"/>
                  </a:lnTo>
                  <a:lnTo>
                    <a:pt x="5860285" y="1850463"/>
                  </a:lnTo>
                  <a:lnTo>
                    <a:pt x="7032341" y="1541835"/>
                  </a:lnTo>
                  <a:lnTo>
                    <a:pt x="8204398" y="1079734"/>
                  </a:lnTo>
                  <a:lnTo>
                    <a:pt x="9376454" y="488734"/>
                  </a:lnTo>
                  <a:lnTo>
                    <a:pt x="10548511" y="0"/>
                  </a:lnTo>
                </a:path>
              </a:pathLst>
            </a:custGeom>
            <a:noFill/>
            <a:ln w="101600" cap="sq">
              <a:solidFill>
                <a:srgbClr val="E91E63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42" name="组合 541"/>
            <p:cNvGrpSpPr/>
            <p:nvPr/>
          </p:nvGrpSpPr>
          <p:grpSpPr>
            <a:xfrm>
              <a:off x="57749" y="66756"/>
              <a:ext cx="18147" cy="4062"/>
              <a:chOff x="57749" y="66756"/>
              <a:chExt cx="18147" cy="4062"/>
            </a:xfrm>
          </p:grpSpPr>
          <p:sp>
            <p:nvSpPr>
              <p:cNvPr id="4769" name="任意多边形: 形状 4768"/>
              <p:cNvSpPr/>
              <p:nvPr/>
            </p:nvSpPr>
            <p:spPr>
              <a:xfrm>
                <a:off x="57749" y="70536"/>
                <a:ext cx="283" cy="283"/>
              </a:xfrm>
              <a:custGeom>
                <a:avLst/>
                <a:gdLst>
                  <a:gd name="csX0" fmla="*/ 63518 w 126884"/>
                  <a:gd name="csY0" fmla="*/ 200841 h 200636"/>
                  <a:gd name="csX1" fmla="*/ 108379 w 126884"/>
                  <a:gd name="csY1" fmla="*/ 171459 h 200636"/>
                  <a:gd name="csX2" fmla="*/ 126961 w 126884"/>
                  <a:gd name="csY2" fmla="*/ 100523 h 200636"/>
                  <a:gd name="csX3" fmla="*/ 108379 w 126884"/>
                  <a:gd name="csY3" fmla="*/ 29587 h 200636"/>
                  <a:gd name="csX4" fmla="*/ 63518 w 126884"/>
                  <a:gd name="csY4" fmla="*/ 204 h 200636"/>
                  <a:gd name="csX5" fmla="*/ 18658 w 126884"/>
                  <a:gd name="csY5" fmla="*/ 29587 h 200636"/>
                  <a:gd name="csX6" fmla="*/ 76 w 126884"/>
                  <a:gd name="csY6" fmla="*/ 100523 h 200636"/>
                  <a:gd name="csX7" fmla="*/ 18658 w 126884"/>
                  <a:gd name="csY7" fmla="*/ 171459 h 200636"/>
                  <a:gd name="csX8" fmla="*/ 63518 w 126884"/>
                  <a:gd name="csY8" fmla="*/ 20084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18" y="200841"/>
                    </a:moveTo>
                    <a:cubicBezTo>
                      <a:pt x="80343" y="200841"/>
                      <a:pt x="96482" y="190271"/>
                      <a:pt x="108379" y="171459"/>
                    </a:cubicBezTo>
                    <a:cubicBezTo>
                      <a:pt x="120276" y="152646"/>
                      <a:pt x="126961" y="127128"/>
                      <a:pt x="126961" y="100523"/>
                    </a:cubicBezTo>
                    <a:cubicBezTo>
                      <a:pt x="126961" y="73918"/>
                      <a:pt x="120276" y="48399"/>
                      <a:pt x="108379" y="29587"/>
                    </a:cubicBezTo>
                    <a:cubicBezTo>
                      <a:pt x="96482" y="10775"/>
                      <a:pt x="80343" y="204"/>
                      <a:pt x="63518" y="204"/>
                    </a:cubicBezTo>
                    <a:cubicBezTo>
                      <a:pt x="46693" y="204"/>
                      <a:pt x="30555" y="10775"/>
                      <a:pt x="18658" y="29587"/>
                    </a:cubicBezTo>
                    <a:cubicBezTo>
                      <a:pt x="6761" y="48399"/>
                      <a:pt x="76" y="73918"/>
                      <a:pt x="76" y="100523"/>
                    </a:cubicBezTo>
                    <a:cubicBezTo>
                      <a:pt x="76" y="127128"/>
                      <a:pt x="6761" y="152646"/>
                      <a:pt x="18658" y="171459"/>
                    </a:cubicBezTo>
                    <a:cubicBezTo>
                      <a:pt x="30555" y="190271"/>
                      <a:pt x="46693" y="200841"/>
                      <a:pt x="63518" y="200841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0" name="任意多边形: 形状 4769"/>
              <p:cNvSpPr/>
              <p:nvPr/>
            </p:nvSpPr>
            <p:spPr>
              <a:xfrm>
                <a:off x="59734" y="70444"/>
                <a:ext cx="283" cy="283"/>
              </a:xfrm>
              <a:custGeom>
                <a:avLst/>
                <a:gdLst>
                  <a:gd name="csX0" fmla="*/ 63565 w 126884"/>
                  <a:gd name="csY0" fmla="*/ 200839 h 200636"/>
                  <a:gd name="csX1" fmla="*/ 108425 w 126884"/>
                  <a:gd name="csY1" fmla="*/ 171457 h 200636"/>
                  <a:gd name="csX2" fmla="*/ 127007 w 126884"/>
                  <a:gd name="csY2" fmla="*/ 100521 h 200636"/>
                  <a:gd name="csX3" fmla="*/ 108425 w 126884"/>
                  <a:gd name="csY3" fmla="*/ 29585 h 200636"/>
                  <a:gd name="csX4" fmla="*/ 63565 w 126884"/>
                  <a:gd name="csY4" fmla="*/ 202 h 200636"/>
                  <a:gd name="csX5" fmla="*/ 18704 w 126884"/>
                  <a:gd name="csY5" fmla="*/ 29585 h 200636"/>
                  <a:gd name="csX6" fmla="*/ 122 w 126884"/>
                  <a:gd name="csY6" fmla="*/ 100521 h 200636"/>
                  <a:gd name="csX7" fmla="*/ 18704 w 126884"/>
                  <a:gd name="csY7" fmla="*/ 171457 h 200636"/>
                  <a:gd name="csX8" fmla="*/ 63565 w 126884"/>
                  <a:gd name="csY8" fmla="*/ 20083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565" y="200839"/>
                    </a:moveTo>
                    <a:cubicBezTo>
                      <a:pt x="80390" y="200839"/>
                      <a:pt x="96528" y="190269"/>
                      <a:pt x="108425" y="171457"/>
                    </a:cubicBezTo>
                    <a:cubicBezTo>
                      <a:pt x="120322" y="152644"/>
                      <a:pt x="127007" y="127126"/>
                      <a:pt x="127007" y="100521"/>
                    </a:cubicBezTo>
                    <a:cubicBezTo>
                      <a:pt x="127007" y="73916"/>
                      <a:pt x="120322" y="48397"/>
                      <a:pt x="108425" y="29585"/>
                    </a:cubicBezTo>
                    <a:cubicBezTo>
                      <a:pt x="96528" y="10773"/>
                      <a:pt x="80390" y="202"/>
                      <a:pt x="63565" y="202"/>
                    </a:cubicBezTo>
                    <a:cubicBezTo>
                      <a:pt x="46739" y="202"/>
                      <a:pt x="30601" y="10773"/>
                      <a:pt x="18704" y="29585"/>
                    </a:cubicBezTo>
                    <a:cubicBezTo>
                      <a:pt x="6807" y="48397"/>
                      <a:pt x="122" y="73916"/>
                      <a:pt x="122" y="100521"/>
                    </a:cubicBezTo>
                    <a:cubicBezTo>
                      <a:pt x="122" y="127126"/>
                      <a:pt x="6807" y="152644"/>
                      <a:pt x="18704" y="171457"/>
                    </a:cubicBezTo>
                    <a:cubicBezTo>
                      <a:pt x="30601" y="190269"/>
                      <a:pt x="46739" y="200839"/>
                      <a:pt x="63565" y="200839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1" name="任意多边形: 形状 4770"/>
              <p:cNvSpPr/>
              <p:nvPr/>
            </p:nvSpPr>
            <p:spPr>
              <a:xfrm>
                <a:off x="61719" y="70107"/>
                <a:ext cx="283" cy="283"/>
              </a:xfrm>
              <a:custGeom>
                <a:avLst/>
                <a:gdLst>
                  <a:gd name="csX0" fmla="*/ 63611 w 126884"/>
                  <a:gd name="csY0" fmla="*/ 200833 h 200636"/>
                  <a:gd name="csX1" fmla="*/ 108471 w 126884"/>
                  <a:gd name="csY1" fmla="*/ 171450 h 200636"/>
                  <a:gd name="csX2" fmla="*/ 127053 w 126884"/>
                  <a:gd name="csY2" fmla="*/ 100514 h 200636"/>
                  <a:gd name="csX3" fmla="*/ 108471 w 126884"/>
                  <a:gd name="csY3" fmla="*/ 29578 h 200636"/>
                  <a:gd name="csX4" fmla="*/ 63611 w 126884"/>
                  <a:gd name="csY4" fmla="*/ 196 h 200636"/>
                  <a:gd name="csX5" fmla="*/ 18750 w 126884"/>
                  <a:gd name="csY5" fmla="*/ 29578 h 200636"/>
                  <a:gd name="csX6" fmla="*/ 168 w 126884"/>
                  <a:gd name="csY6" fmla="*/ 100514 h 200636"/>
                  <a:gd name="csX7" fmla="*/ 18750 w 126884"/>
                  <a:gd name="csY7" fmla="*/ 171450 h 200636"/>
                  <a:gd name="csX8" fmla="*/ 63611 w 126884"/>
                  <a:gd name="csY8" fmla="*/ 20083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11" y="200833"/>
                    </a:moveTo>
                    <a:cubicBezTo>
                      <a:pt x="80436" y="200833"/>
                      <a:pt x="96574" y="190262"/>
                      <a:pt x="108471" y="171450"/>
                    </a:cubicBezTo>
                    <a:cubicBezTo>
                      <a:pt x="120368" y="152638"/>
                      <a:pt x="127053" y="127119"/>
                      <a:pt x="127053" y="100514"/>
                    </a:cubicBezTo>
                    <a:cubicBezTo>
                      <a:pt x="127053" y="73909"/>
                      <a:pt x="120368" y="48391"/>
                      <a:pt x="108471" y="29578"/>
                    </a:cubicBezTo>
                    <a:cubicBezTo>
                      <a:pt x="96574" y="10766"/>
                      <a:pt x="80436" y="196"/>
                      <a:pt x="63611" y="196"/>
                    </a:cubicBezTo>
                    <a:cubicBezTo>
                      <a:pt x="46786" y="196"/>
                      <a:pt x="30647" y="10766"/>
                      <a:pt x="18750" y="29578"/>
                    </a:cubicBezTo>
                    <a:cubicBezTo>
                      <a:pt x="6853" y="48391"/>
                      <a:pt x="168" y="73909"/>
                      <a:pt x="168" y="100514"/>
                    </a:cubicBezTo>
                    <a:cubicBezTo>
                      <a:pt x="168" y="127119"/>
                      <a:pt x="6853" y="152638"/>
                      <a:pt x="18750" y="171450"/>
                    </a:cubicBezTo>
                    <a:cubicBezTo>
                      <a:pt x="30647" y="190262"/>
                      <a:pt x="46786" y="200833"/>
                      <a:pt x="63611" y="200833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2" name="任意多边形: 形状 4771"/>
              <p:cNvSpPr/>
              <p:nvPr/>
            </p:nvSpPr>
            <p:spPr>
              <a:xfrm>
                <a:off x="63704" y="69665"/>
                <a:ext cx="283" cy="283"/>
              </a:xfrm>
              <a:custGeom>
                <a:avLst/>
                <a:gdLst>
                  <a:gd name="csX0" fmla="*/ 63657 w 126884"/>
                  <a:gd name="csY0" fmla="*/ 200824 h 200636"/>
                  <a:gd name="csX1" fmla="*/ 108517 w 126884"/>
                  <a:gd name="csY1" fmla="*/ 171441 h 200636"/>
                  <a:gd name="csX2" fmla="*/ 127099 w 126884"/>
                  <a:gd name="csY2" fmla="*/ 100505 h 200636"/>
                  <a:gd name="csX3" fmla="*/ 108517 w 126884"/>
                  <a:gd name="csY3" fmla="*/ 29569 h 200636"/>
                  <a:gd name="csX4" fmla="*/ 63657 w 126884"/>
                  <a:gd name="csY4" fmla="*/ 187 h 200636"/>
                  <a:gd name="csX5" fmla="*/ 18796 w 126884"/>
                  <a:gd name="csY5" fmla="*/ 29569 h 200636"/>
                  <a:gd name="csX6" fmla="*/ 215 w 126884"/>
                  <a:gd name="csY6" fmla="*/ 100505 h 200636"/>
                  <a:gd name="csX7" fmla="*/ 18796 w 126884"/>
                  <a:gd name="csY7" fmla="*/ 171441 h 200636"/>
                  <a:gd name="csX8" fmla="*/ 63657 w 126884"/>
                  <a:gd name="csY8" fmla="*/ 20082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657" y="200824"/>
                    </a:moveTo>
                    <a:cubicBezTo>
                      <a:pt x="80482" y="200824"/>
                      <a:pt x="96620" y="190253"/>
                      <a:pt x="108517" y="171441"/>
                    </a:cubicBezTo>
                    <a:cubicBezTo>
                      <a:pt x="120414" y="152629"/>
                      <a:pt x="127099" y="127110"/>
                      <a:pt x="127099" y="100505"/>
                    </a:cubicBezTo>
                    <a:cubicBezTo>
                      <a:pt x="127099" y="73900"/>
                      <a:pt x="120414" y="48382"/>
                      <a:pt x="108517" y="29569"/>
                    </a:cubicBezTo>
                    <a:cubicBezTo>
                      <a:pt x="96620" y="10757"/>
                      <a:pt x="80482" y="187"/>
                      <a:pt x="63657" y="187"/>
                    </a:cubicBezTo>
                    <a:cubicBezTo>
                      <a:pt x="46832" y="187"/>
                      <a:pt x="30694" y="10757"/>
                      <a:pt x="18796" y="29569"/>
                    </a:cubicBezTo>
                    <a:cubicBezTo>
                      <a:pt x="6899" y="48382"/>
                      <a:pt x="215" y="73900"/>
                      <a:pt x="215" y="100505"/>
                    </a:cubicBezTo>
                    <a:cubicBezTo>
                      <a:pt x="215" y="127110"/>
                      <a:pt x="6899" y="152629"/>
                      <a:pt x="18796" y="171441"/>
                    </a:cubicBezTo>
                    <a:cubicBezTo>
                      <a:pt x="30694" y="190253"/>
                      <a:pt x="46832" y="200824"/>
                      <a:pt x="63657" y="200824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3" name="任意多边形: 形状 4772"/>
              <p:cNvSpPr/>
              <p:nvPr/>
            </p:nvSpPr>
            <p:spPr>
              <a:xfrm>
                <a:off x="65689" y="69352"/>
                <a:ext cx="283" cy="283"/>
              </a:xfrm>
              <a:custGeom>
                <a:avLst/>
                <a:gdLst>
                  <a:gd name="csX0" fmla="*/ 63703 w 126884"/>
                  <a:gd name="csY0" fmla="*/ 200817 h 200636"/>
                  <a:gd name="csX1" fmla="*/ 108564 w 126884"/>
                  <a:gd name="csY1" fmla="*/ 171435 h 200636"/>
                  <a:gd name="csX2" fmla="*/ 127145 w 126884"/>
                  <a:gd name="csY2" fmla="*/ 100499 h 200636"/>
                  <a:gd name="csX3" fmla="*/ 108564 w 126884"/>
                  <a:gd name="csY3" fmla="*/ 29563 h 200636"/>
                  <a:gd name="csX4" fmla="*/ 63703 w 126884"/>
                  <a:gd name="csY4" fmla="*/ 180 h 200636"/>
                  <a:gd name="csX5" fmla="*/ 18843 w 126884"/>
                  <a:gd name="csY5" fmla="*/ 29563 h 200636"/>
                  <a:gd name="csX6" fmla="*/ 261 w 126884"/>
                  <a:gd name="csY6" fmla="*/ 100499 h 200636"/>
                  <a:gd name="csX7" fmla="*/ 18843 w 126884"/>
                  <a:gd name="csY7" fmla="*/ 171435 h 200636"/>
                  <a:gd name="csX8" fmla="*/ 63703 w 126884"/>
                  <a:gd name="csY8" fmla="*/ 200817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03" y="200817"/>
                    </a:moveTo>
                    <a:cubicBezTo>
                      <a:pt x="80528" y="200817"/>
                      <a:pt x="96666" y="190247"/>
                      <a:pt x="108564" y="171435"/>
                    </a:cubicBezTo>
                    <a:cubicBezTo>
                      <a:pt x="120461" y="152622"/>
                      <a:pt x="127145" y="127103"/>
                      <a:pt x="127145" y="100499"/>
                    </a:cubicBezTo>
                    <a:cubicBezTo>
                      <a:pt x="127145" y="73894"/>
                      <a:pt x="120461" y="48375"/>
                      <a:pt x="108564" y="29563"/>
                    </a:cubicBezTo>
                    <a:cubicBezTo>
                      <a:pt x="96666" y="10750"/>
                      <a:pt x="80528" y="180"/>
                      <a:pt x="63703" y="180"/>
                    </a:cubicBezTo>
                    <a:cubicBezTo>
                      <a:pt x="46878" y="180"/>
                      <a:pt x="30740" y="10750"/>
                      <a:pt x="18843" y="29563"/>
                    </a:cubicBezTo>
                    <a:cubicBezTo>
                      <a:pt x="6946" y="48375"/>
                      <a:pt x="261" y="73894"/>
                      <a:pt x="261" y="100499"/>
                    </a:cubicBezTo>
                    <a:cubicBezTo>
                      <a:pt x="261" y="127103"/>
                      <a:pt x="6946" y="152622"/>
                      <a:pt x="18843" y="171435"/>
                    </a:cubicBezTo>
                    <a:cubicBezTo>
                      <a:pt x="30740" y="190247"/>
                      <a:pt x="46878" y="200817"/>
                      <a:pt x="63703" y="200817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4" name="任意多边形: 形状 4773"/>
              <p:cNvSpPr/>
              <p:nvPr/>
            </p:nvSpPr>
            <p:spPr>
              <a:xfrm>
                <a:off x="67674" y="69019"/>
                <a:ext cx="283" cy="283"/>
              </a:xfrm>
              <a:custGeom>
                <a:avLst/>
                <a:gdLst>
                  <a:gd name="csX0" fmla="*/ 63749 w 126884"/>
                  <a:gd name="csY0" fmla="*/ 200810 h 200636"/>
                  <a:gd name="csX1" fmla="*/ 108610 w 126884"/>
                  <a:gd name="csY1" fmla="*/ 171428 h 200636"/>
                  <a:gd name="csX2" fmla="*/ 127191 w 126884"/>
                  <a:gd name="csY2" fmla="*/ 100492 h 200636"/>
                  <a:gd name="csX3" fmla="*/ 108610 w 126884"/>
                  <a:gd name="csY3" fmla="*/ 29556 h 200636"/>
                  <a:gd name="csX4" fmla="*/ 63749 w 126884"/>
                  <a:gd name="csY4" fmla="*/ 173 h 200636"/>
                  <a:gd name="csX5" fmla="*/ 18889 w 126884"/>
                  <a:gd name="csY5" fmla="*/ 29556 h 200636"/>
                  <a:gd name="csX6" fmla="*/ 307 w 126884"/>
                  <a:gd name="csY6" fmla="*/ 100492 h 200636"/>
                  <a:gd name="csX7" fmla="*/ 18889 w 126884"/>
                  <a:gd name="csY7" fmla="*/ 171428 h 200636"/>
                  <a:gd name="csX8" fmla="*/ 63749 w 126884"/>
                  <a:gd name="csY8" fmla="*/ 200810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49" y="200810"/>
                    </a:moveTo>
                    <a:cubicBezTo>
                      <a:pt x="80574" y="200810"/>
                      <a:pt x="96713" y="190240"/>
                      <a:pt x="108610" y="171428"/>
                    </a:cubicBezTo>
                    <a:cubicBezTo>
                      <a:pt x="120507" y="152615"/>
                      <a:pt x="127191" y="127097"/>
                      <a:pt x="127191" y="100492"/>
                    </a:cubicBezTo>
                    <a:cubicBezTo>
                      <a:pt x="127191" y="73887"/>
                      <a:pt x="120507" y="48368"/>
                      <a:pt x="108610" y="29556"/>
                    </a:cubicBezTo>
                    <a:cubicBezTo>
                      <a:pt x="96713" y="10744"/>
                      <a:pt x="80574" y="173"/>
                      <a:pt x="63749" y="173"/>
                    </a:cubicBezTo>
                    <a:cubicBezTo>
                      <a:pt x="46924" y="173"/>
                      <a:pt x="30786" y="10744"/>
                      <a:pt x="18889" y="29556"/>
                    </a:cubicBezTo>
                    <a:cubicBezTo>
                      <a:pt x="6992" y="48368"/>
                      <a:pt x="307" y="73887"/>
                      <a:pt x="307" y="100492"/>
                    </a:cubicBezTo>
                    <a:cubicBezTo>
                      <a:pt x="307" y="127097"/>
                      <a:pt x="6992" y="152615"/>
                      <a:pt x="18889" y="171428"/>
                    </a:cubicBezTo>
                    <a:cubicBezTo>
                      <a:pt x="30786" y="190240"/>
                      <a:pt x="46924" y="200810"/>
                      <a:pt x="63749" y="200810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5" name="任意多边形: 形状 4774"/>
              <p:cNvSpPr/>
              <p:nvPr/>
            </p:nvSpPr>
            <p:spPr>
              <a:xfrm>
                <a:off x="69659" y="68641"/>
                <a:ext cx="283" cy="283"/>
              </a:xfrm>
              <a:custGeom>
                <a:avLst/>
                <a:gdLst>
                  <a:gd name="csX0" fmla="*/ 63795 w 126884"/>
                  <a:gd name="csY0" fmla="*/ 200803 h 200636"/>
                  <a:gd name="csX1" fmla="*/ 108656 w 126884"/>
                  <a:gd name="csY1" fmla="*/ 171420 h 200636"/>
                  <a:gd name="csX2" fmla="*/ 127238 w 126884"/>
                  <a:gd name="csY2" fmla="*/ 100484 h 200636"/>
                  <a:gd name="csX3" fmla="*/ 108656 w 126884"/>
                  <a:gd name="csY3" fmla="*/ 29548 h 200636"/>
                  <a:gd name="csX4" fmla="*/ 63795 w 126884"/>
                  <a:gd name="csY4" fmla="*/ 166 h 200636"/>
                  <a:gd name="csX5" fmla="*/ 18935 w 126884"/>
                  <a:gd name="csY5" fmla="*/ 29548 h 200636"/>
                  <a:gd name="csX6" fmla="*/ 353 w 126884"/>
                  <a:gd name="csY6" fmla="*/ 100484 h 200636"/>
                  <a:gd name="csX7" fmla="*/ 18935 w 126884"/>
                  <a:gd name="csY7" fmla="*/ 171420 h 200636"/>
                  <a:gd name="csX8" fmla="*/ 63795 w 126884"/>
                  <a:gd name="csY8" fmla="*/ 20080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795" y="200803"/>
                    </a:moveTo>
                    <a:cubicBezTo>
                      <a:pt x="80621" y="200803"/>
                      <a:pt x="96759" y="190233"/>
                      <a:pt x="108656" y="171420"/>
                    </a:cubicBezTo>
                    <a:cubicBezTo>
                      <a:pt x="120553" y="152608"/>
                      <a:pt x="127238" y="127089"/>
                      <a:pt x="127238" y="100484"/>
                    </a:cubicBezTo>
                    <a:cubicBezTo>
                      <a:pt x="127238" y="73879"/>
                      <a:pt x="120553" y="48361"/>
                      <a:pt x="108656" y="29548"/>
                    </a:cubicBezTo>
                    <a:cubicBezTo>
                      <a:pt x="96759" y="10736"/>
                      <a:pt x="80621" y="166"/>
                      <a:pt x="63795" y="166"/>
                    </a:cubicBezTo>
                    <a:cubicBezTo>
                      <a:pt x="46970" y="166"/>
                      <a:pt x="30832" y="10736"/>
                      <a:pt x="18935" y="29548"/>
                    </a:cubicBezTo>
                    <a:cubicBezTo>
                      <a:pt x="7038" y="48361"/>
                      <a:pt x="353" y="73879"/>
                      <a:pt x="353" y="100484"/>
                    </a:cubicBezTo>
                    <a:cubicBezTo>
                      <a:pt x="353" y="127089"/>
                      <a:pt x="7038" y="152608"/>
                      <a:pt x="18935" y="171420"/>
                    </a:cubicBezTo>
                    <a:cubicBezTo>
                      <a:pt x="30832" y="190233"/>
                      <a:pt x="46970" y="200803"/>
                      <a:pt x="63795" y="200803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6" name="任意多边形: 形状 4775"/>
              <p:cNvSpPr/>
              <p:nvPr/>
            </p:nvSpPr>
            <p:spPr>
              <a:xfrm>
                <a:off x="71644" y="68076"/>
                <a:ext cx="283" cy="283"/>
              </a:xfrm>
              <a:custGeom>
                <a:avLst/>
                <a:gdLst>
                  <a:gd name="csX0" fmla="*/ 63842 w 126884"/>
                  <a:gd name="csY0" fmla="*/ 200791 h 200636"/>
                  <a:gd name="csX1" fmla="*/ 108702 w 126884"/>
                  <a:gd name="csY1" fmla="*/ 171409 h 200636"/>
                  <a:gd name="csX2" fmla="*/ 127284 w 126884"/>
                  <a:gd name="csY2" fmla="*/ 100473 h 200636"/>
                  <a:gd name="csX3" fmla="*/ 108702 w 126884"/>
                  <a:gd name="csY3" fmla="*/ 29537 h 200636"/>
                  <a:gd name="csX4" fmla="*/ 63842 w 126884"/>
                  <a:gd name="csY4" fmla="*/ 154 h 200636"/>
                  <a:gd name="csX5" fmla="*/ 18981 w 126884"/>
                  <a:gd name="csY5" fmla="*/ 29537 h 200636"/>
                  <a:gd name="csX6" fmla="*/ 399 w 126884"/>
                  <a:gd name="csY6" fmla="*/ 100473 h 200636"/>
                  <a:gd name="csX7" fmla="*/ 18981 w 126884"/>
                  <a:gd name="csY7" fmla="*/ 171409 h 200636"/>
                  <a:gd name="csX8" fmla="*/ 63842 w 126884"/>
                  <a:gd name="csY8" fmla="*/ 20079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42" y="200791"/>
                    </a:moveTo>
                    <a:cubicBezTo>
                      <a:pt x="80667" y="200791"/>
                      <a:pt x="96805" y="190221"/>
                      <a:pt x="108702" y="171409"/>
                    </a:cubicBezTo>
                    <a:cubicBezTo>
                      <a:pt x="120599" y="152596"/>
                      <a:pt x="127284" y="127077"/>
                      <a:pt x="127284" y="100473"/>
                    </a:cubicBezTo>
                    <a:cubicBezTo>
                      <a:pt x="127284" y="73868"/>
                      <a:pt x="120599" y="48349"/>
                      <a:pt x="108702" y="29537"/>
                    </a:cubicBezTo>
                    <a:cubicBezTo>
                      <a:pt x="96805" y="10724"/>
                      <a:pt x="80667" y="154"/>
                      <a:pt x="63842" y="154"/>
                    </a:cubicBezTo>
                    <a:cubicBezTo>
                      <a:pt x="47017" y="154"/>
                      <a:pt x="30878" y="10724"/>
                      <a:pt x="18981" y="29537"/>
                    </a:cubicBezTo>
                    <a:cubicBezTo>
                      <a:pt x="7084" y="48349"/>
                      <a:pt x="399" y="73868"/>
                      <a:pt x="399" y="100473"/>
                    </a:cubicBezTo>
                    <a:cubicBezTo>
                      <a:pt x="399" y="127077"/>
                      <a:pt x="7084" y="152596"/>
                      <a:pt x="18981" y="171409"/>
                    </a:cubicBezTo>
                    <a:cubicBezTo>
                      <a:pt x="30878" y="190221"/>
                      <a:pt x="47017" y="200791"/>
                      <a:pt x="63842" y="200791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7" name="任意多边形: 形状 4776"/>
              <p:cNvSpPr/>
              <p:nvPr/>
            </p:nvSpPr>
            <p:spPr>
              <a:xfrm>
                <a:off x="73629" y="67354"/>
                <a:ext cx="283" cy="283"/>
              </a:xfrm>
              <a:custGeom>
                <a:avLst/>
                <a:gdLst>
                  <a:gd name="csX0" fmla="*/ 63888 w 126884"/>
                  <a:gd name="csY0" fmla="*/ 200776 h 200636"/>
                  <a:gd name="csX1" fmla="*/ 108748 w 126884"/>
                  <a:gd name="csY1" fmla="*/ 171394 h 200636"/>
                  <a:gd name="csX2" fmla="*/ 127330 w 126884"/>
                  <a:gd name="csY2" fmla="*/ 100458 h 200636"/>
                  <a:gd name="csX3" fmla="*/ 108748 w 126884"/>
                  <a:gd name="csY3" fmla="*/ 29522 h 200636"/>
                  <a:gd name="csX4" fmla="*/ 63888 w 126884"/>
                  <a:gd name="csY4" fmla="*/ 140 h 200636"/>
                  <a:gd name="csX5" fmla="*/ 19027 w 126884"/>
                  <a:gd name="csY5" fmla="*/ 29522 h 200636"/>
                  <a:gd name="csX6" fmla="*/ 446 w 126884"/>
                  <a:gd name="csY6" fmla="*/ 100458 h 200636"/>
                  <a:gd name="csX7" fmla="*/ 19027 w 126884"/>
                  <a:gd name="csY7" fmla="*/ 171394 h 200636"/>
                  <a:gd name="csX8" fmla="*/ 63888 w 126884"/>
                  <a:gd name="csY8" fmla="*/ 20077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888" y="200776"/>
                    </a:moveTo>
                    <a:cubicBezTo>
                      <a:pt x="80713" y="200776"/>
                      <a:pt x="96851" y="190206"/>
                      <a:pt x="108748" y="171394"/>
                    </a:cubicBezTo>
                    <a:cubicBezTo>
                      <a:pt x="120645" y="152581"/>
                      <a:pt x="127330" y="127063"/>
                      <a:pt x="127330" y="100458"/>
                    </a:cubicBezTo>
                    <a:cubicBezTo>
                      <a:pt x="127330" y="73853"/>
                      <a:pt x="120645" y="48335"/>
                      <a:pt x="108748" y="29522"/>
                    </a:cubicBezTo>
                    <a:cubicBezTo>
                      <a:pt x="96851" y="10710"/>
                      <a:pt x="80713" y="140"/>
                      <a:pt x="63888" y="140"/>
                    </a:cubicBezTo>
                    <a:cubicBezTo>
                      <a:pt x="47063" y="140"/>
                      <a:pt x="30925" y="10710"/>
                      <a:pt x="19027" y="29522"/>
                    </a:cubicBezTo>
                    <a:cubicBezTo>
                      <a:pt x="7130" y="48335"/>
                      <a:pt x="446" y="73853"/>
                      <a:pt x="446" y="100458"/>
                    </a:cubicBezTo>
                    <a:cubicBezTo>
                      <a:pt x="446" y="127063"/>
                      <a:pt x="7130" y="152581"/>
                      <a:pt x="19027" y="171394"/>
                    </a:cubicBezTo>
                    <a:cubicBezTo>
                      <a:pt x="30925" y="190206"/>
                      <a:pt x="47063" y="200776"/>
                      <a:pt x="63888" y="200776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778" name="任意多边形: 形状 4777"/>
              <p:cNvSpPr/>
              <p:nvPr/>
            </p:nvSpPr>
            <p:spPr>
              <a:xfrm>
                <a:off x="75614" y="66756"/>
                <a:ext cx="283" cy="283"/>
              </a:xfrm>
              <a:custGeom>
                <a:avLst/>
                <a:gdLst>
                  <a:gd name="csX0" fmla="*/ 63934 w 126884"/>
                  <a:gd name="csY0" fmla="*/ 200764 h 200636"/>
                  <a:gd name="csX1" fmla="*/ 108794 w 126884"/>
                  <a:gd name="csY1" fmla="*/ 171382 h 200636"/>
                  <a:gd name="csX2" fmla="*/ 127376 w 126884"/>
                  <a:gd name="csY2" fmla="*/ 100446 h 200636"/>
                  <a:gd name="csX3" fmla="*/ 108794 w 126884"/>
                  <a:gd name="csY3" fmla="*/ 29510 h 200636"/>
                  <a:gd name="csX4" fmla="*/ 63934 w 126884"/>
                  <a:gd name="csY4" fmla="*/ 127 h 200636"/>
                  <a:gd name="csX5" fmla="*/ 19074 w 126884"/>
                  <a:gd name="csY5" fmla="*/ 29510 h 200636"/>
                  <a:gd name="csX6" fmla="*/ 492 w 126884"/>
                  <a:gd name="csY6" fmla="*/ 100446 h 200636"/>
                  <a:gd name="csX7" fmla="*/ 19074 w 126884"/>
                  <a:gd name="csY7" fmla="*/ 171382 h 200636"/>
                  <a:gd name="csX8" fmla="*/ 63934 w 126884"/>
                  <a:gd name="csY8" fmla="*/ 20076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6884" h="200636">
                    <a:moveTo>
                      <a:pt x="63934" y="200764"/>
                    </a:moveTo>
                    <a:cubicBezTo>
                      <a:pt x="80759" y="200764"/>
                      <a:pt x="96897" y="190194"/>
                      <a:pt x="108794" y="171382"/>
                    </a:cubicBezTo>
                    <a:cubicBezTo>
                      <a:pt x="120692" y="152569"/>
                      <a:pt x="127376" y="127051"/>
                      <a:pt x="127376" y="100446"/>
                    </a:cubicBezTo>
                    <a:cubicBezTo>
                      <a:pt x="127376" y="73841"/>
                      <a:pt x="120692" y="48322"/>
                      <a:pt x="108794" y="29510"/>
                    </a:cubicBezTo>
                    <a:cubicBezTo>
                      <a:pt x="96897" y="10698"/>
                      <a:pt x="80759" y="127"/>
                      <a:pt x="63934" y="127"/>
                    </a:cubicBezTo>
                    <a:cubicBezTo>
                      <a:pt x="47109" y="127"/>
                      <a:pt x="30971" y="10698"/>
                      <a:pt x="19074" y="29510"/>
                    </a:cubicBezTo>
                    <a:cubicBezTo>
                      <a:pt x="7176" y="48322"/>
                      <a:pt x="492" y="73841"/>
                      <a:pt x="492" y="100446"/>
                    </a:cubicBezTo>
                    <a:cubicBezTo>
                      <a:pt x="492" y="127051"/>
                      <a:pt x="7176" y="152569"/>
                      <a:pt x="19074" y="171382"/>
                    </a:cubicBezTo>
                    <a:cubicBezTo>
                      <a:pt x="30971" y="190194"/>
                      <a:pt x="47109" y="200764"/>
                      <a:pt x="63934" y="200764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grpSp>
        <p:nvGrpSpPr>
          <p:cNvPr id="455" name="组合 454"/>
          <p:cNvGrpSpPr/>
          <p:nvPr/>
        </p:nvGrpSpPr>
        <p:grpSpPr>
          <a:xfrm>
            <a:off x="33597215" y="33102550"/>
            <a:ext cx="2160270" cy="6850380"/>
            <a:chOff x="52910" y="61454"/>
            <a:chExt cx="3402" cy="10788"/>
          </a:xfrm>
        </p:grpSpPr>
        <p:sp>
          <p:nvSpPr>
            <p:cNvPr id="103" name="文本框 102"/>
            <p:cNvSpPr txBox="1"/>
            <p:nvPr/>
          </p:nvSpPr>
          <p:spPr>
            <a:xfrm>
              <a:off x="52910" y="70922"/>
              <a:ext cx="3402" cy="13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-20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2910" y="67766"/>
              <a:ext cx="3402" cy="13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5" name="文本框 104"/>
            <p:cNvSpPr txBox="1"/>
            <p:nvPr/>
          </p:nvSpPr>
          <p:spPr>
            <a:xfrm>
              <a:off x="52910" y="64611"/>
              <a:ext cx="3402" cy="13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60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86" name="文本框 385"/>
            <p:cNvSpPr txBox="1"/>
            <p:nvPr/>
          </p:nvSpPr>
          <p:spPr>
            <a:xfrm>
              <a:off x="52910" y="61454"/>
              <a:ext cx="3402" cy="13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100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76" name="组合 475"/>
          <p:cNvGrpSpPr/>
          <p:nvPr/>
        </p:nvGrpSpPr>
        <p:grpSpPr>
          <a:xfrm>
            <a:off x="35742880" y="42080815"/>
            <a:ext cx="14310360" cy="1079500"/>
            <a:chOff x="56288" y="75582"/>
            <a:chExt cx="22536" cy="1700"/>
          </a:xfrm>
        </p:grpSpPr>
        <p:sp>
          <p:nvSpPr>
            <p:cNvPr id="470" name="文本框 469"/>
            <p:cNvSpPr txBox="1"/>
            <p:nvPr/>
          </p:nvSpPr>
          <p:spPr>
            <a:xfrm>
              <a:off x="75424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1.0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1" name="文本框 470"/>
            <p:cNvSpPr txBox="1"/>
            <p:nvPr/>
          </p:nvSpPr>
          <p:spPr>
            <a:xfrm>
              <a:off x="56288" y="7558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2" name="文本框 471"/>
            <p:cNvSpPr txBox="1"/>
            <p:nvPr/>
          </p:nvSpPr>
          <p:spPr>
            <a:xfrm>
              <a:off x="60116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3" name="文本框 472"/>
            <p:cNvSpPr txBox="1"/>
            <p:nvPr/>
          </p:nvSpPr>
          <p:spPr>
            <a:xfrm>
              <a:off x="63943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4" name="文本框 473"/>
            <p:cNvSpPr txBox="1"/>
            <p:nvPr/>
          </p:nvSpPr>
          <p:spPr>
            <a:xfrm>
              <a:off x="67770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0.6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5" name="文本框 474"/>
            <p:cNvSpPr txBox="1"/>
            <p:nvPr/>
          </p:nvSpPr>
          <p:spPr>
            <a:xfrm>
              <a:off x="71597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0.8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522" name="任意多边形: 形状 4521"/>
          <p:cNvSpPr/>
          <p:nvPr/>
        </p:nvSpPr>
        <p:spPr>
          <a:xfrm>
            <a:off x="20224750" y="39523670"/>
            <a:ext cx="13162915" cy="0"/>
          </a:xfrm>
          <a:custGeom>
            <a:avLst/>
            <a:gdLst>
              <a:gd name="csX0" fmla="*/ 0 w 12664338"/>
              <a:gd name="csY0" fmla="*/ 0 h 40127"/>
              <a:gd name="csX1" fmla="*/ 12664338 w 1266433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64338" h="40127">
                <a:moveTo>
                  <a:pt x="0" y="0"/>
                </a:moveTo>
                <a:lnTo>
                  <a:pt x="1266433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519" name="任意多边形: 形状 4518"/>
          <p:cNvSpPr/>
          <p:nvPr/>
        </p:nvSpPr>
        <p:spPr>
          <a:xfrm>
            <a:off x="20224750" y="37505005"/>
            <a:ext cx="13162915" cy="0"/>
          </a:xfrm>
          <a:custGeom>
            <a:avLst/>
            <a:gdLst>
              <a:gd name="csX0" fmla="*/ 0 w 12664338"/>
              <a:gd name="csY0" fmla="*/ 0 h 40127"/>
              <a:gd name="csX1" fmla="*/ 12664338 w 1266433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64338" h="40127">
                <a:moveTo>
                  <a:pt x="0" y="0"/>
                </a:moveTo>
                <a:lnTo>
                  <a:pt x="1266433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516" name="任意多边形: 形状 4515"/>
          <p:cNvSpPr/>
          <p:nvPr/>
        </p:nvSpPr>
        <p:spPr>
          <a:xfrm>
            <a:off x="20224750" y="35486340"/>
            <a:ext cx="13162915" cy="0"/>
          </a:xfrm>
          <a:custGeom>
            <a:avLst/>
            <a:gdLst>
              <a:gd name="csX0" fmla="*/ 0 w 12664338"/>
              <a:gd name="csY0" fmla="*/ 0 h 40127"/>
              <a:gd name="csX1" fmla="*/ 12664338 w 1266433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64338" h="40127">
                <a:moveTo>
                  <a:pt x="0" y="0"/>
                </a:moveTo>
                <a:lnTo>
                  <a:pt x="1266433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4513" name="任意多边形: 形状 4512"/>
          <p:cNvSpPr/>
          <p:nvPr/>
        </p:nvSpPr>
        <p:spPr>
          <a:xfrm>
            <a:off x="20224750" y="33467675"/>
            <a:ext cx="13162915" cy="0"/>
          </a:xfrm>
          <a:custGeom>
            <a:avLst/>
            <a:gdLst>
              <a:gd name="csX0" fmla="*/ 0 w 12664338"/>
              <a:gd name="csY0" fmla="*/ 0 h 40127"/>
              <a:gd name="csX1" fmla="*/ 12664338 w 12664338"/>
              <a:gd name="csY1" fmla="*/ 0 h 4012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664338" h="40127">
                <a:moveTo>
                  <a:pt x="0" y="0"/>
                </a:moveTo>
                <a:lnTo>
                  <a:pt x="1266433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54" name="组合 453"/>
          <p:cNvGrpSpPr/>
          <p:nvPr/>
        </p:nvGrpSpPr>
        <p:grpSpPr>
          <a:xfrm>
            <a:off x="19875500" y="31678245"/>
            <a:ext cx="349250" cy="9864090"/>
            <a:chOff x="30651" y="59200"/>
            <a:chExt cx="567" cy="15534"/>
          </a:xfrm>
        </p:grpSpPr>
        <p:sp>
          <p:nvSpPr>
            <p:cNvPr id="4523" name="任意多边形: 形状 4522"/>
            <p:cNvSpPr/>
            <p:nvPr/>
          </p:nvSpPr>
          <p:spPr>
            <a:xfrm>
              <a:off x="30651" y="71555"/>
              <a:ext cx="567" cy="0"/>
            </a:xfrm>
            <a:custGeom>
              <a:avLst/>
              <a:gdLst>
                <a:gd name="csX0" fmla="*/ 92779 w 92742"/>
                <a:gd name="csY0" fmla="*/ 226 h 40127"/>
                <a:gd name="csX1" fmla="*/ 37 w 92742"/>
                <a:gd name="csY1" fmla="*/ 226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742" h="40127">
                  <a:moveTo>
                    <a:pt x="92779" y="226"/>
                  </a:moveTo>
                  <a:lnTo>
                    <a:pt x="37" y="226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20" name="任意多边形: 形状 4519"/>
            <p:cNvSpPr/>
            <p:nvPr/>
          </p:nvSpPr>
          <p:spPr>
            <a:xfrm>
              <a:off x="30651" y="68376"/>
              <a:ext cx="567" cy="0"/>
            </a:xfrm>
            <a:custGeom>
              <a:avLst/>
              <a:gdLst>
                <a:gd name="csX0" fmla="*/ 92779 w 92742"/>
                <a:gd name="csY0" fmla="*/ 170 h 40127"/>
                <a:gd name="csX1" fmla="*/ 37 w 92742"/>
                <a:gd name="csY1" fmla="*/ 170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742" h="40127">
                  <a:moveTo>
                    <a:pt x="92779" y="170"/>
                  </a:moveTo>
                  <a:lnTo>
                    <a:pt x="37" y="17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17" name="任意多边形: 形状 4516"/>
            <p:cNvSpPr/>
            <p:nvPr/>
          </p:nvSpPr>
          <p:spPr>
            <a:xfrm>
              <a:off x="30651" y="65197"/>
              <a:ext cx="567" cy="0"/>
            </a:xfrm>
            <a:custGeom>
              <a:avLst/>
              <a:gdLst>
                <a:gd name="csX0" fmla="*/ 92779 w 92742"/>
                <a:gd name="csY0" fmla="*/ 113 h 40127"/>
                <a:gd name="csX1" fmla="*/ 37 w 92742"/>
                <a:gd name="csY1" fmla="*/ 113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742" h="40127">
                  <a:moveTo>
                    <a:pt x="92779" y="113"/>
                  </a:moveTo>
                  <a:lnTo>
                    <a:pt x="37" y="11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14" name="任意多边形: 形状 4513"/>
            <p:cNvSpPr/>
            <p:nvPr/>
          </p:nvSpPr>
          <p:spPr>
            <a:xfrm>
              <a:off x="30651" y="62018"/>
              <a:ext cx="567" cy="0"/>
            </a:xfrm>
            <a:custGeom>
              <a:avLst/>
              <a:gdLst>
                <a:gd name="csX0" fmla="*/ 92779 w 92742"/>
                <a:gd name="csY0" fmla="*/ 57 h 40127"/>
                <a:gd name="csX1" fmla="*/ 37 w 92742"/>
                <a:gd name="csY1" fmla="*/ 57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2742" h="40127">
                  <a:moveTo>
                    <a:pt x="92779" y="57"/>
                  </a:moveTo>
                  <a:lnTo>
                    <a:pt x="37" y="5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25" name="任意多边形: 形状 4524"/>
            <p:cNvSpPr/>
            <p:nvPr/>
          </p:nvSpPr>
          <p:spPr>
            <a:xfrm>
              <a:off x="31218" y="59200"/>
              <a:ext cx="0" cy="15534"/>
            </a:xfrm>
            <a:custGeom>
              <a:avLst/>
              <a:gdLst>
                <a:gd name="csX0" fmla="*/ 0 w 26497"/>
                <a:gd name="csY0" fmla="*/ 10701172 h 10701172"/>
                <a:gd name="csX1" fmla="*/ 0 w 26497"/>
                <a:gd name="csY1" fmla="*/ 0 h 10701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0701172">
                  <a:moveTo>
                    <a:pt x="0" y="1070117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413" name="组合 412"/>
          <p:cNvGrpSpPr/>
          <p:nvPr/>
        </p:nvGrpSpPr>
        <p:grpSpPr>
          <a:xfrm>
            <a:off x="20224750" y="41542335"/>
            <a:ext cx="13162915" cy="359410"/>
            <a:chOff x="33215" y="74734"/>
            <a:chExt cx="19944" cy="566"/>
          </a:xfrm>
        </p:grpSpPr>
        <p:sp>
          <p:nvSpPr>
            <p:cNvPr id="4526" name="任意多边形: 形状 4525"/>
            <p:cNvSpPr/>
            <p:nvPr/>
          </p:nvSpPr>
          <p:spPr>
            <a:xfrm>
              <a:off x="33215" y="74734"/>
              <a:ext cx="19944" cy="0"/>
            </a:xfrm>
            <a:custGeom>
              <a:avLst/>
              <a:gdLst>
                <a:gd name="csX0" fmla="*/ 0 w 12664338"/>
                <a:gd name="csY0" fmla="*/ 0 h 40127"/>
                <a:gd name="csX1" fmla="*/ 12664338 w 12664338"/>
                <a:gd name="csY1" fmla="*/ 0 h 40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64338" h="40127">
                  <a:moveTo>
                    <a:pt x="0" y="0"/>
                  </a:moveTo>
                  <a:lnTo>
                    <a:pt x="12664338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4535" name="任意多边形: 形状 4534"/>
            <p:cNvSpPr/>
            <p:nvPr/>
          </p:nvSpPr>
          <p:spPr>
            <a:xfrm>
              <a:off x="37204" y="74734"/>
              <a:ext cx="0" cy="567"/>
            </a:xfrm>
            <a:custGeom>
              <a:avLst/>
              <a:gdLst>
                <a:gd name="csX0" fmla="*/ 132 w 26497"/>
                <a:gd name="csY0" fmla="*/ 274 h 140445"/>
                <a:gd name="csX1" fmla="*/ 132 w 26497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40445">
                  <a:moveTo>
                    <a:pt x="132" y="274"/>
                  </a:moveTo>
                  <a:lnTo>
                    <a:pt x="132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36" name="任意多边形: 形状 4535"/>
            <p:cNvSpPr/>
            <p:nvPr/>
          </p:nvSpPr>
          <p:spPr>
            <a:xfrm>
              <a:off x="41193" y="74734"/>
              <a:ext cx="0" cy="567"/>
            </a:xfrm>
            <a:custGeom>
              <a:avLst/>
              <a:gdLst>
                <a:gd name="csX0" fmla="*/ 228 w 26497"/>
                <a:gd name="csY0" fmla="*/ 274 h 140445"/>
                <a:gd name="csX1" fmla="*/ 228 w 26497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40445">
                  <a:moveTo>
                    <a:pt x="228" y="274"/>
                  </a:moveTo>
                  <a:lnTo>
                    <a:pt x="228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37" name="任意多边形: 形状 4536"/>
            <p:cNvSpPr/>
            <p:nvPr/>
          </p:nvSpPr>
          <p:spPr>
            <a:xfrm>
              <a:off x="45181" y="74734"/>
              <a:ext cx="0" cy="567"/>
            </a:xfrm>
            <a:custGeom>
              <a:avLst/>
              <a:gdLst>
                <a:gd name="csX0" fmla="*/ 324 w 26497"/>
                <a:gd name="csY0" fmla="*/ 274 h 140445"/>
                <a:gd name="csX1" fmla="*/ 324 w 26497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40445">
                  <a:moveTo>
                    <a:pt x="324" y="274"/>
                  </a:moveTo>
                  <a:lnTo>
                    <a:pt x="324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38" name="任意多边形: 形状 4537"/>
            <p:cNvSpPr/>
            <p:nvPr/>
          </p:nvSpPr>
          <p:spPr>
            <a:xfrm>
              <a:off x="49170" y="74734"/>
              <a:ext cx="0" cy="567"/>
            </a:xfrm>
            <a:custGeom>
              <a:avLst/>
              <a:gdLst>
                <a:gd name="csX0" fmla="*/ 419 w 26497"/>
                <a:gd name="csY0" fmla="*/ 274 h 140445"/>
                <a:gd name="csX1" fmla="*/ 419 w 26497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40445">
                  <a:moveTo>
                    <a:pt x="419" y="274"/>
                  </a:moveTo>
                  <a:lnTo>
                    <a:pt x="419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39" name="任意多边形: 形状 4538"/>
            <p:cNvSpPr/>
            <p:nvPr/>
          </p:nvSpPr>
          <p:spPr>
            <a:xfrm>
              <a:off x="33215" y="74734"/>
              <a:ext cx="0" cy="567"/>
            </a:xfrm>
            <a:custGeom>
              <a:avLst/>
              <a:gdLst>
                <a:gd name="csX0" fmla="*/ 37 w 26497"/>
                <a:gd name="csY0" fmla="*/ 274 h 140445"/>
                <a:gd name="csX1" fmla="*/ 37 w 26497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40445">
                  <a:moveTo>
                    <a:pt x="37" y="274"/>
                  </a:moveTo>
                  <a:lnTo>
                    <a:pt x="37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540" name="任意多边形: 形状 4539"/>
            <p:cNvSpPr/>
            <p:nvPr/>
          </p:nvSpPr>
          <p:spPr>
            <a:xfrm>
              <a:off x="53159" y="74734"/>
              <a:ext cx="0" cy="567"/>
            </a:xfrm>
            <a:custGeom>
              <a:avLst/>
              <a:gdLst>
                <a:gd name="csX0" fmla="*/ 515 w 26497"/>
                <a:gd name="csY0" fmla="*/ 274 h 140445"/>
                <a:gd name="csX1" fmla="*/ 515 w 26497"/>
                <a:gd name="csY1" fmla="*/ 140720 h 1404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497" h="140445">
                  <a:moveTo>
                    <a:pt x="515" y="274"/>
                  </a:moveTo>
                  <a:lnTo>
                    <a:pt x="515" y="14072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522" name="组合 521"/>
          <p:cNvGrpSpPr/>
          <p:nvPr/>
        </p:nvGrpSpPr>
        <p:grpSpPr>
          <a:xfrm>
            <a:off x="20814665" y="36884610"/>
            <a:ext cx="12025630" cy="3599180"/>
            <a:chOff x="32779" y="67399"/>
            <a:chExt cx="18938" cy="5668"/>
          </a:xfrm>
        </p:grpSpPr>
        <p:sp>
          <p:nvSpPr>
            <p:cNvPr id="4544" name="任意多边形: 形状 4543"/>
            <p:cNvSpPr/>
            <p:nvPr/>
          </p:nvSpPr>
          <p:spPr>
            <a:xfrm>
              <a:off x="32887" y="67542"/>
              <a:ext cx="18655" cy="5386"/>
            </a:xfrm>
            <a:custGeom>
              <a:avLst/>
              <a:gdLst>
                <a:gd name="csX0" fmla="*/ 0 w 11397904"/>
                <a:gd name="csY0" fmla="*/ 0 h 3794271"/>
                <a:gd name="csX1" fmla="*/ 1266434 w 11397904"/>
                <a:gd name="csY1" fmla="*/ 1943095 h 3794271"/>
                <a:gd name="csX2" fmla="*/ 2532868 w 11397904"/>
                <a:gd name="csY2" fmla="*/ 2780216 h 3794271"/>
                <a:gd name="csX3" fmla="*/ 3799302 w 11397904"/>
                <a:gd name="csY3" fmla="*/ 3298884 h 3794271"/>
                <a:gd name="csX4" fmla="*/ 5065735 w 11397904"/>
                <a:gd name="csY4" fmla="*/ 3593919 h 3794271"/>
                <a:gd name="csX5" fmla="*/ 6332169 w 11397904"/>
                <a:gd name="csY5" fmla="*/ 3735975 h 3794271"/>
                <a:gd name="csX6" fmla="*/ 7598603 w 11397904"/>
                <a:gd name="csY6" fmla="*/ 3794271 h 3794271"/>
                <a:gd name="csX7" fmla="*/ 8865036 w 11397904"/>
                <a:gd name="csY7" fmla="*/ 3772279 h 3794271"/>
                <a:gd name="csX8" fmla="*/ 10131470 w 11397904"/>
                <a:gd name="csY8" fmla="*/ 3650944 h 3794271"/>
                <a:gd name="csX9" fmla="*/ 11397904 w 11397904"/>
                <a:gd name="csY9" fmla="*/ 3296690 h 37942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397904" h="3794271">
                  <a:moveTo>
                    <a:pt x="0" y="0"/>
                  </a:moveTo>
                  <a:lnTo>
                    <a:pt x="1266434" y="1943095"/>
                  </a:lnTo>
                  <a:lnTo>
                    <a:pt x="2532868" y="2780216"/>
                  </a:lnTo>
                  <a:lnTo>
                    <a:pt x="3799302" y="3298884"/>
                  </a:lnTo>
                  <a:lnTo>
                    <a:pt x="5065735" y="3593919"/>
                  </a:lnTo>
                  <a:lnTo>
                    <a:pt x="6332169" y="3735975"/>
                  </a:lnTo>
                  <a:lnTo>
                    <a:pt x="7598603" y="3794271"/>
                  </a:lnTo>
                  <a:lnTo>
                    <a:pt x="8865036" y="3772279"/>
                  </a:lnTo>
                  <a:lnTo>
                    <a:pt x="10131470" y="3650944"/>
                  </a:lnTo>
                  <a:lnTo>
                    <a:pt x="11397904" y="3296690"/>
                  </a:lnTo>
                </a:path>
              </a:pathLst>
            </a:custGeom>
            <a:noFill/>
            <a:ln w="101600" cap="sq">
              <a:solidFill>
                <a:srgbClr val="607D8B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21" name="组合 520"/>
            <p:cNvGrpSpPr/>
            <p:nvPr/>
          </p:nvGrpSpPr>
          <p:grpSpPr>
            <a:xfrm>
              <a:off x="32779" y="67399"/>
              <a:ext cx="18938" cy="5668"/>
              <a:chOff x="32779" y="67399"/>
              <a:chExt cx="18938" cy="5668"/>
            </a:xfrm>
          </p:grpSpPr>
          <p:sp>
            <p:nvSpPr>
              <p:cNvPr id="4546" name="任意多边形: 形状 4545"/>
              <p:cNvSpPr/>
              <p:nvPr/>
            </p:nvSpPr>
            <p:spPr>
              <a:xfrm>
                <a:off x="32779" y="67399"/>
                <a:ext cx="283" cy="283"/>
              </a:xfrm>
              <a:custGeom>
                <a:avLst/>
                <a:gdLst>
                  <a:gd name="csX0" fmla="*/ 66305 w 132488"/>
                  <a:gd name="csY0" fmla="*/ 200791 h 200636"/>
                  <a:gd name="csX1" fmla="*/ 113147 w 132488"/>
                  <a:gd name="csY1" fmla="*/ 171409 h 200636"/>
                  <a:gd name="csX2" fmla="*/ 132550 w 132488"/>
                  <a:gd name="csY2" fmla="*/ 100473 h 200636"/>
                  <a:gd name="csX3" fmla="*/ 113147 w 132488"/>
                  <a:gd name="csY3" fmla="*/ 29537 h 200636"/>
                  <a:gd name="csX4" fmla="*/ 66305 w 132488"/>
                  <a:gd name="csY4" fmla="*/ 154 h 200636"/>
                  <a:gd name="csX5" fmla="*/ 19463 w 132488"/>
                  <a:gd name="csY5" fmla="*/ 29537 h 200636"/>
                  <a:gd name="csX6" fmla="*/ 61 w 132488"/>
                  <a:gd name="csY6" fmla="*/ 100473 h 200636"/>
                  <a:gd name="csX7" fmla="*/ 19463 w 132488"/>
                  <a:gd name="csY7" fmla="*/ 171409 h 200636"/>
                  <a:gd name="csX8" fmla="*/ 66305 w 132488"/>
                  <a:gd name="csY8" fmla="*/ 20079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05" y="200791"/>
                    </a:moveTo>
                    <a:cubicBezTo>
                      <a:pt x="83873" y="200791"/>
                      <a:pt x="100724" y="190221"/>
                      <a:pt x="113147" y="171409"/>
                    </a:cubicBezTo>
                    <a:cubicBezTo>
                      <a:pt x="125570" y="152596"/>
                      <a:pt x="132550" y="127078"/>
                      <a:pt x="132550" y="100473"/>
                    </a:cubicBezTo>
                    <a:cubicBezTo>
                      <a:pt x="132550" y="73868"/>
                      <a:pt x="125570" y="48349"/>
                      <a:pt x="113147" y="29537"/>
                    </a:cubicBezTo>
                    <a:cubicBezTo>
                      <a:pt x="100724" y="10725"/>
                      <a:pt x="83873" y="154"/>
                      <a:pt x="66305" y="154"/>
                    </a:cubicBezTo>
                    <a:cubicBezTo>
                      <a:pt x="48737" y="154"/>
                      <a:pt x="31886" y="10725"/>
                      <a:pt x="19463" y="29537"/>
                    </a:cubicBezTo>
                    <a:cubicBezTo>
                      <a:pt x="7041" y="48349"/>
                      <a:pt x="61" y="73868"/>
                      <a:pt x="61" y="100473"/>
                    </a:cubicBezTo>
                    <a:cubicBezTo>
                      <a:pt x="61" y="127078"/>
                      <a:pt x="7041" y="152596"/>
                      <a:pt x="19463" y="171409"/>
                    </a:cubicBezTo>
                    <a:cubicBezTo>
                      <a:pt x="31886" y="190221"/>
                      <a:pt x="48737" y="200791"/>
                      <a:pt x="66305" y="200791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47" name="任意多边形: 形状 4546"/>
              <p:cNvSpPr/>
              <p:nvPr/>
            </p:nvSpPr>
            <p:spPr>
              <a:xfrm>
                <a:off x="34852" y="70157"/>
                <a:ext cx="283" cy="283"/>
              </a:xfrm>
              <a:custGeom>
                <a:avLst/>
                <a:gdLst>
                  <a:gd name="csX0" fmla="*/ 66353 w 132488"/>
                  <a:gd name="csY0" fmla="*/ 200840 h 200636"/>
                  <a:gd name="csX1" fmla="*/ 113195 w 132488"/>
                  <a:gd name="csY1" fmla="*/ 171457 h 200636"/>
                  <a:gd name="csX2" fmla="*/ 132597 w 132488"/>
                  <a:gd name="csY2" fmla="*/ 100521 h 200636"/>
                  <a:gd name="csX3" fmla="*/ 113195 w 132488"/>
                  <a:gd name="csY3" fmla="*/ 29585 h 200636"/>
                  <a:gd name="csX4" fmla="*/ 66353 w 132488"/>
                  <a:gd name="csY4" fmla="*/ 203 h 200636"/>
                  <a:gd name="csX5" fmla="*/ 19511 w 132488"/>
                  <a:gd name="csY5" fmla="*/ 29585 h 200636"/>
                  <a:gd name="csX6" fmla="*/ 109 w 132488"/>
                  <a:gd name="csY6" fmla="*/ 100521 h 200636"/>
                  <a:gd name="csX7" fmla="*/ 19511 w 132488"/>
                  <a:gd name="csY7" fmla="*/ 171457 h 200636"/>
                  <a:gd name="csX8" fmla="*/ 66353 w 132488"/>
                  <a:gd name="csY8" fmla="*/ 200840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53" y="200840"/>
                    </a:moveTo>
                    <a:cubicBezTo>
                      <a:pt x="83921" y="200840"/>
                      <a:pt x="100772" y="190270"/>
                      <a:pt x="113195" y="171457"/>
                    </a:cubicBezTo>
                    <a:cubicBezTo>
                      <a:pt x="125617" y="152645"/>
                      <a:pt x="132597" y="127126"/>
                      <a:pt x="132597" y="100521"/>
                    </a:cubicBezTo>
                    <a:cubicBezTo>
                      <a:pt x="132597" y="73917"/>
                      <a:pt x="125617" y="48398"/>
                      <a:pt x="113195" y="29585"/>
                    </a:cubicBezTo>
                    <a:cubicBezTo>
                      <a:pt x="100772" y="10773"/>
                      <a:pt x="83921" y="203"/>
                      <a:pt x="66353" y="203"/>
                    </a:cubicBezTo>
                    <a:cubicBezTo>
                      <a:pt x="48785" y="203"/>
                      <a:pt x="31934" y="10773"/>
                      <a:pt x="19511" y="29585"/>
                    </a:cubicBezTo>
                    <a:cubicBezTo>
                      <a:pt x="7088" y="48398"/>
                      <a:pt x="109" y="73917"/>
                      <a:pt x="109" y="100521"/>
                    </a:cubicBezTo>
                    <a:cubicBezTo>
                      <a:pt x="109" y="127126"/>
                      <a:pt x="7088" y="152645"/>
                      <a:pt x="19511" y="171457"/>
                    </a:cubicBezTo>
                    <a:cubicBezTo>
                      <a:pt x="31934" y="190270"/>
                      <a:pt x="48785" y="200840"/>
                      <a:pt x="66353" y="200840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48" name="任意多边形: 形状 4547"/>
              <p:cNvSpPr/>
              <p:nvPr/>
            </p:nvSpPr>
            <p:spPr>
              <a:xfrm>
                <a:off x="36925" y="71346"/>
                <a:ext cx="283" cy="283"/>
              </a:xfrm>
              <a:custGeom>
                <a:avLst/>
                <a:gdLst>
                  <a:gd name="csX0" fmla="*/ 66401 w 132488"/>
                  <a:gd name="csY0" fmla="*/ 200861 h 200636"/>
                  <a:gd name="csX1" fmla="*/ 113243 w 132488"/>
                  <a:gd name="csY1" fmla="*/ 171478 h 200636"/>
                  <a:gd name="csX2" fmla="*/ 132645 w 132488"/>
                  <a:gd name="csY2" fmla="*/ 100542 h 200636"/>
                  <a:gd name="csX3" fmla="*/ 113243 w 132488"/>
                  <a:gd name="csY3" fmla="*/ 29606 h 200636"/>
                  <a:gd name="csX4" fmla="*/ 66401 w 132488"/>
                  <a:gd name="csY4" fmla="*/ 224 h 200636"/>
                  <a:gd name="csX5" fmla="*/ 19559 w 132488"/>
                  <a:gd name="csY5" fmla="*/ 29606 h 200636"/>
                  <a:gd name="csX6" fmla="*/ 156 w 132488"/>
                  <a:gd name="csY6" fmla="*/ 100542 h 200636"/>
                  <a:gd name="csX7" fmla="*/ 19559 w 132488"/>
                  <a:gd name="csY7" fmla="*/ 171478 h 200636"/>
                  <a:gd name="csX8" fmla="*/ 66401 w 132488"/>
                  <a:gd name="csY8" fmla="*/ 20086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01" y="200861"/>
                    </a:moveTo>
                    <a:cubicBezTo>
                      <a:pt x="83969" y="200861"/>
                      <a:pt x="100820" y="190290"/>
                      <a:pt x="113243" y="171478"/>
                    </a:cubicBezTo>
                    <a:cubicBezTo>
                      <a:pt x="125665" y="152666"/>
                      <a:pt x="132645" y="127147"/>
                      <a:pt x="132645" y="100542"/>
                    </a:cubicBezTo>
                    <a:cubicBezTo>
                      <a:pt x="132645" y="73937"/>
                      <a:pt x="125665" y="48419"/>
                      <a:pt x="113243" y="29606"/>
                    </a:cubicBezTo>
                    <a:cubicBezTo>
                      <a:pt x="100820" y="10794"/>
                      <a:pt x="83969" y="224"/>
                      <a:pt x="66401" y="224"/>
                    </a:cubicBezTo>
                    <a:cubicBezTo>
                      <a:pt x="48832" y="224"/>
                      <a:pt x="31981" y="10794"/>
                      <a:pt x="19559" y="29606"/>
                    </a:cubicBezTo>
                    <a:cubicBezTo>
                      <a:pt x="7136" y="48419"/>
                      <a:pt x="156" y="73937"/>
                      <a:pt x="156" y="100542"/>
                    </a:cubicBezTo>
                    <a:cubicBezTo>
                      <a:pt x="156" y="127147"/>
                      <a:pt x="7136" y="152666"/>
                      <a:pt x="19559" y="171478"/>
                    </a:cubicBezTo>
                    <a:cubicBezTo>
                      <a:pt x="31981" y="190290"/>
                      <a:pt x="48832" y="200861"/>
                      <a:pt x="66401" y="200861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49" name="任意多边形: 形状 4548"/>
              <p:cNvSpPr/>
              <p:nvPr/>
            </p:nvSpPr>
            <p:spPr>
              <a:xfrm>
                <a:off x="38998" y="72082"/>
                <a:ext cx="283" cy="283"/>
              </a:xfrm>
              <a:custGeom>
                <a:avLst/>
                <a:gdLst>
                  <a:gd name="csX0" fmla="*/ 66448 w 132488"/>
                  <a:gd name="csY0" fmla="*/ 200874 h 200636"/>
                  <a:gd name="csX1" fmla="*/ 113290 w 132488"/>
                  <a:gd name="csY1" fmla="*/ 171491 h 200636"/>
                  <a:gd name="csX2" fmla="*/ 132693 w 132488"/>
                  <a:gd name="csY2" fmla="*/ 100555 h 200636"/>
                  <a:gd name="csX3" fmla="*/ 113290 w 132488"/>
                  <a:gd name="csY3" fmla="*/ 29619 h 200636"/>
                  <a:gd name="csX4" fmla="*/ 66448 w 132488"/>
                  <a:gd name="csY4" fmla="*/ 237 h 200636"/>
                  <a:gd name="csX5" fmla="*/ 19607 w 132488"/>
                  <a:gd name="csY5" fmla="*/ 29619 h 200636"/>
                  <a:gd name="csX6" fmla="*/ 204 w 132488"/>
                  <a:gd name="csY6" fmla="*/ 100555 h 200636"/>
                  <a:gd name="csX7" fmla="*/ 19607 w 132488"/>
                  <a:gd name="csY7" fmla="*/ 171491 h 200636"/>
                  <a:gd name="csX8" fmla="*/ 66448 w 132488"/>
                  <a:gd name="csY8" fmla="*/ 20087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48" y="200874"/>
                    </a:moveTo>
                    <a:cubicBezTo>
                      <a:pt x="84017" y="200874"/>
                      <a:pt x="100868" y="190303"/>
                      <a:pt x="113290" y="171491"/>
                    </a:cubicBezTo>
                    <a:cubicBezTo>
                      <a:pt x="125713" y="152679"/>
                      <a:pt x="132693" y="127160"/>
                      <a:pt x="132693" y="100555"/>
                    </a:cubicBezTo>
                    <a:cubicBezTo>
                      <a:pt x="132693" y="73950"/>
                      <a:pt x="125713" y="48432"/>
                      <a:pt x="113290" y="29619"/>
                    </a:cubicBezTo>
                    <a:cubicBezTo>
                      <a:pt x="100868" y="10807"/>
                      <a:pt x="84017" y="237"/>
                      <a:pt x="66448" y="237"/>
                    </a:cubicBezTo>
                    <a:cubicBezTo>
                      <a:pt x="48880" y="237"/>
                      <a:pt x="32029" y="10807"/>
                      <a:pt x="19607" y="29619"/>
                    </a:cubicBezTo>
                    <a:cubicBezTo>
                      <a:pt x="7184" y="48432"/>
                      <a:pt x="204" y="73950"/>
                      <a:pt x="204" y="100555"/>
                    </a:cubicBezTo>
                    <a:cubicBezTo>
                      <a:pt x="204" y="127160"/>
                      <a:pt x="7184" y="152679"/>
                      <a:pt x="19607" y="171491"/>
                    </a:cubicBezTo>
                    <a:cubicBezTo>
                      <a:pt x="32029" y="190303"/>
                      <a:pt x="48880" y="200874"/>
                      <a:pt x="66448" y="200874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50" name="任意多边形: 形状 4549"/>
              <p:cNvSpPr/>
              <p:nvPr/>
            </p:nvSpPr>
            <p:spPr>
              <a:xfrm>
                <a:off x="41071" y="72501"/>
                <a:ext cx="283" cy="283"/>
              </a:xfrm>
              <a:custGeom>
                <a:avLst/>
                <a:gdLst>
                  <a:gd name="csX0" fmla="*/ 66496 w 132488"/>
                  <a:gd name="csY0" fmla="*/ 200881 h 200636"/>
                  <a:gd name="csX1" fmla="*/ 113338 w 132488"/>
                  <a:gd name="csY1" fmla="*/ 171498 h 200636"/>
                  <a:gd name="csX2" fmla="*/ 132741 w 132488"/>
                  <a:gd name="csY2" fmla="*/ 100562 h 200636"/>
                  <a:gd name="csX3" fmla="*/ 113338 w 132488"/>
                  <a:gd name="csY3" fmla="*/ 29627 h 200636"/>
                  <a:gd name="csX4" fmla="*/ 66496 w 132488"/>
                  <a:gd name="csY4" fmla="*/ 244 h 200636"/>
                  <a:gd name="csX5" fmla="*/ 19654 w 132488"/>
                  <a:gd name="csY5" fmla="*/ 29627 h 200636"/>
                  <a:gd name="csX6" fmla="*/ 252 w 132488"/>
                  <a:gd name="csY6" fmla="*/ 100562 h 200636"/>
                  <a:gd name="csX7" fmla="*/ 19654 w 132488"/>
                  <a:gd name="csY7" fmla="*/ 171498 h 200636"/>
                  <a:gd name="csX8" fmla="*/ 66496 w 132488"/>
                  <a:gd name="csY8" fmla="*/ 20088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96" y="200881"/>
                    </a:moveTo>
                    <a:cubicBezTo>
                      <a:pt x="84065" y="200881"/>
                      <a:pt x="100916" y="190311"/>
                      <a:pt x="113338" y="171498"/>
                    </a:cubicBezTo>
                    <a:cubicBezTo>
                      <a:pt x="125761" y="152686"/>
                      <a:pt x="132741" y="127167"/>
                      <a:pt x="132741" y="100562"/>
                    </a:cubicBezTo>
                    <a:cubicBezTo>
                      <a:pt x="132741" y="73958"/>
                      <a:pt x="125761" y="48439"/>
                      <a:pt x="113338" y="29627"/>
                    </a:cubicBezTo>
                    <a:cubicBezTo>
                      <a:pt x="100916" y="10814"/>
                      <a:pt x="84065" y="244"/>
                      <a:pt x="66496" y="244"/>
                    </a:cubicBezTo>
                    <a:cubicBezTo>
                      <a:pt x="48928" y="244"/>
                      <a:pt x="32077" y="10814"/>
                      <a:pt x="19654" y="29627"/>
                    </a:cubicBezTo>
                    <a:cubicBezTo>
                      <a:pt x="7232" y="48439"/>
                      <a:pt x="252" y="73958"/>
                      <a:pt x="252" y="100562"/>
                    </a:cubicBezTo>
                    <a:cubicBezTo>
                      <a:pt x="252" y="127167"/>
                      <a:pt x="7232" y="152686"/>
                      <a:pt x="19654" y="171498"/>
                    </a:cubicBezTo>
                    <a:cubicBezTo>
                      <a:pt x="32077" y="190311"/>
                      <a:pt x="48928" y="200881"/>
                      <a:pt x="66496" y="200881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51" name="任意多边形: 形状 4550"/>
              <p:cNvSpPr/>
              <p:nvPr/>
            </p:nvSpPr>
            <p:spPr>
              <a:xfrm>
                <a:off x="43144" y="72703"/>
                <a:ext cx="283" cy="283"/>
              </a:xfrm>
              <a:custGeom>
                <a:avLst/>
                <a:gdLst>
                  <a:gd name="csX0" fmla="*/ 66544 w 132488"/>
                  <a:gd name="csY0" fmla="*/ 200884 h 200636"/>
                  <a:gd name="csX1" fmla="*/ 113386 w 132488"/>
                  <a:gd name="csY1" fmla="*/ 171502 h 200636"/>
                  <a:gd name="csX2" fmla="*/ 132788 w 132488"/>
                  <a:gd name="csY2" fmla="*/ 100566 h 200636"/>
                  <a:gd name="csX3" fmla="*/ 113386 w 132488"/>
                  <a:gd name="csY3" fmla="*/ 29630 h 200636"/>
                  <a:gd name="csX4" fmla="*/ 66544 w 132488"/>
                  <a:gd name="csY4" fmla="*/ 248 h 200636"/>
                  <a:gd name="csX5" fmla="*/ 19702 w 132488"/>
                  <a:gd name="csY5" fmla="*/ 29630 h 200636"/>
                  <a:gd name="csX6" fmla="*/ 300 w 132488"/>
                  <a:gd name="csY6" fmla="*/ 100566 h 200636"/>
                  <a:gd name="csX7" fmla="*/ 19702 w 132488"/>
                  <a:gd name="csY7" fmla="*/ 171502 h 200636"/>
                  <a:gd name="csX8" fmla="*/ 66544 w 132488"/>
                  <a:gd name="csY8" fmla="*/ 20088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44" y="200884"/>
                    </a:moveTo>
                    <a:cubicBezTo>
                      <a:pt x="84112" y="200884"/>
                      <a:pt x="100963" y="190314"/>
                      <a:pt x="113386" y="171502"/>
                    </a:cubicBezTo>
                    <a:cubicBezTo>
                      <a:pt x="125809" y="152689"/>
                      <a:pt x="132788" y="127171"/>
                      <a:pt x="132788" y="100566"/>
                    </a:cubicBezTo>
                    <a:cubicBezTo>
                      <a:pt x="132788" y="73961"/>
                      <a:pt x="125809" y="48443"/>
                      <a:pt x="113386" y="29630"/>
                    </a:cubicBezTo>
                    <a:cubicBezTo>
                      <a:pt x="100963" y="10818"/>
                      <a:pt x="84112" y="248"/>
                      <a:pt x="66544" y="248"/>
                    </a:cubicBezTo>
                    <a:cubicBezTo>
                      <a:pt x="48976" y="248"/>
                      <a:pt x="32125" y="10818"/>
                      <a:pt x="19702" y="29630"/>
                    </a:cubicBezTo>
                    <a:cubicBezTo>
                      <a:pt x="7280" y="48443"/>
                      <a:pt x="300" y="73961"/>
                      <a:pt x="300" y="100566"/>
                    </a:cubicBezTo>
                    <a:cubicBezTo>
                      <a:pt x="300" y="127171"/>
                      <a:pt x="7280" y="152689"/>
                      <a:pt x="19702" y="171502"/>
                    </a:cubicBezTo>
                    <a:cubicBezTo>
                      <a:pt x="32125" y="190314"/>
                      <a:pt x="48976" y="200884"/>
                      <a:pt x="66544" y="200884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52" name="任意多边形: 形状 4551"/>
              <p:cNvSpPr/>
              <p:nvPr/>
            </p:nvSpPr>
            <p:spPr>
              <a:xfrm>
                <a:off x="45217" y="72785"/>
                <a:ext cx="283" cy="283"/>
              </a:xfrm>
              <a:custGeom>
                <a:avLst/>
                <a:gdLst>
                  <a:gd name="csX0" fmla="*/ 66592 w 132488"/>
                  <a:gd name="csY0" fmla="*/ 200886 h 200636"/>
                  <a:gd name="csX1" fmla="*/ 113434 w 132488"/>
                  <a:gd name="csY1" fmla="*/ 171503 h 200636"/>
                  <a:gd name="csX2" fmla="*/ 132836 w 132488"/>
                  <a:gd name="csY2" fmla="*/ 100567 h 200636"/>
                  <a:gd name="csX3" fmla="*/ 113434 w 132488"/>
                  <a:gd name="csY3" fmla="*/ 29632 h 200636"/>
                  <a:gd name="csX4" fmla="*/ 66592 w 132488"/>
                  <a:gd name="csY4" fmla="*/ 249 h 200636"/>
                  <a:gd name="csX5" fmla="*/ 19750 w 132488"/>
                  <a:gd name="csY5" fmla="*/ 29632 h 200636"/>
                  <a:gd name="csX6" fmla="*/ 347 w 132488"/>
                  <a:gd name="csY6" fmla="*/ 100567 h 200636"/>
                  <a:gd name="csX7" fmla="*/ 19750 w 132488"/>
                  <a:gd name="csY7" fmla="*/ 171503 h 200636"/>
                  <a:gd name="csX8" fmla="*/ 66592 w 132488"/>
                  <a:gd name="csY8" fmla="*/ 20088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92" y="200886"/>
                    </a:moveTo>
                    <a:cubicBezTo>
                      <a:pt x="84160" y="200886"/>
                      <a:pt x="101011" y="190316"/>
                      <a:pt x="113434" y="171503"/>
                    </a:cubicBezTo>
                    <a:cubicBezTo>
                      <a:pt x="125856" y="152691"/>
                      <a:pt x="132836" y="127172"/>
                      <a:pt x="132836" y="100567"/>
                    </a:cubicBezTo>
                    <a:cubicBezTo>
                      <a:pt x="132836" y="73963"/>
                      <a:pt x="125856" y="48444"/>
                      <a:pt x="113434" y="29632"/>
                    </a:cubicBezTo>
                    <a:cubicBezTo>
                      <a:pt x="101011" y="10819"/>
                      <a:pt x="84160" y="249"/>
                      <a:pt x="66592" y="249"/>
                    </a:cubicBezTo>
                    <a:cubicBezTo>
                      <a:pt x="49024" y="249"/>
                      <a:pt x="32173" y="10819"/>
                      <a:pt x="19750" y="29632"/>
                    </a:cubicBezTo>
                    <a:cubicBezTo>
                      <a:pt x="7327" y="48444"/>
                      <a:pt x="347" y="73963"/>
                      <a:pt x="347" y="100567"/>
                    </a:cubicBezTo>
                    <a:cubicBezTo>
                      <a:pt x="347" y="127172"/>
                      <a:pt x="7327" y="152691"/>
                      <a:pt x="19750" y="171503"/>
                    </a:cubicBezTo>
                    <a:cubicBezTo>
                      <a:pt x="32173" y="190316"/>
                      <a:pt x="49024" y="200886"/>
                      <a:pt x="66592" y="200886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53" name="任意多边形: 形状 4552"/>
              <p:cNvSpPr/>
              <p:nvPr/>
            </p:nvSpPr>
            <p:spPr>
              <a:xfrm>
                <a:off x="47290" y="72754"/>
                <a:ext cx="283" cy="283"/>
              </a:xfrm>
              <a:custGeom>
                <a:avLst/>
                <a:gdLst>
                  <a:gd name="csX0" fmla="*/ 66640 w 132488"/>
                  <a:gd name="csY0" fmla="*/ 200885 h 200636"/>
                  <a:gd name="csX1" fmla="*/ 113482 w 132488"/>
                  <a:gd name="csY1" fmla="*/ 171503 h 200636"/>
                  <a:gd name="csX2" fmla="*/ 132884 w 132488"/>
                  <a:gd name="csY2" fmla="*/ 100567 h 200636"/>
                  <a:gd name="csX3" fmla="*/ 113482 w 132488"/>
                  <a:gd name="csY3" fmla="*/ 29631 h 200636"/>
                  <a:gd name="csX4" fmla="*/ 66640 w 132488"/>
                  <a:gd name="csY4" fmla="*/ 248 h 200636"/>
                  <a:gd name="csX5" fmla="*/ 19798 w 132488"/>
                  <a:gd name="csY5" fmla="*/ 29631 h 200636"/>
                  <a:gd name="csX6" fmla="*/ 395 w 132488"/>
                  <a:gd name="csY6" fmla="*/ 100567 h 200636"/>
                  <a:gd name="csX7" fmla="*/ 19798 w 132488"/>
                  <a:gd name="csY7" fmla="*/ 171503 h 200636"/>
                  <a:gd name="csX8" fmla="*/ 66640 w 132488"/>
                  <a:gd name="csY8" fmla="*/ 20088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40" y="200885"/>
                    </a:moveTo>
                    <a:cubicBezTo>
                      <a:pt x="84208" y="200885"/>
                      <a:pt x="101059" y="190315"/>
                      <a:pt x="113482" y="171503"/>
                    </a:cubicBezTo>
                    <a:cubicBezTo>
                      <a:pt x="125904" y="152690"/>
                      <a:pt x="132884" y="127172"/>
                      <a:pt x="132884" y="100567"/>
                    </a:cubicBezTo>
                    <a:cubicBezTo>
                      <a:pt x="132884" y="73962"/>
                      <a:pt x="125904" y="48443"/>
                      <a:pt x="113482" y="29631"/>
                    </a:cubicBezTo>
                    <a:cubicBezTo>
                      <a:pt x="101059" y="10819"/>
                      <a:pt x="84208" y="248"/>
                      <a:pt x="66640" y="248"/>
                    </a:cubicBezTo>
                    <a:cubicBezTo>
                      <a:pt x="49071" y="248"/>
                      <a:pt x="32220" y="10819"/>
                      <a:pt x="19798" y="29631"/>
                    </a:cubicBezTo>
                    <a:cubicBezTo>
                      <a:pt x="7375" y="48443"/>
                      <a:pt x="395" y="73962"/>
                      <a:pt x="395" y="100567"/>
                    </a:cubicBezTo>
                    <a:cubicBezTo>
                      <a:pt x="395" y="127172"/>
                      <a:pt x="7375" y="152690"/>
                      <a:pt x="19798" y="171503"/>
                    </a:cubicBezTo>
                    <a:cubicBezTo>
                      <a:pt x="32220" y="190315"/>
                      <a:pt x="49071" y="200885"/>
                      <a:pt x="66640" y="200885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54" name="任意多边形: 形状 4553"/>
              <p:cNvSpPr/>
              <p:nvPr/>
            </p:nvSpPr>
            <p:spPr>
              <a:xfrm>
                <a:off x="49362" y="72582"/>
                <a:ext cx="283" cy="283"/>
              </a:xfrm>
              <a:custGeom>
                <a:avLst/>
                <a:gdLst>
                  <a:gd name="csX0" fmla="*/ 66687 w 132488"/>
                  <a:gd name="csY0" fmla="*/ 200882 h 200636"/>
                  <a:gd name="csX1" fmla="*/ 113529 w 132488"/>
                  <a:gd name="csY1" fmla="*/ 171500 h 200636"/>
                  <a:gd name="csX2" fmla="*/ 132932 w 132488"/>
                  <a:gd name="csY2" fmla="*/ 100564 h 200636"/>
                  <a:gd name="csX3" fmla="*/ 113529 w 132488"/>
                  <a:gd name="csY3" fmla="*/ 29628 h 200636"/>
                  <a:gd name="csX4" fmla="*/ 66687 w 132488"/>
                  <a:gd name="csY4" fmla="*/ 245 h 200636"/>
                  <a:gd name="csX5" fmla="*/ 19846 w 132488"/>
                  <a:gd name="csY5" fmla="*/ 29628 h 200636"/>
                  <a:gd name="csX6" fmla="*/ 443 w 132488"/>
                  <a:gd name="csY6" fmla="*/ 100564 h 200636"/>
                  <a:gd name="csX7" fmla="*/ 19846 w 132488"/>
                  <a:gd name="csY7" fmla="*/ 171500 h 200636"/>
                  <a:gd name="csX8" fmla="*/ 66687 w 132488"/>
                  <a:gd name="csY8" fmla="*/ 200882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87" y="200882"/>
                    </a:moveTo>
                    <a:cubicBezTo>
                      <a:pt x="84256" y="200882"/>
                      <a:pt x="101107" y="190312"/>
                      <a:pt x="113529" y="171500"/>
                    </a:cubicBezTo>
                    <a:cubicBezTo>
                      <a:pt x="125952" y="152687"/>
                      <a:pt x="132932" y="127169"/>
                      <a:pt x="132932" y="100564"/>
                    </a:cubicBezTo>
                    <a:cubicBezTo>
                      <a:pt x="132932" y="73959"/>
                      <a:pt x="125952" y="48440"/>
                      <a:pt x="113529" y="29628"/>
                    </a:cubicBezTo>
                    <a:cubicBezTo>
                      <a:pt x="101107" y="10816"/>
                      <a:pt x="84256" y="245"/>
                      <a:pt x="66687" y="245"/>
                    </a:cubicBezTo>
                    <a:cubicBezTo>
                      <a:pt x="49119" y="245"/>
                      <a:pt x="32268" y="10816"/>
                      <a:pt x="19846" y="29628"/>
                    </a:cubicBezTo>
                    <a:cubicBezTo>
                      <a:pt x="7423" y="48440"/>
                      <a:pt x="443" y="73959"/>
                      <a:pt x="443" y="100564"/>
                    </a:cubicBezTo>
                    <a:cubicBezTo>
                      <a:pt x="443" y="127169"/>
                      <a:pt x="7423" y="152687"/>
                      <a:pt x="19846" y="171500"/>
                    </a:cubicBezTo>
                    <a:cubicBezTo>
                      <a:pt x="32268" y="190312"/>
                      <a:pt x="49119" y="200882"/>
                      <a:pt x="66687" y="200882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55" name="任意多边形: 形状 4554"/>
              <p:cNvSpPr/>
              <p:nvPr/>
            </p:nvSpPr>
            <p:spPr>
              <a:xfrm>
                <a:off x="51435" y="72079"/>
                <a:ext cx="283" cy="283"/>
              </a:xfrm>
              <a:custGeom>
                <a:avLst/>
                <a:gdLst>
                  <a:gd name="csX0" fmla="*/ 66735 w 132488"/>
                  <a:gd name="csY0" fmla="*/ 200874 h 200636"/>
                  <a:gd name="csX1" fmla="*/ 113577 w 132488"/>
                  <a:gd name="csY1" fmla="*/ 171491 h 200636"/>
                  <a:gd name="csX2" fmla="*/ 132980 w 132488"/>
                  <a:gd name="csY2" fmla="*/ 100555 h 200636"/>
                  <a:gd name="csX3" fmla="*/ 113577 w 132488"/>
                  <a:gd name="csY3" fmla="*/ 29619 h 200636"/>
                  <a:gd name="csX4" fmla="*/ 66735 w 132488"/>
                  <a:gd name="csY4" fmla="*/ 237 h 200636"/>
                  <a:gd name="csX5" fmla="*/ 19893 w 132488"/>
                  <a:gd name="csY5" fmla="*/ 29619 h 200636"/>
                  <a:gd name="csX6" fmla="*/ 491 w 132488"/>
                  <a:gd name="csY6" fmla="*/ 100555 h 200636"/>
                  <a:gd name="csX7" fmla="*/ 19893 w 132488"/>
                  <a:gd name="csY7" fmla="*/ 171491 h 200636"/>
                  <a:gd name="csX8" fmla="*/ 66735 w 132488"/>
                  <a:gd name="csY8" fmla="*/ 20087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735" y="200874"/>
                    </a:moveTo>
                    <a:cubicBezTo>
                      <a:pt x="84303" y="200874"/>
                      <a:pt x="101155" y="190303"/>
                      <a:pt x="113577" y="171491"/>
                    </a:cubicBezTo>
                    <a:cubicBezTo>
                      <a:pt x="126000" y="152679"/>
                      <a:pt x="132980" y="127160"/>
                      <a:pt x="132980" y="100555"/>
                    </a:cubicBezTo>
                    <a:cubicBezTo>
                      <a:pt x="132980" y="73950"/>
                      <a:pt x="126000" y="48432"/>
                      <a:pt x="113577" y="29619"/>
                    </a:cubicBezTo>
                    <a:cubicBezTo>
                      <a:pt x="101155" y="10807"/>
                      <a:pt x="84303" y="237"/>
                      <a:pt x="66735" y="237"/>
                    </a:cubicBezTo>
                    <a:cubicBezTo>
                      <a:pt x="49167" y="237"/>
                      <a:pt x="32316" y="10807"/>
                      <a:pt x="19893" y="29619"/>
                    </a:cubicBezTo>
                    <a:cubicBezTo>
                      <a:pt x="7471" y="48432"/>
                      <a:pt x="491" y="73950"/>
                      <a:pt x="491" y="100555"/>
                    </a:cubicBezTo>
                    <a:cubicBezTo>
                      <a:pt x="491" y="127160"/>
                      <a:pt x="7471" y="152679"/>
                      <a:pt x="19893" y="171491"/>
                    </a:cubicBezTo>
                    <a:cubicBezTo>
                      <a:pt x="32316" y="190303"/>
                      <a:pt x="49167" y="200874"/>
                      <a:pt x="66735" y="200874"/>
                    </a:cubicBezTo>
                    <a:close/>
                  </a:path>
                </a:pathLst>
              </a:custGeom>
              <a:solidFill>
                <a:srgbClr val="607D8B">
                  <a:alpha val="85000"/>
                </a:srgbClr>
              </a:solidFill>
              <a:ln w="101600" cap="flat">
                <a:solidFill>
                  <a:srgbClr val="607D8B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grpSp>
        <p:nvGrpSpPr>
          <p:cNvPr id="517" name="组合 516"/>
          <p:cNvGrpSpPr/>
          <p:nvPr/>
        </p:nvGrpSpPr>
        <p:grpSpPr>
          <a:xfrm>
            <a:off x="20801330" y="31997650"/>
            <a:ext cx="12038330" cy="8948420"/>
            <a:chOff x="32758" y="59703"/>
            <a:chExt cx="18958" cy="14092"/>
          </a:xfrm>
        </p:grpSpPr>
        <p:sp>
          <p:nvSpPr>
            <p:cNvPr id="4557" name="任意多边形: 形状 4556"/>
            <p:cNvSpPr/>
            <p:nvPr/>
          </p:nvSpPr>
          <p:spPr>
            <a:xfrm>
              <a:off x="32887" y="59845"/>
              <a:ext cx="18656" cy="13810"/>
            </a:xfrm>
            <a:custGeom>
              <a:avLst/>
              <a:gdLst>
                <a:gd name="csX0" fmla="*/ 0 w 11397904"/>
                <a:gd name="csY0" fmla="*/ 0 h 9728338"/>
                <a:gd name="csX1" fmla="*/ 1266434 w 11397904"/>
                <a:gd name="csY1" fmla="*/ 6629400 h 9728338"/>
                <a:gd name="csX2" fmla="*/ 2532868 w 11397904"/>
                <a:gd name="csY2" fmla="*/ 8641374 h 9728338"/>
                <a:gd name="csX3" fmla="*/ 3799302 w 11397904"/>
                <a:gd name="csY3" fmla="*/ 9442793 h 9728338"/>
                <a:gd name="csX4" fmla="*/ 5065735 w 11397904"/>
                <a:gd name="csY4" fmla="*/ 9682402 h 9728338"/>
                <a:gd name="csX5" fmla="*/ 6332169 w 11397904"/>
                <a:gd name="csY5" fmla="*/ 9728338 h 9728338"/>
                <a:gd name="csX6" fmla="*/ 7598603 w 11397904"/>
                <a:gd name="csY6" fmla="*/ 9664369 h 9728338"/>
                <a:gd name="csX7" fmla="*/ 8865036 w 11397904"/>
                <a:gd name="csY7" fmla="*/ 9421453 h 9728338"/>
                <a:gd name="csX8" fmla="*/ 10131470 w 11397904"/>
                <a:gd name="csY8" fmla="*/ 8778196 h 9728338"/>
                <a:gd name="csX9" fmla="*/ 11397904 w 11397904"/>
                <a:gd name="csY9" fmla="*/ 7716821 h 9728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397904" h="9728338">
                  <a:moveTo>
                    <a:pt x="0" y="0"/>
                  </a:moveTo>
                  <a:lnTo>
                    <a:pt x="1266434" y="6629400"/>
                  </a:lnTo>
                  <a:lnTo>
                    <a:pt x="2532868" y="8641374"/>
                  </a:lnTo>
                  <a:lnTo>
                    <a:pt x="3799302" y="9442793"/>
                  </a:lnTo>
                  <a:lnTo>
                    <a:pt x="5065735" y="9682402"/>
                  </a:lnTo>
                  <a:lnTo>
                    <a:pt x="6332169" y="9728338"/>
                  </a:lnTo>
                  <a:lnTo>
                    <a:pt x="7598603" y="9664369"/>
                  </a:lnTo>
                  <a:lnTo>
                    <a:pt x="8865036" y="9421453"/>
                  </a:lnTo>
                  <a:lnTo>
                    <a:pt x="10131470" y="8778196"/>
                  </a:lnTo>
                  <a:lnTo>
                    <a:pt x="11397904" y="7716821"/>
                  </a:lnTo>
                </a:path>
              </a:pathLst>
            </a:custGeom>
            <a:noFill/>
            <a:ln w="101600" cap="sq">
              <a:solidFill>
                <a:srgbClr val="9C27B0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16" name="组合 515"/>
            <p:cNvGrpSpPr/>
            <p:nvPr/>
          </p:nvGrpSpPr>
          <p:grpSpPr>
            <a:xfrm>
              <a:off x="32758" y="59703"/>
              <a:ext cx="18958" cy="14092"/>
              <a:chOff x="32758" y="59703"/>
              <a:chExt cx="18958" cy="14092"/>
            </a:xfrm>
          </p:grpSpPr>
          <p:sp>
            <p:nvSpPr>
              <p:cNvPr id="4559" name="任意多边形: 形状 4558"/>
              <p:cNvSpPr/>
              <p:nvPr/>
            </p:nvSpPr>
            <p:spPr>
              <a:xfrm>
                <a:off x="32758" y="59703"/>
                <a:ext cx="283" cy="283"/>
              </a:xfrm>
              <a:custGeom>
                <a:avLst/>
                <a:gdLst>
                  <a:gd name="csX0" fmla="*/ 66305 w 132488"/>
                  <a:gd name="csY0" fmla="*/ 200656 h 200636"/>
                  <a:gd name="csX1" fmla="*/ 113147 w 132488"/>
                  <a:gd name="csY1" fmla="*/ 171274 h 200636"/>
                  <a:gd name="csX2" fmla="*/ 132550 w 132488"/>
                  <a:gd name="csY2" fmla="*/ 100338 h 200636"/>
                  <a:gd name="csX3" fmla="*/ 113147 w 132488"/>
                  <a:gd name="csY3" fmla="*/ 29402 h 200636"/>
                  <a:gd name="csX4" fmla="*/ 66305 w 132488"/>
                  <a:gd name="csY4" fmla="*/ 19 h 200636"/>
                  <a:gd name="csX5" fmla="*/ 19463 w 132488"/>
                  <a:gd name="csY5" fmla="*/ 29402 h 200636"/>
                  <a:gd name="csX6" fmla="*/ 61 w 132488"/>
                  <a:gd name="csY6" fmla="*/ 100338 h 200636"/>
                  <a:gd name="csX7" fmla="*/ 19463 w 132488"/>
                  <a:gd name="csY7" fmla="*/ 171274 h 200636"/>
                  <a:gd name="csX8" fmla="*/ 66305 w 132488"/>
                  <a:gd name="csY8" fmla="*/ 20065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05" y="200656"/>
                    </a:moveTo>
                    <a:cubicBezTo>
                      <a:pt x="83873" y="200656"/>
                      <a:pt x="100724" y="190086"/>
                      <a:pt x="113147" y="171274"/>
                    </a:cubicBezTo>
                    <a:cubicBezTo>
                      <a:pt x="125570" y="152461"/>
                      <a:pt x="132550" y="126943"/>
                      <a:pt x="132550" y="100338"/>
                    </a:cubicBezTo>
                    <a:cubicBezTo>
                      <a:pt x="132550" y="73733"/>
                      <a:pt x="125570" y="48214"/>
                      <a:pt x="113147" y="29402"/>
                    </a:cubicBezTo>
                    <a:cubicBezTo>
                      <a:pt x="100724" y="10590"/>
                      <a:pt x="83873" y="19"/>
                      <a:pt x="66305" y="19"/>
                    </a:cubicBezTo>
                    <a:cubicBezTo>
                      <a:pt x="48737" y="19"/>
                      <a:pt x="31886" y="10590"/>
                      <a:pt x="19463" y="29402"/>
                    </a:cubicBezTo>
                    <a:cubicBezTo>
                      <a:pt x="7041" y="48214"/>
                      <a:pt x="61" y="73733"/>
                      <a:pt x="61" y="100338"/>
                    </a:cubicBezTo>
                    <a:cubicBezTo>
                      <a:pt x="61" y="126943"/>
                      <a:pt x="7041" y="152461"/>
                      <a:pt x="19463" y="171274"/>
                    </a:cubicBezTo>
                    <a:cubicBezTo>
                      <a:pt x="31886" y="190086"/>
                      <a:pt x="48737" y="200656"/>
                      <a:pt x="66305" y="200656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0" name="任意多边形: 形状 4559"/>
              <p:cNvSpPr/>
              <p:nvPr/>
            </p:nvSpPr>
            <p:spPr>
              <a:xfrm>
                <a:off x="34852" y="69114"/>
                <a:ext cx="283" cy="283"/>
              </a:xfrm>
              <a:custGeom>
                <a:avLst/>
                <a:gdLst>
                  <a:gd name="csX0" fmla="*/ 66353 w 132488"/>
                  <a:gd name="csY0" fmla="*/ 200821 h 200636"/>
                  <a:gd name="csX1" fmla="*/ 113195 w 132488"/>
                  <a:gd name="csY1" fmla="*/ 171439 h 200636"/>
                  <a:gd name="csX2" fmla="*/ 132597 w 132488"/>
                  <a:gd name="csY2" fmla="*/ 100503 h 200636"/>
                  <a:gd name="csX3" fmla="*/ 113195 w 132488"/>
                  <a:gd name="csY3" fmla="*/ 29567 h 200636"/>
                  <a:gd name="csX4" fmla="*/ 66353 w 132488"/>
                  <a:gd name="csY4" fmla="*/ 185 h 200636"/>
                  <a:gd name="csX5" fmla="*/ 19511 w 132488"/>
                  <a:gd name="csY5" fmla="*/ 29567 h 200636"/>
                  <a:gd name="csX6" fmla="*/ 109 w 132488"/>
                  <a:gd name="csY6" fmla="*/ 100503 h 200636"/>
                  <a:gd name="csX7" fmla="*/ 19511 w 132488"/>
                  <a:gd name="csY7" fmla="*/ 171439 h 200636"/>
                  <a:gd name="csX8" fmla="*/ 66353 w 132488"/>
                  <a:gd name="csY8" fmla="*/ 20082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53" y="200821"/>
                    </a:moveTo>
                    <a:cubicBezTo>
                      <a:pt x="83921" y="200821"/>
                      <a:pt x="100772" y="190251"/>
                      <a:pt x="113195" y="171439"/>
                    </a:cubicBezTo>
                    <a:cubicBezTo>
                      <a:pt x="125617" y="152626"/>
                      <a:pt x="132597" y="127108"/>
                      <a:pt x="132597" y="100503"/>
                    </a:cubicBezTo>
                    <a:cubicBezTo>
                      <a:pt x="132597" y="73898"/>
                      <a:pt x="125617" y="48380"/>
                      <a:pt x="113195" y="29567"/>
                    </a:cubicBezTo>
                    <a:cubicBezTo>
                      <a:pt x="100772" y="10755"/>
                      <a:pt x="83921" y="185"/>
                      <a:pt x="66353" y="185"/>
                    </a:cubicBezTo>
                    <a:cubicBezTo>
                      <a:pt x="48785" y="185"/>
                      <a:pt x="31934" y="10755"/>
                      <a:pt x="19511" y="29567"/>
                    </a:cubicBezTo>
                    <a:cubicBezTo>
                      <a:pt x="7088" y="48380"/>
                      <a:pt x="109" y="73898"/>
                      <a:pt x="109" y="100503"/>
                    </a:cubicBezTo>
                    <a:cubicBezTo>
                      <a:pt x="109" y="127108"/>
                      <a:pt x="7088" y="152626"/>
                      <a:pt x="19511" y="171439"/>
                    </a:cubicBezTo>
                    <a:cubicBezTo>
                      <a:pt x="31934" y="190251"/>
                      <a:pt x="48785" y="200821"/>
                      <a:pt x="66353" y="200821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1" name="任意多边形: 形状 4560"/>
              <p:cNvSpPr/>
              <p:nvPr/>
            </p:nvSpPr>
            <p:spPr>
              <a:xfrm>
                <a:off x="36924" y="71970"/>
                <a:ext cx="283" cy="283"/>
              </a:xfrm>
              <a:custGeom>
                <a:avLst/>
                <a:gdLst>
                  <a:gd name="csX0" fmla="*/ 66401 w 132488"/>
                  <a:gd name="csY0" fmla="*/ 200872 h 200636"/>
                  <a:gd name="csX1" fmla="*/ 113243 w 132488"/>
                  <a:gd name="csY1" fmla="*/ 171489 h 200636"/>
                  <a:gd name="csX2" fmla="*/ 132645 w 132488"/>
                  <a:gd name="csY2" fmla="*/ 100553 h 200636"/>
                  <a:gd name="csX3" fmla="*/ 113243 w 132488"/>
                  <a:gd name="csY3" fmla="*/ 29617 h 200636"/>
                  <a:gd name="csX4" fmla="*/ 66401 w 132488"/>
                  <a:gd name="csY4" fmla="*/ 235 h 200636"/>
                  <a:gd name="csX5" fmla="*/ 19559 w 132488"/>
                  <a:gd name="csY5" fmla="*/ 29617 h 200636"/>
                  <a:gd name="csX6" fmla="*/ 156 w 132488"/>
                  <a:gd name="csY6" fmla="*/ 100553 h 200636"/>
                  <a:gd name="csX7" fmla="*/ 19559 w 132488"/>
                  <a:gd name="csY7" fmla="*/ 171489 h 200636"/>
                  <a:gd name="csX8" fmla="*/ 66401 w 132488"/>
                  <a:gd name="csY8" fmla="*/ 200872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01" y="200872"/>
                    </a:moveTo>
                    <a:cubicBezTo>
                      <a:pt x="83969" y="200872"/>
                      <a:pt x="100820" y="190301"/>
                      <a:pt x="113243" y="171489"/>
                    </a:cubicBezTo>
                    <a:cubicBezTo>
                      <a:pt x="125665" y="152677"/>
                      <a:pt x="132645" y="127158"/>
                      <a:pt x="132645" y="100553"/>
                    </a:cubicBezTo>
                    <a:cubicBezTo>
                      <a:pt x="132645" y="73948"/>
                      <a:pt x="125665" y="48430"/>
                      <a:pt x="113243" y="29617"/>
                    </a:cubicBezTo>
                    <a:cubicBezTo>
                      <a:pt x="100820" y="10805"/>
                      <a:pt x="83969" y="235"/>
                      <a:pt x="66401" y="235"/>
                    </a:cubicBezTo>
                    <a:cubicBezTo>
                      <a:pt x="48832" y="235"/>
                      <a:pt x="31981" y="10805"/>
                      <a:pt x="19559" y="29617"/>
                    </a:cubicBezTo>
                    <a:cubicBezTo>
                      <a:pt x="7136" y="48430"/>
                      <a:pt x="156" y="73948"/>
                      <a:pt x="156" y="100553"/>
                    </a:cubicBezTo>
                    <a:cubicBezTo>
                      <a:pt x="156" y="127158"/>
                      <a:pt x="7136" y="152677"/>
                      <a:pt x="19559" y="171489"/>
                    </a:cubicBezTo>
                    <a:cubicBezTo>
                      <a:pt x="31981" y="190301"/>
                      <a:pt x="48832" y="200872"/>
                      <a:pt x="66401" y="200872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2" name="任意多边形: 形状 4561"/>
              <p:cNvSpPr/>
              <p:nvPr/>
            </p:nvSpPr>
            <p:spPr>
              <a:xfrm>
                <a:off x="38997" y="73108"/>
                <a:ext cx="283" cy="283"/>
              </a:xfrm>
              <a:custGeom>
                <a:avLst/>
                <a:gdLst>
                  <a:gd name="csX0" fmla="*/ 66448 w 132488"/>
                  <a:gd name="csY0" fmla="*/ 200892 h 200636"/>
                  <a:gd name="csX1" fmla="*/ 113290 w 132488"/>
                  <a:gd name="csY1" fmla="*/ 171509 h 200636"/>
                  <a:gd name="csX2" fmla="*/ 132693 w 132488"/>
                  <a:gd name="csY2" fmla="*/ 100573 h 200636"/>
                  <a:gd name="csX3" fmla="*/ 113290 w 132488"/>
                  <a:gd name="csY3" fmla="*/ 29637 h 200636"/>
                  <a:gd name="csX4" fmla="*/ 66448 w 132488"/>
                  <a:gd name="csY4" fmla="*/ 255 h 200636"/>
                  <a:gd name="csX5" fmla="*/ 19607 w 132488"/>
                  <a:gd name="csY5" fmla="*/ 29637 h 200636"/>
                  <a:gd name="csX6" fmla="*/ 204 w 132488"/>
                  <a:gd name="csY6" fmla="*/ 100573 h 200636"/>
                  <a:gd name="csX7" fmla="*/ 19607 w 132488"/>
                  <a:gd name="csY7" fmla="*/ 171509 h 200636"/>
                  <a:gd name="csX8" fmla="*/ 66448 w 132488"/>
                  <a:gd name="csY8" fmla="*/ 200892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48" y="200892"/>
                    </a:moveTo>
                    <a:cubicBezTo>
                      <a:pt x="84017" y="200892"/>
                      <a:pt x="100868" y="190321"/>
                      <a:pt x="113290" y="171509"/>
                    </a:cubicBezTo>
                    <a:cubicBezTo>
                      <a:pt x="125713" y="152697"/>
                      <a:pt x="132693" y="127178"/>
                      <a:pt x="132693" y="100573"/>
                    </a:cubicBezTo>
                    <a:cubicBezTo>
                      <a:pt x="132693" y="73968"/>
                      <a:pt x="125713" y="48450"/>
                      <a:pt x="113290" y="29637"/>
                    </a:cubicBezTo>
                    <a:cubicBezTo>
                      <a:pt x="100868" y="10825"/>
                      <a:pt x="84017" y="255"/>
                      <a:pt x="66448" y="255"/>
                    </a:cubicBezTo>
                    <a:cubicBezTo>
                      <a:pt x="48880" y="255"/>
                      <a:pt x="32029" y="10825"/>
                      <a:pt x="19607" y="29637"/>
                    </a:cubicBezTo>
                    <a:cubicBezTo>
                      <a:pt x="7184" y="48450"/>
                      <a:pt x="204" y="73968"/>
                      <a:pt x="204" y="100573"/>
                    </a:cubicBezTo>
                    <a:cubicBezTo>
                      <a:pt x="204" y="127178"/>
                      <a:pt x="7184" y="152697"/>
                      <a:pt x="19607" y="171509"/>
                    </a:cubicBezTo>
                    <a:cubicBezTo>
                      <a:pt x="32029" y="190321"/>
                      <a:pt x="48880" y="200892"/>
                      <a:pt x="66448" y="200892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3" name="任意多边形: 形状 4562"/>
              <p:cNvSpPr/>
              <p:nvPr/>
            </p:nvSpPr>
            <p:spPr>
              <a:xfrm>
                <a:off x="41070" y="73448"/>
                <a:ext cx="283" cy="283"/>
              </a:xfrm>
              <a:custGeom>
                <a:avLst/>
                <a:gdLst>
                  <a:gd name="csX0" fmla="*/ 66496 w 132488"/>
                  <a:gd name="csY0" fmla="*/ 200898 h 200636"/>
                  <a:gd name="csX1" fmla="*/ 113338 w 132488"/>
                  <a:gd name="csY1" fmla="*/ 171515 h 200636"/>
                  <a:gd name="csX2" fmla="*/ 132741 w 132488"/>
                  <a:gd name="csY2" fmla="*/ 100579 h 200636"/>
                  <a:gd name="csX3" fmla="*/ 113338 w 132488"/>
                  <a:gd name="csY3" fmla="*/ 29643 h 200636"/>
                  <a:gd name="csX4" fmla="*/ 66496 w 132488"/>
                  <a:gd name="csY4" fmla="*/ 261 h 200636"/>
                  <a:gd name="csX5" fmla="*/ 19654 w 132488"/>
                  <a:gd name="csY5" fmla="*/ 29643 h 200636"/>
                  <a:gd name="csX6" fmla="*/ 252 w 132488"/>
                  <a:gd name="csY6" fmla="*/ 100579 h 200636"/>
                  <a:gd name="csX7" fmla="*/ 19654 w 132488"/>
                  <a:gd name="csY7" fmla="*/ 171515 h 200636"/>
                  <a:gd name="csX8" fmla="*/ 66496 w 132488"/>
                  <a:gd name="csY8" fmla="*/ 20089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96" y="200898"/>
                    </a:moveTo>
                    <a:cubicBezTo>
                      <a:pt x="84065" y="200898"/>
                      <a:pt x="100916" y="190327"/>
                      <a:pt x="113338" y="171515"/>
                    </a:cubicBezTo>
                    <a:cubicBezTo>
                      <a:pt x="125761" y="152703"/>
                      <a:pt x="132741" y="127184"/>
                      <a:pt x="132741" y="100579"/>
                    </a:cubicBezTo>
                    <a:cubicBezTo>
                      <a:pt x="132741" y="73974"/>
                      <a:pt x="125761" y="48456"/>
                      <a:pt x="113338" y="29643"/>
                    </a:cubicBezTo>
                    <a:cubicBezTo>
                      <a:pt x="100916" y="10831"/>
                      <a:pt x="84065" y="261"/>
                      <a:pt x="66496" y="261"/>
                    </a:cubicBezTo>
                    <a:cubicBezTo>
                      <a:pt x="48928" y="261"/>
                      <a:pt x="32077" y="10831"/>
                      <a:pt x="19654" y="29643"/>
                    </a:cubicBezTo>
                    <a:cubicBezTo>
                      <a:pt x="7232" y="48456"/>
                      <a:pt x="252" y="73974"/>
                      <a:pt x="252" y="100579"/>
                    </a:cubicBezTo>
                    <a:cubicBezTo>
                      <a:pt x="252" y="127184"/>
                      <a:pt x="7232" y="152703"/>
                      <a:pt x="19654" y="171515"/>
                    </a:cubicBezTo>
                    <a:cubicBezTo>
                      <a:pt x="32077" y="190327"/>
                      <a:pt x="48928" y="200898"/>
                      <a:pt x="66496" y="200898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4" name="任意多边形: 形状 4563"/>
              <p:cNvSpPr/>
              <p:nvPr/>
            </p:nvSpPr>
            <p:spPr>
              <a:xfrm>
                <a:off x="43143" y="73513"/>
                <a:ext cx="283" cy="283"/>
              </a:xfrm>
              <a:custGeom>
                <a:avLst/>
                <a:gdLst>
                  <a:gd name="csX0" fmla="*/ 66544 w 132488"/>
                  <a:gd name="csY0" fmla="*/ 200899 h 200636"/>
                  <a:gd name="csX1" fmla="*/ 113386 w 132488"/>
                  <a:gd name="csY1" fmla="*/ 171516 h 200636"/>
                  <a:gd name="csX2" fmla="*/ 132788 w 132488"/>
                  <a:gd name="csY2" fmla="*/ 100580 h 200636"/>
                  <a:gd name="csX3" fmla="*/ 113386 w 132488"/>
                  <a:gd name="csY3" fmla="*/ 29644 h 200636"/>
                  <a:gd name="csX4" fmla="*/ 66544 w 132488"/>
                  <a:gd name="csY4" fmla="*/ 262 h 200636"/>
                  <a:gd name="csX5" fmla="*/ 19702 w 132488"/>
                  <a:gd name="csY5" fmla="*/ 29644 h 200636"/>
                  <a:gd name="csX6" fmla="*/ 300 w 132488"/>
                  <a:gd name="csY6" fmla="*/ 100580 h 200636"/>
                  <a:gd name="csX7" fmla="*/ 19702 w 132488"/>
                  <a:gd name="csY7" fmla="*/ 171516 h 200636"/>
                  <a:gd name="csX8" fmla="*/ 66544 w 132488"/>
                  <a:gd name="csY8" fmla="*/ 20089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44" y="200899"/>
                    </a:moveTo>
                    <a:cubicBezTo>
                      <a:pt x="84112" y="200899"/>
                      <a:pt x="100963" y="190329"/>
                      <a:pt x="113386" y="171516"/>
                    </a:cubicBezTo>
                    <a:cubicBezTo>
                      <a:pt x="125809" y="152704"/>
                      <a:pt x="132788" y="127185"/>
                      <a:pt x="132788" y="100580"/>
                    </a:cubicBezTo>
                    <a:cubicBezTo>
                      <a:pt x="132788" y="73975"/>
                      <a:pt x="125809" y="48457"/>
                      <a:pt x="113386" y="29644"/>
                    </a:cubicBezTo>
                    <a:cubicBezTo>
                      <a:pt x="100963" y="10832"/>
                      <a:pt x="84112" y="262"/>
                      <a:pt x="66544" y="262"/>
                    </a:cubicBezTo>
                    <a:cubicBezTo>
                      <a:pt x="48976" y="262"/>
                      <a:pt x="32125" y="10832"/>
                      <a:pt x="19702" y="29644"/>
                    </a:cubicBezTo>
                    <a:cubicBezTo>
                      <a:pt x="7280" y="48457"/>
                      <a:pt x="300" y="73975"/>
                      <a:pt x="300" y="100580"/>
                    </a:cubicBezTo>
                    <a:cubicBezTo>
                      <a:pt x="300" y="127185"/>
                      <a:pt x="7280" y="152704"/>
                      <a:pt x="19702" y="171516"/>
                    </a:cubicBezTo>
                    <a:cubicBezTo>
                      <a:pt x="32125" y="190329"/>
                      <a:pt x="48976" y="200899"/>
                      <a:pt x="66544" y="200899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5" name="任意多边形: 形状 4564"/>
              <p:cNvSpPr/>
              <p:nvPr/>
            </p:nvSpPr>
            <p:spPr>
              <a:xfrm>
                <a:off x="45216" y="73423"/>
                <a:ext cx="283" cy="283"/>
              </a:xfrm>
              <a:custGeom>
                <a:avLst/>
                <a:gdLst>
                  <a:gd name="csX0" fmla="*/ 66592 w 132488"/>
                  <a:gd name="csY0" fmla="*/ 200897 h 200636"/>
                  <a:gd name="csX1" fmla="*/ 113434 w 132488"/>
                  <a:gd name="csY1" fmla="*/ 171515 h 200636"/>
                  <a:gd name="csX2" fmla="*/ 132836 w 132488"/>
                  <a:gd name="csY2" fmla="*/ 100579 h 200636"/>
                  <a:gd name="csX3" fmla="*/ 113434 w 132488"/>
                  <a:gd name="csY3" fmla="*/ 29643 h 200636"/>
                  <a:gd name="csX4" fmla="*/ 66592 w 132488"/>
                  <a:gd name="csY4" fmla="*/ 260 h 200636"/>
                  <a:gd name="csX5" fmla="*/ 19750 w 132488"/>
                  <a:gd name="csY5" fmla="*/ 29643 h 200636"/>
                  <a:gd name="csX6" fmla="*/ 347 w 132488"/>
                  <a:gd name="csY6" fmla="*/ 100579 h 200636"/>
                  <a:gd name="csX7" fmla="*/ 19750 w 132488"/>
                  <a:gd name="csY7" fmla="*/ 171515 h 200636"/>
                  <a:gd name="csX8" fmla="*/ 66592 w 132488"/>
                  <a:gd name="csY8" fmla="*/ 200897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92" y="200897"/>
                    </a:moveTo>
                    <a:cubicBezTo>
                      <a:pt x="84160" y="200897"/>
                      <a:pt x="101011" y="190327"/>
                      <a:pt x="113434" y="171515"/>
                    </a:cubicBezTo>
                    <a:cubicBezTo>
                      <a:pt x="125856" y="152702"/>
                      <a:pt x="132836" y="127183"/>
                      <a:pt x="132836" y="100579"/>
                    </a:cubicBezTo>
                    <a:cubicBezTo>
                      <a:pt x="132836" y="73974"/>
                      <a:pt x="125856" y="48455"/>
                      <a:pt x="113434" y="29643"/>
                    </a:cubicBezTo>
                    <a:cubicBezTo>
                      <a:pt x="101011" y="10830"/>
                      <a:pt x="84160" y="260"/>
                      <a:pt x="66592" y="260"/>
                    </a:cubicBezTo>
                    <a:cubicBezTo>
                      <a:pt x="49024" y="260"/>
                      <a:pt x="32173" y="10830"/>
                      <a:pt x="19750" y="29643"/>
                    </a:cubicBezTo>
                    <a:cubicBezTo>
                      <a:pt x="7327" y="48455"/>
                      <a:pt x="347" y="73974"/>
                      <a:pt x="347" y="100579"/>
                    </a:cubicBezTo>
                    <a:cubicBezTo>
                      <a:pt x="347" y="127183"/>
                      <a:pt x="7327" y="152702"/>
                      <a:pt x="19750" y="171515"/>
                    </a:cubicBezTo>
                    <a:cubicBezTo>
                      <a:pt x="32173" y="190327"/>
                      <a:pt x="49024" y="200897"/>
                      <a:pt x="66592" y="200897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6" name="任意多边形: 形状 4565"/>
              <p:cNvSpPr/>
              <p:nvPr/>
            </p:nvSpPr>
            <p:spPr>
              <a:xfrm>
                <a:off x="47289" y="73078"/>
                <a:ext cx="283" cy="283"/>
              </a:xfrm>
              <a:custGeom>
                <a:avLst/>
                <a:gdLst>
                  <a:gd name="csX0" fmla="*/ 66640 w 132488"/>
                  <a:gd name="csY0" fmla="*/ 200891 h 200636"/>
                  <a:gd name="csX1" fmla="*/ 113482 w 132488"/>
                  <a:gd name="csY1" fmla="*/ 171508 h 200636"/>
                  <a:gd name="csX2" fmla="*/ 132884 w 132488"/>
                  <a:gd name="csY2" fmla="*/ 100573 h 200636"/>
                  <a:gd name="csX3" fmla="*/ 113482 w 132488"/>
                  <a:gd name="csY3" fmla="*/ 29637 h 200636"/>
                  <a:gd name="csX4" fmla="*/ 66640 w 132488"/>
                  <a:gd name="csY4" fmla="*/ 254 h 200636"/>
                  <a:gd name="csX5" fmla="*/ 19798 w 132488"/>
                  <a:gd name="csY5" fmla="*/ 29637 h 200636"/>
                  <a:gd name="csX6" fmla="*/ 395 w 132488"/>
                  <a:gd name="csY6" fmla="*/ 100573 h 200636"/>
                  <a:gd name="csX7" fmla="*/ 19798 w 132488"/>
                  <a:gd name="csY7" fmla="*/ 171508 h 200636"/>
                  <a:gd name="csX8" fmla="*/ 66640 w 132488"/>
                  <a:gd name="csY8" fmla="*/ 20089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40" y="200891"/>
                    </a:moveTo>
                    <a:cubicBezTo>
                      <a:pt x="84208" y="200891"/>
                      <a:pt x="101059" y="190321"/>
                      <a:pt x="113482" y="171508"/>
                    </a:cubicBezTo>
                    <a:cubicBezTo>
                      <a:pt x="125904" y="152696"/>
                      <a:pt x="132884" y="127177"/>
                      <a:pt x="132884" y="100573"/>
                    </a:cubicBezTo>
                    <a:cubicBezTo>
                      <a:pt x="132884" y="73968"/>
                      <a:pt x="125904" y="48449"/>
                      <a:pt x="113482" y="29637"/>
                    </a:cubicBezTo>
                    <a:cubicBezTo>
                      <a:pt x="101059" y="10824"/>
                      <a:pt x="84208" y="254"/>
                      <a:pt x="66640" y="254"/>
                    </a:cubicBezTo>
                    <a:cubicBezTo>
                      <a:pt x="49071" y="254"/>
                      <a:pt x="32220" y="10824"/>
                      <a:pt x="19798" y="29637"/>
                    </a:cubicBezTo>
                    <a:cubicBezTo>
                      <a:pt x="7375" y="48449"/>
                      <a:pt x="395" y="73968"/>
                      <a:pt x="395" y="100573"/>
                    </a:cubicBezTo>
                    <a:cubicBezTo>
                      <a:pt x="395" y="127177"/>
                      <a:pt x="7375" y="152696"/>
                      <a:pt x="19798" y="171508"/>
                    </a:cubicBezTo>
                    <a:cubicBezTo>
                      <a:pt x="32220" y="190321"/>
                      <a:pt x="49071" y="200891"/>
                      <a:pt x="66640" y="200891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7" name="任意多边形: 形状 4566"/>
              <p:cNvSpPr/>
              <p:nvPr/>
            </p:nvSpPr>
            <p:spPr>
              <a:xfrm>
                <a:off x="49362" y="72165"/>
                <a:ext cx="283" cy="283"/>
              </a:xfrm>
              <a:custGeom>
                <a:avLst/>
                <a:gdLst>
                  <a:gd name="csX0" fmla="*/ 66687 w 132488"/>
                  <a:gd name="csY0" fmla="*/ 200875 h 200636"/>
                  <a:gd name="csX1" fmla="*/ 113529 w 132488"/>
                  <a:gd name="csY1" fmla="*/ 171492 h 200636"/>
                  <a:gd name="csX2" fmla="*/ 132932 w 132488"/>
                  <a:gd name="csY2" fmla="*/ 100557 h 200636"/>
                  <a:gd name="csX3" fmla="*/ 113529 w 132488"/>
                  <a:gd name="csY3" fmla="*/ 29621 h 200636"/>
                  <a:gd name="csX4" fmla="*/ 66687 w 132488"/>
                  <a:gd name="csY4" fmla="*/ 238 h 200636"/>
                  <a:gd name="csX5" fmla="*/ 19846 w 132488"/>
                  <a:gd name="csY5" fmla="*/ 29621 h 200636"/>
                  <a:gd name="csX6" fmla="*/ 443 w 132488"/>
                  <a:gd name="csY6" fmla="*/ 100557 h 200636"/>
                  <a:gd name="csX7" fmla="*/ 19846 w 132488"/>
                  <a:gd name="csY7" fmla="*/ 171492 h 200636"/>
                  <a:gd name="csX8" fmla="*/ 66687 w 132488"/>
                  <a:gd name="csY8" fmla="*/ 20087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87" y="200875"/>
                    </a:moveTo>
                    <a:cubicBezTo>
                      <a:pt x="84256" y="200875"/>
                      <a:pt x="101107" y="190305"/>
                      <a:pt x="113529" y="171492"/>
                    </a:cubicBezTo>
                    <a:cubicBezTo>
                      <a:pt x="125952" y="152680"/>
                      <a:pt x="132932" y="127161"/>
                      <a:pt x="132932" y="100557"/>
                    </a:cubicBezTo>
                    <a:cubicBezTo>
                      <a:pt x="132932" y="73952"/>
                      <a:pt x="125952" y="48433"/>
                      <a:pt x="113529" y="29621"/>
                    </a:cubicBezTo>
                    <a:cubicBezTo>
                      <a:pt x="101107" y="10808"/>
                      <a:pt x="84256" y="238"/>
                      <a:pt x="66687" y="238"/>
                    </a:cubicBezTo>
                    <a:cubicBezTo>
                      <a:pt x="49119" y="238"/>
                      <a:pt x="32268" y="10808"/>
                      <a:pt x="19846" y="29621"/>
                    </a:cubicBezTo>
                    <a:cubicBezTo>
                      <a:pt x="7423" y="48433"/>
                      <a:pt x="443" y="73952"/>
                      <a:pt x="443" y="100557"/>
                    </a:cubicBezTo>
                    <a:cubicBezTo>
                      <a:pt x="443" y="127161"/>
                      <a:pt x="7423" y="152680"/>
                      <a:pt x="19846" y="171492"/>
                    </a:cubicBezTo>
                    <a:cubicBezTo>
                      <a:pt x="32268" y="190305"/>
                      <a:pt x="49119" y="200875"/>
                      <a:pt x="66687" y="200875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68" name="任意多边形: 形状 4567"/>
              <p:cNvSpPr/>
              <p:nvPr/>
            </p:nvSpPr>
            <p:spPr>
              <a:xfrm>
                <a:off x="51434" y="70658"/>
                <a:ext cx="283" cy="283"/>
              </a:xfrm>
              <a:custGeom>
                <a:avLst/>
                <a:gdLst>
                  <a:gd name="csX0" fmla="*/ 66735 w 132488"/>
                  <a:gd name="csY0" fmla="*/ 200849 h 200636"/>
                  <a:gd name="csX1" fmla="*/ 113577 w 132488"/>
                  <a:gd name="csY1" fmla="*/ 171466 h 200636"/>
                  <a:gd name="csX2" fmla="*/ 132980 w 132488"/>
                  <a:gd name="csY2" fmla="*/ 100530 h 200636"/>
                  <a:gd name="csX3" fmla="*/ 113577 w 132488"/>
                  <a:gd name="csY3" fmla="*/ 29594 h 200636"/>
                  <a:gd name="csX4" fmla="*/ 66735 w 132488"/>
                  <a:gd name="csY4" fmla="*/ 212 h 200636"/>
                  <a:gd name="csX5" fmla="*/ 19893 w 132488"/>
                  <a:gd name="csY5" fmla="*/ 29594 h 200636"/>
                  <a:gd name="csX6" fmla="*/ 491 w 132488"/>
                  <a:gd name="csY6" fmla="*/ 100530 h 200636"/>
                  <a:gd name="csX7" fmla="*/ 19893 w 132488"/>
                  <a:gd name="csY7" fmla="*/ 171466 h 200636"/>
                  <a:gd name="csX8" fmla="*/ 66735 w 132488"/>
                  <a:gd name="csY8" fmla="*/ 20084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735" y="200849"/>
                    </a:moveTo>
                    <a:cubicBezTo>
                      <a:pt x="84303" y="200849"/>
                      <a:pt x="101155" y="190278"/>
                      <a:pt x="113577" y="171466"/>
                    </a:cubicBezTo>
                    <a:cubicBezTo>
                      <a:pt x="126000" y="152654"/>
                      <a:pt x="132980" y="127135"/>
                      <a:pt x="132980" y="100530"/>
                    </a:cubicBezTo>
                    <a:cubicBezTo>
                      <a:pt x="132980" y="73925"/>
                      <a:pt x="126000" y="48407"/>
                      <a:pt x="113577" y="29594"/>
                    </a:cubicBezTo>
                    <a:cubicBezTo>
                      <a:pt x="101155" y="10782"/>
                      <a:pt x="84303" y="212"/>
                      <a:pt x="66735" y="212"/>
                    </a:cubicBezTo>
                    <a:cubicBezTo>
                      <a:pt x="49167" y="212"/>
                      <a:pt x="32316" y="10782"/>
                      <a:pt x="19893" y="29594"/>
                    </a:cubicBezTo>
                    <a:cubicBezTo>
                      <a:pt x="7471" y="48407"/>
                      <a:pt x="491" y="73925"/>
                      <a:pt x="491" y="100530"/>
                    </a:cubicBezTo>
                    <a:cubicBezTo>
                      <a:pt x="491" y="127135"/>
                      <a:pt x="7471" y="152654"/>
                      <a:pt x="19893" y="171466"/>
                    </a:cubicBezTo>
                    <a:cubicBezTo>
                      <a:pt x="32316" y="190278"/>
                      <a:pt x="49167" y="200849"/>
                      <a:pt x="66735" y="200849"/>
                    </a:cubicBezTo>
                    <a:close/>
                  </a:path>
                </a:pathLst>
              </a:custGeom>
              <a:solidFill>
                <a:srgbClr val="9C27B0">
                  <a:alpha val="85000"/>
                </a:srgbClr>
              </a:solidFill>
              <a:ln w="101600" cap="flat">
                <a:solidFill>
                  <a:srgbClr val="9C27B0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sp>
        <p:nvSpPr>
          <p:cNvPr id="4570" name="任意多边形: 形状 4569"/>
          <p:cNvSpPr/>
          <p:nvPr/>
        </p:nvSpPr>
        <p:spPr>
          <a:xfrm>
            <a:off x="20883245" y="36341050"/>
            <a:ext cx="11846560" cy="4286250"/>
          </a:xfrm>
          <a:custGeom>
            <a:avLst/>
            <a:gdLst>
              <a:gd name="csX0" fmla="*/ 0 w 11397904"/>
              <a:gd name="csY0" fmla="*/ 0 h 4755397"/>
              <a:gd name="csX1" fmla="*/ 1266434 w 11397904"/>
              <a:gd name="csY1" fmla="*/ 2824370 h 4755397"/>
              <a:gd name="csX2" fmla="*/ 2532868 w 11397904"/>
              <a:gd name="csY2" fmla="*/ 3922997 h 4755397"/>
              <a:gd name="csX3" fmla="*/ 3799302 w 11397904"/>
              <a:gd name="csY3" fmla="*/ 4460757 h 4755397"/>
              <a:gd name="csX4" fmla="*/ 5065735 w 11397904"/>
              <a:gd name="csY4" fmla="*/ 4674068 h 4755397"/>
              <a:gd name="csX5" fmla="*/ 6332169 w 11397904"/>
              <a:gd name="csY5" fmla="*/ 4755398 h 4755397"/>
              <a:gd name="csX6" fmla="*/ 7598603 w 11397904"/>
              <a:gd name="csY6" fmla="*/ 4752529 h 4755397"/>
              <a:gd name="csX7" fmla="*/ 8865036 w 11397904"/>
              <a:gd name="csY7" fmla="*/ 4676671 h 4755397"/>
              <a:gd name="csX8" fmla="*/ 10131470 w 11397904"/>
              <a:gd name="csY8" fmla="*/ 4434090 h 4755397"/>
              <a:gd name="csX9" fmla="*/ 11397904 w 11397904"/>
              <a:gd name="csY9" fmla="*/ 3774369 h 47553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1397904" h="4755397">
                <a:moveTo>
                  <a:pt x="0" y="0"/>
                </a:moveTo>
                <a:lnTo>
                  <a:pt x="1266434" y="2824370"/>
                </a:lnTo>
                <a:lnTo>
                  <a:pt x="2532868" y="3922997"/>
                </a:lnTo>
                <a:lnTo>
                  <a:pt x="3799302" y="4460757"/>
                </a:lnTo>
                <a:lnTo>
                  <a:pt x="5065735" y="4674068"/>
                </a:lnTo>
                <a:lnTo>
                  <a:pt x="6332169" y="4755398"/>
                </a:lnTo>
                <a:lnTo>
                  <a:pt x="7598603" y="4752529"/>
                </a:lnTo>
                <a:lnTo>
                  <a:pt x="8865036" y="4676671"/>
                </a:lnTo>
                <a:lnTo>
                  <a:pt x="10131470" y="4434090"/>
                </a:lnTo>
                <a:lnTo>
                  <a:pt x="11397904" y="3774369"/>
                </a:lnTo>
              </a:path>
            </a:pathLst>
          </a:custGeom>
          <a:noFill/>
          <a:ln w="101600" cap="sq">
            <a:solidFill>
              <a:srgbClr val="2196F3">
                <a:alpha val="85000"/>
              </a:srgbClr>
            </a:solidFill>
            <a:prstDash val="solid"/>
            <a:round/>
          </a:ln>
        </p:spPr>
      </p:sp>
      <p:grpSp>
        <p:nvGrpSpPr>
          <p:cNvPr id="520" name="组合 519"/>
          <p:cNvGrpSpPr/>
          <p:nvPr/>
        </p:nvGrpSpPr>
        <p:grpSpPr>
          <a:xfrm>
            <a:off x="20814665" y="36250880"/>
            <a:ext cx="12025630" cy="4465320"/>
            <a:chOff x="32779" y="66401"/>
            <a:chExt cx="18938" cy="7032"/>
          </a:xfrm>
        </p:grpSpPr>
        <p:sp>
          <p:nvSpPr>
            <p:cNvPr id="4572" name="任意多边形: 形状 4571"/>
            <p:cNvSpPr/>
            <p:nvPr/>
          </p:nvSpPr>
          <p:spPr>
            <a:xfrm>
              <a:off x="32779" y="66401"/>
              <a:ext cx="283" cy="283"/>
            </a:xfrm>
            <a:custGeom>
              <a:avLst/>
              <a:gdLst>
                <a:gd name="csX0" fmla="*/ 66305 w 132488"/>
                <a:gd name="csY0" fmla="*/ 200774 h 200636"/>
                <a:gd name="csX1" fmla="*/ 113147 w 132488"/>
                <a:gd name="csY1" fmla="*/ 171391 h 200636"/>
                <a:gd name="csX2" fmla="*/ 132550 w 132488"/>
                <a:gd name="csY2" fmla="*/ 100455 h 200636"/>
                <a:gd name="csX3" fmla="*/ 113147 w 132488"/>
                <a:gd name="csY3" fmla="*/ 29520 h 200636"/>
                <a:gd name="csX4" fmla="*/ 66305 w 132488"/>
                <a:gd name="csY4" fmla="*/ 137 h 200636"/>
                <a:gd name="csX5" fmla="*/ 19463 w 132488"/>
                <a:gd name="csY5" fmla="*/ 29520 h 200636"/>
                <a:gd name="csX6" fmla="*/ 61 w 132488"/>
                <a:gd name="csY6" fmla="*/ 100455 h 200636"/>
                <a:gd name="csX7" fmla="*/ 19463 w 132488"/>
                <a:gd name="csY7" fmla="*/ 171391 h 200636"/>
                <a:gd name="csX8" fmla="*/ 66305 w 132488"/>
                <a:gd name="csY8" fmla="*/ 200774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305" y="200774"/>
                  </a:moveTo>
                  <a:cubicBezTo>
                    <a:pt x="83873" y="200774"/>
                    <a:pt x="100724" y="190204"/>
                    <a:pt x="113147" y="171391"/>
                  </a:cubicBezTo>
                  <a:cubicBezTo>
                    <a:pt x="125570" y="152579"/>
                    <a:pt x="132550" y="127060"/>
                    <a:pt x="132550" y="100455"/>
                  </a:cubicBezTo>
                  <a:cubicBezTo>
                    <a:pt x="132550" y="73851"/>
                    <a:pt x="125570" y="48332"/>
                    <a:pt x="113147" y="29520"/>
                  </a:cubicBezTo>
                  <a:cubicBezTo>
                    <a:pt x="100724" y="10707"/>
                    <a:pt x="83873" y="137"/>
                    <a:pt x="66305" y="137"/>
                  </a:cubicBezTo>
                  <a:cubicBezTo>
                    <a:pt x="48737" y="137"/>
                    <a:pt x="31886" y="10707"/>
                    <a:pt x="19463" y="29520"/>
                  </a:cubicBezTo>
                  <a:cubicBezTo>
                    <a:pt x="7041" y="48332"/>
                    <a:pt x="61" y="73851"/>
                    <a:pt x="61" y="100455"/>
                  </a:cubicBezTo>
                  <a:cubicBezTo>
                    <a:pt x="61" y="127060"/>
                    <a:pt x="7041" y="152579"/>
                    <a:pt x="19463" y="171391"/>
                  </a:cubicBezTo>
                  <a:cubicBezTo>
                    <a:pt x="31886" y="190204"/>
                    <a:pt x="48737" y="200774"/>
                    <a:pt x="66305" y="200774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3" name="任意多边形: 形状 4572"/>
            <p:cNvSpPr/>
            <p:nvPr/>
          </p:nvSpPr>
          <p:spPr>
            <a:xfrm>
              <a:off x="34852" y="70410"/>
              <a:ext cx="283" cy="283"/>
            </a:xfrm>
            <a:custGeom>
              <a:avLst/>
              <a:gdLst>
                <a:gd name="csX0" fmla="*/ 66353 w 132488"/>
                <a:gd name="csY0" fmla="*/ 200844 h 200636"/>
                <a:gd name="csX1" fmla="*/ 113195 w 132488"/>
                <a:gd name="csY1" fmla="*/ 171462 h 200636"/>
                <a:gd name="csX2" fmla="*/ 132597 w 132488"/>
                <a:gd name="csY2" fmla="*/ 100526 h 200636"/>
                <a:gd name="csX3" fmla="*/ 113195 w 132488"/>
                <a:gd name="csY3" fmla="*/ 29590 h 200636"/>
                <a:gd name="csX4" fmla="*/ 66353 w 132488"/>
                <a:gd name="csY4" fmla="*/ 207 h 200636"/>
                <a:gd name="csX5" fmla="*/ 19511 w 132488"/>
                <a:gd name="csY5" fmla="*/ 29590 h 200636"/>
                <a:gd name="csX6" fmla="*/ 109 w 132488"/>
                <a:gd name="csY6" fmla="*/ 100526 h 200636"/>
                <a:gd name="csX7" fmla="*/ 19511 w 132488"/>
                <a:gd name="csY7" fmla="*/ 171462 h 200636"/>
                <a:gd name="csX8" fmla="*/ 66353 w 132488"/>
                <a:gd name="csY8" fmla="*/ 200844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353" y="200844"/>
                  </a:moveTo>
                  <a:cubicBezTo>
                    <a:pt x="83921" y="200844"/>
                    <a:pt x="100772" y="190274"/>
                    <a:pt x="113195" y="171462"/>
                  </a:cubicBezTo>
                  <a:cubicBezTo>
                    <a:pt x="125617" y="152649"/>
                    <a:pt x="132597" y="127131"/>
                    <a:pt x="132597" y="100526"/>
                  </a:cubicBezTo>
                  <a:cubicBezTo>
                    <a:pt x="132597" y="73921"/>
                    <a:pt x="125617" y="48402"/>
                    <a:pt x="113195" y="29590"/>
                  </a:cubicBezTo>
                  <a:cubicBezTo>
                    <a:pt x="100772" y="10777"/>
                    <a:pt x="83921" y="207"/>
                    <a:pt x="66353" y="207"/>
                  </a:cubicBezTo>
                  <a:cubicBezTo>
                    <a:pt x="48785" y="207"/>
                    <a:pt x="31934" y="10777"/>
                    <a:pt x="19511" y="29590"/>
                  </a:cubicBezTo>
                  <a:cubicBezTo>
                    <a:pt x="7088" y="48402"/>
                    <a:pt x="109" y="73921"/>
                    <a:pt x="109" y="100526"/>
                  </a:cubicBezTo>
                  <a:cubicBezTo>
                    <a:pt x="109" y="127131"/>
                    <a:pt x="7088" y="152649"/>
                    <a:pt x="19511" y="171462"/>
                  </a:cubicBezTo>
                  <a:cubicBezTo>
                    <a:pt x="31934" y="190274"/>
                    <a:pt x="48785" y="200844"/>
                    <a:pt x="66353" y="200844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4" name="任意多边形: 形状 4573"/>
            <p:cNvSpPr/>
            <p:nvPr/>
          </p:nvSpPr>
          <p:spPr>
            <a:xfrm>
              <a:off x="36925" y="71970"/>
              <a:ext cx="283" cy="283"/>
            </a:xfrm>
            <a:custGeom>
              <a:avLst/>
              <a:gdLst>
                <a:gd name="csX0" fmla="*/ 66401 w 132488"/>
                <a:gd name="csY0" fmla="*/ 200872 h 200636"/>
                <a:gd name="csX1" fmla="*/ 113243 w 132488"/>
                <a:gd name="csY1" fmla="*/ 171489 h 200636"/>
                <a:gd name="csX2" fmla="*/ 132645 w 132488"/>
                <a:gd name="csY2" fmla="*/ 100553 h 200636"/>
                <a:gd name="csX3" fmla="*/ 113243 w 132488"/>
                <a:gd name="csY3" fmla="*/ 29617 h 200636"/>
                <a:gd name="csX4" fmla="*/ 66401 w 132488"/>
                <a:gd name="csY4" fmla="*/ 235 h 200636"/>
                <a:gd name="csX5" fmla="*/ 19559 w 132488"/>
                <a:gd name="csY5" fmla="*/ 29617 h 200636"/>
                <a:gd name="csX6" fmla="*/ 156 w 132488"/>
                <a:gd name="csY6" fmla="*/ 100553 h 200636"/>
                <a:gd name="csX7" fmla="*/ 19559 w 132488"/>
                <a:gd name="csY7" fmla="*/ 171489 h 200636"/>
                <a:gd name="csX8" fmla="*/ 66401 w 132488"/>
                <a:gd name="csY8" fmla="*/ 200872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401" y="200872"/>
                  </a:moveTo>
                  <a:cubicBezTo>
                    <a:pt x="83969" y="200872"/>
                    <a:pt x="100820" y="190301"/>
                    <a:pt x="113243" y="171489"/>
                  </a:cubicBezTo>
                  <a:cubicBezTo>
                    <a:pt x="125665" y="152677"/>
                    <a:pt x="132645" y="127158"/>
                    <a:pt x="132645" y="100553"/>
                  </a:cubicBezTo>
                  <a:cubicBezTo>
                    <a:pt x="132645" y="73948"/>
                    <a:pt x="125665" y="48430"/>
                    <a:pt x="113243" y="29617"/>
                  </a:cubicBezTo>
                  <a:cubicBezTo>
                    <a:pt x="100820" y="10805"/>
                    <a:pt x="83969" y="235"/>
                    <a:pt x="66401" y="235"/>
                  </a:cubicBezTo>
                  <a:cubicBezTo>
                    <a:pt x="48832" y="235"/>
                    <a:pt x="31981" y="10805"/>
                    <a:pt x="19559" y="29617"/>
                  </a:cubicBezTo>
                  <a:cubicBezTo>
                    <a:pt x="7136" y="48430"/>
                    <a:pt x="156" y="73948"/>
                    <a:pt x="156" y="100553"/>
                  </a:cubicBezTo>
                  <a:cubicBezTo>
                    <a:pt x="156" y="127158"/>
                    <a:pt x="7136" y="152677"/>
                    <a:pt x="19559" y="171489"/>
                  </a:cubicBezTo>
                  <a:cubicBezTo>
                    <a:pt x="31981" y="190301"/>
                    <a:pt x="48832" y="200872"/>
                    <a:pt x="66401" y="200872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5" name="任意多边形: 形状 4574"/>
            <p:cNvSpPr/>
            <p:nvPr/>
          </p:nvSpPr>
          <p:spPr>
            <a:xfrm>
              <a:off x="38998" y="72733"/>
              <a:ext cx="283" cy="283"/>
            </a:xfrm>
            <a:custGeom>
              <a:avLst/>
              <a:gdLst>
                <a:gd name="csX0" fmla="*/ 66448 w 132488"/>
                <a:gd name="csY0" fmla="*/ 200885 h 200636"/>
                <a:gd name="csX1" fmla="*/ 113290 w 132488"/>
                <a:gd name="csY1" fmla="*/ 171502 h 200636"/>
                <a:gd name="csX2" fmla="*/ 132693 w 132488"/>
                <a:gd name="csY2" fmla="*/ 100567 h 200636"/>
                <a:gd name="csX3" fmla="*/ 113290 w 132488"/>
                <a:gd name="csY3" fmla="*/ 29631 h 200636"/>
                <a:gd name="csX4" fmla="*/ 66448 w 132488"/>
                <a:gd name="csY4" fmla="*/ 248 h 200636"/>
                <a:gd name="csX5" fmla="*/ 19607 w 132488"/>
                <a:gd name="csY5" fmla="*/ 29631 h 200636"/>
                <a:gd name="csX6" fmla="*/ 204 w 132488"/>
                <a:gd name="csY6" fmla="*/ 100567 h 200636"/>
                <a:gd name="csX7" fmla="*/ 19607 w 132488"/>
                <a:gd name="csY7" fmla="*/ 171502 h 200636"/>
                <a:gd name="csX8" fmla="*/ 66448 w 132488"/>
                <a:gd name="csY8" fmla="*/ 200885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448" y="200885"/>
                  </a:moveTo>
                  <a:cubicBezTo>
                    <a:pt x="84017" y="200885"/>
                    <a:pt x="100868" y="190315"/>
                    <a:pt x="113290" y="171502"/>
                  </a:cubicBezTo>
                  <a:cubicBezTo>
                    <a:pt x="125713" y="152690"/>
                    <a:pt x="132693" y="127171"/>
                    <a:pt x="132693" y="100567"/>
                  </a:cubicBezTo>
                  <a:cubicBezTo>
                    <a:pt x="132693" y="73962"/>
                    <a:pt x="125713" y="48443"/>
                    <a:pt x="113290" y="29631"/>
                  </a:cubicBezTo>
                  <a:cubicBezTo>
                    <a:pt x="100868" y="10818"/>
                    <a:pt x="84017" y="248"/>
                    <a:pt x="66448" y="248"/>
                  </a:cubicBezTo>
                  <a:cubicBezTo>
                    <a:pt x="48880" y="248"/>
                    <a:pt x="32029" y="10818"/>
                    <a:pt x="19607" y="29631"/>
                  </a:cubicBezTo>
                  <a:cubicBezTo>
                    <a:pt x="7184" y="48443"/>
                    <a:pt x="204" y="73962"/>
                    <a:pt x="204" y="100567"/>
                  </a:cubicBezTo>
                  <a:cubicBezTo>
                    <a:pt x="204" y="127171"/>
                    <a:pt x="7184" y="152690"/>
                    <a:pt x="19607" y="171502"/>
                  </a:cubicBezTo>
                  <a:cubicBezTo>
                    <a:pt x="32029" y="190315"/>
                    <a:pt x="48880" y="200885"/>
                    <a:pt x="66448" y="200885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6" name="任意多边形: 形状 4575"/>
            <p:cNvSpPr/>
            <p:nvPr/>
          </p:nvSpPr>
          <p:spPr>
            <a:xfrm>
              <a:off x="41071" y="73036"/>
              <a:ext cx="283" cy="283"/>
            </a:xfrm>
            <a:custGeom>
              <a:avLst/>
              <a:gdLst>
                <a:gd name="csX0" fmla="*/ 66496 w 132488"/>
                <a:gd name="csY0" fmla="*/ 200890 h 200636"/>
                <a:gd name="csX1" fmla="*/ 113338 w 132488"/>
                <a:gd name="csY1" fmla="*/ 171508 h 200636"/>
                <a:gd name="csX2" fmla="*/ 132741 w 132488"/>
                <a:gd name="csY2" fmla="*/ 100572 h 200636"/>
                <a:gd name="csX3" fmla="*/ 113338 w 132488"/>
                <a:gd name="csY3" fmla="*/ 29636 h 200636"/>
                <a:gd name="csX4" fmla="*/ 66496 w 132488"/>
                <a:gd name="csY4" fmla="*/ 253 h 200636"/>
                <a:gd name="csX5" fmla="*/ 19654 w 132488"/>
                <a:gd name="csY5" fmla="*/ 29636 h 200636"/>
                <a:gd name="csX6" fmla="*/ 252 w 132488"/>
                <a:gd name="csY6" fmla="*/ 100572 h 200636"/>
                <a:gd name="csX7" fmla="*/ 19654 w 132488"/>
                <a:gd name="csY7" fmla="*/ 171508 h 200636"/>
                <a:gd name="csX8" fmla="*/ 66496 w 132488"/>
                <a:gd name="csY8" fmla="*/ 200890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496" y="200890"/>
                  </a:moveTo>
                  <a:cubicBezTo>
                    <a:pt x="84065" y="200890"/>
                    <a:pt x="100916" y="190320"/>
                    <a:pt x="113338" y="171508"/>
                  </a:cubicBezTo>
                  <a:cubicBezTo>
                    <a:pt x="125761" y="152695"/>
                    <a:pt x="132741" y="127177"/>
                    <a:pt x="132741" y="100572"/>
                  </a:cubicBezTo>
                  <a:cubicBezTo>
                    <a:pt x="132741" y="73967"/>
                    <a:pt x="125761" y="48448"/>
                    <a:pt x="113338" y="29636"/>
                  </a:cubicBezTo>
                  <a:cubicBezTo>
                    <a:pt x="100916" y="10824"/>
                    <a:pt x="84065" y="253"/>
                    <a:pt x="66496" y="253"/>
                  </a:cubicBezTo>
                  <a:cubicBezTo>
                    <a:pt x="48928" y="253"/>
                    <a:pt x="32077" y="10824"/>
                    <a:pt x="19654" y="29636"/>
                  </a:cubicBezTo>
                  <a:cubicBezTo>
                    <a:pt x="7232" y="48448"/>
                    <a:pt x="252" y="73967"/>
                    <a:pt x="252" y="100572"/>
                  </a:cubicBezTo>
                  <a:cubicBezTo>
                    <a:pt x="252" y="127177"/>
                    <a:pt x="7232" y="152695"/>
                    <a:pt x="19654" y="171508"/>
                  </a:cubicBezTo>
                  <a:cubicBezTo>
                    <a:pt x="32077" y="190320"/>
                    <a:pt x="48928" y="200890"/>
                    <a:pt x="66496" y="200890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7" name="任意多边形: 形状 4576"/>
            <p:cNvSpPr/>
            <p:nvPr/>
          </p:nvSpPr>
          <p:spPr>
            <a:xfrm>
              <a:off x="43144" y="73151"/>
              <a:ext cx="283" cy="283"/>
            </a:xfrm>
            <a:custGeom>
              <a:avLst/>
              <a:gdLst>
                <a:gd name="csX0" fmla="*/ 66544 w 132488"/>
                <a:gd name="csY0" fmla="*/ 200892 h 200636"/>
                <a:gd name="csX1" fmla="*/ 113386 w 132488"/>
                <a:gd name="csY1" fmla="*/ 171510 h 200636"/>
                <a:gd name="csX2" fmla="*/ 132788 w 132488"/>
                <a:gd name="csY2" fmla="*/ 100574 h 200636"/>
                <a:gd name="csX3" fmla="*/ 113386 w 132488"/>
                <a:gd name="csY3" fmla="*/ 29638 h 200636"/>
                <a:gd name="csX4" fmla="*/ 66544 w 132488"/>
                <a:gd name="csY4" fmla="*/ 255 h 200636"/>
                <a:gd name="csX5" fmla="*/ 19702 w 132488"/>
                <a:gd name="csY5" fmla="*/ 29638 h 200636"/>
                <a:gd name="csX6" fmla="*/ 300 w 132488"/>
                <a:gd name="csY6" fmla="*/ 100574 h 200636"/>
                <a:gd name="csX7" fmla="*/ 19702 w 132488"/>
                <a:gd name="csY7" fmla="*/ 171510 h 200636"/>
                <a:gd name="csX8" fmla="*/ 66544 w 132488"/>
                <a:gd name="csY8" fmla="*/ 200892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544" y="200892"/>
                  </a:moveTo>
                  <a:cubicBezTo>
                    <a:pt x="84112" y="200892"/>
                    <a:pt x="100963" y="190322"/>
                    <a:pt x="113386" y="171510"/>
                  </a:cubicBezTo>
                  <a:cubicBezTo>
                    <a:pt x="125809" y="152697"/>
                    <a:pt x="132788" y="127179"/>
                    <a:pt x="132788" y="100574"/>
                  </a:cubicBezTo>
                  <a:cubicBezTo>
                    <a:pt x="132788" y="73969"/>
                    <a:pt x="125809" y="48450"/>
                    <a:pt x="113386" y="29638"/>
                  </a:cubicBezTo>
                  <a:cubicBezTo>
                    <a:pt x="100963" y="10826"/>
                    <a:pt x="84112" y="255"/>
                    <a:pt x="66544" y="255"/>
                  </a:cubicBezTo>
                  <a:cubicBezTo>
                    <a:pt x="48976" y="255"/>
                    <a:pt x="32125" y="10826"/>
                    <a:pt x="19702" y="29638"/>
                  </a:cubicBezTo>
                  <a:cubicBezTo>
                    <a:pt x="7280" y="48450"/>
                    <a:pt x="300" y="73969"/>
                    <a:pt x="300" y="100574"/>
                  </a:cubicBezTo>
                  <a:cubicBezTo>
                    <a:pt x="300" y="127179"/>
                    <a:pt x="7280" y="152697"/>
                    <a:pt x="19702" y="171510"/>
                  </a:cubicBezTo>
                  <a:cubicBezTo>
                    <a:pt x="32125" y="190322"/>
                    <a:pt x="48976" y="200892"/>
                    <a:pt x="66544" y="200892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8" name="任意多边形: 形状 4577"/>
            <p:cNvSpPr/>
            <p:nvPr/>
          </p:nvSpPr>
          <p:spPr>
            <a:xfrm>
              <a:off x="45217" y="73147"/>
              <a:ext cx="283" cy="283"/>
            </a:xfrm>
            <a:custGeom>
              <a:avLst/>
              <a:gdLst>
                <a:gd name="csX0" fmla="*/ 66592 w 132488"/>
                <a:gd name="csY0" fmla="*/ 200892 h 200636"/>
                <a:gd name="csX1" fmla="*/ 113434 w 132488"/>
                <a:gd name="csY1" fmla="*/ 171510 h 200636"/>
                <a:gd name="csX2" fmla="*/ 132836 w 132488"/>
                <a:gd name="csY2" fmla="*/ 100574 h 200636"/>
                <a:gd name="csX3" fmla="*/ 113434 w 132488"/>
                <a:gd name="csY3" fmla="*/ 29638 h 200636"/>
                <a:gd name="csX4" fmla="*/ 66592 w 132488"/>
                <a:gd name="csY4" fmla="*/ 255 h 200636"/>
                <a:gd name="csX5" fmla="*/ 19750 w 132488"/>
                <a:gd name="csY5" fmla="*/ 29638 h 200636"/>
                <a:gd name="csX6" fmla="*/ 347 w 132488"/>
                <a:gd name="csY6" fmla="*/ 100574 h 200636"/>
                <a:gd name="csX7" fmla="*/ 19750 w 132488"/>
                <a:gd name="csY7" fmla="*/ 171510 h 200636"/>
                <a:gd name="csX8" fmla="*/ 66592 w 132488"/>
                <a:gd name="csY8" fmla="*/ 200892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592" y="200892"/>
                  </a:moveTo>
                  <a:cubicBezTo>
                    <a:pt x="84160" y="200892"/>
                    <a:pt x="101011" y="190322"/>
                    <a:pt x="113434" y="171510"/>
                  </a:cubicBezTo>
                  <a:cubicBezTo>
                    <a:pt x="125856" y="152697"/>
                    <a:pt x="132836" y="127179"/>
                    <a:pt x="132836" y="100574"/>
                  </a:cubicBezTo>
                  <a:cubicBezTo>
                    <a:pt x="132836" y="73969"/>
                    <a:pt x="125856" y="48450"/>
                    <a:pt x="113434" y="29638"/>
                  </a:cubicBezTo>
                  <a:cubicBezTo>
                    <a:pt x="101011" y="10826"/>
                    <a:pt x="84160" y="255"/>
                    <a:pt x="66592" y="255"/>
                  </a:cubicBezTo>
                  <a:cubicBezTo>
                    <a:pt x="49024" y="255"/>
                    <a:pt x="32173" y="10826"/>
                    <a:pt x="19750" y="29638"/>
                  </a:cubicBezTo>
                  <a:cubicBezTo>
                    <a:pt x="7327" y="48450"/>
                    <a:pt x="347" y="73969"/>
                    <a:pt x="347" y="100574"/>
                  </a:cubicBezTo>
                  <a:cubicBezTo>
                    <a:pt x="347" y="127179"/>
                    <a:pt x="7327" y="152697"/>
                    <a:pt x="19750" y="171510"/>
                  </a:cubicBezTo>
                  <a:cubicBezTo>
                    <a:pt x="32173" y="190322"/>
                    <a:pt x="49024" y="200892"/>
                    <a:pt x="66592" y="200892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79" name="任意多边形: 形状 4578"/>
            <p:cNvSpPr/>
            <p:nvPr/>
          </p:nvSpPr>
          <p:spPr>
            <a:xfrm>
              <a:off x="47290" y="73040"/>
              <a:ext cx="283" cy="283"/>
            </a:xfrm>
            <a:custGeom>
              <a:avLst/>
              <a:gdLst>
                <a:gd name="csX0" fmla="*/ 66640 w 132488"/>
                <a:gd name="csY0" fmla="*/ 200890 h 200636"/>
                <a:gd name="csX1" fmla="*/ 113482 w 132488"/>
                <a:gd name="csY1" fmla="*/ 171508 h 200636"/>
                <a:gd name="csX2" fmla="*/ 132884 w 132488"/>
                <a:gd name="csY2" fmla="*/ 100572 h 200636"/>
                <a:gd name="csX3" fmla="*/ 113482 w 132488"/>
                <a:gd name="csY3" fmla="*/ 29636 h 200636"/>
                <a:gd name="csX4" fmla="*/ 66640 w 132488"/>
                <a:gd name="csY4" fmla="*/ 253 h 200636"/>
                <a:gd name="csX5" fmla="*/ 19798 w 132488"/>
                <a:gd name="csY5" fmla="*/ 29636 h 200636"/>
                <a:gd name="csX6" fmla="*/ 395 w 132488"/>
                <a:gd name="csY6" fmla="*/ 100572 h 200636"/>
                <a:gd name="csX7" fmla="*/ 19798 w 132488"/>
                <a:gd name="csY7" fmla="*/ 171508 h 200636"/>
                <a:gd name="csX8" fmla="*/ 66640 w 132488"/>
                <a:gd name="csY8" fmla="*/ 200890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640" y="200890"/>
                  </a:moveTo>
                  <a:cubicBezTo>
                    <a:pt x="84208" y="200890"/>
                    <a:pt x="101059" y="190320"/>
                    <a:pt x="113482" y="171508"/>
                  </a:cubicBezTo>
                  <a:cubicBezTo>
                    <a:pt x="125904" y="152695"/>
                    <a:pt x="132884" y="127177"/>
                    <a:pt x="132884" y="100572"/>
                  </a:cubicBezTo>
                  <a:cubicBezTo>
                    <a:pt x="132884" y="73967"/>
                    <a:pt x="125904" y="48448"/>
                    <a:pt x="113482" y="29636"/>
                  </a:cubicBezTo>
                  <a:cubicBezTo>
                    <a:pt x="101059" y="10824"/>
                    <a:pt x="84208" y="253"/>
                    <a:pt x="66640" y="253"/>
                  </a:cubicBezTo>
                  <a:cubicBezTo>
                    <a:pt x="49071" y="253"/>
                    <a:pt x="32220" y="10824"/>
                    <a:pt x="19798" y="29636"/>
                  </a:cubicBezTo>
                  <a:cubicBezTo>
                    <a:pt x="7375" y="48448"/>
                    <a:pt x="395" y="73967"/>
                    <a:pt x="395" y="100572"/>
                  </a:cubicBezTo>
                  <a:cubicBezTo>
                    <a:pt x="395" y="127177"/>
                    <a:pt x="7375" y="152695"/>
                    <a:pt x="19798" y="171508"/>
                  </a:cubicBezTo>
                  <a:cubicBezTo>
                    <a:pt x="32220" y="190320"/>
                    <a:pt x="49071" y="200890"/>
                    <a:pt x="66640" y="200890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80" name="任意多边形: 形状 4579"/>
            <p:cNvSpPr/>
            <p:nvPr/>
          </p:nvSpPr>
          <p:spPr>
            <a:xfrm>
              <a:off x="49362" y="72695"/>
              <a:ext cx="283" cy="283"/>
            </a:xfrm>
            <a:custGeom>
              <a:avLst/>
              <a:gdLst>
                <a:gd name="csX0" fmla="*/ 66687 w 132488"/>
                <a:gd name="csY0" fmla="*/ 200884 h 200636"/>
                <a:gd name="csX1" fmla="*/ 113529 w 132488"/>
                <a:gd name="csY1" fmla="*/ 171502 h 200636"/>
                <a:gd name="csX2" fmla="*/ 132932 w 132488"/>
                <a:gd name="csY2" fmla="*/ 100566 h 200636"/>
                <a:gd name="csX3" fmla="*/ 113529 w 132488"/>
                <a:gd name="csY3" fmla="*/ 29630 h 200636"/>
                <a:gd name="csX4" fmla="*/ 66687 w 132488"/>
                <a:gd name="csY4" fmla="*/ 247 h 200636"/>
                <a:gd name="csX5" fmla="*/ 19846 w 132488"/>
                <a:gd name="csY5" fmla="*/ 29630 h 200636"/>
                <a:gd name="csX6" fmla="*/ 443 w 132488"/>
                <a:gd name="csY6" fmla="*/ 100566 h 200636"/>
                <a:gd name="csX7" fmla="*/ 19846 w 132488"/>
                <a:gd name="csY7" fmla="*/ 171502 h 200636"/>
                <a:gd name="csX8" fmla="*/ 66687 w 132488"/>
                <a:gd name="csY8" fmla="*/ 200884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687" y="200884"/>
                  </a:moveTo>
                  <a:cubicBezTo>
                    <a:pt x="84256" y="200884"/>
                    <a:pt x="101107" y="190314"/>
                    <a:pt x="113529" y="171502"/>
                  </a:cubicBezTo>
                  <a:cubicBezTo>
                    <a:pt x="125952" y="152689"/>
                    <a:pt x="132932" y="127171"/>
                    <a:pt x="132932" y="100566"/>
                  </a:cubicBezTo>
                  <a:cubicBezTo>
                    <a:pt x="132932" y="73961"/>
                    <a:pt x="125952" y="48442"/>
                    <a:pt x="113529" y="29630"/>
                  </a:cubicBezTo>
                  <a:cubicBezTo>
                    <a:pt x="101107" y="10818"/>
                    <a:pt x="84256" y="247"/>
                    <a:pt x="66687" y="247"/>
                  </a:cubicBezTo>
                  <a:cubicBezTo>
                    <a:pt x="49119" y="247"/>
                    <a:pt x="32268" y="10818"/>
                    <a:pt x="19846" y="29630"/>
                  </a:cubicBezTo>
                  <a:cubicBezTo>
                    <a:pt x="7423" y="48442"/>
                    <a:pt x="443" y="73961"/>
                    <a:pt x="443" y="100566"/>
                  </a:cubicBezTo>
                  <a:cubicBezTo>
                    <a:pt x="443" y="127171"/>
                    <a:pt x="7423" y="152689"/>
                    <a:pt x="19846" y="171502"/>
                  </a:cubicBezTo>
                  <a:cubicBezTo>
                    <a:pt x="32268" y="190314"/>
                    <a:pt x="49119" y="200884"/>
                    <a:pt x="66687" y="200884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581" name="任意多边形: 形状 4580"/>
            <p:cNvSpPr/>
            <p:nvPr/>
          </p:nvSpPr>
          <p:spPr>
            <a:xfrm>
              <a:off x="51435" y="71759"/>
              <a:ext cx="283" cy="283"/>
            </a:xfrm>
            <a:custGeom>
              <a:avLst/>
              <a:gdLst>
                <a:gd name="csX0" fmla="*/ 66735 w 132488"/>
                <a:gd name="csY0" fmla="*/ 200868 h 200636"/>
                <a:gd name="csX1" fmla="*/ 113577 w 132488"/>
                <a:gd name="csY1" fmla="*/ 171485 h 200636"/>
                <a:gd name="csX2" fmla="*/ 132980 w 132488"/>
                <a:gd name="csY2" fmla="*/ 100549 h 200636"/>
                <a:gd name="csX3" fmla="*/ 113577 w 132488"/>
                <a:gd name="csY3" fmla="*/ 29614 h 200636"/>
                <a:gd name="csX4" fmla="*/ 66735 w 132488"/>
                <a:gd name="csY4" fmla="*/ 231 h 200636"/>
                <a:gd name="csX5" fmla="*/ 19893 w 132488"/>
                <a:gd name="csY5" fmla="*/ 29614 h 200636"/>
                <a:gd name="csX6" fmla="*/ 491 w 132488"/>
                <a:gd name="csY6" fmla="*/ 100549 h 200636"/>
                <a:gd name="csX7" fmla="*/ 19893 w 132488"/>
                <a:gd name="csY7" fmla="*/ 171485 h 200636"/>
                <a:gd name="csX8" fmla="*/ 66735 w 132488"/>
                <a:gd name="csY8" fmla="*/ 200868 h 200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32488" h="200636">
                  <a:moveTo>
                    <a:pt x="66735" y="200868"/>
                  </a:moveTo>
                  <a:cubicBezTo>
                    <a:pt x="84303" y="200868"/>
                    <a:pt x="101155" y="190298"/>
                    <a:pt x="113577" y="171485"/>
                  </a:cubicBezTo>
                  <a:cubicBezTo>
                    <a:pt x="126000" y="152673"/>
                    <a:pt x="132980" y="127154"/>
                    <a:pt x="132980" y="100549"/>
                  </a:cubicBezTo>
                  <a:cubicBezTo>
                    <a:pt x="132980" y="73945"/>
                    <a:pt x="126000" y="48426"/>
                    <a:pt x="113577" y="29614"/>
                  </a:cubicBezTo>
                  <a:cubicBezTo>
                    <a:pt x="101155" y="10801"/>
                    <a:pt x="84303" y="231"/>
                    <a:pt x="66735" y="231"/>
                  </a:cubicBezTo>
                  <a:cubicBezTo>
                    <a:pt x="49167" y="231"/>
                    <a:pt x="32316" y="10801"/>
                    <a:pt x="19893" y="29614"/>
                  </a:cubicBezTo>
                  <a:cubicBezTo>
                    <a:pt x="7471" y="48426"/>
                    <a:pt x="491" y="73945"/>
                    <a:pt x="491" y="100549"/>
                  </a:cubicBezTo>
                  <a:cubicBezTo>
                    <a:pt x="491" y="127154"/>
                    <a:pt x="7471" y="152673"/>
                    <a:pt x="19893" y="171485"/>
                  </a:cubicBezTo>
                  <a:cubicBezTo>
                    <a:pt x="32316" y="190298"/>
                    <a:pt x="49167" y="200868"/>
                    <a:pt x="66735" y="200868"/>
                  </a:cubicBezTo>
                  <a:close/>
                </a:path>
              </a:pathLst>
            </a:custGeom>
            <a:solidFill>
              <a:srgbClr val="2196F3">
                <a:alpha val="85000"/>
              </a:srgbClr>
            </a:solidFill>
            <a:ln w="101600" cap="flat">
              <a:solidFill>
                <a:srgbClr val="2196F3">
                  <a:alpha val="85000"/>
                </a:srgbClr>
              </a:solidFill>
              <a:prstDash val="solid"/>
              <a:round/>
            </a:ln>
          </p:spPr>
        </p:sp>
      </p:grpSp>
      <p:grpSp>
        <p:nvGrpSpPr>
          <p:cNvPr id="519" name="组合 518"/>
          <p:cNvGrpSpPr/>
          <p:nvPr/>
        </p:nvGrpSpPr>
        <p:grpSpPr>
          <a:xfrm>
            <a:off x="20814665" y="35165665"/>
            <a:ext cx="12025630" cy="5510530"/>
            <a:chOff x="32779" y="64692"/>
            <a:chExt cx="18938" cy="8678"/>
          </a:xfrm>
        </p:grpSpPr>
        <p:sp>
          <p:nvSpPr>
            <p:cNvPr id="4583" name="任意多边形: 形状 4582"/>
            <p:cNvSpPr/>
            <p:nvPr/>
          </p:nvSpPr>
          <p:spPr>
            <a:xfrm>
              <a:off x="32887" y="64834"/>
              <a:ext cx="18656" cy="8396"/>
            </a:xfrm>
            <a:custGeom>
              <a:avLst/>
              <a:gdLst>
                <a:gd name="csX0" fmla="*/ 0 w 11397904"/>
                <a:gd name="csY0" fmla="*/ 0 h 5914465"/>
                <a:gd name="csX1" fmla="*/ 1266434 w 11397904"/>
                <a:gd name="csY1" fmla="*/ 3198798 h 5914465"/>
                <a:gd name="csX2" fmla="*/ 2532868 w 11397904"/>
                <a:gd name="csY2" fmla="*/ 4552206 h 5914465"/>
                <a:gd name="csX3" fmla="*/ 3799302 w 11397904"/>
                <a:gd name="csY3" fmla="*/ 5301755 h 5914465"/>
                <a:gd name="csX4" fmla="*/ 5065735 w 11397904"/>
                <a:gd name="csY4" fmla="*/ 5663451 h 5914465"/>
                <a:gd name="csX5" fmla="*/ 6332169 w 11397904"/>
                <a:gd name="csY5" fmla="*/ 5827589 h 5914465"/>
                <a:gd name="csX6" fmla="*/ 7598603 w 11397904"/>
                <a:gd name="csY6" fmla="*/ 5906680 h 5914465"/>
                <a:gd name="csX7" fmla="*/ 8865036 w 11397904"/>
                <a:gd name="csY7" fmla="*/ 5914465 h 5914465"/>
                <a:gd name="csX8" fmla="*/ 10131470 w 11397904"/>
                <a:gd name="csY8" fmla="*/ 5841558 h 5914465"/>
                <a:gd name="csX9" fmla="*/ 11397904 w 11397904"/>
                <a:gd name="csY9" fmla="*/ 5563741 h 59144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397904" h="5914465">
                  <a:moveTo>
                    <a:pt x="0" y="0"/>
                  </a:moveTo>
                  <a:lnTo>
                    <a:pt x="1266434" y="3198798"/>
                  </a:lnTo>
                  <a:lnTo>
                    <a:pt x="2532868" y="4552206"/>
                  </a:lnTo>
                  <a:lnTo>
                    <a:pt x="3799302" y="5301755"/>
                  </a:lnTo>
                  <a:lnTo>
                    <a:pt x="5065735" y="5663451"/>
                  </a:lnTo>
                  <a:lnTo>
                    <a:pt x="6332169" y="5827589"/>
                  </a:lnTo>
                  <a:lnTo>
                    <a:pt x="7598603" y="5906680"/>
                  </a:lnTo>
                  <a:lnTo>
                    <a:pt x="8865036" y="5914465"/>
                  </a:lnTo>
                  <a:lnTo>
                    <a:pt x="10131470" y="5841558"/>
                  </a:lnTo>
                  <a:lnTo>
                    <a:pt x="11397904" y="5563741"/>
                  </a:lnTo>
                </a:path>
              </a:pathLst>
            </a:custGeom>
            <a:noFill/>
            <a:ln w="101600" cap="sq">
              <a:solidFill>
                <a:srgbClr val="FF9800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18" name="组合 517"/>
            <p:cNvGrpSpPr/>
            <p:nvPr/>
          </p:nvGrpSpPr>
          <p:grpSpPr>
            <a:xfrm>
              <a:off x="32779" y="64692"/>
              <a:ext cx="18938" cy="8678"/>
              <a:chOff x="32779" y="64692"/>
              <a:chExt cx="18938" cy="8678"/>
            </a:xfrm>
          </p:grpSpPr>
          <p:sp>
            <p:nvSpPr>
              <p:cNvPr id="4585" name="任意多边形: 形状 4584"/>
              <p:cNvSpPr/>
              <p:nvPr/>
            </p:nvSpPr>
            <p:spPr>
              <a:xfrm>
                <a:off x="32779" y="64692"/>
                <a:ext cx="283" cy="283"/>
              </a:xfrm>
              <a:custGeom>
                <a:avLst/>
                <a:gdLst>
                  <a:gd name="csX0" fmla="*/ 66305 w 132488"/>
                  <a:gd name="csY0" fmla="*/ 200744 h 200636"/>
                  <a:gd name="csX1" fmla="*/ 113147 w 132488"/>
                  <a:gd name="csY1" fmla="*/ 171361 h 200636"/>
                  <a:gd name="csX2" fmla="*/ 132550 w 132488"/>
                  <a:gd name="csY2" fmla="*/ 100425 h 200636"/>
                  <a:gd name="csX3" fmla="*/ 113147 w 132488"/>
                  <a:gd name="csY3" fmla="*/ 29490 h 200636"/>
                  <a:gd name="csX4" fmla="*/ 66305 w 132488"/>
                  <a:gd name="csY4" fmla="*/ 107 h 200636"/>
                  <a:gd name="csX5" fmla="*/ 19463 w 132488"/>
                  <a:gd name="csY5" fmla="*/ 29490 h 200636"/>
                  <a:gd name="csX6" fmla="*/ 61 w 132488"/>
                  <a:gd name="csY6" fmla="*/ 100425 h 200636"/>
                  <a:gd name="csX7" fmla="*/ 19463 w 132488"/>
                  <a:gd name="csY7" fmla="*/ 171361 h 200636"/>
                  <a:gd name="csX8" fmla="*/ 66305 w 132488"/>
                  <a:gd name="csY8" fmla="*/ 20074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05" y="200744"/>
                    </a:moveTo>
                    <a:cubicBezTo>
                      <a:pt x="83873" y="200744"/>
                      <a:pt x="100724" y="190174"/>
                      <a:pt x="113147" y="171361"/>
                    </a:cubicBezTo>
                    <a:cubicBezTo>
                      <a:pt x="125570" y="152549"/>
                      <a:pt x="132550" y="127030"/>
                      <a:pt x="132550" y="100425"/>
                    </a:cubicBezTo>
                    <a:cubicBezTo>
                      <a:pt x="132550" y="73821"/>
                      <a:pt x="125570" y="48302"/>
                      <a:pt x="113147" y="29490"/>
                    </a:cubicBezTo>
                    <a:cubicBezTo>
                      <a:pt x="100724" y="10677"/>
                      <a:pt x="83873" y="107"/>
                      <a:pt x="66305" y="107"/>
                    </a:cubicBezTo>
                    <a:cubicBezTo>
                      <a:pt x="48737" y="107"/>
                      <a:pt x="31886" y="10677"/>
                      <a:pt x="19463" y="29490"/>
                    </a:cubicBezTo>
                    <a:cubicBezTo>
                      <a:pt x="7041" y="48302"/>
                      <a:pt x="61" y="73821"/>
                      <a:pt x="61" y="100425"/>
                    </a:cubicBezTo>
                    <a:cubicBezTo>
                      <a:pt x="61" y="127030"/>
                      <a:pt x="7041" y="152549"/>
                      <a:pt x="19463" y="171361"/>
                    </a:cubicBezTo>
                    <a:cubicBezTo>
                      <a:pt x="31886" y="190174"/>
                      <a:pt x="48737" y="200744"/>
                      <a:pt x="66305" y="200744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86" name="任意多边形: 形状 4585"/>
              <p:cNvSpPr/>
              <p:nvPr/>
            </p:nvSpPr>
            <p:spPr>
              <a:xfrm>
                <a:off x="34852" y="69233"/>
                <a:ext cx="283" cy="283"/>
              </a:xfrm>
              <a:custGeom>
                <a:avLst/>
                <a:gdLst>
                  <a:gd name="csX0" fmla="*/ 66353 w 132488"/>
                  <a:gd name="csY0" fmla="*/ 200824 h 200636"/>
                  <a:gd name="csX1" fmla="*/ 113195 w 132488"/>
                  <a:gd name="csY1" fmla="*/ 171441 h 200636"/>
                  <a:gd name="csX2" fmla="*/ 132597 w 132488"/>
                  <a:gd name="csY2" fmla="*/ 100505 h 200636"/>
                  <a:gd name="csX3" fmla="*/ 113195 w 132488"/>
                  <a:gd name="csY3" fmla="*/ 29569 h 200636"/>
                  <a:gd name="csX4" fmla="*/ 66353 w 132488"/>
                  <a:gd name="csY4" fmla="*/ 187 h 200636"/>
                  <a:gd name="csX5" fmla="*/ 19511 w 132488"/>
                  <a:gd name="csY5" fmla="*/ 29569 h 200636"/>
                  <a:gd name="csX6" fmla="*/ 109 w 132488"/>
                  <a:gd name="csY6" fmla="*/ 100505 h 200636"/>
                  <a:gd name="csX7" fmla="*/ 19511 w 132488"/>
                  <a:gd name="csY7" fmla="*/ 171441 h 200636"/>
                  <a:gd name="csX8" fmla="*/ 66353 w 132488"/>
                  <a:gd name="csY8" fmla="*/ 200824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53" y="200824"/>
                    </a:moveTo>
                    <a:cubicBezTo>
                      <a:pt x="83921" y="200824"/>
                      <a:pt x="100772" y="190253"/>
                      <a:pt x="113195" y="171441"/>
                    </a:cubicBezTo>
                    <a:cubicBezTo>
                      <a:pt x="125617" y="152629"/>
                      <a:pt x="132597" y="127110"/>
                      <a:pt x="132597" y="100505"/>
                    </a:cubicBezTo>
                    <a:cubicBezTo>
                      <a:pt x="132597" y="73900"/>
                      <a:pt x="125617" y="48382"/>
                      <a:pt x="113195" y="29569"/>
                    </a:cubicBezTo>
                    <a:cubicBezTo>
                      <a:pt x="100772" y="10757"/>
                      <a:pt x="83921" y="187"/>
                      <a:pt x="66353" y="187"/>
                    </a:cubicBezTo>
                    <a:cubicBezTo>
                      <a:pt x="48785" y="187"/>
                      <a:pt x="31934" y="10757"/>
                      <a:pt x="19511" y="29569"/>
                    </a:cubicBezTo>
                    <a:cubicBezTo>
                      <a:pt x="7088" y="48382"/>
                      <a:pt x="109" y="73900"/>
                      <a:pt x="109" y="100505"/>
                    </a:cubicBezTo>
                    <a:cubicBezTo>
                      <a:pt x="109" y="127110"/>
                      <a:pt x="7088" y="152629"/>
                      <a:pt x="19511" y="171441"/>
                    </a:cubicBezTo>
                    <a:cubicBezTo>
                      <a:pt x="31934" y="190253"/>
                      <a:pt x="48785" y="200824"/>
                      <a:pt x="66353" y="200824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87" name="任意多边形: 形状 4586"/>
              <p:cNvSpPr/>
              <p:nvPr/>
            </p:nvSpPr>
            <p:spPr>
              <a:xfrm>
                <a:off x="36925" y="71155"/>
                <a:ext cx="283" cy="283"/>
              </a:xfrm>
              <a:custGeom>
                <a:avLst/>
                <a:gdLst>
                  <a:gd name="csX0" fmla="*/ 66401 w 132488"/>
                  <a:gd name="csY0" fmla="*/ 200857 h 200636"/>
                  <a:gd name="csX1" fmla="*/ 113243 w 132488"/>
                  <a:gd name="csY1" fmla="*/ 171475 h 200636"/>
                  <a:gd name="csX2" fmla="*/ 132645 w 132488"/>
                  <a:gd name="csY2" fmla="*/ 100539 h 200636"/>
                  <a:gd name="csX3" fmla="*/ 113243 w 132488"/>
                  <a:gd name="csY3" fmla="*/ 29603 h 200636"/>
                  <a:gd name="csX4" fmla="*/ 66401 w 132488"/>
                  <a:gd name="csY4" fmla="*/ 220 h 200636"/>
                  <a:gd name="csX5" fmla="*/ 19559 w 132488"/>
                  <a:gd name="csY5" fmla="*/ 29603 h 200636"/>
                  <a:gd name="csX6" fmla="*/ 156 w 132488"/>
                  <a:gd name="csY6" fmla="*/ 100539 h 200636"/>
                  <a:gd name="csX7" fmla="*/ 19559 w 132488"/>
                  <a:gd name="csY7" fmla="*/ 171475 h 200636"/>
                  <a:gd name="csX8" fmla="*/ 66401 w 132488"/>
                  <a:gd name="csY8" fmla="*/ 200857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01" y="200857"/>
                    </a:moveTo>
                    <a:cubicBezTo>
                      <a:pt x="83969" y="200857"/>
                      <a:pt x="100820" y="190287"/>
                      <a:pt x="113243" y="171475"/>
                    </a:cubicBezTo>
                    <a:cubicBezTo>
                      <a:pt x="125665" y="152662"/>
                      <a:pt x="132645" y="127144"/>
                      <a:pt x="132645" y="100539"/>
                    </a:cubicBezTo>
                    <a:cubicBezTo>
                      <a:pt x="132645" y="73934"/>
                      <a:pt x="125665" y="48415"/>
                      <a:pt x="113243" y="29603"/>
                    </a:cubicBezTo>
                    <a:cubicBezTo>
                      <a:pt x="100820" y="10791"/>
                      <a:pt x="83969" y="220"/>
                      <a:pt x="66401" y="220"/>
                    </a:cubicBezTo>
                    <a:cubicBezTo>
                      <a:pt x="48832" y="220"/>
                      <a:pt x="31981" y="10791"/>
                      <a:pt x="19559" y="29603"/>
                    </a:cubicBezTo>
                    <a:cubicBezTo>
                      <a:pt x="7136" y="48415"/>
                      <a:pt x="156" y="73934"/>
                      <a:pt x="156" y="100539"/>
                    </a:cubicBezTo>
                    <a:cubicBezTo>
                      <a:pt x="156" y="127144"/>
                      <a:pt x="7136" y="152662"/>
                      <a:pt x="19559" y="171475"/>
                    </a:cubicBezTo>
                    <a:cubicBezTo>
                      <a:pt x="31981" y="190287"/>
                      <a:pt x="48832" y="200857"/>
                      <a:pt x="66401" y="200857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88" name="任意多边形: 形状 4587"/>
              <p:cNvSpPr/>
              <p:nvPr/>
            </p:nvSpPr>
            <p:spPr>
              <a:xfrm>
                <a:off x="38998" y="72219"/>
                <a:ext cx="283" cy="283"/>
              </a:xfrm>
              <a:custGeom>
                <a:avLst/>
                <a:gdLst>
                  <a:gd name="csX0" fmla="*/ 66448 w 132488"/>
                  <a:gd name="csY0" fmla="*/ 200876 h 200636"/>
                  <a:gd name="csX1" fmla="*/ 113290 w 132488"/>
                  <a:gd name="csY1" fmla="*/ 171493 h 200636"/>
                  <a:gd name="csX2" fmla="*/ 132693 w 132488"/>
                  <a:gd name="csY2" fmla="*/ 100558 h 200636"/>
                  <a:gd name="csX3" fmla="*/ 113290 w 132488"/>
                  <a:gd name="csY3" fmla="*/ 29622 h 200636"/>
                  <a:gd name="csX4" fmla="*/ 66448 w 132488"/>
                  <a:gd name="csY4" fmla="*/ 239 h 200636"/>
                  <a:gd name="csX5" fmla="*/ 19607 w 132488"/>
                  <a:gd name="csY5" fmla="*/ 29622 h 200636"/>
                  <a:gd name="csX6" fmla="*/ 204 w 132488"/>
                  <a:gd name="csY6" fmla="*/ 100558 h 200636"/>
                  <a:gd name="csX7" fmla="*/ 19607 w 132488"/>
                  <a:gd name="csY7" fmla="*/ 171493 h 200636"/>
                  <a:gd name="csX8" fmla="*/ 66448 w 132488"/>
                  <a:gd name="csY8" fmla="*/ 20087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48" y="200876"/>
                    </a:moveTo>
                    <a:cubicBezTo>
                      <a:pt x="84017" y="200876"/>
                      <a:pt x="100868" y="190306"/>
                      <a:pt x="113290" y="171493"/>
                    </a:cubicBezTo>
                    <a:cubicBezTo>
                      <a:pt x="125713" y="152681"/>
                      <a:pt x="132693" y="127162"/>
                      <a:pt x="132693" y="100558"/>
                    </a:cubicBezTo>
                    <a:cubicBezTo>
                      <a:pt x="132693" y="73953"/>
                      <a:pt x="125713" y="48434"/>
                      <a:pt x="113290" y="29622"/>
                    </a:cubicBezTo>
                    <a:cubicBezTo>
                      <a:pt x="100868" y="10809"/>
                      <a:pt x="84017" y="239"/>
                      <a:pt x="66448" y="239"/>
                    </a:cubicBezTo>
                    <a:cubicBezTo>
                      <a:pt x="48880" y="239"/>
                      <a:pt x="32029" y="10809"/>
                      <a:pt x="19607" y="29622"/>
                    </a:cubicBezTo>
                    <a:cubicBezTo>
                      <a:pt x="7184" y="48434"/>
                      <a:pt x="204" y="73953"/>
                      <a:pt x="204" y="100558"/>
                    </a:cubicBezTo>
                    <a:cubicBezTo>
                      <a:pt x="204" y="127162"/>
                      <a:pt x="7184" y="152681"/>
                      <a:pt x="19607" y="171493"/>
                    </a:cubicBezTo>
                    <a:cubicBezTo>
                      <a:pt x="32029" y="190306"/>
                      <a:pt x="48880" y="200876"/>
                      <a:pt x="66448" y="200876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89" name="任意多边形: 形状 4588"/>
              <p:cNvSpPr/>
              <p:nvPr/>
            </p:nvSpPr>
            <p:spPr>
              <a:xfrm>
                <a:off x="41071" y="72732"/>
                <a:ext cx="283" cy="283"/>
              </a:xfrm>
              <a:custGeom>
                <a:avLst/>
                <a:gdLst>
                  <a:gd name="csX0" fmla="*/ 66496 w 132488"/>
                  <a:gd name="csY0" fmla="*/ 200885 h 200636"/>
                  <a:gd name="csX1" fmla="*/ 113338 w 132488"/>
                  <a:gd name="csY1" fmla="*/ 171502 h 200636"/>
                  <a:gd name="csX2" fmla="*/ 132741 w 132488"/>
                  <a:gd name="csY2" fmla="*/ 100567 h 200636"/>
                  <a:gd name="csX3" fmla="*/ 113338 w 132488"/>
                  <a:gd name="csY3" fmla="*/ 29631 h 200636"/>
                  <a:gd name="csX4" fmla="*/ 66496 w 132488"/>
                  <a:gd name="csY4" fmla="*/ 248 h 200636"/>
                  <a:gd name="csX5" fmla="*/ 19654 w 132488"/>
                  <a:gd name="csY5" fmla="*/ 29631 h 200636"/>
                  <a:gd name="csX6" fmla="*/ 252 w 132488"/>
                  <a:gd name="csY6" fmla="*/ 100567 h 200636"/>
                  <a:gd name="csX7" fmla="*/ 19654 w 132488"/>
                  <a:gd name="csY7" fmla="*/ 171502 h 200636"/>
                  <a:gd name="csX8" fmla="*/ 66496 w 132488"/>
                  <a:gd name="csY8" fmla="*/ 200885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96" y="200885"/>
                    </a:moveTo>
                    <a:cubicBezTo>
                      <a:pt x="84065" y="200885"/>
                      <a:pt x="100916" y="190315"/>
                      <a:pt x="113338" y="171502"/>
                    </a:cubicBezTo>
                    <a:cubicBezTo>
                      <a:pt x="125761" y="152690"/>
                      <a:pt x="132741" y="127171"/>
                      <a:pt x="132741" y="100567"/>
                    </a:cubicBezTo>
                    <a:cubicBezTo>
                      <a:pt x="132741" y="73962"/>
                      <a:pt x="125761" y="48443"/>
                      <a:pt x="113338" y="29631"/>
                    </a:cubicBezTo>
                    <a:cubicBezTo>
                      <a:pt x="100916" y="10818"/>
                      <a:pt x="84065" y="248"/>
                      <a:pt x="66496" y="248"/>
                    </a:cubicBezTo>
                    <a:cubicBezTo>
                      <a:pt x="48928" y="248"/>
                      <a:pt x="32077" y="10818"/>
                      <a:pt x="19654" y="29631"/>
                    </a:cubicBezTo>
                    <a:cubicBezTo>
                      <a:pt x="7232" y="48443"/>
                      <a:pt x="252" y="73962"/>
                      <a:pt x="252" y="100567"/>
                    </a:cubicBezTo>
                    <a:cubicBezTo>
                      <a:pt x="252" y="127171"/>
                      <a:pt x="7232" y="152690"/>
                      <a:pt x="19654" y="171502"/>
                    </a:cubicBezTo>
                    <a:cubicBezTo>
                      <a:pt x="32077" y="190315"/>
                      <a:pt x="48928" y="200885"/>
                      <a:pt x="66496" y="200885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90" name="任意多边形: 形状 4589"/>
              <p:cNvSpPr/>
              <p:nvPr/>
            </p:nvSpPr>
            <p:spPr>
              <a:xfrm>
                <a:off x="43144" y="72965"/>
                <a:ext cx="283" cy="283"/>
              </a:xfrm>
              <a:custGeom>
                <a:avLst/>
                <a:gdLst>
                  <a:gd name="csX0" fmla="*/ 66544 w 132488"/>
                  <a:gd name="csY0" fmla="*/ 200889 h 200636"/>
                  <a:gd name="csX1" fmla="*/ 113386 w 132488"/>
                  <a:gd name="csY1" fmla="*/ 171506 h 200636"/>
                  <a:gd name="csX2" fmla="*/ 132788 w 132488"/>
                  <a:gd name="csY2" fmla="*/ 100571 h 200636"/>
                  <a:gd name="csX3" fmla="*/ 113386 w 132488"/>
                  <a:gd name="csY3" fmla="*/ 29635 h 200636"/>
                  <a:gd name="csX4" fmla="*/ 66544 w 132488"/>
                  <a:gd name="csY4" fmla="*/ 252 h 200636"/>
                  <a:gd name="csX5" fmla="*/ 19702 w 132488"/>
                  <a:gd name="csY5" fmla="*/ 29635 h 200636"/>
                  <a:gd name="csX6" fmla="*/ 300 w 132488"/>
                  <a:gd name="csY6" fmla="*/ 100571 h 200636"/>
                  <a:gd name="csX7" fmla="*/ 19702 w 132488"/>
                  <a:gd name="csY7" fmla="*/ 171506 h 200636"/>
                  <a:gd name="csX8" fmla="*/ 66544 w 132488"/>
                  <a:gd name="csY8" fmla="*/ 20088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44" y="200889"/>
                    </a:moveTo>
                    <a:cubicBezTo>
                      <a:pt x="84112" y="200889"/>
                      <a:pt x="100963" y="190319"/>
                      <a:pt x="113386" y="171506"/>
                    </a:cubicBezTo>
                    <a:cubicBezTo>
                      <a:pt x="125809" y="152694"/>
                      <a:pt x="132788" y="127175"/>
                      <a:pt x="132788" y="100571"/>
                    </a:cubicBezTo>
                    <a:cubicBezTo>
                      <a:pt x="132788" y="73966"/>
                      <a:pt x="125809" y="48447"/>
                      <a:pt x="113386" y="29635"/>
                    </a:cubicBezTo>
                    <a:cubicBezTo>
                      <a:pt x="100963" y="10822"/>
                      <a:pt x="84112" y="252"/>
                      <a:pt x="66544" y="252"/>
                    </a:cubicBezTo>
                    <a:cubicBezTo>
                      <a:pt x="48976" y="252"/>
                      <a:pt x="32125" y="10822"/>
                      <a:pt x="19702" y="29635"/>
                    </a:cubicBezTo>
                    <a:cubicBezTo>
                      <a:pt x="7280" y="48447"/>
                      <a:pt x="300" y="73966"/>
                      <a:pt x="300" y="100571"/>
                    </a:cubicBezTo>
                    <a:cubicBezTo>
                      <a:pt x="300" y="127175"/>
                      <a:pt x="7280" y="152694"/>
                      <a:pt x="19702" y="171506"/>
                    </a:cubicBezTo>
                    <a:cubicBezTo>
                      <a:pt x="32125" y="190319"/>
                      <a:pt x="48976" y="200889"/>
                      <a:pt x="66544" y="200889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91" name="任意多边形: 形状 4590"/>
              <p:cNvSpPr/>
              <p:nvPr/>
            </p:nvSpPr>
            <p:spPr>
              <a:xfrm>
                <a:off x="45217" y="73077"/>
                <a:ext cx="283" cy="283"/>
              </a:xfrm>
              <a:custGeom>
                <a:avLst/>
                <a:gdLst>
                  <a:gd name="csX0" fmla="*/ 66592 w 132488"/>
                  <a:gd name="csY0" fmla="*/ 200891 h 200636"/>
                  <a:gd name="csX1" fmla="*/ 113434 w 132488"/>
                  <a:gd name="csY1" fmla="*/ 171508 h 200636"/>
                  <a:gd name="csX2" fmla="*/ 132836 w 132488"/>
                  <a:gd name="csY2" fmla="*/ 100573 h 200636"/>
                  <a:gd name="csX3" fmla="*/ 113434 w 132488"/>
                  <a:gd name="csY3" fmla="*/ 29637 h 200636"/>
                  <a:gd name="csX4" fmla="*/ 66592 w 132488"/>
                  <a:gd name="csY4" fmla="*/ 254 h 200636"/>
                  <a:gd name="csX5" fmla="*/ 19750 w 132488"/>
                  <a:gd name="csY5" fmla="*/ 29637 h 200636"/>
                  <a:gd name="csX6" fmla="*/ 347 w 132488"/>
                  <a:gd name="csY6" fmla="*/ 100573 h 200636"/>
                  <a:gd name="csX7" fmla="*/ 19750 w 132488"/>
                  <a:gd name="csY7" fmla="*/ 171508 h 200636"/>
                  <a:gd name="csX8" fmla="*/ 66592 w 132488"/>
                  <a:gd name="csY8" fmla="*/ 20089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92" y="200891"/>
                    </a:moveTo>
                    <a:cubicBezTo>
                      <a:pt x="84160" y="200891"/>
                      <a:pt x="101011" y="190321"/>
                      <a:pt x="113434" y="171508"/>
                    </a:cubicBezTo>
                    <a:cubicBezTo>
                      <a:pt x="125856" y="152696"/>
                      <a:pt x="132836" y="127177"/>
                      <a:pt x="132836" y="100573"/>
                    </a:cubicBezTo>
                    <a:cubicBezTo>
                      <a:pt x="132836" y="73968"/>
                      <a:pt x="125856" y="48449"/>
                      <a:pt x="113434" y="29637"/>
                    </a:cubicBezTo>
                    <a:cubicBezTo>
                      <a:pt x="101011" y="10824"/>
                      <a:pt x="84160" y="254"/>
                      <a:pt x="66592" y="254"/>
                    </a:cubicBezTo>
                    <a:cubicBezTo>
                      <a:pt x="49024" y="254"/>
                      <a:pt x="32173" y="10824"/>
                      <a:pt x="19750" y="29637"/>
                    </a:cubicBezTo>
                    <a:cubicBezTo>
                      <a:pt x="7327" y="48449"/>
                      <a:pt x="347" y="73968"/>
                      <a:pt x="347" y="100573"/>
                    </a:cubicBezTo>
                    <a:cubicBezTo>
                      <a:pt x="347" y="127177"/>
                      <a:pt x="7327" y="152696"/>
                      <a:pt x="19750" y="171508"/>
                    </a:cubicBezTo>
                    <a:cubicBezTo>
                      <a:pt x="32173" y="190321"/>
                      <a:pt x="49024" y="200891"/>
                      <a:pt x="66592" y="200891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92" name="任意多边形: 形状 4591"/>
              <p:cNvSpPr/>
              <p:nvPr/>
            </p:nvSpPr>
            <p:spPr>
              <a:xfrm>
                <a:off x="47290" y="73088"/>
                <a:ext cx="283" cy="283"/>
              </a:xfrm>
              <a:custGeom>
                <a:avLst/>
                <a:gdLst>
                  <a:gd name="csX0" fmla="*/ 66640 w 132488"/>
                  <a:gd name="csY0" fmla="*/ 200891 h 200636"/>
                  <a:gd name="csX1" fmla="*/ 113482 w 132488"/>
                  <a:gd name="csY1" fmla="*/ 171509 h 200636"/>
                  <a:gd name="csX2" fmla="*/ 132884 w 132488"/>
                  <a:gd name="csY2" fmla="*/ 100573 h 200636"/>
                  <a:gd name="csX3" fmla="*/ 113482 w 132488"/>
                  <a:gd name="csY3" fmla="*/ 29637 h 200636"/>
                  <a:gd name="csX4" fmla="*/ 66640 w 132488"/>
                  <a:gd name="csY4" fmla="*/ 254 h 200636"/>
                  <a:gd name="csX5" fmla="*/ 19798 w 132488"/>
                  <a:gd name="csY5" fmla="*/ 29637 h 200636"/>
                  <a:gd name="csX6" fmla="*/ 395 w 132488"/>
                  <a:gd name="csY6" fmla="*/ 100573 h 200636"/>
                  <a:gd name="csX7" fmla="*/ 19798 w 132488"/>
                  <a:gd name="csY7" fmla="*/ 171509 h 200636"/>
                  <a:gd name="csX8" fmla="*/ 66640 w 132488"/>
                  <a:gd name="csY8" fmla="*/ 20089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40" y="200891"/>
                    </a:moveTo>
                    <a:cubicBezTo>
                      <a:pt x="84208" y="200891"/>
                      <a:pt x="101059" y="190321"/>
                      <a:pt x="113482" y="171509"/>
                    </a:cubicBezTo>
                    <a:cubicBezTo>
                      <a:pt x="125904" y="152696"/>
                      <a:pt x="132884" y="127178"/>
                      <a:pt x="132884" y="100573"/>
                    </a:cubicBezTo>
                    <a:cubicBezTo>
                      <a:pt x="132884" y="73968"/>
                      <a:pt x="125904" y="48449"/>
                      <a:pt x="113482" y="29637"/>
                    </a:cubicBezTo>
                    <a:cubicBezTo>
                      <a:pt x="101059" y="10825"/>
                      <a:pt x="84208" y="254"/>
                      <a:pt x="66640" y="254"/>
                    </a:cubicBezTo>
                    <a:cubicBezTo>
                      <a:pt x="49071" y="254"/>
                      <a:pt x="32220" y="10825"/>
                      <a:pt x="19798" y="29637"/>
                    </a:cubicBezTo>
                    <a:cubicBezTo>
                      <a:pt x="7375" y="48449"/>
                      <a:pt x="395" y="73968"/>
                      <a:pt x="395" y="100573"/>
                    </a:cubicBezTo>
                    <a:cubicBezTo>
                      <a:pt x="395" y="127178"/>
                      <a:pt x="7375" y="152696"/>
                      <a:pt x="19798" y="171509"/>
                    </a:cubicBezTo>
                    <a:cubicBezTo>
                      <a:pt x="32220" y="190321"/>
                      <a:pt x="49071" y="200891"/>
                      <a:pt x="66640" y="200891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93" name="任意多边形: 形状 4592"/>
              <p:cNvSpPr/>
              <p:nvPr/>
            </p:nvSpPr>
            <p:spPr>
              <a:xfrm>
                <a:off x="49362" y="72985"/>
                <a:ext cx="283" cy="283"/>
              </a:xfrm>
              <a:custGeom>
                <a:avLst/>
                <a:gdLst>
                  <a:gd name="csX0" fmla="*/ 66687 w 132488"/>
                  <a:gd name="csY0" fmla="*/ 200889 h 200636"/>
                  <a:gd name="csX1" fmla="*/ 113529 w 132488"/>
                  <a:gd name="csY1" fmla="*/ 171507 h 200636"/>
                  <a:gd name="csX2" fmla="*/ 132932 w 132488"/>
                  <a:gd name="csY2" fmla="*/ 100571 h 200636"/>
                  <a:gd name="csX3" fmla="*/ 113529 w 132488"/>
                  <a:gd name="csY3" fmla="*/ 29635 h 200636"/>
                  <a:gd name="csX4" fmla="*/ 66687 w 132488"/>
                  <a:gd name="csY4" fmla="*/ 252 h 200636"/>
                  <a:gd name="csX5" fmla="*/ 19846 w 132488"/>
                  <a:gd name="csY5" fmla="*/ 29635 h 200636"/>
                  <a:gd name="csX6" fmla="*/ 443 w 132488"/>
                  <a:gd name="csY6" fmla="*/ 100571 h 200636"/>
                  <a:gd name="csX7" fmla="*/ 19846 w 132488"/>
                  <a:gd name="csY7" fmla="*/ 171507 h 200636"/>
                  <a:gd name="csX8" fmla="*/ 66687 w 132488"/>
                  <a:gd name="csY8" fmla="*/ 20088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87" y="200889"/>
                    </a:moveTo>
                    <a:cubicBezTo>
                      <a:pt x="84256" y="200889"/>
                      <a:pt x="101107" y="190319"/>
                      <a:pt x="113529" y="171507"/>
                    </a:cubicBezTo>
                    <a:cubicBezTo>
                      <a:pt x="125952" y="152694"/>
                      <a:pt x="132932" y="127176"/>
                      <a:pt x="132932" y="100571"/>
                    </a:cubicBezTo>
                    <a:cubicBezTo>
                      <a:pt x="132932" y="73966"/>
                      <a:pt x="125952" y="48447"/>
                      <a:pt x="113529" y="29635"/>
                    </a:cubicBezTo>
                    <a:cubicBezTo>
                      <a:pt x="101107" y="10823"/>
                      <a:pt x="84256" y="252"/>
                      <a:pt x="66687" y="252"/>
                    </a:cubicBezTo>
                    <a:cubicBezTo>
                      <a:pt x="49119" y="252"/>
                      <a:pt x="32268" y="10823"/>
                      <a:pt x="19846" y="29635"/>
                    </a:cubicBezTo>
                    <a:cubicBezTo>
                      <a:pt x="7423" y="48447"/>
                      <a:pt x="443" y="73966"/>
                      <a:pt x="443" y="100571"/>
                    </a:cubicBezTo>
                    <a:cubicBezTo>
                      <a:pt x="443" y="127176"/>
                      <a:pt x="7423" y="152694"/>
                      <a:pt x="19846" y="171507"/>
                    </a:cubicBezTo>
                    <a:cubicBezTo>
                      <a:pt x="32268" y="190319"/>
                      <a:pt x="49119" y="200889"/>
                      <a:pt x="66687" y="200889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94" name="任意多边形: 形状 4593"/>
              <p:cNvSpPr/>
              <p:nvPr/>
            </p:nvSpPr>
            <p:spPr>
              <a:xfrm>
                <a:off x="51435" y="72591"/>
                <a:ext cx="283" cy="283"/>
              </a:xfrm>
              <a:custGeom>
                <a:avLst/>
                <a:gdLst>
                  <a:gd name="csX0" fmla="*/ 66735 w 132488"/>
                  <a:gd name="csY0" fmla="*/ 200883 h 200636"/>
                  <a:gd name="csX1" fmla="*/ 113577 w 132488"/>
                  <a:gd name="csY1" fmla="*/ 171500 h 200636"/>
                  <a:gd name="csX2" fmla="*/ 132980 w 132488"/>
                  <a:gd name="csY2" fmla="*/ 100564 h 200636"/>
                  <a:gd name="csX3" fmla="*/ 113577 w 132488"/>
                  <a:gd name="csY3" fmla="*/ 29628 h 200636"/>
                  <a:gd name="csX4" fmla="*/ 66735 w 132488"/>
                  <a:gd name="csY4" fmla="*/ 246 h 200636"/>
                  <a:gd name="csX5" fmla="*/ 19893 w 132488"/>
                  <a:gd name="csY5" fmla="*/ 29628 h 200636"/>
                  <a:gd name="csX6" fmla="*/ 491 w 132488"/>
                  <a:gd name="csY6" fmla="*/ 100564 h 200636"/>
                  <a:gd name="csX7" fmla="*/ 19893 w 132488"/>
                  <a:gd name="csY7" fmla="*/ 171500 h 200636"/>
                  <a:gd name="csX8" fmla="*/ 66735 w 132488"/>
                  <a:gd name="csY8" fmla="*/ 20088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735" y="200883"/>
                    </a:moveTo>
                    <a:cubicBezTo>
                      <a:pt x="84303" y="200883"/>
                      <a:pt x="101155" y="190312"/>
                      <a:pt x="113577" y="171500"/>
                    </a:cubicBezTo>
                    <a:cubicBezTo>
                      <a:pt x="126000" y="152688"/>
                      <a:pt x="132980" y="127169"/>
                      <a:pt x="132980" y="100564"/>
                    </a:cubicBezTo>
                    <a:cubicBezTo>
                      <a:pt x="132980" y="73959"/>
                      <a:pt x="126000" y="48441"/>
                      <a:pt x="113577" y="29628"/>
                    </a:cubicBezTo>
                    <a:cubicBezTo>
                      <a:pt x="101155" y="10816"/>
                      <a:pt x="84303" y="246"/>
                      <a:pt x="66735" y="246"/>
                    </a:cubicBezTo>
                    <a:cubicBezTo>
                      <a:pt x="49167" y="246"/>
                      <a:pt x="32316" y="10816"/>
                      <a:pt x="19893" y="29628"/>
                    </a:cubicBezTo>
                    <a:cubicBezTo>
                      <a:pt x="7471" y="48441"/>
                      <a:pt x="491" y="73959"/>
                      <a:pt x="491" y="100564"/>
                    </a:cubicBezTo>
                    <a:cubicBezTo>
                      <a:pt x="491" y="127169"/>
                      <a:pt x="7471" y="152688"/>
                      <a:pt x="19893" y="171500"/>
                    </a:cubicBezTo>
                    <a:cubicBezTo>
                      <a:pt x="32316" y="190312"/>
                      <a:pt x="49167" y="200883"/>
                      <a:pt x="66735" y="200883"/>
                    </a:cubicBezTo>
                    <a:close/>
                  </a:path>
                </a:pathLst>
              </a:custGeom>
              <a:solidFill>
                <a:srgbClr val="FF9800">
                  <a:alpha val="85000"/>
                </a:srgbClr>
              </a:solidFill>
              <a:ln w="101600" cap="flat">
                <a:solidFill>
                  <a:srgbClr val="FF9800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grpSp>
        <p:nvGrpSpPr>
          <p:cNvPr id="524" name="组合 523"/>
          <p:cNvGrpSpPr/>
          <p:nvPr/>
        </p:nvGrpSpPr>
        <p:grpSpPr>
          <a:xfrm>
            <a:off x="20814665" y="37279580"/>
            <a:ext cx="12025630" cy="3022600"/>
            <a:chOff x="32779" y="68021"/>
            <a:chExt cx="18938" cy="4760"/>
          </a:xfrm>
        </p:grpSpPr>
        <p:sp>
          <p:nvSpPr>
            <p:cNvPr id="4596" name="任意多边形: 形状 4595"/>
            <p:cNvSpPr/>
            <p:nvPr/>
          </p:nvSpPr>
          <p:spPr>
            <a:xfrm>
              <a:off x="32887" y="68163"/>
              <a:ext cx="18656" cy="4478"/>
            </a:xfrm>
            <a:custGeom>
              <a:avLst/>
              <a:gdLst>
                <a:gd name="csX0" fmla="*/ 0 w 11397904"/>
                <a:gd name="csY0" fmla="*/ 0 h 3155041"/>
                <a:gd name="csX1" fmla="*/ 1266434 w 11397904"/>
                <a:gd name="csY1" fmla="*/ 1739431 h 3155041"/>
                <a:gd name="csX2" fmla="*/ 2532868 w 11397904"/>
                <a:gd name="csY2" fmla="*/ 2415486 h 3155041"/>
                <a:gd name="csX3" fmla="*/ 3799302 w 11397904"/>
                <a:gd name="csY3" fmla="*/ 2816851 h 3155041"/>
                <a:gd name="csX4" fmla="*/ 5065735 w 11397904"/>
                <a:gd name="csY4" fmla="*/ 3059424 h 3155041"/>
                <a:gd name="csX5" fmla="*/ 6332169 w 11397904"/>
                <a:gd name="csY5" fmla="*/ 3152986 h 3155041"/>
                <a:gd name="csX6" fmla="*/ 7598603 w 11397904"/>
                <a:gd name="csY6" fmla="*/ 3155041 h 3155041"/>
                <a:gd name="csX7" fmla="*/ 8865036 w 11397904"/>
                <a:gd name="csY7" fmla="*/ 3034630 h 3155041"/>
                <a:gd name="csX8" fmla="*/ 10131470 w 11397904"/>
                <a:gd name="csY8" fmla="*/ 2753320 h 3155041"/>
                <a:gd name="csX9" fmla="*/ 11397904 w 11397904"/>
                <a:gd name="csY9" fmla="*/ 2150401 h 31550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11397904" h="3155041">
                  <a:moveTo>
                    <a:pt x="0" y="0"/>
                  </a:moveTo>
                  <a:lnTo>
                    <a:pt x="1266434" y="1739431"/>
                  </a:lnTo>
                  <a:lnTo>
                    <a:pt x="2532868" y="2415486"/>
                  </a:lnTo>
                  <a:lnTo>
                    <a:pt x="3799302" y="2816851"/>
                  </a:lnTo>
                  <a:lnTo>
                    <a:pt x="5065735" y="3059424"/>
                  </a:lnTo>
                  <a:lnTo>
                    <a:pt x="6332169" y="3152986"/>
                  </a:lnTo>
                  <a:lnTo>
                    <a:pt x="7598603" y="3155041"/>
                  </a:lnTo>
                  <a:lnTo>
                    <a:pt x="8865036" y="3034630"/>
                  </a:lnTo>
                  <a:lnTo>
                    <a:pt x="10131470" y="2753320"/>
                  </a:lnTo>
                  <a:lnTo>
                    <a:pt x="11397904" y="2150401"/>
                  </a:lnTo>
                </a:path>
              </a:pathLst>
            </a:custGeom>
            <a:noFill/>
            <a:ln w="101600" cap="sq">
              <a:solidFill>
                <a:srgbClr val="E91E63">
                  <a:alpha val="85000"/>
                </a:srgbClr>
              </a:solidFill>
              <a:prstDash val="solid"/>
              <a:round/>
            </a:ln>
          </p:spPr>
        </p:sp>
        <p:grpSp>
          <p:nvGrpSpPr>
            <p:cNvPr id="523" name="组合 522"/>
            <p:cNvGrpSpPr/>
            <p:nvPr/>
          </p:nvGrpSpPr>
          <p:grpSpPr>
            <a:xfrm>
              <a:off x="32779" y="68021"/>
              <a:ext cx="18938" cy="4760"/>
              <a:chOff x="32779" y="68021"/>
              <a:chExt cx="18938" cy="4760"/>
            </a:xfrm>
          </p:grpSpPr>
          <p:sp>
            <p:nvSpPr>
              <p:cNvPr id="4598" name="任意多边形: 形状 4597"/>
              <p:cNvSpPr/>
              <p:nvPr/>
            </p:nvSpPr>
            <p:spPr>
              <a:xfrm>
                <a:off x="32779" y="68021"/>
                <a:ext cx="283" cy="283"/>
              </a:xfrm>
              <a:custGeom>
                <a:avLst/>
                <a:gdLst>
                  <a:gd name="csX0" fmla="*/ 66305 w 132488"/>
                  <a:gd name="csY0" fmla="*/ 200802 h 200636"/>
                  <a:gd name="csX1" fmla="*/ 113147 w 132488"/>
                  <a:gd name="csY1" fmla="*/ 171420 h 200636"/>
                  <a:gd name="csX2" fmla="*/ 132550 w 132488"/>
                  <a:gd name="csY2" fmla="*/ 100484 h 200636"/>
                  <a:gd name="csX3" fmla="*/ 113147 w 132488"/>
                  <a:gd name="csY3" fmla="*/ 29548 h 200636"/>
                  <a:gd name="csX4" fmla="*/ 66305 w 132488"/>
                  <a:gd name="csY4" fmla="*/ 165 h 200636"/>
                  <a:gd name="csX5" fmla="*/ 19463 w 132488"/>
                  <a:gd name="csY5" fmla="*/ 29548 h 200636"/>
                  <a:gd name="csX6" fmla="*/ 61 w 132488"/>
                  <a:gd name="csY6" fmla="*/ 100484 h 200636"/>
                  <a:gd name="csX7" fmla="*/ 19463 w 132488"/>
                  <a:gd name="csY7" fmla="*/ 171420 h 200636"/>
                  <a:gd name="csX8" fmla="*/ 66305 w 132488"/>
                  <a:gd name="csY8" fmla="*/ 200802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05" y="200802"/>
                    </a:moveTo>
                    <a:cubicBezTo>
                      <a:pt x="83873" y="200802"/>
                      <a:pt x="100724" y="190232"/>
                      <a:pt x="113147" y="171420"/>
                    </a:cubicBezTo>
                    <a:cubicBezTo>
                      <a:pt x="125570" y="152607"/>
                      <a:pt x="132550" y="127089"/>
                      <a:pt x="132550" y="100484"/>
                    </a:cubicBezTo>
                    <a:cubicBezTo>
                      <a:pt x="132550" y="73879"/>
                      <a:pt x="125570" y="48360"/>
                      <a:pt x="113147" y="29548"/>
                    </a:cubicBezTo>
                    <a:cubicBezTo>
                      <a:pt x="100724" y="10736"/>
                      <a:pt x="83873" y="165"/>
                      <a:pt x="66305" y="165"/>
                    </a:cubicBezTo>
                    <a:cubicBezTo>
                      <a:pt x="48737" y="165"/>
                      <a:pt x="31886" y="10736"/>
                      <a:pt x="19463" y="29548"/>
                    </a:cubicBezTo>
                    <a:cubicBezTo>
                      <a:pt x="7041" y="48360"/>
                      <a:pt x="61" y="73879"/>
                      <a:pt x="61" y="100484"/>
                    </a:cubicBezTo>
                    <a:cubicBezTo>
                      <a:pt x="61" y="127089"/>
                      <a:pt x="7041" y="152607"/>
                      <a:pt x="19463" y="171420"/>
                    </a:cubicBezTo>
                    <a:cubicBezTo>
                      <a:pt x="31886" y="190232"/>
                      <a:pt x="48737" y="200802"/>
                      <a:pt x="66305" y="200802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599" name="任意多边形: 形状 4598"/>
              <p:cNvSpPr/>
              <p:nvPr/>
            </p:nvSpPr>
            <p:spPr>
              <a:xfrm>
                <a:off x="34852" y="70490"/>
                <a:ext cx="283" cy="283"/>
              </a:xfrm>
              <a:custGeom>
                <a:avLst/>
                <a:gdLst>
                  <a:gd name="csX0" fmla="*/ 66353 w 132488"/>
                  <a:gd name="csY0" fmla="*/ 200846 h 200636"/>
                  <a:gd name="csX1" fmla="*/ 113195 w 132488"/>
                  <a:gd name="csY1" fmla="*/ 171463 h 200636"/>
                  <a:gd name="csX2" fmla="*/ 132597 w 132488"/>
                  <a:gd name="csY2" fmla="*/ 100527 h 200636"/>
                  <a:gd name="csX3" fmla="*/ 113195 w 132488"/>
                  <a:gd name="csY3" fmla="*/ 29591 h 200636"/>
                  <a:gd name="csX4" fmla="*/ 66353 w 132488"/>
                  <a:gd name="csY4" fmla="*/ 209 h 200636"/>
                  <a:gd name="csX5" fmla="*/ 19511 w 132488"/>
                  <a:gd name="csY5" fmla="*/ 29591 h 200636"/>
                  <a:gd name="csX6" fmla="*/ 109 w 132488"/>
                  <a:gd name="csY6" fmla="*/ 100527 h 200636"/>
                  <a:gd name="csX7" fmla="*/ 19511 w 132488"/>
                  <a:gd name="csY7" fmla="*/ 171463 h 200636"/>
                  <a:gd name="csX8" fmla="*/ 66353 w 132488"/>
                  <a:gd name="csY8" fmla="*/ 20084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353" y="200846"/>
                    </a:moveTo>
                    <a:cubicBezTo>
                      <a:pt x="83921" y="200846"/>
                      <a:pt x="100772" y="190275"/>
                      <a:pt x="113195" y="171463"/>
                    </a:cubicBezTo>
                    <a:cubicBezTo>
                      <a:pt x="125617" y="152651"/>
                      <a:pt x="132597" y="127132"/>
                      <a:pt x="132597" y="100527"/>
                    </a:cubicBezTo>
                    <a:cubicBezTo>
                      <a:pt x="132597" y="73922"/>
                      <a:pt x="125617" y="48404"/>
                      <a:pt x="113195" y="29591"/>
                    </a:cubicBezTo>
                    <a:cubicBezTo>
                      <a:pt x="100772" y="10779"/>
                      <a:pt x="83921" y="209"/>
                      <a:pt x="66353" y="209"/>
                    </a:cubicBezTo>
                    <a:cubicBezTo>
                      <a:pt x="48785" y="209"/>
                      <a:pt x="31934" y="10779"/>
                      <a:pt x="19511" y="29591"/>
                    </a:cubicBezTo>
                    <a:cubicBezTo>
                      <a:pt x="7088" y="48404"/>
                      <a:pt x="109" y="73922"/>
                      <a:pt x="109" y="100527"/>
                    </a:cubicBezTo>
                    <a:cubicBezTo>
                      <a:pt x="109" y="127132"/>
                      <a:pt x="7088" y="152651"/>
                      <a:pt x="19511" y="171463"/>
                    </a:cubicBezTo>
                    <a:cubicBezTo>
                      <a:pt x="31934" y="190275"/>
                      <a:pt x="48785" y="200846"/>
                      <a:pt x="66353" y="200846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0" name="任意多边形: 形状 4599"/>
              <p:cNvSpPr/>
              <p:nvPr/>
            </p:nvSpPr>
            <p:spPr>
              <a:xfrm>
                <a:off x="36925" y="71450"/>
                <a:ext cx="283" cy="283"/>
              </a:xfrm>
              <a:custGeom>
                <a:avLst/>
                <a:gdLst>
                  <a:gd name="csX0" fmla="*/ 66401 w 132488"/>
                  <a:gd name="csY0" fmla="*/ 200863 h 200636"/>
                  <a:gd name="csX1" fmla="*/ 113243 w 132488"/>
                  <a:gd name="csY1" fmla="*/ 171480 h 200636"/>
                  <a:gd name="csX2" fmla="*/ 132645 w 132488"/>
                  <a:gd name="csY2" fmla="*/ 100544 h 200636"/>
                  <a:gd name="csX3" fmla="*/ 113243 w 132488"/>
                  <a:gd name="csY3" fmla="*/ 29608 h 200636"/>
                  <a:gd name="csX4" fmla="*/ 66401 w 132488"/>
                  <a:gd name="csY4" fmla="*/ 226 h 200636"/>
                  <a:gd name="csX5" fmla="*/ 19559 w 132488"/>
                  <a:gd name="csY5" fmla="*/ 29608 h 200636"/>
                  <a:gd name="csX6" fmla="*/ 156 w 132488"/>
                  <a:gd name="csY6" fmla="*/ 100544 h 200636"/>
                  <a:gd name="csX7" fmla="*/ 19559 w 132488"/>
                  <a:gd name="csY7" fmla="*/ 171480 h 200636"/>
                  <a:gd name="csX8" fmla="*/ 66401 w 132488"/>
                  <a:gd name="csY8" fmla="*/ 20086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01" y="200863"/>
                    </a:moveTo>
                    <a:cubicBezTo>
                      <a:pt x="83969" y="200863"/>
                      <a:pt x="100820" y="190292"/>
                      <a:pt x="113243" y="171480"/>
                    </a:cubicBezTo>
                    <a:cubicBezTo>
                      <a:pt x="125665" y="152667"/>
                      <a:pt x="132645" y="127149"/>
                      <a:pt x="132645" y="100544"/>
                    </a:cubicBezTo>
                    <a:cubicBezTo>
                      <a:pt x="132645" y="73939"/>
                      <a:pt x="125665" y="48421"/>
                      <a:pt x="113243" y="29608"/>
                    </a:cubicBezTo>
                    <a:cubicBezTo>
                      <a:pt x="100820" y="10796"/>
                      <a:pt x="83969" y="226"/>
                      <a:pt x="66401" y="226"/>
                    </a:cubicBezTo>
                    <a:cubicBezTo>
                      <a:pt x="48832" y="226"/>
                      <a:pt x="31981" y="10796"/>
                      <a:pt x="19559" y="29608"/>
                    </a:cubicBezTo>
                    <a:cubicBezTo>
                      <a:pt x="7136" y="48421"/>
                      <a:pt x="156" y="73939"/>
                      <a:pt x="156" y="100544"/>
                    </a:cubicBezTo>
                    <a:cubicBezTo>
                      <a:pt x="156" y="127149"/>
                      <a:pt x="7136" y="152667"/>
                      <a:pt x="19559" y="171480"/>
                    </a:cubicBezTo>
                    <a:cubicBezTo>
                      <a:pt x="31981" y="190292"/>
                      <a:pt x="48832" y="200863"/>
                      <a:pt x="66401" y="200863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1" name="任意多边形: 形状 4600"/>
              <p:cNvSpPr/>
              <p:nvPr/>
            </p:nvSpPr>
            <p:spPr>
              <a:xfrm>
                <a:off x="38998" y="72019"/>
                <a:ext cx="283" cy="283"/>
              </a:xfrm>
              <a:custGeom>
                <a:avLst/>
                <a:gdLst>
                  <a:gd name="csX0" fmla="*/ 66448 w 132488"/>
                  <a:gd name="csY0" fmla="*/ 200873 h 200636"/>
                  <a:gd name="csX1" fmla="*/ 113290 w 132488"/>
                  <a:gd name="csY1" fmla="*/ 171490 h 200636"/>
                  <a:gd name="csX2" fmla="*/ 132693 w 132488"/>
                  <a:gd name="csY2" fmla="*/ 100554 h 200636"/>
                  <a:gd name="csX3" fmla="*/ 113290 w 132488"/>
                  <a:gd name="csY3" fmla="*/ 29618 h 200636"/>
                  <a:gd name="csX4" fmla="*/ 66448 w 132488"/>
                  <a:gd name="csY4" fmla="*/ 236 h 200636"/>
                  <a:gd name="csX5" fmla="*/ 19607 w 132488"/>
                  <a:gd name="csY5" fmla="*/ 29618 h 200636"/>
                  <a:gd name="csX6" fmla="*/ 204 w 132488"/>
                  <a:gd name="csY6" fmla="*/ 100554 h 200636"/>
                  <a:gd name="csX7" fmla="*/ 19607 w 132488"/>
                  <a:gd name="csY7" fmla="*/ 171490 h 200636"/>
                  <a:gd name="csX8" fmla="*/ 66448 w 132488"/>
                  <a:gd name="csY8" fmla="*/ 200873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48" y="200873"/>
                    </a:moveTo>
                    <a:cubicBezTo>
                      <a:pt x="84017" y="200873"/>
                      <a:pt x="100868" y="190302"/>
                      <a:pt x="113290" y="171490"/>
                    </a:cubicBezTo>
                    <a:cubicBezTo>
                      <a:pt x="125713" y="152678"/>
                      <a:pt x="132693" y="127159"/>
                      <a:pt x="132693" y="100554"/>
                    </a:cubicBezTo>
                    <a:cubicBezTo>
                      <a:pt x="132693" y="73949"/>
                      <a:pt x="125713" y="48431"/>
                      <a:pt x="113290" y="29618"/>
                    </a:cubicBezTo>
                    <a:cubicBezTo>
                      <a:pt x="100868" y="10806"/>
                      <a:pt x="84017" y="236"/>
                      <a:pt x="66448" y="236"/>
                    </a:cubicBezTo>
                    <a:cubicBezTo>
                      <a:pt x="48880" y="236"/>
                      <a:pt x="32029" y="10806"/>
                      <a:pt x="19607" y="29618"/>
                    </a:cubicBezTo>
                    <a:cubicBezTo>
                      <a:pt x="7184" y="48431"/>
                      <a:pt x="204" y="73949"/>
                      <a:pt x="204" y="100554"/>
                    </a:cubicBezTo>
                    <a:cubicBezTo>
                      <a:pt x="204" y="127159"/>
                      <a:pt x="7184" y="152678"/>
                      <a:pt x="19607" y="171490"/>
                    </a:cubicBezTo>
                    <a:cubicBezTo>
                      <a:pt x="32029" y="190302"/>
                      <a:pt x="48880" y="200873"/>
                      <a:pt x="66448" y="200873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2" name="任意多边形: 形状 4601"/>
              <p:cNvSpPr/>
              <p:nvPr/>
            </p:nvSpPr>
            <p:spPr>
              <a:xfrm>
                <a:off x="41071" y="72364"/>
                <a:ext cx="283" cy="283"/>
              </a:xfrm>
              <a:custGeom>
                <a:avLst/>
                <a:gdLst>
                  <a:gd name="csX0" fmla="*/ 66496 w 132488"/>
                  <a:gd name="csY0" fmla="*/ 200879 h 200636"/>
                  <a:gd name="csX1" fmla="*/ 113338 w 132488"/>
                  <a:gd name="csY1" fmla="*/ 171496 h 200636"/>
                  <a:gd name="csX2" fmla="*/ 132741 w 132488"/>
                  <a:gd name="csY2" fmla="*/ 100560 h 200636"/>
                  <a:gd name="csX3" fmla="*/ 113338 w 132488"/>
                  <a:gd name="csY3" fmla="*/ 29624 h 200636"/>
                  <a:gd name="csX4" fmla="*/ 66496 w 132488"/>
                  <a:gd name="csY4" fmla="*/ 242 h 200636"/>
                  <a:gd name="csX5" fmla="*/ 19654 w 132488"/>
                  <a:gd name="csY5" fmla="*/ 29624 h 200636"/>
                  <a:gd name="csX6" fmla="*/ 252 w 132488"/>
                  <a:gd name="csY6" fmla="*/ 100560 h 200636"/>
                  <a:gd name="csX7" fmla="*/ 19654 w 132488"/>
                  <a:gd name="csY7" fmla="*/ 171496 h 200636"/>
                  <a:gd name="csX8" fmla="*/ 66496 w 132488"/>
                  <a:gd name="csY8" fmla="*/ 200879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496" y="200879"/>
                    </a:moveTo>
                    <a:cubicBezTo>
                      <a:pt x="84065" y="200879"/>
                      <a:pt x="100916" y="190308"/>
                      <a:pt x="113338" y="171496"/>
                    </a:cubicBezTo>
                    <a:cubicBezTo>
                      <a:pt x="125761" y="152684"/>
                      <a:pt x="132741" y="127165"/>
                      <a:pt x="132741" y="100560"/>
                    </a:cubicBezTo>
                    <a:cubicBezTo>
                      <a:pt x="132741" y="73955"/>
                      <a:pt x="125761" y="48437"/>
                      <a:pt x="113338" y="29624"/>
                    </a:cubicBezTo>
                    <a:cubicBezTo>
                      <a:pt x="100916" y="10812"/>
                      <a:pt x="84065" y="242"/>
                      <a:pt x="66496" y="242"/>
                    </a:cubicBezTo>
                    <a:cubicBezTo>
                      <a:pt x="48928" y="242"/>
                      <a:pt x="32077" y="10812"/>
                      <a:pt x="19654" y="29624"/>
                    </a:cubicBezTo>
                    <a:cubicBezTo>
                      <a:pt x="7232" y="48437"/>
                      <a:pt x="252" y="73955"/>
                      <a:pt x="252" y="100560"/>
                    </a:cubicBezTo>
                    <a:cubicBezTo>
                      <a:pt x="252" y="127165"/>
                      <a:pt x="7232" y="152684"/>
                      <a:pt x="19654" y="171496"/>
                    </a:cubicBezTo>
                    <a:cubicBezTo>
                      <a:pt x="32077" y="190308"/>
                      <a:pt x="48928" y="200879"/>
                      <a:pt x="66496" y="200879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3" name="任意多边形: 形状 4602"/>
              <p:cNvSpPr/>
              <p:nvPr/>
            </p:nvSpPr>
            <p:spPr>
              <a:xfrm>
                <a:off x="43144" y="72497"/>
                <a:ext cx="283" cy="283"/>
              </a:xfrm>
              <a:custGeom>
                <a:avLst/>
                <a:gdLst>
                  <a:gd name="csX0" fmla="*/ 66544 w 132488"/>
                  <a:gd name="csY0" fmla="*/ 200881 h 200636"/>
                  <a:gd name="csX1" fmla="*/ 113386 w 132488"/>
                  <a:gd name="csY1" fmla="*/ 171498 h 200636"/>
                  <a:gd name="csX2" fmla="*/ 132788 w 132488"/>
                  <a:gd name="csY2" fmla="*/ 100562 h 200636"/>
                  <a:gd name="csX3" fmla="*/ 113386 w 132488"/>
                  <a:gd name="csY3" fmla="*/ 29627 h 200636"/>
                  <a:gd name="csX4" fmla="*/ 66544 w 132488"/>
                  <a:gd name="csY4" fmla="*/ 244 h 200636"/>
                  <a:gd name="csX5" fmla="*/ 19702 w 132488"/>
                  <a:gd name="csY5" fmla="*/ 29627 h 200636"/>
                  <a:gd name="csX6" fmla="*/ 300 w 132488"/>
                  <a:gd name="csY6" fmla="*/ 100562 h 200636"/>
                  <a:gd name="csX7" fmla="*/ 19702 w 132488"/>
                  <a:gd name="csY7" fmla="*/ 171498 h 200636"/>
                  <a:gd name="csX8" fmla="*/ 66544 w 132488"/>
                  <a:gd name="csY8" fmla="*/ 20088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44" y="200881"/>
                    </a:moveTo>
                    <a:cubicBezTo>
                      <a:pt x="84112" y="200881"/>
                      <a:pt x="100963" y="190311"/>
                      <a:pt x="113386" y="171498"/>
                    </a:cubicBezTo>
                    <a:cubicBezTo>
                      <a:pt x="125809" y="152686"/>
                      <a:pt x="132788" y="127167"/>
                      <a:pt x="132788" y="100562"/>
                    </a:cubicBezTo>
                    <a:cubicBezTo>
                      <a:pt x="132788" y="73958"/>
                      <a:pt x="125809" y="48439"/>
                      <a:pt x="113386" y="29627"/>
                    </a:cubicBezTo>
                    <a:cubicBezTo>
                      <a:pt x="100963" y="10814"/>
                      <a:pt x="84112" y="244"/>
                      <a:pt x="66544" y="244"/>
                    </a:cubicBezTo>
                    <a:cubicBezTo>
                      <a:pt x="48976" y="244"/>
                      <a:pt x="32125" y="10814"/>
                      <a:pt x="19702" y="29627"/>
                    </a:cubicBezTo>
                    <a:cubicBezTo>
                      <a:pt x="7280" y="48439"/>
                      <a:pt x="300" y="73958"/>
                      <a:pt x="300" y="100562"/>
                    </a:cubicBezTo>
                    <a:cubicBezTo>
                      <a:pt x="300" y="127167"/>
                      <a:pt x="7280" y="152686"/>
                      <a:pt x="19702" y="171498"/>
                    </a:cubicBezTo>
                    <a:cubicBezTo>
                      <a:pt x="32125" y="190311"/>
                      <a:pt x="48976" y="200881"/>
                      <a:pt x="66544" y="200881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4" name="任意多边形: 形状 4603"/>
              <p:cNvSpPr/>
              <p:nvPr/>
            </p:nvSpPr>
            <p:spPr>
              <a:xfrm>
                <a:off x="45217" y="72499"/>
                <a:ext cx="283" cy="283"/>
              </a:xfrm>
              <a:custGeom>
                <a:avLst/>
                <a:gdLst>
                  <a:gd name="csX0" fmla="*/ 66592 w 132488"/>
                  <a:gd name="csY0" fmla="*/ 200881 h 200636"/>
                  <a:gd name="csX1" fmla="*/ 113434 w 132488"/>
                  <a:gd name="csY1" fmla="*/ 171498 h 200636"/>
                  <a:gd name="csX2" fmla="*/ 132836 w 132488"/>
                  <a:gd name="csY2" fmla="*/ 100562 h 200636"/>
                  <a:gd name="csX3" fmla="*/ 113434 w 132488"/>
                  <a:gd name="csY3" fmla="*/ 29627 h 200636"/>
                  <a:gd name="csX4" fmla="*/ 66592 w 132488"/>
                  <a:gd name="csY4" fmla="*/ 244 h 200636"/>
                  <a:gd name="csX5" fmla="*/ 19750 w 132488"/>
                  <a:gd name="csY5" fmla="*/ 29627 h 200636"/>
                  <a:gd name="csX6" fmla="*/ 347 w 132488"/>
                  <a:gd name="csY6" fmla="*/ 100562 h 200636"/>
                  <a:gd name="csX7" fmla="*/ 19750 w 132488"/>
                  <a:gd name="csY7" fmla="*/ 171498 h 200636"/>
                  <a:gd name="csX8" fmla="*/ 66592 w 132488"/>
                  <a:gd name="csY8" fmla="*/ 20088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592" y="200881"/>
                    </a:moveTo>
                    <a:cubicBezTo>
                      <a:pt x="84160" y="200881"/>
                      <a:pt x="101011" y="190311"/>
                      <a:pt x="113434" y="171498"/>
                    </a:cubicBezTo>
                    <a:cubicBezTo>
                      <a:pt x="125856" y="152686"/>
                      <a:pt x="132836" y="127167"/>
                      <a:pt x="132836" y="100562"/>
                    </a:cubicBezTo>
                    <a:cubicBezTo>
                      <a:pt x="132836" y="73958"/>
                      <a:pt x="125856" y="48439"/>
                      <a:pt x="113434" y="29627"/>
                    </a:cubicBezTo>
                    <a:cubicBezTo>
                      <a:pt x="101011" y="10814"/>
                      <a:pt x="84160" y="244"/>
                      <a:pt x="66592" y="244"/>
                    </a:cubicBezTo>
                    <a:cubicBezTo>
                      <a:pt x="49024" y="244"/>
                      <a:pt x="32173" y="10814"/>
                      <a:pt x="19750" y="29627"/>
                    </a:cubicBezTo>
                    <a:cubicBezTo>
                      <a:pt x="7327" y="48439"/>
                      <a:pt x="347" y="73958"/>
                      <a:pt x="347" y="100562"/>
                    </a:cubicBezTo>
                    <a:cubicBezTo>
                      <a:pt x="347" y="127167"/>
                      <a:pt x="7327" y="152686"/>
                      <a:pt x="19750" y="171498"/>
                    </a:cubicBezTo>
                    <a:cubicBezTo>
                      <a:pt x="32173" y="190311"/>
                      <a:pt x="49024" y="200881"/>
                      <a:pt x="66592" y="200881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5" name="任意多边形: 形状 4604"/>
              <p:cNvSpPr/>
              <p:nvPr/>
            </p:nvSpPr>
            <p:spPr>
              <a:xfrm>
                <a:off x="47290" y="72329"/>
                <a:ext cx="283" cy="283"/>
              </a:xfrm>
              <a:custGeom>
                <a:avLst/>
                <a:gdLst>
                  <a:gd name="csX0" fmla="*/ 66640 w 132488"/>
                  <a:gd name="csY0" fmla="*/ 200878 h 200636"/>
                  <a:gd name="csX1" fmla="*/ 113482 w 132488"/>
                  <a:gd name="csY1" fmla="*/ 171495 h 200636"/>
                  <a:gd name="csX2" fmla="*/ 132884 w 132488"/>
                  <a:gd name="csY2" fmla="*/ 100559 h 200636"/>
                  <a:gd name="csX3" fmla="*/ 113482 w 132488"/>
                  <a:gd name="csY3" fmla="*/ 29624 h 200636"/>
                  <a:gd name="csX4" fmla="*/ 66640 w 132488"/>
                  <a:gd name="csY4" fmla="*/ 241 h 200636"/>
                  <a:gd name="csX5" fmla="*/ 19798 w 132488"/>
                  <a:gd name="csY5" fmla="*/ 29624 h 200636"/>
                  <a:gd name="csX6" fmla="*/ 395 w 132488"/>
                  <a:gd name="csY6" fmla="*/ 100559 h 200636"/>
                  <a:gd name="csX7" fmla="*/ 19798 w 132488"/>
                  <a:gd name="csY7" fmla="*/ 171495 h 200636"/>
                  <a:gd name="csX8" fmla="*/ 66640 w 132488"/>
                  <a:gd name="csY8" fmla="*/ 200878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40" y="200878"/>
                    </a:moveTo>
                    <a:cubicBezTo>
                      <a:pt x="84208" y="200878"/>
                      <a:pt x="101059" y="190308"/>
                      <a:pt x="113482" y="171495"/>
                    </a:cubicBezTo>
                    <a:cubicBezTo>
                      <a:pt x="125904" y="152683"/>
                      <a:pt x="132884" y="127164"/>
                      <a:pt x="132884" y="100559"/>
                    </a:cubicBezTo>
                    <a:cubicBezTo>
                      <a:pt x="132884" y="73955"/>
                      <a:pt x="125904" y="48436"/>
                      <a:pt x="113482" y="29624"/>
                    </a:cubicBezTo>
                    <a:cubicBezTo>
                      <a:pt x="101059" y="10811"/>
                      <a:pt x="84208" y="241"/>
                      <a:pt x="66640" y="241"/>
                    </a:cubicBezTo>
                    <a:cubicBezTo>
                      <a:pt x="49071" y="241"/>
                      <a:pt x="32220" y="10811"/>
                      <a:pt x="19798" y="29624"/>
                    </a:cubicBezTo>
                    <a:cubicBezTo>
                      <a:pt x="7375" y="48436"/>
                      <a:pt x="395" y="73955"/>
                      <a:pt x="395" y="100559"/>
                    </a:cubicBezTo>
                    <a:cubicBezTo>
                      <a:pt x="395" y="127164"/>
                      <a:pt x="7375" y="152683"/>
                      <a:pt x="19798" y="171495"/>
                    </a:cubicBezTo>
                    <a:cubicBezTo>
                      <a:pt x="32220" y="190308"/>
                      <a:pt x="49071" y="200878"/>
                      <a:pt x="66640" y="200878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6" name="任意多边形: 形状 4605"/>
              <p:cNvSpPr/>
              <p:nvPr/>
            </p:nvSpPr>
            <p:spPr>
              <a:xfrm>
                <a:off x="49362" y="71929"/>
                <a:ext cx="283" cy="283"/>
              </a:xfrm>
              <a:custGeom>
                <a:avLst/>
                <a:gdLst>
                  <a:gd name="csX0" fmla="*/ 66687 w 132488"/>
                  <a:gd name="csY0" fmla="*/ 200871 h 200636"/>
                  <a:gd name="csX1" fmla="*/ 113529 w 132488"/>
                  <a:gd name="csY1" fmla="*/ 171488 h 200636"/>
                  <a:gd name="csX2" fmla="*/ 132932 w 132488"/>
                  <a:gd name="csY2" fmla="*/ 100552 h 200636"/>
                  <a:gd name="csX3" fmla="*/ 113529 w 132488"/>
                  <a:gd name="csY3" fmla="*/ 29617 h 200636"/>
                  <a:gd name="csX4" fmla="*/ 66687 w 132488"/>
                  <a:gd name="csY4" fmla="*/ 234 h 200636"/>
                  <a:gd name="csX5" fmla="*/ 19846 w 132488"/>
                  <a:gd name="csY5" fmla="*/ 29617 h 200636"/>
                  <a:gd name="csX6" fmla="*/ 443 w 132488"/>
                  <a:gd name="csY6" fmla="*/ 100552 h 200636"/>
                  <a:gd name="csX7" fmla="*/ 19846 w 132488"/>
                  <a:gd name="csY7" fmla="*/ 171488 h 200636"/>
                  <a:gd name="csX8" fmla="*/ 66687 w 132488"/>
                  <a:gd name="csY8" fmla="*/ 200871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687" y="200871"/>
                    </a:moveTo>
                    <a:cubicBezTo>
                      <a:pt x="84256" y="200871"/>
                      <a:pt x="101107" y="190301"/>
                      <a:pt x="113529" y="171488"/>
                    </a:cubicBezTo>
                    <a:cubicBezTo>
                      <a:pt x="125952" y="152676"/>
                      <a:pt x="132932" y="127157"/>
                      <a:pt x="132932" y="100552"/>
                    </a:cubicBezTo>
                    <a:cubicBezTo>
                      <a:pt x="132932" y="73948"/>
                      <a:pt x="125952" y="48429"/>
                      <a:pt x="113529" y="29617"/>
                    </a:cubicBezTo>
                    <a:cubicBezTo>
                      <a:pt x="101107" y="10804"/>
                      <a:pt x="84256" y="234"/>
                      <a:pt x="66687" y="234"/>
                    </a:cubicBezTo>
                    <a:cubicBezTo>
                      <a:pt x="49119" y="234"/>
                      <a:pt x="32268" y="10804"/>
                      <a:pt x="19846" y="29617"/>
                    </a:cubicBezTo>
                    <a:cubicBezTo>
                      <a:pt x="7423" y="48429"/>
                      <a:pt x="443" y="73948"/>
                      <a:pt x="443" y="100552"/>
                    </a:cubicBezTo>
                    <a:cubicBezTo>
                      <a:pt x="443" y="127157"/>
                      <a:pt x="7423" y="152676"/>
                      <a:pt x="19846" y="171488"/>
                    </a:cubicBezTo>
                    <a:cubicBezTo>
                      <a:pt x="32268" y="190301"/>
                      <a:pt x="49119" y="200871"/>
                      <a:pt x="66687" y="200871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  <p:sp>
            <p:nvSpPr>
              <p:cNvPr id="4607" name="任意多边形: 形状 4606"/>
              <p:cNvSpPr/>
              <p:nvPr/>
            </p:nvSpPr>
            <p:spPr>
              <a:xfrm>
                <a:off x="51435" y="71073"/>
                <a:ext cx="283" cy="283"/>
              </a:xfrm>
              <a:custGeom>
                <a:avLst/>
                <a:gdLst>
                  <a:gd name="csX0" fmla="*/ 66735 w 132488"/>
                  <a:gd name="csY0" fmla="*/ 200856 h 200636"/>
                  <a:gd name="csX1" fmla="*/ 113577 w 132488"/>
                  <a:gd name="csY1" fmla="*/ 171473 h 200636"/>
                  <a:gd name="csX2" fmla="*/ 132980 w 132488"/>
                  <a:gd name="csY2" fmla="*/ 100537 h 200636"/>
                  <a:gd name="csX3" fmla="*/ 113577 w 132488"/>
                  <a:gd name="csY3" fmla="*/ 29602 h 200636"/>
                  <a:gd name="csX4" fmla="*/ 66735 w 132488"/>
                  <a:gd name="csY4" fmla="*/ 219 h 200636"/>
                  <a:gd name="csX5" fmla="*/ 19893 w 132488"/>
                  <a:gd name="csY5" fmla="*/ 29602 h 200636"/>
                  <a:gd name="csX6" fmla="*/ 491 w 132488"/>
                  <a:gd name="csY6" fmla="*/ 100537 h 200636"/>
                  <a:gd name="csX7" fmla="*/ 19893 w 132488"/>
                  <a:gd name="csY7" fmla="*/ 171473 h 200636"/>
                  <a:gd name="csX8" fmla="*/ 66735 w 132488"/>
                  <a:gd name="csY8" fmla="*/ 200856 h 200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2488" h="200636">
                    <a:moveTo>
                      <a:pt x="66735" y="200856"/>
                    </a:moveTo>
                    <a:cubicBezTo>
                      <a:pt x="84303" y="200856"/>
                      <a:pt x="101155" y="190286"/>
                      <a:pt x="113577" y="171473"/>
                    </a:cubicBezTo>
                    <a:cubicBezTo>
                      <a:pt x="126000" y="152661"/>
                      <a:pt x="132980" y="127142"/>
                      <a:pt x="132980" y="100537"/>
                    </a:cubicBezTo>
                    <a:cubicBezTo>
                      <a:pt x="132980" y="73933"/>
                      <a:pt x="126000" y="48414"/>
                      <a:pt x="113577" y="29602"/>
                    </a:cubicBezTo>
                    <a:cubicBezTo>
                      <a:pt x="101155" y="10789"/>
                      <a:pt x="84303" y="219"/>
                      <a:pt x="66735" y="219"/>
                    </a:cubicBezTo>
                    <a:cubicBezTo>
                      <a:pt x="49167" y="219"/>
                      <a:pt x="32316" y="10789"/>
                      <a:pt x="19893" y="29602"/>
                    </a:cubicBezTo>
                    <a:cubicBezTo>
                      <a:pt x="7471" y="48414"/>
                      <a:pt x="491" y="73933"/>
                      <a:pt x="491" y="100537"/>
                    </a:cubicBezTo>
                    <a:cubicBezTo>
                      <a:pt x="491" y="127142"/>
                      <a:pt x="7471" y="152661"/>
                      <a:pt x="19893" y="171473"/>
                    </a:cubicBezTo>
                    <a:cubicBezTo>
                      <a:pt x="32316" y="190286"/>
                      <a:pt x="49167" y="200856"/>
                      <a:pt x="66735" y="200856"/>
                    </a:cubicBezTo>
                    <a:close/>
                  </a:path>
                </a:pathLst>
              </a:custGeom>
              <a:solidFill>
                <a:srgbClr val="E91E63">
                  <a:alpha val="85000"/>
                </a:srgbClr>
              </a:solidFill>
              <a:ln w="101600" cap="flat">
                <a:solidFill>
                  <a:srgbClr val="E91E63">
                    <a:alpha val="85000"/>
                  </a:srgbClr>
                </a:solidFill>
                <a:prstDash val="solid"/>
                <a:round/>
              </a:ln>
            </p:spPr>
          </p:sp>
        </p:grpSp>
      </p:grpSp>
      <p:grpSp>
        <p:nvGrpSpPr>
          <p:cNvPr id="447" name="组合 446"/>
          <p:cNvGrpSpPr/>
          <p:nvPr/>
        </p:nvGrpSpPr>
        <p:grpSpPr>
          <a:xfrm>
            <a:off x="17469485" y="33034605"/>
            <a:ext cx="2178050" cy="7023100"/>
            <a:chOff x="2053" y="61316"/>
            <a:chExt cx="3430" cy="11060"/>
          </a:xfrm>
        </p:grpSpPr>
        <p:sp>
          <p:nvSpPr>
            <p:cNvPr id="448" name="文本框 447"/>
            <p:cNvSpPr txBox="1"/>
            <p:nvPr/>
          </p:nvSpPr>
          <p:spPr>
            <a:xfrm>
              <a:off x="2081" y="6755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9" name="文本框 448"/>
            <p:cNvSpPr txBox="1"/>
            <p:nvPr/>
          </p:nvSpPr>
          <p:spPr>
            <a:xfrm>
              <a:off x="2081" y="6443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0" name="文本框 449"/>
            <p:cNvSpPr txBox="1"/>
            <p:nvPr/>
          </p:nvSpPr>
          <p:spPr>
            <a:xfrm>
              <a:off x="2081" y="7067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1" name="文本框 450"/>
            <p:cNvSpPr txBox="1"/>
            <p:nvPr/>
          </p:nvSpPr>
          <p:spPr>
            <a:xfrm>
              <a:off x="2053" y="61316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52" name="文本框 451"/>
          <p:cNvSpPr txBox="1"/>
          <p:nvPr/>
        </p:nvSpPr>
        <p:spPr>
          <a:xfrm rot="16200000">
            <a:off x="14588490" y="36203255"/>
            <a:ext cx="751268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77" name="组合 476"/>
          <p:cNvGrpSpPr/>
          <p:nvPr/>
        </p:nvGrpSpPr>
        <p:grpSpPr>
          <a:xfrm>
            <a:off x="19860895" y="42080815"/>
            <a:ext cx="14310360" cy="1079500"/>
            <a:chOff x="56288" y="75582"/>
            <a:chExt cx="22536" cy="1700"/>
          </a:xfrm>
        </p:grpSpPr>
        <p:sp>
          <p:nvSpPr>
            <p:cNvPr id="478" name="文本框 477"/>
            <p:cNvSpPr txBox="1"/>
            <p:nvPr/>
          </p:nvSpPr>
          <p:spPr>
            <a:xfrm>
              <a:off x="75424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1.0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9" name="文本框 478"/>
            <p:cNvSpPr txBox="1"/>
            <p:nvPr/>
          </p:nvSpPr>
          <p:spPr>
            <a:xfrm>
              <a:off x="56288" y="7558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0" name="文本框 479"/>
            <p:cNvSpPr txBox="1"/>
            <p:nvPr/>
          </p:nvSpPr>
          <p:spPr>
            <a:xfrm>
              <a:off x="60116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1" name="文本框 480"/>
            <p:cNvSpPr txBox="1"/>
            <p:nvPr/>
          </p:nvSpPr>
          <p:spPr>
            <a:xfrm>
              <a:off x="63943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2" name="文本框 481"/>
            <p:cNvSpPr txBox="1"/>
            <p:nvPr/>
          </p:nvSpPr>
          <p:spPr>
            <a:xfrm>
              <a:off x="67770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0.6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3" name="文本框 482"/>
            <p:cNvSpPr txBox="1"/>
            <p:nvPr/>
          </p:nvSpPr>
          <p:spPr>
            <a:xfrm>
              <a:off x="71597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0.8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05" name="组合 504"/>
          <p:cNvGrpSpPr/>
          <p:nvPr/>
        </p:nvGrpSpPr>
        <p:grpSpPr>
          <a:xfrm>
            <a:off x="4020820" y="42080815"/>
            <a:ext cx="14310360" cy="1079500"/>
            <a:chOff x="56288" y="75582"/>
            <a:chExt cx="22536" cy="1700"/>
          </a:xfrm>
        </p:grpSpPr>
        <p:sp>
          <p:nvSpPr>
            <p:cNvPr id="506" name="文本框 505"/>
            <p:cNvSpPr txBox="1"/>
            <p:nvPr/>
          </p:nvSpPr>
          <p:spPr>
            <a:xfrm>
              <a:off x="75424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1.0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7" name="文本框 506"/>
            <p:cNvSpPr txBox="1"/>
            <p:nvPr/>
          </p:nvSpPr>
          <p:spPr>
            <a:xfrm>
              <a:off x="56288" y="7558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8" name="文本框 507"/>
            <p:cNvSpPr txBox="1"/>
            <p:nvPr/>
          </p:nvSpPr>
          <p:spPr>
            <a:xfrm>
              <a:off x="60116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09" name="文本框 508"/>
            <p:cNvSpPr txBox="1"/>
            <p:nvPr/>
          </p:nvSpPr>
          <p:spPr>
            <a:xfrm>
              <a:off x="63943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0" name="文本框 509"/>
            <p:cNvSpPr txBox="1"/>
            <p:nvPr/>
          </p:nvSpPr>
          <p:spPr>
            <a:xfrm>
              <a:off x="67770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0.6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11" name="文本框 510"/>
            <p:cNvSpPr txBox="1"/>
            <p:nvPr/>
          </p:nvSpPr>
          <p:spPr>
            <a:xfrm>
              <a:off x="71597" y="7558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0.8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4" name="文本框 543"/>
          <p:cNvSpPr txBox="1"/>
          <p:nvPr/>
        </p:nvSpPr>
        <p:spPr>
          <a:xfrm>
            <a:off x="7607935" y="43088243"/>
            <a:ext cx="751268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Time t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5" name="文本框 544"/>
          <p:cNvSpPr txBox="1"/>
          <p:nvPr/>
        </p:nvSpPr>
        <p:spPr>
          <a:xfrm rot="16200000">
            <a:off x="-2430780" y="24389715"/>
            <a:ext cx="940943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PC2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7" name="文本框 546"/>
          <p:cNvSpPr txBox="1"/>
          <p:nvPr/>
        </p:nvSpPr>
        <p:spPr>
          <a:xfrm>
            <a:off x="-719455" y="29766260"/>
            <a:ext cx="913828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PC1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8" name="文本框 547"/>
          <p:cNvSpPr txBox="1"/>
          <p:nvPr/>
        </p:nvSpPr>
        <p:spPr>
          <a:xfrm>
            <a:off x="-2438400" y="25709245"/>
            <a:ext cx="3733800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sp>
        <p:nvSpPr>
          <p:cNvPr id="550" name="文本框 549"/>
          <p:cNvSpPr txBox="1"/>
          <p:nvPr/>
        </p:nvSpPr>
        <p:spPr>
          <a:xfrm>
            <a:off x="6053455" y="29766260"/>
            <a:ext cx="6604000" cy="117411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Noise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(t=0)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64" name="组合 463"/>
          <p:cNvGrpSpPr/>
          <p:nvPr/>
        </p:nvGrpSpPr>
        <p:grpSpPr>
          <a:xfrm>
            <a:off x="13394055" y="20420965"/>
            <a:ext cx="8554720" cy="7666990"/>
            <a:chOff x="21093" y="32159"/>
            <a:chExt cx="13472" cy="12074"/>
          </a:xfrm>
        </p:grpSpPr>
        <p:sp>
          <p:nvSpPr>
            <p:cNvPr id="390" name="任意多边形: 形状 4135"/>
            <p:cNvSpPr/>
            <p:nvPr/>
          </p:nvSpPr>
          <p:spPr>
            <a:xfrm rot="10800000" flipH="1">
              <a:off x="27859" y="37220"/>
              <a:ext cx="120" cy="1720"/>
            </a:xfrm>
            <a:custGeom>
              <a:avLst/>
              <a:gdLst>
                <a:gd name="csX0" fmla="*/ 74719 w 74940"/>
                <a:gd name="csY0" fmla="*/ 944165 h 944165"/>
                <a:gd name="csX1" fmla="*/ 0 w 74940"/>
                <a:gd name="csY1" fmla="*/ 0 h 944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4940" h="944165">
                  <a:moveTo>
                    <a:pt x="74719" y="944165"/>
                  </a:moveTo>
                  <a:cubicBezTo>
                    <a:pt x="77584" y="612749"/>
                    <a:pt x="52677" y="298028"/>
                    <a:pt x="0" y="0"/>
                  </a:cubicBezTo>
                </a:path>
              </a:pathLst>
            </a:custGeom>
            <a:noFill/>
            <a:ln w="101600" cap="flat">
              <a:solidFill>
                <a:srgbClr val="6100A7"/>
              </a:solidFill>
              <a:prstDash val="solid"/>
              <a:miter lim="800000"/>
              <a:headEnd type="arrow"/>
            </a:ln>
          </p:spPr>
        </p:sp>
        <p:sp>
          <p:nvSpPr>
            <p:cNvPr id="84" name="任意多边形: 形状 3839"/>
            <p:cNvSpPr/>
            <p:nvPr/>
          </p:nvSpPr>
          <p:spPr>
            <a:xfrm flipH="1">
              <a:off x="26355" y="37868"/>
              <a:ext cx="260" cy="824"/>
            </a:xfrm>
            <a:custGeom>
              <a:avLst/>
              <a:gdLst>
                <a:gd name="csX0" fmla="*/ 1079031 w 1079031"/>
                <a:gd name="csY0" fmla="*/ 0 h 534165"/>
                <a:gd name="csX1" fmla="*/ 0 w 1079031"/>
                <a:gd name="csY1" fmla="*/ 534166 h 534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9031" h="534165">
                  <a:moveTo>
                    <a:pt x="1079031" y="0"/>
                  </a:moveTo>
                  <a:cubicBezTo>
                    <a:pt x="689761" y="150847"/>
                    <a:pt x="330084" y="328902"/>
                    <a:pt x="0" y="534166"/>
                  </a:cubicBezTo>
                </a:path>
              </a:pathLst>
            </a:custGeom>
            <a:noFill/>
            <a:ln w="101600" cap="flat">
              <a:solidFill>
                <a:srgbClr val="8A09A5"/>
              </a:solidFill>
              <a:prstDash val="solid"/>
              <a:miter lim="800000"/>
              <a:headEnd type="arrow"/>
            </a:ln>
          </p:spPr>
        </p:sp>
        <p:sp>
          <p:nvSpPr>
            <p:cNvPr id="79" name="任意多边形: 形状 3839"/>
            <p:cNvSpPr/>
            <p:nvPr/>
          </p:nvSpPr>
          <p:spPr>
            <a:xfrm flipH="1">
              <a:off x="26876" y="39288"/>
              <a:ext cx="618" cy="244"/>
            </a:xfrm>
            <a:custGeom>
              <a:avLst/>
              <a:gdLst>
                <a:gd name="csX0" fmla="*/ 1079031 w 1079031"/>
                <a:gd name="csY0" fmla="*/ 0 h 534165"/>
                <a:gd name="csX1" fmla="*/ 0 w 1079031"/>
                <a:gd name="csY1" fmla="*/ 534166 h 5341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079031" h="534165">
                  <a:moveTo>
                    <a:pt x="1079031" y="0"/>
                  </a:moveTo>
                  <a:cubicBezTo>
                    <a:pt x="689761" y="150847"/>
                    <a:pt x="330084" y="328902"/>
                    <a:pt x="0" y="534166"/>
                  </a:cubicBezTo>
                </a:path>
              </a:pathLst>
            </a:custGeom>
            <a:noFill/>
            <a:ln w="101600" cap="flat">
              <a:solidFill>
                <a:srgbClr val="8A09A5"/>
              </a:solidFill>
              <a:prstDash val="solid"/>
              <a:miter lim="800000"/>
              <a:headEnd type="arrow"/>
            </a:ln>
          </p:spPr>
        </p:sp>
        <p:grpSp>
          <p:nvGrpSpPr>
            <p:cNvPr id="68" name="组合 67"/>
            <p:cNvGrpSpPr/>
            <p:nvPr/>
          </p:nvGrpSpPr>
          <p:grpSpPr>
            <a:xfrm>
              <a:off x="21093" y="32159"/>
              <a:ext cx="13472" cy="12074"/>
              <a:chOff x="7053" y="36983"/>
              <a:chExt cx="13472" cy="12074"/>
            </a:xfrm>
          </p:grpSpPr>
          <p:sp>
            <p:nvSpPr>
              <p:cNvPr id="3783" name="任意多边形: 形状 3782"/>
              <p:cNvSpPr/>
              <p:nvPr/>
            </p:nvSpPr>
            <p:spPr>
              <a:xfrm flipH="1" flipV="1">
                <a:off x="10970" y="39738"/>
                <a:ext cx="1732" cy="3479"/>
              </a:xfrm>
              <a:custGeom>
                <a:avLst/>
                <a:gdLst>
                  <a:gd name="csX0" fmla="*/ 1099854 w 1099853"/>
                  <a:gd name="csY0" fmla="*/ 2209304 h 2209303"/>
                  <a:gd name="csX1" fmla="*/ 0 w 1099853"/>
                  <a:gd name="csY1" fmla="*/ 0 h 22093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99853" h="2209303">
                    <a:moveTo>
                      <a:pt x="1099854" y="2209304"/>
                    </a:moveTo>
                    <a:cubicBezTo>
                      <a:pt x="797990" y="1424479"/>
                      <a:pt x="431372" y="688044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D7566C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62" name="任意多边形: 形状 3761"/>
              <p:cNvSpPr/>
              <p:nvPr/>
            </p:nvSpPr>
            <p:spPr>
              <a:xfrm flipH="1" flipV="1">
                <a:off x="8545" y="41369"/>
                <a:ext cx="3704" cy="2365"/>
              </a:xfrm>
              <a:custGeom>
                <a:avLst/>
                <a:gdLst>
                  <a:gd name="csX0" fmla="*/ 2352194 w 2352193"/>
                  <a:gd name="csY0" fmla="*/ 1502085 h 1502085"/>
                  <a:gd name="csX1" fmla="*/ 0 w 2352193"/>
                  <a:gd name="csY1" fmla="*/ 0 h 15020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52193" h="1502085">
                    <a:moveTo>
                      <a:pt x="2352194" y="1502085"/>
                    </a:moveTo>
                    <a:cubicBezTo>
                      <a:pt x="1604534" y="917510"/>
                      <a:pt x="820469" y="416815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E56A5D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65" name="任意多边形: 形状 3764"/>
              <p:cNvSpPr/>
              <p:nvPr/>
            </p:nvSpPr>
            <p:spPr>
              <a:xfrm flipH="1" flipV="1">
                <a:off x="7308" y="42027"/>
                <a:ext cx="4818" cy="1964"/>
              </a:xfrm>
              <a:custGeom>
                <a:avLst/>
                <a:gdLst>
                  <a:gd name="csX0" fmla="*/ 3059557 w 3059556"/>
                  <a:gd name="csY0" fmla="*/ 1247242 h 1247242"/>
                  <a:gd name="csX1" fmla="*/ 0 w 3059556"/>
                  <a:gd name="csY1" fmla="*/ 0 h 12472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059556" h="1247242">
                    <a:moveTo>
                      <a:pt x="3059557" y="1247242"/>
                    </a:moveTo>
                    <a:cubicBezTo>
                      <a:pt x="2066848" y="726599"/>
                      <a:pt x="1046995" y="310851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F68D45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68" name="任意多边形: 形状 3767"/>
              <p:cNvSpPr/>
              <p:nvPr/>
            </p:nvSpPr>
            <p:spPr>
              <a:xfrm flipH="1" flipV="1">
                <a:off x="9791" y="37217"/>
                <a:ext cx="3403" cy="4887"/>
              </a:xfrm>
              <a:custGeom>
                <a:avLst/>
                <a:gdLst>
                  <a:gd name="csX0" fmla="*/ 2160607 w 2160607"/>
                  <a:gd name="csY0" fmla="*/ 3103063 h 3103063"/>
                  <a:gd name="csX1" fmla="*/ 0 w 2160607"/>
                  <a:gd name="csY1" fmla="*/ 0 h 3103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60607" h="3103063">
                    <a:moveTo>
                      <a:pt x="2160607" y="3103063"/>
                    </a:moveTo>
                    <a:cubicBezTo>
                      <a:pt x="1533302" y="1986399"/>
                      <a:pt x="813099" y="952045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FDB22F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71" name="任意多边形: 形状 3770"/>
              <p:cNvSpPr/>
              <p:nvPr/>
            </p:nvSpPr>
            <p:spPr>
              <a:xfrm flipH="1" flipV="1">
                <a:off x="8654" y="39750"/>
                <a:ext cx="3402" cy="3205"/>
              </a:xfrm>
              <a:custGeom>
                <a:avLst/>
                <a:gdLst>
                  <a:gd name="csX0" fmla="*/ 2160563 w 2160562"/>
                  <a:gd name="csY0" fmla="*/ 2035214 h 2035214"/>
                  <a:gd name="csX1" fmla="*/ 0 w 2160562"/>
                  <a:gd name="csY1" fmla="*/ 0 h 2035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160562" h="2035214">
                    <a:moveTo>
                      <a:pt x="2160563" y="2035214"/>
                    </a:moveTo>
                    <a:cubicBezTo>
                      <a:pt x="1495803" y="1276874"/>
                      <a:pt x="775615" y="598469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EB7655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74" name="任意多边形: 形状 3773"/>
              <p:cNvSpPr/>
              <p:nvPr/>
            </p:nvSpPr>
            <p:spPr>
              <a:xfrm flipH="1" flipV="1">
                <a:off x="10933" y="41502"/>
                <a:ext cx="1484" cy="2207"/>
              </a:xfrm>
              <a:custGeom>
                <a:avLst/>
                <a:gdLst>
                  <a:gd name="csX0" fmla="*/ 942047 w 942047"/>
                  <a:gd name="csY0" fmla="*/ 1401256 h 1401255"/>
                  <a:gd name="csX1" fmla="*/ 0 w 942047"/>
                  <a:gd name="csY1" fmla="*/ 0 h 14012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42047" h="1401255">
                    <a:moveTo>
                      <a:pt x="942047" y="1401256"/>
                    </a:moveTo>
                    <a:cubicBezTo>
                      <a:pt x="664446" y="892268"/>
                      <a:pt x="350430" y="425182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AC2694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77" name="任意多边形: 形状 3776"/>
              <p:cNvSpPr/>
              <p:nvPr/>
            </p:nvSpPr>
            <p:spPr>
              <a:xfrm flipH="1" flipV="1">
                <a:off x="9681" y="42315"/>
                <a:ext cx="2595" cy="1577"/>
              </a:xfrm>
              <a:custGeom>
                <a:avLst/>
                <a:gdLst>
                  <a:gd name="csX0" fmla="*/ 1647590 w 1647589"/>
                  <a:gd name="csY0" fmla="*/ 1001169 h 1001168"/>
                  <a:gd name="csX1" fmla="*/ 0 w 1647589"/>
                  <a:gd name="csY1" fmla="*/ 0 h 10011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47589" h="1001168">
                    <a:moveTo>
                      <a:pt x="1647590" y="1001169"/>
                    </a:moveTo>
                    <a:cubicBezTo>
                      <a:pt x="1118007" y="607325"/>
                      <a:pt x="568811" y="273602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BB3488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80" name="任意多边形: 形状 3779"/>
              <p:cNvSpPr/>
              <p:nvPr/>
            </p:nvSpPr>
            <p:spPr>
              <a:xfrm flipH="1" flipV="1">
                <a:off x="9814" y="38903"/>
                <a:ext cx="3178" cy="3604"/>
              </a:xfrm>
              <a:custGeom>
                <a:avLst/>
                <a:gdLst>
                  <a:gd name="csX0" fmla="*/ 2017876 w 2017875"/>
                  <a:gd name="csY0" fmla="*/ 2288458 h 2288457"/>
                  <a:gd name="csX1" fmla="*/ 0 w 2017875"/>
                  <a:gd name="csY1" fmla="*/ 0 h 22884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17875" h="2288457">
                    <a:moveTo>
                      <a:pt x="2017876" y="2288458"/>
                    </a:moveTo>
                    <a:cubicBezTo>
                      <a:pt x="1409898" y="1449351"/>
                      <a:pt x="737272" y="686532"/>
                      <a:pt x="0" y="0"/>
                    </a:cubicBezTo>
                  </a:path>
                </a:pathLst>
              </a:custGeom>
              <a:noFill/>
              <a:ln w="101600" cap="flat">
                <a:solidFill>
                  <a:srgbClr val="EE7B51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86" name="任意多边形: 形状 3785"/>
              <p:cNvSpPr/>
              <p:nvPr/>
            </p:nvSpPr>
            <p:spPr>
              <a:xfrm flipH="1" flipV="1">
                <a:off x="13925" y="38678"/>
                <a:ext cx="5172" cy="3628"/>
              </a:xfrm>
              <a:custGeom>
                <a:avLst/>
                <a:gdLst>
                  <a:gd name="csX0" fmla="*/ 0 w 3284371"/>
                  <a:gd name="csY0" fmla="*/ 2303480 h 2303479"/>
                  <a:gd name="csX1" fmla="*/ 3284372 w 3284371"/>
                  <a:gd name="csY1" fmla="*/ 0 h 23034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84371" h="2303479">
                    <a:moveTo>
                      <a:pt x="0" y="2303480"/>
                    </a:moveTo>
                    <a:cubicBezTo>
                      <a:pt x="1181814" y="1634567"/>
                      <a:pt x="2276605" y="866741"/>
                      <a:pt x="3284372" y="0"/>
                    </a:cubicBezTo>
                  </a:path>
                </a:pathLst>
              </a:custGeom>
              <a:noFill/>
              <a:ln w="101600" cap="flat">
                <a:solidFill>
                  <a:srgbClr val="FDC52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89" name="任意多边形: 形状 3788"/>
              <p:cNvSpPr/>
              <p:nvPr/>
            </p:nvSpPr>
            <p:spPr>
              <a:xfrm flipH="1" flipV="1">
                <a:off x="14549" y="37389"/>
                <a:ext cx="5135" cy="5070"/>
              </a:xfrm>
              <a:custGeom>
                <a:avLst/>
                <a:gdLst>
                  <a:gd name="csX0" fmla="*/ 0 w 3260787"/>
                  <a:gd name="csY0" fmla="*/ 3219687 h 3219686"/>
                  <a:gd name="csX1" fmla="*/ 3260787 w 3260787"/>
                  <a:gd name="csY1" fmla="*/ 0 h 32196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260787" h="3219686">
                    <a:moveTo>
                      <a:pt x="0" y="3219687"/>
                    </a:moveTo>
                    <a:cubicBezTo>
                      <a:pt x="1202582" y="2243021"/>
                      <a:pt x="2289511" y="1169792"/>
                      <a:pt x="3260787" y="0"/>
                    </a:cubicBezTo>
                  </a:path>
                </a:pathLst>
              </a:custGeom>
              <a:noFill/>
              <a:ln w="101600" cap="flat">
                <a:solidFill>
                  <a:srgbClr val="F0F921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92" name="任意多边形: 形状 3791"/>
              <p:cNvSpPr/>
              <p:nvPr/>
            </p:nvSpPr>
            <p:spPr>
              <a:xfrm flipH="1" flipV="1">
                <a:off x="14507" y="41340"/>
                <a:ext cx="4957" cy="2570"/>
              </a:xfrm>
              <a:custGeom>
                <a:avLst/>
                <a:gdLst>
                  <a:gd name="csX0" fmla="*/ 0 w 3147551"/>
                  <a:gd name="csY0" fmla="*/ 1631937 h 1631936"/>
                  <a:gd name="csX1" fmla="*/ 3147551 w 3147551"/>
                  <a:gd name="csY1" fmla="*/ 0 h 16319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47551" h="1631936">
                    <a:moveTo>
                      <a:pt x="0" y="1631937"/>
                    </a:moveTo>
                    <a:cubicBezTo>
                      <a:pt x="1115142" y="1183775"/>
                      <a:pt x="2164326" y="639795"/>
                      <a:pt x="3147551" y="0"/>
                    </a:cubicBezTo>
                  </a:path>
                </a:pathLst>
              </a:custGeom>
              <a:noFill/>
              <a:ln w="101600" cap="flat">
                <a:solidFill>
                  <a:srgbClr val="FB9F3A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95" name="任意多边形: 形状 3794"/>
              <p:cNvSpPr/>
              <p:nvPr/>
            </p:nvSpPr>
            <p:spPr>
              <a:xfrm flipH="1" flipV="1">
                <a:off x="13967" y="40235"/>
                <a:ext cx="4470" cy="2046"/>
              </a:xfrm>
              <a:custGeom>
                <a:avLst/>
                <a:gdLst>
                  <a:gd name="csX0" fmla="*/ 0 w 2838625"/>
                  <a:gd name="csY0" fmla="*/ 1299192 h 1299191"/>
                  <a:gd name="csX1" fmla="*/ 2838625 w 2838625"/>
                  <a:gd name="csY1" fmla="*/ 0 h 12991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38625" h="1299191">
                    <a:moveTo>
                      <a:pt x="0" y="1299192"/>
                    </a:moveTo>
                    <a:cubicBezTo>
                      <a:pt x="1001511" y="952231"/>
                      <a:pt x="1947719" y="519166"/>
                      <a:pt x="2838625" y="0"/>
                    </a:cubicBezTo>
                  </a:path>
                </a:pathLst>
              </a:custGeom>
              <a:noFill/>
              <a:ln w="101600" cap="flat">
                <a:solidFill>
                  <a:srgbClr val="F0804E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798" name="任意多边形: 形状 3797"/>
              <p:cNvSpPr/>
              <p:nvPr/>
            </p:nvSpPr>
            <p:spPr>
              <a:xfrm flipH="1" flipV="1">
                <a:off x="13801" y="42253"/>
                <a:ext cx="2436" cy="870"/>
              </a:xfrm>
              <a:custGeom>
                <a:avLst/>
                <a:gdLst>
                  <a:gd name="csX0" fmla="*/ 0 w 1546614"/>
                  <a:gd name="csY0" fmla="*/ 552656 h 552655"/>
                  <a:gd name="csX1" fmla="*/ 1546614 w 1546614"/>
                  <a:gd name="csY1" fmla="*/ 0 h 5526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46614" h="552655">
                    <a:moveTo>
                      <a:pt x="0" y="552656"/>
                    </a:moveTo>
                    <a:cubicBezTo>
                      <a:pt x="546669" y="412608"/>
                      <a:pt x="1062207" y="228390"/>
                      <a:pt x="1546614" y="0"/>
                    </a:cubicBezTo>
                  </a:path>
                </a:pathLst>
              </a:custGeom>
              <a:noFill/>
              <a:ln w="101600" cap="flat">
                <a:solidFill>
                  <a:srgbClr val="AA2395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04" name="任意多边形: 形状 3803"/>
              <p:cNvSpPr/>
              <p:nvPr/>
            </p:nvSpPr>
            <p:spPr>
              <a:xfrm flipH="1" flipV="1">
                <a:off x="14293" y="42855"/>
                <a:ext cx="4572" cy="910"/>
              </a:xfrm>
              <a:custGeom>
                <a:avLst/>
                <a:gdLst>
                  <a:gd name="csX0" fmla="*/ 0 w 2903352"/>
                  <a:gd name="csY0" fmla="*/ 577689 h 577688"/>
                  <a:gd name="csX1" fmla="*/ 2903353 w 2903352"/>
                  <a:gd name="csY1" fmla="*/ 0 h 5776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903352" h="577688">
                    <a:moveTo>
                      <a:pt x="0" y="577689"/>
                    </a:moveTo>
                    <a:cubicBezTo>
                      <a:pt x="1000682" y="476394"/>
                      <a:pt x="1968467" y="283831"/>
                      <a:pt x="2903353" y="0"/>
                    </a:cubicBezTo>
                  </a:path>
                </a:pathLst>
              </a:custGeom>
              <a:noFill/>
              <a:ln w="101600" cap="flat">
                <a:solidFill>
                  <a:srgbClr val="EB7556"/>
                </a:solidFill>
                <a:prstDash val="solid"/>
                <a:miter lim="800000"/>
                <a:headEnd type="arrow"/>
              </a:ln>
            </p:spPr>
          </p:sp>
          <p:grpSp>
            <p:nvGrpSpPr>
              <p:cNvPr id="3806" name="图形 1275"/>
              <p:cNvGrpSpPr/>
              <p:nvPr/>
            </p:nvGrpSpPr>
            <p:grpSpPr>
              <a:xfrm flipH="1" flipV="1">
                <a:off x="13850" y="42787"/>
                <a:ext cx="769" cy="1213"/>
                <a:chOff x="6480244" y="36831741"/>
                <a:chExt cx="488260" cy="770446"/>
              </a:xfrm>
              <a:noFill/>
            </p:grpSpPr>
            <p:sp>
              <p:nvSpPr>
                <p:cNvPr id="3807" name="任意多边形: 形状 3806"/>
                <p:cNvSpPr/>
                <p:nvPr/>
              </p:nvSpPr>
              <p:spPr>
                <a:xfrm>
                  <a:off x="6480244" y="36831741"/>
                  <a:ext cx="488260" cy="770446"/>
                </a:xfrm>
                <a:custGeom>
                  <a:avLst/>
                  <a:gdLst>
                    <a:gd name="csX0" fmla="*/ 0 w 488260"/>
                    <a:gd name="csY0" fmla="*/ 770446 h 770446"/>
                    <a:gd name="csX1" fmla="*/ 488260 w 488260"/>
                    <a:gd name="csY1" fmla="*/ 0 h 7704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88260" h="770446">
                      <a:moveTo>
                        <a:pt x="0" y="770446"/>
                      </a:moveTo>
                      <a:cubicBezTo>
                        <a:pt x="194008" y="516332"/>
                        <a:pt x="356761" y="259517"/>
                        <a:pt x="488260" y="0"/>
                      </a:cubicBezTo>
                    </a:path>
                  </a:pathLst>
                </a:custGeom>
                <a:noFill/>
                <a:ln w="101600" cap="flat">
                  <a:solidFill>
                    <a:srgbClr val="7201A8"/>
                  </a:solidFill>
                  <a:prstDash val="solid"/>
                  <a:miter lim="800000"/>
                  <a:headEnd type="arrow"/>
                </a:ln>
              </p:spPr>
            </p:sp>
            <p:sp>
              <p:nvSpPr>
                <p:cNvPr id="3808" name="任意多边形: 形状 3807"/>
                <p:cNvSpPr/>
                <p:nvPr/>
              </p:nvSpPr>
              <p:spPr>
                <a:xfrm>
                  <a:off x="6883748" y="36831741"/>
                  <a:ext cx="84756" cy="105526"/>
                </a:xfrm>
                <a:custGeom>
                  <a:avLst/>
                  <a:gdLst>
                    <a:gd name="csX0" fmla="*/ 0 w 84756"/>
                    <a:gd name="csY0" fmla="*/ 62862 h 105526"/>
                    <a:gd name="csX1" fmla="*/ 84756 w 84756"/>
                    <a:gd name="csY1" fmla="*/ 0 h 105526"/>
                    <a:gd name="csX2" fmla="*/ 84189 w 84756"/>
                    <a:gd name="csY2" fmla="*/ 105527 h 1055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84756" h="105526">
                      <a:moveTo>
                        <a:pt x="0" y="62862"/>
                      </a:moveTo>
                      <a:lnTo>
                        <a:pt x="84756" y="0"/>
                      </a:lnTo>
                      <a:lnTo>
                        <a:pt x="84189" y="105527"/>
                      </a:lnTo>
                    </a:path>
                  </a:pathLst>
                </a:custGeom>
                <a:noFill/>
                <a:ln w="101600" cap="flat">
                  <a:solidFill>
                    <a:srgbClr val="7201A8"/>
                  </a:solidFill>
                  <a:prstDash val="solid"/>
                  <a:miter lim="800000"/>
                  <a:headEnd type="arrow"/>
                </a:ln>
              </p:spPr>
            </p:sp>
          </p:grpSp>
          <p:sp>
            <p:nvSpPr>
              <p:cNvPr id="3810" name="任意多边形: 形状 3809"/>
              <p:cNvSpPr/>
              <p:nvPr/>
            </p:nvSpPr>
            <p:spPr>
              <a:xfrm flipH="1" flipV="1">
                <a:off x="14929" y="44027"/>
                <a:ext cx="5020" cy="366"/>
              </a:xfrm>
              <a:custGeom>
                <a:avLst/>
                <a:gdLst>
                  <a:gd name="csX0" fmla="*/ 0 w 3187712"/>
                  <a:gd name="csY0" fmla="*/ 226936 h 232208"/>
                  <a:gd name="csX1" fmla="*/ 3187712 w 3187712"/>
                  <a:gd name="csY1" fmla="*/ 0 h 2322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87712" h="232208">
                    <a:moveTo>
                      <a:pt x="0" y="226936"/>
                    </a:moveTo>
                    <a:cubicBezTo>
                      <a:pt x="1084360" y="253777"/>
                      <a:pt x="2146931" y="178131"/>
                      <a:pt x="3187712" y="0"/>
                    </a:cubicBezTo>
                  </a:path>
                </a:pathLst>
              </a:custGeom>
              <a:noFill/>
              <a:ln w="101600" cap="flat">
                <a:solidFill>
                  <a:srgbClr val="F3854B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13" name="任意多边形: 形状 3812"/>
              <p:cNvSpPr/>
              <p:nvPr/>
            </p:nvSpPr>
            <p:spPr>
              <a:xfrm flipH="1" flipV="1">
                <a:off x="13969" y="40716"/>
                <a:ext cx="2888" cy="2648"/>
              </a:xfrm>
              <a:custGeom>
                <a:avLst/>
                <a:gdLst>
                  <a:gd name="csX0" fmla="*/ 0 w 1833616"/>
                  <a:gd name="csY0" fmla="*/ 1681544 h 1681544"/>
                  <a:gd name="csX1" fmla="*/ 1833616 w 1833616"/>
                  <a:gd name="csY1" fmla="*/ 0 h 16815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33616" h="1681544">
                    <a:moveTo>
                      <a:pt x="0" y="1681544"/>
                    </a:moveTo>
                    <a:cubicBezTo>
                      <a:pt x="676063" y="1170371"/>
                      <a:pt x="1287269" y="609856"/>
                      <a:pt x="1833616" y="0"/>
                    </a:cubicBezTo>
                  </a:path>
                </a:pathLst>
              </a:custGeom>
              <a:noFill/>
              <a:ln w="101600" cap="flat">
                <a:solidFill>
                  <a:srgbClr val="D8576B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16" name="任意多边形: 形状 3815"/>
              <p:cNvSpPr/>
              <p:nvPr/>
            </p:nvSpPr>
            <p:spPr>
              <a:xfrm flipV="1">
                <a:off x="12985" y="45295"/>
                <a:ext cx="358" cy="1935"/>
              </a:xfrm>
              <a:custGeom>
                <a:avLst/>
                <a:gdLst>
                  <a:gd name="csX0" fmla="*/ 508883 w 508883"/>
                  <a:gd name="csY0" fmla="*/ 0 h 984776"/>
                  <a:gd name="csX1" fmla="*/ 0 w 508883"/>
                  <a:gd name="csY1" fmla="*/ 984777 h 9847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08883" h="984776">
                    <a:moveTo>
                      <a:pt x="508883" y="0"/>
                    </a:moveTo>
                    <a:cubicBezTo>
                      <a:pt x="302107" y="325328"/>
                      <a:pt x="132479" y="653587"/>
                      <a:pt x="0" y="984777"/>
                    </a:cubicBezTo>
                  </a:path>
                </a:pathLst>
              </a:custGeom>
              <a:noFill/>
              <a:ln w="101600" cap="flat">
                <a:solidFill>
                  <a:srgbClr val="8305A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19" name="任意多边形: 形状 3818"/>
              <p:cNvSpPr/>
              <p:nvPr/>
            </p:nvSpPr>
            <p:spPr>
              <a:xfrm flipH="1" flipV="1">
                <a:off x="13137" y="45119"/>
                <a:ext cx="583" cy="3496"/>
              </a:xfrm>
              <a:custGeom>
                <a:avLst/>
                <a:gdLst>
                  <a:gd name="csX0" fmla="*/ 71 w 194329"/>
                  <a:gd name="csY0" fmla="*/ 0 h 2138908"/>
                  <a:gd name="csX1" fmla="*/ 194329 w 194329"/>
                  <a:gd name="csY1" fmla="*/ 2138909 h 2138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94329" h="2138908">
                    <a:moveTo>
                      <a:pt x="71" y="0"/>
                    </a:moveTo>
                    <a:cubicBezTo>
                      <a:pt x="-2457" y="733597"/>
                      <a:pt x="62296" y="1446566"/>
                      <a:pt x="194329" y="2138909"/>
                    </a:cubicBezTo>
                  </a:path>
                </a:pathLst>
              </a:custGeom>
              <a:noFill/>
              <a:ln w="101600" cap="flat">
                <a:solidFill>
                  <a:srgbClr val="C7427C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22" name="任意多边形: 形状 3821"/>
              <p:cNvSpPr/>
              <p:nvPr/>
            </p:nvSpPr>
            <p:spPr>
              <a:xfrm flipV="1">
                <a:off x="11976" y="44478"/>
                <a:ext cx="627" cy="794"/>
              </a:xfrm>
              <a:custGeom>
                <a:avLst/>
                <a:gdLst>
                  <a:gd name="csX0" fmla="*/ 0 w 960532"/>
                  <a:gd name="csY0" fmla="*/ 0 h 744289"/>
                  <a:gd name="csX1" fmla="*/ 960533 w 960532"/>
                  <a:gd name="csY1" fmla="*/ 744290 h 7442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60532" h="744289">
                    <a:moveTo>
                      <a:pt x="0" y="0"/>
                    </a:moveTo>
                    <a:cubicBezTo>
                      <a:pt x="308399" y="286896"/>
                      <a:pt x="628576" y="534993"/>
                      <a:pt x="960533" y="744290"/>
                    </a:cubicBezTo>
                  </a:path>
                </a:pathLst>
              </a:custGeom>
              <a:noFill/>
              <a:ln w="101600" cap="flat">
                <a:solidFill>
                  <a:srgbClr val="8B0AA5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25" name="任意多边形: 形状 3824"/>
              <p:cNvSpPr/>
              <p:nvPr/>
            </p:nvSpPr>
            <p:spPr>
              <a:xfrm flipV="1">
                <a:off x="12249" y="45106"/>
                <a:ext cx="375" cy="1639"/>
              </a:xfrm>
              <a:custGeom>
                <a:avLst/>
                <a:gdLst>
                  <a:gd name="csX0" fmla="*/ 0 w 356122"/>
                  <a:gd name="csY0" fmla="*/ 0 h 1208783"/>
                  <a:gd name="csX1" fmla="*/ 356123 w 356122"/>
                  <a:gd name="csY1" fmla="*/ 1208784 h 12087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56122" h="1208783">
                    <a:moveTo>
                      <a:pt x="0" y="0"/>
                    </a:moveTo>
                    <a:cubicBezTo>
                      <a:pt x="85020" y="427922"/>
                      <a:pt x="203728" y="830850"/>
                      <a:pt x="356123" y="1208784"/>
                    </a:cubicBezTo>
                  </a:path>
                </a:pathLst>
              </a:custGeom>
              <a:noFill/>
              <a:ln w="101600" cap="flat">
                <a:solidFill>
                  <a:srgbClr val="8E0CA4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28" name="任意多边形: 形状 3827"/>
              <p:cNvSpPr/>
              <p:nvPr/>
            </p:nvSpPr>
            <p:spPr>
              <a:xfrm flipH="1" flipV="1">
                <a:off x="14266" y="44572"/>
                <a:ext cx="1181" cy="1400"/>
              </a:xfrm>
              <a:custGeom>
                <a:avLst/>
                <a:gdLst>
                  <a:gd name="csX0" fmla="*/ 0 w 750138"/>
                  <a:gd name="csY0" fmla="*/ 0 h 889029"/>
                  <a:gd name="csX1" fmla="*/ 750138 w 750138"/>
                  <a:gd name="csY1" fmla="*/ 889030 h 8890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0138" h="889029">
                    <a:moveTo>
                      <a:pt x="0" y="0"/>
                    </a:moveTo>
                    <a:cubicBezTo>
                      <a:pt x="231731" y="330710"/>
                      <a:pt x="481777" y="627052"/>
                      <a:pt x="750138" y="889030"/>
                    </a:cubicBezTo>
                  </a:path>
                </a:pathLst>
              </a:custGeom>
              <a:noFill/>
              <a:ln w="101600" cap="flat">
                <a:solidFill>
                  <a:srgbClr val="8707A6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31" name="任意多边形: 形状 3830"/>
              <p:cNvSpPr/>
              <p:nvPr/>
            </p:nvSpPr>
            <p:spPr>
              <a:xfrm flipH="1" flipV="1">
                <a:off x="14151" y="44276"/>
                <a:ext cx="595" cy="2461"/>
              </a:xfrm>
              <a:custGeom>
                <a:avLst/>
                <a:gdLst>
                  <a:gd name="csX0" fmla="*/ 0 w 377606"/>
                  <a:gd name="csY0" fmla="*/ 0 h 1562582"/>
                  <a:gd name="csX1" fmla="*/ 377606 w 377606"/>
                  <a:gd name="csY1" fmla="*/ 1562582 h 1562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7606" h="1562582">
                    <a:moveTo>
                      <a:pt x="0" y="0"/>
                    </a:moveTo>
                    <a:cubicBezTo>
                      <a:pt x="79779" y="546871"/>
                      <a:pt x="205647" y="1067732"/>
                      <a:pt x="377606" y="1562582"/>
                    </a:cubicBezTo>
                  </a:path>
                </a:pathLst>
              </a:custGeom>
              <a:noFill/>
              <a:ln w="101600" cap="flat">
                <a:solidFill>
                  <a:srgbClr val="A72197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34" name="任意多边形: 形状 3833"/>
              <p:cNvSpPr/>
              <p:nvPr/>
            </p:nvSpPr>
            <p:spPr>
              <a:xfrm flipH="1" flipV="1">
                <a:off x="14368" y="44616"/>
                <a:ext cx="2404" cy="2452"/>
              </a:xfrm>
              <a:custGeom>
                <a:avLst/>
                <a:gdLst>
                  <a:gd name="csX0" fmla="*/ 0 w 1526798"/>
                  <a:gd name="csY0" fmla="*/ 0 h 1557289"/>
                  <a:gd name="csX1" fmla="*/ 1526799 w 1526798"/>
                  <a:gd name="csY1" fmla="*/ 1557290 h 15572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26798" h="1557289">
                    <a:moveTo>
                      <a:pt x="0" y="0"/>
                    </a:moveTo>
                    <a:cubicBezTo>
                      <a:pt x="469085" y="578416"/>
                      <a:pt x="978017" y="1097512"/>
                      <a:pt x="1526799" y="1557290"/>
                    </a:cubicBezTo>
                  </a:path>
                </a:pathLst>
              </a:custGeom>
              <a:noFill/>
              <a:ln w="101600" cap="flat">
                <a:solidFill>
                  <a:srgbClr val="C9447A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37" name="任意多边形: 形状 3836"/>
              <p:cNvSpPr/>
              <p:nvPr/>
            </p:nvSpPr>
            <p:spPr>
              <a:xfrm flipH="1" flipV="1">
                <a:off x="10716" y="43945"/>
                <a:ext cx="2161" cy="1078"/>
              </a:xfrm>
              <a:custGeom>
                <a:avLst/>
                <a:gdLst>
                  <a:gd name="csX0" fmla="*/ 1372094 w 1372093"/>
                  <a:gd name="csY0" fmla="*/ 0 h 684512"/>
                  <a:gd name="csX1" fmla="*/ 0 w 1372093"/>
                  <a:gd name="csY1" fmla="*/ 684512 h 6845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372093" h="684512">
                    <a:moveTo>
                      <a:pt x="1372094" y="0"/>
                    </a:moveTo>
                    <a:cubicBezTo>
                      <a:pt x="880170" y="191271"/>
                      <a:pt x="422806" y="419442"/>
                      <a:pt x="0" y="684512"/>
                    </a:cubicBezTo>
                  </a:path>
                </a:pathLst>
              </a:custGeom>
              <a:noFill/>
              <a:ln w="101600" cap="flat">
                <a:solidFill>
                  <a:srgbClr val="A21D9A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40" name="任意多边形: 形状 3839"/>
              <p:cNvSpPr/>
              <p:nvPr/>
            </p:nvSpPr>
            <p:spPr>
              <a:xfrm flipV="1">
                <a:off x="13708" y="44624"/>
                <a:ext cx="603" cy="1051"/>
              </a:xfrm>
              <a:custGeom>
                <a:avLst/>
                <a:gdLst>
                  <a:gd name="csX0" fmla="*/ 1079031 w 1079031"/>
                  <a:gd name="csY0" fmla="*/ 0 h 534165"/>
                  <a:gd name="csX1" fmla="*/ 0 w 1079031"/>
                  <a:gd name="csY1" fmla="*/ 534166 h 5341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79031" h="534165">
                    <a:moveTo>
                      <a:pt x="1079031" y="0"/>
                    </a:moveTo>
                    <a:cubicBezTo>
                      <a:pt x="689761" y="150847"/>
                      <a:pt x="330084" y="328902"/>
                      <a:pt x="0" y="534166"/>
                    </a:cubicBezTo>
                  </a:path>
                </a:pathLst>
              </a:custGeom>
              <a:noFill/>
              <a:ln w="101600" cap="flat">
                <a:solidFill>
                  <a:srgbClr val="8A09A5"/>
                </a:solidFill>
                <a:prstDash val="solid"/>
                <a:miter lim="800000"/>
                <a:headEnd type="arrow"/>
              </a:ln>
            </p:spPr>
          </p:sp>
          <p:sp>
            <p:nvSpPr>
              <p:cNvPr id="3801" name="任意多边形: 形状 3800"/>
              <p:cNvSpPr/>
              <p:nvPr/>
            </p:nvSpPr>
            <p:spPr>
              <a:xfrm flipH="1" flipV="1">
                <a:off x="14382" y="43385"/>
                <a:ext cx="2899" cy="670"/>
              </a:xfrm>
              <a:custGeom>
                <a:avLst/>
                <a:gdLst>
                  <a:gd name="csX0" fmla="*/ 0 w 1840593"/>
                  <a:gd name="csY0" fmla="*/ 425446 h 425445"/>
                  <a:gd name="csX1" fmla="*/ 1840593 w 1840593"/>
                  <a:gd name="csY1" fmla="*/ 0 h 4254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840593" h="425445">
                    <a:moveTo>
                      <a:pt x="0" y="425446"/>
                    </a:moveTo>
                    <a:cubicBezTo>
                      <a:pt x="641188" y="339105"/>
                      <a:pt x="1254720" y="197289"/>
                      <a:pt x="1840593" y="0"/>
                    </a:cubicBezTo>
                  </a:path>
                </a:pathLst>
              </a:custGeom>
              <a:noFill/>
              <a:ln w="101600" cap="flat">
                <a:solidFill>
                  <a:srgbClr val="B83289"/>
                </a:solidFill>
                <a:prstDash val="solid"/>
                <a:miter lim="800000"/>
                <a:headEnd type="arrow"/>
              </a:ln>
            </p:spPr>
          </p:sp>
          <p:grpSp>
            <p:nvGrpSpPr>
              <p:cNvPr id="4004" name="组合 4003"/>
              <p:cNvGrpSpPr/>
              <p:nvPr/>
            </p:nvGrpSpPr>
            <p:grpSpPr>
              <a:xfrm>
                <a:off x="11981" y="42043"/>
                <a:ext cx="3101" cy="3238"/>
                <a:chOff x="5293578" y="36359545"/>
                <a:chExt cx="1969086" cy="2056039"/>
              </a:xfrm>
            </p:grpSpPr>
            <p:sp>
              <p:nvSpPr>
                <p:cNvPr id="3872" name="任意多边形: 形状 3871"/>
                <p:cNvSpPr/>
                <p:nvPr/>
              </p:nvSpPr>
              <p:spPr>
                <a:xfrm>
                  <a:off x="6414555" y="36471452"/>
                  <a:ext cx="216000" cy="216000"/>
                </a:xfrm>
                <a:custGeom>
                  <a:avLst/>
                  <a:gdLst>
                    <a:gd name="csX0" fmla="*/ 76101 w 151676"/>
                    <a:gd name="csY0" fmla="*/ 151865 h 151685"/>
                    <a:gd name="csX1" fmla="*/ 129727 w 151676"/>
                    <a:gd name="csY1" fmla="*/ 129651 h 151685"/>
                    <a:gd name="csX2" fmla="*/ 151939 w 151676"/>
                    <a:gd name="csY2" fmla="*/ 76022 h 151685"/>
                    <a:gd name="csX3" fmla="*/ 129727 w 151676"/>
                    <a:gd name="csY3" fmla="*/ 22393 h 151685"/>
                    <a:gd name="csX4" fmla="*/ 76101 w 151676"/>
                    <a:gd name="csY4" fmla="*/ 179 h 151685"/>
                    <a:gd name="csX5" fmla="*/ 22476 w 151676"/>
                    <a:gd name="csY5" fmla="*/ 22393 h 151685"/>
                    <a:gd name="csX6" fmla="*/ 263 w 151676"/>
                    <a:gd name="csY6" fmla="*/ 76022 h 151685"/>
                    <a:gd name="csX7" fmla="*/ 22476 w 151676"/>
                    <a:gd name="csY7" fmla="*/ 129651 h 151685"/>
                    <a:gd name="csX8" fmla="*/ 76101 w 151676"/>
                    <a:gd name="csY8" fmla="*/ 15186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01" y="151865"/>
                      </a:moveTo>
                      <a:cubicBezTo>
                        <a:pt x="96214" y="151865"/>
                        <a:pt x="115505" y="143874"/>
                        <a:pt x="129727" y="129651"/>
                      </a:cubicBezTo>
                      <a:cubicBezTo>
                        <a:pt x="143949" y="115428"/>
                        <a:pt x="151939" y="96136"/>
                        <a:pt x="151939" y="76022"/>
                      </a:cubicBezTo>
                      <a:cubicBezTo>
                        <a:pt x="151939" y="55908"/>
                        <a:pt x="143949" y="36615"/>
                        <a:pt x="129727" y="22393"/>
                      </a:cubicBezTo>
                      <a:cubicBezTo>
                        <a:pt x="115505" y="8170"/>
                        <a:pt x="96214" y="179"/>
                        <a:pt x="76101" y="179"/>
                      </a:cubicBezTo>
                      <a:cubicBezTo>
                        <a:pt x="55989" y="179"/>
                        <a:pt x="36697" y="8170"/>
                        <a:pt x="22476" y="22393"/>
                      </a:cubicBezTo>
                      <a:cubicBezTo>
                        <a:pt x="8254" y="36615"/>
                        <a:pt x="263" y="55908"/>
                        <a:pt x="263" y="76022"/>
                      </a:cubicBezTo>
                      <a:cubicBezTo>
                        <a:pt x="263" y="96136"/>
                        <a:pt x="8254" y="115428"/>
                        <a:pt x="22476" y="129651"/>
                      </a:cubicBezTo>
                      <a:cubicBezTo>
                        <a:pt x="36697" y="143874"/>
                        <a:pt x="55989" y="151865"/>
                        <a:pt x="76101" y="15186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3" name="任意多边形: 形状 3872"/>
                <p:cNvSpPr/>
                <p:nvPr/>
              </p:nvSpPr>
              <p:spPr>
                <a:xfrm>
                  <a:off x="6008553" y="36359545"/>
                  <a:ext cx="216000" cy="216000"/>
                </a:xfrm>
                <a:custGeom>
                  <a:avLst/>
                  <a:gdLst>
                    <a:gd name="csX0" fmla="*/ 76082 w 151676"/>
                    <a:gd name="csY0" fmla="*/ 151860 h 151685"/>
                    <a:gd name="csX1" fmla="*/ 129708 w 151676"/>
                    <a:gd name="csY1" fmla="*/ 129646 h 151685"/>
                    <a:gd name="csX2" fmla="*/ 151921 w 151676"/>
                    <a:gd name="csY2" fmla="*/ 76017 h 151685"/>
                    <a:gd name="csX3" fmla="*/ 129708 w 151676"/>
                    <a:gd name="csY3" fmla="*/ 22388 h 151685"/>
                    <a:gd name="csX4" fmla="*/ 76082 w 151676"/>
                    <a:gd name="csY4" fmla="*/ 174 h 151685"/>
                    <a:gd name="csX5" fmla="*/ 22457 w 151676"/>
                    <a:gd name="csY5" fmla="*/ 22388 h 151685"/>
                    <a:gd name="csX6" fmla="*/ 244 w 151676"/>
                    <a:gd name="csY6" fmla="*/ 76017 h 151685"/>
                    <a:gd name="csX7" fmla="*/ 22457 w 151676"/>
                    <a:gd name="csY7" fmla="*/ 129646 h 151685"/>
                    <a:gd name="csX8" fmla="*/ 76082 w 151676"/>
                    <a:gd name="csY8" fmla="*/ 151860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82" y="151860"/>
                      </a:moveTo>
                      <a:cubicBezTo>
                        <a:pt x="96195" y="151860"/>
                        <a:pt x="115486" y="143868"/>
                        <a:pt x="129708" y="129646"/>
                      </a:cubicBezTo>
                      <a:cubicBezTo>
                        <a:pt x="143930" y="115423"/>
                        <a:pt x="151921" y="96130"/>
                        <a:pt x="151921" y="76017"/>
                      </a:cubicBezTo>
                      <a:cubicBezTo>
                        <a:pt x="151921" y="55903"/>
                        <a:pt x="143930" y="36610"/>
                        <a:pt x="129708" y="22388"/>
                      </a:cubicBezTo>
                      <a:cubicBezTo>
                        <a:pt x="115486" y="8165"/>
                        <a:pt x="96195" y="174"/>
                        <a:pt x="76082" y="174"/>
                      </a:cubicBezTo>
                      <a:cubicBezTo>
                        <a:pt x="55970" y="174"/>
                        <a:pt x="36678" y="8165"/>
                        <a:pt x="22457" y="22388"/>
                      </a:cubicBezTo>
                      <a:cubicBezTo>
                        <a:pt x="8235" y="36610"/>
                        <a:pt x="244" y="55903"/>
                        <a:pt x="244" y="76017"/>
                      </a:cubicBezTo>
                      <a:cubicBezTo>
                        <a:pt x="244" y="96130"/>
                        <a:pt x="8235" y="115423"/>
                        <a:pt x="22457" y="129646"/>
                      </a:cubicBezTo>
                      <a:cubicBezTo>
                        <a:pt x="36678" y="143868"/>
                        <a:pt x="55970" y="151860"/>
                        <a:pt x="76082" y="151860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4" name="任意多边形: 形状 3873"/>
                <p:cNvSpPr/>
                <p:nvPr/>
              </p:nvSpPr>
              <p:spPr>
                <a:xfrm>
                  <a:off x="6815126" y="36575301"/>
                  <a:ext cx="216000" cy="216000"/>
                </a:xfrm>
                <a:custGeom>
                  <a:avLst/>
                  <a:gdLst>
                    <a:gd name="csX0" fmla="*/ 76120 w 151676"/>
                    <a:gd name="csY0" fmla="*/ 151870 h 151685"/>
                    <a:gd name="csX1" fmla="*/ 129746 w 151676"/>
                    <a:gd name="csY1" fmla="*/ 129656 h 151685"/>
                    <a:gd name="csX2" fmla="*/ 151958 w 151676"/>
                    <a:gd name="csY2" fmla="*/ 76027 h 151685"/>
                    <a:gd name="csX3" fmla="*/ 129746 w 151676"/>
                    <a:gd name="csY3" fmla="*/ 22398 h 151685"/>
                    <a:gd name="csX4" fmla="*/ 76120 w 151676"/>
                    <a:gd name="csY4" fmla="*/ 184 h 151685"/>
                    <a:gd name="csX5" fmla="*/ 22494 w 151676"/>
                    <a:gd name="csY5" fmla="*/ 22398 h 151685"/>
                    <a:gd name="csX6" fmla="*/ 282 w 151676"/>
                    <a:gd name="csY6" fmla="*/ 76027 h 151685"/>
                    <a:gd name="csX7" fmla="*/ 22494 w 151676"/>
                    <a:gd name="csY7" fmla="*/ 129656 h 151685"/>
                    <a:gd name="csX8" fmla="*/ 76120 w 151676"/>
                    <a:gd name="csY8" fmla="*/ 151870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20" y="151870"/>
                      </a:moveTo>
                      <a:cubicBezTo>
                        <a:pt x="96232" y="151870"/>
                        <a:pt x="115524" y="143878"/>
                        <a:pt x="129746" y="129656"/>
                      </a:cubicBezTo>
                      <a:cubicBezTo>
                        <a:pt x="143967" y="115433"/>
                        <a:pt x="151958" y="96141"/>
                        <a:pt x="151958" y="76027"/>
                      </a:cubicBezTo>
                      <a:cubicBezTo>
                        <a:pt x="151958" y="55913"/>
                        <a:pt x="143967" y="36620"/>
                        <a:pt x="129746" y="22398"/>
                      </a:cubicBezTo>
                      <a:cubicBezTo>
                        <a:pt x="115524" y="8175"/>
                        <a:pt x="96232" y="184"/>
                        <a:pt x="76120" y="184"/>
                      </a:cubicBezTo>
                      <a:cubicBezTo>
                        <a:pt x="56007" y="184"/>
                        <a:pt x="36716" y="8175"/>
                        <a:pt x="22494" y="22398"/>
                      </a:cubicBezTo>
                      <a:cubicBezTo>
                        <a:pt x="8273" y="36620"/>
                        <a:pt x="282" y="55913"/>
                        <a:pt x="282" y="76027"/>
                      </a:cubicBezTo>
                      <a:cubicBezTo>
                        <a:pt x="282" y="96141"/>
                        <a:pt x="8273" y="115433"/>
                        <a:pt x="22494" y="129656"/>
                      </a:cubicBezTo>
                      <a:cubicBezTo>
                        <a:pt x="36716" y="143878"/>
                        <a:pt x="56007" y="151870"/>
                        <a:pt x="76120" y="151870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5" name="任意多边形: 形状 3874"/>
                <p:cNvSpPr/>
                <p:nvPr/>
              </p:nvSpPr>
              <p:spPr>
                <a:xfrm>
                  <a:off x="6384389" y="37432427"/>
                  <a:ext cx="216000" cy="216000"/>
                </a:xfrm>
                <a:custGeom>
                  <a:avLst/>
                  <a:gdLst>
                    <a:gd name="csX0" fmla="*/ 76100 w 151676"/>
                    <a:gd name="csY0" fmla="*/ 151910 h 151685"/>
                    <a:gd name="csX1" fmla="*/ 129726 w 151676"/>
                    <a:gd name="csY1" fmla="*/ 129696 h 151685"/>
                    <a:gd name="csX2" fmla="*/ 151938 w 151676"/>
                    <a:gd name="csY2" fmla="*/ 76067 h 151685"/>
                    <a:gd name="csX3" fmla="*/ 129726 w 151676"/>
                    <a:gd name="csY3" fmla="*/ 22438 h 151685"/>
                    <a:gd name="csX4" fmla="*/ 76100 w 151676"/>
                    <a:gd name="csY4" fmla="*/ 224 h 151685"/>
                    <a:gd name="csX5" fmla="*/ 22474 w 151676"/>
                    <a:gd name="csY5" fmla="*/ 22438 h 151685"/>
                    <a:gd name="csX6" fmla="*/ 262 w 151676"/>
                    <a:gd name="csY6" fmla="*/ 76067 h 151685"/>
                    <a:gd name="csX7" fmla="*/ 22474 w 151676"/>
                    <a:gd name="csY7" fmla="*/ 129696 h 151685"/>
                    <a:gd name="csX8" fmla="*/ 76100 w 151676"/>
                    <a:gd name="csY8" fmla="*/ 151910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00" y="151910"/>
                      </a:moveTo>
                      <a:cubicBezTo>
                        <a:pt x="96212" y="151910"/>
                        <a:pt x="115504" y="143918"/>
                        <a:pt x="129726" y="129696"/>
                      </a:cubicBezTo>
                      <a:cubicBezTo>
                        <a:pt x="143947" y="115473"/>
                        <a:pt x="151938" y="96180"/>
                        <a:pt x="151938" y="76067"/>
                      </a:cubicBezTo>
                      <a:cubicBezTo>
                        <a:pt x="151938" y="55953"/>
                        <a:pt x="143947" y="36660"/>
                        <a:pt x="129726" y="22438"/>
                      </a:cubicBezTo>
                      <a:cubicBezTo>
                        <a:pt x="115504" y="8215"/>
                        <a:pt x="96212" y="224"/>
                        <a:pt x="76100" y="224"/>
                      </a:cubicBezTo>
                      <a:cubicBezTo>
                        <a:pt x="55987" y="224"/>
                        <a:pt x="36696" y="8215"/>
                        <a:pt x="22474" y="22438"/>
                      </a:cubicBezTo>
                      <a:cubicBezTo>
                        <a:pt x="8253" y="36660"/>
                        <a:pt x="262" y="55953"/>
                        <a:pt x="262" y="76067"/>
                      </a:cubicBezTo>
                      <a:cubicBezTo>
                        <a:pt x="262" y="96180"/>
                        <a:pt x="8253" y="115473"/>
                        <a:pt x="22474" y="129696"/>
                      </a:cubicBezTo>
                      <a:cubicBezTo>
                        <a:pt x="36696" y="143918"/>
                        <a:pt x="55987" y="151910"/>
                        <a:pt x="76100" y="151910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6" name="任意多边形: 形状 3875"/>
                <p:cNvSpPr/>
                <p:nvPr/>
              </p:nvSpPr>
              <p:spPr>
                <a:xfrm>
                  <a:off x="6782038" y="37485407"/>
                  <a:ext cx="216000" cy="216000"/>
                </a:xfrm>
                <a:custGeom>
                  <a:avLst/>
                  <a:gdLst>
                    <a:gd name="csX0" fmla="*/ 76118 w 151676"/>
                    <a:gd name="csY0" fmla="*/ 151912 h 151685"/>
                    <a:gd name="csX1" fmla="*/ 129744 w 151676"/>
                    <a:gd name="csY1" fmla="*/ 129698 h 151685"/>
                    <a:gd name="csX2" fmla="*/ 151957 w 151676"/>
                    <a:gd name="csY2" fmla="*/ 76069 h 151685"/>
                    <a:gd name="csX3" fmla="*/ 129744 w 151676"/>
                    <a:gd name="csY3" fmla="*/ 22440 h 151685"/>
                    <a:gd name="csX4" fmla="*/ 76118 w 151676"/>
                    <a:gd name="csY4" fmla="*/ 226 h 151685"/>
                    <a:gd name="csX5" fmla="*/ 22493 w 151676"/>
                    <a:gd name="csY5" fmla="*/ 22440 h 151685"/>
                    <a:gd name="csX6" fmla="*/ 280 w 151676"/>
                    <a:gd name="csY6" fmla="*/ 76069 h 151685"/>
                    <a:gd name="csX7" fmla="*/ 22493 w 151676"/>
                    <a:gd name="csY7" fmla="*/ 129698 h 151685"/>
                    <a:gd name="csX8" fmla="*/ 76118 w 151676"/>
                    <a:gd name="csY8" fmla="*/ 151912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18" y="151912"/>
                      </a:moveTo>
                      <a:cubicBezTo>
                        <a:pt x="96231" y="151912"/>
                        <a:pt x="115522" y="143921"/>
                        <a:pt x="129744" y="129698"/>
                      </a:cubicBezTo>
                      <a:cubicBezTo>
                        <a:pt x="143966" y="115476"/>
                        <a:pt x="151957" y="96183"/>
                        <a:pt x="151957" y="76069"/>
                      </a:cubicBezTo>
                      <a:cubicBezTo>
                        <a:pt x="151957" y="55955"/>
                        <a:pt x="143966" y="36663"/>
                        <a:pt x="129744" y="22440"/>
                      </a:cubicBezTo>
                      <a:cubicBezTo>
                        <a:pt x="115522" y="8217"/>
                        <a:pt x="96231" y="226"/>
                        <a:pt x="76118" y="226"/>
                      </a:cubicBezTo>
                      <a:cubicBezTo>
                        <a:pt x="56006" y="226"/>
                        <a:pt x="36714" y="8217"/>
                        <a:pt x="22493" y="22440"/>
                      </a:cubicBezTo>
                      <a:cubicBezTo>
                        <a:pt x="8271" y="36663"/>
                        <a:pt x="280" y="55955"/>
                        <a:pt x="280" y="76069"/>
                      </a:cubicBezTo>
                      <a:cubicBezTo>
                        <a:pt x="280" y="96183"/>
                        <a:pt x="8271" y="115476"/>
                        <a:pt x="22493" y="129698"/>
                      </a:cubicBezTo>
                      <a:cubicBezTo>
                        <a:pt x="36714" y="143921"/>
                        <a:pt x="56006" y="151912"/>
                        <a:pt x="76118" y="151912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7" name="任意多边形: 形状 3876"/>
                <p:cNvSpPr/>
                <p:nvPr/>
              </p:nvSpPr>
              <p:spPr>
                <a:xfrm>
                  <a:off x="5814269" y="38199584"/>
                  <a:ext cx="216000" cy="216000"/>
                </a:xfrm>
                <a:custGeom>
                  <a:avLst/>
                  <a:gdLst>
                    <a:gd name="csX0" fmla="*/ 76073 w 151676"/>
                    <a:gd name="csY0" fmla="*/ 151945 h 151685"/>
                    <a:gd name="csX1" fmla="*/ 129699 w 151676"/>
                    <a:gd name="csY1" fmla="*/ 129732 h 151685"/>
                    <a:gd name="csX2" fmla="*/ 151911 w 151676"/>
                    <a:gd name="csY2" fmla="*/ 76102 h 151685"/>
                    <a:gd name="csX3" fmla="*/ 129699 w 151676"/>
                    <a:gd name="csY3" fmla="*/ 22473 h 151685"/>
                    <a:gd name="csX4" fmla="*/ 76073 w 151676"/>
                    <a:gd name="csY4" fmla="*/ 259 h 151685"/>
                    <a:gd name="csX5" fmla="*/ 22448 w 151676"/>
                    <a:gd name="csY5" fmla="*/ 22473 h 151685"/>
                    <a:gd name="csX6" fmla="*/ 235 w 151676"/>
                    <a:gd name="csY6" fmla="*/ 76102 h 151685"/>
                    <a:gd name="csX7" fmla="*/ 22448 w 151676"/>
                    <a:gd name="csY7" fmla="*/ 129732 h 151685"/>
                    <a:gd name="csX8" fmla="*/ 76073 w 151676"/>
                    <a:gd name="csY8" fmla="*/ 15194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73" y="151945"/>
                      </a:moveTo>
                      <a:cubicBezTo>
                        <a:pt x="96186" y="151945"/>
                        <a:pt x="115477" y="143954"/>
                        <a:pt x="129699" y="129732"/>
                      </a:cubicBezTo>
                      <a:cubicBezTo>
                        <a:pt x="143921" y="115509"/>
                        <a:pt x="151911" y="96216"/>
                        <a:pt x="151911" y="76102"/>
                      </a:cubicBezTo>
                      <a:cubicBezTo>
                        <a:pt x="151911" y="55989"/>
                        <a:pt x="143921" y="36696"/>
                        <a:pt x="129699" y="22473"/>
                      </a:cubicBezTo>
                      <a:cubicBezTo>
                        <a:pt x="115477" y="8251"/>
                        <a:pt x="96186" y="259"/>
                        <a:pt x="76073" y="259"/>
                      </a:cubicBezTo>
                      <a:cubicBezTo>
                        <a:pt x="55961" y="259"/>
                        <a:pt x="36669" y="8251"/>
                        <a:pt x="22448" y="22473"/>
                      </a:cubicBezTo>
                      <a:cubicBezTo>
                        <a:pt x="8226" y="36696"/>
                        <a:pt x="235" y="55989"/>
                        <a:pt x="235" y="76102"/>
                      </a:cubicBezTo>
                      <a:cubicBezTo>
                        <a:pt x="235" y="96216"/>
                        <a:pt x="8226" y="115509"/>
                        <a:pt x="22448" y="129732"/>
                      </a:cubicBezTo>
                      <a:cubicBezTo>
                        <a:pt x="36669" y="143954"/>
                        <a:pt x="55961" y="151945"/>
                        <a:pt x="76073" y="15194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8" name="任意多边形: 形状 3877"/>
                <p:cNvSpPr/>
                <p:nvPr/>
              </p:nvSpPr>
              <p:spPr>
                <a:xfrm>
                  <a:off x="5901139" y="38194112"/>
                  <a:ext cx="216000" cy="216000"/>
                </a:xfrm>
                <a:custGeom>
                  <a:avLst/>
                  <a:gdLst>
                    <a:gd name="csX0" fmla="*/ 76077 w 151676"/>
                    <a:gd name="csY0" fmla="*/ 151945 h 151685"/>
                    <a:gd name="csX1" fmla="*/ 129703 w 151676"/>
                    <a:gd name="csY1" fmla="*/ 129731 h 151685"/>
                    <a:gd name="csX2" fmla="*/ 151916 w 151676"/>
                    <a:gd name="csY2" fmla="*/ 76102 h 151685"/>
                    <a:gd name="csX3" fmla="*/ 129703 w 151676"/>
                    <a:gd name="csY3" fmla="*/ 22473 h 151685"/>
                    <a:gd name="csX4" fmla="*/ 76077 w 151676"/>
                    <a:gd name="csY4" fmla="*/ 259 h 151685"/>
                    <a:gd name="csX5" fmla="*/ 22452 w 151676"/>
                    <a:gd name="csY5" fmla="*/ 22473 h 151685"/>
                    <a:gd name="csX6" fmla="*/ 239 w 151676"/>
                    <a:gd name="csY6" fmla="*/ 76102 h 151685"/>
                    <a:gd name="csX7" fmla="*/ 22452 w 151676"/>
                    <a:gd name="csY7" fmla="*/ 129731 h 151685"/>
                    <a:gd name="csX8" fmla="*/ 76077 w 151676"/>
                    <a:gd name="csY8" fmla="*/ 15194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77" y="151945"/>
                      </a:moveTo>
                      <a:cubicBezTo>
                        <a:pt x="96190" y="151945"/>
                        <a:pt x="115481" y="143954"/>
                        <a:pt x="129703" y="129731"/>
                      </a:cubicBezTo>
                      <a:cubicBezTo>
                        <a:pt x="143925" y="115509"/>
                        <a:pt x="151916" y="96216"/>
                        <a:pt x="151916" y="76102"/>
                      </a:cubicBezTo>
                      <a:cubicBezTo>
                        <a:pt x="151916" y="55988"/>
                        <a:pt x="143925" y="36696"/>
                        <a:pt x="129703" y="22473"/>
                      </a:cubicBezTo>
                      <a:cubicBezTo>
                        <a:pt x="115481" y="8250"/>
                        <a:pt x="96190" y="259"/>
                        <a:pt x="76077" y="259"/>
                      </a:cubicBezTo>
                      <a:cubicBezTo>
                        <a:pt x="55965" y="259"/>
                        <a:pt x="36673" y="8250"/>
                        <a:pt x="22452" y="22473"/>
                      </a:cubicBezTo>
                      <a:cubicBezTo>
                        <a:pt x="8230" y="36696"/>
                        <a:pt x="239" y="55988"/>
                        <a:pt x="239" y="76102"/>
                      </a:cubicBezTo>
                      <a:cubicBezTo>
                        <a:pt x="239" y="96216"/>
                        <a:pt x="8230" y="115509"/>
                        <a:pt x="22452" y="129731"/>
                      </a:cubicBezTo>
                      <a:cubicBezTo>
                        <a:pt x="36673" y="143954"/>
                        <a:pt x="55965" y="151945"/>
                        <a:pt x="76077" y="15194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79" name="任意多边形: 形状 3878"/>
                <p:cNvSpPr/>
                <p:nvPr/>
              </p:nvSpPr>
              <p:spPr>
                <a:xfrm>
                  <a:off x="6438282" y="36448825"/>
                  <a:ext cx="216000" cy="216000"/>
                </a:xfrm>
                <a:custGeom>
                  <a:avLst/>
                  <a:gdLst>
                    <a:gd name="csX0" fmla="*/ 76102 w 151676"/>
                    <a:gd name="csY0" fmla="*/ 151864 h 151685"/>
                    <a:gd name="csX1" fmla="*/ 129728 w 151676"/>
                    <a:gd name="csY1" fmla="*/ 129650 h 151685"/>
                    <a:gd name="csX2" fmla="*/ 151941 w 151676"/>
                    <a:gd name="csY2" fmla="*/ 76021 h 151685"/>
                    <a:gd name="csX3" fmla="*/ 129728 w 151676"/>
                    <a:gd name="csY3" fmla="*/ 22392 h 151685"/>
                    <a:gd name="csX4" fmla="*/ 76102 w 151676"/>
                    <a:gd name="csY4" fmla="*/ 178 h 151685"/>
                    <a:gd name="csX5" fmla="*/ 22477 w 151676"/>
                    <a:gd name="csY5" fmla="*/ 22392 h 151685"/>
                    <a:gd name="csX6" fmla="*/ 264 w 151676"/>
                    <a:gd name="csY6" fmla="*/ 76021 h 151685"/>
                    <a:gd name="csX7" fmla="*/ 22477 w 151676"/>
                    <a:gd name="csY7" fmla="*/ 129650 h 151685"/>
                    <a:gd name="csX8" fmla="*/ 76102 w 151676"/>
                    <a:gd name="csY8" fmla="*/ 151864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02" y="151864"/>
                      </a:moveTo>
                      <a:cubicBezTo>
                        <a:pt x="96215" y="151864"/>
                        <a:pt x="115506" y="143873"/>
                        <a:pt x="129728" y="129650"/>
                      </a:cubicBezTo>
                      <a:cubicBezTo>
                        <a:pt x="143950" y="115427"/>
                        <a:pt x="151941" y="96135"/>
                        <a:pt x="151941" y="76021"/>
                      </a:cubicBezTo>
                      <a:cubicBezTo>
                        <a:pt x="151941" y="55907"/>
                        <a:pt x="143950" y="36614"/>
                        <a:pt x="129728" y="22392"/>
                      </a:cubicBezTo>
                      <a:cubicBezTo>
                        <a:pt x="115506" y="8169"/>
                        <a:pt x="96215" y="178"/>
                        <a:pt x="76102" y="178"/>
                      </a:cubicBezTo>
                      <a:cubicBezTo>
                        <a:pt x="55990" y="178"/>
                        <a:pt x="36698" y="8169"/>
                        <a:pt x="22477" y="22392"/>
                      </a:cubicBezTo>
                      <a:cubicBezTo>
                        <a:pt x="8255" y="36614"/>
                        <a:pt x="264" y="55907"/>
                        <a:pt x="264" y="76021"/>
                      </a:cubicBezTo>
                      <a:cubicBezTo>
                        <a:pt x="264" y="96135"/>
                        <a:pt x="8255" y="115427"/>
                        <a:pt x="22477" y="129650"/>
                      </a:cubicBezTo>
                      <a:cubicBezTo>
                        <a:pt x="36698" y="143873"/>
                        <a:pt x="55990" y="151864"/>
                        <a:pt x="76102" y="151864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1" name="任意多边形: 形状 3880"/>
                <p:cNvSpPr/>
                <p:nvPr/>
              </p:nvSpPr>
              <p:spPr>
                <a:xfrm>
                  <a:off x="5826344" y="37444000"/>
                  <a:ext cx="216000" cy="216000"/>
                </a:xfrm>
                <a:custGeom>
                  <a:avLst/>
                  <a:gdLst>
                    <a:gd name="csX0" fmla="*/ 76074 w 151676"/>
                    <a:gd name="csY0" fmla="*/ 151910 h 151685"/>
                    <a:gd name="csX1" fmla="*/ 129700 w 151676"/>
                    <a:gd name="csY1" fmla="*/ 129696 h 151685"/>
                    <a:gd name="csX2" fmla="*/ 151912 w 151676"/>
                    <a:gd name="csY2" fmla="*/ 76067 h 151685"/>
                    <a:gd name="csX3" fmla="*/ 129700 w 151676"/>
                    <a:gd name="csY3" fmla="*/ 22438 h 151685"/>
                    <a:gd name="csX4" fmla="*/ 76074 w 151676"/>
                    <a:gd name="csY4" fmla="*/ 224 h 151685"/>
                    <a:gd name="csX5" fmla="*/ 22448 w 151676"/>
                    <a:gd name="csY5" fmla="*/ 22438 h 151685"/>
                    <a:gd name="csX6" fmla="*/ 236 w 151676"/>
                    <a:gd name="csY6" fmla="*/ 76067 h 151685"/>
                    <a:gd name="csX7" fmla="*/ 22448 w 151676"/>
                    <a:gd name="csY7" fmla="*/ 129696 h 151685"/>
                    <a:gd name="csX8" fmla="*/ 76074 w 151676"/>
                    <a:gd name="csY8" fmla="*/ 151910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74" y="151910"/>
                      </a:moveTo>
                      <a:cubicBezTo>
                        <a:pt x="96186" y="151910"/>
                        <a:pt x="115478" y="143919"/>
                        <a:pt x="129700" y="129696"/>
                      </a:cubicBezTo>
                      <a:cubicBezTo>
                        <a:pt x="143921" y="115474"/>
                        <a:pt x="151912" y="96181"/>
                        <a:pt x="151912" y="76067"/>
                      </a:cubicBezTo>
                      <a:cubicBezTo>
                        <a:pt x="151912" y="55953"/>
                        <a:pt x="143921" y="36661"/>
                        <a:pt x="129700" y="22438"/>
                      </a:cubicBezTo>
                      <a:cubicBezTo>
                        <a:pt x="115478" y="8216"/>
                        <a:pt x="96186" y="224"/>
                        <a:pt x="76074" y="224"/>
                      </a:cubicBezTo>
                      <a:cubicBezTo>
                        <a:pt x="55961" y="224"/>
                        <a:pt x="36670" y="8216"/>
                        <a:pt x="22448" y="22438"/>
                      </a:cubicBezTo>
                      <a:cubicBezTo>
                        <a:pt x="8226" y="36661"/>
                        <a:pt x="236" y="55953"/>
                        <a:pt x="236" y="76067"/>
                      </a:cubicBezTo>
                      <a:cubicBezTo>
                        <a:pt x="236" y="96181"/>
                        <a:pt x="8226" y="115474"/>
                        <a:pt x="22448" y="129696"/>
                      </a:cubicBezTo>
                      <a:cubicBezTo>
                        <a:pt x="36670" y="143919"/>
                        <a:pt x="55961" y="151910"/>
                        <a:pt x="76074" y="151910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2" name="任意多边形: 形状 3881"/>
                <p:cNvSpPr/>
                <p:nvPr/>
              </p:nvSpPr>
              <p:spPr>
                <a:xfrm>
                  <a:off x="6445750" y="37148519"/>
                  <a:ext cx="216000" cy="216000"/>
                </a:xfrm>
                <a:custGeom>
                  <a:avLst/>
                  <a:gdLst>
                    <a:gd name="csX0" fmla="*/ 76103 w 151676"/>
                    <a:gd name="csY0" fmla="*/ 151896 h 151685"/>
                    <a:gd name="csX1" fmla="*/ 129728 w 151676"/>
                    <a:gd name="csY1" fmla="*/ 129683 h 151685"/>
                    <a:gd name="csX2" fmla="*/ 151941 w 151676"/>
                    <a:gd name="csY2" fmla="*/ 76053 h 151685"/>
                    <a:gd name="csX3" fmla="*/ 129728 w 151676"/>
                    <a:gd name="csY3" fmla="*/ 22424 h 151685"/>
                    <a:gd name="csX4" fmla="*/ 76103 w 151676"/>
                    <a:gd name="csY4" fmla="*/ 210 h 151685"/>
                    <a:gd name="csX5" fmla="*/ 22477 w 151676"/>
                    <a:gd name="csY5" fmla="*/ 22424 h 151685"/>
                    <a:gd name="csX6" fmla="*/ 265 w 151676"/>
                    <a:gd name="csY6" fmla="*/ 76053 h 151685"/>
                    <a:gd name="csX7" fmla="*/ 22477 w 151676"/>
                    <a:gd name="csY7" fmla="*/ 129683 h 151685"/>
                    <a:gd name="csX8" fmla="*/ 76103 w 151676"/>
                    <a:gd name="csY8" fmla="*/ 151896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03" y="151896"/>
                      </a:moveTo>
                      <a:cubicBezTo>
                        <a:pt x="96215" y="151896"/>
                        <a:pt x="115507" y="143905"/>
                        <a:pt x="129728" y="129683"/>
                      </a:cubicBezTo>
                      <a:cubicBezTo>
                        <a:pt x="143950" y="115460"/>
                        <a:pt x="151941" y="96167"/>
                        <a:pt x="151941" y="76053"/>
                      </a:cubicBezTo>
                      <a:cubicBezTo>
                        <a:pt x="151941" y="55940"/>
                        <a:pt x="143950" y="36647"/>
                        <a:pt x="129728" y="22424"/>
                      </a:cubicBezTo>
                      <a:cubicBezTo>
                        <a:pt x="115507" y="8202"/>
                        <a:pt x="96215" y="210"/>
                        <a:pt x="76103" y="210"/>
                      </a:cubicBezTo>
                      <a:cubicBezTo>
                        <a:pt x="55990" y="210"/>
                        <a:pt x="36699" y="8202"/>
                        <a:pt x="22477" y="22424"/>
                      </a:cubicBezTo>
                      <a:cubicBezTo>
                        <a:pt x="8255" y="36647"/>
                        <a:pt x="265" y="55940"/>
                        <a:pt x="265" y="76053"/>
                      </a:cubicBezTo>
                      <a:cubicBezTo>
                        <a:pt x="265" y="96167"/>
                        <a:pt x="8255" y="115460"/>
                        <a:pt x="22477" y="129683"/>
                      </a:cubicBezTo>
                      <a:cubicBezTo>
                        <a:pt x="36699" y="143905"/>
                        <a:pt x="55990" y="151896"/>
                        <a:pt x="76103" y="151896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3" name="任意多边形: 形状 3882"/>
                <p:cNvSpPr/>
                <p:nvPr/>
              </p:nvSpPr>
              <p:spPr>
                <a:xfrm>
                  <a:off x="5347381" y="37540773"/>
                  <a:ext cx="216000" cy="216000"/>
                </a:xfrm>
                <a:custGeom>
                  <a:avLst/>
                  <a:gdLst>
                    <a:gd name="csX0" fmla="*/ 76052 w 151676"/>
                    <a:gd name="csY0" fmla="*/ 151915 h 151685"/>
                    <a:gd name="csX1" fmla="*/ 129677 w 151676"/>
                    <a:gd name="csY1" fmla="*/ 129701 h 151685"/>
                    <a:gd name="csX2" fmla="*/ 151890 w 151676"/>
                    <a:gd name="csY2" fmla="*/ 76072 h 151685"/>
                    <a:gd name="csX3" fmla="*/ 129677 w 151676"/>
                    <a:gd name="csY3" fmla="*/ 22443 h 151685"/>
                    <a:gd name="csX4" fmla="*/ 76052 w 151676"/>
                    <a:gd name="csY4" fmla="*/ 229 h 151685"/>
                    <a:gd name="csX5" fmla="*/ 22426 w 151676"/>
                    <a:gd name="csY5" fmla="*/ 22443 h 151685"/>
                    <a:gd name="csX6" fmla="*/ 213 w 151676"/>
                    <a:gd name="csY6" fmla="*/ 76072 h 151685"/>
                    <a:gd name="csX7" fmla="*/ 22426 w 151676"/>
                    <a:gd name="csY7" fmla="*/ 129701 h 151685"/>
                    <a:gd name="csX8" fmla="*/ 76052 w 151676"/>
                    <a:gd name="csY8" fmla="*/ 15191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52" y="151915"/>
                      </a:moveTo>
                      <a:cubicBezTo>
                        <a:pt x="96164" y="151915"/>
                        <a:pt x="115456" y="143923"/>
                        <a:pt x="129677" y="129701"/>
                      </a:cubicBezTo>
                      <a:cubicBezTo>
                        <a:pt x="143899" y="115478"/>
                        <a:pt x="151890" y="96186"/>
                        <a:pt x="151890" y="76072"/>
                      </a:cubicBezTo>
                      <a:cubicBezTo>
                        <a:pt x="151890" y="55958"/>
                        <a:pt x="143899" y="36665"/>
                        <a:pt x="129677" y="22443"/>
                      </a:cubicBezTo>
                      <a:cubicBezTo>
                        <a:pt x="115456" y="8220"/>
                        <a:pt x="96164" y="229"/>
                        <a:pt x="76052" y="229"/>
                      </a:cubicBezTo>
                      <a:cubicBezTo>
                        <a:pt x="55939" y="229"/>
                        <a:pt x="36648" y="8220"/>
                        <a:pt x="22426" y="22443"/>
                      </a:cubicBezTo>
                      <a:cubicBezTo>
                        <a:pt x="8204" y="36665"/>
                        <a:pt x="213" y="55958"/>
                        <a:pt x="213" y="76072"/>
                      </a:cubicBezTo>
                      <a:cubicBezTo>
                        <a:pt x="213" y="96186"/>
                        <a:pt x="8204" y="115478"/>
                        <a:pt x="22426" y="129701"/>
                      </a:cubicBezTo>
                      <a:cubicBezTo>
                        <a:pt x="36648" y="143923"/>
                        <a:pt x="55939" y="151915"/>
                        <a:pt x="76052" y="15191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4" name="任意多边形: 形状 3883"/>
                <p:cNvSpPr/>
                <p:nvPr/>
              </p:nvSpPr>
              <p:spPr>
                <a:xfrm>
                  <a:off x="6331382" y="36979983"/>
                  <a:ext cx="216000" cy="216000"/>
                </a:xfrm>
                <a:custGeom>
                  <a:avLst/>
                  <a:gdLst>
                    <a:gd name="csX0" fmla="*/ 76097 w 151676"/>
                    <a:gd name="csY0" fmla="*/ 151889 h 151685"/>
                    <a:gd name="csX1" fmla="*/ 129723 w 151676"/>
                    <a:gd name="csY1" fmla="*/ 129675 h 151685"/>
                    <a:gd name="csX2" fmla="*/ 151936 w 151676"/>
                    <a:gd name="csY2" fmla="*/ 76046 h 151685"/>
                    <a:gd name="csX3" fmla="*/ 129723 w 151676"/>
                    <a:gd name="csY3" fmla="*/ 22416 h 151685"/>
                    <a:gd name="csX4" fmla="*/ 76097 w 151676"/>
                    <a:gd name="csY4" fmla="*/ 203 h 151685"/>
                    <a:gd name="csX5" fmla="*/ 22472 w 151676"/>
                    <a:gd name="csY5" fmla="*/ 22416 h 151685"/>
                    <a:gd name="csX6" fmla="*/ 259 w 151676"/>
                    <a:gd name="csY6" fmla="*/ 76046 h 151685"/>
                    <a:gd name="csX7" fmla="*/ 22472 w 151676"/>
                    <a:gd name="csY7" fmla="*/ 129675 h 151685"/>
                    <a:gd name="csX8" fmla="*/ 76097 w 151676"/>
                    <a:gd name="csY8" fmla="*/ 151889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97" y="151889"/>
                      </a:moveTo>
                      <a:cubicBezTo>
                        <a:pt x="96210" y="151889"/>
                        <a:pt x="115501" y="143897"/>
                        <a:pt x="129723" y="129675"/>
                      </a:cubicBezTo>
                      <a:cubicBezTo>
                        <a:pt x="143945" y="115452"/>
                        <a:pt x="151936" y="96159"/>
                        <a:pt x="151936" y="76046"/>
                      </a:cubicBezTo>
                      <a:cubicBezTo>
                        <a:pt x="151936" y="55932"/>
                        <a:pt x="143945" y="36639"/>
                        <a:pt x="129723" y="22416"/>
                      </a:cubicBezTo>
                      <a:cubicBezTo>
                        <a:pt x="115501" y="8194"/>
                        <a:pt x="96210" y="203"/>
                        <a:pt x="76097" y="203"/>
                      </a:cubicBezTo>
                      <a:cubicBezTo>
                        <a:pt x="55985" y="203"/>
                        <a:pt x="36693" y="8194"/>
                        <a:pt x="22472" y="22416"/>
                      </a:cubicBezTo>
                      <a:cubicBezTo>
                        <a:pt x="8250" y="36639"/>
                        <a:pt x="259" y="55932"/>
                        <a:pt x="259" y="76046"/>
                      </a:cubicBezTo>
                      <a:cubicBezTo>
                        <a:pt x="259" y="96159"/>
                        <a:pt x="8250" y="115452"/>
                        <a:pt x="22472" y="129675"/>
                      </a:cubicBezTo>
                      <a:cubicBezTo>
                        <a:pt x="36693" y="143897"/>
                        <a:pt x="55985" y="151889"/>
                        <a:pt x="76097" y="151889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5" name="任意多边形: 形状 3884"/>
                <p:cNvSpPr/>
                <p:nvPr/>
              </p:nvSpPr>
              <p:spPr>
                <a:xfrm>
                  <a:off x="5293578" y="36894765"/>
                  <a:ext cx="216000" cy="216000"/>
                </a:xfrm>
                <a:custGeom>
                  <a:avLst/>
                  <a:gdLst>
                    <a:gd name="csX0" fmla="*/ 76049 w 151676"/>
                    <a:gd name="csY0" fmla="*/ 151885 h 151685"/>
                    <a:gd name="csX1" fmla="*/ 129675 w 151676"/>
                    <a:gd name="csY1" fmla="*/ 129671 h 151685"/>
                    <a:gd name="csX2" fmla="*/ 151887 w 151676"/>
                    <a:gd name="csY2" fmla="*/ 76042 h 151685"/>
                    <a:gd name="csX3" fmla="*/ 129675 w 151676"/>
                    <a:gd name="csY3" fmla="*/ 22413 h 151685"/>
                    <a:gd name="csX4" fmla="*/ 76049 w 151676"/>
                    <a:gd name="csY4" fmla="*/ 199 h 151685"/>
                    <a:gd name="csX5" fmla="*/ 22423 w 151676"/>
                    <a:gd name="csY5" fmla="*/ 22413 h 151685"/>
                    <a:gd name="csX6" fmla="*/ 211 w 151676"/>
                    <a:gd name="csY6" fmla="*/ 76042 h 151685"/>
                    <a:gd name="csX7" fmla="*/ 22423 w 151676"/>
                    <a:gd name="csY7" fmla="*/ 129671 h 151685"/>
                    <a:gd name="csX8" fmla="*/ 76049 w 151676"/>
                    <a:gd name="csY8" fmla="*/ 15188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49" y="151885"/>
                      </a:moveTo>
                      <a:cubicBezTo>
                        <a:pt x="96162" y="151885"/>
                        <a:pt x="115453" y="143893"/>
                        <a:pt x="129675" y="129671"/>
                      </a:cubicBezTo>
                      <a:cubicBezTo>
                        <a:pt x="143896" y="115448"/>
                        <a:pt x="151887" y="96155"/>
                        <a:pt x="151887" y="76042"/>
                      </a:cubicBezTo>
                      <a:cubicBezTo>
                        <a:pt x="151887" y="55928"/>
                        <a:pt x="143896" y="36635"/>
                        <a:pt x="129675" y="22413"/>
                      </a:cubicBezTo>
                      <a:cubicBezTo>
                        <a:pt x="115453" y="8190"/>
                        <a:pt x="96162" y="199"/>
                        <a:pt x="76049" y="199"/>
                      </a:cubicBezTo>
                      <a:cubicBezTo>
                        <a:pt x="55937" y="199"/>
                        <a:pt x="36645" y="8190"/>
                        <a:pt x="22423" y="22413"/>
                      </a:cubicBezTo>
                      <a:cubicBezTo>
                        <a:pt x="8202" y="36635"/>
                        <a:pt x="211" y="55928"/>
                        <a:pt x="211" y="76042"/>
                      </a:cubicBezTo>
                      <a:cubicBezTo>
                        <a:pt x="211" y="96155"/>
                        <a:pt x="8202" y="115448"/>
                        <a:pt x="22423" y="129671"/>
                      </a:cubicBezTo>
                      <a:cubicBezTo>
                        <a:pt x="36645" y="143893"/>
                        <a:pt x="55937" y="151885"/>
                        <a:pt x="76049" y="15188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6" name="任意多边形: 形状 3885"/>
                <p:cNvSpPr/>
                <p:nvPr/>
              </p:nvSpPr>
              <p:spPr>
                <a:xfrm>
                  <a:off x="6699804" y="37528954"/>
                  <a:ext cx="216000" cy="216000"/>
                </a:xfrm>
                <a:custGeom>
                  <a:avLst/>
                  <a:gdLst>
                    <a:gd name="csX0" fmla="*/ 76115 w 151676"/>
                    <a:gd name="csY0" fmla="*/ 151914 h 151685"/>
                    <a:gd name="csX1" fmla="*/ 129740 w 151676"/>
                    <a:gd name="csY1" fmla="*/ 129700 h 151685"/>
                    <a:gd name="csX2" fmla="*/ 151953 w 151676"/>
                    <a:gd name="csY2" fmla="*/ 76071 h 151685"/>
                    <a:gd name="csX3" fmla="*/ 129740 w 151676"/>
                    <a:gd name="csY3" fmla="*/ 22442 h 151685"/>
                    <a:gd name="csX4" fmla="*/ 76115 w 151676"/>
                    <a:gd name="csY4" fmla="*/ 228 h 151685"/>
                    <a:gd name="csX5" fmla="*/ 22489 w 151676"/>
                    <a:gd name="csY5" fmla="*/ 22442 h 151685"/>
                    <a:gd name="csX6" fmla="*/ 276 w 151676"/>
                    <a:gd name="csY6" fmla="*/ 76071 h 151685"/>
                    <a:gd name="csX7" fmla="*/ 22489 w 151676"/>
                    <a:gd name="csY7" fmla="*/ 129700 h 151685"/>
                    <a:gd name="csX8" fmla="*/ 76115 w 151676"/>
                    <a:gd name="csY8" fmla="*/ 151914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15" y="151914"/>
                      </a:moveTo>
                      <a:cubicBezTo>
                        <a:pt x="96227" y="151914"/>
                        <a:pt x="115519" y="143923"/>
                        <a:pt x="129740" y="129700"/>
                      </a:cubicBezTo>
                      <a:cubicBezTo>
                        <a:pt x="143962" y="115478"/>
                        <a:pt x="151953" y="96185"/>
                        <a:pt x="151953" y="76071"/>
                      </a:cubicBezTo>
                      <a:cubicBezTo>
                        <a:pt x="151953" y="55957"/>
                        <a:pt x="143962" y="36665"/>
                        <a:pt x="129740" y="22442"/>
                      </a:cubicBezTo>
                      <a:cubicBezTo>
                        <a:pt x="115519" y="8219"/>
                        <a:pt x="96227" y="228"/>
                        <a:pt x="76115" y="228"/>
                      </a:cubicBezTo>
                      <a:cubicBezTo>
                        <a:pt x="56002" y="228"/>
                        <a:pt x="36711" y="8219"/>
                        <a:pt x="22489" y="22442"/>
                      </a:cubicBezTo>
                      <a:cubicBezTo>
                        <a:pt x="8267" y="36665"/>
                        <a:pt x="276" y="55957"/>
                        <a:pt x="276" y="76071"/>
                      </a:cubicBezTo>
                      <a:cubicBezTo>
                        <a:pt x="276" y="96185"/>
                        <a:pt x="8267" y="115478"/>
                        <a:pt x="22489" y="129700"/>
                      </a:cubicBezTo>
                      <a:cubicBezTo>
                        <a:pt x="36711" y="143923"/>
                        <a:pt x="56002" y="151914"/>
                        <a:pt x="76115" y="151914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7" name="任意多边形: 形状 3886"/>
                <p:cNvSpPr/>
                <p:nvPr/>
              </p:nvSpPr>
              <p:spPr>
                <a:xfrm>
                  <a:off x="6642929" y="37380997"/>
                  <a:ext cx="216000" cy="216000"/>
                </a:xfrm>
                <a:custGeom>
                  <a:avLst/>
                  <a:gdLst>
                    <a:gd name="csX0" fmla="*/ 76112 w 151676"/>
                    <a:gd name="csY0" fmla="*/ 151907 h 151685"/>
                    <a:gd name="csX1" fmla="*/ 129738 w 151676"/>
                    <a:gd name="csY1" fmla="*/ 129693 h 151685"/>
                    <a:gd name="csX2" fmla="*/ 151950 w 151676"/>
                    <a:gd name="csY2" fmla="*/ 76064 h 151685"/>
                    <a:gd name="csX3" fmla="*/ 129738 w 151676"/>
                    <a:gd name="csY3" fmla="*/ 22435 h 151685"/>
                    <a:gd name="csX4" fmla="*/ 76112 w 151676"/>
                    <a:gd name="csY4" fmla="*/ 221 h 151685"/>
                    <a:gd name="csX5" fmla="*/ 22486 w 151676"/>
                    <a:gd name="csY5" fmla="*/ 22435 h 151685"/>
                    <a:gd name="csX6" fmla="*/ 274 w 151676"/>
                    <a:gd name="csY6" fmla="*/ 76064 h 151685"/>
                    <a:gd name="csX7" fmla="*/ 22486 w 151676"/>
                    <a:gd name="csY7" fmla="*/ 129693 h 151685"/>
                    <a:gd name="csX8" fmla="*/ 76112 w 151676"/>
                    <a:gd name="csY8" fmla="*/ 151907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12" y="151907"/>
                      </a:moveTo>
                      <a:cubicBezTo>
                        <a:pt x="96224" y="151907"/>
                        <a:pt x="115516" y="143916"/>
                        <a:pt x="129738" y="129693"/>
                      </a:cubicBezTo>
                      <a:cubicBezTo>
                        <a:pt x="143959" y="115471"/>
                        <a:pt x="151950" y="96178"/>
                        <a:pt x="151950" y="76064"/>
                      </a:cubicBezTo>
                      <a:cubicBezTo>
                        <a:pt x="151950" y="55950"/>
                        <a:pt x="143959" y="36658"/>
                        <a:pt x="129738" y="22435"/>
                      </a:cubicBezTo>
                      <a:cubicBezTo>
                        <a:pt x="115516" y="8213"/>
                        <a:pt x="96224" y="221"/>
                        <a:pt x="76112" y="221"/>
                      </a:cubicBezTo>
                      <a:cubicBezTo>
                        <a:pt x="55999" y="221"/>
                        <a:pt x="36708" y="8213"/>
                        <a:pt x="22486" y="22435"/>
                      </a:cubicBezTo>
                      <a:cubicBezTo>
                        <a:pt x="8265" y="36658"/>
                        <a:pt x="274" y="55950"/>
                        <a:pt x="274" y="76064"/>
                      </a:cubicBezTo>
                      <a:cubicBezTo>
                        <a:pt x="274" y="96178"/>
                        <a:pt x="8265" y="115471"/>
                        <a:pt x="22486" y="129693"/>
                      </a:cubicBezTo>
                      <a:cubicBezTo>
                        <a:pt x="36708" y="143916"/>
                        <a:pt x="55999" y="151907"/>
                        <a:pt x="76112" y="151907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8" name="任意多边形: 形状 3887"/>
                <p:cNvSpPr/>
                <p:nvPr/>
              </p:nvSpPr>
              <p:spPr>
                <a:xfrm>
                  <a:off x="6378211" y="37560365"/>
                  <a:ext cx="216000" cy="216000"/>
                </a:xfrm>
                <a:custGeom>
                  <a:avLst/>
                  <a:gdLst>
                    <a:gd name="csX0" fmla="*/ 76100 w 151676"/>
                    <a:gd name="csY0" fmla="*/ 151916 h 151685"/>
                    <a:gd name="csX1" fmla="*/ 129725 w 151676"/>
                    <a:gd name="csY1" fmla="*/ 129702 h 151685"/>
                    <a:gd name="csX2" fmla="*/ 151938 w 151676"/>
                    <a:gd name="csY2" fmla="*/ 76073 h 151685"/>
                    <a:gd name="csX3" fmla="*/ 129725 w 151676"/>
                    <a:gd name="csY3" fmla="*/ 22444 h 151685"/>
                    <a:gd name="csX4" fmla="*/ 76100 w 151676"/>
                    <a:gd name="csY4" fmla="*/ 230 h 151685"/>
                    <a:gd name="csX5" fmla="*/ 22474 w 151676"/>
                    <a:gd name="csY5" fmla="*/ 22444 h 151685"/>
                    <a:gd name="csX6" fmla="*/ 261 w 151676"/>
                    <a:gd name="csY6" fmla="*/ 76073 h 151685"/>
                    <a:gd name="csX7" fmla="*/ 22474 w 151676"/>
                    <a:gd name="csY7" fmla="*/ 129702 h 151685"/>
                    <a:gd name="csX8" fmla="*/ 76100 w 151676"/>
                    <a:gd name="csY8" fmla="*/ 151916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00" y="151916"/>
                      </a:moveTo>
                      <a:cubicBezTo>
                        <a:pt x="96212" y="151916"/>
                        <a:pt x="115504" y="143924"/>
                        <a:pt x="129725" y="129702"/>
                      </a:cubicBezTo>
                      <a:cubicBezTo>
                        <a:pt x="143947" y="115479"/>
                        <a:pt x="151938" y="96186"/>
                        <a:pt x="151938" y="76073"/>
                      </a:cubicBezTo>
                      <a:cubicBezTo>
                        <a:pt x="151938" y="55959"/>
                        <a:pt x="143947" y="36666"/>
                        <a:pt x="129725" y="22444"/>
                      </a:cubicBezTo>
                      <a:cubicBezTo>
                        <a:pt x="115504" y="8221"/>
                        <a:pt x="96212" y="230"/>
                        <a:pt x="76100" y="230"/>
                      </a:cubicBezTo>
                      <a:cubicBezTo>
                        <a:pt x="55987" y="230"/>
                        <a:pt x="36696" y="8221"/>
                        <a:pt x="22474" y="22444"/>
                      </a:cubicBezTo>
                      <a:cubicBezTo>
                        <a:pt x="8252" y="36666"/>
                        <a:pt x="261" y="55959"/>
                        <a:pt x="261" y="76073"/>
                      </a:cubicBezTo>
                      <a:cubicBezTo>
                        <a:pt x="261" y="96186"/>
                        <a:pt x="8252" y="115479"/>
                        <a:pt x="22474" y="129702"/>
                      </a:cubicBezTo>
                      <a:cubicBezTo>
                        <a:pt x="36696" y="143924"/>
                        <a:pt x="55987" y="151916"/>
                        <a:pt x="76100" y="151916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89" name="任意多边形: 形状 3888"/>
                <p:cNvSpPr/>
                <p:nvPr/>
              </p:nvSpPr>
              <p:spPr>
                <a:xfrm>
                  <a:off x="6285259" y="37803667"/>
                  <a:ext cx="216000" cy="216000"/>
                </a:xfrm>
                <a:custGeom>
                  <a:avLst/>
                  <a:gdLst>
                    <a:gd name="csX0" fmla="*/ 76095 w 151676"/>
                    <a:gd name="csY0" fmla="*/ 151927 h 151685"/>
                    <a:gd name="csX1" fmla="*/ 129721 w 151676"/>
                    <a:gd name="csY1" fmla="*/ 129713 h 151685"/>
                    <a:gd name="csX2" fmla="*/ 151933 w 151676"/>
                    <a:gd name="csY2" fmla="*/ 76084 h 151685"/>
                    <a:gd name="csX3" fmla="*/ 129721 w 151676"/>
                    <a:gd name="csY3" fmla="*/ 22455 h 151685"/>
                    <a:gd name="csX4" fmla="*/ 76095 w 151676"/>
                    <a:gd name="csY4" fmla="*/ 241 h 151685"/>
                    <a:gd name="csX5" fmla="*/ 22470 w 151676"/>
                    <a:gd name="csY5" fmla="*/ 22455 h 151685"/>
                    <a:gd name="csX6" fmla="*/ 257 w 151676"/>
                    <a:gd name="csY6" fmla="*/ 76084 h 151685"/>
                    <a:gd name="csX7" fmla="*/ 22470 w 151676"/>
                    <a:gd name="csY7" fmla="*/ 129713 h 151685"/>
                    <a:gd name="csX8" fmla="*/ 76095 w 151676"/>
                    <a:gd name="csY8" fmla="*/ 151927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95" y="151927"/>
                      </a:moveTo>
                      <a:cubicBezTo>
                        <a:pt x="96208" y="151927"/>
                        <a:pt x="115499" y="143936"/>
                        <a:pt x="129721" y="129713"/>
                      </a:cubicBezTo>
                      <a:cubicBezTo>
                        <a:pt x="143943" y="115490"/>
                        <a:pt x="151933" y="96198"/>
                        <a:pt x="151933" y="76084"/>
                      </a:cubicBezTo>
                      <a:cubicBezTo>
                        <a:pt x="151933" y="55970"/>
                        <a:pt x="143943" y="36678"/>
                        <a:pt x="129721" y="22455"/>
                      </a:cubicBezTo>
                      <a:cubicBezTo>
                        <a:pt x="115499" y="8232"/>
                        <a:pt x="96208" y="241"/>
                        <a:pt x="76095" y="241"/>
                      </a:cubicBezTo>
                      <a:cubicBezTo>
                        <a:pt x="55983" y="241"/>
                        <a:pt x="36691" y="8232"/>
                        <a:pt x="22470" y="22455"/>
                      </a:cubicBezTo>
                      <a:cubicBezTo>
                        <a:pt x="8248" y="36678"/>
                        <a:pt x="257" y="55970"/>
                        <a:pt x="257" y="76084"/>
                      </a:cubicBezTo>
                      <a:cubicBezTo>
                        <a:pt x="257" y="96198"/>
                        <a:pt x="8248" y="115490"/>
                        <a:pt x="22470" y="129713"/>
                      </a:cubicBezTo>
                      <a:cubicBezTo>
                        <a:pt x="36691" y="143936"/>
                        <a:pt x="55983" y="151927"/>
                        <a:pt x="76095" y="151927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0" name="任意多边形: 形状 3889"/>
                <p:cNvSpPr/>
                <p:nvPr/>
              </p:nvSpPr>
              <p:spPr>
                <a:xfrm>
                  <a:off x="7046664" y="37769505"/>
                  <a:ext cx="216000" cy="216000"/>
                </a:xfrm>
                <a:custGeom>
                  <a:avLst/>
                  <a:gdLst>
                    <a:gd name="csX0" fmla="*/ 76131 w 151676"/>
                    <a:gd name="csY0" fmla="*/ 151925 h 151685"/>
                    <a:gd name="csX1" fmla="*/ 129756 w 151676"/>
                    <a:gd name="csY1" fmla="*/ 129711 h 151685"/>
                    <a:gd name="csX2" fmla="*/ 151969 w 151676"/>
                    <a:gd name="csY2" fmla="*/ 76082 h 151685"/>
                    <a:gd name="csX3" fmla="*/ 129756 w 151676"/>
                    <a:gd name="csY3" fmla="*/ 22453 h 151685"/>
                    <a:gd name="csX4" fmla="*/ 76131 w 151676"/>
                    <a:gd name="csY4" fmla="*/ 239 h 151685"/>
                    <a:gd name="csX5" fmla="*/ 22505 w 151676"/>
                    <a:gd name="csY5" fmla="*/ 22453 h 151685"/>
                    <a:gd name="csX6" fmla="*/ 293 w 151676"/>
                    <a:gd name="csY6" fmla="*/ 76082 h 151685"/>
                    <a:gd name="csX7" fmla="*/ 22505 w 151676"/>
                    <a:gd name="csY7" fmla="*/ 129711 h 151685"/>
                    <a:gd name="csX8" fmla="*/ 76131 w 151676"/>
                    <a:gd name="csY8" fmla="*/ 15192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31" y="151925"/>
                      </a:moveTo>
                      <a:cubicBezTo>
                        <a:pt x="96243" y="151925"/>
                        <a:pt x="115535" y="143934"/>
                        <a:pt x="129756" y="129711"/>
                      </a:cubicBezTo>
                      <a:cubicBezTo>
                        <a:pt x="143978" y="115489"/>
                        <a:pt x="151969" y="96196"/>
                        <a:pt x="151969" y="76082"/>
                      </a:cubicBezTo>
                      <a:cubicBezTo>
                        <a:pt x="151969" y="55969"/>
                        <a:pt x="143978" y="36676"/>
                        <a:pt x="129756" y="22453"/>
                      </a:cubicBezTo>
                      <a:cubicBezTo>
                        <a:pt x="115535" y="8231"/>
                        <a:pt x="96243" y="239"/>
                        <a:pt x="76131" y="239"/>
                      </a:cubicBezTo>
                      <a:cubicBezTo>
                        <a:pt x="56018" y="239"/>
                        <a:pt x="36727" y="8231"/>
                        <a:pt x="22505" y="22453"/>
                      </a:cubicBezTo>
                      <a:cubicBezTo>
                        <a:pt x="8283" y="36676"/>
                        <a:pt x="293" y="55969"/>
                        <a:pt x="293" y="76082"/>
                      </a:cubicBezTo>
                      <a:cubicBezTo>
                        <a:pt x="293" y="96196"/>
                        <a:pt x="8283" y="115489"/>
                        <a:pt x="22505" y="129711"/>
                      </a:cubicBezTo>
                      <a:cubicBezTo>
                        <a:pt x="36727" y="143934"/>
                        <a:pt x="56018" y="151925"/>
                        <a:pt x="76131" y="15192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1" name="任意多边形: 形状 3890"/>
                <p:cNvSpPr/>
                <p:nvPr/>
              </p:nvSpPr>
              <p:spPr>
                <a:xfrm>
                  <a:off x="5581271" y="37800430"/>
                  <a:ext cx="216000" cy="216000"/>
                </a:xfrm>
                <a:custGeom>
                  <a:avLst/>
                  <a:gdLst>
                    <a:gd name="csX0" fmla="*/ 76062 w 151676"/>
                    <a:gd name="csY0" fmla="*/ 151927 h 151685"/>
                    <a:gd name="csX1" fmla="*/ 129688 w 151676"/>
                    <a:gd name="csY1" fmla="*/ 129713 h 151685"/>
                    <a:gd name="csX2" fmla="*/ 151901 w 151676"/>
                    <a:gd name="csY2" fmla="*/ 76084 h 151685"/>
                    <a:gd name="csX3" fmla="*/ 129688 w 151676"/>
                    <a:gd name="csY3" fmla="*/ 22455 h 151685"/>
                    <a:gd name="csX4" fmla="*/ 76062 w 151676"/>
                    <a:gd name="csY4" fmla="*/ 241 h 151685"/>
                    <a:gd name="csX5" fmla="*/ 22437 w 151676"/>
                    <a:gd name="csY5" fmla="*/ 22455 h 151685"/>
                    <a:gd name="csX6" fmla="*/ 224 w 151676"/>
                    <a:gd name="csY6" fmla="*/ 76084 h 151685"/>
                    <a:gd name="csX7" fmla="*/ 22437 w 151676"/>
                    <a:gd name="csY7" fmla="*/ 129713 h 151685"/>
                    <a:gd name="csX8" fmla="*/ 76062 w 151676"/>
                    <a:gd name="csY8" fmla="*/ 151927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62" y="151927"/>
                      </a:moveTo>
                      <a:cubicBezTo>
                        <a:pt x="96175" y="151927"/>
                        <a:pt x="115466" y="143936"/>
                        <a:pt x="129688" y="129713"/>
                      </a:cubicBezTo>
                      <a:cubicBezTo>
                        <a:pt x="143910" y="115490"/>
                        <a:pt x="151901" y="96198"/>
                        <a:pt x="151901" y="76084"/>
                      </a:cubicBezTo>
                      <a:cubicBezTo>
                        <a:pt x="151901" y="55970"/>
                        <a:pt x="143910" y="36677"/>
                        <a:pt x="129688" y="22455"/>
                      </a:cubicBezTo>
                      <a:cubicBezTo>
                        <a:pt x="115466" y="8232"/>
                        <a:pt x="96175" y="241"/>
                        <a:pt x="76062" y="241"/>
                      </a:cubicBezTo>
                      <a:cubicBezTo>
                        <a:pt x="55950" y="241"/>
                        <a:pt x="36658" y="8232"/>
                        <a:pt x="22437" y="22455"/>
                      </a:cubicBezTo>
                      <a:cubicBezTo>
                        <a:pt x="8215" y="36677"/>
                        <a:pt x="224" y="55970"/>
                        <a:pt x="224" y="76084"/>
                      </a:cubicBezTo>
                      <a:cubicBezTo>
                        <a:pt x="224" y="96198"/>
                        <a:pt x="8215" y="115490"/>
                        <a:pt x="22437" y="129713"/>
                      </a:cubicBezTo>
                      <a:cubicBezTo>
                        <a:pt x="36658" y="143936"/>
                        <a:pt x="55950" y="151927"/>
                        <a:pt x="76062" y="151927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2" name="任意多边形: 形状 3891"/>
                <p:cNvSpPr/>
                <p:nvPr/>
              </p:nvSpPr>
              <p:spPr>
                <a:xfrm>
                  <a:off x="5617683" y="38186517"/>
                  <a:ext cx="216000" cy="216000"/>
                </a:xfrm>
                <a:custGeom>
                  <a:avLst/>
                  <a:gdLst>
                    <a:gd name="csX0" fmla="*/ 76064 w 151676"/>
                    <a:gd name="csY0" fmla="*/ 151945 h 151685"/>
                    <a:gd name="csX1" fmla="*/ 129690 w 151676"/>
                    <a:gd name="csY1" fmla="*/ 129731 h 151685"/>
                    <a:gd name="csX2" fmla="*/ 151902 w 151676"/>
                    <a:gd name="csY2" fmla="*/ 76102 h 151685"/>
                    <a:gd name="csX3" fmla="*/ 129690 w 151676"/>
                    <a:gd name="csY3" fmla="*/ 22473 h 151685"/>
                    <a:gd name="csX4" fmla="*/ 76064 w 151676"/>
                    <a:gd name="csY4" fmla="*/ 259 h 151685"/>
                    <a:gd name="csX5" fmla="*/ 22438 w 151676"/>
                    <a:gd name="csY5" fmla="*/ 22473 h 151685"/>
                    <a:gd name="csX6" fmla="*/ 226 w 151676"/>
                    <a:gd name="csY6" fmla="*/ 76102 h 151685"/>
                    <a:gd name="csX7" fmla="*/ 22438 w 151676"/>
                    <a:gd name="csY7" fmla="*/ 129731 h 151685"/>
                    <a:gd name="csX8" fmla="*/ 76064 w 151676"/>
                    <a:gd name="csY8" fmla="*/ 151945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64" y="151945"/>
                      </a:moveTo>
                      <a:cubicBezTo>
                        <a:pt x="96177" y="151945"/>
                        <a:pt x="115468" y="143954"/>
                        <a:pt x="129690" y="129731"/>
                      </a:cubicBezTo>
                      <a:cubicBezTo>
                        <a:pt x="143912" y="115508"/>
                        <a:pt x="151902" y="96216"/>
                        <a:pt x="151902" y="76102"/>
                      </a:cubicBezTo>
                      <a:cubicBezTo>
                        <a:pt x="151902" y="55988"/>
                        <a:pt x="143912" y="36695"/>
                        <a:pt x="129690" y="22473"/>
                      </a:cubicBezTo>
                      <a:cubicBezTo>
                        <a:pt x="115468" y="8250"/>
                        <a:pt x="96177" y="259"/>
                        <a:pt x="76064" y="259"/>
                      </a:cubicBezTo>
                      <a:cubicBezTo>
                        <a:pt x="55952" y="259"/>
                        <a:pt x="36660" y="8250"/>
                        <a:pt x="22438" y="22473"/>
                      </a:cubicBezTo>
                      <a:cubicBezTo>
                        <a:pt x="8217" y="36695"/>
                        <a:pt x="226" y="55988"/>
                        <a:pt x="226" y="76102"/>
                      </a:cubicBezTo>
                      <a:cubicBezTo>
                        <a:pt x="226" y="96216"/>
                        <a:pt x="8217" y="115508"/>
                        <a:pt x="22438" y="129731"/>
                      </a:cubicBezTo>
                      <a:cubicBezTo>
                        <a:pt x="36660" y="143954"/>
                        <a:pt x="55952" y="151945"/>
                        <a:pt x="76064" y="151945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3" name="任意多边形: 形状 3892"/>
                <p:cNvSpPr/>
                <p:nvPr/>
              </p:nvSpPr>
              <p:spPr>
                <a:xfrm>
                  <a:off x="6227169" y="37736135"/>
                  <a:ext cx="216000" cy="216000"/>
                </a:xfrm>
                <a:custGeom>
                  <a:avLst/>
                  <a:gdLst>
                    <a:gd name="csX0" fmla="*/ 76093 w 151676"/>
                    <a:gd name="csY0" fmla="*/ 151924 h 151685"/>
                    <a:gd name="csX1" fmla="*/ 129718 w 151676"/>
                    <a:gd name="csY1" fmla="*/ 129710 h 151685"/>
                    <a:gd name="csX2" fmla="*/ 151931 w 151676"/>
                    <a:gd name="csY2" fmla="*/ 76081 h 151685"/>
                    <a:gd name="csX3" fmla="*/ 129718 w 151676"/>
                    <a:gd name="csY3" fmla="*/ 22452 h 151685"/>
                    <a:gd name="csX4" fmla="*/ 76093 w 151676"/>
                    <a:gd name="csY4" fmla="*/ 238 h 151685"/>
                    <a:gd name="csX5" fmla="*/ 22467 w 151676"/>
                    <a:gd name="csY5" fmla="*/ 22452 h 151685"/>
                    <a:gd name="csX6" fmla="*/ 254 w 151676"/>
                    <a:gd name="csY6" fmla="*/ 76081 h 151685"/>
                    <a:gd name="csX7" fmla="*/ 22467 w 151676"/>
                    <a:gd name="csY7" fmla="*/ 129710 h 151685"/>
                    <a:gd name="csX8" fmla="*/ 76093 w 151676"/>
                    <a:gd name="csY8" fmla="*/ 151924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93" y="151924"/>
                      </a:moveTo>
                      <a:cubicBezTo>
                        <a:pt x="96205" y="151924"/>
                        <a:pt x="115497" y="143933"/>
                        <a:pt x="129718" y="129710"/>
                      </a:cubicBezTo>
                      <a:cubicBezTo>
                        <a:pt x="143940" y="115487"/>
                        <a:pt x="151931" y="96195"/>
                        <a:pt x="151931" y="76081"/>
                      </a:cubicBezTo>
                      <a:cubicBezTo>
                        <a:pt x="151931" y="55967"/>
                        <a:pt x="143940" y="36674"/>
                        <a:pt x="129718" y="22452"/>
                      </a:cubicBezTo>
                      <a:cubicBezTo>
                        <a:pt x="115497" y="8229"/>
                        <a:pt x="96205" y="238"/>
                        <a:pt x="76093" y="238"/>
                      </a:cubicBezTo>
                      <a:cubicBezTo>
                        <a:pt x="55980" y="238"/>
                        <a:pt x="36689" y="8229"/>
                        <a:pt x="22467" y="22452"/>
                      </a:cubicBezTo>
                      <a:cubicBezTo>
                        <a:pt x="8245" y="36674"/>
                        <a:pt x="254" y="55967"/>
                        <a:pt x="254" y="76081"/>
                      </a:cubicBezTo>
                      <a:cubicBezTo>
                        <a:pt x="254" y="96195"/>
                        <a:pt x="8245" y="115487"/>
                        <a:pt x="22467" y="129710"/>
                      </a:cubicBezTo>
                      <a:cubicBezTo>
                        <a:pt x="36689" y="143933"/>
                        <a:pt x="55980" y="151924"/>
                        <a:pt x="76093" y="151924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4" name="任意多边形: 形状 3893"/>
                <p:cNvSpPr/>
                <p:nvPr/>
              </p:nvSpPr>
              <p:spPr>
                <a:xfrm>
                  <a:off x="6644183" y="37854432"/>
                  <a:ext cx="216000" cy="216000"/>
                </a:xfrm>
                <a:custGeom>
                  <a:avLst/>
                  <a:gdLst>
                    <a:gd name="csX0" fmla="*/ 76112 w 151676"/>
                    <a:gd name="csY0" fmla="*/ 151929 h 151685"/>
                    <a:gd name="csX1" fmla="*/ 129738 w 151676"/>
                    <a:gd name="csY1" fmla="*/ 129715 h 151685"/>
                    <a:gd name="csX2" fmla="*/ 151950 w 151676"/>
                    <a:gd name="csY2" fmla="*/ 76086 h 151685"/>
                    <a:gd name="csX3" fmla="*/ 129738 w 151676"/>
                    <a:gd name="csY3" fmla="*/ 22457 h 151685"/>
                    <a:gd name="csX4" fmla="*/ 76112 w 151676"/>
                    <a:gd name="csY4" fmla="*/ 243 h 151685"/>
                    <a:gd name="csX5" fmla="*/ 22486 w 151676"/>
                    <a:gd name="csY5" fmla="*/ 22457 h 151685"/>
                    <a:gd name="csX6" fmla="*/ 274 w 151676"/>
                    <a:gd name="csY6" fmla="*/ 76086 h 151685"/>
                    <a:gd name="csX7" fmla="*/ 22486 w 151676"/>
                    <a:gd name="csY7" fmla="*/ 129715 h 151685"/>
                    <a:gd name="csX8" fmla="*/ 76112 w 151676"/>
                    <a:gd name="csY8" fmla="*/ 151929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12" y="151929"/>
                      </a:moveTo>
                      <a:cubicBezTo>
                        <a:pt x="96225" y="151929"/>
                        <a:pt x="115516" y="143938"/>
                        <a:pt x="129738" y="129715"/>
                      </a:cubicBezTo>
                      <a:cubicBezTo>
                        <a:pt x="143959" y="115493"/>
                        <a:pt x="151950" y="96200"/>
                        <a:pt x="151950" y="76086"/>
                      </a:cubicBezTo>
                      <a:cubicBezTo>
                        <a:pt x="151950" y="55973"/>
                        <a:pt x="143959" y="36680"/>
                        <a:pt x="129738" y="22457"/>
                      </a:cubicBezTo>
                      <a:cubicBezTo>
                        <a:pt x="115516" y="8235"/>
                        <a:pt x="96225" y="243"/>
                        <a:pt x="76112" y="243"/>
                      </a:cubicBezTo>
                      <a:cubicBezTo>
                        <a:pt x="55999" y="243"/>
                        <a:pt x="36708" y="8235"/>
                        <a:pt x="22486" y="22457"/>
                      </a:cubicBezTo>
                      <a:cubicBezTo>
                        <a:pt x="8265" y="36680"/>
                        <a:pt x="274" y="55973"/>
                        <a:pt x="274" y="76086"/>
                      </a:cubicBezTo>
                      <a:cubicBezTo>
                        <a:pt x="274" y="96200"/>
                        <a:pt x="8265" y="115493"/>
                        <a:pt x="22486" y="129715"/>
                      </a:cubicBezTo>
                      <a:cubicBezTo>
                        <a:pt x="36708" y="143938"/>
                        <a:pt x="55999" y="151929"/>
                        <a:pt x="76112" y="151929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5" name="任意多边形: 形状 3894"/>
                <p:cNvSpPr/>
                <p:nvPr/>
              </p:nvSpPr>
              <p:spPr>
                <a:xfrm>
                  <a:off x="6589121" y="37659287"/>
                  <a:ext cx="216000" cy="216000"/>
                </a:xfrm>
                <a:custGeom>
                  <a:avLst/>
                  <a:gdLst>
                    <a:gd name="csX0" fmla="*/ 76109 w 151676"/>
                    <a:gd name="csY0" fmla="*/ 151920 h 151685"/>
                    <a:gd name="csX1" fmla="*/ 129735 w 151676"/>
                    <a:gd name="csY1" fmla="*/ 129706 h 151685"/>
                    <a:gd name="csX2" fmla="*/ 151948 w 151676"/>
                    <a:gd name="csY2" fmla="*/ 76077 h 151685"/>
                    <a:gd name="csX3" fmla="*/ 129735 w 151676"/>
                    <a:gd name="csY3" fmla="*/ 22448 h 151685"/>
                    <a:gd name="csX4" fmla="*/ 76109 w 151676"/>
                    <a:gd name="csY4" fmla="*/ 234 h 151685"/>
                    <a:gd name="csX5" fmla="*/ 22484 w 151676"/>
                    <a:gd name="csY5" fmla="*/ 22448 h 151685"/>
                    <a:gd name="csX6" fmla="*/ 271 w 151676"/>
                    <a:gd name="csY6" fmla="*/ 76077 h 151685"/>
                    <a:gd name="csX7" fmla="*/ 22484 w 151676"/>
                    <a:gd name="csY7" fmla="*/ 129706 h 151685"/>
                    <a:gd name="csX8" fmla="*/ 76109 w 151676"/>
                    <a:gd name="csY8" fmla="*/ 151920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09" y="151920"/>
                      </a:moveTo>
                      <a:cubicBezTo>
                        <a:pt x="96222" y="151920"/>
                        <a:pt x="115513" y="143929"/>
                        <a:pt x="129735" y="129706"/>
                      </a:cubicBezTo>
                      <a:cubicBezTo>
                        <a:pt x="143957" y="115484"/>
                        <a:pt x="151948" y="96191"/>
                        <a:pt x="151948" y="76077"/>
                      </a:cubicBezTo>
                      <a:cubicBezTo>
                        <a:pt x="151948" y="55963"/>
                        <a:pt x="143957" y="36671"/>
                        <a:pt x="129735" y="22448"/>
                      </a:cubicBezTo>
                      <a:cubicBezTo>
                        <a:pt x="115513" y="8226"/>
                        <a:pt x="96222" y="234"/>
                        <a:pt x="76109" y="234"/>
                      </a:cubicBezTo>
                      <a:cubicBezTo>
                        <a:pt x="55997" y="234"/>
                        <a:pt x="36705" y="8226"/>
                        <a:pt x="22484" y="22448"/>
                      </a:cubicBezTo>
                      <a:cubicBezTo>
                        <a:pt x="8262" y="36671"/>
                        <a:pt x="271" y="55963"/>
                        <a:pt x="271" y="76077"/>
                      </a:cubicBezTo>
                      <a:cubicBezTo>
                        <a:pt x="271" y="96191"/>
                        <a:pt x="8262" y="115484"/>
                        <a:pt x="22484" y="129706"/>
                      </a:cubicBezTo>
                      <a:cubicBezTo>
                        <a:pt x="36705" y="143929"/>
                        <a:pt x="55997" y="151920"/>
                        <a:pt x="76109" y="151920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6" name="任意多边形: 形状 3895"/>
                <p:cNvSpPr/>
                <p:nvPr/>
              </p:nvSpPr>
              <p:spPr>
                <a:xfrm>
                  <a:off x="6706214" y="37884031"/>
                  <a:ext cx="216000" cy="216000"/>
                </a:xfrm>
                <a:custGeom>
                  <a:avLst/>
                  <a:gdLst>
                    <a:gd name="csX0" fmla="*/ 76115 w 151676"/>
                    <a:gd name="csY0" fmla="*/ 151931 h 151685"/>
                    <a:gd name="csX1" fmla="*/ 129741 w 151676"/>
                    <a:gd name="csY1" fmla="*/ 129717 h 151685"/>
                    <a:gd name="csX2" fmla="*/ 151953 w 151676"/>
                    <a:gd name="csY2" fmla="*/ 76088 h 151685"/>
                    <a:gd name="csX3" fmla="*/ 129741 w 151676"/>
                    <a:gd name="csY3" fmla="*/ 22459 h 151685"/>
                    <a:gd name="csX4" fmla="*/ 76115 w 151676"/>
                    <a:gd name="csY4" fmla="*/ 245 h 151685"/>
                    <a:gd name="csX5" fmla="*/ 22489 w 151676"/>
                    <a:gd name="csY5" fmla="*/ 22459 h 151685"/>
                    <a:gd name="csX6" fmla="*/ 277 w 151676"/>
                    <a:gd name="csY6" fmla="*/ 76088 h 151685"/>
                    <a:gd name="csX7" fmla="*/ 22489 w 151676"/>
                    <a:gd name="csY7" fmla="*/ 129717 h 151685"/>
                    <a:gd name="csX8" fmla="*/ 76115 w 151676"/>
                    <a:gd name="csY8" fmla="*/ 151931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115" y="151931"/>
                      </a:moveTo>
                      <a:cubicBezTo>
                        <a:pt x="96227" y="151931"/>
                        <a:pt x="115519" y="143939"/>
                        <a:pt x="129741" y="129717"/>
                      </a:cubicBezTo>
                      <a:cubicBezTo>
                        <a:pt x="143962" y="115494"/>
                        <a:pt x="151953" y="96202"/>
                        <a:pt x="151953" y="76088"/>
                      </a:cubicBezTo>
                      <a:cubicBezTo>
                        <a:pt x="151953" y="55974"/>
                        <a:pt x="143962" y="36681"/>
                        <a:pt x="129741" y="22459"/>
                      </a:cubicBezTo>
                      <a:cubicBezTo>
                        <a:pt x="115519" y="8236"/>
                        <a:pt x="96227" y="245"/>
                        <a:pt x="76115" y="245"/>
                      </a:cubicBezTo>
                      <a:cubicBezTo>
                        <a:pt x="56002" y="245"/>
                        <a:pt x="36711" y="8236"/>
                        <a:pt x="22489" y="22459"/>
                      </a:cubicBezTo>
                      <a:cubicBezTo>
                        <a:pt x="8268" y="36681"/>
                        <a:pt x="277" y="55974"/>
                        <a:pt x="277" y="76088"/>
                      </a:cubicBezTo>
                      <a:cubicBezTo>
                        <a:pt x="277" y="96202"/>
                        <a:pt x="8268" y="115494"/>
                        <a:pt x="22489" y="129717"/>
                      </a:cubicBezTo>
                      <a:cubicBezTo>
                        <a:pt x="36711" y="143939"/>
                        <a:pt x="56002" y="151931"/>
                        <a:pt x="76115" y="151931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7" name="任意多边形: 形状 3896"/>
                <p:cNvSpPr/>
                <p:nvPr/>
              </p:nvSpPr>
              <p:spPr>
                <a:xfrm>
                  <a:off x="5635210" y="37260652"/>
                  <a:ext cx="216000" cy="216000"/>
                </a:xfrm>
                <a:custGeom>
                  <a:avLst/>
                  <a:gdLst>
                    <a:gd name="csX0" fmla="*/ 76065 w 151676"/>
                    <a:gd name="csY0" fmla="*/ 151902 h 151685"/>
                    <a:gd name="csX1" fmla="*/ 129691 w 151676"/>
                    <a:gd name="csY1" fmla="*/ 129688 h 151685"/>
                    <a:gd name="csX2" fmla="*/ 151903 w 151676"/>
                    <a:gd name="csY2" fmla="*/ 76059 h 151685"/>
                    <a:gd name="csX3" fmla="*/ 129691 w 151676"/>
                    <a:gd name="csY3" fmla="*/ 22430 h 151685"/>
                    <a:gd name="csX4" fmla="*/ 76065 w 151676"/>
                    <a:gd name="csY4" fmla="*/ 216 h 151685"/>
                    <a:gd name="csX5" fmla="*/ 22439 w 151676"/>
                    <a:gd name="csY5" fmla="*/ 22430 h 151685"/>
                    <a:gd name="csX6" fmla="*/ 227 w 151676"/>
                    <a:gd name="csY6" fmla="*/ 76059 h 151685"/>
                    <a:gd name="csX7" fmla="*/ 22439 w 151676"/>
                    <a:gd name="csY7" fmla="*/ 129688 h 151685"/>
                    <a:gd name="csX8" fmla="*/ 76065 w 151676"/>
                    <a:gd name="csY8" fmla="*/ 151902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65" y="151902"/>
                      </a:moveTo>
                      <a:cubicBezTo>
                        <a:pt x="96177" y="151902"/>
                        <a:pt x="115469" y="143910"/>
                        <a:pt x="129691" y="129688"/>
                      </a:cubicBezTo>
                      <a:cubicBezTo>
                        <a:pt x="143912" y="115465"/>
                        <a:pt x="151903" y="96172"/>
                        <a:pt x="151903" y="76059"/>
                      </a:cubicBezTo>
                      <a:cubicBezTo>
                        <a:pt x="151903" y="55945"/>
                        <a:pt x="143912" y="36652"/>
                        <a:pt x="129691" y="22430"/>
                      </a:cubicBezTo>
                      <a:cubicBezTo>
                        <a:pt x="115469" y="8207"/>
                        <a:pt x="96177" y="216"/>
                        <a:pt x="76065" y="216"/>
                      </a:cubicBezTo>
                      <a:cubicBezTo>
                        <a:pt x="55952" y="216"/>
                        <a:pt x="36661" y="8207"/>
                        <a:pt x="22439" y="22430"/>
                      </a:cubicBezTo>
                      <a:cubicBezTo>
                        <a:pt x="8218" y="36652"/>
                        <a:pt x="227" y="55945"/>
                        <a:pt x="227" y="76059"/>
                      </a:cubicBezTo>
                      <a:cubicBezTo>
                        <a:pt x="227" y="96172"/>
                        <a:pt x="8218" y="115465"/>
                        <a:pt x="22439" y="129688"/>
                      </a:cubicBezTo>
                      <a:cubicBezTo>
                        <a:pt x="36661" y="143910"/>
                        <a:pt x="55952" y="151902"/>
                        <a:pt x="76065" y="151902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8" name="任意多边形: 形状 3897"/>
                <p:cNvSpPr/>
                <p:nvPr/>
              </p:nvSpPr>
              <p:spPr>
                <a:xfrm>
                  <a:off x="5514869" y="37378940"/>
                  <a:ext cx="216000" cy="216000"/>
                </a:xfrm>
                <a:custGeom>
                  <a:avLst/>
                  <a:gdLst>
                    <a:gd name="csX0" fmla="*/ 76059 w 151676"/>
                    <a:gd name="csY0" fmla="*/ 151907 h 151685"/>
                    <a:gd name="csX1" fmla="*/ 129685 w 151676"/>
                    <a:gd name="csY1" fmla="*/ 129693 h 151685"/>
                    <a:gd name="csX2" fmla="*/ 151898 w 151676"/>
                    <a:gd name="csY2" fmla="*/ 76064 h 151685"/>
                    <a:gd name="csX3" fmla="*/ 129685 w 151676"/>
                    <a:gd name="csY3" fmla="*/ 22435 h 151685"/>
                    <a:gd name="csX4" fmla="*/ 76059 w 151676"/>
                    <a:gd name="csY4" fmla="*/ 221 h 151685"/>
                    <a:gd name="csX5" fmla="*/ 22434 w 151676"/>
                    <a:gd name="csY5" fmla="*/ 22435 h 151685"/>
                    <a:gd name="csX6" fmla="*/ 221 w 151676"/>
                    <a:gd name="csY6" fmla="*/ 76064 h 151685"/>
                    <a:gd name="csX7" fmla="*/ 22434 w 151676"/>
                    <a:gd name="csY7" fmla="*/ 129693 h 151685"/>
                    <a:gd name="csX8" fmla="*/ 76059 w 151676"/>
                    <a:gd name="csY8" fmla="*/ 151907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59" y="151907"/>
                      </a:moveTo>
                      <a:cubicBezTo>
                        <a:pt x="96172" y="151907"/>
                        <a:pt x="115463" y="143916"/>
                        <a:pt x="129685" y="129693"/>
                      </a:cubicBezTo>
                      <a:cubicBezTo>
                        <a:pt x="143907" y="115471"/>
                        <a:pt x="151898" y="96178"/>
                        <a:pt x="151898" y="76064"/>
                      </a:cubicBezTo>
                      <a:cubicBezTo>
                        <a:pt x="151898" y="55950"/>
                        <a:pt x="143907" y="36658"/>
                        <a:pt x="129685" y="22435"/>
                      </a:cubicBezTo>
                      <a:cubicBezTo>
                        <a:pt x="115463" y="8212"/>
                        <a:pt x="96172" y="221"/>
                        <a:pt x="76059" y="221"/>
                      </a:cubicBezTo>
                      <a:cubicBezTo>
                        <a:pt x="55947" y="221"/>
                        <a:pt x="36655" y="8212"/>
                        <a:pt x="22434" y="22435"/>
                      </a:cubicBezTo>
                      <a:cubicBezTo>
                        <a:pt x="8212" y="36658"/>
                        <a:pt x="221" y="55950"/>
                        <a:pt x="221" y="76064"/>
                      </a:cubicBezTo>
                      <a:cubicBezTo>
                        <a:pt x="221" y="96178"/>
                        <a:pt x="8212" y="115471"/>
                        <a:pt x="22434" y="129693"/>
                      </a:cubicBezTo>
                      <a:cubicBezTo>
                        <a:pt x="36655" y="143916"/>
                        <a:pt x="55947" y="151907"/>
                        <a:pt x="76059" y="151907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899" name="任意多边形: 形状 3898"/>
                <p:cNvSpPr/>
                <p:nvPr/>
              </p:nvSpPr>
              <p:spPr>
                <a:xfrm>
                  <a:off x="5438728" y="37483197"/>
                  <a:ext cx="216000" cy="216000"/>
                </a:xfrm>
                <a:custGeom>
                  <a:avLst/>
                  <a:gdLst>
                    <a:gd name="csX0" fmla="*/ 76056 w 151676"/>
                    <a:gd name="csY0" fmla="*/ 151912 h 151685"/>
                    <a:gd name="csX1" fmla="*/ 129681 w 151676"/>
                    <a:gd name="csY1" fmla="*/ 129698 h 151685"/>
                    <a:gd name="csX2" fmla="*/ 151894 w 151676"/>
                    <a:gd name="csY2" fmla="*/ 76069 h 151685"/>
                    <a:gd name="csX3" fmla="*/ 129681 w 151676"/>
                    <a:gd name="csY3" fmla="*/ 22440 h 151685"/>
                    <a:gd name="csX4" fmla="*/ 76056 w 151676"/>
                    <a:gd name="csY4" fmla="*/ 226 h 151685"/>
                    <a:gd name="csX5" fmla="*/ 22430 w 151676"/>
                    <a:gd name="csY5" fmla="*/ 22440 h 151685"/>
                    <a:gd name="csX6" fmla="*/ 218 w 151676"/>
                    <a:gd name="csY6" fmla="*/ 76069 h 151685"/>
                    <a:gd name="csX7" fmla="*/ 22430 w 151676"/>
                    <a:gd name="csY7" fmla="*/ 129698 h 151685"/>
                    <a:gd name="csX8" fmla="*/ 76056 w 151676"/>
                    <a:gd name="csY8" fmla="*/ 151912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56" y="151912"/>
                      </a:moveTo>
                      <a:cubicBezTo>
                        <a:pt x="96168" y="151912"/>
                        <a:pt x="115460" y="143921"/>
                        <a:pt x="129681" y="129698"/>
                      </a:cubicBezTo>
                      <a:cubicBezTo>
                        <a:pt x="143903" y="115476"/>
                        <a:pt x="151894" y="96183"/>
                        <a:pt x="151894" y="76069"/>
                      </a:cubicBezTo>
                      <a:cubicBezTo>
                        <a:pt x="151894" y="55955"/>
                        <a:pt x="143903" y="36663"/>
                        <a:pt x="129681" y="22440"/>
                      </a:cubicBezTo>
                      <a:cubicBezTo>
                        <a:pt x="115460" y="8217"/>
                        <a:pt x="96168" y="226"/>
                        <a:pt x="76056" y="226"/>
                      </a:cubicBezTo>
                      <a:cubicBezTo>
                        <a:pt x="55943" y="226"/>
                        <a:pt x="36652" y="8217"/>
                        <a:pt x="22430" y="22440"/>
                      </a:cubicBezTo>
                      <a:cubicBezTo>
                        <a:pt x="8208" y="36663"/>
                        <a:pt x="218" y="55955"/>
                        <a:pt x="218" y="76069"/>
                      </a:cubicBezTo>
                      <a:cubicBezTo>
                        <a:pt x="218" y="96183"/>
                        <a:pt x="8208" y="115476"/>
                        <a:pt x="22430" y="129698"/>
                      </a:cubicBezTo>
                      <a:cubicBezTo>
                        <a:pt x="36652" y="143921"/>
                        <a:pt x="55943" y="151912"/>
                        <a:pt x="76056" y="151912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900" name="任意多边形: 形状 3899"/>
                <p:cNvSpPr/>
                <p:nvPr/>
              </p:nvSpPr>
              <p:spPr>
                <a:xfrm>
                  <a:off x="5421841" y="37384101"/>
                  <a:ext cx="216000" cy="216000"/>
                </a:xfrm>
                <a:custGeom>
                  <a:avLst/>
                  <a:gdLst>
                    <a:gd name="csX0" fmla="*/ 76055 w 151676"/>
                    <a:gd name="csY0" fmla="*/ 151907 h 151685"/>
                    <a:gd name="csX1" fmla="*/ 129681 w 151676"/>
                    <a:gd name="csY1" fmla="*/ 129694 h 151685"/>
                    <a:gd name="csX2" fmla="*/ 151893 w 151676"/>
                    <a:gd name="csY2" fmla="*/ 76064 h 151685"/>
                    <a:gd name="csX3" fmla="*/ 129681 w 151676"/>
                    <a:gd name="csY3" fmla="*/ 22435 h 151685"/>
                    <a:gd name="csX4" fmla="*/ 76055 w 151676"/>
                    <a:gd name="csY4" fmla="*/ 221 h 151685"/>
                    <a:gd name="csX5" fmla="*/ 22429 w 151676"/>
                    <a:gd name="csY5" fmla="*/ 22435 h 151685"/>
                    <a:gd name="csX6" fmla="*/ 217 w 151676"/>
                    <a:gd name="csY6" fmla="*/ 76064 h 151685"/>
                    <a:gd name="csX7" fmla="*/ 22429 w 151676"/>
                    <a:gd name="csY7" fmla="*/ 129694 h 151685"/>
                    <a:gd name="csX8" fmla="*/ 76055 w 151676"/>
                    <a:gd name="csY8" fmla="*/ 151907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55" y="151907"/>
                      </a:moveTo>
                      <a:cubicBezTo>
                        <a:pt x="96168" y="151907"/>
                        <a:pt x="115459" y="143916"/>
                        <a:pt x="129681" y="129694"/>
                      </a:cubicBezTo>
                      <a:cubicBezTo>
                        <a:pt x="143902" y="115471"/>
                        <a:pt x="151893" y="96178"/>
                        <a:pt x="151893" y="76064"/>
                      </a:cubicBezTo>
                      <a:cubicBezTo>
                        <a:pt x="151893" y="55951"/>
                        <a:pt x="143902" y="36658"/>
                        <a:pt x="129681" y="22435"/>
                      </a:cubicBezTo>
                      <a:cubicBezTo>
                        <a:pt x="115459" y="8213"/>
                        <a:pt x="96168" y="221"/>
                        <a:pt x="76055" y="221"/>
                      </a:cubicBezTo>
                      <a:cubicBezTo>
                        <a:pt x="55942" y="221"/>
                        <a:pt x="36651" y="8213"/>
                        <a:pt x="22429" y="22435"/>
                      </a:cubicBezTo>
                      <a:cubicBezTo>
                        <a:pt x="8208" y="36658"/>
                        <a:pt x="217" y="55951"/>
                        <a:pt x="217" y="76064"/>
                      </a:cubicBezTo>
                      <a:cubicBezTo>
                        <a:pt x="217" y="96178"/>
                        <a:pt x="8208" y="115471"/>
                        <a:pt x="22429" y="129694"/>
                      </a:cubicBezTo>
                      <a:cubicBezTo>
                        <a:pt x="36651" y="143916"/>
                        <a:pt x="55942" y="151907"/>
                        <a:pt x="76055" y="151907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901" name="任意多边形: 形状 3900"/>
                <p:cNvSpPr/>
                <p:nvPr/>
              </p:nvSpPr>
              <p:spPr>
                <a:xfrm>
                  <a:off x="5884531" y="36613059"/>
                  <a:ext cx="216000" cy="216000"/>
                </a:xfrm>
                <a:custGeom>
                  <a:avLst/>
                  <a:gdLst>
                    <a:gd name="csX0" fmla="*/ 76077 w 151676"/>
                    <a:gd name="csY0" fmla="*/ 151871 h 151685"/>
                    <a:gd name="csX1" fmla="*/ 129702 w 151676"/>
                    <a:gd name="csY1" fmla="*/ 129658 h 151685"/>
                    <a:gd name="csX2" fmla="*/ 151915 w 151676"/>
                    <a:gd name="csY2" fmla="*/ 76028 h 151685"/>
                    <a:gd name="csX3" fmla="*/ 129702 w 151676"/>
                    <a:gd name="csY3" fmla="*/ 22399 h 151685"/>
                    <a:gd name="csX4" fmla="*/ 76077 w 151676"/>
                    <a:gd name="csY4" fmla="*/ 185 h 151685"/>
                    <a:gd name="csX5" fmla="*/ 22451 w 151676"/>
                    <a:gd name="csY5" fmla="*/ 22399 h 151685"/>
                    <a:gd name="csX6" fmla="*/ 238 w 151676"/>
                    <a:gd name="csY6" fmla="*/ 76028 h 151685"/>
                    <a:gd name="csX7" fmla="*/ 22451 w 151676"/>
                    <a:gd name="csY7" fmla="*/ 129658 h 151685"/>
                    <a:gd name="csX8" fmla="*/ 76077 w 151676"/>
                    <a:gd name="csY8" fmla="*/ 151871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77" y="151871"/>
                      </a:moveTo>
                      <a:cubicBezTo>
                        <a:pt x="96189" y="151871"/>
                        <a:pt x="115481" y="143880"/>
                        <a:pt x="129702" y="129658"/>
                      </a:cubicBezTo>
                      <a:cubicBezTo>
                        <a:pt x="143924" y="115435"/>
                        <a:pt x="151915" y="96142"/>
                        <a:pt x="151915" y="76028"/>
                      </a:cubicBezTo>
                      <a:cubicBezTo>
                        <a:pt x="151915" y="55915"/>
                        <a:pt x="143924" y="36622"/>
                        <a:pt x="129702" y="22399"/>
                      </a:cubicBezTo>
                      <a:cubicBezTo>
                        <a:pt x="115481" y="8177"/>
                        <a:pt x="96189" y="185"/>
                        <a:pt x="76077" y="185"/>
                      </a:cubicBezTo>
                      <a:cubicBezTo>
                        <a:pt x="55964" y="185"/>
                        <a:pt x="36673" y="8177"/>
                        <a:pt x="22451" y="22399"/>
                      </a:cubicBezTo>
                      <a:cubicBezTo>
                        <a:pt x="8229" y="36622"/>
                        <a:pt x="238" y="55915"/>
                        <a:pt x="238" y="76028"/>
                      </a:cubicBezTo>
                      <a:cubicBezTo>
                        <a:pt x="238" y="96142"/>
                        <a:pt x="8229" y="115435"/>
                        <a:pt x="22451" y="129658"/>
                      </a:cubicBezTo>
                      <a:cubicBezTo>
                        <a:pt x="36673" y="143880"/>
                        <a:pt x="55964" y="151871"/>
                        <a:pt x="76077" y="151871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  <p:sp>
              <p:nvSpPr>
                <p:cNvPr id="3902" name="任意多边形: 形状 3901"/>
                <p:cNvSpPr/>
                <p:nvPr/>
              </p:nvSpPr>
              <p:spPr>
                <a:xfrm>
                  <a:off x="5690544" y="37069321"/>
                  <a:ext cx="216000" cy="216000"/>
                </a:xfrm>
                <a:custGeom>
                  <a:avLst/>
                  <a:gdLst>
                    <a:gd name="csX0" fmla="*/ 76068 w 151676"/>
                    <a:gd name="csY0" fmla="*/ 151893 h 151685"/>
                    <a:gd name="csX1" fmla="*/ 129693 w 151676"/>
                    <a:gd name="csY1" fmla="*/ 129679 h 151685"/>
                    <a:gd name="csX2" fmla="*/ 151906 w 151676"/>
                    <a:gd name="csY2" fmla="*/ 76050 h 151685"/>
                    <a:gd name="csX3" fmla="*/ 129693 w 151676"/>
                    <a:gd name="csY3" fmla="*/ 22421 h 151685"/>
                    <a:gd name="csX4" fmla="*/ 76068 w 151676"/>
                    <a:gd name="csY4" fmla="*/ 207 h 151685"/>
                    <a:gd name="csX5" fmla="*/ 22442 w 151676"/>
                    <a:gd name="csY5" fmla="*/ 22421 h 151685"/>
                    <a:gd name="csX6" fmla="*/ 229 w 151676"/>
                    <a:gd name="csY6" fmla="*/ 76050 h 151685"/>
                    <a:gd name="csX7" fmla="*/ 22442 w 151676"/>
                    <a:gd name="csY7" fmla="*/ 129679 h 151685"/>
                    <a:gd name="csX8" fmla="*/ 76068 w 151676"/>
                    <a:gd name="csY8" fmla="*/ 151893 h 1516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151676" h="151685">
                      <a:moveTo>
                        <a:pt x="76068" y="151893"/>
                      </a:moveTo>
                      <a:cubicBezTo>
                        <a:pt x="96180" y="151893"/>
                        <a:pt x="115472" y="143901"/>
                        <a:pt x="129693" y="129679"/>
                      </a:cubicBezTo>
                      <a:cubicBezTo>
                        <a:pt x="143915" y="115456"/>
                        <a:pt x="151906" y="96164"/>
                        <a:pt x="151906" y="76050"/>
                      </a:cubicBezTo>
                      <a:cubicBezTo>
                        <a:pt x="151906" y="55936"/>
                        <a:pt x="143915" y="36643"/>
                        <a:pt x="129693" y="22421"/>
                      </a:cubicBezTo>
                      <a:cubicBezTo>
                        <a:pt x="115472" y="8198"/>
                        <a:pt x="96180" y="207"/>
                        <a:pt x="76068" y="207"/>
                      </a:cubicBezTo>
                      <a:cubicBezTo>
                        <a:pt x="55955" y="207"/>
                        <a:pt x="36664" y="8198"/>
                        <a:pt x="22442" y="22421"/>
                      </a:cubicBezTo>
                      <a:cubicBezTo>
                        <a:pt x="8220" y="36643"/>
                        <a:pt x="229" y="55936"/>
                        <a:pt x="229" y="76050"/>
                      </a:cubicBezTo>
                      <a:cubicBezTo>
                        <a:pt x="229" y="96164"/>
                        <a:pt x="8220" y="115456"/>
                        <a:pt x="22442" y="129679"/>
                      </a:cubicBezTo>
                      <a:cubicBezTo>
                        <a:pt x="36664" y="143901"/>
                        <a:pt x="55955" y="151893"/>
                        <a:pt x="76068" y="151893"/>
                      </a:cubicBezTo>
                      <a:close/>
                    </a:path>
                  </a:pathLst>
                </a:custGeom>
                <a:solidFill>
                  <a:srgbClr val="2196F3"/>
                </a:solidFill>
                <a:ln w="25400" cap="flat">
                  <a:solidFill>
                    <a:schemeClr val="tx1">
                      <a:lumMod val="65000"/>
                      <a:lumOff val="35000"/>
                    </a:schemeClr>
                  </a:solidFill>
                  <a:prstDash val="solid"/>
                  <a:round/>
                </a:ln>
              </p:spPr>
            </p:sp>
          </p:grpSp>
          <p:grpSp>
            <p:nvGrpSpPr>
              <p:cNvPr id="3968" name="组合 3967"/>
              <p:cNvGrpSpPr/>
              <p:nvPr/>
            </p:nvGrpSpPr>
            <p:grpSpPr>
              <a:xfrm>
                <a:off x="7053" y="36983"/>
                <a:ext cx="13472" cy="12074"/>
                <a:chOff x="2164185" y="33146460"/>
                <a:chExt cx="8554814" cy="7666818"/>
              </a:xfrm>
            </p:grpSpPr>
            <p:sp>
              <p:nvSpPr>
                <p:cNvPr id="3936" name="任意多边形: 形状 3935"/>
                <p:cNvSpPr/>
                <p:nvPr/>
              </p:nvSpPr>
              <p:spPr>
                <a:xfrm>
                  <a:off x="9798298" y="34083504"/>
                  <a:ext cx="360000" cy="360000"/>
                </a:xfrm>
                <a:custGeom>
                  <a:avLst/>
                  <a:gdLst>
                    <a:gd name="csX0" fmla="*/ 79432 w 158020"/>
                    <a:gd name="csY0" fmla="*/ 68 h 150296"/>
                    <a:gd name="csX1" fmla="*/ 60780 w 158020"/>
                    <a:gd name="csY1" fmla="*/ 57476 h 150296"/>
                    <a:gd name="csX2" fmla="*/ 421 w 158020"/>
                    <a:gd name="csY2" fmla="*/ 57476 h 150296"/>
                    <a:gd name="csX3" fmla="*/ 49252 w 158020"/>
                    <a:gd name="csY3" fmla="*/ 92956 h 150296"/>
                    <a:gd name="csX4" fmla="*/ 30600 w 158020"/>
                    <a:gd name="csY4" fmla="*/ 150364 h 150296"/>
                    <a:gd name="csX5" fmla="*/ 79432 w 158020"/>
                    <a:gd name="csY5" fmla="*/ 114884 h 150296"/>
                    <a:gd name="csX6" fmla="*/ 128263 w 158020"/>
                    <a:gd name="csY6" fmla="*/ 150364 h 150296"/>
                    <a:gd name="csX7" fmla="*/ 109611 w 158020"/>
                    <a:gd name="csY7" fmla="*/ 92956 h 150296"/>
                    <a:gd name="csX8" fmla="*/ 158442 w 158020"/>
                    <a:gd name="csY8" fmla="*/ 57476 h 150296"/>
                    <a:gd name="csX9" fmla="*/ 98083 w 158020"/>
                    <a:gd name="csY9" fmla="*/ 57476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432" y="68"/>
                      </a:moveTo>
                      <a:lnTo>
                        <a:pt x="60780" y="57476"/>
                      </a:lnTo>
                      <a:lnTo>
                        <a:pt x="421" y="57476"/>
                      </a:lnTo>
                      <a:lnTo>
                        <a:pt x="49252" y="92956"/>
                      </a:lnTo>
                      <a:lnTo>
                        <a:pt x="30600" y="150364"/>
                      </a:lnTo>
                      <a:lnTo>
                        <a:pt x="79432" y="114884"/>
                      </a:lnTo>
                      <a:lnTo>
                        <a:pt x="128263" y="150364"/>
                      </a:lnTo>
                      <a:lnTo>
                        <a:pt x="109611" y="92956"/>
                      </a:lnTo>
                      <a:lnTo>
                        <a:pt x="158442" y="57476"/>
                      </a:lnTo>
                      <a:lnTo>
                        <a:pt x="98083" y="5747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37" name="任意多边形: 形状 3936"/>
                <p:cNvSpPr/>
                <p:nvPr/>
              </p:nvSpPr>
              <p:spPr>
                <a:xfrm>
                  <a:off x="3767911" y="33146460"/>
                  <a:ext cx="360000" cy="360000"/>
                </a:xfrm>
                <a:custGeom>
                  <a:avLst/>
                  <a:gdLst>
                    <a:gd name="csX0" fmla="*/ 79150 w 158020"/>
                    <a:gd name="csY0" fmla="*/ 24 h 150296"/>
                    <a:gd name="csX1" fmla="*/ 60499 w 158020"/>
                    <a:gd name="csY1" fmla="*/ 57432 h 150296"/>
                    <a:gd name="csX2" fmla="*/ 140 w 158020"/>
                    <a:gd name="csY2" fmla="*/ 57432 h 150296"/>
                    <a:gd name="csX3" fmla="*/ 48971 w 158020"/>
                    <a:gd name="csY3" fmla="*/ 92913 h 150296"/>
                    <a:gd name="csX4" fmla="*/ 30319 w 158020"/>
                    <a:gd name="csY4" fmla="*/ 150321 h 150296"/>
                    <a:gd name="csX5" fmla="*/ 79150 w 158020"/>
                    <a:gd name="csY5" fmla="*/ 114840 h 150296"/>
                    <a:gd name="csX6" fmla="*/ 127982 w 158020"/>
                    <a:gd name="csY6" fmla="*/ 150321 h 150296"/>
                    <a:gd name="csX7" fmla="*/ 109330 w 158020"/>
                    <a:gd name="csY7" fmla="*/ 92913 h 150296"/>
                    <a:gd name="csX8" fmla="*/ 158161 w 158020"/>
                    <a:gd name="csY8" fmla="*/ 57432 h 150296"/>
                    <a:gd name="csX9" fmla="*/ 97802 w 158020"/>
                    <a:gd name="csY9" fmla="*/ 57432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50" y="24"/>
                      </a:moveTo>
                      <a:lnTo>
                        <a:pt x="60499" y="57432"/>
                      </a:lnTo>
                      <a:lnTo>
                        <a:pt x="140" y="57432"/>
                      </a:lnTo>
                      <a:lnTo>
                        <a:pt x="48971" y="92913"/>
                      </a:lnTo>
                      <a:lnTo>
                        <a:pt x="30319" y="150321"/>
                      </a:lnTo>
                      <a:lnTo>
                        <a:pt x="79150" y="114840"/>
                      </a:lnTo>
                      <a:lnTo>
                        <a:pt x="127982" y="150321"/>
                      </a:lnTo>
                      <a:lnTo>
                        <a:pt x="109330" y="92913"/>
                      </a:lnTo>
                      <a:lnTo>
                        <a:pt x="158161" y="57432"/>
                      </a:lnTo>
                      <a:lnTo>
                        <a:pt x="97802" y="57432"/>
                      </a:lnTo>
                      <a:close/>
                    </a:path>
                  </a:pathLst>
                </a:custGeom>
                <a:solidFill>
                  <a:srgbClr val="4CAF50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38" name="任意多边形: 形状 3937"/>
                <p:cNvSpPr/>
                <p:nvPr/>
              </p:nvSpPr>
              <p:spPr>
                <a:xfrm>
                  <a:off x="10160951" y="33255178"/>
                  <a:ext cx="360000" cy="360000"/>
                </a:xfrm>
                <a:custGeom>
                  <a:avLst/>
                  <a:gdLst>
                    <a:gd name="csX0" fmla="*/ 79448 w 158020"/>
                    <a:gd name="csY0" fmla="*/ 29 h 150296"/>
                    <a:gd name="csX1" fmla="*/ 60797 w 158020"/>
                    <a:gd name="csY1" fmla="*/ 57437 h 150296"/>
                    <a:gd name="csX2" fmla="*/ 438 w 158020"/>
                    <a:gd name="csY2" fmla="*/ 57437 h 150296"/>
                    <a:gd name="csX3" fmla="*/ 49269 w 158020"/>
                    <a:gd name="csY3" fmla="*/ 92918 h 150296"/>
                    <a:gd name="csX4" fmla="*/ 30617 w 158020"/>
                    <a:gd name="csY4" fmla="*/ 150326 h 150296"/>
                    <a:gd name="csX5" fmla="*/ 79448 w 158020"/>
                    <a:gd name="csY5" fmla="*/ 114846 h 150296"/>
                    <a:gd name="csX6" fmla="*/ 128280 w 158020"/>
                    <a:gd name="csY6" fmla="*/ 150326 h 150296"/>
                    <a:gd name="csX7" fmla="*/ 109628 w 158020"/>
                    <a:gd name="csY7" fmla="*/ 92918 h 150296"/>
                    <a:gd name="csX8" fmla="*/ 158459 w 158020"/>
                    <a:gd name="csY8" fmla="*/ 57437 h 150296"/>
                    <a:gd name="csX9" fmla="*/ 98100 w 158020"/>
                    <a:gd name="csY9" fmla="*/ 5743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448" y="29"/>
                      </a:moveTo>
                      <a:lnTo>
                        <a:pt x="60797" y="57437"/>
                      </a:lnTo>
                      <a:lnTo>
                        <a:pt x="438" y="57437"/>
                      </a:lnTo>
                      <a:lnTo>
                        <a:pt x="49269" y="92918"/>
                      </a:lnTo>
                      <a:lnTo>
                        <a:pt x="30617" y="150326"/>
                      </a:lnTo>
                      <a:lnTo>
                        <a:pt x="79448" y="114846"/>
                      </a:lnTo>
                      <a:lnTo>
                        <a:pt x="128280" y="150326"/>
                      </a:lnTo>
                      <a:lnTo>
                        <a:pt x="109628" y="92918"/>
                      </a:lnTo>
                      <a:lnTo>
                        <a:pt x="158459" y="57437"/>
                      </a:lnTo>
                      <a:lnTo>
                        <a:pt x="98100" y="57437"/>
                      </a:lnTo>
                      <a:close/>
                    </a:path>
                  </a:pathLst>
                </a:custGeom>
                <a:solidFill>
                  <a:srgbClr val="2196F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39" name="任意多边形: 形状 3938"/>
                <p:cNvSpPr/>
                <p:nvPr/>
              </p:nvSpPr>
              <p:spPr>
                <a:xfrm>
                  <a:off x="6353256" y="36069491"/>
                  <a:ext cx="360000" cy="360000"/>
                </a:xfrm>
                <a:custGeom>
                  <a:avLst/>
                  <a:gdLst>
                    <a:gd name="csX0" fmla="*/ 79271 w 158020"/>
                    <a:gd name="csY0" fmla="*/ 160 h 150296"/>
                    <a:gd name="csX1" fmla="*/ 60619 w 158020"/>
                    <a:gd name="csY1" fmla="*/ 57569 h 150296"/>
                    <a:gd name="csX2" fmla="*/ 260 w 158020"/>
                    <a:gd name="csY2" fmla="*/ 57569 h 150296"/>
                    <a:gd name="csX3" fmla="*/ 49092 w 158020"/>
                    <a:gd name="csY3" fmla="*/ 93049 h 150296"/>
                    <a:gd name="csX4" fmla="*/ 30440 w 158020"/>
                    <a:gd name="csY4" fmla="*/ 150457 h 150296"/>
                    <a:gd name="csX5" fmla="*/ 79271 w 158020"/>
                    <a:gd name="csY5" fmla="*/ 114977 h 150296"/>
                    <a:gd name="csX6" fmla="*/ 128102 w 158020"/>
                    <a:gd name="csY6" fmla="*/ 150457 h 150296"/>
                    <a:gd name="csX7" fmla="*/ 109450 w 158020"/>
                    <a:gd name="csY7" fmla="*/ 93049 h 150296"/>
                    <a:gd name="csX8" fmla="*/ 158281 w 158020"/>
                    <a:gd name="csY8" fmla="*/ 57569 h 150296"/>
                    <a:gd name="csX9" fmla="*/ 97923 w 158020"/>
                    <a:gd name="csY9" fmla="*/ 57569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71" y="160"/>
                      </a:moveTo>
                      <a:lnTo>
                        <a:pt x="60619" y="57569"/>
                      </a:lnTo>
                      <a:lnTo>
                        <a:pt x="260" y="57569"/>
                      </a:lnTo>
                      <a:lnTo>
                        <a:pt x="49092" y="93049"/>
                      </a:lnTo>
                      <a:lnTo>
                        <a:pt x="30440" y="150457"/>
                      </a:lnTo>
                      <a:lnTo>
                        <a:pt x="79271" y="114977"/>
                      </a:lnTo>
                      <a:lnTo>
                        <a:pt x="128102" y="150457"/>
                      </a:lnTo>
                      <a:lnTo>
                        <a:pt x="109450" y="93049"/>
                      </a:lnTo>
                      <a:lnTo>
                        <a:pt x="158281" y="57569"/>
                      </a:lnTo>
                      <a:lnTo>
                        <a:pt x="97923" y="57569"/>
                      </a:lnTo>
                      <a:close/>
                    </a:path>
                  </a:pathLst>
                </a:custGeom>
                <a:solidFill>
                  <a:srgbClr val="F44336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0" name="任意多边形: 形状 3939"/>
                <p:cNvSpPr/>
                <p:nvPr/>
              </p:nvSpPr>
              <p:spPr>
                <a:xfrm>
                  <a:off x="10038347" y="35783294"/>
                  <a:ext cx="360000" cy="360000"/>
                </a:xfrm>
                <a:custGeom>
                  <a:avLst/>
                  <a:gdLst>
                    <a:gd name="csX0" fmla="*/ 79443 w 158020"/>
                    <a:gd name="csY0" fmla="*/ 147 h 150296"/>
                    <a:gd name="csX1" fmla="*/ 60791 w 158020"/>
                    <a:gd name="csY1" fmla="*/ 57555 h 150296"/>
                    <a:gd name="csX2" fmla="*/ 432 w 158020"/>
                    <a:gd name="csY2" fmla="*/ 57555 h 150296"/>
                    <a:gd name="csX3" fmla="*/ 49263 w 158020"/>
                    <a:gd name="csY3" fmla="*/ 93035 h 150296"/>
                    <a:gd name="csX4" fmla="*/ 30612 w 158020"/>
                    <a:gd name="csY4" fmla="*/ 150444 h 150296"/>
                    <a:gd name="csX5" fmla="*/ 79443 w 158020"/>
                    <a:gd name="csY5" fmla="*/ 114963 h 150296"/>
                    <a:gd name="csX6" fmla="*/ 128274 w 158020"/>
                    <a:gd name="csY6" fmla="*/ 150444 h 150296"/>
                    <a:gd name="csX7" fmla="*/ 109622 w 158020"/>
                    <a:gd name="csY7" fmla="*/ 93035 h 150296"/>
                    <a:gd name="csX8" fmla="*/ 158453 w 158020"/>
                    <a:gd name="csY8" fmla="*/ 57555 h 150296"/>
                    <a:gd name="csX9" fmla="*/ 98095 w 158020"/>
                    <a:gd name="csY9" fmla="*/ 57555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443" y="147"/>
                      </a:moveTo>
                      <a:lnTo>
                        <a:pt x="60791" y="57555"/>
                      </a:lnTo>
                      <a:lnTo>
                        <a:pt x="432" y="57555"/>
                      </a:lnTo>
                      <a:lnTo>
                        <a:pt x="49263" y="93035"/>
                      </a:lnTo>
                      <a:lnTo>
                        <a:pt x="30612" y="150444"/>
                      </a:lnTo>
                      <a:lnTo>
                        <a:pt x="79443" y="114963"/>
                      </a:lnTo>
                      <a:lnTo>
                        <a:pt x="128274" y="150444"/>
                      </a:lnTo>
                      <a:lnTo>
                        <a:pt x="109622" y="93035"/>
                      </a:lnTo>
                      <a:lnTo>
                        <a:pt x="158453" y="57555"/>
                      </a:lnTo>
                      <a:lnTo>
                        <a:pt x="98095" y="5755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1" name="任意多边形: 形状 3940"/>
                <p:cNvSpPr/>
                <p:nvPr/>
              </p:nvSpPr>
              <p:spPr>
                <a:xfrm>
                  <a:off x="5247301" y="39293112"/>
                  <a:ext cx="360000" cy="360000"/>
                </a:xfrm>
                <a:custGeom>
                  <a:avLst/>
                  <a:gdLst>
                    <a:gd name="csX0" fmla="*/ 79219 w 158020"/>
                    <a:gd name="csY0" fmla="*/ 311 h 150296"/>
                    <a:gd name="csX1" fmla="*/ 60567 w 158020"/>
                    <a:gd name="csY1" fmla="*/ 57719 h 150296"/>
                    <a:gd name="csX2" fmla="*/ 209 w 158020"/>
                    <a:gd name="csY2" fmla="*/ 57719 h 150296"/>
                    <a:gd name="csX3" fmla="*/ 49040 w 158020"/>
                    <a:gd name="csY3" fmla="*/ 93199 h 150296"/>
                    <a:gd name="csX4" fmla="*/ 30388 w 158020"/>
                    <a:gd name="csY4" fmla="*/ 150607 h 150296"/>
                    <a:gd name="csX5" fmla="*/ 79219 w 158020"/>
                    <a:gd name="csY5" fmla="*/ 115127 h 150296"/>
                    <a:gd name="csX6" fmla="*/ 128050 w 158020"/>
                    <a:gd name="csY6" fmla="*/ 150607 h 150296"/>
                    <a:gd name="csX7" fmla="*/ 109399 w 158020"/>
                    <a:gd name="csY7" fmla="*/ 93199 h 150296"/>
                    <a:gd name="csX8" fmla="*/ 158230 w 158020"/>
                    <a:gd name="csY8" fmla="*/ 57719 h 150296"/>
                    <a:gd name="csX9" fmla="*/ 97871 w 158020"/>
                    <a:gd name="csY9" fmla="*/ 57719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19" y="311"/>
                      </a:moveTo>
                      <a:lnTo>
                        <a:pt x="60567" y="57719"/>
                      </a:lnTo>
                      <a:lnTo>
                        <a:pt x="209" y="57719"/>
                      </a:lnTo>
                      <a:lnTo>
                        <a:pt x="49040" y="93199"/>
                      </a:lnTo>
                      <a:lnTo>
                        <a:pt x="30388" y="150607"/>
                      </a:lnTo>
                      <a:lnTo>
                        <a:pt x="79219" y="115127"/>
                      </a:lnTo>
                      <a:lnTo>
                        <a:pt x="128050" y="150607"/>
                      </a:lnTo>
                      <a:lnTo>
                        <a:pt x="109399" y="93199"/>
                      </a:lnTo>
                      <a:lnTo>
                        <a:pt x="158230" y="57719"/>
                      </a:lnTo>
                      <a:lnTo>
                        <a:pt x="97871" y="57719"/>
                      </a:lnTo>
                      <a:close/>
                    </a:path>
                  </a:pathLst>
                </a:custGeom>
                <a:solidFill>
                  <a:srgbClr val="2196F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2" name="任意多边形: 形状 3941"/>
                <p:cNvSpPr/>
                <p:nvPr/>
              </p:nvSpPr>
              <p:spPr>
                <a:xfrm>
                  <a:off x="6108207" y="40453278"/>
                  <a:ext cx="360000" cy="360000"/>
                </a:xfrm>
                <a:custGeom>
                  <a:avLst/>
                  <a:gdLst>
                    <a:gd name="csX0" fmla="*/ 79259 w 158020"/>
                    <a:gd name="csY0" fmla="*/ 365 h 150296"/>
                    <a:gd name="csX1" fmla="*/ 60608 w 158020"/>
                    <a:gd name="csY1" fmla="*/ 57773 h 150296"/>
                    <a:gd name="csX2" fmla="*/ 249 w 158020"/>
                    <a:gd name="csY2" fmla="*/ 57773 h 150296"/>
                    <a:gd name="csX3" fmla="*/ 49080 w 158020"/>
                    <a:gd name="csY3" fmla="*/ 93253 h 150296"/>
                    <a:gd name="csX4" fmla="*/ 30428 w 158020"/>
                    <a:gd name="csY4" fmla="*/ 150661 h 150296"/>
                    <a:gd name="csX5" fmla="*/ 79259 w 158020"/>
                    <a:gd name="csY5" fmla="*/ 115181 h 150296"/>
                    <a:gd name="csX6" fmla="*/ 128091 w 158020"/>
                    <a:gd name="csY6" fmla="*/ 150661 h 150296"/>
                    <a:gd name="csX7" fmla="*/ 109439 w 158020"/>
                    <a:gd name="csY7" fmla="*/ 93253 h 150296"/>
                    <a:gd name="csX8" fmla="*/ 158270 w 158020"/>
                    <a:gd name="csY8" fmla="*/ 57773 h 150296"/>
                    <a:gd name="csX9" fmla="*/ 97911 w 158020"/>
                    <a:gd name="csY9" fmla="*/ 57773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59" y="365"/>
                      </a:moveTo>
                      <a:lnTo>
                        <a:pt x="60608" y="57773"/>
                      </a:lnTo>
                      <a:lnTo>
                        <a:pt x="249" y="57773"/>
                      </a:lnTo>
                      <a:lnTo>
                        <a:pt x="49080" y="93253"/>
                      </a:lnTo>
                      <a:lnTo>
                        <a:pt x="30428" y="150661"/>
                      </a:lnTo>
                      <a:lnTo>
                        <a:pt x="79259" y="115181"/>
                      </a:lnTo>
                      <a:lnTo>
                        <a:pt x="128091" y="150661"/>
                      </a:lnTo>
                      <a:lnTo>
                        <a:pt x="109439" y="93253"/>
                      </a:lnTo>
                      <a:lnTo>
                        <a:pt x="158270" y="57773"/>
                      </a:lnTo>
                      <a:lnTo>
                        <a:pt x="97911" y="57773"/>
                      </a:lnTo>
                      <a:close/>
                    </a:path>
                  </a:pathLst>
                </a:custGeom>
                <a:solidFill>
                  <a:srgbClr val="F44336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3" name="任意多边形: 形状 3942"/>
                <p:cNvSpPr/>
                <p:nvPr/>
              </p:nvSpPr>
              <p:spPr>
                <a:xfrm>
                  <a:off x="9388753" y="35084960"/>
                  <a:ext cx="360000" cy="360000"/>
                </a:xfrm>
                <a:custGeom>
                  <a:avLst/>
                  <a:gdLst>
                    <a:gd name="csX0" fmla="*/ 79412 w 158020"/>
                    <a:gd name="csY0" fmla="*/ 115 h 150296"/>
                    <a:gd name="csX1" fmla="*/ 60761 w 158020"/>
                    <a:gd name="csY1" fmla="*/ 57523 h 150296"/>
                    <a:gd name="csX2" fmla="*/ 402 w 158020"/>
                    <a:gd name="csY2" fmla="*/ 57523 h 150296"/>
                    <a:gd name="csX3" fmla="*/ 49233 w 158020"/>
                    <a:gd name="csY3" fmla="*/ 93003 h 150296"/>
                    <a:gd name="csX4" fmla="*/ 30581 w 158020"/>
                    <a:gd name="csY4" fmla="*/ 150411 h 150296"/>
                    <a:gd name="csX5" fmla="*/ 79412 w 158020"/>
                    <a:gd name="csY5" fmla="*/ 114931 h 150296"/>
                    <a:gd name="csX6" fmla="*/ 128244 w 158020"/>
                    <a:gd name="csY6" fmla="*/ 150411 h 150296"/>
                    <a:gd name="csX7" fmla="*/ 109592 w 158020"/>
                    <a:gd name="csY7" fmla="*/ 93003 h 150296"/>
                    <a:gd name="csX8" fmla="*/ 158423 w 158020"/>
                    <a:gd name="csY8" fmla="*/ 57523 h 150296"/>
                    <a:gd name="csX9" fmla="*/ 98064 w 158020"/>
                    <a:gd name="csY9" fmla="*/ 57523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412" y="115"/>
                      </a:moveTo>
                      <a:lnTo>
                        <a:pt x="60761" y="57523"/>
                      </a:lnTo>
                      <a:lnTo>
                        <a:pt x="402" y="57523"/>
                      </a:lnTo>
                      <a:lnTo>
                        <a:pt x="49233" y="93003"/>
                      </a:lnTo>
                      <a:lnTo>
                        <a:pt x="30581" y="150411"/>
                      </a:lnTo>
                      <a:lnTo>
                        <a:pt x="79412" y="114931"/>
                      </a:lnTo>
                      <a:lnTo>
                        <a:pt x="128244" y="150411"/>
                      </a:lnTo>
                      <a:lnTo>
                        <a:pt x="109592" y="93003"/>
                      </a:lnTo>
                      <a:lnTo>
                        <a:pt x="158423" y="57523"/>
                      </a:lnTo>
                      <a:lnTo>
                        <a:pt x="98064" y="57523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4" name="任意多边形: 形状 3943"/>
                <p:cNvSpPr/>
                <p:nvPr/>
              </p:nvSpPr>
              <p:spPr>
                <a:xfrm>
                  <a:off x="5609812" y="37474873"/>
                  <a:ext cx="360000" cy="360000"/>
                </a:xfrm>
                <a:custGeom>
                  <a:avLst/>
                  <a:gdLst>
                    <a:gd name="csX0" fmla="*/ 79236 w 158020"/>
                    <a:gd name="csY0" fmla="*/ 226 h 150296"/>
                    <a:gd name="csX1" fmla="*/ 60584 w 158020"/>
                    <a:gd name="csY1" fmla="*/ 57634 h 150296"/>
                    <a:gd name="csX2" fmla="*/ 226 w 158020"/>
                    <a:gd name="csY2" fmla="*/ 57634 h 150296"/>
                    <a:gd name="csX3" fmla="*/ 49057 w 158020"/>
                    <a:gd name="csY3" fmla="*/ 93114 h 150296"/>
                    <a:gd name="csX4" fmla="*/ 30405 w 158020"/>
                    <a:gd name="csY4" fmla="*/ 150522 h 150296"/>
                    <a:gd name="csX5" fmla="*/ 79236 w 158020"/>
                    <a:gd name="csY5" fmla="*/ 115042 h 150296"/>
                    <a:gd name="csX6" fmla="*/ 128067 w 158020"/>
                    <a:gd name="csY6" fmla="*/ 150522 h 150296"/>
                    <a:gd name="csX7" fmla="*/ 109416 w 158020"/>
                    <a:gd name="csY7" fmla="*/ 93114 h 150296"/>
                    <a:gd name="csX8" fmla="*/ 158247 w 158020"/>
                    <a:gd name="csY8" fmla="*/ 57634 h 150296"/>
                    <a:gd name="csX9" fmla="*/ 97888 w 158020"/>
                    <a:gd name="csY9" fmla="*/ 57634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36" y="226"/>
                      </a:moveTo>
                      <a:lnTo>
                        <a:pt x="60584" y="57634"/>
                      </a:lnTo>
                      <a:lnTo>
                        <a:pt x="226" y="57634"/>
                      </a:lnTo>
                      <a:lnTo>
                        <a:pt x="49057" y="93114"/>
                      </a:lnTo>
                      <a:lnTo>
                        <a:pt x="30405" y="150522"/>
                      </a:lnTo>
                      <a:lnTo>
                        <a:pt x="79236" y="115042"/>
                      </a:lnTo>
                      <a:lnTo>
                        <a:pt x="128067" y="150522"/>
                      </a:lnTo>
                      <a:lnTo>
                        <a:pt x="109416" y="93114"/>
                      </a:lnTo>
                      <a:lnTo>
                        <a:pt x="158247" y="57634"/>
                      </a:lnTo>
                      <a:lnTo>
                        <a:pt x="97888" y="57634"/>
                      </a:lnTo>
                      <a:close/>
                    </a:path>
                  </a:pathLst>
                </a:custGeom>
                <a:solidFill>
                  <a:srgbClr val="2196F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5" name="任意多边形: 形状 3944"/>
                <p:cNvSpPr/>
                <p:nvPr/>
              </p:nvSpPr>
              <p:spPr>
                <a:xfrm>
                  <a:off x="4338108" y="38182581"/>
                  <a:ext cx="360000" cy="360000"/>
                </a:xfrm>
                <a:custGeom>
                  <a:avLst/>
                  <a:gdLst>
                    <a:gd name="csX0" fmla="*/ 79177 w 158020"/>
                    <a:gd name="csY0" fmla="*/ 259 h 150296"/>
                    <a:gd name="csX1" fmla="*/ 60525 w 158020"/>
                    <a:gd name="csY1" fmla="*/ 57667 h 150296"/>
                    <a:gd name="csX2" fmla="*/ 166 w 158020"/>
                    <a:gd name="csY2" fmla="*/ 57667 h 150296"/>
                    <a:gd name="csX3" fmla="*/ 48998 w 158020"/>
                    <a:gd name="csY3" fmla="*/ 93147 h 150296"/>
                    <a:gd name="csX4" fmla="*/ 30346 w 158020"/>
                    <a:gd name="csY4" fmla="*/ 150555 h 150296"/>
                    <a:gd name="csX5" fmla="*/ 79177 w 158020"/>
                    <a:gd name="csY5" fmla="*/ 115075 h 150296"/>
                    <a:gd name="csX6" fmla="*/ 128008 w 158020"/>
                    <a:gd name="csY6" fmla="*/ 150555 h 150296"/>
                    <a:gd name="csX7" fmla="*/ 109356 w 158020"/>
                    <a:gd name="csY7" fmla="*/ 93147 h 150296"/>
                    <a:gd name="csX8" fmla="*/ 158187 w 158020"/>
                    <a:gd name="csY8" fmla="*/ 57667 h 150296"/>
                    <a:gd name="csX9" fmla="*/ 97829 w 158020"/>
                    <a:gd name="csY9" fmla="*/ 5766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77" y="259"/>
                      </a:moveTo>
                      <a:lnTo>
                        <a:pt x="60525" y="57667"/>
                      </a:lnTo>
                      <a:lnTo>
                        <a:pt x="166" y="57667"/>
                      </a:lnTo>
                      <a:lnTo>
                        <a:pt x="48998" y="93147"/>
                      </a:lnTo>
                      <a:lnTo>
                        <a:pt x="30346" y="150555"/>
                      </a:lnTo>
                      <a:lnTo>
                        <a:pt x="79177" y="115075"/>
                      </a:lnTo>
                      <a:lnTo>
                        <a:pt x="128008" y="150555"/>
                      </a:lnTo>
                      <a:lnTo>
                        <a:pt x="109356" y="93147"/>
                      </a:lnTo>
                      <a:lnTo>
                        <a:pt x="158187" y="57667"/>
                      </a:lnTo>
                      <a:lnTo>
                        <a:pt x="97829" y="57667"/>
                      </a:lnTo>
                      <a:close/>
                    </a:path>
                  </a:pathLst>
                </a:custGeom>
                <a:solidFill>
                  <a:srgbClr val="F44336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6" name="任意多边形: 形状 3945"/>
                <p:cNvSpPr/>
                <p:nvPr/>
              </p:nvSpPr>
              <p:spPr>
                <a:xfrm>
                  <a:off x="8367819" y="35369789"/>
                  <a:ext cx="360000" cy="360000"/>
                </a:xfrm>
                <a:custGeom>
                  <a:avLst/>
                  <a:gdLst>
                    <a:gd name="csX0" fmla="*/ 79365 w 158020"/>
                    <a:gd name="csY0" fmla="*/ 128 h 150296"/>
                    <a:gd name="csX1" fmla="*/ 60713 w 158020"/>
                    <a:gd name="csY1" fmla="*/ 57536 h 150296"/>
                    <a:gd name="csX2" fmla="*/ 354 w 158020"/>
                    <a:gd name="csY2" fmla="*/ 57536 h 150296"/>
                    <a:gd name="csX3" fmla="*/ 49185 w 158020"/>
                    <a:gd name="csY3" fmla="*/ 93016 h 150296"/>
                    <a:gd name="csX4" fmla="*/ 30534 w 158020"/>
                    <a:gd name="csY4" fmla="*/ 150424 h 150296"/>
                    <a:gd name="csX5" fmla="*/ 79365 w 158020"/>
                    <a:gd name="csY5" fmla="*/ 114944 h 150296"/>
                    <a:gd name="csX6" fmla="*/ 128196 w 158020"/>
                    <a:gd name="csY6" fmla="*/ 150424 h 150296"/>
                    <a:gd name="csX7" fmla="*/ 109544 w 158020"/>
                    <a:gd name="csY7" fmla="*/ 93016 h 150296"/>
                    <a:gd name="csX8" fmla="*/ 158375 w 158020"/>
                    <a:gd name="csY8" fmla="*/ 57536 h 150296"/>
                    <a:gd name="csX9" fmla="*/ 98017 w 158020"/>
                    <a:gd name="csY9" fmla="*/ 57536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365" y="128"/>
                      </a:moveTo>
                      <a:lnTo>
                        <a:pt x="60713" y="57536"/>
                      </a:lnTo>
                      <a:lnTo>
                        <a:pt x="354" y="57536"/>
                      </a:lnTo>
                      <a:lnTo>
                        <a:pt x="49185" y="93016"/>
                      </a:lnTo>
                      <a:lnTo>
                        <a:pt x="30534" y="150424"/>
                      </a:lnTo>
                      <a:lnTo>
                        <a:pt x="79365" y="114944"/>
                      </a:lnTo>
                      <a:lnTo>
                        <a:pt x="128196" y="150424"/>
                      </a:lnTo>
                      <a:lnTo>
                        <a:pt x="109544" y="93016"/>
                      </a:lnTo>
                      <a:lnTo>
                        <a:pt x="158375" y="57536"/>
                      </a:lnTo>
                      <a:lnTo>
                        <a:pt x="98017" y="5753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7" name="任意多边形: 形状 3946"/>
                <p:cNvSpPr/>
                <p:nvPr/>
              </p:nvSpPr>
              <p:spPr>
                <a:xfrm>
                  <a:off x="2164185" y="36241895"/>
                  <a:ext cx="360000" cy="360000"/>
                </a:xfrm>
                <a:custGeom>
                  <a:avLst/>
                  <a:gdLst>
                    <a:gd name="csX0" fmla="*/ 79076 w 158020"/>
                    <a:gd name="csY0" fmla="*/ 169 h 150296"/>
                    <a:gd name="csX1" fmla="*/ 60424 w 158020"/>
                    <a:gd name="csY1" fmla="*/ 57577 h 150296"/>
                    <a:gd name="csX2" fmla="*/ 65 w 158020"/>
                    <a:gd name="csY2" fmla="*/ 57577 h 150296"/>
                    <a:gd name="csX3" fmla="*/ 48896 w 158020"/>
                    <a:gd name="csY3" fmla="*/ 93057 h 150296"/>
                    <a:gd name="csX4" fmla="*/ 30244 w 158020"/>
                    <a:gd name="csY4" fmla="*/ 150465 h 150296"/>
                    <a:gd name="csX5" fmla="*/ 79076 w 158020"/>
                    <a:gd name="csY5" fmla="*/ 114985 h 150296"/>
                    <a:gd name="csX6" fmla="*/ 127907 w 158020"/>
                    <a:gd name="csY6" fmla="*/ 150465 h 150296"/>
                    <a:gd name="csX7" fmla="*/ 109255 w 158020"/>
                    <a:gd name="csY7" fmla="*/ 93057 h 150296"/>
                    <a:gd name="csX8" fmla="*/ 158086 w 158020"/>
                    <a:gd name="csY8" fmla="*/ 57577 h 150296"/>
                    <a:gd name="csX9" fmla="*/ 97727 w 158020"/>
                    <a:gd name="csY9" fmla="*/ 5757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076" y="169"/>
                      </a:moveTo>
                      <a:lnTo>
                        <a:pt x="60424" y="57577"/>
                      </a:lnTo>
                      <a:lnTo>
                        <a:pt x="65" y="57577"/>
                      </a:lnTo>
                      <a:lnTo>
                        <a:pt x="48896" y="93057"/>
                      </a:lnTo>
                      <a:lnTo>
                        <a:pt x="30244" y="150465"/>
                      </a:lnTo>
                      <a:lnTo>
                        <a:pt x="79076" y="114985"/>
                      </a:lnTo>
                      <a:lnTo>
                        <a:pt x="127907" y="150465"/>
                      </a:lnTo>
                      <a:lnTo>
                        <a:pt x="109255" y="93057"/>
                      </a:lnTo>
                      <a:lnTo>
                        <a:pt x="158086" y="57577"/>
                      </a:lnTo>
                      <a:lnTo>
                        <a:pt x="97727" y="57577"/>
                      </a:lnTo>
                      <a:close/>
                    </a:path>
                  </a:pathLst>
                </a:custGeom>
                <a:solidFill>
                  <a:srgbClr val="2196F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8" name="任意多边形: 形状 3947"/>
                <p:cNvSpPr/>
                <p:nvPr/>
              </p:nvSpPr>
              <p:spPr>
                <a:xfrm>
                  <a:off x="7994279" y="36372725"/>
                  <a:ext cx="360000" cy="360000"/>
                </a:xfrm>
                <a:custGeom>
                  <a:avLst/>
                  <a:gdLst>
                    <a:gd name="csX0" fmla="*/ 79347 w 158020"/>
                    <a:gd name="csY0" fmla="*/ 175 h 150296"/>
                    <a:gd name="csX1" fmla="*/ 60696 w 158020"/>
                    <a:gd name="csY1" fmla="*/ 57583 h 150296"/>
                    <a:gd name="csX2" fmla="*/ 337 w 158020"/>
                    <a:gd name="csY2" fmla="*/ 57583 h 150296"/>
                    <a:gd name="csX3" fmla="*/ 49168 w 158020"/>
                    <a:gd name="csY3" fmla="*/ 93063 h 150296"/>
                    <a:gd name="csX4" fmla="*/ 30516 w 158020"/>
                    <a:gd name="csY4" fmla="*/ 150471 h 150296"/>
                    <a:gd name="csX5" fmla="*/ 79347 w 158020"/>
                    <a:gd name="csY5" fmla="*/ 114991 h 150296"/>
                    <a:gd name="csX6" fmla="*/ 128179 w 158020"/>
                    <a:gd name="csY6" fmla="*/ 150471 h 150296"/>
                    <a:gd name="csX7" fmla="*/ 109527 w 158020"/>
                    <a:gd name="csY7" fmla="*/ 93063 h 150296"/>
                    <a:gd name="csX8" fmla="*/ 158358 w 158020"/>
                    <a:gd name="csY8" fmla="*/ 57583 h 150296"/>
                    <a:gd name="csX9" fmla="*/ 97999 w 158020"/>
                    <a:gd name="csY9" fmla="*/ 57583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347" y="175"/>
                      </a:moveTo>
                      <a:lnTo>
                        <a:pt x="60696" y="57583"/>
                      </a:lnTo>
                      <a:lnTo>
                        <a:pt x="337" y="57583"/>
                      </a:lnTo>
                      <a:lnTo>
                        <a:pt x="49168" y="93063"/>
                      </a:lnTo>
                      <a:lnTo>
                        <a:pt x="30516" y="150471"/>
                      </a:lnTo>
                      <a:lnTo>
                        <a:pt x="79347" y="114991"/>
                      </a:lnTo>
                      <a:lnTo>
                        <a:pt x="128179" y="150471"/>
                      </a:lnTo>
                      <a:lnTo>
                        <a:pt x="109527" y="93063"/>
                      </a:lnTo>
                      <a:lnTo>
                        <a:pt x="158358" y="57583"/>
                      </a:lnTo>
                      <a:lnTo>
                        <a:pt x="97999" y="57583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49" name="任意多边形: 形状 3948"/>
                <p:cNvSpPr/>
                <p:nvPr/>
              </p:nvSpPr>
              <p:spPr>
                <a:xfrm>
                  <a:off x="3033411" y="34767486"/>
                  <a:ext cx="360000" cy="360000"/>
                </a:xfrm>
                <a:custGeom>
                  <a:avLst/>
                  <a:gdLst>
                    <a:gd name="csX0" fmla="*/ 79116 w 158020"/>
                    <a:gd name="csY0" fmla="*/ 100 h 150296"/>
                    <a:gd name="csX1" fmla="*/ 60464 w 158020"/>
                    <a:gd name="csY1" fmla="*/ 57508 h 150296"/>
                    <a:gd name="csX2" fmla="*/ 106 w 158020"/>
                    <a:gd name="csY2" fmla="*/ 57508 h 150296"/>
                    <a:gd name="csX3" fmla="*/ 48937 w 158020"/>
                    <a:gd name="csY3" fmla="*/ 92988 h 150296"/>
                    <a:gd name="csX4" fmla="*/ 30285 w 158020"/>
                    <a:gd name="csY4" fmla="*/ 150396 h 150296"/>
                    <a:gd name="csX5" fmla="*/ 79116 w 158020"/>
                    <a:gd name="csY5" fmla="*/ 114916 h 150296"/>
                    <a:gd name="csX6" fmla="*/ 127947 w 158020"/>
                    <a:gd name="csY6" fmla="*/ 150396 h 150296"/>
                    <a:gd name="csX7" fmla="*/ 109295 w 158020"/>
                    <a:gd name="csY7" fmla="*/ 92988 h 150296"/>
                    <a:gd name="csX8" fmla="*/ 158127 w 158020"/>
                    <a:gd name="csY8" fmla="*/ 57508 h 150296"/>
                    <a:gd name="csX9" fmla="*/ 97768 w 158020"/>
                    <a:gd name="csY9" fmla="*/ 57508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16" y="100"/>
                      </a:moveTo>
                      <a:lnTo>
                        <a:pt x="60464" y="57508"/>
                      </a:lnTo>
                      <a:lnTo>
                        <a:pt x="106" y="57508"/>
                      </a:lnTo>
                      <a:lnTo>
                        <a:pt x="48937" y="92988"/>
                      </a:lnTo>
                      <a:lnTo>
                        <a:pt x="30285" y="150396"/>
                      </a:lnTo>
                      <a:lnTo>
                        <a:pt x="79116" y="114916"/>
                      </a:lnTo>
                      <a:lnTo>
                        <a:pt x="127947" y="150396"/>
                      </a:lnTo>
                      <a:lnTo>
                        <a:pt x="109295" y="92988"/>
                      </a:lnTo>
                      <a:lnTo>
                        <a:pt x="158127" y="57508"/>
                      </a:lnTo>
                      <a:lnTo>
                        <a:pt x="97768" y="57508"/>
                      </a:lnTo>
                      <a:close/>
                    </a:path>
                  </a:pathLst>
                </a:custGeom>
                <a:solidFill>
                  <a:srgbClr val="2196F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0" name="任意多边形: 形状 3949"/>
                <p:cNvSpPr/>
                <p:nvPr/>
              </p:nvSpPr>
              <p:spPr>
                <a:xfrm>
                  <a:off x="8661295" y="37063074"/>
                  <a:ext cx="360000" cy="360000"/>
                </a:xfrm>
                <a:custGeom>
                  <a:avLst/>
                  <a:gdLst>
                    <a:gd name="csX0" fmla="*/ 79379 w 158020"/>
                    <a:gd name="csY0" fmla="*/ 207 h 150296"/>
                    <a:gd name="csX1" fmla="*/ 60727 w 158020"/>
                    <a:gd name="csY1" fmla="*/ 57615 h 150296"/>
                    <a:gd name="csX2" fmla="*/ 368 w 158020"/>
                    <a:gd name="csY2" fmla="*/ 57615 h 150296"/>
                    <a:gd name="csX3" fmla="*/ 49199 w 158020"/>
                    <a:gd name="csY3" fmla="*/ 93095 h 150296"/>
                    <a:gd name="csX4" fmla="*/ 30547 w 158020"/>
                    <a:gd name="csY4" fmla="*/ 150503 h 150296"/>
                    <a:gd name="csX5" fmla="*/ 79379 w 158020"/>
                    <a:gd name="csY5" fmla="*/ 115023 h 150296"/>
                    <a:gd name="csX6" fmla="*/ 128210 w 158020"/>
                    <a:gd name="csY6" fmla="*/ 150503 h 150296"/>
                    <a:gd name="csX7" fmla="*/ 109558 w 158020"/>
                    <a:gd name="csY7" fmla="*/ 93095 h 150296"/>
                    <a:gd name="csX8" fmla="*/ 158389 w 158020"/>
                    <a:gd name="csY8" fmla="*/ 57615 h 150296"/>
                    <a:gd name="csX9" fmla="*/ 98030 w 158020"/>
                    <a:gd name="csY9" fmla="*/ 57615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379" y="207"/>
                      </a:moveTo>
                      <a:lnTo>
                        <a:pt x="60727" y="57615"/>
                      </a:lnTo>
                      <a:lnTo>
                        <a:pt x="368" y="57615"/>
                      </a:lnTo>
                      <a:lnTo>
                        <a:pt x="49199" y="93095"/>
                      </a:lnTo>
                      <a:lnTo>
                        <a:pt x="30547" y="150503"/>
                      </a:lnTo>
                      <a:lnTo>
                        <a:pt x="79379" y="115023"/>
                      </a:lnTo>
                      <a:lnTo>
                        <a:pt x="128210" y="150503"/>
                      </a:lnTo>
                      <a:lnTo>
                        <a:pt x="109558" y="93095"/>
                      </a:lnTo>
                      <a:lnTo>
                        <a:pt x="158389" y="57615"/>
                      </a:lnTo>
                      <a:lnTo>
                        <a:pt x="98030" y="5761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1" name="任意多边形: 形状 3950"/>
                <p:cNvSpPr/>
                <p:nvPr/>
              </p:nvSpPr>
              <p:spPr>
                <a:xfrm>
                  <a:off x="9668116" y="36766757"/>
                  <a:ext cx="360000" cy="360000"/>
                </a:xfrm>
                <a:custGeom>
                  <a:avLst/>
                  <a:gdLst>
                    <a:gd name="csX0" fmla="*/ 79425 w 158020"/>
                    <a:gd name="csY0" fmla="*/ 193 h 150296"/>
                    <a:gd name="csX1" fmla="*/ 60774 w 158020"/>
                    <a:gd name="csY1" fmla="*/ 57601 h 150296"/>
                    <a:gd name="csX2" fmla="*/ 415 w 158020"/>
                    <a:gd name="csY2" fmla="*/ 57601 h 150296"/>
                    <a:gd name="csX3" fmla="*/ 49246 w 158020"/>
                    <a:gd name="csY3" fmla="*/ 93081 h 150296"/>
                    <a:gd name="csX4" fmla="*/ 30594 w 158020"/>
                    <a:gd name="csY4" fmla="*/ 150489 h 150296"/>
                    <a:gd name="csX5" fmla="*/ 79425 w 158020"/>
                    <a:gd name="csY5" fmla="*/ 115009 h 150296"/>
                    <a:gd name="csX6" fmla="*/ 128257 w 158020"/>
                    <a:gd name="csY6" fmla="*/ 150489 h 150296"/>
                    <a:gd name="csX7" fmla="*/ 109605 w 158020"/>
                    <a:gd name="csY7" fmla="*/ 93081 h 150296"/>
                    <a:gd name="csX8" fmla="*/ 158436 w 158020"/>
                    <a:gd name="csY8" fmla="*/ 57601 h 150296"/>
                    <a:gd name="csX9" fmla="*/ 98077 w 158020"/>
                    <a:gd name="csY9" fmla="*/ 57601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425" y="193"/>
                      </a:moveTo>
                      <a:lnTo>
                        <a:pt x="60774" y="57601"/>
                      </a:lnTo>
                      <a:lnTo>
                        <a:pt x="415" y="57601"/>
                      </a:lnTo>
                      <a:lnTo>
                        <a:pt x="49246" y="93081"/>
                      </a:lnTo>
                      <a:lnTo>
                        <a:pt x="30594" y="150489"/>
                      </a:lnTo>
                      <a:lnTo>
                        <a:pt x="79425" y="115009"/>
                      </a:lnTo>
                      <a:lnTo>
                        <a:pt x="128257" y="150489"/>
                      </a:lnTo>
                      <a:lnTo>
                        <a:pt x="109605" y="93081"/>
                      </a:lnTo>
                      <a:lnTo>
                        <a:pt x="158436" y="57601"/>
                      </a:lnTo>
                      <a:lnTo>
                        <a:pt x="98077" y="57601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2" name="任意多边形: 形状 3951"/>
                <p:cNvSpPr/>
                <p:nvPr/>
              </p:nvSpPr>
              <p:spPr>
                <a:xfrm>
                  <a:off x="6928236" y="36671815"/>
                  <a:ext cx="360000" cy="360000"/>
                </a:xfrm>
                <a:custGeom>
                  <a:avLst/>
                  <a:gdLst>
                    <a:gd name="csX0" fmla="*/ 79298 w 158020"/>
                    <a:gd name="csY0" fmla="*/ 189 h 150296"/>
                    <a:gd name="csX1" fmla="*/ 60646 w 158020"/>
                    <a:gd name="csY1" fmla="*/ 57597 h 150296"/>
                    <a:gd name="csX2" fmla="*/ 287 w 158020"/>
                    <a:gd name="csY2" fmla="*/ 57597 h 150296"/>
                    <a:gd name="csX3" fmla="*/ 49118 w 158020"/>
                    <a:gd name="csY3" fmla="*/ 93077 h 150296"/>
                    <a:gd name="csX4" fmla="*/ 30467 w 158020"/>
                    <a:gd name="csY4" fmla="*/ 150485 h 150296"/>
                    <a:gd name="csX5" fmla="*/ 79298 w 158020"/>
                    <a:gd name="csY5" fmla="*/ 115005 h 150296"/>
                    <a:gd name="csX6" fmla="*/ 128129 w 158020"/>
                    <a:gd name="csY6" fmla="*/ 150485 h 150296"/>
                    <a:gd name="csX7" fmla="*/ 109477 w 158020"/>
                    <a:gd name="csY7" fmla="*/ 93077 h 150296"/>
                    <a:gd name="csX8" fmla="*/ 158308 w 158020"/>
                    <a:gd name="csY8" fmla="*/ 57597 h 150296"/>
                    <a:gd name="csX9" fmla="*/ 97950 w 158020"/>
                    <a:gd name="csY9" fmla="*/ 5759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98" y="189"/>
                      </a:moveTo>
                      <a:lnTo>
                        <a:pt x="60646" y="57597"/>
                      </a:lnTo>
                      <a:lnTo>
                        <a:pt x="287" y="57597"/>
                      </a:lnTo>
                      <a:lnTo>
                        <a:pt x="49118" y="93077"/>
                      </a:lnTo>
                      <a:lnTo>
                        <a:pt x="30467" y="150485"/>
                      </a:lnTo>
                      <a:lnTo>
                        <a:pt x="79298" y="115005"/>
                      </a:lnTo>
                      <a:lnTo>
                        <a:pt x="128129" y="150485"/>
                      </a:lnTo>
                      <a:lnTo>
                        <a:pt x="109477" y="93077"/>
                      </a:lnTo>
                      <a:lnTo>
                        <a:pt x="158308" y="57597"/>
                      </a:lnTo>
                      <a:lnTo>
                        <a:pt x="97950" y="5759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3" name="任意多边形: 形状 3952"/>
                <p:cNvSpPr/>
                <p:nvPr/>
              </p:nvSpPr>
              <p:spPr>
                <a:xfrm>
                  <a:off x="6413376" y="37636791"/>
                  <a:ext cx="360000" cy="360000"/>
                </a:xfrm>
                <a:custGeom>
                  <a:avLst/>
                  <a:gdLst>
                    <a:gd name="csX0" fmla="*/ 79274 w 158020"/>
                    <a:gd name="csY0" fmla="*/ 234 h 150296"/>
                    <a:gd name="csX1" fmla="*/ 60622 w 158020"/>
                    <a:gd name="csY1" fmla="*/ 57642 h 150296"/>
                    <a:gd name="csX2" fmla="*/ 263 w 158020"/>
                    <a:gd name="csY2" fmla="*/ 57642 h 150296"/>
                    <a:gd name="csX3" fmla="*/ 49094 w 158020"/>
                    <a:gd name="csY3" fmla="*/ 93122 h 150296"/>
                    <a:gd name="csX4" fmla="*/ 30443 w 158020"/>
                    <a:gd name="csY4" fmla="*/ 150530 h 150296"/>
                    <a:gd name="csX5" fmla="*/ 79274 w 158020"/>
                    <a:gd name="csY5" fmla="*/ 115050 h 150296"/>
                    <a:gd name="csX6" fmla="*/ 128105 w 158020"/>
                    <a:gd name="csY6" fmla="*/ 150530 h 150296"/>
                    <a:gd name="csX7" fmla="*/ 109453 w 158020"/>
                    <a:gd name="csY7" fmla="*/ 93122 h 150296"/>
                    <a:gd name="csX8" fmla="*/ 158284 w 158020"/>
                    <a:gd name="csY8" fmla="*/ 57642 h 150296"/>
                    <a:gd name="csX9" fmla="*/ 97926 w 158020"/>
                    <a:gd name="csY9" fmla="*/ 57642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74" y="234"/>
                      </a:moveTo>
                      <a:lnTo>
                        <a:pt x="60622" y="57642"/>
                      </a:lnTo>
                      <a:lnTo>
                        <a:pt x="263" y="57642"/>
                      </a:lnTo>
                      <a:lnTo>
                        <a:pt x="49094" y="93122"/>
                      </a:lnTo>
                      <a:lnTo>
                        <a:pt x="30443" y="150530"/>
                      </a:lnTo>
                      <a:lnTo>
                        <a:pt x="79274" y="115050"/>
                      </a:lnTo>
                      <a:lnTo>
                        <a:pt x="128105" y="150530"/>
                      </a:lnTo>
                      <a:lnTo>
                        <a:pt x="109453" y="93122"/>
                      </a:lnTo>
                      <a:lnTo>
                        <a:pt x="158284" y="57642"/>
                      </a:lnTo>
                      <a:lnTo>
                        <a:pt x="97926" y="57642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4" name="任意多边形: 形状 3953"/>
                <p:cNvSpPr/>
                <p:nvPr/>
              </p:nvSpPr>
              <p:spPr>
                <a:xfrm>
                  <a:off x="10358999" y="37521862"/>
                  <a:ext cx="360000" cy="360000"/>
                </a:xfrm>
                <a:custGeom>
                  <a:avLst/>
                  <a:gdLst>
                    <a:gd name="csX0" fmla="*/ 79458 w 158020"/>
                    <a:gd name="csY0" fmla="*/ 228 h 150296"/>
                    <a:gd name="csX1" fmla="*/ 60806 w 158020"/>
                    <a:gd name="csY1" fmla="*/ 57636 h 150296"/>
                    <a:gd name="csX2" fmla="*/ 447 w 158020"/>
                    <a:gd name="csY2" fmla="*/ 57636 h 150296"/>
                    <a:gd name="csX3" fmla="*/ 49278 w 158020"/>
                    <a:gd name="csY3" fmla="*/ 93117 h 150296"/>
                    <a:gd name="csX4" fmla="*/ 30626 w 158020"/>
                    <a:gd name="csY4" fmla="*/ 150525 h 150296"/>
                    <a:gd name="csX5" fmla="*/ 79458 w 158020"/>
                    <a:gd name="csY5" fmla="*/ 115044 h 150296"/>
                    <a:gd name="csX6" fmla="*/ 128289 w 158020"/>
                    <a:gd name="csY6" fmla="*/ 150525 h 150296"/>
                    <a:gd name="csX7" fmla="*/ 109637 w 158020"/>
                    <a:gd name="csY7" fmla="*/ 93117 h 150296"/>
                    <a:gd name="csX8" fmla="*/ 158468 w 158020"/>
                    <a:gd name="csY8" fmla="*/ 57636 h 150296"/>
                    <a:gd name="csX9" fmla="*/ 98109 w 158020"/>
                    <a:gd name="csY9" fmla="*/ 57636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458" y="228"/>
                      </a:moveTo>
                      <a:lnTo>
                        <a:pt x="60806" y="57636"/>
                      </a:lnTo>
                      <a:lnTo>
                        <a:pt x="447" y="57636"/>
                      </a:lnTo>
                      <a:lnTo>
                        <a:pt x="49278" y="93117"/>
                      </a:lnTo>
                      <a:lnTo>
                        <a:pt x="30626" y="150525"/>
                      </a:lnTo>
                      <a:lnTo>
                        <a:pt x="79458" y="115044"/>
                      </a:lnTo>
                      <a:lnTo>
                        <a:pt x="128289" y="150525"/>
                      </a:lnTo>
                      <a:lnTo>
                        <a:pt x="109637" y="93117"/>
                      </a:lnTo>
                      <a:lnTo>
                        <a:pt x="158468" y="57636"/>
                      </a:lnTo>
                      <a:lnTo>
                        <a:pt x="98109" y="5763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5" name="任意多边形: 形状 3954"/>
                <p:cNvSpPr/>
                <p:nvPr/>
              </p:nvSpPr>
              <p:spPr>
                <a:xfrm>
                  <a:off x="6642786" y="38612569"/>
                  <a:ext cx="360000" cy="360000"/>
                </a:xfrm>
                <a:custGeom>
                  <a:avLst/>
                  <a:gdLst>
                    <a:gd name="csX0" fmla="*/ 79284 w 158020"/>
                    <a:gd name="csY0" fmla="*/ 279 h 150296"/>
                    <a:gd name="csX1" fmla="*/ 60633 w 158020"/>
                    <a:gd name="csY1" fmla="*/ 57687 h 150296"/>
                    <a:gd name="csX2" fmla="*/ 274 w 158020"/>
                    <a:gd name="csY2" fmla="*/ 57687 h 150296"/>
                    <a:gd name="csX3" fmla="*/ 49105 w 158020"/>
                    <a:gd name="csY3" fmla="*/ 93167 h 150296"/>
                    <a:gd name="csX4" fmla="*/ 30453 w 158020"/>
                    <a:gd name="csY4" fmla="*/ 150575 h 150296"/>
                    <a:gd name="csX5" fmla="*/ 79284 w 158020"/>
                    <a:gd name="csY5" fmla="*/ 115095 h 150296"/>
                    <a:gd name="csX6" fmla="*/ 128116 w 158020"/>
                    <a:gd name="csY6" fmla="*/ 150575 h 150296"/>
                    <a:gd name="csX7" fmla="*/ 109464 w 158020"/>
                    <a:gd name="csY7" fmla="*/ 93167 h 150296"/>
                    <a:gd name="csX8" fmla="*/ 158295 w 158020"/>
                    <a:gd name="csY8" fmla="*/ 57687 h 150296"/>
                    <a:gd name="csX9" fmla="*/ 97936 w 158020"/>
                    <a:gd name="csY9" fmla="*/ 5768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84" y="279"/>
                      </a:moveTo>
                      <a:lnTo>
                        <a:pt x="60633" y="57687"/>
                      </a:lnTo>
                      <a:lnTo>
                        <a:pt x="274" y="57687"/>
                      </a:lnTo>
                      <a:lnTo>
                        <a:pt x="49105" y="93167"/>
                      </a:lnTo>
                      <a:lnTo>
                        <a:pt x="30453" y="150575"/>
                      </a:lnTo>
                      <a:lnTo>
                        <a:pt x="79284" y="115095"/>
                      </a:lnTo>
                      <a:lnTo>
                        <a:pt x="128116" y="150575"/>
                      </a:lnTo>
                      <a:lnTo>
                        <a:pt x="109464" y="93167"/>
                      </a:lnTo>
                      <a:lnTo>
                        <a:pt x="158295" y="57687"/>
                      </a:lnTo>
                      <a:lnTo>
                        <a:pt x="97936" y="5768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6" name="任意多边形: 形状 3955"/>
                <p:cNvSpPr/>
                <p:nvPr/>
              </p:nvSpPr>
              <p:spPr>
                <a:xfrm>
                  <a:off x="6011133" y="39509802"/>
                  <a:ext cx="360000" cy="360000"/>
                </a:xfrm>
                <a:custGeom>
                  <a:avLst/>
                  <a:gdLst>
                    <a:gd name="csX0" fmla="*/ 79255 w 158020"/>
                    <a:gd name="csY0" fmla="*/ 321 h 150296"/>
                    <a:gd name="csX1" fmla="*/ 60603 w 158020"/>
                    <a:gd name="csY1" fmla="*/ 57729 h 150296"/>
                    <a:gd name="csX2" fmla="*/ 244 w 158020"/>
                    <a:gd name="csY2" fmla="*/ 57729 h 150296"/>
                    <a:gd name="csX3" fmla="*/ 49076 w 158020"/>
                    <a:gd name="csY3" fmla="*/ 93209 h 150296"/>
                    <a:gd name="csX4" fmla="*/ 30424 w 158020"/>
                    <a:gd name="csY4" fmla="*/ 150617 h 150296"/>
                    <a:gd name="csX5" fmla="*/ 79255 w 158020"/>
                    <a:gd name="csY5" fmla="*/ 115137 h 150296"/>
                    <a:gd name="csX6" fmla="*/ 128086 w 158020"/>
                    <a:gd name="csY6" fmla="*/ 150617 h 150296"/>
                    <a:gd name="csX7" fmla="*/ 109434 w 158020"/>
                    <a:gd name="csY7" fmla="*/ 93209 h 150296"/>
                    <a:gd name="csX8" fmla="*/ 158265 w 158020"/>
                    <a:gd name="csY8" fmla="*/ 57729 h 150296"/>
                    <a:gd name="csX9" fmla="*/ 97907 w 158020"/>
                    <a:gd name="csY9" fmla="*/ 57729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55" y="321"/>
                      </a:moveTo>
                      <a:lnTo>
                        <a:pt x="60603" y="57729"/>
                      </a:lnTo>
                      <a:lnTo>
                        <a:pt x="244" y="57729"/>
                      </a:lnTo>
                      <a:lnTo>
                        <a:pt x="49076" y="93209"/>
                      </a:lnTo>
                      <a:lnTo>
                        <a:pt x="30424" y="150617"/>
                      </a:lnTo>
                      <a:lnTo>
                        <a:pt x="79255" y="115137"/>
                      </a:lnTo>
                      <a:lnTo>
                        <a:pt x="128086" y="150617"/>
                      </a:lnTo>
                      <a:lnTo>
                        <a:pt x="109434" y="93209"/>
                      </a:lnTo>
                      <a:lnTo>
                        <a:pt x="158265" y="57729"/>
                      </a:lnTo>
                      <a:lnTo>
                        <a:pt x="97907" y="5772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7" name="任意多边形: 形状 3956"/>
                <p:cNvSpPr/>
                <p:nvPr/>
              </p:nvSpPr>
              <p:spPr>
                <a:xfrm>
                  <a:off x="5031865" y="38324025"/>
                  <a:ext cx="360000" cy="360000"/>
                </a:xfrm>
                <a:custGeom>
                  <a:avLst/>
                  <a:gdLst>
                    <a:gd name="csX0" fmla="*/ 79209 w 158020"/>
                    <a:gd name="csY0" fmla="*/ 266 h 150296"/>
                    <a:gd name="csX1" fmla="*/ 60557 w 158020"/>
                    <a:gd name="csY1" fmla="*/ 57674 h 150296"/>
                    <a:gd name="csX2" fmla="*/ 199 w 158020"/>
                    <a:gd name="csY2" fmla="*/ 57674 h 150296"/>
                    <a:gd name="csX3" fmla="*/ 49030 w 158020"/>
                    <a:gd name="csY3" fmla="*/ 93154 h 150296"/>
                    <a:gd name="csX4" fmla="*/ 30378 w 158020"/>
                    <a:gd name="csY4" fmla="*/ 150562 h 150296"/>
                    <a:gd name="csX5" fmla="*/ 79209 w 158020"/>
                    <a:gd name="csY5" fmla="*/ 115082 h 150296"/>
                    <a:gd name="csX6" fmla="*/ 128040 w 158020"/>
                    <a:gd name="csY6" fmla="*/ 150562 h 150296"/>
                    <a:gd name="csX7" fmla="*/ 109389 w 158020"/>
                    <a:gd name="csY7" fmla="*/ 93154 h 150296"/>
                    <a:gd name="csX8" fmla="*/ 158220 w 158020"/>
                    <a:gd name="csY8" fmla="*/ 57674 h 150296"/>
                    <a:gd name="csX9" fmla="*/ 97861 w 158020"/>
                    <a:gd name="csY9" fmla="*/ 57674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09" y="266"/>
                      </a:moveTo>
                      <a:lnTo>
                        <a:pt x="60557" y="57674"/>
                      </a:lnTo>
                      <a:lnTo>
                        <a:pt x="199" y="57674"/>
                      </a:lnTo>
                      <a:lnTo>
                        <a:pt x="49030" y="93154"/>
                      </a:lnTo>
                      <a:lnTo>
                        <a:pt x="30378" y="150562"/>
                      </a:lnTo>
                      <a:lnTo>
                        <a:pt x="79209" y="115082"/>
                      </a:lnTo>
                      <a:lnTo>
                        <a:pt x="128040" y="150562"/>
                      </a:lnTo>
                      <a:lnTo>
                        <a:pt x="109389" y="93154"/>
                      </a:lnTo>
                      <a:lnTo>
                        <a:pt x="158220" y="57674"/>
                      </a:lnTo>
                      <a:lnTo>
                        <a:pt x="97861" y="57674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8" name="任意多边形: 形状 3957"/>
                <p:cNvSpPr/>
                <p:nvPr/>
              </p:nvSpPr>
              <p:spPr>
                <a:xfrm>
                  <a:off x="7477355" y="38831462"/>
                  <a:ext cx="360000" cy="360000"/>
                </a:xfrm>
                <a:custGeom>
                  <a:avLst/>
                  <a:gdLst>
                    <a:gd name="csX0" fmla="*/ 79323 w 158020"/>
                    <a:gd name="csY0" fmla="*/ 289 h 150296"/>
                    <a:gd name="csX1" fmla="*/ 60671 w 158020"/>
                    <a:gd name="csY1" fmla="*/ 57697 h 150296"/>
                    <a:gd name="csX2" fmla="*/ 313 w 158020"/>
                    <a:gd name="csY2" fmla="*/ 57697 h 150296"/>
                    <a:gd name="csX3" fmla="*/ 49144 w 158020"/>
                    <a:gd name="csY3" fmla="*/ 93178 h 150296"/>
                    <a:gd name="csX4" fmla="*/ 30492 w 158020"/>
                    <a:gd name="csY4" fmla="*/ 150586 h 150296"/>
                    <a:gd name="csX5" fmla="*/ 79323 w 158020"/>
                    <a:gd name="csY5" fmla="*/ 115106 h 150296"/>
                    <a:gd name="csX6" fmla="*/ 128154 w 158020"/>
                    <a:gd name="csY6" fmla="*/ 150586 h 150296"/>
                    <a:gd name="csX7" fmla="*/ 109503 w 158020"/>
                    <a:gd name="csY7" fmla="*/ 93178 h 150296"/>
                    <a:gd name="csX8" fmla="*/ 158334 w 158020"/>
                    <a:gd name="csY8" fmla="*/ 57697 h 150296"/>
                    <a:gd name="csX9" fmla="*/ 97975 w 158020"/>
                    <a:gd name="csY9" fmla="*/ 5769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323" y="289"/>
                      </a:moveTo>
                      <a:lnTo>
                        <a:pt x="60671" y="57697"/>
                      </a:lnTo>
                      <a:lnTo>
                        <a:pt x="313" y="57697"/>
                      </a:lnTo>
                      <a:lnTo>
                        <a:pt x="49144" y="93178"/>
                      </a:lnTo>
                      <a:lnTo>
                        <a:pt x="30492" y="150586"/>
                      </a:lnTo>
                      <a:lnTo>
                        <a:pt x="79323" y="115106"/>
                      </a:lnTo>
                      <a:lnTo>
                        <a:pt x="128154" y="150586"/>
                      </a:lnTo>
                      <a:lnTo>
                        <a:pt x="109503" y="93178"/>
                      </a:lnTo>
                      <a:lnTo>
                        <a:pt x="158334" y="57697"/>
                      </a:lnTo>
                      <a:lnTo>
                        <a:pt x="97975" y="5769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59" name="任意多边形: 形状 3958"/>
                <p:cNvSpPr/>
                <p:nvPr/>
              </p:nvSpPr>
              <p:spPr>
                <a:xfrm>
                  <a:off x="6997989" y="39338351"/>
                  <a:ext cx="360000" cy="360000"/>
                </a:xfrm>
                <a:custGeom>
                  <a:avLst/>
                  <a:gdLst>
                    <a:gd name="csX0" fmla="*/ 79301 w 158020"/>
                    <a:gd name="csY0" fmla="*/ 313 h 150296"/>
                    <a:gd name="csX1" fmla="*/ 60649 w 158020"/>
                    <a:gd name="csY1" fmla="*/ 57721 h 150296"/>
                    <a:gd name="csX2" fmla="*/ 290 w 158020"/>
                    <a:gd name="csY2" fmla="*/ 57721 h 150296"/>
                    <a:gd name="csX3" fmla="*/ 49122 w 158020"/>
                    <a:gd name="csY3" fmla="*/ 93201 h 150296"/>
                    <a:gd name="csX4" fmla="*/ 30470 w 158020"/>
                    <a:gd name="csY4" fmla="*/ 150609 h 150296"/>
                    <a:gd name="csX5" fmla="*/ 79301 w 158020"/>
                    <a:gd name="csY5" fmla="*/ 115129 h 150296"/>
                    <a:gd name="csX6" fmla="*/ 128132 w 158020"/>
                    <a:gd name="csY6" fmla="*/ 150609 h 150296"/>
                    <a:gd name="csX7" fmla="*/ 109480 w 158020"/>
                    <a:gd name="csY7" fmla="*/ 93201 h 150296"/>
                    <a:gd name="csX8" fmla="*/ 158311 w 158020"/>
                    <a:gd name="csY8" fmla="*/ 57721 h 150296"/>
                    <a:gd name="csX9" fmla="*/ 97953 w 158020"/>
                    <a:gd name="csY9" fmla="*/ 57721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301" y="313"/>
                      </a:moveTo>
                      <a:lnTo>
                        <a:pt x="60649" y="57721"/>
                      </a:lnTo>
                      <a:lnTo>
                        <a:pt x="290" y="57721"/>
                      </a:lnTo>
                      <a:lnTo>
                        <a:pt x="49122" y="93201"/>
                      </a:lnTo>
                      <a:lnTo>
                        <a:pt x="30470" y="150609"/>
                      </a:lnTo>
                      <a:lnTo>
                        <a:pt x="79301" y="115129"/>
                      </a:lnTo>
                      <a:lnTo>
                        <a:pt x="128132" y="150609"/>
                      </a:lnTo>
                      <a:lnTo>
                        <a:pt x="109480" y="93201"/>
                      </a:lnTo>
                      <a:lnTo>
                        <a:pt x="158311" y="57721"/>
                      </a:lnTo>
                      <a:lnTo>
                        <a:pt x="97953" y="57721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0" name="任意多边形: 形状 3959"/>
                <p:cNvSpPr/>
                <p:nvPr/>
              </p:nvSpPr>
              <p:spPr>
                <a:xfrm>
                  <a:off x="8322775" y="39522608"/>
                  <a:ext cx="360000" cy="360000"/>
                </a:xfrm>
                <a:custGeom>
                  <a:avLst/>
                  <a:gdLst>
                    <a:gd name="csX0" fmla="*/ 79363 w 158020"/>
                    <a:gd name="csY0" fmla="*/ 321 h 150296"/>
                    <a:gd name="csX1" fmla="*/ 60711 w 158020"/>
                    <a:gd name="csY1" fmla="*/ 57730 h 150296"/>
                    <a:gd name="csX2" fmla="*/ 352 w 158020"/>
                    <a:gd name="csY2" fmla="*/ 57730 h 150296"/>
                    <a:gd name="csX3" fmla="*/ 49183 w 158020"/>
                    <a:gd name="csY3" fmla="*/ 93210 h 150296"/>
                    <a:gd name="csX4" fmla="*/ 30532 w 158020"/>
                    <a:gd name="csY4" fmla="*/ 150618 h 150296"/>
                    <a:gd name="csX5" fmla="*/ 79363 w 158020"/>
                    <a:gd name="csY5" fmla="*/ 115138 h 150296"/>
                    <a:gd name="csX6" fmla="*/ 128194 w 158020"/>
                    <a:gd name="csY6" fmla="*/ 150618 h 150296"/>
                    <a:gd name="csX7" fmla="*/ 109542 w 158020"/>
                    <a:gd name="csY7" fmla="*/ 93210 h 150296"/>
                    <a:gd name="csX8" fmla="*/ 158373 w 158020"/>
                    <a:gd name="csY8" fmla="*/ 57730 h 150296"/>
                    <a:gd name="csX9" fmla="*/ 98015 w 158020"/>
                    <a:gd name="csY9" fmla="*/ 57730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363" y="321"/>
                      </a:moveTo>
                      <a:lnTo>
                        <a:pt x="60711" y="57730"/>
                      </a:lnTo>
                      <a:lnTo>
                        <a:pt x="352" y="57730"/>
                      </a:lnTo>
                      <a:lnTo>
                        <a:pt x="49183" y="93210"/>
                      </a:lnTo>
                      <a:lnTo>
                        <a:pt x="30532" y="150618"/>
                      </a:lnTo>
                      <a:lnTo>
                        <a:pt x="79363" y="115138"/>
                      </a:lnTo>
                      <a:lnTo>
                        <a:pt x="128194" y="150618"/>
                      </a:lnTo>
                      <a:lnTo>
                        <a:pt x="109542" y="93210"/>
                      </a:lnTo>
                      <a:lnTo>
                        <a:pt x="158373" y="57730"/>
                      </a:lnTo>
                      <a:lnTo>
                        <a:pt x="98015" y="57730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1" name="任意多边形: 形状 3960"/>
                <p:cNvSpPr/>
                <p:nvPr/>
              </p:nvSpPr>
              <p:spPr>
                <a:xfrm>
                  <a:off x="5303500" y="36478232"/>
                  <a:ext cx="360000" cy="360000"/>
                </a:xfrm>
                <a:custGeom>
                  <a:avLst/>
                  <a:gdLst>
                    <a:gd name="csX0" fmla="*/ 79222 w 158020"/>
                    <a:gd name="csY0" fmla="*/ 180 h 150296"/>
                    <a:gd name="csX1" fmla="*/ 60570 w 158020"/>
                    <a:gd name="csY1" fmla="*/ 57588 h 150296"/>
                    <a:gd name="csX2" fmla="*/ 211 w 158020"/>
                    <a:gd name="csY2" fmla="*/ 57588 h 150296"/>
                    <a:gd name="csX3" fmla="*/ 49043 w 158020"/>
                    <a:gd name="csY3" fmla="*/ 93068 h 150296"/>
                    <a:gd name="csX4" fmla="*/ 30391 w 158020"/>
                    <a:gd name="csY4" fmla="*/ 150476 h 150296"/>
                    <a:gd name="csX5" fmla="*/ 79222 w 158020"/>
                    <a:gd name="csY5" fmla="*/ 114996 h 150296"/>
                    <a:gd name="csX6" fmla="*/ 128053 w 158020"/>
                    <a:gd name="csY6" fmla="*/ 150476 h 150296"/>
                    <a:gd name="csX7" fmla="*/ 109401 w 158020"/>
                    <a:gd name="csY7" fmla="*/ 93068 h 150296"/>
                    <a:gd name="csX8" fmla="*/ 158232 w 158020"/>
                    <a:gd name="csY8" fmla="*/ 57588 h 150296"/>
                    <a:gd name="csX9" fmla="*/ 97874 w 158020"/>
                    <a:gd name="csY9" fmla="*/ 57588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222" y="180"/>
                      </a:moveTo>
                      <a:lnTo>
                        <a:pt x="60570" y="57588"/>
                      </a:lnTo>
                      <a:lnTo>
                        <a:pt x="211" y="57588"/>
                      </a:lnTo>
                      <a:lnTo>
                        <a:pt x="49043" y="93068"/>
                      </a:lnTo>
                      <a:lnTo>
                        <a:pt x="30391" y="150476"/>
                      </a:lnTo>
                      <a:lnTo>
                        <a:pt x="79222" y="114996"/>
                      </a:lnTo>
                      <a:lnTo>
                        <a:pt x="128053" y="150476"/>
                      </a:lnTo>
                      <a:lnTo>
                        <a:pt x="109401" y="93068"/>
                      </a:lnTo>
                      <a:lnTo>
                        <a:pt x="158232" y="57588"/>
                      </a:lnTo>
                      <a:lnTo>
                        <a:pt x="97874" y="57588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2" name="任意多边形: 形状 3961"/>
                <p:cNvSpPr/>
                <p:nvPr/>
              </p:nvSpPr>
              <p:spPr>
                <a:xfrm>
                  <a:off x="4494338" y="35866316"/>
                  <a:ext cx="360000" cy="360000"/>
                </a:xfrm>
                <a:custGeom>
                  <a:avLst/>
                  <a:gdLst>
                    <a:gd name="csX0" fmla="*/ 79184 w 158020"/>
                    <a:gd name="csY0" fmla="*/ 151 h 150296"/>
                    <a:gd name="csX1" fmla="*/ 60532 w 158020"/>
                    <a:gd name="csY1" fmla="*/ 57559 h 150296"/>
                    <a:gd name="csX2" fmla="*/ 174 w 158020"/>
                    <a:gd name="csY2" fmla="*/ 57559 h 150296"/>
                    <a:gd name="csX3" fmla="*/ 49005 w 158020"/>
                    <a:gd name="csY3" fmla="*/ 93039 h 150296"/>
                    <a:gd name="csX4" fmla="*/ 30353 w 158020"/>
                    <a:gd name="csY4" fmla="*/ 150447 h 150296"/>
                    <a:gd name="csX5" fmla="*/ 79184 w 158020"/>
                    <a:gd name="csY5" fmla="*/ 114967 h 150296"/>
                    <a:gd name="csX6" fmla="*/ 128015 w 158020"/>
                    <a:gd name="csY6" fmla="*/ 150447 h 150296"/>
                    <a:gd name="csX7" fmla="*/ 109364 w 158020"/>
                    <a:gd name="csY7" fmla="*/ 93039 h 150296"/>
                    <a:gd name="csX8" fmla="*/ 158195 w 158020"/>
                    <a:gd name="csY8" fmla="*/ 57559 h 150296"/>
                    <a:gd name="csX9" fmla="*/ 97836 w 158020"/>
                    <a:gd name="csY9" fmla="*/ 57559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84" y="151"/>
                      </a:moveTo>
                      <a:lnTo>
                        <a:pt x="60532" y="57559"/>
                      </a:lnTo>
                      <a:lnTo>
                        <a:pt x="174" y="57559"/>
                      </a:lnTo>
                      <a:lnTo>
                        <a:pt x="49005" y="93039"/>
                      </a:lnTo>
                      <a:lnTo>
                        <a:pt x="30353" y="150447"/>
                      </a:lnTo>
                      <a:lnTo>
                        <a:pt x="79184" y="114967"/>
                      </a:lnTo>
                      <a:lnTo>
                        <a:pt x="128015" y="150447"/>
                      </a:lnTo>
                      <a:lnTo>
                        <a:pt x="109364" y="93039"/>
                      </a:lnTo>
                      <a:lnTo>
                        <a:pt x="158195" y="57559"/>
                      </a:lnTo>
                      <a:lnTo>
                        <a:pt x="97836" y="57559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3" name="任意多边形: 形状 3962"/>
                <p:cNvSpPr/>
                <p:nvPr/>
              </p:nvSpPr>
              <p:spPr>
                <a:xfrm>
                  <a:off x="3675951" y="36411861"/>
                  <a:ext cx="360000" cy="360000"/>
                </a:xfrm>
                <a:custGeom>
                  <a:avLst/>
                  <a:gdLst>
                    <a:gd name="csX0" fmla="*/ 79146 w 158020"/>
                    <a:gd name="csY0" fmla="*/ 176 h 150296"/>
                    <a:gd name="csX1" fmla="*/ 60494 w 158020"/>
                    <a:gd name="csY1" fmla="*/ 57585 h 150296"/>
                    <a:gd name="csX2" fmla="*/ 136 w 158020"/>
                    <a:gd name="csY2" fmla="*/ 57585 h 150296"/>
                    <a:gd name="csX3" fmla="*/ 48967 w 158020"/>
                    <a:gd name="csY3" fmla="*/ 93065 h 150296"/>
                    <a:gd name="csX4" fmla="*/ 30315 w 158020"/>
                    <a:gd name="csY4" fmla="*/ 150473 h 150296"/>
                    <a:gd name="csX5" fmla="*/ 79146 w 158020"/>
                    <a:gd name="csY5" fmla="*/ 114993 h 150296"/>
                    <a:gd name="csX6" fmla="*/ 127977 w 158020"/>
                    <a:gd name="csY6" fmla="*/ 150473 h 150296"/>
                    <a:gd name="csX7" fmla="*/ 109325 w 158020"/>
                    <a:gd name="csY7" fmla="*/ 93065 h 150296"/>
                    <a:gd name="csX8" fmla="*/ 158157 w 158020"/>
                    <a:gd name="csY8" fmla="*/ 57585 h 150296"/>
                    <a:gd name="csX9" fmla="*/ 97798 w 158020"/>
                    <a:gd name="csY9" fmla="*/ 57585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46" y="176"/>
                      </a:moveTo>
                      <a:lnTo>
                        <a:pt x="60494" y="57585"/>
                      </a:lnTo>
                      <a:lnTo>
                        <a:pt x="136" y="57585"/>
                      </a:lnTo>
                      <a:lnTo>
                        <a:pt x="48967" y="93065"/>
                      </a:lnTo>
                      <a:lnTo>
                        <a:pt x="30315" y="150473"/>
                      </a:lnTo>
                      <a:lnTo>
                        <a:pt x="79146" y="114993"/>
                      </a:lnTo>
                      <a:lnTo>
                        <a:pt x="127977" y="150473"/>
                      </a:lnTo>
                      <a:lnTo>
                        <a:pt x="109325" y="93065"/>
                      </a:lnTo>
                      <a:lnTo>
                        <a:pt x="158157" y="57585"/>
                      </a:lnTo>
                      <a:lnTo>
                        <a:pt x="97798" y="57585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4" name="任意多边形: 形状 3963"/>
                <p:cNvSpPr/>
                <p:nvPr/>
              </p:nvSpPr>
              <p:spPr>
                <a:xfrm>
                  <a:off x="2955918" y="35809363"/>
                  <a:ext cx="360000" cy="360000"/>
                </a:xfrm>
                <a:custGeom>
                  <a:avLst/>
                  <a:gdLst>
                    <a:gd name="csX0" fmla="*/ 79113 w 158020"/>
                    <a:gd name="csY0" fmla="*/ 148 h 150296"/>
                    <a:gd name="csX1" fmla="*/ 60461 w 158020"/>
                    <a:gd name="csY1" fmla="*/ 57556 h 150296"/>
                    <a:gd name="csX2" fmla="*/ 102 w 158020"/>
                    <a:gd name="csY2" fmla="*/ 57556 h 150296"/>
                    <a:gd name="csX3" fmla="*/ 48933 w 158020"/>
                    <a:gd name="csY3" fmla="*/ 93037 h 150296"/>
                    <a:gd name="csX4" fmla="*/ 30281 w 158020"/>
                    <a:gd name="csY4" fmla="*/ 150445 h 150296"/>
                    <a:gd name="csX5" fmla="*/ 79113 w 158020"/>
                    <a:gd name="csY5" fmla="*/ 114965 h 150296"/>
                    <a:gd name="csX6" fmla="*/ 127944 w 158020"/>
                    <a:gd name="csY6" fmla="*/ 150445 h 150296"/>
                    <a:gd name="csX7" fmla="*/ 109292 w 158020"/>
                    <a:gd name="csY7" fmla="*/ 93037 h 150296"/>
                    <a:gd name="csX8" fmla="*/ 158123 w 158020"/>
                    <a:gd name="csY8" fmla="*/ 57556 h 150296"/>
                    <a:gd name="csX9" fmla="*/ 97764 w 158020"/>
                    <a:gd name="csY9" fmla="*/ 57556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13" y="148"/>
                      </a:moveTo>
                      <a:lnTo>
                        <a:pt x="60461" y="57556"/>
                      </a:lnTo>
                      <a:lnTo>
                        <a:pt x="102" y="57556"/>
                      </a:lnTo>
                      <a:lnTo>
                        <a:pt x="48933" y="93037"/>
                      </a:lnTo>
                      <a:lnTo>
                        <a:pt x="30281" y="150445"/>
                      </a:lnTo>
                      <a:lnTo>
                        <a:pt x="79113" y="114965"/>
                      </a:lnTo>
                      <a:lnTo>
                        <a:pt x="127944" y="150445"/>
                      </a:lnTo>
                      <a:lnTo>
                        <a:pt x="109292" y="93037"/>
                      </a:lnTo>
                      <a:lnTo>
                        <a:pt x="158123" y="57556"/>
                      </a:lnTo>
                      <a:lnTo>
                        <a:pt x="97764" y="5755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5" name="任意多边形: 形状 3964"/>
                <p:cNvSpPr/>
                <p:nvPr/>
              </p:nvSpPr>
              <p:spPr>
                <a:xfrm>
                  <a:off x="3775200" y="34223831"/>
                  <a:ext cx="360000" cy="360000"/>
                </a:xfrm>
                <a:custGeom>
                  <a:avLst/>
                  <a:gdLst>
                    <a:gd name="csX0" fmla="*/ 79151 w 158020"/>
                    <a:gd name="csY0" fmla="*/ 74 h 150296"/>
                    <a:gd name="csX1" fmla="*/ 60499 w 158020"/>
                    <a:gd name="csY1" fmla="*/ 57483 h 150296"/>
                    <a:gd name="csX2" fmla="*/ 140 w 158020"/>
                    <a:gd name="csY2" fmla="*/ 57483 h 150296"/>
                    <a:gd name="csX3" fmla="*/ 48971 w 158020"/>
                    <a:gd name="csY3" fmla="*/ 92963 h 150296"/>
                    <a:gd name="csX4" fmla="*/ 30320 w 158020"/>
                    <a:gd name="csY4" fmla="*/ 150371 h 150296"/>
                    <a:gd name="csX5" fmla="*/ 79151 w 158020"/>
                    <a:gd name="csY5" fmla="*/ 114891 h 150296"/>
                    <a:gd name="csX6" fmla="*/ 127982 w 158020"/>
                    <a:gd name="csY6" fmla="*/ 150371 h 150296"/>
                    <a:gd name="csX7" fmla="*/ 109330 w 158020"/>
                    <a:gd name="csY7" fmla="*/ 92963 h 150296"/>
                    <a:gd name="csX8" fmla="*/ 158161 w 158020"/>
                    <a:gd name="csY8" fmla="*/ 57483 h 150296"/>
                    <a:gd name="csX9" fmla="*/ 97803 w 158020"/>
                    <a:gd name="csY9" fmla="*/ 57483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51" y="74"/>
                      </a:moveTo>
                      <a:lnTo>
                        <a:pt x="60499" y="57483"/>
                      </a:lnTo>
                      <a:lnTo>
                        <a:pt x="140" y="57483"/>
                      </a:lnTo>
                      <a:lnTo>
                        <a:pt x="48971" y="92963"/>
                      </a:lnTo>
                      <a:lnTo>
                        <a:pt x="30320" y="150371"/>
                      </a:lnTo>
                      <a:lnTo>
                        <a:pt x="79151" y="114891"/>
                      </a:lnTo>
                      <a:lnTo>
                        <a:pt x="127982" y="150371"/>
                      </a:lnTo>
                      <a:lnTo>
                        <a:pt x="109330" y="92963"/>
                      </a:lnTo>
                      <a:lnTo>
                        <a:pt x="158161" y="57483"/>
                      </a:lnTo>
                      <a:lnTo>
                        <a:pt x="97803" y="57483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  <p:sp>
              <p:nvSpPr>
                <p:cNvPr id="3966" name="任意多边形: 形状 3965"/>
                <p:cNvSpPr/>
                <p:nvPr/>
              </p:nvSpPr>
              <p:spPr>
                <a:xfrm>
                  <a:off x="4526437" y="34739875"/>
                  <a:ext cx="360000" cy="360000"/>
                </a:xfrm>
                <a:custGeom>
                  <a:avLst/>
                  <a:gdLst>
                    <a:gd name="csX0" fmla="*/ 79186 w 158020"/>
                    <a:gd name="csY0" fmla="*/ 99 h 150296"/>
                    <a:gd name="csX1" fmla="*/ 60534 w 158020"/>
                    <a:gd name="csY1" fmla="*/ 57507 h 150296"/>
                    <a:gd name="csX2" fmla="*/ 175 w 158020"/>
                    <a:gd name="csY2" fmla="*/ 57507 h 150296"/>
                    <a:gd name="csX3" fmla="*/ 49006 w 158020"/>
                    <a:gd name="csY3" fmla="*/ 92987 h 150296"/>
                    <a:gd name="csX4" fmla="*/ 30355 w 158020"/>
                    <a:gd name="csY4" fmla="*/ 150395 h 150296"/>
                    <a:gd name="csX5" fmla="*/ 79186 w 158020"/>
                    <a:gd name="csY5" fmla="*/ 114915 h 150296"/>
                    <a:gd name="csX6" fmla="*/ 128017 w 158020"/>
                    <a:gd name="csY6" fmla="*/ 150395 h 150296"/>
                    <a:gd name="csX7" fmla="*/ 109365 w 158020"/>
                    <a:gd name="csY7" fmla="*/ 92987 h 150296"/>
                    <a:gd name="csX8" fmla="*/ 158196 w 158020"/>
                    <a:gd name="csY8" fmla="*/ 57507 h 150296"/>
                    <a:gd name="csX9" fmla="*/ 97838 w 158020"/>
                    <a:gd name="csY9" fmla="*/ 57507 h 150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</a:cxnLst>
                  <a:rect l="l" t="t" r="r" b="b"/>
                  <a:pathLst>
                    <a:path w="158020" h="150296">
                      <a:moveTo>
                        <a:pt x="79186" y="99"/>
                      </a:moveTo>
                      <a:lnTo>
                        <a:pt x="60534" y="57507"/>
                      </a:lnTo>
                      <a:lnTo>
                        <a:pt x="175" y="57507"/>
                      </a:lnTo>
                      <a:lnTo>
                        <a:pt x="49006" y="92987"/>
                      </a:lnTo>
                      <a:lnTo>
                        <a:pt x="30355" y="150395"/>
                      </a:lnTo>
                      <a:lnTo>
                        <a:pt x="79186" y="114915"/>
                      </a:lnTo>
                      <a:lnTo>
                        <a:pt x="128017" y="150395"/>
                      </a:lnTo>
                      <a:lnTo>
                        <a:pt x="109365" y="92987"/>
                      </a:lnTo>
                      <a:lnTo>
                        <a:pt x="158196" y="57507"/>
                      </a:lnTo>
                      <a:lnTo>
                        <a:pt x="97838" y="57507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 w="17157" cap="flat">
                  <a:noFill/>
                  <a:prstDash val="solid"/>
                  <a:round/>
                </a:ln>
              </p:spPr>
            </p:sp>
          </p:grpSp>
        </p:grpSp>
      </p:grpSp>
      <p:sp>
        <p:nvSpPr>
          <p:cNvPr id="549" name="任意多边形: 形状 3899"/>
          <p:cNvSpPr/>
          <p:nvPr/>
        </p:nvSpPr>
        <p:spPr>
          <a:xfrm>
            <a:off x="5616575" y="30132020"/>
            <a:ext cx="360000" cy="360000"/>
          </a:xfrm>
          <a:custGeom>
            <a:avLst/>
            <a:gdLst>
              <a:gd name="csX0" fmla="*/ 76055 w 151676"/>
              <a:gd name="csY0" fmla="*/ 151907 h 151685"/>
              <a:gd name="csX1" fmla="*/ 129681 w 151676"/>
              <a:gd name="csY1" fmla="*/ 129694 h 151685"/>
              <a:gd name="csX2" fmla="*/ 151893 w 151676"/>
              <a:gd name="csY2" fmla="*/ 76064 h 151685"/>
              <a:gd name="csX3" fmla="*/ 129681 w 151676"/>
              <a:gd name="csY3" fmla="*/ 22435 h 151685"/>
              <a:gd name="csX4" fmla="*/ 76055 w 151676"/>
              <a:gd name="csY4" fmla="*/ 221 h 151685"/>
              <a:gd name="csX5" fmla="*/ 22429 w 151676"/>
              <a:gd name="csY5" fmla="*/ 22435 h 151685"/>
              <a:gd name="csX6" fmla="*/ 217 w 151676"/>
              <a:gd name="csY6" fmla="*/ 76064 h 151685"/>
              <a:gd name="csX7" fmla="*/ 22429 w 151676"/>
              <a:gd name="csY7" fmla="*/ 129694 h 151685"/>
              <a:gd name="csX8" fmla="*/ 76055 w 151676"/>
              <a:gd name="csY8" fmla="*/ 151907 h 1516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1676" h="151685">
                <a:moveTo>
                  <a:pt x="76055" y="151907"/>
                </a:moveTo>
                <a:cubicBezTo>
                  <a:pt x="96168" y="151907"/>
                  <a:pt x="115459" y="143916"/>
                  <a:pt x="129681" y="129694"/>
                </a:cubicBezTo>
                <a:cubicBezTo>
                  <a:pt x="143902" y="115471"/>
                  <a:pt x="151893" y="96178"/>
                  <a:pt x="151893" y="76064"/>
                </a:cubicBezTo>
                <a:cubicBezTo>
                  <a:pt x="151893" y="55951"/>
                  <a:pt x="143902" y="36658"/>
                  <a:pt x="129681" y="22435"/>
                </a:cubicBezTo>
                <a:cubicBezTo>
                  <a:pt x="115459" y="8213"/>
                  <a:pt x="96168" y="221"/>
                  <a:pt x="76055" y="221"/>
                </a:cubicBezTo>
                <a:cubicBezTo>
                  <a:pt x="55942" y="221"/>
                  <a:pt x="36651" y="8213"/>
                  <a:pt x="22429" y="22435"/>
                </a:cubicBezTo>
                <a:cubicBezTo>
                  <a:pt x="8208" y="36658"/>
                  <a:pt x="217" y="55951"/>
                  <a:pt x="217" y="76064"/>
                </a:cubicBezTo>
                <a:cubicBezTo>
                  <a:pt x="217" y="96178"/>
                  <a:pt x="8208" y="115471"/>
                  <a:pt x="22429" y="129694"/>
                </a:cubicBezTo>
                <a:cubicBezTo>
                  <a:pt x="36651" y="143916"/>
                  <a:pt x="55942" y="151907"/>
                  <a:pt x="76055" y="151907"/>
                </a:cubicBezTo>
                <a:close/>
              </a:path>
            </a:pathLst>
          </a:custGeom>
          <a:solidFill>
            <a:srgbClr val="2196F3"/>
          </a:solidFill>
          <a:ln w="25400" cap="flat">
            <a:solidFill>
              <a:schemeClr val="tx1">
                <a:lumMod val="65000"/>
                <a:lumOff val="35000"/>
              </a:schemeClr>
            </a:solidFill>
            <a:prstDash val="solid"/>
            <a:round/>
          </a:ln>
        </p:spPr>
      </p:sp>
      <p:sp>
        <p:nvSpPr>
          <p:cNvPr id="551" name="任意多边形: 形状 3953"/>
          <p:cNvSpPr/>
          <p:nvPr/>
        </p:nvSpPr>
        <p:spPr>
          <a:xfrm>
            <a:off x="13925550" y="30090110"/>
            <a:ext cx="360000" cy="360000"/>
          </a:xfrm>
          <a:custGeom>
            <a:avLst/>
            <a:gdLst>
              <a:gd name="csX0" fmla="*/ 79458 w 158020"/>
              <a:gd name="csY0" fmla="*/ 228 h 150296"/>
              <a:gd name="csX1" fmla="*/ 60806 w 158020"/>
              <a:gd name="csY1" fmla="*/ 57636 h 150296"/>
              <a:gd name="csX2" fmla="*/ 447 w 158020"/>
              <a:gd name="csY2" fmla="*/ 57636 h 150296"/>
              <a:gd name="csX3" fmla="*/ 49278 w 158020"/>
              <a:gd name="csY3" fmla="*/ 93117 h 150296"/>
              <a:gd name="csX4" fmla="*/ 30626 w 158020"/>
              <a:gd name="csY4" fmla="*/ 150525 h 150296"/>
              <a:gd name="csX5" fmla="*/ 79458 w 158020"/>
              <a:gd name="csY5" fmla="*/ 115044 h 150296"/>
              <a:gd name="csX6" fmla="*/ 128289 w 158020"/>
              <a:gd name="csY6" fmla="*/ 150525 h 150296"/>
              <a:gd name="csX7" fmla="*/ 109637 w 158020"/>
              <a:gd name="csY7" fmla="*/ 93117 h 150296"/>
              <a:gd name="csX8" fmla="*/ 158468 w 158020"/>
              <a:gd name="csY8" fmla="*/ 57636 h 150296"/>
              <a:gd name="csX9" fmla="*/ 98109 w 158020"/>
              <a:gd name="csY9" fmla="*/ 57636 h 1502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58020" h="150296">
                <a:moveTo>
                  <a:pt x="79458" y="228"/>
                </a:moveTo>
                <a:lnTo>
                  <a:pt x="60806" y="57636"/>
                </a:lnTo>
                <a:lnTo>
                  <a:pt x="447" y="57636"/>
                </a:lnTo>
                <a:lnTo>
                  <a:pt x="49278" y="93117"/>
                </a:lnTo>
                <a:lnTo>
                  <a:pt x="30626" y="150525"/>
                </a:lnTo>
                <a:lnTo>
                  <a:pt x="79458" y="115044"/>
                </a:lnTo>
                <a:lnTo>
                  <a:pt x="128289" y="150525"/>
                </a:lnTo>
                <a:lnTo>
                  <a:pt x="109637" y="93117"/>
                </a:lnTo>
                <a:lnTo>
                  <a:pt x="158468" y="57636"/>
                </a:lnTo>
                <a:lnTo>
                  <a:pt x="98109" y="57636"/>
                </a:lnTo>
                <a:close/>
              </a:path>
            </a:pathLst>
          </a:custGeom>
          <a:solidFill>
            <a:srgbClr val="333333"/>
          </a:solidFill>
          <a:ln w="17157" cap="flat">
            <a:noFill/>
            <a:prstDash val="solid"/>
            <a:round/>
          </a:ln>
        </p:spPr>
      </p:sp>
      <p:sp>
        <p:nvSpPr>
          <p:cNvPr id="552" name="文本框 551"/>
          <p:cNvSpPr txBox="1"/>
          <p:nvPr/>
        </p:nvSpPr>
        <p:spPr>
          <a:xfrm>
            <a:off x="14309725" y="29766260"/>
            <a:ext cx="6447155" cy="117411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Target 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(t=1)</a:t>
            </a:r>
            <a:endParaRPr lang="zh-CN" altLang="en-US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5" name="文本框 564"/>
          <p:cNvSpPr txBox="1"/>
          <p:nvPr/>
        </p:nvSpPr>
        <p:spPr>
          <a:xfrm>
            <a:off x="1587500" y="26970990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-4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6" name="文本框 565"/>
          <p:cNvSpPr txBox="1"/>
          <p:nvPr/>
        </p:nvSpPr>
        <p:spPr>
          <a:xfrm>
            <a:off x="1587500" y="25386030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-2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7" name="文本框 566"/>
          <p:cNvSpPr txBox="1"/>
          <p:nvPr/>
        </p:nvSpPr>
        <p:spPr>
          <a:xfrm>
            <a:off x="1587500" y="23808690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8" name="文本框 567"/>
          <p:cNvSpPr txBox="1"/>
          <p:nvPr/>
        </p:nvSpPr>
        <p:spPr>
          <a:xfrm>
            <a:off x="1587500" y="2248598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9" name="文本框 568"/>
          <p:cNvSpPr txBox="1"/>
          <p:nvPr/>
        </p:nvSpPr>
        <p:spPr>
          <a:xfrm>
            <a:off x="1587500" y="20782280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3836670" y="28601670"/>
            <a:ext cx="8238490" cy="1079500"/>
            <a:chOff x="5652" y="54042"/>
            <a:chExt cx="12974" cy="1700"/>
          </a:xfrm>
        </p:grpSpPr>
        <p:sp>
          <p:nvSpPr>
            <p:cNvPr id="24" name="文本框 23"/>
            <p:cNvSpPr txBox="1"/>
            <p:nvPr/>
          </p:nvSpPr>
          <p:spPr>
            <a:xfrm>
              <a:off x="5652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8045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0438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2831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5224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2885420" y="28601670"/>
            <a:ext cx="8238490" cy="1079500"/>
            <a:chOff x="5652" y="54042"/>
            <a:chExt cx="12974" cy="1700"/>
          </a:xfrm>
        </p:grpSpPr>
        <p:sp>
          <p:nvSpPr>
            <p:cNvPr id="34" name="文本框 33"/>
            <p:cNvSpPr txBox="1"/>
            <p:nvPr/>
          </p:nvSpPr>
          <p:spPr>
            <a:xfrm>
              <a:off x="5652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8045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0438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2831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224" y="54042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62" name="组合 461"/>
          <p:cNvGrpSpPr/>
          <p:nvPr/>
        </p:nvGrpSpPr>
        <p:grpSpPr>
          <a:xfrm>
            <a:off x="21965285" y="20136600"/>
            <a:ext cx="16198850" cy="10803775"/>
            <a:chOff x="34591" y="32719"/>
            <a:chExt cx="25510" cy="17014"/>
          </a:xfrm>
        </p:grpSpPr>
        <p:sp>
          <p:nvSpPr>
            <p:cNvPr id="396" name="文本框 395"/>
            <p:cNvSpPr txBox="1"/>
            <p:nvPr/>
          </p:nvSpPr>
          <p:spPr>
            <a:xfrm>
              <a:off x="43280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443" name="组合 4442"/>
            <p:cNvGrpSpPr/>
            <p:nvPr/>
          </p:nvGrpSpPr>
          <p:grpSpPr>
            <a:xfrm>
              <a:off x="40724" y="32719"/>
              <a:ext cx="17166" cy="13226"/>
              <a:chOff x="25171084" y="25851600"/>
              <a:chExt cx="10900605" cy="8398800"/>
            </a:xfrm>
          </p:grpSpPr>
          <p:grpSp>
            <p:nvGrpSpPr>
              <p:cNvPr id="4374" name="组合 4373"/>
              <p:cNvGrpSpPr/>
              <p:nvPr/>
            </p:nvGrpSpPr>
            <p:grpSpPr>
              <a:xfrm>
                <a:off x="25531084" y="27019082"/>
                <a:ext cx="10540605" cy="5153488"/>
                <a:chOff x="25031995" y="33734365"/>
                <a:chExt cx="13417134" cy="5153488"/>
              </a:xfrm>
            </p:grpSpPr>
            <p:sp>
              <p:nvSpPr>
                <p:cNvPr id="4225" name="任意多边形: 形状 4224"/>
                <p:cNvSpPr/>
                <p:nvPr/>
              </p:nvSpPr>
              <p:spPr>
                <a:xfrm>
                  <a:off x="25031995" y="38887853"/>
                  <a:ext cx="13417134" cy="0"/>
                </a:xfrm>
                <a:custGeom>
                  <a:avLst/>
                  <a:gdLst>
                    <a:gd name="csX0" fmla="*/ 0 w 13417134"/>
                    <a:gd name="csY0" fmla="*/ 0 h 28829"/>
                    <a:gd name="csX1" fmla="*/ 13417134 w 13417134"/>
                    <a:gd name="csY1" fmla="*/ 0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417134" h="28829">
                      <a:moveTo>
                        <a:pt x="0" y="0"/>
                      </a:moveTo>
                      <a:lnTo>
                        <a:pt x="13417134" y="0"/>
                      </a:lnTo>
                    </a:path>
                  </a:pathLst>
                </a:custGeom>
                <a:noFill/>
                <a:ln w="101600" cap="sq">
                  <a:solidFill>
                    <a:srgbClr val="B0B0B0">
                      <a:alpha val="30000"/>
                    </a:srgbClr>
                  </a:solidFill>
                  <a:prstDash val="sysDash"/>
                  <a:round/>
                </a:ln>
              </p:spPr>
            </p:sp>
            <p:sp>
              <p:nvSpPr>
                <p:cNvPr id="4213" name="任意多边形: 形状 4212"/>
                <p:cNvSpPr/>
                <p:nvPr/>
              </p:nvSpPr>
              <p:spPr>
                <a:xfrm>
                  <a:off x="25031995" y="37170024"/>
                  <a:ext cx="13417134" cy="0"/>
                </a:xfrm>
                <a:custGeom>
                  <a:avLst/>
                  <a:gdLst>
                    <a:gd name="csX0" fmla="*/ 0 w 13417134"/>
                    <a:gd name="csY0" fmla="*/ 0 h 28829"/>
                    <a:gd name="csX1" fmla="*/ 13417134 w 13417134"/>
                    <a:gd name="csY1" fmla="*/ 0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417134" h="28829">
                      <a:moveTo>
                        <a:pt x="0" y="0"/>
                      </a:moveTo>
                      <a:lnTo>
                        <a:pt x="13417134" y="0"/>
                      </a:lnTo>
                    </a:path>
                  </a:pathLst>
                </a:custGeom>
                <a:noFill/>
                <a:ln w="101600" cap="sq">
                  <a:solidFill>
                    <a:srgbClr val="B0B0B0">
                      <a:alpha val="30000"/>
                    </a:srgbClr>
                  </a:solidFill>
                  <a:prstDash val="sysDash"/>
                  <a:round/>
                </a:ln>
              </p:spPr>
            </p:sp>
            <p:sp>
              <p:nvSpPr>
                <p:cNvPr id="4199" name="任意多边形: 形状 4198"/>
                <p:cNvSpPr/>
                <p:nvPr/>
              </p:nvSpPr>
              <p:spPr>
                <a:xfrm>
                  <a:off x="25031995" y="35452195"/>
                  <a:ext cx="13417134" cy="0"/>
                </a:xfrm>
                <a:custGeom>
                  <a:avLst/>
                  <a:gdLst>
                    <a:gd name="csX0" fmla="*/ 0 w 13417134"/>
                    <a:gd name="csY0" fmla="*/ 0 h 28829"/>
                    <a:gd name="csX1" fmla="*/ 13417134 w 13417134"/>
                    <a:gd name="csY1" fmla="*/ 0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417134" h="28829">
                      <a:moveTo>
                        <a:pt x="0" y="0"/>
                      </a:moveTo>
                      <a:lnTo>
                        <a:pt x="13417134" y="0"/>
                      </a:lnTo>
                    </a:path>
                  </a:pathLst>
                </a:custGeom>
                <a:noFill/>
                <a:ln w="101600" cap="sq">
                  <a:solidFill>
                    <a:srgbClr val="B0B0B0">
                      <a:alpha val="30000"/>
                    </a:srgbClr>
                  </a:solidFill>
                  <a:prstDash val="sysDash"/>
                  <a:round/>
                </a:ln>
              </p:spPr>
            </p:sp>
            <p:sp>
              <p:nvSpPr>
                <p:cNvPr id="4185" name="任意多边形: 形状 4184"/>
                <p:cNvSpPr/>
                <p:nvPr/>
              </p:nvSpPr>
              <p:spPr>
                <a:xfrm>
                  <a:off x="25031995" y="33734365"/>
                  <a:ext cx="13417134" cy="0"/>
                </a:xfrm>
                <a:custGeom>
                  <a:avLst/>
                  <a:gdLst>
                    <a:gd name="csX0" fmla="*/ 0 w 13417134"/>
                    <a:gd name="csY0" fmla="*/ 0 h 28829"/>
                    <a:gd name="csX1" fmla="*/ 13417134 w 13417134"/>
                    <a:gd name="csY1" fmla="*/ 0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417134" h="28829">
                      <a:moveTo>
                        <a:pt x="0" y="0"/>
                      </a:moveTo>
                      <a:lnTo>
                        <a:pt x="13417134" y="0"/>
                      </a:lnTo>
                    </a:path>
                  </a:pathLst>
                </a:custGeom>
                <a:noFill/>
                <a:ln w="101600" cap="sq">
                  <a:solidFill>
                    <a:srgbClr val="B0B0B0">
                      <a:alpha val="30000"/>
                    </a:srgbClr>
                  </a:solidFill>
                  <a:prstDash val="sysDash"/>
                  <a:round/>
                </a:ln>
              </p:spPr>
            </p:sp>
          </p:grpSp>
          <p:sp>
            <p:nvSpPr>
              <p:cNvPr id="4167" name="任意多边形: 形状 4166"/>
              <p:cNvSpPr/>
              <p:nvPr/>
            </p:nvSpPr>
            <p:spPr>
              <a:xfrm>
                <a:off x="25531084" y="25851600"/>
                <a:ext cx="0" cy="8038800"/>
              </a:xfrm>
              <a:custGeom>
                <a:avLst/>
                <a:gdLst>
                  <a:gd name="csX0" fmla="*/ 0 w 28806"/>
                  <a:gd name="csY0" fmla="*/ 7688360 h 7688359"/>
                  <a:gd name="csX1" fmla="*/ 0 w 28806"/>
                  <a:gd name="csY1" fmla="*/ 0 h 7688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806" h="7688359">
                    <a:moveTo>
                      <a:pt x="0" y="7688360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238" name="任意多边形: 形状 4237"/>
              <p:cNvSpPr/>
              <p:nvPr/>
            </p:nvSpPr>
            <p:spPr>
              <a:xfrm>
                <a:off x="25248265" y="33890400"/>
                <a:ext cx="282819" cy="0"/>
              </a:xfrm>
              <a:custGeom>
                <a:avLst/>
                <a:gdLst>
                  <a:gd name="csX0" fmla="*/ 100882 w 100824"/>
                  <a:gd name="csY0" fmla="*/ 274 h 28829"/>
                  <a:gd name="csX1" fmla="*/ 58 w 100824"/>
                  <a:gd name="csY1" fmla="*/ 274 h 288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00824" h="28829">
                    <a:moveTo>
                      <a:pt x="100882" y="274"/>
                    </a:moveTo>
                    <a:lnTo>
                      <a:pt x="58" y="274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grpSp>
            <p:nvGrpSpPr>
              <p:cNvPr id="4439" name="组合 4438"/>
              <p:cNvGrpSpPr/>
              <p:nvPr/>
            </p:nvGrpSpPr>
            <p:grpSpPr>
              <a:xfrm>
                <a:off x="25171084" y="27019082"/>
                <a:ext cx="360000" cy="5153488"/>
                <a:chOff x="25248264" y="27019082"/>
                <a:chExt cx="360000" cy="5153488"/>
              </a:xfrm>
            </p:grpSpPr>
            <p:sp>
              <p:nvSpPr>
                <p:cNvPr id="4226" name="任意多边形: 形状 4225"/>
                <p:cNvSpPr/>
                <p:nvPr/>
              </p:nvSpPr>
              <p:spPr>
                <a:xfrm>
                  <a:off x="25248264" y="32172570"/>
                  <a:ext cx="360000" cy="0"/>
                </a:xfrm>
                <a:custGeom>
                  <a:avLst/>
                  <a:gdLst>
                    <a:gd name="csX0" fmla="*/ 100882 w 100824"/>
                    <a:gd name="csY0" fmla="*/ 214 h 28829"/>
                    <a:gd name="csX1" fmla="*/ 58 w 100824"/>
                    <a:gd name="csY1" fmla="*/ 214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0824" h="28829">
                      <a:moveTo>
                        <a:pt x="100882" y="214"/>
                      </a:moveTo>
                      <a:lnTo>
                        <a:pt x="58" y="214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214" name="任意多边形: 形状 4213"/>
                <p:cNvSpPr/>
                <p:nvPr/>
              </p:nvSpPr>
              <p:spPr>
                <a:xfrm>
                  <a:off x="25248264" y="30454741"/>
                  <a:ext cx="360000" cy="0"/>
                </a:xfrm>
                <a:custGeom>
                  <a:avLst/>
                  <a:gdLst>
                    <a:gd name="csX0" fmla="*/ 100882 w 100824"/>
                    <a:gd name="csY0" fmla="*/ 155 h 28829"/>
                    <a:gd name="csX1" fmla="*/ 58 w 100824"/>
                    <a:gd name="csY1" fmla="*/ 155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0824" h="28829">
                      <a:moveTo>
                        <a:pt x="100882" y="155"/>
                      </a:moveTo>
                      <a:lnTo>
                        <a:pt x="58" y="155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200" name="任意多边形: 形状 4199"/>
                <p:cNvSpPr/>
                <p:nvPr/>
              </p:nvSpPr>
              <p:spPr>
                <a:xfrm>
                  <a:off x="25248264" y="28736912"/>
                  <a:ext cx="360000" cy="0"/>
                </a:xfrm>
                <a:custGeom>
                  <a:avLst/>
                  <a:gdLst>
                    <a:gd name="csX0" fmla="*/ 100882 w 100824"/>
                    <a:gd name="csY0" fmla="*/ 95 h 28829"/>
                    <a:gd name="csX1" fmla="*/ 58 w 100824"/>
                    <a:gd name="csY1" fmla="*/ 95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0824" h="28829">
                      <a:moveTo>
                        <a:pt x="100882" y="95"/>
                      </a:moveTo>
                      <a:lnTo>
                        <a:pt x="58" y="95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186" name="任意多边形: 形状 4185"/>
                <p:cNvSpPr/>
                <p:nvPr/>
              </p:nvSpPr>
              <p:spPr>
                <a:xfrm>
                  <a:off x="25248264" y="27019082"/>
                  <a:ext cx="360000" cy="0"/>
                </a:xfrm>
                <a:custGeom>
                  <a:avLst/>
                  <a:gdLst>
                    <a:gd name="csX0" fmla="*/ 100882 w 100824"/>
                    <a:gd name="csY0" fmla="*/ 36 h 28829"/>
                    <a:gd name="csX1" fmla="*/ 58 w 100824"/>
                    <a:gd name="csY1" fmla="*/ 36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00824" h="28829">
                      <a:moveTo>
                        <a:pt x="100882" y="36"/>
                      </a:moveTo>
                      <a:lnTo>
                        <a:pt x="58" y="36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</p:grpSp>
          <p:grpSp>
            <p:nvGrpSpPr>
              <p:cNvPr id="4442" name="组合 4441"/>
              <p:cNvGrpSpPr/>
              <p:nvPr/>
            </p:nvGrpSpPr>
            <p:grpSpPr>
              <a:xfrm>
                <a:off x="25531084" y="33890400"/>
                <a:ext cx="10540605" cy="360000"/>
                <a:chOff x="25531084" y="33890400"/>
                <a:chExt cx="10540605" cy="360000"/>
              </a:xfrm>
            </p:grpSpPr>
            <p:sp>
              <p:nvSpPr>
                <p:cNvPr id="4312" name="任意多边形: 形状 4311"/>
                <p:cNvSpPr/>
                <p:nvPr/>
              </p:nvSpPr>
              <p:spPr>
                <a:xfrm>
                  <a:off x="27236914" y="33890400"/>
                  <a:ext cx="0" cy="360000"/>
                </a:xfrm>
                <a:custGeom>
                  <a:avLst/>
                  <a:gdLst>
                    <a:gd name="csX0" fmla="*/ 133 w 28806"/>
                    <a:gd name="csY0" fmla="*/ 274 h 100904"/>
                    <a:gd name="csX1" fmla="*/ 133 w 28806"/>
                    <a:gd name="csY1" fmla="*/ 101179 h 1009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806" h="100904">
                      <a:moveTo>
                        <a:pt x="133" y="274"/>
                      </a:moveTo>
                      <a:lnTo>
                        <a:pt x="133" y="101179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314" name="任意多边形: 形状 4313"/>
                <p:cNvSpPr/>
                <p:nvPr/>
              </p:nvSpPr>
              <p:spPr>
                <a:xfrm>
                  <a:off x="30121051" y="33890400"/>
                  <a:ext cx="0" cy="360000"/>
                </a:xfrm>
                <a:custGeom>
                  <a:avLst/>
                  <a:gdLst>
                    <a:gd name="csX0" fmla="*/ 261 w 28806"/>
                    <a:gd name="csY0" fmla="*/ 274 h 100904"/>
                    <a:gd name="csX1" fmla="*/ 261 w 28806"/>
                    <a:gd name="csY1" fmla="*/ 101179 h 1009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806" h="100904">
                      <a:moveTo>
                        <a:pt x="261" y="274"/>
                      </a:moveTo>
                      <a:lnTo>
                        <a:pt x="261" y="101179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316" name="任意多边形: 形状 4315"/>
                <p:cNvSpPr/>
                <p:nvPr/>
              </p:nvSpPr>
              <p:spPr>
                <a:xfrm>
                  <a:off x="33005187" y="33890400"/>
                  <a:ext cx="0" cy="360000"/>
                </a:xfrm>
                <a:custGeom>
                  <a:avLst/>
                  <a:gdLst>
                    <a:gd name="csX0" fmla="*/ 388 w 28806"/>
                    <a:gd name="csY0" fmla="*/ 274 h 100904"/>
                    <a:gd name="csX1" fmla="*/ 388 w 28806"/>
                    <a:gd name="csY1" fmla="*/ 101179 h 1009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806" h="100904">
                      <a:moveTo>
                        <a:pt x="388" y="274"/>
                      </a:moveTo>
                      <a:lnTo>
                        <a:pt x="388" y="101179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318" name="任意多边形: 形状 4317"/>
                <p:cNvSpPr/>
                <p:nvPr/>
              </p:nvSpPr>
              <p:spPr>
                <a:xfrm>
                  <a:off x="35889323" y="33890400"/>
                  <a:ext cx="0" cy="360000"/>
                </a:xfrm>
                <a:custGeom>
                  <a:avLst/>
                  <a:gdLst>
                    <a:gd name="csX0" fmla="*/ 516 w 28806"/>
                    <a:gd name="csY0" fmla="*/ 274 h 100904"/>
                    <a:gd name="csX1" fmla="*/ 516 w 28806"/>
                    <a:gd name="csY1" fmla="*/ 101179 h 1009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28806" h="100904">
                      <a:moveTo>
                        <a:pt x="516" y="274"/>
                      </a:moveTo>
                      <a:lnTo>
                        <a:pt x="516" y="101179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4168" name="任意多边形: 形状 4167"/>
                <p:cNvSpPr/>
                <p:nvPr/>
              </p:nvSpPr>
              <p:spPr>
                <a:xfrm>
                  <a:off x="25531084" y="33890400"/>
                  <a:ext cx="10540605" cy="0"/>
                </a:xfrm>
                <a:custGeom>
                  <a:avLst/>
                  <a:gdLst>
                    <a:gd name="csX0" fmla="*/ 0 w 13417134"/>
                    <a:gd name="csY0" fmla="*/ 0 h 28829"/>
                    <a:gd name="csX1" fmla="*/ 13417134 w 13417134"/>
                    <a:gd name="csY1" fmla="*/ 0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3417134" h="28829">
                      <a:moveTo>
                        <a:pt x="0" y="0"/>
                      </a:moveTo>
                      <a:lnTo>
                        <a:pt x="13417134" y="0"/>
                      </a:lnTo>
                    </a:path>
                  </a:pathLst>
                </a:custGeom>
                <a:noFill/>
                <a:ln w="101600" cap="sq">
                  <a:solidFill>
                    <a:srgbClr val="000000"/>
                  </a:solidFill>
                  <a:prstDash val="solid"/>
                  <a:miter/>
                </a:ln>
              </p:spPr>
            </p:sp>
          </p:grpSp>
          <p:grpSp>
            <p:nvGrpSpPr>
              <p:cNvPr id="4372" name="组合 4371"/>
              <p:cNvGrpSpPr/>
              <p:nvPr/>
            </p:nvGrpSpPr>
            <p:grpSpPr>
              <a:xfrm>
                <a:off x="26010202" y="26568152"/>
                <a:ext cx="9582369" cy="7351077"/>
                <a:chOff x="25641864" y="33283435"/>
                <a:chExt cx="12197395" cy="7351077"/>
              </a:xfrm>
            </p:grpSpPr>
            <p:sp>
              <p:nvSpPr>
                <p:cNvPr id="4321" name="任意多边形: 形状 4320"/>
                <p:cNvSpPr/>
                <p:nvPr/>
              </p:nvSpPr>
              <p:spPr>
                <a:xfrm>
                  <a:off x="25641864" y="40296473"/>
                  <a:ext cx="243947" cy="309209"/>
                </a:xfrm>
                <a:custGeom>
                  <a:avLst/>
                  <a:gdLst>
                    <a:gd name="csX0" fmla="*/ 0 w 243947"/>
                    <a:gd name="csY0" fmla="*/ 309210 h 309209"/>
                    <a:gd name="csX1" fmla="*/ 243948 w 243947"/>
                    <a:gd name="csY1" fmla="*/ 309210 h 309209"/>
                    <a:gd name="csX2" fmla="*/ 243948 w 243947"/>
                    <a:gd name="csY2" fmla="*/ 0 h 309209"/>
                    <a:gd name="csX3" fmla="*/ 0 w 243947"/>
                    <a:gd name="csY3" fmla="*/ 0 h 3092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309209">
                      <a:moveTo>
                        <a:pt x="0" y="309210"/>
                      </a:moveTo>
                      <a:lnTo>
                        <a:pt x="243948" y="309210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2" name="任意多边形: 形状 4321"/>
                <p:cNvSpPr/>
                <p:nvPr/>
              </p:nvSpPr>
              <p:spPr>
                <a:xfrm>
                  <a:off x="25885812" y="38565760"/>
                  <a:ext cx="243948" cy="2039922"/>
                </a:xfrm>
                <a:custGeom>
                  <a:avLst/>
                  <a:gdLst>
                    <a:gd name="csX0" fmla="*/ 0 w 243948"/>
                    <a:gd name="csY0" fmla="*/ 2039922 h 2039922"/>
                    <a:gd name="csX1" fmla="*/ 243948 w 243948"/>
                    <a:gd name="csY1" fmla="*/ 2039922 h 2039922"/>
                    <a:gd name="csX2" fmla="*/ 243948 w 243948"/>
                    <a:gd name="csY2" fmla="*/ 0 h 2039922"/>
                    <a:gd name="csX3" fmla="*/ 0 w 243948"/>
                    <a:gd name="csY3" fmla="*/ 0 h 20399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2039922">
                      <a:moveTo>
                        <a:pt x="0" y="2039922"/>
                      </a:moveTo>
                      <a:lnTo>
                        <a:pt x="243948" y="2039922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3" name="任意多边形: 形状 4322"/>
                <p:cNvSpPr/>
                <p:nvPr/>
              </p:nvSpPr>
              <p:spPr>
                <a:xfrm>
                  <a:off x="26129760" y="35679807"/>
                  <a:ext cx="243947" cy="4925875"/>
                </a:xfrm>
                <a:custGeom>
                  <a:avLst/>
                  <a:gdLst>
                    <a:gd name="csX0" fmla="*/ 0 w 243947"/>
                    <a:gd name="csY0" fmla="*/ 4925876 h 4925875"/>
                    <a:gd name="csX1" fmla="*/ 243948 w 243947"/>
                    <a:gd name="csY1" fmla="*/ 4925876 h 4925875"/>
                    <a:gd name="csX2" fmla="*/ 243948 w 243947"/>
                    <a:gd name="csY2" fmla="*/ 0 h 4925875"/>
                    <a:gd name="csX3" fmla="*/ 0 w 243947"/>
                    <a:gd name="csY3" fmla="*/ 0 h 49258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4925875">
                      <a:moveTo>
                        <a:pt x="0" y="4925876"/>
                      </a:moveTo>
                      <a:lnTo>
                        <a:pt x="243948" y="4925876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4" name="任意多边形: 形状 4323"/>
                <p:cNvSpPr/>
                <p:nvPr/>
              </p:nvSpPr>
              <p:spPr>
                <a:xfrm>
                  <a:off x="26373708" y="34279776"/>
                  <a:ext cx="243947" cy="6325906"/>
                </a:xfrm>
                <a:custGeom>
                  <a:avLst/>
                  <a:gdLst>
                    <a:gd name="csX0" fmla="*/ 0 w 243947"/>
                    <a:gd name="csY0" fmla="*/ 6325907 h 6325906"/>
                    <a:gd name="csX1" fmla="*/ 243948 w 243947"/>
                    <a:gd name="csY1" fmla="*/ 6325907 h 6325906"/>
                    <a:gd name="csX2" fmla="*/ 243948 w 243947"/>
                    <a:gd name="csY2" fmla="*/ 0 h 6325906"/>
                    <a:gd name="csX3" fmla="*/ 0 w 243947"/>
                    <a:gd name="csY3" fmla="*/ 0 h 63259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6325906">
                      <a:moveTo>
                        <a:pt x="0" y="6325907"/>
                      </a:moveTo>
                      <a:lnTo>
                        <a:pt x="243948" y="6325907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5" name="任意多边形: 形状 4324"/>
                <p:cNvSpPr/>
                <p:nvPr/>
              </p:nvSpPr>
              <p:spPr>
                <a:xfrm>
                  <a:off x="26617656" y="33927621"/>
                  <a:ext cx="243948" cy="6678061"/>
                </a:xfrm>
                <a:custGeom>
                  <a:avLst/>
                  <a:gdLst>
                    <a:gd name="csX0" fmla="*/ 0 w 243948"/>
                    <a:gd name="csY0" fmla="*/ 6678062 h 6678061"/>
                    <a:gd name="csX1" fmla="*/ 243948 w 243948"/>
                    <a:gd name="csY1" fmla="*/ 6678062 h 6678061"/>
                    <a:gd name="csX2" fmla="*/ 243948 w 243948"/>
                    <a:gd name="csY2" fmla="*/ 0 h 6678061"/>
                    <a:gd name="csX3" fmla="*/ 0 w 243948"/>
                    <a:gd name="csY3" fmla="*/ 0 h 66780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678061">
                      <a:moveTo>
                        <a:pt x="0" y="6678062"/>
                      </a:moveTo>
                      <a:lnTo>
                        <a:pt x="243948" y="6678062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6" name="任意多边形: 形状 4325"/>
                <p:cNvSpPr/>
                <p:nvPr/>
              </p:nvSpPr>
              <p:spPr>
                <a:xfrm>
                  <a:off x="26861604" y="34060753"/>
                  <a:ext cx="243947" cy="6544929"/>
                </a:xfrm>
                <a:custGeom>
                  <a:avLst/>
                  <a:gdLst>
                    <a:gd name="csX0" fmla="*/ 0 w 243947"/>
                    <a:gd name="csY0" fmla="*/ 6544930 h 6544929"/>
                    <a:gd name="csX1" fmla="*/ 243948 w 243947"/>
                    <a:gd name="csY1" fmla="*/ 6544930 h 6544929"/>
                    <a:gd name="csX2" fmla="*/ 243948 w 243947"/>
                    <a:gd name="csY2" fmla="*/ 0 h 6544929"/>
                    <a:gd name="csX3" fmla="*/ 0 w 243947"/>
                    <a:gd name="csY3" fmla="*/ 0 h 65449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6544929">
                      <a:moveTo>
                        <a:pt x="0" y="6544930"/>
                      </a:moveTo>
                      <a:lnTo>
                        <a:pt x="243948" y="6544930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7" name="任意多边形: 形状 4326"/>
                <p:cNvSpPr/>
                <p:nvPr/>
              </p:nvSpPr>
              <p:spPr>
                <a:xfrm>
                  <a:off x="27105552" y="34378551"/>
                  <a:ext cx="243948" cy="6227131"/>
                </a:xfrm>
                <a:custGeom>
                  <a:avLst/>
                  <a:gdLst>
                    <a:gd name="csX0" fmla="*/ 0 w 243948"/>
                    <a:gd name="csY0" fmla="*/ 6227132 h 6227131"/>
                    <a:gd name="csX1" fmla="*/ 243948 w 243948"/>
                    <a:gd name="csY1" fmla="*/ 6227132 h 6227131"/>
                    <a:gd name="csX2" fmla="*/ 243948 w 243948"/>
                    <a:gd name="csY2" fmla="*/ 0 h 6227131"/>
                    <a:gd name="csX3" fmla="*/ 0 w 243948"/>
                    <a:gd name="csY3" fmla="*/ 0 h 62271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227131">
                      <a:moveTo>
                        <a:pt x="0" y="6227132"/>
                      </a:moveTo>
                      <a:lnTo>
                        <a:pt x="243948" y="6227132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8" name="任意多边形: 形状 4327"/>
                <p:cNvSpPr/>
                <p:nvPr/>
              </p:nvSpPr>
              <p:spPr>
                <a:xfrm>
                  <a:off x="27349500" y="33944800"/>
                  <a:ext cx="243947" cy="6660883"/>
                </a:xfrm>
                <a:custGeom>
                  <a:avLst/>
                  <a:gdLst>
                    <a:gd name="csX0" fmla="*/ 0 w 243947"/>
                    <a:gd name="csY0" fmla="*/ 6660883 h 6660883"/>
                    <a:gd name="csX1" fmla="*/ 243948 w 243947"/>
                    <a:gd name="csY1" fmla="*/ 6660883 h 6660883"/>
                    <a:gd name="csX2" fmla="*/ 243948 w 243947"/>
                    <a:gd name="csY2" fmla="*/ 0 h 6660883"/>
                    <a:gd name="csX3" fmla="*/ 0 w 243947"/>
                    <a:gd name="csY3" fmla="*/ 0 h 66608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6660883">
                      <a:moveTo>
                        <a:pt x="0" y="6660883"/>
                      </a:moveTo>
                      <a:lnTo>
                        <a:pt x="243948" y="666088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29" name="任意多边形: 形状 4328"/>
                <p:cNvSpPr/>
                <p:nvPr/>
              </p:nvSpPr>
              <p:spPr>
                <a:xfrm>
                  <a:off x="27593447" y="33446629"/>
                  <a:ext cx="243948" cy="7159053"/>
                </a:xfrm>
                <a:custGeom>
                  <a:avLst/>
                  <a:gdLst>
                    <a:gd name="csX0" fmla="*/ 0 w 243948"/>
                    <a:gd name="csY0" fmla="*/ 7159054 h 7159053"/>
                    <a:gd name="csX1" fmla="*/ 243948 w 243948"/>
                    <a:gd name="csY1" fmla="*/ 7159054 h 7159053"/>
                    <a:gd name="csX2" fmla="*/ 243948 w 243948"/>
                    <a:gd name="csY2" fmla="*/ 0 h 7159053"/>
                    <a:gd name="csX3" fmla="*/ 0 w 243948"/>
                    <a:gd name="csY3" fmla="*/ 0 h 71590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7159053">
                      <a:moveTo>
                        <a:pt x="0" y="7159054"/>
                      </a:moveTo>
                      <a:lnTo>
                        <a:pt x="243948" y="715905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0" name="任意多边形: 形状 4329"/>
                <p:cNvSpPr/>
                <p:nvPr/>
              </p:nvSpPr>
              <p:spPr>
                <a:xfrm>
                  <a:off x="27837395" y="33493869"/>
                  <a:ext cx="243948" cy="7111813"/>
                </a:xfrm>
                <a:custGeom>
                  <a:avLst/>
                  <a:gdLst>
                    <a:gd name="csX0" fmla="*/ 0 w 243948"/>
                    <a:gd name="csY0" fmla="*/ 7111814 h 7111813"/>
                    <a:gd name="csX1" fmla="*/ 243948 w 243948"/>
                    <a:gd name="csY1" fmla="*/ 7111814 h 7111813"/>
                    <a:gd name="csX2" fmla="*/ 243948 w 243948"/>
                    <a:gd name="csY2" fmla="*/ 0 h 7111813"/>
                    <a:gd name="csX3" fmla="*/ 0 w 243948"/>
                    <a:gd name="csY3" fmla="*/ 0 h 71118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7111813">
                      <a:moveTo>
                        <a:pt x="0" y="7111814"/>
                      </a:moveTo>
                      <a:lnTo>
                        <a:pt x="243948" y="711181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1" name="任意多边形: 形状 4330"/>
                <p:cNvSpPr/>
                <p:nvPr/>
              </p:nvSpPr>
              <p:spPr>
                <a:xfrm>
                  <a:off x="28081344" y="33407978"/>
                  <a:ext cx="243947" cy="7197704"/>
                </a:xfrm>
                <a:custGeom>
                  <a:avLst/>
                  <a:gdLst>
                    <a:gd name="csX0" fmla="*/ 0 w 243947"/>
                    <a:gd name="csY0" fmla="*/ 7197705 h 7197704"/>
                    <a:gd name="csX1" fmla="*/ 243948 w 243947"/>
                    <a:gd name="csY1" fmla="*/ 7197705 h 7197704"/>
                    <a:gd name="csX2" fmla="*/ 243948 w 243947"/>
                    <a:gd name="csY2" fmla="*/ 0 h 7197704"/>
                    <a:gd name="csX3" fmla="*/ 0 w 243947"/>
                    <a:gd name="csY3" fmla="*/ 0 h 71977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7197704">
                      <a:moveTo>
                        <a:pt x="0" y="7197705"/>
                      </a:moveTo>
                      <a:lnTo>
                        <a:pt x="243948" y="7197705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332" name="任意多边形: 形状 4331"/>
                <p:cNvSpPr/>
                <p:nvPr/>
              </p:nvSpPr>
              <p:spPr>
                <a:xfrm>
                  <a:off x="28325291" y="33313497"/>
                  <a:ext cx="243948" cy="7292185"/>
                </a:xfrm>
                <a:custGeom>
                  <a:avLst/>
                  <a:gdLst>
                    <a:gd name="csX0" fmla="*/ 0 w 243948"/>
                    <a:gd name="csY0" fmla="*/ 7292186 h 7292185"/>
                    <a:gd name="csX1" fmla="*/ 243948 w 243948"/>
                    <a:gd name="csY1" fmla="*/ 7292186 h 7292185"/>
                    <a:gd name="csX2" fmla="*/ 243948 w 243948"/>
                    <a:gd name="csY2" fmla="*/ 0 h 7292185"/>
                    <a:gd name="csX3" fmla="*/ 0 w 243948"/>
                    <a:gd name="csY3" fmla="*/ 0 h 72921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7292185">
                      <a:moveTo>
                        <a:pt x="0" y="7292186"/>
                      </a:moveTo>
                      <a:lnTo>
                        <a:pt x="243948" y="7292186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3" name="任意多边形: 形状 4332"/>
                <p:cNvSpPr/>
                <p:nvPr/>
              </p:nvSpPr>
              <p:spPr>
                <a:xfrm>
                  <a:off x="28569239" y="33622706"/>
                  <a:ext cx="243948" cy="6982976"/>
                </a:xfrm>
                <a:custGeom>
                  <a:avLst/>
                  <a:gdLst>
                    <a:gd name="csX0" fmla="*/ 0 w 243948"/>
                    <a:gd name="csY0" fmla="*/ 6982977 h 6982976"/>
                    <a:gd name="csX1" fmla="*/ 243948 w 243948"/>
                    <a:gd name="csY1" fmla="*/ 6982977 h 6982976"/>
                    <a:gd name="csX2" fmla="*/ 243948 w 243948"/>
                    <a:gd name="csY2" fmla="*/ 0 h 6982976"/>
                    <a:gd name="csX3" fmla="*/ 0 w 243948"/>
                    <a:gd name="csY3" fmla="*/ 0 h 69829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982976">
                      <a:moveTo>
                        <a:pt x="0" y="6982977"/>
                      </a:moveTo>
                      <a:lnTo>
                        <a:pt x="243948" y="6982977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4" name="任意多边形: 形状 4333"/>
                <p:cNvSpPr/>
                <p:nvPr/>
              </p:nvSpPr>
              <p:spPr>
                <a:xfrm>
                  <a:off x="28813187" y="33283435"/>
                  <a:ext cx="243947" cy="7322247"/>
                </a:xfrm>
                <a:custGeom>
                  <a:avLst/>
                  <a:gdLst>
                    <a:gd name="csX0" fmla="*/ 0 w 243947"/>
                    <a:gd name="csY0" fmla="*/ 7322248 h 7322247"/>
                    <a:gd name="csX1" fmla="*/ 243948 w 243947"/>
                    <a:gd name="csY1" fmla="*/ 7322248 h 7322247"/>
                    <a:gd name="csX2" fmla="*/ 243948 w 243947"/>
                    <a:gd name="csY2" fmla="*/ 0 h 7322247"/>
                    <a:gd name="csX3" fmla="*/ 0 w 243947"/>
                    <a:gd name="csY3" fmla="*/ 0 h 73222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7322247">
                      <a:moveTo>
                        <a:pt x="0" y="7322248"/>
                      </a:moveTo>
                      <a:lnTo>
                        <a:pt x="243948" y="7322248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5" name="任意多边形: 形状 4334"/>
                <p:cNvSpPr/>
                <p:nvPr/>
              </p:nvSpPr>
              <p:spPr>
                <a:xfrm>
                  <a:off x="29057135" y="33682831"/>
                  <a:ext cx="243948" cy="6922852"/>
                </a:xfrm>
                <a:custGeom>
                  <a:avLst/>
                  <a:gdLst>
                    <a:gd name="csX0" fmla="*/ 0 w 243948"/>
                    <a:gd name="csY0" fmla="*/ 6922852 h 6922852"/>
                    <a:gd name="csX1" fmla="*/ 243948 w 243948"/>
                    <a:gd name="csY1" fmla="*/ 6922852 h 6922852"/>
                    <a:gd name="csX2" fmla="*/ 243948 w 243948"/>
                    <a:gd name="csY2" fmla="*/ 0 h 6922852"/>
                    <a:gd name="csX3" fmla="*/ 0 w 243948"/>
                    <a:gd name="csY3" fmla="*/ 0 h 69228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922852">
                      <a:moveTo>
                        <a:pt x="0" y="6922852"/>
                      </a:moveTo>
                      <a:lnTo>
                        <a:pt x="243948" y="6922852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6" name="任意多边形: 形状 4335"/>
                <p:cNvSpPr/>
                <p:nvPr/>
              </p:nvSpPr>
              <p:spPr>
                <a:xfrm>
                  <a:off x="29301083" y="33682831"/>
                  <a:ext cx="243948" cy="6922852"/>
                </a:xfrm>
                <a:custGeom>
                  <a:avLst/>
                  <a:gdLst>
                    <a:gd name="csX0" fmla="*/ 0 w 243948"/>
                    <a:gd name="csY0" fmla="*/ 6922852 h 6922852"/>
                    <a:gd name="csX1" fmla="*/ 243948 w 243948"/>
                    <a:gd name="csY1" fmla="*/ 6922852 h 6922852"/>
                    <a:gd name="csX2" fmla="*/ 243948 w 243948"/>
                    <a:gd name="csY2" fmla="*/ 0 h 6922852"/>
                    <a:gd name="csX3" fmla="*/ 0 w 243948"/>
                    <a:gd name="csY3" fmla="*/ 0 h 69228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922852">
                      <a:moveTo>
                        <a:pt x="0" y="6922852"/>
                      </a:moveTo>
                      <a:lnTo>
                        <a:pt x="243948" y="6922852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7" name="任意多边形: 形状 4336"/>
                <p:cNvSpPr/>
                <p:nvPr/>
              </p:nvSpPr>
              <p:spPr>
                <a:xfrm>
                  <a:off x="29545031" y="34292660"/>
                  <a:ext cx="243947" cy="6313022"/>
                </a:xfrm>
                <a:custGeom>
                  <a:avLst/>
                  <a:gdLst>
                    <a:gd name="csX0" fmla="*/ 0 w 243947"/>
                    <a:gd name="csY0" fmla="*/ 6313023 h 6313022"/>
                    <a:gd name="csX1" fmla="*/ 243948 w 243947"/>
                    <a:gd name="csY1" fmla="*/ 6313023 h 6313022"/>
                    <a:gd name="csX2" fmla="*/ 243948 w 243947"/>
                    <a:gd name="csY2" fmla="*/ 0 h 6313022"/>
                    <a:gd name="csX3" fmla="*/ 0 w 243947"/>
                    <a:gd name="csY3" fmla="*/ 0 h 63130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6313022">
                      <a:moveTo>
                        <a:pt x="0" y="6313023"/>
                      </a:moveTo>
                      <a:lnTo>
                        <a:pt x="243948" y="631302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8" name="任意多边形: 形状 4337"/>
                <p:cNvSpPr/>
                <p:nvPr/>
              </p:nvSpPr>
              <p:spPr>
                <a:xfrm>
                  <a:off x="29788979" y="34365668"/>
                  <a:ext cx="243948" cy="6240015"/>
                </a:xfrm>
                <a:custGeom>
                  <a:avLst/>
                  <a:gdLst>
                    <a:gd name="csX0" fmla="*/ 0 w 243948"/>
                    <a:gd name="csY0" fmla="*/ 6240015 h 6240015"/>
                    <a:gd name="csX1" fmla="*/ 243948 w 243948"/>
                    <a:gd name="csY1" fmla="*/ 6240015 h 6240015"/>
                    <a:gd name="csX2" fmla="*/ 243948 w 243948"/>
                    <a:gd name="csY2" fmla="*/ 0 h 6240015"/>
                    <a:gd name="csX3" fmla="*/ 0 w 243948"/>
                    <a:gd name="csY3" fmla="*/ 0 h 62400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240015">
                      <a:moveTo>
                        <a:pt x="0" y="6240015"/>
                      </a:moveTo>
                      <a:lnTo>
                        <a:pt x="243948" y="6240015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39" name="任意多边形: 形状 4338"/>
                <p:cNvSpPr/>
                <p:nvPr/>
              </p:nvSpPr>
              <p:spPr>
                <a:xfrm>
                  <a:off x="30032927" y="35039916"/>
                  <a:ext cx="243948" cy="5565767"/>
                </a:xfrm>
                <a:custGeom>
                  <a:avLst/>
                  <a:gdLst>
                    <a:gd name="csX0" fmla="*/ 0 w 243948"/>
                    <a:gd name="csY0" fmla="*/ 5565767 h 5565767"/>
                    <a:gd name="csX1" fmla="*/ 243948 w 243948"/>
                    <a:gd name="csY1" fmla="*/ 5565767 h 5565767"/>
                    <a:gd name="csX2" fmla="*/ 243948 w 243948"/>
                    <a:gd name="csY2" fmla="*/ 0 h 5565767"/>
                    <a:gd name="csX3" fmla="*/ 0 w 243948"/>
                    <a:gd name="csY3" fmla="*/ 0 h 55657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5565767">
                      <a:moveTo>
                        <a:pt x="0" y="5565767"/>
                      </a:moveTo>
                      <a:lnTo>
                        <a:pt x="243948" y="5565767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0" name="任意多边形: 形状 4339"/>
                <p:cNvSpPr/>
                <p:nvPr/>
              </p:nvSpPr>
              <p:spPr>
                <a:xfrm>
                  <a:off x="30276875" y="35250350"/>
                  <a:ext cx="243948" cy="5355333"/>
                </a:xfrm>
                <a:custGeom>
                  <a:avLst/>
                  <a:gdLst>
                    <a:gd name="csX0" fmla="*/ 0 w 243948"/>
                    <a:gd name="csY0" fmla="*/ 5355333 h 5355333"/>
                    <a:gd name="csX1" fmla="*/ 243948 w 243948"/>
                    <a:gd name="csY1" fmla="*/ 5355333 h 5355333"/>
                    <a:gd name="csX2" fmla="*/ 243948 w 243948"/>
                    <a:gd name="csY2" fmla="*/ 0 h 5355333"/>
                    <a:gd name="csX3" fmla="*/ 0 w 243948"/>
                    <a:gd name="csY3" fmla="*/ 0 h 53553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5355333">
                      <a:moveTo>
                        <a:pt x="0" y="5355333"/>
                      </a:moveTo>
                      <a:lnTo>
                        <a:pt x="243948" y="535533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1" name="任意多边形: 形状 4340"/>
                <p:cNvSpPr/>
                <p:nvPr/>
              </p:nvSpPr>
              <p:spPr>
                <a:xfrm>
                  <a:off x="30520823" y="35860179"/>
                  <a:ext cx="243948" cy="4745503"/>
                </a:xfrm>
                <a:custGeom>
                  <a:avLst/>
                  <a:gdLst>
                    <a:gd name="csX0" fmla="*/ 0 w 243948"/>
                    <a:gd name="csY0" fmla="*/ 4745504 h 4745503"/>
                    <a:gd name="csX1" fmla="*/ 243948 w 243948"/>
                    <a:gd name="csY1" fmla="*/ 4745504 h 4745503"/>
                    <a:gd name="csX2" fmla="*/ 243948 w 243948"/>
                    <a:gd name="csY2" fmla="*/ 0 h 4745503"/>
                    <a:gd name="csX3" fmla="*/ 0 w 243948"/>
                    <a:gd name="csY3" fmla="*/ 0 h 47455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4745503">
                      <a:moveTo>
                        <a:pt x="0" y="4745504"/>
                      </a:moveTo>
                      <a:lnTo>
                        <a:pt x="243948" y="474550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2" name="任意多边形: 形状 4341"/>
                <p:cNvSpPr/>
                <p:nvPr/>
              </p:nvSpPr>
              <p:spPr>
                <a:xfrm>
                  <a:off x="30764771" y="36293931"/>
                  <a:ext cx="243947" cy="4311751"/>
                </a:xfrm>
                <a:custGeom>
                  <a:avLst/>
                  <a:gdLst>
                    <a:gd name="csX0" fmla="*/ 0 w 243947"/>
                    <a:gd name="csY0" fmla="*/ 4311752 h 4311751"/>
                    <a:gd name="csX1" fmla="*/ 243948 w 243947"/>
                    <a:gd name="csY1" fmla="*/ 4311752 h 4311751"/>
                    <a:gd name="csX2" fmla="*/ 243948 w 243947"/>
                    <a:gd name="csY2" fmla="*/ 0 h 4311751"/>
                    <a:gd name="csX3" fmla="*/ 0 w 243947"/>
                    <a:gd name="csY3" fmla="*/ 0 h 431175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4311751">
                      <a:moveTo>
                        <a:pt x="0" y="4311752"/>
                      </a:moveTo>
                      <a:lnTo>
                        <a:pt x="243948" y="4311752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3" name="任意多边形: 形状 4342"/>
                <p:cNvSpPr/>
                <p:nvPr/>
              </p:nvSpPr>
              <p:spPr>
                <a:xfrm>
                  <a:off x="31008718" y="36929528"/>
                  <a:ext cx="243947" cy="3676155"/>
                </a:xfrm>
                <a:custGeom>
                  <a:avLst/>
                  <a:gdLst>
                    <a:gd name="csX0" fmla="*/ 0 w 243947"/>
                    <a:gd name="csY0" fmla="*/ 3676155 h 3676155"/>
                    <a:gd name="csX1" fmla="*/ 243948 w 243947"/>
                    <a:gd name="csY1" fmla="*/ 3676155 h 3676155"/>
                    <a:gd name="csX2" fmla="*/ 243948 w 243947"/>
                    <a:gd name="csY2" fmla="*/ 0 h 3676155"/>
                    <a:gd name="csX3" fmla="*/ 0 w 243947"/>
                    <a:gd name="csY3" fmla="*/ 0 h 36761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3676155">
                      <a:moveTo>
                        <a:pt x="0" y="3676155"/>
                      </a:moveTo>
                      <a:lnTo>
                        <a:pt x="243948" y="3676155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4" name="任意多边形: 形状 4343"/>
                <p:cNvSpPr/>
                <p:nvPr/>
              </p:nvSpPr>
              <p:spPr>
                <a:xfrm>
                  <a:off x="31252666" y="37414815"/>
                  <a:ext cx="243948" cy="3190868"/>
                </a:xfrm>
                <a:custGeom>
                  <a:avLst/>
                  <a:gdLst>
                    <a:gd name="csX0" fmla="*/ 0 w 243948"/>
                    <a:gd name="csY0" fmla="*/ 3190868 h 3190868"/>
                    <a:gd name="csX1" fmla="*/ 243949 w 243948"/>
                    <a:gd name="csY1" fmla="*/ 3190868 h 3190868"/>
                    <a:gd name="csX2" fmla="*/ 243949 w 243948"/>
                    <a:gd name="csY2" fmla="*/ 0 h 3190868"/>
                    <a:gd name="csX3" fmla="*/ 0 w 243948"/>
                    <a:gd name="csY3" fmla="*/ 0 h 31908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3190868">
                      <a:moveTo>
                        <a:pt x="0" y="3190868"/>
                      </a:moveTo>
                      <a:lnTo>
                        <a:pt x="243949" y="3190868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5" name="任意多边形: 形状 4344"/>
                <p:cNvSpPr/>
                <p:nvPr/>
              </p:nvSpPr>
              <p:spPr>
                <a:xfrm>
                  <a:off x="31496615" y="37672489"/>
                  <a:ext cx="243947" cy="2933193"/>
                </a:xfrm>
                <a:custGeom>
                  <a:avLst/>
                  <a:gdLst>
                    <a:gd name="csX0" fmla="*/ 0 w 243947"/>
                    <a:gd name="csY0" fmla="*/ 2933194 h 2933193"/>
                    <a:gd name="csX1" fmla="*/ 243948 w 243947"/>
                    <a:gd name="csY1" fmla="*/ 2933194 h 2933193"/>
                    <a:gd name="csX2" fmla="*/ 243948 w 243947"/>
                    <a:gd name="csY2" fmla="*/ 0 h 2933193"/>
                    <a:gd name="csX3" fmla="*/ 0 w 243947"/>
                    <a:gd name="csY3" fmla="*/ 0 h 29331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2933193">
                      <a:moveTo>
                        <a:pt x="0" y="2933194"/>
                      </a:moveTo>
                      <a:lnTo>
                        <a:pt x="243948" y="293319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6" name="任意多边形: 形状 4345"/>
                <p:cNvSpPr/>
                <p:nvPr/>
              </p:nvSpPr>
              <p:spPr>
                <a:xfrm>
                  <a:off x="31740562" y="38157776"/>
                  <a:ext cx="243947" cy="2447907"/>
                </a:xfrm>
                <a:custGeom>
                  <a:avLst/>
                  <a:gdLst>
                    <a:gd name="csX0" fmla="*/ 0 w 243947"/>
                    <a:gd name="csY0" fmla="*/ 2447907 h 2447907"/>
                    <a:gd name="csX1" fmla="*/ 243948 w 243947"/>
                    <a:gd name="csY1" fmla="*/ 2447907 h 2447907"/>
                    <a:gd name="csX2" fmla="*/ 243948 w 243947"/>
                    <a:gd name="csY2" fmla="*/ 0 h 2447907"/>
                    <a:gd name="csX3" fmla="*/ 0 w 243947"/>
                    <a:gd name="csY3" fmla="*/ 0 h 24479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2447907">
                      <a:moveTo>
                        <a:pt x="0" y="2447907"/>
                      </a:moveTo>
                      <a:lnTo>
                        <a:pt x="243948" y="2447907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7" name="任意多边形: 形状 4346"/>
                <p:cNvSpPr/>
                <p:nvPr/>
              </p:nvSpPr>
              <p:spPr>
                <a:xfrm>
                  <a:off x="31984510" y="38411156"/>
                  <a:ext cx="243948" cy="2194527"/>
                </a:xfrm>
                <a:custGeom>
                  <a:avLst/>
                  <a:gdLst>
                    <a:gd name="csX0" fmla="*/ 0 w 243948"/>
                    <a:gd name="csY0" fmla="*/ 2194527 h 2194527"/>
                    <a:gd name="csX1" fmla="*/ 243949 w 243948"/>
                    <a:gd name="csY1" fmla="*/ 2194527 h 2194527"/>
                    <a:gd name="csX2" fmla="*/ 243949 w 243948"/>
                    <a:gd name="csY2" fmla="*/ 0 h 2194527"/>
                    <a:gd name="csX3" fmla="*/ 0 w 243948"/>
                    <a:gd name="csY3" fmla="*/ 0 h 21945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2194527">
                      <a:moveTo>
                        <a:pt x="0" y="2194527"/>
                      </a:moveTo>
                      <a:lnTo>
                        <a:pt x="243949" y="2194527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8" name="任意多边形: 形状 4347"/>
                <p:cNvSpPr/>
                <p:nvPr/>
              </p:nvSpPr>
              <p:spPr>
                <a:xfrm>
                  <a:off x="32228458" y="38887853"/>
                  <a:ext cx="243947" cy="1717829"/>
                </a:xfrm>
                <a:custGeom>
                  <a:avLst/>
                  <a:gdLst>
                    <a:gd name="csX0" fmla="*/ 0 w 243947"/>
                    <a:gd name="csY0" fmla="*/ 1717829 h 1717829"/>
                    <a:gd name="csX1" fmla="*/ 243948 w 243947"/>
                    <a:gd name="csY1" fmla="*/ 1717829 h 1717829"/>
                    <a:gd name="csX2" fmla="*/ 243948 w 243947"/>
                    <a:gd name="csY2" fmla="*/ 0 h 1717829"/>
                    <a:gd name="csX3" fmla="*/ 0 w 243947"/>
                    <a:gd name="csY3" fmla="*/ 0 h 1717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717829">
                      <a:moveTo>
                        <a:pt x="0" y="1717829"/>
                      </a:moveTo>
                      <a:lnTo>
                        <a:pt x="243948" y="1717829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49" name="任意多边形: 形状 4348"/>
                <p:cNvSpPr/>
                <p:nvPr/>
              </p:nvSpPr>
              <p:spPr>
                <a:xfrm>
                  <a:off x="32472406" y="39244303"/>
                  <a:ext cx="243947" cy="1361379"/>
                </a:xfrm>
                <a:custGeom>
                  <a:avLst/>
                  <a:gdLst>
                    <a:gd name="csX0" fmla="*/ 0 w 243947"/>
                    <a:gd name="csY0" fmla="*/ 1361380 h 1361379"/>
                    <a:gd name="csX1" fmla="*/ 243948 w 243947"/>
                    <a:gd name="csY1" fmla="*/ 1361380 h 1361379"/>
                    <a:gd name="csX2" fmla="*/ 243948 w 243947"/>
                    <a:gd name="csY2" fmla="*/ 0 h 1361379"/>
                    <a:gd name="csX3" fmla="*/ 0 w 243947"/>
                    <a:gd name="csY3" fmla="*/ 0 h 13613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361379">
                      <a:moveTo>
                        <a:pt x="0" y="1361380"/>
                      </a:moveTo>
                      <a:lnTo>
                        <a:pt x="243948" y="1361380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0" name="任意多边形: 形状 4349"/>
                <p:cNvSpPr/>
                <p:nvPr/>
              </p:nvSpPr>
              <p:spPr>
                <a:xfrm>
                  <a:off x="32716353" y="39454737"/>
                  <a:ext cx="243948" cy="1150945"/>
                </a:xfrm>
                <a:custGeom>
                  <a:avLst/>
                  <a:gdLst>
                    <a:gd name="csX0" fmla="*/ 0 w 243948"/>
                    <a:gd name="csY0" fmla="*/ 1150946 h 1150945"/>
                    <a:gd name="csX1" fmla="*/ 243949 w 243948"/>
                    <a:gd name="csY1" fmla="*/ 1150946 h 1150945"/>
                    <a:gd name="csX2" fmla="*/ 243949 w 243948"/>
                    <a:gd name="csY2" fmla="*/ 0 h 1150945"/>
                    <a:gd name="csX3" fmla="*/ 0 w 243948"/>
                    <a:gd name="csY3" fmla="*/ 0 h 11509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1150945">
                      <a:moveTo>
                        <a:pt x="0" y="1150946"/>
                      </a:moveTo>
                      <a:lnTo>
                        <a:pt x="243949" y="1150946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1" name="任意多边形: 形状 4350"/>
                <p:cNvSpPr/>
                <p:nvPr/>
              </p:nvSpPr>
              <p:spPr>
                <a:xfrm>
                  <a:off x="32960302" y="39605047"/>
                  <a:ext cx="243947" cy="1000635"/>
                </a:xfrm>
                <a:custGeom>
                  <a:avLst/>
                  <a:gdLst>
                    <a:gd name="csX0" fmla="*/ 0 w 243947"/>
                    <a:gd name="csY0" fmla="*/ 1000636 h 1000635"/>
                    <a:gd name="csX1" fmla="*/ 243948 w 243947"/>
                    <a:gd name="csY1" fmla="*/ 1000636 h 1000635"/>
                    <a:gd name="csX2" fmla="*/ 243948 w 243947"/>
                    <a:gd name="csY2" fmla="*/ 0 h 1000635"/>
                    <a:gd name="csX3" fmla="*/ 0 w 243947"/>
                    <a:gd name="csY3" fmla="*/ 0 h 10006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000635">
                      <a:moveTo>
                        <a:pt x="0" y="1000636"/>
                      </a:moveTo>
                      <a:lnTo>
                        <a:pt x="243948" y="1000636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2" name="任意多边形: 形状 4351"/>
                <p:cNvSpPr/>
                <p:nvPr/>
              </p:nvSpPr>
              <p:spPr>
                <a:xfrm>
                  <a:off x="33204250" y="39862721"/>
                  <a:ext cx="243947" cy="742961"/>
                </a:xfrm>
                <a:custGeom>
                  <a:avLst/>
                  <a:gdLst>
                    <a:gd name="csX0" fmla="*/ 0 w 243947"/>
                    <a:gd name="csY0" fmla="*/ 742961 h 742961"/>
                    <a:gd name="csX1" fmla="*/ 243948 w 243947"/>
                    <a:gd name="csY1" fmla="*/ 742961 h 742961"/>
                    <a:gd name="csX2" fmla="*/ 243948 w 243947"/>
                    <a:gd name="csY2" fmla="*/ 0 h 742961"/>
                    <a:gd name="csX3" fmla="*/ 0 w 243947"/>
                    <a:gd name="csY3" fmla="*/ 0 h 7429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742961">
                      <a:moveTo>
                        <a:pt x="0" y="742961"/>
                      </a:moveTo>
                      <a:lnTo>
                        <a:pt x="243948" y="742961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3" name="任意多边形: 形状 4352"/>
                <p:cNvSpPr/>
                <p:nvPr/>
              </p:nvSpPr>
              <p:spPr>
                <a:xfrm>
                  <a:off x="33448197" y="39940024"/>
                  <a:ext cx="243948" cy="665659"/>
                </a:xfrm>
                <a:custGeom>
                  <a:avLst/>
                  <a:gdLst>
                    <a:gd name="csX0" fmla="*/ 0 w 243948"/>
                    <a:gd name="csY0" fmla="*/ 665659 h 665659"/>
                    <a:gd name="csX1" fmla="*/ 243949 w 243948"/>
                    <a:gd name="csY1" fmla="*/ 665659 h 665659"/>
                    <a:gd name="csX2" fmla="*/ 243949 w 243948"/>
                    <a:gd name="csY2" fmla="*/ 0 h 665659"/>
                    <a:gd name="csX3" fmla="*/ 0 w 243948"/>
                    <a:gd name="csY3" fmla="*/ 0 h 6656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665659">
                      <a:moveTo>
                        <a:pt x="0" y="665659"/>
                      </a:moveTo>
                      <a:lnTo>
                        <a:pt x="243949" y="665659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4" name="任意多边形: 形状 4353"/>
                <p:cNvSpPr/>
                <p:nvPr/>
              </p:nvSpPr>
              <p:spPr>
                <a:xfrm>
                  <a:off x="33692146" y="40124690"/>
                  <a:ext cx="243947" cy="480992"/>
                </a:xfrm>
                <a:custGeom>
                  <a:avLst/>
                  <a:gdLst>
                    <a:gd name="csX0" fmla="*/ 0 w 243947"/>
                    <a:gd name="csY0" fmla="*/ 480993 h 480992"/>
                    <a:gd name="csX1" fmla="*/ 243948 w 243947"/>
                    <a:gd name="csY1" fmla="*/ 480993 h 480992"/>
                    <a:gd name="csX2" fmla="*/ 243948 w 243947"/>
                    <a:gd name="csY2" fmla="*/ 0 h 480992"/>
                    <a:gd name="csX3" fmla="*/ 0 w 243947"/>
                    <a:gd name="csY3" fmla="*/ 0 h 4809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480992">
                      <a:moveTo>
                        <a:pt x="0" y="480993"/>
                      </a:moveTo>
                      <a:lnTo>
                        <a:pt x="243948" y="48099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5" name="任意多边形: 形状 4354"/>
                <p:cNvSpPr/>
                <p:nvPr/>
              </p:nvSpPr>
              <p:spPr>
                <a:xfrm>
                  <a:off x="33936093" y="40232054"/>
                  <a:ext cx="243947" cy="373628"/>
                </a:xfrm>
                <a:custGeom>
                  <a:avLst/>
                  <a:gdLst>
                    <a:gd name="csX0" fmla="*/ 0 w 243947"/>
                    <a:gd name="csY0" fmla="*/ 373628 h 373628"/>
                    <a:gd name="csX1" fmla="*/ 243948 w 243947"/>
                    <a:gd name="csY1" fmla="*/ 373628 h 373628"/>
                    <a:gd name="csX2" fmla="*/ 243948 w 243947"/>
                    <a:gd name="csY2" fmla="*/ 0 h 373628"/>
                    <a:gd name="csX3" fmla="*/ 0 w 243947"/>
                    <a:gd name="csY3" fmla="*/ 0 h 3736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373628">
                      <a:moveTo>
                        <a:pt x="0" y="373628"/>
                      </a:moveTo>
                      <a:lnTo>
                        <a:pt x="243948" y="373628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6" name="任意多边形: 形状 4355"/>
                <p:cNvSpPr/>
                <p:nvPr/>
              </p:nvSpPr>
              <p:spPr>
                <a:xfrm>
                  <a:off x="34180041" y="40317946"/>
                  <a:ext cx="243948" cy="287736"/>
                </a:xfrm>
                <a:custGeom>
                  <a:avLst/>
                  <a:gdLst>
                    <a:gd name="csX0" fmla="*/ 0 w 243948"/>
                    <a:gd name="csY0" fmla="*/ 287737 h 287736"/>
                    <a:gd name="csX1" fmla="*/ 243949 w 243948"/>
                    <a:gd name="csY1" fmla="*/ 287737 h 287736"/>
                    <a:gd name="csX2" fmla="*/ 243949 w 243948"/>
                    <a:gd name="csY2" fmla="*/ 0 h 287736"/>
                    <a:gd name="csX3" fmla="*/ 0 w 243948"/>
                    <a:gd name="csY3" fmla="*/ 0 h 2877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287736">
                      <a:moveTo>
                        <a:pt x="0" y="287737"/>
                      </a:moveTo>
                      <a:lnTo>
                        <a:pt x="243949" y="287737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7" name="任意多边形: 形状 4356"/>
                <p:cNvSpPr/>
                <p:nvPr/>
              </p:nvSpPr>
              <p:spPr>
                <a:xfrm>
                  <a:off x="34423989" y="40365187"/>
                  <a:ext cx="243947" cy="240495"/>
                </a:xfrm>
                <a:custGeom>
                  <a:avLst/>
                  <a:gdLst>
                    <a:gd name="csX0" fmla="*/ 0 w 243947"/>
                    <a:gd name="csY0" fmla="*/ 240496 h 240495"/>
                    <a:gd name="csX1" fmla="*/ 243948 w 243947"/>
                    <a:gd name="csY1" fmla="*/ 240496 h 240495"/>
                    <a:gd name="csX2" fmla="*/ 243948 w 243947"/>
                    <a:gd name="csY2" fmla="*/ 0 h 240495"/>
                    <a:gd name="csX3" fmla="*/ 0 w 243947"/>
                    <a:gd name="csY3" fmla="*/ 0 h 24049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240495">
                      <a:moveTo>
                        <a:pt x="0" y="240496"/>
                      </a:moveTo>
                      <a:lnTo>
                        <a:pt x="243948" y="240496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8" name="任意多边形: 形状 4357"/>
                <p:cNvSpPr/>
                <p:nvPr/>
              </p:nvSpPr>
              <p:spPr>
                <a:xfrm>
                  <a:off x="34667937" y="40433900"/>
                  <a:ext cx="243947" cy="171782"/>
                </a:xfrm>
                <a:custGeom>
                  <a:avLst/>
                  <a:gdLst>
                    <a:gd name="csX0" fmla="*/ 0 w 243947"/>
                    <a:gd name="csY0" fmla="*/ 171783 h 171782"/>
                    <a:gd name="csX1" fmla="*/ 243948 w 243947"/>
                    <a:gd name="csY1" fmla="*/ 171783 h 171782"/>
                    <a:gd name="csX2" fmla="*/ 243948 w 243947"/>
                    <a:gd name="csY2" fmla="*/ 0 h 171782"/>
                    <a:gd name="csX3" fmla="*/ 0 w 243947"/>
                    <a:gd name="csY3" fmla="*/ 0 h 1717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71782">
                      <a:moveTo>
                        <a:pt x="0" y="171783"/>
                      </a:moveTo>
                      <a:lnTo>
                        <a:pt x="243948" y="17178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59" name="任意多边形: 形状 4358"/>
                <p:cNvSpPr/>
                <p:nvPr/>
              </p:nvSpPr>
              <p:spPr>
                <a:xfrm>
                  <a:off x="34911885" y="40506907"/>
                  <a:ext cx="243948" cy="98775"/>
                </a:xfrm>
                <a:custGeom>
                  <a:avLst/>
                  <a:gdLst>
                    <a:gd name="csX0" fmla="*/ 0 w 243948"/>
                    <a:gd name="csY0" fmla="*/ 98776 h 98775"/>
                    <a:gd name="csX1" fmla="*/ 243949 w 243948"/>
                    <a:gd name="csY1" fmla="*/ 98776 h 98775"/>
                    <a:gd name="csX2" fmla="*/ 243949 w 243948"/>
                    <a:gd name="csY2" fmla="*/ 0 h 98775"/>
                    <a:gd name="csX3" fmla="*/ 0 w 243948"/>
                    <a:gd name="csY3" fmla="*/ 0 h 9877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98775">
                      <a:moveTo>
                        <a:pt x="0" y="98776"/>
                      </a:moveTo>
                      <a:lnTo>
                        <a:pt x="243949" y="98776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0" name="任意多边形: 形状 4359"/>
                <p:cNvSpPr/>
                <p:nvPr/>
              </p:nvSpPr>
              <p:spPr>
                <a:xfrm>
                  <a:off x="35155833" y="40481140"/>
                  <a:ext cx="243947" cy="124542"/>
                </a:xfrm>
                <a:custGeom>
                  <a:avLst/>
                  <a:gdLst>
                    <a:gd name="csX0" fmla="*/ 0 w 243947"/>
                    <a:gd name="csY0" fmla="*/ 124543 h 124542"/>
                    <a:gd name="csX1" fmla="*/ 243948 w 243947"/>
                    <a:gd name="csY1" fmla="*/ 124543 h 124542"/>
                    <a:gd name="csX2" fmla="*/ 243948 w 243947"/>
                    <a:gd name="csY2" fmla="*/ 0 h 124542"/>
                    <a:gd name="csX3" fmla="*/ 0 w 243947"/>
                    <a:gd name="csY3" fmla="*/ 0 h 1245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24542">
                      <a:moveTo>
                        <a:pt x="0" y="124543"/>
                      </a:moveTo>
                      <a:lnTo>
                        <a:pt x="243948" y="12454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1" name="任意多边形: 形状 4360"/>
                <p:cNvSpPr/>
                <p:nvPr/>
              </p:nvSpPr>
              <p:spPr>
                <a:xfrm>
                  <a:off x="35399781" y="40554147"/>
                  <a:ext cx="243947" cy="51535"/>
                </a:xfrm>
                <a:custGeom>
                  <a:avLst/>
                  <a:gdLst>
                    <a:gd name="csX0" fmla="*/ 0 w 243947"/>
                    <a:gd name="csY0" fmla="*/ 51535 h 51535"/>
                    <a:gd name="csX1" fmla="*/ 243948 w 243947"/>
                    <a:gd name="csY1" fmla="*/ 51535 h 51535"/>
                    <a:gd name="csX2" fmla="*/ 243948 w 243947"/>
                    <a:gd name="csY2" fmla="*/ 0 h 51535"/>
                    <a:gd name="csX3" fmla="*/ 0 w 243947"/>
                    <a:gd name="csY3" fmla="*/ 0 h 515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51535">
                      <a:moveTo>
                        <a:pt x="0" y="51535"/>
                      </a:moveTo>
                      <a:lnTo>
                        <a:pt x="243948" y="51535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2" name="任意多边形: 形状 4361"/>
                <p:cNvSpPr/>
                <p:nvPr/>
              </p:nvSpPr>
              <p:spPr>
                <a:xfrm>
                  <a:off x="35643728" y="40554147"/>
                  <a:ext cx="243948" cy="51535"/>
                </a:xfrm>
                <a:custGeom>
                  <a:avLst/>
                  <a:gdLst>
                    <a:gd name="csX0" fmla="*/ 0 w 243948"/>
                    <a:gd name="csY0" fmla="*/ 51535 h 51535"/>
                    <a:gd name="csX1" fmla="*/ 243949 w 243948"/>
                    <a:gd name="csY1" fmla="*/ 51535 h 51535"/>
                    <a:gd name="csX2" fmla="*/ 243949 w 243948"/>
                    <a:gd name="csY2" fmla="*/ 0 h 51535"/>
                    <a:gd name="csX3" fmla="*/ 0 w 243948"/>
                    <a:gd name="csY3" fmla="*/ 0 h 515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51535">
                      <a:moveTo>
                        <a:pt x="0" y="51535"/>
                      </a:moveTo>
                      <a:lnTo>
                        <a:pt x="243949" y="51535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3" name="任意多边形: 形状 4362"/>
                <p:cNvSpPr/>
                <p:nvPr/>
              </p:nvSpPr>
              <p:spPr>
                <a:xfrm>
                  <a:off x="35887677" y="40584210"/>
                  <a:ext cx="243947" cy="21472"/>
                </a:xfrm>
                <a:custGeom>
                  <a:avLst/>
                  <a:gdLst>
                    <a:gd name="csX0" fmla="*/ 0 w 243947"/>
                    <a:gd name="csY0" fmla="*/ 21473 h 21472"/>
                    <a:gd name="csX1" fmla="*/ 243948 w 243947"/>
                    <a:gd name="csY1" fmla="*/ 21473 h 21472"/>
                    <a:gd name="csX2" fmla="*/ 243948 w 243947"/>
                    <a:gd name="csY2" fmla="*/ 0 h 21472"/>
                    <a:gd name="csX3" fmla="*/ 0 w 243947"/>
                    <a:gd name="csY3" fmla="*/ 0 h 2147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21472">
                      <a:moveTo>
                        <a:pt x="0" y="21473"/>
                      </a:moveTo>
                      <a:lnTo>
                        <a:pt x="243948" y="21473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4" name="任意多边形: 形状 4363"/>
                <p:cNvSpPr/>
                <p:nvPr/>
              </p:nvSpPr>
              <p:spPr>
                <a:xfrm>
                  <a:off x="36131624" y="40571326"/>
                  <a:ext cx="243947" cy="34356"/>
                </a:xfrm>
                <a:custGeom>
                  <a:avLst/>
                  <a:gdLst>
                    <a:gd name="csX0" fmla="*/ 0 w 243947"/>
                    <a:gd name="csY0" fmla="*/ 34357 h 34356"/>
                    <a:gd name="csX1" fmla="*/ 243948 w 243947"/>
                    <a:gd name="csY1" fmla="*/ 34357 h 34356"/>
                    <a:gd name="csX2" fmla="*/ 243948 w 243947"/>
                    <a:gd name="csY2" fmla="*/ 0 h 34356"/>
                    <a:gd name="csX3" fmla="*/ 0 w 243947"/>
                    <a:gd name="csY3" fmla="*/ 0 h 343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34356">
                      <a:moveTo>
                        <a:pt x="0" y="34357"/>
                      </a:moveTo>
                      <a:lnTo>
                        <a:pt x="243948" y="34357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5" name="任意多边形: 形状 4364"/>
                <p:cNvSpPr/>
                <p:nvPr/>
              </p:nvSpPr>
              <p:spPr>
                <a:xfrm>
                  <a:off x="36375572" y="40597093"/>
                  <a:ext cx="243948" cy="8589"/>
                </a:xfrm>
                <a:custGeom>
                  <a:avLst/>
                  <a:gdLst>
                    <a:gd name="csX0" fmla="*/ 0 w 243948"/>
                    <a:gd name="csY0" fmla="*/ 8590 h 8589"/>
                    <a:gd name="csX1" fmla="*/ 243949 w 243948"/>
                    <a:gd name="csY1" fmla="*/ 8590 h 8589"/>
                    <a:gd name="csX2" fmla="*/ 243949 w 243948"/>
                    <a:gd name="csY2" fmla="*/ 0 h 8589"/>
                    <a:gd name="csX3" fmla="*/ 0 w 243948"/>
                    <a:gd name="csY3" fmla="*/ 0 h 85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8589">
                      <a:moveTo>
                        <a:pt x="0" y="8590"/>
                      </a:moveTo>
                      <a:lnTo>
                        <a:pt x="243949" y="8590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6" name="任意多边形: 形状 4365"/>
                <p:cNvSpPr/>
                <p:nvPr/>
              </p:nvSpPr>
              <p:spPr>
                <a:xfrm>
                  <a:off x="36619521" y="40588504"/>
                  <a:ext cx="243947" cy="17178"/>
                </a:xfrm>
                <a:custGeom>
                  <a:avLst/>
                  <a:gdLst>
                    <a:gd name="csX0" fmla="*/ 0 w 243947"/>
                    <a:gd name="csY0" fmla="*/ 17178 h 17178"/>
                    <a:gd name="csX1" fmla="*/ 243948 w 243947"/>
                    <a:gd name="csY1" fmla="*/ 17178 h 17178"/>
                    <a:gd name="csX2" fmla="*/ 243948 w 243947"/>
                    <a:gd name="csY2" fmla="*/ 0 h 17178"/>
                    <a:gd name="csX3" fmla="*/ 0 w 243947"/>
                    <a:gd name="csY3" fmla="*/ 0 h 171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7178">
                      <a:moveTo>
                        <a:pt x="0" y="17178"/>
                      </a:moveTo>
                      <a:lnTo>
                        <a:pt x="243948" y="17178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7" name="任意多边形: 形状 4366"/>
                <p:cNvSpPr/>
                <p:nvPr/>
              </p:nvSpPr>
              <p:spPr>
                <a:xfrm>
                  <a:off x="36863468" y="40592799"/>
                  <a:ext cx="243947" cy="12884"/>
                </a:xfrm>
                <a:custGeom>
                  <a:avLst/>
                  <a:gdLst>
                    <a:gd name="csX0" fmla="*/ 0 w 243947"/>
                    <a:gd name="csY0" fmla="*/ 12884 h 12884"/>
                    <a:gd name="csX1" fmla="*/ 243948 w 243947"/>
                    <a:gd name="csY1" fmla="*/ 12884 h 12884"/>
                    <a:gd name="csX2" fmla="*/ 243948 w 243947"/>
                    <a:gd name="csY2" fmla="*/ 0 h 12884"/>
                    <a:gd name="csX3" fmla="*/ 0 w 243947"/>
                    <a:gd name="csY3" fmla="*/ 0 h 128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12884">
                      <a:moveTo>
                        <a:pt x="0" y="12884"/>
                      </a:moveTo>
                      <a:lnTo>
                        <a:pt x="243948" y="1288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8" name="任意多边形: 形状 4367"/>
                <p:cNvSpPr/>
                <p:nvPr/>
              </p:nvSpPr>
              <p:spPr>
                <a:xfrm>
                  <a:off x="37107416" y="40605683"/>
                  <a:ext cx="243948" cy="28829"/>
                </a:xfrm>
                <a:custGeom>
                  <a:avLst/>
                  <a:gdLst>
                    <a:gd name="csX0" fmla="*/ 0 w 243948"/>
                    <a:gd name="csY0" fmla="*/ 0 h 28829"/>
                    <a:gd name="csX1" fmla="*/ 243949 w 243948"/>
                    <a:gd name="csY1" fmla="*/ 0 h 28829"/>
                    <a:gd name="csX2" fmla="*/ 243949 w 243948"/>
                    <a:gd name="csY2" fmla="*/ 0 h 28829"/>
                    <a:gd name="csX3" fmla="*/ 0 w 243948"/>
                    <a:gd name="csY3" fmla="*/ 0 h 288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8" h="28829">
                      <a:moveTo>
                        <a:pt x="0" y="0"/>
                      </a:moveTo>
                      <a:lnTo>
                        <a:pt x="243949" y="0"/>
                      </a:lnTo>
                      <a:lnTo>
                        <a:pt x="24394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69" name="任意多边形: 形状 4368"/>
                <p:cNvSpPr/>
                <p:nvPr/>
              </p:nvSpPr>
              <p:spPr>
                <a:xfrm>
                  <a:off x="37351364" y="40601388"/>
                  <a:ext cx="243947" cy="4294"/>
                </a:xfrm>
                <a:custGeom>
                  <a:avLst/>
                  <a:gdLst>
                    <a:gd name="csX0" fmla="*/ 0 w 243947"/>
                    <a:gd name="csY0" fmla="*/ 4294 h 4294"/>
                    <a:gd name="csX1" fmla="*/ 243948 w 243947"/>
                    <a:gd name="csY1" fmla="*/ 4294 h 4294"/>
                    <a:gd name="csX2" fmla="*/ 243948 w 243947"/>
                    <a:gd name="csY2" fmla="*/ 0 h 4294"/>
                    <a:gd name="csX3" fmla="*/ 0 w 243947"/>
                    <a:gd name="csY3" fmla="*/ 0 h 42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4294">
                      <a:moveTo>
                        <a:pt x="0" y="4294"/>
                      </a:moveTo>
                      <a:lnTo>
                        <a:pt x="243948" y="429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4370" name="任意多边形: 形状 4369"/>
                <p:cNvSpPr/>
                <p:nvPr/>
              </p:nvSpPr>
              <p:spPr>
                <a:xfrm>
                  <a:off x="37595312" y="40601388"/>
                  <a:ext cx="243947" cy="4294"/>
                </a:xfrm>
                <a:custGeom>
                  <a:avLst/>
                  <a:gdLst>
                    <a:gd name="csX0" fmla="*/ 0 w 243947"/>
                    <a:gd name="csY0" fmla="*/ 4294 h 4294"/>
                    <a:gd name="csX1" fmla="*/ 243948 w 243947"/>
                    <a:gd name="csY1" fmla="*/ 4294 h 4294"/>
                    <a:gd name="csX2" fmla="*/ 243948 w 243947"/>
                    <a:gd name="csY2" fmla="*/ 0 h 4294"/>
                    <a:gd name="csX3" fmla="*/ 0 w 243947"/>
                    <a:gd name="csY3" fmla="*/ 0 h 42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43947" h="4294">
                      <a:moveTo>
                        <a:pt x="0" y="4294"/>
                      </a:moveTo>
                      <a:lnTo>
                        <a:pt x="243948" y="4294"/>
                      </a:lnTo>
                      <a:lnTo>
                        <a:pt x="24394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76200" cap="flat">
                  <a:solidFill>
                    <a:schemeClr val="bg2">
                      <a:lumMod val="10000"/>
                      <a:alpha val="70000"/>
                    </a:schemeClr>
                  </a:solidFill>
                  <a:prstDash val="solid"/>
                  <a:miter/>
                </a:ln>
              </p:spPr>
            </p:sp>
          </p:grpSp>
          <p:sp>
            <p:nvSpPr>
              <p:cNvPr id="4371" name="任意多边形: 形状 4370"/>
              <p:cNvSpPr/>
              <p:nvPr/>
            </p:nvSpPr>
            <p:spPr>
              <a:xfrm>
                <a:off x="28518413" y="25851600"/>
                <a:ext cx="0" cy="8038800"/>
              </a:xfrm>
              <a:custGeom>
                <a:avLst/>
                <a:gdLst>
                  <a:gd name="csX0" fmla="*/ 0 w 28806"/>
                  <a:gd name="csY0" fmla="*/ 7688360 h 7688359"/>
                  <a:gd name="csX1" fmla="*/ 0 w 28806"/>
                  <a:gd name="csY1" fmla="*/ 0 h 76883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806" h="7688359">
                    <a:moveTo>
                      <a:pt x="0" y="7688360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flat">
                <a:solidFill>
                  <a:srgbClr val="F44336"/>
                </a:solidFill>
                <a:prstDash val="sysDash"/>
                <a:round/>
              </a:ln>
            </p:spPr>
          </p:sp>
        </p:grpSp>
        <p:sp>
          <p:nvSpPr>
            <p:cNvPr id="391" name="文本框 390"/>
            <p:cNvSpPr txBox="1"/>
            <p:nvPr/>
          </p:nvSpPr>
          <p:spPr>
            <a:xfrm>
              <a:off x="47746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30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3" name="文本框 392"/>
            <p:cNvSpPr txBox="1"/>
            <p:nvPr/>
          </p:nvSpPr>
          <p:spPr>
            <a:xfrm>
              <a:off x="52212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50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5" name="文本框 394"/>
            <p:cNvSpPr txBox="1"/>
            <p:nvPr/>
          </p:nvSpPr>
          <p:spPr>
            <a:xfrm>
              <a:off x="56671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70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8" name="文本框 397"/>
            <p:cNvSpPr txBox="1"/>
            <p:nvPr/>
          </p:nvSpPr>
          <p:spPr>
            <a:xfrm>
              <a:off x="36113" y="44621"/>
              <a:ext cx="4535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9" name="文本框 398"/>
            <p:cNvSpPr txBox="1"/>
            <p:nvPr/>
          </p:nvSpPr>
          <p:spPr>
            <a:xfrm>
              <a:off x="36113" y="41859"/>
              <a:ext cx="4535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400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0" name="文本框 399"/>
            <p:cNvSpPr txBox="1"/>
            <p:nvPr/>
          </p:nvSpPr>
          <p:spPr>
            <a:xfrm>
              <a:off x="36113" y="33573"/>
              <a:ext cx="4535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1600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7" name="文本框 526"/>
            <p:cNvSpPr txBox="1"/>
            <p:nvPr/>
          </p:nvSpPr>
          <p:spPr>
            <a:xfrm>
              <a:off x="36113" y="39097"/>
              <a:ext cx="4535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800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8" name="文本框 527"/>
            <p:cNvSpPr txBox="1"/>
            <p:nvPr/>
          </p:nvSpPr>
          <p:spPr>
            <a:xfrm>
              <a:off x="36113" y="36335"/>
              <a:ext cx="4535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1200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 rot="16200000">
              <a:off x="31480" y="38408"/>
              <a:ext cx="9797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Count</a:t>
              </a:r>
              <a:endPara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34591" y="47884"/>
              <a:ext cx="25510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indent="0" algn="ctr" fontAlgn="auto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Per-Molecule Cost Reduction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(%)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23992205" y="43088243"/>
            <a:ext cx="751268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Time t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9508430" y="43088243"/>
            <a:ext cx="751268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Time t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63" name="组合 462"/>
          <p:cNvGrpSpPr/>
          <p:nvPr/>
        </p:nvGrpSpPr>
        <p:grpSpPr>
          <a:xfrm>
            <a:off x="36868735" y="20226020"/>
            <a:ext cx="13533120" cy="10805160"/>
            <a:chOff x="58061" y="32716"/>
            <a:chExt cx="21312" cy="17016"/>
          </a:xfrm>
        </p:grpSpPr>
        <p:sp>
          <p:nvSpPr>
            <p:cNvPr id="4384" name="任意多边形: 形状 4383"/>
            <p:cNvSpPr/>
            <p:nvPr/>
          </p:nvSpPr>
          <p:spPr>
            <a:xfrm>
              <a:off x="62062" y="45375"/>
              <a:ext cx="15647" cy="0"/>
            </a:xfrm>
            <a:custGeom>
              <a:avLst/>
              <a:gdLst>
                <a:gd name="csX0" fmla="*/ 0 w 16138239"/>
                <a:gd name="csY0" fmla="*/ 0 h 31636"/>
                <a:gd name="csX1" fmla="*/ 16138240 w 16138239"/>
                <a:gd name="csY1" fmla="*/ 0 h 3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138239" h="31636">
                  <a:moveTo>
                    <a:pt x="0" y="0"/>
                  </a:moveTo>
                  <a:lnTo>
                    <a:pt x="1613824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85" name="任意多边形: 形状 4384"/>
            <p:cNvSpPr/>
            <p:nvPr/>
          </p:nvSpPr>
          <p:spPr>
            <a:xfrm>
              <a:off x="62794" y="35153"/>
              <a:ext cx="14631" cy="9646"/>
            </a:xfrm>
            <a:custGeom>
              <a:avLst/>
              <a:gdLst>
                <a:gd name="csX0" fmla="*/ 0 w 14671126"/>
                <a:gd name="csY0" fmla="*/ 0 h 7278654"/>
                <a:gd name="csX1" fmla="*/ 299411 w 14671126"/>
                <a:gd name="csY1" fmla="*/ 4219324 h 7278654"/>
                <a:gd name="csX2" fmla="*/ 598821 w 14671126"/>
                <a:gd name="csY2" fmla="*/ 4519806 h 7278654"/>
                <a:gd name="csX3" fmla="*/ 898232 w 14671126"/>
                <a:gd name="csY3" fmla="*/ 4694755 h 7278654"/>
                <a:gd name="csX4" fmla="*/ 1197643 w 14671126"/>
                <a:gd name="csY4" fmla="*/ 4841718 h 7278654"/>
                <a:gd name="csX5" fmla="*/ 1497054 w 14671126"/>
                <a:gd name="csY5" fmla="*/ 4991876 h 7278654"/>
                <a:gd name="csX6" fmla="*/ 1796464 w 14671126"/>
                <a:gd name="csY6" fmla="*/ 5107161 h 7278654"/>
                <a:gd name="csX7" fmla="*/ 2095875 w 14671126"/>
                <a:gd name="csY7" fmla="*/ 5228648 h 7278654"/>
                <a:gd name="csX8" fmla="*/ 2395286 w 14671126"/>
                <a:gd name="csY8" fmla="*/ 5342971 h 7278654"/>
                <a:gd name="csX9" fmla="*/ 2694697 w 14671126"/>
                <a:gd name="csY9" fmla="*/ 5450564 h 7278654"/>
                <a:gd name="csX10" fmla="*/ 2994108 w 14671126"/>
                <a:gd name="csY10" fmla="*/ 5553937 h 7278654"/>
                <a:gd name="csX11" fmla="*/ 3293518 w 14671126"/>
                <a:gd name="csY11" fmla="*/ 5646947 h 7278654"/>
                <a:gd name="csX12" fmla="*/ 3592929 w 14671126"/>
                <a:gd name="csY12" fmla="*/ 5717633 h 7278654"/>
                <a:gd name="csX13" fmla="*/ 3892340 w 14671126"/>
                <a:gd name="csY13" fmla="*/ 5782827 h 7278654"/>
                <a:gd name="csX14" fmla="*/ 4191751 w 14671126"/>
                <a:gd name="csY14" fmla="*/ 5874743 h 7278654"/>
                <a:gd name="csX15" fmla="*/ 4491161 w 14671126"/>
                <a:gd name="csY15" fmla="*/ 5943197 h 7278654"/>
                <a:gd name="csX16" fmla="*/ 4790572 w 14671126"/>
                <a:gd name="csY16" fmla="*/ 6023215 h 7278654"/>
                <a:gd name="csX17" fmla="*/ 5089983 w 14671126"/>
                <a:gd name="csY17" fmla="*/ 6067316 h 7278654"/>
                <a:gd name="csX18" fmla="*/ 5389394 w 14671126"/>
                <a:gd name="csY18" fmla="*/ 6148944 h 7278654"/>
                <a:gd name="csX19" fmla="*/ 5688804 w 14671126"/>
                <a:gd name="csY19" fmla="*/ 6207832 h 7278654"/>
                <a:gd name="csX20" fmla="*/ 5988215 w 14671126"/>
                <a:gd name="csY20" fmla="*/ 6264215 h 7278654"/>
                <a:gd name="csX21" fmla="*/ 6287626 w 14671126"/>
                <a:gd name="csY21" fmla="*/ 6308321 h 7278654"/>
                <a:gd name="csX22" fmla="*/ 6587037 w 14671126"/>
                <a:gd name="csY22" fmla="*/ 6367865 h 7278654"/>
                <a:gd name="csX23" fmla="*/ 6886448 w 14671126"/>
                <a:gd name="csY23" fmla="*/ 6443741 h 7278654"/>
                <a:gd name="csX24" fmla="*/ 7185858 w 14671126"/>
                <a:gd name="csY24" fmla="*/ 6480568 h 7278654"/>
                <a:gd name="csX25" fmla="*/ 7485269 w 14671126"/>
                <a:gd name="csY25" fmla="*/ 6552249 h 7278654"/>
                <a:gd name="csX26" fmla="*/ 7784680 w 14671126"/>
                <a:gd name="csY26" fmla="*/ 6575264 h 7278654"/>
                <a:gd name="csX27" fmla="*/ 8084090 w 14671126"/>
                <a:gd name="csY27" fmla="*/ 6639947 h 7278654"/>
                <a:gd name="csX28" fmla="*/ 8383501 w 14671126"/>
                <a:gd name="csY28" fmla="*/ 6693220 h 7278654"/>
                <a:gd name="csX29" fmla="*/ 8682912 w 14671126"/>
                <a:gd name="csY29" fmla="*/ 6750021 h 7278654"/>
                <a:gd name="csX30" fmla="*/ 8982322 w 14671126"/>
                <a:gd name="csY30" fmla="*/ 6784735 h 7278654"/>
                <a:gd name="csX31" fmla="*/ 9281733 w 14671126"/>
                <a:gd name="csY31" fmla="*/ 6833395 h 7278654"/>
                <a:gd name="csX32" fmla="*/ 9581144 w 14671126"/>
                <a:gd name="csY32" fmla="*/ 6870301 h 7278654"/>
                <a:gd name="csX33" fmla="*/ 9880555 w 14671126"/>
                <a:gd name="csY33" fmla="*/ 6928752 h 7278654"/>
                <a:gd name="csX34" fmla="*/ 10179965 w 14671126"/>
                <a:gd name="csY34" fmla="*/ 6972983 h 7278654"/>
                <a:gd name="csX35" fmla="*/ 10479376 w 14671126"/>
                <a:gd name="csY35" fmla="*/ 7007946 h 7278654"/>
                <a:gd name="csX36" fmla="*/ 10778787 w 14671126"/>
                <a:gd name="csY36" fmla="*/ 7040694 h 7278654"/>
                <a:gd name="csX37" fmla="*/ 11078197 w 14671126"/>
                <a:gd name="csY37" fmla="*/ 7074779 h 7278654"/>
                <a:gd name="csX38" fmla="*/ 11377608 w 14671126"/>
                <a:gd name="csY38" fmla="*/ 7079560 h 7278654"/>
                <a:gd name="csX39" fmla="*/ 11677019 w 14671126"/>
                <a:gd name="csY39" fmla="*/ 7141089 h 7278654"/>
                <a:gd name="csX40" fmla="*/ 11976430 w 14671126"/>
                <a:gd name="csY40" fmla="*/ 7181795 h 7278654"/>
                <a:gd name="csX41" fmla="*/ 12275840 w 14671126"/>
                <a:gd name="csY41" fmla="*/ 7206586 h 7278654"/>
                <a:gd name="csX42" fmla="*/ 12575251 w 14671126"/>
                <a:gd name="csY42" fmla="*/ 7202625 h 7278654"/>
                <a:gd name="csX43" fmla="*/ 12874662 w 14671126"/>
                <a:gd name="csY43" fmla="*/ 7209552 h 7278654"/>
                <a:gd name="csX44" fmla="*/ 13174072 w 14671126"/>
                <a:gd name="csY44" fmla="*/ 7237376 h 7278654"/>
                <a:gd name="csX45" fmla="*/ 13473484 w 14671126"/>
                <a:gd name="csY45" fmla="*/ 7248201 h 7278654"/>
                <a:gd name="csX46" fmla="*/ 13772895 w 14671126"/>
                <a:gd name="csY46" fmla="*/ 7249799 h 7278654"/>
                <a:gd name="csX47" fmla="*/ 14072305 w 14671126"/>
                <a:gd name="csY47" fmla="*/ 7270588 h 7278654"/>
                <a:gd name="csX48" fmla="*/ 14371715 w 14671126"/>
                <a:gd name="csY48" fmla="*/ 7275380 h 7278654"/>
                <a:gd name="csX49" fmla="*/ 14671127 w 14671126"/>
                <a:gd name="csY49" fmla="*/ 7278654 h 72786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14671126" h="7278654">
                  <a:moveTo>
                    <a:pt x="0" y="0"/>
                  </a:moveTo>
                  <a:lnTo>
                    <a:pt x="299411" y="4219324"/>
                  </a:lnTo>
                  <a:lnTo>
                    <a:pt x="598821" y="4519806"/>
                  </a:lnTo>
                  <a:lnTo>
                    <a:pt x="898232" y="4694755"/>
                  </a:lnTo>
                  <a:lnTo>
                    <a:pt x="1197643" y="4841718"/>
                  </a:lnTo>
                  <a:lnTo>
                    <a:pt x="1497054" y="4991876"/>
                  </a:lnTo>
                  <a:lnTo>
                    <a:pt x="1796464" y="5107161"/>
                  </a:lnTo>
                  <a:lnTo>
                    <a:pt x="2095875" y="5228648"/>
                  </a:lnTo>
                  <a:lnTo>
                    <a:pt x="2395286" y="5342971"/>
                  </a:lnTo>
                  <a:lnTo>
                    <a:pt x="2694697" y="5450564"/>
                  </a:lnTo>
                  <a:lnTo>
                    <a:pt x="2994108" y="5553937"/>
                  </a:lnTo>
                  <a:lnTo>
                    <a:pt x="3293518" y="5646947"/>
                  </a:lnTo>
                  <a:lnTo>
                    <a:pt x="3592929" y="5717633"/>
                  </a:lnTo>
                  <a:lnTo>
                    <a:pt x="3892340" y="5782827"/>
                  </a:lnTo>
                  <a:lnTo>
                    <a:pt x="4191751" y="5874743"/>
                  </a:lnTo>
                  <a:lnTo>
                    <a:pt x="4491161" y="5943197"/>
                  </a:lnTo>
                  <a:lnTo>
                    <a:pt x="4790572" y="6023215"/>
                  </a:lnTo>
                  <a:lnTo>
                    <a:pt x="5089983" y="6067316"/>
                  </a:lnTo>
                  <a:lnTo>
                    <a:pt x="5389394" y="6148944"/>
                  </a:lnTo>
                  <a:lnTo>
                    <a:pt x="5688804" y="6207832"/>
                  </a:lnTo>
                  <a:lnTo>
                    <a:pt x="5988215" y="6264215"/>
                  </a:lnTo>
                  <a:lnTo>
                    <a:pt x="6287626" y="6308321"/>
                  </a:lnTo>
                  <a:lnTo>
                    <a:pt x="6587037" y="6367865"/>
                  </a:lnTo>
                  <a:lnTo>
                    <a:pt x="6886448" y="6443741"/>
                  </a:lnTo>
                  <a:lnTo>
                    <a:pt x="7185858" y="6480568"/>
                  </a:lnTo>
                  <a:lnTo>
                    <a:pt x="7485269" y="6552249"/>
                  </a:lnTo>
                  <a:lnTo>
                    <a:pt x="7784680" y="6575264"/>
                  </a:lnTo>
                  <a:lnTo>
                    <a:pt x="8084090" y="6639947"/>
                  </a:lnTo>
                  <a:lnTo>
                    <a:pt x="8383501" y="6693220"/>
                  </a:lnTo>
                  <a:lnTo>
                    <a:pt x="8682912" y="6750021"/>
                  </a:lnTo>
                  <a:lnTo>
                    <a:pt x="8982322" y="6784735"/>
                  </a:lnTo>
                  <a:lnTo>
                    <a:pt x="9281733" y="6833395"/>
                  </a:lnTo>
                  <a:lnTo>
                    <a:pt x="9581144" y="6870301"/>
                  </a:lnTo>
                  <a:lnTo>
                    <a:pt x="9880555" y="6928752"/>
                  </a:lnTo>
                  <a:lnTo>
                    <a:pt x="10179965" y="6972983"/>
                  </a:lnTo>
                  <a:lnTo>
                    <a:pt x="10479376" y="7007946"/>
                  </a:lnTo>
                  <a:lnTo>
                    <a:pt x="10778787" y="7040694"/>
                  </a:lnTo>
                  <a:lnTo>
                    <a:pt x="11078197" y="7074779"/>
                  </a:lnTo>
                  <a:lnTo>
                    <a:pt x="11377608" y="7079560"/>
                  </a:lnTo>
                  <a:lnTo>
                    <a:pt x="11677019" y="7141089"/>
                  </a:lnTo>
                  <a:lnTo>
                    <a:pt x="11976430" y="7181795"/>
                  </a:lnTo>
                  <a:lnTo>
                    <a:pt x="12275840" y="7206586"/>
                  </a:lnTo>
                  <a:lnTo>
                    <a:pt x="12575251" y="7202625"/>
                  </a:lnTo>
                  <a:lnTo>
                    <a:pt x="12874662" y="7209552"/>
                  </a:lnTo>
                  <a:lnTo>
                    <a:pt x="13174072" y="7237376"/>
                  </a:lnTo>
                  <a:lnTo>
                    <a:pt x="13473484" y="7248201"/>
                  </a:lnTo>
                  <a:lnTo>
                    <a:pt x="13772895" y="7249799"/>
                  </a:lnTo>
                  <a:lnTo>
                    <a:pt x="14072305" y="7270588"/>
                  </a:lnTo>
                  <a:lnTo>
                    <a:pt x="14371715" y="7275380"/>
                  </a:lnTo>
                  <a:lnTo>
                    <a:pt x="14671127" y="7278654"/>
                  </a:lnTo>
                </a:path>
              </a:pathLst>
            </a:custGeom>
            <a:noFill/>
            <a:ln w="101600" cap="sq">
              <a:solidFill>
                <a:srgbClr val="4CAF50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386" name="任意多边形: 形状 4385"/>
            <p:cNvSpPr/>
            <p:nvPr/>
          </p:nvSpPr>
          <p:spPr>
            <a:xfrm>
              <a:off x="62794" y="33262"/>
              <a:ext cx="14631" cy="5881"/>
            </a:xfrm>
            <a:custGeom>
              <a:avLst/>
              <a:gdLst>
                <a:gd name="csX0" fmla="*/ 0 w 14671126"/>
                <a:gd name="csY0" fmla="*/ 0 h 4437641"/>
                <a:gd name="csX1" fmla="*/ 299411 w 14671126"/>
                <a:gd name="csY1" fmla="*/ 3029057 h 4437641"/>
                <a:gd name="csX2" fmla="*/ 598821 w 14671126"/>
                <a:gd name="csY2" fmla="*/ 3175780 h 4437641"/>
                <a:gd name="csX3" fmla="*/ 898232 w 14671126"/>
                <a:gd name="csY3" fmla="*/ 3292747 h 4437641"/>
                <a:gd name="csX4" fmla="*/ 1197643 w 14671126"/>
                <a:gd name="csY4" fmla="*/ 3354205 h 4437641"/>
                <a:gd name="csX5" fmla="*/ 1497054 w 14671126"/>
                <a:gd name="csY5" fmla="*/ 3424737 h 4437641"/>
                <a:gd name="csX6" fmla="*/ 1796464 w 14671126"/>
                <a:gd name="csY6" fmla="*/ 3465212 h 4437641"/>
                <a:gd name="csX7" fmla="*/ 2095875 w 14671126"/>
                <a:gd name="csY7" fmla="*/ 3523511 h 4437641"/>
                <a:gd name="csX8" fmla="*/ 2395286 w 14671126"/>
                <a:gd name="csY8" fmla="*/ 3571277 h 4437641"/>
                <a:gd name="csX9" fmla="*/ 2694697 w 14671126"/>
                <a:gd name="csY9" fmla="*/ 3609658 h 4437641"/>
                <a:gd name="csX10" fmla="*/ 2994108 w 14671126"/>
                <a:gd name="csY10" fmla="*/ 3680823 h 4437641"/>
                <a:gd name="csX11" fmla="*/ 3293518 w 14671126"/>
                <a:gd name="csY11" fmla="*/ 3724251 h 4437641"/>
                <a:gd name="csX12" fmla="*/ 3592929 w 14671126"/>
                <a:gd name="csY12" fmla="*/ 3747280 h 4437641"/>
                <a:gd name="csX13" fmla="*/ 3892340 w 14671126"/>
                <a:gd name="csY13" fmla="*/ 3774952 h 4437641"/>
                <a:gd name="csX14" fmla="*/ 4191751 w 14671126"/>
                <a:gd name="csY14" fmla="*/ 3799662 h 4437641"/>
                <a:gd name="csX15" fmla="*/ 4491161 w 14671126"/>
                <a:gd name="csY15" fmla="*/ 3851353 h 4437641"/>
                <a:gd name="csX16" fmla="*/ 4790572 w 14671126"/>
                <a:gd name="csY16" fmla="*/ 3868842 h 4437641"/>
                <a:gd name="csX17" fmla="*/ 5089983 w 14671126"/>
                <a:gd name="csY17" fmla="*/ 3879449 h 4437641"/>
                <a:gd name="csX18" fmla="*/ 5389394 w 14671126"/>
                <a:gd name="csY18" fmla="*/ 3916169 h 4437641"/>
                <a:gd name="csX19" fmla="*/ 5688804 w 14671126"/>
                <a:gd name="csY19" fmla="*/ 3967661 h 4437641"/>
                <a:gd name="csX20" fmla="*/ 5988215 w 14671126"/>
                <a:gd name="csY20" fmla="*/ 3996308 h 4437641"/>
                <a:gd name="csX21" fmla="*/ 6287626 w 14671126"/>
                <a:gd name="csY21" fmla="*/ 4010879 h 4437641"/>
                <a:gd name="csX22" fmla="*/ 6587037 w 14671126"/>
                <a:gd name="csY22" fmla="*/ 4033636 h 4437641"/>
                <a:gd name="csX23" fmla="*/ 6886448 w 14671126"/>
                <a:gd name="csY23" fmla="*/ 4069963 h 4437641"/>
                <a:gd name="csX24" fmla="*/ 7185858 w 14671126"/>
                <a:gd name="csY24" fmla="*/ 4092715 h 4437641"/>
                <a:gd name="csX25" fmla="*/ 7485269 w 14671126"/>
                <a:gd name="csY25" fmla="*/ 4102432 h 4437641"/>
                <a:gd name="csX26" fmla="*/ 7784680 w 14671126"/>
                <a:gd name="csY26" fmla="*/ 4110324 h 4437641"/>
                <a:gd name="csX27" fmla="*/ 8084090 w 14671126"/>
                <a:gd name="csY27" fmla="*/ 4136138 h 4437641"/>
                <a:gd name="csX28" fmla="*/ 8383501 w 14671126"/>
                <a:gd name="csY28" fmla="*/ 4167618 h 4437641"/>
                <a:gd name="csX29" fmla="*/ 8682912 w 14671126"/>
                <a:gd name="csY29" fmla="*/ 4220792 h 4437641"/>
                <a:gd name="csX30" fmla="*/ 8982322 w 14671126"/>
                <a:gd name="csY30" fmla="*/ 4205471 h 4437641"/>
                <a:gd name="csX31" fmla="*/ 9281733 w 14671126"/>
                <a:gd name="csY31" fmla="*/ 4230906 h 4437641"/>
                <a:gd name="csX32" fmla="*/ 9581144 w 14671126"/>
                <a:gd name="csY32" fmla="*/ 4245584 h 4437641"/>
                <a:gd name="csX33" fmla="*/ 9880555 w 14671126"/>
                <a:gd name="csY33" fmla="*/ 4270388 h 4437641"/>
                <a:gd name="csX34" fmla="*/ 10179965 w 14671126"/>
                <a:gd name="csY34" fmla="*/ 4310368 h 4437641"/>
                <a:gd name="csX35" fmla="*/ 10479376 w 14671126"/>
                <a:gd name="csY35" fmla="*/ 4318217 h 4437641"/>
                <a:gd name="csX36" fmla="*/ 10778787 w 14671126"/>
                <a:gd name="csY36" fmla="*/ 4327617 h 4437641"/>
                <a:gd name="csX37" fmla="*/ 11078197 w 14671126"/>
                <a:gd name="csY37" fmla="*/ 4357584 h 4437641"/>
                <a:gd name="csX38" fmla="*/ 11377608 w 14671126"/>
                <a:gd name="csY38" fmla="*/ 4340715 h 4437641"/>
                <a:gd name="csX39" fmla="*/ 11677019 w 14671126"/>
                <a:gd name="csY39" fmla="*/ 4392006 h 4437641"/>
                <a:gd name="csX40" fmla="*/ 11976430 w 14671126"/>
                <a:gd name="csY40" fmla="*/ 4392403 h 4437641"/>
                <a:gd name="csX41" fmla="*/ 12275840 w 14671126"/>
                <a:gd name="csY41" fmla="*/ 4401981 h 4437641"/>
                <a:gd name="csX42" fmla="*/ 12575251 w 14671126"/>
                <a:gd name="csY42" fmla="*/ 4374392 h 4437641"/>
                <a:gd name="csX43" fmla="*/ 12874662 w 14671126"/>
                <a:gd name="csY43" fmla="*/ 4390095 h 4437641"/>
                <a:gd name="csX44" fmla="*/ 13174072 w 14671126"/>
                <a:gd name="csY44" fmla="*/ 4393407 h 4437641"/>
                <a:gd name="csX45" fmla="*/ 13473484 w 14671126"/>
                <a:gd name="csY45" fmla="*/ 4417042 h 4437641"/>
                <a:gd name="csX46" fmla="*/ 13772895 w 14671126"/>
                <a:gd name="csY46" fmla="*/ 4407768 h 4437641"/>
                <a:gd name="csX47" fmla="*/ 14072305 w 14671126"/>
                <a:gd name="csY47" fmla="*/ 4432944 h 4437641"/>
                <a:gd name="csX48" fmla="*/ 14371715 w 14671126"/>
                <a:gd name="csY48" fmla="*/ 4437642 h 4437641"/>
                <a:gd name="csX49" fmla="*/ 14671127 w 14671126"/>
                <a:gd name="csY49" fmla="*/ 4426207 h 4437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14671126" h="4437641">
                  <a:moveTo>
                    <a:pt x="0" y="0"/>
                  </a:moveTo>
                  <a:lnTo>
                    <a:pt x="299411" y="3029057"/>
                  </a:lnTo>
                  <a:lnTo>
                    <a:pt x="598821" y="3175780"/>
                  </a:lnTo>
                  <a:lnTo>
                    <a:pt x="898232" y="3292747"/>
                  </a:lnTo>
                  <a:lnTo>
                    <a:pt x="1197643" y="3354205"/>
                  </a:lnTo>
                  <a:lnTo>
                    <a:pt x="1497054" y="3424737"/>
                  </a:lnTo>
                  <a:lnTo>
                    <a:pt x="1796464" y="3465212"/>
                  </a:lnTo>
                  <a:lnTo>
                    <a:pt x="2095875" y="3523511"/>
                  </a:lnTo>
                  <a:lnTo>
                    <a:pt x="2395286" y="3571277"/>
                  </a:lnTo>
                  <a:lnTo>
                    <a:pt x="2694697" y="3609658"/>
                  </a:lnTo>
                  <a:lnTo>
                    <a:pt x="2994108" y="3680823"/>
                  </a:lnTo>
                  <a:lnTo>
                    <a:pt x="3293518" y="3724251"/>
                  </a:lnTo>
                  <a:lnTo>
                    <a:pt x="3592929" y="3747280"/>
                  </a:lnTo>
                  <a:lnTo>
                    <a:pt x="3892340" y="3774952"/>
                  </a:lnTo>
                  <a:lnTo>
                    <a:pt x="4191751" y="3799662"/>
                  </a:lnTo>
                  <a:lnTo>
                    <a:pt x="4491161" y="3851353"/>
                  </a:lnTo>
                  <a:lnTo>
                    <a:pt x="4790572" y="3868842"/>
                  </a:lnTo>
                  <a:lnTo>
                    <a:pt x="5089983" y="3879449"/>
                  </a:lnTo>
                  <a:lnTo>
                    <a:pt x="5389394" y="3916169"/>
                  </a:lnTo>
                  <a:lnTo>
                    <a:pt x="5688804" y="3967661"/>
                  </a:lnTo>
                  <a:lnTo>
                    <a:pt x="5988215" y="3996308"/>
                  </a:lnTo>
                  <a:lnTo>
                    <a:pt x="6287626" y="4010879"/>
                  </a:lnTo>
                  <a:lnTo>
                    <a:pt x="6587037" y="4033636"/>
                  </a:lnTo>
                  <a:lnTo>
                    <a:pt x="6886448" y="4069963"/>
                  </a:lnTo>
                  <a:lnTo>
                    <a:pt x="7185858" y="4092715"/>
                  </a:lnTo>
                  <a:lnTo>
                    <a:pt x="7485269" y="4102432"/>
                  </a:lnTo>
                  <a:lnTo>
                    <a:pt x="7784680" y="4110324"/>
                  </a:lnTo>
                  <a:lnTo>
                    <a:pt x="8084090" y="4136138"/>
                  </a:lnTo>
                  <a:lnTo>
                    <a:pt x="8383501" y="4167618"/>
                  </a:lnTo>
                  <a:lnTo>
                    <a:pt x="8682912" y="4220792"/>
                  </a:lnTo>
                  <a:lnTo>
                    <a:pt x="8982322" y="4205471"/>
                  </a:lnTo>
                  <a:lnTo>
                    <a:pt x="9281733" y="4230906"/>
                  </a:lnTo>
                  <a:lnTo>
                    <a:pt x="9581144" y="4245584"/>
                  </a:lnTo>
                  <a:lnTo>
                    <a:pt x="9880555" y="4270388"/>
                  </a:lnTo>
                  <a:lnTo>
                    <a:pt x="10179965" y="4310368"/>
                  </a:lnTo>
                  <a:lnTo>
                    <a:pt x="10479376" y="4318217"/>
                  </a:lnTo>
                  <a:lnTo>
                    <a:pt x="10778787" y="4327617"/>
                  </a:lnTo>
                  <a:lnTo>
                    <a:pt x="11078197" y="4357584"/>
                  </a:lnTo>
                  <a:lnTo>
                    <a:pt x="11377608" y="4340715"/>
                  </a:lnTo>
                  <a:lnTo>
                    <a:pt x="11677019" y="4392006"/>
                  </a:lnTo>
                  <a:lnTo>
                    <a:pt x="11976430" y="4392403"/>
                  </a:lnTo>
                  <a:lnTo>
                    <a:pt x="12275840" y="4401981"/>
                  </a:lnTo>
                  <a:lnTo>
                    <a:pt x="12575251" y="4374392"/>
                  </a:lnTo>
                  <a:lnTo>
                    <a:pt x="12874662" y="4390095"/>
                  </a:lnTo>
                  <a:lnTo>
                    <a:pt x="13174072" y="4393407"/>
                  </a:lnTo>
                  <a:lnTo>
                    <a:pt x="13473484" y="4417042"/>
                  </a:lnTo>
                  <a:lnTo>
                    <a:pt x="13772895" y="4407768"/>
                  </a:lnTo>
                  <a:lnTo>
                    <a:pt x="14072305" y="4432944"/>
                  </a:lnTo>
                  <a:lnTo>
                    <a:pt x="14371715" y="4437642"/>
                  </a:lnTo>
                  <a:lnTo>
                    <a:pt x="14671127" y="4426207"/>
                  </a:lnTo>
                </a:path>
              </a:pathLst>
            </a:custGeom>
            <a:noFill/>
            <a:ln w="101600" cap="sq">
              <a:solidFill>
                <a:srgbClr val="F44336">
                  <a:alpha val="85000"/>
                </a:srgbClr>
              </a:solidFill>
              <a:prstDash val="solid"/>
              <a:round/>
            </a:ln>
          </p:spPr>
        </p:sp>
        <p:sp>
          <p:nvSpPr>
            <p:cNvPr id="4388" name="任意多边形: 形状 4387"/>
            <p:cNvSpPr/>
            <p:nvPr/>
          </p:nvSpPr>
          <p:spPr>
            <a:xfrm>
              <a:off x="65481" y="32716"/>
              <a:ext cx="32" cy="12660"/>
            </a:xfrm>
            <a:custGeom>
              <a:avLst/>
              <a:gdLst>
                <a:gd name="csX0" fmla="*/ 0 w 31613"/>
                <a:gd name="csY0" fmla="*/ 9575732 h 9575731"/>
                <a:gd name="csX1" fmla="*/ 0 w 31613"/>
                <a:gd name="csY1" fmla="*/ 0 h 957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13" h="9575731">
                  <a:moveTo>
                    <a:pt x="0" y="957573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4389" name="任意多边形: 形状 4388"/>
            <p:cNvSpPr/>
            <p:nvPr/>
          </p:nvSpPr>
          <p:spPr>
            <a:xfrm>
              <a:off x="68467" y="32716"/>
              <a:ext cx="32" cy="12660"/>
            </a:xfrm>
            <a:custGeom>
              <a:avLst/>
              <a:gdLst>
                <a:gd name="csX0" fmla="*/ 0 w 31613"/>
                <a:gd name="csY0" fmla="*/ 9575732 h 9575731"/>
                <a:gd name="csX1" fmla="*/ 0 w 31613"/>
                <a:gd name="csY1" fmla="*/ 0 h 957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13" h="9575731">
                  <a:moveTo>
                    <a:pt x="0" y="957573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4390" name="任意多边形: 形状 4389"/>
            <p:cNvSpPr/>
            <p:nvPr/>
          </p:nvSpPr>
          <p:spPr>
            <a:xfrm>
              <a:off x="71453" y="32716"/>
              <a:ext cx="32" cy="12660"/>
            </a:xfrm>
            <a:custGeom>
              <a:avLst/>
              <a:gdLst>
                <a:gd name="csX0" fmla="*/ 0 w 31613"/>
                <a:gd name="csY0" fmla="*/ 9575732 h 9575731"/>
                <a:gd name="csX1" fmla="*/ 0 w 31613"/>
                <a:gd name="csY1" fmla="*/ 0 h 957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13" h="9575731">
                  <a:moveTo>
                    <a:pt x="0" y="957573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4391" name="任意多边形: 形状 4390"/>
            <p:cNvSpPr/>
            <p:nvPr/>
          </p:nvSpPr>
          <p:spPr>
            <a:xfrm>
              <a:off x="74439" y="32716"/>
              <a:ext cx="32" cy="12660"/>
            </a:xfrm>
            <a:custGeom>
              <a:avLst/>
              <a:gdLst>
                <a:gd name="csX0" fmla="*/ 0 w 31613"/>
                <a:gd name="csY0" fmla="*/ 9575732 h 9575731"/>
                <a:gd name="csX1" fmla="*/ 0 w 31613"/>
                <a:gd name="csY1" fmla="*/ 0 h 957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13" h="9575731">
                  <a:moveTo>
                    <a:pt x="0" y="957573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4392" name="任意多边形: 形状 4391"/>
            <p:cNvSpPr/>
            <p:nvPr/>
          </p:nvSpPr>
          <p:spPr>
            <a:xfrm>
              <a:off x="77424" y="32716"/>
              <a:ext cx="32" cy="12660"/>
            </a:xfrm>
            <a:custGeom>
              <a:avLst/>
              <a:gdLst>
                <a:gd name="csX0" fmla="*/ 0 w 31613"/>
                <a:gd name="csY0" fmla="*/ 9575732 h 9575731"/>
                <a:gd name="csX1" fmla="*/ 0 w 31613"/>
                <a:gd name="csY1" fmla="*/ 0 h 95757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613" h="9575731">
                  <a:moveTo>
                    <a:pt x="0" y="9575732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4393" name="任意多边形: 形状 4392"/>
            <p:cNvSpPr/>
            <p:nvPr/>
          </p:nvSpPr>
          <p:spPr>
            <a:xfrm>
              <a:off x="62062" y="37542"/>
              <a:ext cx="15647" cy="42"/>
            </a:xfrm>
            <a:custGeom>
              <a:avLst/>
              <a:gdLst>
                <a:gd name="csX0" fmla="*/ 0 w 16138239"/>
                <a:gd name="csY0" fmla="*/ 0 h 31636"/>
                <a:gd name="csX1" fmla="*/ 16138240 w 16138239"/>
                <a:gd name="csY1" fmla="*/ 0 h 3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138239" h="31636">
                  <a:moveTo>
                    <a:pt x="0" y="0"/>
                  </a:moveTo>
                  <a:lnTo>
                    <a:pt x="1613824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grpSp>
          <p:nvGrpSpPr>
            <p:cNvPr id="4440" name="组合 4439"/>
            <p:cNvGrpSpPr/>
            <p:nvPr/>
          </p:nvGrpSpPr>
          <p:grpSpPr>
            <a:xfrm>
              <a:off x="61495" y="32716"/>
              <a:ext cx="1031" cy="12660"/>
              <a:chOff x="38683767" y="25849550"/>
              <a:chExt cx="654942" cy="8038800"/>
            </a:xfrm>
          </p:grpSpPr>
          <p:sp>
            <p:nvSpPr>
              <p:cNvPr id="4383" name="任意多边形: 形状 4382"/>
              <p:cNvSpPr/>
              <p:nvPr/>
            </p:nvSpPr>
            <p:spPr>
              <a:xfrm>
                <a:off x="39043767" y="25849550"/>
                <a:ext cx="0" cy="8038800"/>
              </a:xfrm>
              <a:custGeom>
                <a:avLst/>
                <a:gdLst>
                  <a:gd name="csX0" fmla="*/ 0 w 31613"/>
                  <a:gd name="csY0" fmla="*/ 9575732 h 9575731"/>
                  <a:gd name="csX1" fmla="*/ 0 w 31613"/>
                  <a:gd name="csY1" fmla="*/ 0 h 95757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9575731">
                    <a:moveTo>
                      <a:pt x="0" y="9575732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4387" name="任意多边形: 形状 4386"/>
              <p:cNvSpPr/>
              <p:nvPr/>
            </p:nvSpPr>
            <p:spPr>
              <a:xfrm>
                <a:off x="39318690" y="25849550"/>
                <a:ext cx="20019" cy="8038800"/>
              </a:xfrm>
              <a:custGeom>
                <a:avLst/>
                <a:gdLst>
                  <a:gd name="csX0" fmla="*/ 0 w 31613"/>
                  <a:gd name="csY0" fmla="*/ 9575732 h 9575731"/>
                  <a:gd name="csX1" fmla="*/ 0 w 31613"/>
                  <a:gd name="csY1" fmla="*/ 0 h 95757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9575731">
                    <a:moveTo>
                      <a:pt x="0" y="9575732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4418" name="任意多边形: 形状 4417"/>
              <p:cNvSpPr/>
              <p:nvPr/>
            </p:nvSpPr>
            <p:spPr>
              <a:xfrm>
                <a:off x="38683767" y="28913873"/>
                <a:ext cx="360000" cy="0"/>
              </a:xfrm>
              <a:custGeom>
                <a:avLst/>
                <a:gdLst>
                  <a:gd name="csX0" fmla="*/ 110698 w 110648"/>
                  <a:gd name="csY0" fmla="*/ 123 h 31636"/>
                  <a:gd name="csX1" fmla="*/ 49 w 110648"/>
                  <a:gd name="csY1" fmla="*/ 123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10648" h="31636">
                    <a:moveTo>
                      <a:pt x="110698" y="123"/>
                    </a:moveTo>
                    <a:lnTo>
                      <a:pt x="49" y="123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396" name="任意多边形: 形状 4395"/>
              <p:cNvSpPr/>
              <p:nvPr/>
            </p:nvSpPr>
            <p:spPr>
              <a:xfrm>
                <a:off x="38683767" y="33239757"/>
                <a:ext cx="360000" cy="0"/>
              </a:xfrm>
              <a:custGeom>
                <a:avLst/>
                <a:gdLst>
                  <a:gd name="csX0" fmla="*/ 63277 w 63227"/>
                  <a:gd name="csY0" fmla="*/ 286 h 31636"/>
                  <a:gd name="csX1" fmla="*/ 49 w 63227"/>
                  <a:gd name="csY1" fmla="*/ 286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286"/>
                    </a:moveTo>
                    <a:lnTo>
                      <a:pt x="49" y="286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397" name="任意多边形: 形状 4396"/>
              <p:cNvSpPr/>
              <p:nvPr/>
            </p:nvSpPr>
            <p:spPr>
              <a:xfrm>
                <a:off x="38683767" y="32149939"/>
                <a:ext cx="360000" cy="0"/>
              </a:xfrm>
              <a:custGeom>
                <a:avLst/>
                <a:gdLst>
                  <a:gd name="csX0" fmla="*/ 63277 w 63227"/>
                  <a:gd name="csY0" fmla="*/ 245 h 31636"/>
                  <a:gd name="csX1" fmla="*/ 49 w 63227"/>
                  <a:gd name="csY1" fmla="*/ 245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245"/>
                    </a:moveTo>
                    <a:lnTo>
                      <a:pt x="49" y="24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398" name="任意多边形: 形状 4397"/>
              <p:cNvSpPr/>
              <p:nvPr/>
            </p:nvSpPr>
            <p:spPr>
              <a:xfrm>
                <a:off x="38683767" y="31376700"/>
                <a:ext cx="360000" cy="0"/>
              </a:xfrm>
              <a:custGeom>
                <a:avLst/>
                <a:gdLst>
                  <a:gd name="csX0" fmla="*/ 63277 w 63227"/>
                  <a:gd name="csY0" fmla="*/ 216 h 31636"/>
                  <a:gd name="csX1" fmla="*/ 49 w 63227"/>
                  <a:gd name="csY1" fmla="*/ 216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216"/>
                    </a:moveTo>
                    <a:lnTo>
                      <a:pt x="49" y="216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399" name="任意多边形: 形状 4398"/>
              <p:cNvSpPr/>
              <p:nvPr/>
            </p:nvSpPr>
            <p:spPr>
              <a:xfrm>
                <a:off x="38683767" y="30776929"/>
                <a:ext cx="360000" cy="0"/>
              </a:xfrm>
              <a:custGeom>
                <a:avLst/>
                <a:gdLst>
                  <a:gd name="csX0" fmla="*/ 63277 w 63227"/>
                  <a:gd name="csY0" fmla="*/ 193 h 31636"/>
                  <a:gd name="csX1" fmla="*/ 49 w 63227"/>
                  <a:gd name="csY1" fmla="*/ 193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193"/>
                    </a:moveTo>
                    <a:lnTo>
                      <a:pt x="49" y="193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00" name="任意多边形: 形状 4399"/>
              <p:cNvSpPr/>
              <p:nvPr/>
            </p:nvSpPr>
            <p:spPr>
              <a:xfrm>
                <a:off x="38683767" y="30286882"/>
                <a:ext cx="360000" cy="0"/>
              </a:xfrm>
              <a:custGeom>
                <a:avLst/>
                <a:gdLst>
                  <a:gd name="csX0" fmla="*/ 63277 w 63227"/>
                  <a:gd name="csY0" fmla="*/ 175 h 31636"/>
                  <a:gd name="csX1" fmla="*/ 49 w 63227"/>
                  <a:gd name="csY1" fmla="*/ 175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175"/>
                    </a:moveTo>
                    <a:lnTo>
                      <a:pt x="49" y="17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01" name="任意多边形: 形状 4400"/>
              <p:cNvSpPr/>
              <p:nvPr/>
            </p:nvSpPr>
            <p:spPr>
              <a:xfrm>
                <a:off x="38683767" y="29872552"/>
                <a:ext cx="360000" cy="0"/>
              </a:xfrm>
              <a:custGeom>
                <a:avLst/>
                <a:gdLst>
                  <a:gd name="csX0" fmla="*/ 63277 w 63227"/>
                  <a:gd name="csY0" fmla="*/ 159 h 31636"/>
                  <a:gd name="csX1" fmla="*/ 49 w 63227"/>
                  <a:gd name="csY1" fmla="*/ 159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159"/>
                    </a:moveTo>
                    <a:lnTo>
                      <a:pt x="49" y="159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02" name="任意多边形: 形状 4401"/>
              <p:cNvSpPr/>
              <p:nvPr/>
            </p:nvSpPr>
            <p:spPr>
              <a:xfrm>
                <a:off x="38683767" y="29513644"/>
                <a:ext cx="360000" cy="0"/>
              </a:xfrm>
              <a:custGeom>
                <a:avLst/>
                <a:gdLst>
                  <a:gd name="csX0" fmla="*/ 63277 w 63227"/>
                  <a:gd name="csY0" fmla="*/ 146 h 31636"/>
                  <a:gd name="csX1" fmla="*/ 49 w 63227"/>
                  <a:gd name="csY1" fmla="*/ 146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146"/>
                    </a:moveTo>
                    <a:lnTo>
                      <a:pt x="49" y="146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03" name="任意多边形: 形状 4402"/>
              <p:cNvSpPr/>
              <p:nvPr/>
            </p:nvSpPr>
            <p:spPr>
              <a:xfrm>
                <a:off x="38683767" y="29197063"/>
                <a:ext cx="360000" cy="0"/>
              </a:xfrm>
              <a:custGeom>
                <a:avLst/>
                <a:gdLst>
                  <a:gd name="csX0" fmla="*/ 63277 w 63227"/>
                  <a:gd name="csY0" fmla="*/ 134 h 31636"/>
                  <a:gd name="csX1" fmla="*/ 49 w 63227"/>
                  <a:gd name="csY1" fmla="*/ 134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134"/>
                    </a:moveTo>
                    <a:lnTo>
                      <a:pt x="49" y="134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04" name="任意多边形: 形状 4403"/>
              <p:cNvSpPr/>
              <p:nvPr/>
            </p:nvSpPr>
            <p:spPr>
              <a:xfrm>
                <a:off x="38683767" y="27050816"/>
                <a:ext cx="360000" cy="0"/>
              </a:xfrm>
              <a:custGeom>
                <a:avLst/>
                <a:gdLst>
                  <a:gd name="csX0" fmla="*/ 63277 w 63227"/>
                  <a:gd name="csY0" fmla="*/ 53 h 31636"/>
                  <a:gd name="csX1" fmla="*/ 49 w 63227"/>
                  <a:gd name="csY1" fmla="*/ 53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53"/>
                    </a:moveTo>
                    <a:lnTo>
                      <a:pt x="49" y="53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05" name="任意多边形: 形状 4404"/>
              <p:cNvSpPr/>
              <p:nvPr/>
            </p:nvSpPr>
            <p:spPr>
              <a:xfrm>
                <a:off x="39003726" y="25960998"/>
                <a:ext cx="40039" cy="26623"/>
              </a:xfrm>
              <a:custGeom>
                <a:avLst/>
                <a:gdLst>
                  <a:gd name="csX0" fmla="*/ 63277 w 63227"/>
                  <a:gd name="csY0" fmla="*/ 12 h 31636"/>
                  <a:gd name="csX1" fmla="*/ 49 w 63227"/>
                  <a:gd name="csY1" fmla="*/ 12 h 31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63227" h="31636">
                    <a:moveTo>
                      <a:pt x="63277" y="12"/>
                    </a:moveTo>
                    <a:lnTo>
                      <a:pt x="49" y="12"/>
                    </a:lnTo>
                  </a:path>
                </a:pathLst>
              </a:custGeom>
              <a:solidFill>
                <a:srgbClr val="000000"/>
              </a:solidFill>
              <a:ln w="18959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id="4438" name="组合 4437"/>
            <p:cNvGrpSpPr/>
            <p:nvPr/>
          </p:nvGrpSpPr>
          <p:grpSpPr>
            <a:xfrm>
              <a:off x="62495" y="45375"/>
              <a:ext cx="14929" cy="567"/>
              <a:chOff x="39318690" y="33888349"/>
              <a:chExt cx="9480086" cy="360000"/>
            </a:xfrm>
          </p:grpSpPr>
          <p:sp>
            <p:nvSpPr>
              <p:cNvPr id="4423" name="任意多边形: 形状 4422"/>
              <p:cNvSpPr/>
              <p:nvPr/>
            </p:nvSpPr>
            <p:spPr>
              <a:xfrm>
                <a:off x="39318690" y="33888349"/>
                <a:ext cx="0" cy="360000"/>
              </a:xfrm>
              <a:custGeom>
                <a:avLst/>
                <a:gdLst>
                  <a:gd name="csX0" fmla="*/ 63 w 31613"/>
                  <a:gd name="csY0" fmla="*/ 310 h 110727"/>
                  <a:gd name="csX1" fmla="*/ 63 w 31613"/>
                  <a:gd name="csY1" fmla="*/ 111038 h 110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110727">
                    <a:moveTo>
                      <a:pt x="63" y="310"/>
                    </a:moveTo>
                    <a:lnTo>
                      <a:pt x="63" y="111038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24" name="任意多边形: 形状 4423"/>
              <p:cNvSpPr/>
              <p:nvPr/>
            </p:nvSpPr>
            <p:spPr>
              <a:xfrm>
                <a:off x="41214708" y="33888349"/>
                <a:ext cx="0" cy="360000"/>
              </a:xfrm>
              <a:custGeom>
                <a:avLst/>
                <a:gdLst>
                  <a:gd name="csX0" fmla="*/ 158 w 31613"/>
                  <a:gd name="csY0" fmla="*/ 310 h 110727"/>
                  <a:gd name="csX1" fmla="*/ 158 w 31613"/>
                  <a:gd name="csY1" fmla="*/ 111038 h 110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110727">
                    <a:moveTo>
                      <a:pt x="158" y="310"/>
                    </a:moveTo>
                    <a:lnTo>
                      <a:pt x="158" y="111038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25" name="任意多边形: 形状 4424"/>
              <p:cNvSpPr/>
              <p:nvPr/>
            </p:nvSpPr>
            <p:spPr>
              <a:xfrm>
                <a:off x="43110724" y="33888349"/>
                <a:ext cx="0" cy="360000"/>
              </a:xfrm>
              <a:custGeom>
                <a:avLst/>
                <a:gdLst>
                  <a:gd name="csX0" fmla="*/ 252 w 31613"/>
                  <a:gd name="csY0" fmla="*/ 310 h 110727"/>
                  <a:gd name="csX1" fmla="*/ 252 w 31613"/>
                  <a:gd name="csY1" fmla="*/ 111038 h 110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110727">
                    <a:moveTo>
                      <a:pt x="252" y="310"/>
                    </a:moveTo>
                    <a:lnTo>
                      <a:pt x="252" y="111038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26" name="任意多边形: 形状 4425"/>
              <p:cNvSpPr/>
              <p:nvPr/>
            </p:nvSpPr>
            <p:spPr>
              <a:xfrm>
                <a:off x="45006741" y="33888349"/>
                <a:ext cx="0" cy="360000"/>
              </a:xfrm>
              <a:custGeom>
                <a:avLst/>
                <a:gdLst>
                  <a:gd name="csX0" fmla="*/ 347 w 31613"/>
                  <a:gd name="csY0" fmla="*/ 310 h 110727"/>
                  <a:gd name="csX1" fmla="*/ 347 w 31613"/>
                  <a:gd name="csY1" fmla="*/ 111038 h 110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110727">
                    <a:moveTo>
                      <a:pt x="347" y="310"/>
                    </a:moveTo>
                    <a:lnTo>
                      <a:pt x="347" y="111038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27" name="任意多边形: 形状 4426"/>
              <p:cNvSpPr/>
              <p:nvPr/>
            </p:nvSpPr>
            <p:spPr>
              <a:xfrm>
                <a:off x="46902758" y="33888349"/>
                <a:ext cx="0" cy="360000"/>
              </a:xfrm>
              <a:custGeom>
                <a:avLst/>
                <a:gdLst>
                  <a:gd name="csX0" fmla="*/ 442 w 31613"/>
                  <a:gd name="csY0" fmla="*/ 310 h 110727"/>
                  <a:gd name="csX1" fmla="*/ 442 w 31613"/>
                  <a:gd name="csY1" fmla="*/ 111038 h 110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110727">
                    <a:moveTo>
                      <a:pt x="442" y="310"/>
                    </a:moveTo>
                    <a:lnTo>
                      <a:pt x="442" y="111038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28" name="任意多边形: 形状 4427"/>
              <p:cNvSpPr/>
              <p:nvPr/>
            </p:nvSpPr>
            <p:spPr>
              <a:xfrm>
                <a:off x="48798776" y="33888349"/>
                <a:ext cx="0" cy="360000"/>
              </a:xfrm>
              <a:custGeom>
                <a:avLst/>
                <a:gdLst>
                  <a:gd name="csX0" fmla="*/ 536 w 31613"/>
                  <a:gd name="csY0" fmla="*/ 310 h 110727"/>
                  <a:gd name="csX1" fmla="*/ 536 w 31613"/>
                  <a:gd name="csY1" fmla="*/ 111038 h 1107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613" h="110727">
                    <a:moveTo>
                      <a:pt x="536" y="310"/>
                    </a:moveTo>
                    <a:lnTo>
                      <a:pt x="536" y="111038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id="4430" name="任意多边形: 形状 4429"/>
            <p:cNvSpPr/>
            <p:nvPr/>
          </p:nvSpPr>
          <p:spPr>
            <a:xfrm>
              <a:off x="62062" y="39704"/>
              <a:ext cx="15647" cy="42"/>
            </a:xfrm>
            <a:custGeom>
              <a:avLst/>
              <a:gdLst>
                <a:gd name="csX0" fmla="*/ 0 w 16138239"/>
                <a:gd name="csY0" fmla="*/ 0 h 31636"/>
                <a:gd name="csX1" fmla="*/ 16138240 w 16138239"/>
                <a:gd name="csY1" fmla="*/ 0 h 3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138239" h="31636">
                  <a:moveTo>
                    <a:pt x="0" y="0"/>
                  </a:moveTo>
                  <a:lnTo>
                    <a:pt x="1613824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4431" name="任意多边形: 形状 4430"/>
            <p:cNvSpPr/>
            <p:nvPr/>
          </p:nvSpPr>
          <p:spPr>
            <a:xfrm>
              <a:off x="62062" y="41420"/>
              <a:ext cx="15647" cy="42"/>
            </a:xfrm>
            <a:custGeom>
              <a:avLst/>
              <a:gdLst>
                <a:gd name="csX0" fmla="*/ 0 w 16138239"/>
                <a:gd name="csY0" fmla="*/ 0 h 31636"/>
                <a:gd name="csX1" fmla="*/ 16138240 w 16138239"/>
                <a:gd name="csY1" fmla="*/ 0 h 31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138239" h="31636">
                  <a:moveTo>
                    <a:pt x="0" y="0"/>
                  </a:moveTo>
                  <a:lnTo>
                    <a:pt x="16138240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529" name="文本框 528"/>
            <p:cNvSpPr txBox="1"/>
            <p:nvPr/>
          </p:nvSpPr>
          <p:spPr>
            <a:xfrm>
              <a:off x="62003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0" name="文本框 529"/>
            <p:cNvSpPr txBox="1"/>
            <p:nvPr/>
          </p:nvSpPr>
          <p:spPr>
            <a:xfrm>
              <a:off x="75973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50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1" name="文本框 530"/>
            <p:cNvSpPr txBox="1"/>
            <p:nvPr/>
          </p:nvSpPr>
          <p:spPr>
            <a:xfrm>
              <a:off x="64797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2" name="文本框 531"/>
            <p:cNvSpPr txBox="1"/>
            <p:nvPr/>
          </p:nvSpPr>
          <p:spPr>
            <a:xfrm>
              <a:off x="67591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3" name="文本框 532"/>
            <p:cNvSpPr txBox="1"/>
            <p:nvPr/>
          </p:nvSpPr>
          <p:spPr>
            <a:xfrm>
              <a:off x="70385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30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4" name="文本框 533"/>
            <p:cNvSpPr txBox="1"/>
            <p:nvPr/>
          </p:nvSpPr>
          <p:spPr>
            <a:xfrm>
              <a:off x="73179" y="45942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40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6" name="文本框 535"/>
            <p:cNvSpPr txBox="1"/>
            <p:nvPr/>
          </p:nvSpPr>
          <p:spPr>
            <a:xfrm>
              <a:off x="58142" y="33933"/>
              <a:ext cx="3401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10</a:t>
              </a:r>
              <a:r>
                <a:rPr lang="en-US" altLang="zh-CN" sz="8800" baseline="3000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lang="en-US" altLang="zh-CN" sz="8800" baseline="300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1" name="文本框 570"/>
            <p:cNvSpPr txBox="1"/>
            <p:nvPr/>
          </p:nvSpPr>
          <p:spPr>
            <a:xfrm rot="16200000">
              <a:off x="53905" y="38405"/>
              <a:ext cx="10160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Train Loss</a:t>
              </a:r>
              <a:endPara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72" name="文本框 571"/>
            <p:cNvSpPr txBox="1"/>
            <p:nvPr/>
          </p:nvSpPr>
          <p:spPr>
            <a:xfrm>
              <a:off x="65577" y="47884"/>
              <a:ext cx="10160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Epoch</a:t>
              </a:r>
              <a:endPara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67232" y="33401"/>
              <a:ext cx="10435" cy="3878"/>
              <a:chOff x="59119" y="53016"/>
              <a:chExt cx="10435" cy="3878"/>
            </a:xfrm>
          </p:grpSpPr>
          <p:cxnSp>
            <p:nvCxnSpPr>
              <p:cNvPr id="61" name="直接连接符 60"/>
              <p:cNvCxnSpPr/>
              <p:nvPr/>
            </p:nvCxnSpPr>
            <p:spPr>
              <a:xfrm flipV="1">
                <a:off x="59119" y="53877"/>
                <a:ext cx="1701" cy="0"/>
              </a:xfrm>
              <a:prstGeom prst="line">
                <a:avLst/>
              </a:prstGeom>
              <a:ln w="101600">
                <a:solidFill>
                  <a:srgbClr val="F65F54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2" name="文本框 61"/>
              <p:cNvSpPr txBox="1"/>
              <p:nvPr/>
            </p:nvSpPr>
            <p:spPr>
              <a:xfrm>
                <a:off x="60953" y="53016"/>
                <a:ext cx="8601" cy="1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 OT</a:t>
                </a:r>
                <a:endPara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63" name="直接连接符 62"/>
              <p:cNvCxnSpPr/>
              <p:nvPr/>
            </p:nvCxnSpPr>
            <p:spPr>
              <a:xfrm flipV="1">
                <a:off x="59119" y="55765"/>
                <a:ext cx="1701" cy="0"/>
              </a:xfrm>
              <a:prstGeom prst="line">
                <a:avLst/>
              </a:prstGeom>
              <a:ln w="101600">
                <a:solidFill>
                  <a:srgbClr val="67BB6A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4" name="文本框 63"/>
              <p:cNvSpPr txBox="1"/>
              <p:nvPr/>
            </p:nvSpPr>
            <p:spPr>
              <a:xfrm>
                <a:off x="60953" y="55045"/>
                <a:ext cx="8600" cy="18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Without OT</a:t>
                </a:r>
                <a:endPara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98" name="组合 97"/>
          <p:cNvGrpSpPr/>
          <p:nvPr/>
        </p:nvGrpSpPr>
        <p:grpSpPr>
          <a:xfrm>
            <a:off x="8954135" y="44205938"/>
            <a:ext cx="7512685" cy="1174115"/>
            <a:chOff x="6001" y="81718"/>
            <a:chExt cx="11831" cy="1849"/>
          </a:xfrm>
        </p:grpSpPr>
        <p:cxnSp>
          <p:nvCxnSpPr>
            <p:cNvPr id="86" name="直接连接符 85"/>
            <p:cNvCxnSpPr/>
            <p:nvPr/>
          </p:nvCxnSpPr>
          <p:spPr>
            <a:xfrm flipV="1">
              <a:off x="6943" y="82642"/>
              <a:ext cx="1701" cy="0"/>
            </a:xfrm>
            <a:prstGeom prst="line">
              <a:avLst/>
            </a:prstGeom>
            <a:ln w="101600">
              <a:solidFill>
                <a:srgbClr val="7F97A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7" name="文本框 86"/>
            <p:cNvSpPr txBox="1"/>
            <p:nvPr/>
          </p:nvSpPr>
          <p:spPr>
            <a:xfrm>
              <a:off x="6001" y="81718"/>
              <a:ext cx="11831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Uniform</a:t>
              </a:r>
              <a:endPara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12651105" y="45420058"/>
            <a:ext cx="12030710" cy="1174115"/>
            <a:chOff x="6943" y="81718"/>
            <a:chExt cx="18946" cy="1849"/>
          </a:xfrm>
        </p:grpSpPr>
        <p:sp>
          <p:nvSpPr>
            <p:cNvPr id="101" name="文本框 100"/>
            <p:cNvSpPr txBox="1"/>
            <p:nvPr/>
          </p:nvSpPr>
          <p:spPr>
            <a:xfrm>
              <a:off x="7981" y="81718"/>
              <a:ext cx="17908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Logit-Normal 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std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0.5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00" name="直接连接符 99"/>
            <p:cNvCxnSpPr/>
            <p:nvPr/>
          </p:nvCxnSpPr>
          <p:spPr>
            <a:xfrm flipV="1">
              <a:off x="6943" y="82643"/>
              <a:ext cx="1701" cy="0"/>
            </a:xfrm>
            <a:prstGeom prst="line">
              <a:avLst/>
            </a:prstGeom>
            <a:ln w="101600">
              <a:solidFill>
                <a:srgbClr val="AB47BC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06" name="组合 105"/>
          <p:cNvGrpSpPr/>
          <p:nvPr/>
        </p:nvGrpSpPr>
        <p:grpSpPr>
          <a:xfrm>
            <a:off x="25753060" y="45420280"/>
            <a:ext cx="12030710" cy="1174115"/>
            <a:chOff x="6943" y="81718"/>
            <a:chExt cx="18946" cy="1849"/>
          </a:xfrm>
        </p:grpSpPr>
        <p:sp>
          <p:nvSpPr>
            <p:cNvPr id="111" name="文本框 110"/>
            <p:cNvSpPr txBox="1"/>
            <p:nvPr/>
          </p:nvSpPr>
          <p:spPr>
            <a:xfrm>
              <a:off x="7981" y="81718"/>
              <a:ext cx="17908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Logit-Normal 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std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=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1.0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84" name="直接连接符 383"/>
            <p:cNvCxnSpPr/>
            <p:nvPr/>
          </p:nvCxnSpPr>
          <p:spPr>
            <a:xfrm flipV="1">
              <a:off x="6943" y="82643"/>
              <a:ext cx="1701" cy="0"/>
            </a:xfrm>
            <a:prstGeom prst="line">
              <a:avLst/>
            </a:prstGeom>
            <a:ln w="101600">
              <a:solidFill>
                <a:srgbClr val="42A6F5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85" name="组合 384"/>
          <p:cNvGrpSpPr/>
          <p:nvPr/>
        </p:nvGrpSpPr>
        <p:grpSpPr>
          <a:xfrm>
            <a:off x="18847435" y="44206160"/>
            <a:ext cx="11371580" cy="1174115"/>
            <a:chOff x="6901" y="81718"/>
            <a:chExt cx="17908" cy="1849"/>
          </a:xfrm>
        </p:grpSpPr>
        <p:sp>
          <p:nvSpPr>
            <p:cNvPr id="387" name="文本框 386"/>
            <p:cNvSpPr txBox="1"/>
            <p:nvPr/>
          </p:nvSpPr>
          <p:spPr>
            <a:xfrm>
              <a:off x="6901" y="81718"/>
              <a:ext cx="17908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Beta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-high class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88" name="直接连接符 387"/>
            <p:cNvCxnSpPr/>
            <p:nvPr/>
          </p:nvCxnSpPr>
          <p:spPr>
            <a:xfrm flipV="1">
              <a:off x="6943" y="82642"/>
              <a:ext cx="1701" cy="0"/>
            </a:xfrm>
            <a:prstGeom prst="line">
              <a:avLst/>
            </a:prstGeom>
            <a:ln w="101600">
              <a:solidFill>
                <a:srgbClr val="FF9F1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89" name="组合 388"/>
          <p:cNvGrpSpPr/>
          <p:nvPr/>
        </p:nvGrpSpPr>
        <p:grpSpPr>
          <a:xfrm>
            <a:off x="31344870" y="44206160"/>
            <a:ext cx="11371580" cy="1174115"/>
            <a:chOff x="-3849" y="82642"/>
            <a:chExt cx="17908" cy="1849"/>
          </a:xfrm>
        </p:grpSpPr>
        <p:sp>
          <p:nvSpPr>
            <p:cNvPr id="404" name="文本框 403"/>
            <p:cNvSpPr txBox="1"/>
            <p:nvPr/>
          </p:nvSpPr>
          <p:spPr>
            <a:xfrm>
              <a:off x="-3849" y="82642"/>
              <a:ext cx="17908" cy="1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Beta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,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rPr>
                <a:t>-low class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05" name="直接连接符 404"/>
            <p:cNvCxnSpPr/>
            <p:nvPr/>
          </p:nvCxnSpPr>
          <p:spPr>
            <a:xfrm flipV="1">
              <a:off x="-3780" y="83567"/>
              <a:ext cx="1701" cy="0"/>
            </a:xfrm>
            <a:prstGeom prst="line">
              <a:avLst/>
            </a:prstGeom>
            <a:ln w="101600">
              <a:solidFill>
                <a:srgbClr val="EC407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06" name="文本框 405"/>
          <p:cNvSpPr txBox="1"/>
          <p:nvPr/>
        </p:nvSpPr>
        <p:spPr>
          <a:xfrm>
            <a:off x="3009899" y="5858510"/>
            <a:ext cx="7920000" cy="334010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Gaussian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(mean=1.56,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 std=0.69)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7" name="文本框 406"/>
          <p:cNvSpPr txBox="1"/>
          <p:nvPr/>
        </p:nvSpPr>
        <p:spPr>
          <a:xfrm>
            <a:off x="12220574" y="5842000"/>
            <a:ext cx="7920000" cy="334010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Sobol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(mean=1.58, 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std=0.66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21431529" y="6047105"/>
            <a:ext cx="7920000" cy="3340100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Shell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(mean=1.02, 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  <a:sym typeface="+mn-ea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std=0.27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0" name="文本框 409"/>
          <p:cNvSpPr txBox="1"/>
          <p:nvPr/>
        </p:nvSpPr>
        <p:spPr>
          <a:xfrm>
            <a:off x="1731645" y="-8890"/>
            <a:ext cx="180000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a. 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5" name="文本框 414"/>
          <p:cNvSpPr txBox="1"/>
          <p:nvPr/>
        </p:nvSpPr>
        <p:spPr>
          <a:xfrm>
            <a:off x="3042920" y="1816671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-2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6" name="文本框 415"/>
          <p:cNvSpPr txBox="1"/>
          <p:nvPr/>
        </p:nvSpPr>
        <p:spPr>
          <a:xfrm>
            <a:off x="5267960" y="1816671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8" name="文本框 417"/>
          <p:cNvSpPr txBox="1"/>
          <p:nvPr/>
        </p:nvSpPr>
        <p:spPr>
          <a:xfrm>
            <a:off x="7493000" y="1816671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0" name="文本框 419"/>
          <p:cNvSpPr txBox="1"/>
          <p:nvPr/>
        </p:nvSpPr>
        <p:spPr>
          <a:xfrm>
            <a:off x="586740" y="15892780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-2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1" name="文本框 420"/>
          <p:cNvSpPr txBox="1"/>
          <p:nvPr/>
        </p:nvSpPr>
        <p:spPr>
          <a:xfrm>
            <a:off x="586740" y="1116647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2" name="文本框 421"/>
          <p:cNvSpPr txBox="1"/>
          <p:nvPr/>
        </p:nvSpPr>
        <p:spPr>
          <a:xfrm>
            <a:off x="586740" y="13416280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5" name="文本框 424"/>
          <p:cNvSpPr txBox="1"/>
          <p:nvPr/>
        </p:nvSpPr>
        <p:spPr>
          <a:xfrm>
            <a:off x="9674225" y="1816671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6" name="文本框 425"/>
          <p:cNvSpPr txBox="1"/>
          <p:nvPr/>
        </p:nvSpPr>
        <p:spPr>
          <a:xfrm>
            <a:off x="1753870" y="8947150"/>
            <a:ext cx="180000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 fontAlgn="auto">
              <a:lnSpc>
                <a:spcPct val="80000"/>
              </a:lnSpc>
            </a:pPr>
            <a:r>
              <a:rPr lang="en-US" altLang="zh-CN" sz="8800" i="1">
                <a:latin typeface="Calibri" panose="020F0502020204030204" pitchFamily="34" charset="0"/>
                <a:cs typeface="Calibri" panose="020F0502020204030204" pitchFamily="34" charset="0"/>
              </a:rPr>
              <a:t>b. 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7" name="文本框 426"/>
          <p:cNvSpPr txBox="1"/>
          <p:nvPr/>
        </p:nvSpPr>
        <p:spPr>
          <a:xfrm>
            <a:off x="1687195" y="19385915"/>
            <a:ext cx="108000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d.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8" name="文本框 427"/>
          <p:cNvSpPr txBox="1"/>
          <p:nvPr/>
        </p:nvSpPr>
        <p:spPr>
          <a:xfrm>
            <a:off x="1710055" y="31090235"/>
            <a:ext cx="108000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g. 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1278890" y="10067925"/>
            <a:ext cx="216027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Y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34" name="组合 433"/>
          <p:cNvGrpSpPr/>
          <p:nvPr/>
        </p:nvGrpSpPr>
        <p:grpSpPr>
          <a:xfrm>
            <a:off x="12178030" y="18166715"/>
            <a:ext cx="8837295" cy="1080135"/>
            <a:chOff x="18242" y="35679"/>
            <a:chExt cx="13917" cy="1701"/>
          </a:xfrm>
        </p:grpSpPr>
        <p:sp>
          <p:nvSpPr>
            <p:cNvPr id="430" name="文本框 429"/>
            <p:cNvSpPr txBox="1"/>
            <p:nvPr/>
          </p:nvSpPr>
          <p:spPr>
            <a:xfrm>
              <a:off x="18242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1" name="文本框 430"/>
            <p:cNvSpPr txBox="1"/>
            <p:nvPr/>
          </p:nvSpPr>
          <p:spPr>
            <a:xfrm>
              <a:off x="21746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2" name="文本框 431"/>
            <p:cNvSpPr txBox="1"/>
            <p:nvPr/>
          </p:nvSpPr>
          <p:spPr>
            <a:xfrm>
              <a:off x="25250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3" name="文本框 432"/>
            <p:cNvSpPr txBox="1"/>
            <p:nvPr/>
          </p:nvSpPr>
          <p:spPr>
            <a:xfrm>
              <a:off x="28757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ct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36" name="组合 435"/>
          <p:cNvGrpSpPr/>
          <p:nvPr/>
        </p:nvGrpSpPr>
        <p:grpSpPr>
          <a:xfrm>
            <a:off x="21403945" y="18166715"/>
            <a:ext cx="8745855" cy="1080135"/>
            <a:chOff x="18242" y="35679"/>
            <a:chExt cx="13773" cy="1701"/>
          </a:xfrm>
        </p:grpSpPr>
        <p:sp>
          <p:nvSpPr>
            <p:cNvPr id="437" name="文本框 436"/>
            <p:cNvSpPr txBox="1"/>
            <p:nvPr/>
          </p:nvSpPr>
          <p:spPr>
            <a:xfrm>
              <a:off x="18242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-2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0" name="文本框 439"/>
            <p:cNvSpPr txBox="1"/>
            <p:nvPr/>
          </p:nvSpPr>
          <p:spPr>
            <a:xfrm>
              <a:off x="21746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1" name="文本框 440"/>
            <p:cNvSpPr txBox="1"/>
            <p:nvPr/>
          </p:nvSpPr>
          <p:spPr>
            <a:xfrm>
              <a:off x="25250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2" name="文本框 441"/>
            <p:cNvSpPr txBox="1"/>
            <p:nvPr/>
          </p:nvSpPr>
          <p:spPr>
            <a:xfrm>
              <a:off x="28613" y="35679"/>
              <a:ext cx="3402" cy="17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indent="0" algn="ctr" fontAlgn="auto">
                <a:lnSpc>
                  <a:spcPct val="80000"/>
                </a:lnSpc>
              </a:pPr>
              <a:r>
                <a:rPr lang="en-US" altLang="zh-CN" sz="8800">
                  <a:latin typeface="Calibri" panose="020F0502020204030204" pitchFamily="34" charset="0"/>
                  <a:cs typeface="Calibri" panose="020F0502020204030204" pitchFamily="34" charset="0"/>
                </a:rPr>
                <a:t>X</a:t>
              </a:r>
              <a:endParaRPr lang="en-US" altLang="zh-CN" sz="88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09" name="文本框 408"/>
          <p:cNvSpPr txBox="1"/>
          <p:nvPr/>
        </p:nvSpPr>
        <p:spPr>
          <a:xfrm>
            <a:off x="30029150" y="-8890"/>
            <a:ext cx="1080000" cy="117411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c. 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7677725" y="18072735"/>
            <a:ext cx="645160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Epoch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05" name="任意多边形: 形状 3704"/>
          <p:cNvSpPr/>
          <p:nvPr/>
        </p:nvSpPr>
        <p:spPr>
          <a:xfrm>
            <a:off x="32365950" y="577215"/>
            <a:ext cx="0" cy="15800070"/>
          </a:xfrm>
          <a:custGeom>
            <a:avLst/>
            <a:gdLst>
              <a:gd name="csX0" fmla="*/ 0 w 34108"/>
              <a:gd name="csY0" fmla="*/ 14826997 h 14826997"/>
              <a:gd name="csX1" fmla="*/ 0 w 34108"/>
              <a:gd name="csY1" fmla="*/ 0 h 14826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4108" h="14826997">
                <a:moveTo>
                  <a:pt x="0" y="14826997"/>
                </a:moveTo>
                <a:lnTo>
                  <a:pt x="0" y="0"/>
                </a:lnTo>
              </a:path>
            </a:pathLst>
          </a:custGeom>
          <a:noFill/>
          <a:ln w="101600" cap="sq">
            <a:solidFill>
              <a:srgbClr val="000000"/>
            </a:solidFill>
            <a:prstDash val="solid"/>
            <a:miter/>
          </a:ln>
        </p:spPr>
      </p:sp>
      <p:sp>
        <p:nvSpPr>
          <p:cNvPr id="3707" name="任意多边形: 形状 3706"/>
          <p:cNvSpPr/>
          <p:nvPr/>
        </p:nvSpPr>
        <p:spPr>
          <a:xfrm>
            <a:off x="33138110" y="2084705"/>
            <a:ext cx="15438120" cy="12665075"/>
          </a:xfrm>
          <a:custGeom>
            <a:avLst/>
            <a:gdLst>
              <a:gd name="csX0" fmla="*/ 0 w 15828832"/>
              <a:gd name="csY0" fmla="*/ 0 h 11884688"/>
              <a:gd name="csX1" fmla="*/ 323037 w 15828832"/>
              <a:gd name="csY1" fmla="*/ 5813208 h 11884688"/>
              <a:gd name="csX2" fmla="*/ 646075 w 15828832"/>
              <a:gd name="csY2" fmla="*/ 6272245 h 11884688"/>
              <a:gd name="csX3" fmla="*/ 969112 w 15828832"/>
              <a:gd name="csY3" fmla="*/ 6682145 h 11884688"/>
              <a:gd name="csX4" fmla="*/ 1292149 w 15828832"/>
              <a:gd name="csY4" fmla="*/ 7043834 h 11884688"/>
              <a:gd name="csX5" fmla="*/ 1615187 w 15828832"/>
              <a:gd name="csY5" fmla="*/ 7319525 h 11884688"/>
              <a:gd name="csX6" fmla="*/ 1938224 w 15828832"/>
              <a:gd name="csY6" fmla="*/ 7594903 h 11884688"/>
              <a:gd name="csX7" fmla="*/ 2261262 w 15828832"/>
              <a:gd name="csY7" fmla="*/ 7827809 h 11884688"/>
              <a:gd name="csX8" fmla="*/ 2584299 w 15828832"/>
              <a:gd name="csY8" fmla="*/ 8007008 h 11884688"/>
              <a:gd name="csX9" fmla="*/ 2907337 w 15828832"/>
              <a:gd name="csY9" fmla="*/ 8211481 h 11884688"/>
              <a:gd name="csX10" fmla="*/ 3230374 w 15828832"/>
              <a:gd name="csY10" fmla="*/ 8383528 h 11884688"/>
              <a:gd name="csX11" fmla="*/ 3553412 w 15828832"/>
              <a:gd name="csY11" fmla="*/ 8548647 h 11884688"/>
              <a:gd name="csX12" fmla="*/ 3876449 w 15828832"/>
              <a:gd name="csY12" fmla="*/ 8678842 h 11884688"/>
              <a:gd name="csX13" fmla="*/ 4199486 w 15828832"/>
              <a:gd name="csY13" fmla="*/ 8795664 h 11884688"/>
              <a:gd name="csX14" fmla="*/ 4522524 w 15828832"/>
              <a:gd name="csY14" fmla="*/ 8983822 h 11884688"/>
              <a:gd name="csX15" fmla="*/ 4845561 w 15828832"/>
              <a:gd name="csY15" fmla="*/ 9118931 h 11884688"/>
              <a:gd name="csX16" fmla="*/ 5168599 w 15828832"/>
              <a:gd name="csY16" fmla="*/ 9273957 h 11884688"/>
              <a:gd name="csX17" fmla="*/ 5491636 w 15828832"/>
              <a:gd name="csY17" fmla="*/ 9340906 h 11884688"/>
              <a:gd name="csX18" fmla="*/ 5814673 w 15828832"/>
              <a:gd name="csY18" fmla="*/ 9504166 h 11884688"/>
              <a:gd name="csX19" fmla="*/ 6137711 w 15828832"/>
              <a:gd name="csY19" fmla="*/ 9591937 h 11884688"/>
              <a:gd name="csX20" fmla="*/ 6460748 w 15828832"/>
              <a:gd name="csY20" fmla="*/ 9732678 h 11884688"/>
              <a:gd name="csX21" fmla="*/ 6783786 w 15828832"/>
              <a:gd name="csY21" fmla="*/ 9827167 h 11884688"/>
              <a:gd name="csX22" fmla="*/ 7106823 w 15828832"/>
              <a:gd name="csY22" fmla="*/ 9930559 h 11884688"/>
              <a:gd name="csX23" fmla="*/ 7429861 w 15828832"/>
              <a:gd name="csY23" fmla="*/ 10061504 h 11884688"/>
              <a:gd name="csX24" fmla="*/ 7752898 w 15828832"/>
              <a:gd name="csY24" fmla="*/ 10171847 h 11884688"/>
              <a:gd name="csX25" fmla="*/ 8075935 w 15828832"/>
              <a:gd name="csY25" fmla="*/ 10310477 h 11884688"/>
              <a:gd name="csX26" fmla="*/ 8398972 w 15828832"/>
              <a:gd name="csY26" fmla="*/ 10383085 h 11884688"/>
              <a:gd name="csX27" fmla="*/ 8722010 w 15828832"/>
              <a:gd name="csY27" fmla="*/ 10479803 h 11884688"/>
              <a:gd name="csX28" fmla="*/ 9045047 w 15828832"/>
              <a:gd name="csY28" fmla="*/ 10593157 h 11884688"/>
              <a:gd name="csX29" fmla="*/ 9368084 w 15828832"/>
              <a:gd name="csY29" fmla="*/ 10724109 h 11884688"/>
              <a:gd name="csX30" fmla="*/ 9691122 w 15828832"/>
              <a:gd name="csY30" fmla="*/ 10793586 h 11884688"/>
              <a:gd name="csX31" fmla="*/ 10014159 w 15828832"/>
              <a:gd name="csY31" fmla="*/ 10913350 h 11884688"/>
              <a:gd name="csX32" fmla="*/ 10337197 w 15828832"/>
              <a:gd name="csY32" fmla="*/ 10983546 h 11884688"/>
              <a:gd name="csX33" fmla="*/ 10660234 w 15828832"/>
              <a:gd name="csY33" fmla="*/ 11115519 h 11884688"/>
              <a:gd name="csX34" fmla="*/ 10983271 w 15828832"/>
              <a:gd name="csY34" fmla="*/ 11173768 h 11884688"/>
              <a:gd name="csX35" fmla="*/ 11306309 w 15828832"/>
              <a:gd name="csY35" fmla="*/ 11272958 h 11884688"/>
              <a:gd name="csX36" fmla="*/ 11629346 w 15828832"/>
              <a:gd name="csY36" fmla="*/ 11332604 h 11884688"/>
              <a:gd name="csX37" fmla="*/ 11952383 w 15828832"/>
              <a:gd name="csY37" fmla="*/ 11419356 h 11884688"/>
              <a:gd name="csX38" fmla="*/ 12275421 w 15828832"/>
              <a:gd name="csY38" fmla="*/ 11458994 h 11884688"/>
              <a:gd name="csX39" fmla="*/ 12598458 w 15828832"/>
              <a:gd name="csY39" fmla="*/ 11549372 h 11884688"/>
              <a:gd name="csX40" fmla="*/ 12921495 w 15828832"/>
              <a:gd name="csY40" fmla="*/ 11623223 h 11884688"/>
              <a:gd name="csX41" fmla="*/ 13244533 w 15828832"/>
              <a:gd name="csY41" fmla="*/ 11673447 h 11884688"/>
              <a:gd name="csX42" fmla="*/ 13567570 w 15828832"/>
              <a:gd name="csY42" fmla="*/ 11734585 h 11884688"/>
              <a:gd name="csX43" fmla="*/ 13890607 w 15828832"/>
              <a:gd name="csY43" fmla="*/ 11727822 h 11884688"/>
              <a:gd name="csX44" fmla="*/ 14213645 w 15828832"/>
              <a:gd name="csY44" fmla="*/ 11783960 h 11884688"/>
              <a:gd name="csX45" fmla="*/ 14536683 w 15828832"/>
              <a:gd name="csY45" fmla="*/ 11806257 h 11884688"/>
              <a:gd name="csX46" fmla="*/ 14859721 w 15828832"/>
              <a:gd name="csY46" fmla="*/ 11831474 h 11884688"/>
              <a:gd name="csX47" fmla="*/ 15182758 w 15828832"/>
              <a:gd name="csY47" fmla="*/ 11870732 h 11884688"/>
              <a:gd name="csX48" fmla="*/ 15505794 w 15828832"/>
              <a:gd name="csY48" fmla="*/ 11877347 h 11884688"/>
              <a:gd name="csX49" fmla="*/ 15828833 w 15828832"/>
              <a:gd name="csY49" fmla="*/ 11884689 h 118846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5828832" h="11884688">
                <a:moveTo>
                  <a:pt x="0" y="0"/>
                </a:moveTo>
                <a:lnTo>
                  <a:pt x="323037" y="5813208"/>
                </a:lnTo>
                <a:lnTo>
                  <a:pt x="646075" y="6272245"/>
                </a:lnTo>
                <a:lnTo>
                  <a:pt x="969112" y="6682145"/>
                </a:lnTo>
                <a:lnTo>
                  <a:pt x="1292149" y="7043834"/>
                </a:lnTo>
                <a:lnTo>
                  <a:pt x="1615187" y="7319525"/>
                </a:lnTo>
                <a:lnTo>
                  <a:pt x="1938224" y="7594903"/>
                </a:lnTo>
                <a:lnTo>
                  <a:pt x="2261262" y="7827809"/>
                </a:lnTo>
                <a:lnTo>
                  <a:pt x="2584299" y="8007008"/>
                </a:lnTo>
                <a:lnTo>
                  <a:pt x="2907337" y="8211481"/>
                </a:lnTo>
                <a:lnTo>
                  <a:pt x="3230374" y="8383528"/>
                </a:lnTo>
                <a:lnTo>
                  <a:pt x="3553412" y="8548647"/>
                </a:lnTo>
                <a:lnTo>
                  <a:pt x="3876449" y="8678842"/>
                </a:lnTo>
                <a:lnTo>
                  <a:pt x="4199486" y="8795664"/>
                </a:lnTo>
                <a:lnTo>
                  <a:pt x="4522524" y="8983822"/>
                </a:lnTo>
                <a:lnTo>
                  <a:pt x="4845561" y="9118931"/>
                </a:lnTo>
                <a:lnTo>
                  <a:pt x="5168599" y="9273957"/>
                </a:lnTo>
                <a:lnTo>
                  <a:pt x="5491636" y="9340906"/>
                </a:lnTo>
                <a:lnTo>
                  <a:pt x="5814673" y="9504166"/>
                </a:lnTo>
                <a:lnTo>
                  <a:pt x="6137711" y="9591937"/>
                </a:lnTo>
                <a:lnTo>
                  <a:pt x="6460748" y="9732678"/>
                </a:lnTo>
                <a:lnTo>
                  <a:pt x="6783786" y="9827167"/>
                </a:lnTo>
                <a:lnTo>
                  <a:pt x="7106823" y="9930559"/>
                </a:lnTo>
                <a:lnTo>
                  <a:pt x="7429861" y="10061504"/>
                </a:lnTo>
                <a:lnTo>
                  <a:pt x="7752898" y="10171847"/>
                </a:lnTo>
                <a:lnTo>
                  <a:pt x="8075935" y="10310477"/>
                </a:lnTo>
                <a:lnTo>
                  <a:pt x="8398972" y="10383085"/>
                </a:lnTo>
                <a:lnTo>
                  <a:pt x="8722010" y="10479803"/>
                </a:lnTo>
                <a:lnTo>
                  <a:pt x="9045047" y="10593157"/>
                </a:lnTo>
                <a:lnTo>
                  <a:pt x="9368084" y="10724109"/>
                </a:lnTo>
                <a:lnTo>
                  <a:pt x="9691122" y="10793586"/>
                </a:lnTo>
                <a:lnTo>
                  <a:pt x="10014159" y="10913350"/>
                </a:lnTo>
                <a:lnTo>
                  <a:pt x="10337197" y="10983546"/>
                </a:lnTo>
                <a:lnTo>
                  <a:pt x="10660234" y="11115519"/>
                </a:lnTo>
                <a:lnTo>
                  <a:pt x="10983271" y="11173768"/>
                </a:lnTo>
                <a:lnTo>
                  <a:pt x="11306309" y="11272958"/>
                </a:lnTo>
                <a:lnTo>
                  <a:pt x="11629346" y="11332604"/>
                </a:lnTo>
                <a:lnTo>
                  <a:pt x="11952383" y="11419356"/>
                </a:lnTo>
                <a:lnTo>
                  <a:pt x="12275421" y="11458994"/>
                </a:lnTo>
                <a:lnTo>
                  <a:pt x="12598458" y="11549372"/>
                </a:lnTo>
                <a:lnTo>
                  <a:pt x="12921495" y="11623223"/>
                </a:lnTo>
                <a:lnTo>
                  <a:pt x="13244533" y="11673447"/>
                </a:lnTo>
                <a:lnTo>
                  <a:pt x="13567570" y="11734585"/>
                </a:lnTo>
                <a:lnTo>
                  <a:pt x="13890607" y="11727822"/>
                </a:lnTo>
                <a:lnTo>
                  <a:pt x="14213645" y="11783960"/>
                </a:lnTo>
                <a:lnTo>
                  <a:pt x="14536683" y="11806257"/>
                </a:lnTo>
                <a:lnTo>
                  <a:pt x="14859721" y="11831474"/>
                </a:lnTo>
                <a:lnTo>
                  <a:pt x="15182758" y="11870732"/>
                </a:lnTo>
                <a:lnTo>
                  <a:pt x="15505794" y="11877347"/>
                </a:lnTo>
                <a:lnTo>
                  <a:pt x="15828833" y="11884689"/>
                </a:lnTo>
              </a:path>
            </a:pathLst>
          </a:custGeom>
          <a:noFill/>
          <a:ln w="101600" cap="sq">
            <a:solidFill>
              <a:srgbClr val="2196F3">
                <a:alpha val="85000"/>
              </a:srgbClr>
            </a:solidFill>
            <a:prstDash val="solid"/>
            <a:round/>
          </a:ln>
        </p:spPr>
      </p:sp>
      <p:sp>
        <p:nvSpPr>
          <p:cNvPr id="3708" name="任意多边形: 形状 3707"/>
          <p:cNvSpPr/>
          <p:nvPr/>
        </p:nvSpPr>
        <p:spPr>
          <a:xfrm>
            <a:off x="33138110" y="2409825"/>
            <a:ext cx="15438120" cy="12886055"/>
          </a:xfrm>
          <a:custGeom>
            <a:avLst/>
            <a:gdLst>
              <a:gd name="csX0" fmla="*/ 0 w 15828832"/>
              <a:gd name="csY0" fmla="*/ 0 h 12092846"/>
              <a:gd name="csX1" fmla="*/ 323037 w 15828832"/>
              <a:gd name="csY1" fmla="*/ 6294501 h 12092846"/>
              <a:gd name="csX2" fmla="*/ 646075 w 15828832"/>
              <a:gd name="csY2" fmla="*/ 6805053 h 12092846"/>
              <a:gd name="csX3" fmla="*/ 969112 w 15828832"/>
              <a:gd name="csY3" fmla="*/ 7174297 h 12092846"/>
              <a:gd name="csX4" fmla="*/ 1292149 w 15828832"/>
              <a:gd name="csY4" fmla="*/ 7451378 h 12092846"/>
              <a:gd name="csX5" fmla="*/ 1615187 w 15828832"/>
              <a:gd name="csY5" fmla="*/ 7734164 h 12092846"/>
              <a:gd name="csX6" fmla="*/ 1938224 w 15828832"/>
              <a:gd name="csY6" fmla="*/ 7957331 h 12092846"/>
              <a:gd name="csX7" fmla="*/ 2261262 w 15828832"/>
              <a:gd name="csY7" fmla="*/ 8161233 h 12092846"/>
              <a:gd name="csX8" fmla="*/ 2584299 w 15828832"/>
              <a:gd name="csY8" fmla="*/ 8325241 h 12092846"/>
              <a:gd name="csX9" fmla="*/ 2907337 w 15828832"/>
              <a:gd name="csY9" fmla="*/ 8563233 h 12092846"/>
              <a:gd name="csX10" fmla="*/ 3230374 w 15828832"/>
              <a:gd name="csY10" fmla="*/ 8699050 h 12092846"/>
              <a:gd name="csX11" fmla="*/ 3553412 w 15828832"/>
              <a:gd name="csY11" fmla="*/ 8827783 h 12092846"/>
              <a:gd name="csX12" fmla="*/ 3876449 w 15828832"/>
              <a:gd name="csY12" fmla="*/ 9042883 h 12092846"/>
              <a:gd name="csX13" fmla="*/ 4199486 w 15828832"/>
              <a:gd name="csY13" fmla="*/ 9151590 h 12092846"/>
              <a:gd name="csX14" fmla="*/ 4522524 w 15828832"/>
              <a:gd name="csY14" fmla="*/ 9246052 h 12092846"/>
              <a:gd name="csX15" fmla="*/ 4845561 w 15828832"/>
              <a:gd name="csY15" fmla="*/ 9435433 h 12092846"/>
              <a:gd name="csX16" fmla="*/ 5168599 w 15828832"/>
              <a:gd name="csY16" fmla="*/ 9548403 h 12092846"/>
              <a:gd name="csX17" fmla="*/ 5491636 w 15828832"/>
              <a:gd name="csY17" fmla="*/ 9700601 h 12092846"/>
              <a:gd name="csX18" fmla="*/ 5814673 w 15828832"/>
              <a:gd name="csY18" fmla="*/ 9794745 h 12092846"/>
              <a:gd name="csX19" fmla="*/ 6137711 w 15828832"/>
              <a:gd name="csY19" fmla="*/ 9906230 h 12092846"/>
              <a:gd name="csX20" fmla="*/ 6460748 w 15828832"/>
              <a:gd name="csY20" fmla="*/ 10006756 h 12092846"/>
              <a:gd name="csX21" fmla="*/ 6783786 w 15828832"/>
              <a:gd name="csY21" fmla="*/ 10148261 h 12092846"/>
              <a:gd name="csX22" fmla="*/ 7106823 w 15828832"/>
              <a:gd name="csY22" fmla="*/ 10236049 h 12092846"/>
              <a:gd name="csX23" fmla="*/ 7429861 w 15828832"/>
              <a:gd name="csY23" fmla="*/ 10375572 h 12092846"/>
              <a:gd name="csX24" fmla="*/ 7752898 w 15828832"/>
              <a:gd name="csY24" fmla="*/ 10448356 h 12092846"/>
              <a:gd name="csX25" fmla="*/ 8075935 w 15828832"/>
              <a:gd name="csY25" fmla="*/ 10607753 h 12092846"/>
              <a:gd name="csX26" fmla="*/ 8398972 w 15828832"/>
              <a:gd name="csY26" fmla="*/ 10678190 h 12092846"/>
              <a:gd name="csX27" fmla="*/ 8722010 w 15828832"/>
              <a:gd name="csY27" fmla="*/ 10788669 h 12092846"/>
              <a:gd name="csX28" fmla="*/ 9045047 w 15828832"/>
              <a:gd name="csY28" fmla="*/ 10911207 h 12092846"/>
              <a:gd name="csX29" fmla="*/ 9368084 w 15828832"/>
              <a:gd name="csY29" fmla="*/ 10986518 h 12092846"/>
              <a:gd name="csX30" fmla="*/ 9691122 w 15828832"/>
              <a:gd name="csY30" fmla="*/ 11080797 h 12092846"/>
              <a:gd name="csX31" fmla="*/ 10014159 w 15828832"/>
              <a:gd name="csY31" fmla="*/ 11207239 h 12092846"/>
              <a:gd name="csX32" fmla="*/ 10337197 w 15828832"/>
              <a:gd name="csY32" fmla="*/ 11280002 h 12092846"/>
              <a:gd name="csX33" fmla="*/ 10660234 w 15828832"/>
              <a:gd name="csY33" fmla="*/ 11386098 h 12092846"/>
              <a:gd name="csX34" fmla="*/ 10983271 w 15828832"/>
              <a:gd name="csY34" fmla="*/ 11442908 h 12092846"/>
              <a:gd name="csX35" fmla="*/ 11306309 w 15828832"/>
              <a:gd name="csY35" fmla="*/ 11520649 h 12092846"/>
              <a:gd name="csX36" fmla="*/ 11629346 w 15828832"/>
              <a:gd name="csY36" fmla="*/ 11593105 h 12092846"/>
              <a:gd name="csX37" fmla="*/ 11952383 w 15828832"/>
              <a:gd name="csY37" fmla="*/ 11651124 h 12092846"/>
              <a:gd name="csX38" fmla="*/ 12275421 w 15828832"/>
              <a:gd name="csY38" fmla="*/ 11763933 h 12092846"/>
              <a:gd name="csX39" fmla="*/ 12598458 w 15828832"/>
              <a:gd name="csY39" fmla="*/ 11778981 h 12092846"/>
              <a:gd name="csX40" fmla="*/ 12921495 w 15828832"/>
              <a:gd name="csY40" fmla="*/ 11858538 h 12092846"/>
              <a:gd name="csX41" fmla="*/ 13244533 w 15828832"/>
              <a:gd name="csY41" fmla="*/ 11912354 h 12092846"/>
              <a:gd name="csX42" fmla="*/ 13567570 w 15828832"/>
              <a:gd name="csY42" fmla="*/ 11926185 h 12092846"/>
              <a:gd name="csX43" fmla="*/ 13890607 w 15828832"/>
              <a:gd name="csY43" fmla="*/ 11958946 h 12092846"/>
              <a:gd name="csX44" fmla="*/ 14213645 w 15828832"/>
              <a:gd name="csY44" fmla="*/ 12044613 h 12092846"/>
              <a:gd name="csX45" fmla="*/ 14536683 w 15828832"/>
              <a:gd name="csY45" fmla="*/ 12031036 h 12092846"/>
              <a:gd name="csX46" fmla="*/ 14859721 w 15828832"/>
              <a:gd name="csY46" fmla="*/ 12045870 h 12092846"/>
              <a:gd name="csX47" fmla="*/ 15182758 w 15828832"/>
              <a:gd name="csY47" fmla="*/ 12086586 h 12092846"/>
              <a:gd name="csX48" fmla="*/ 15505794 w 15828832"/>
              <a:gd name="csY48" fmla="*/ 12075112 h 12092846"/>
              <a:gd name="csX49" fmla="*/ 15828833 w 15828832"/>
              <a:gd name="csY49" fmla="*/ 12092846 h 120928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5828832" h="12092846">
                <a:moveTo>
                  <a:pt x="0" y="0"/>
                </a:moveTo>
                <a:lnTo>
                  <a:pt x="323037" y="6294501"/>
                </a:lnTo>
                <a:lnTo>
                  <a:pt x="646075" y="6805053"/>
                </a:lnTo>
                <a:lnTo>
                  <a:pt x="969112" y="7174297"/>
                </a:lnTo>
                <a:lnTo>
                  <a:pt x="1292149" y="7451378"/>
                </a:lnTo>
                <a:lnTo>
                  <a:pt x="1615187" y="7734164"/>
                </a:lnTo>
                <a:lnTo>
                  <a:pt x="1938224" y="7957331"/>
                </a:lnTo>
                <a:lnTo>
                  <a:pt x="2261262" y="8161233"/>
                </a:lnTo>
                <a:lnTo>
                  <a:pt x="2584299" y="8325241"/>
                </a:lnTo>
                <a:lnTo>
                  <a:pt x="2907337" y="8563233"/>
                </a:lnTo>
                <a:lnTo>
                  <a:pt x="3230374" y="8699050"/>
                </a:lnTo>
                <a:lnTo>
                  <a:pt x="3553412" y="8827783"/>
                </a:lnTo>
                <a:lnTo>
                  <a:pt x="3876449" y="9042883"/>
                </a:lnTo>
                <a:lnTo>
                  <a:pt x="4199486" y="9151590"/>
                </a:lnTo>
                <a:lnTo>
                  <a:pt x="4522524" y="9246052"/>
                </a:lnTo>
                <a:lnTo>
                  <a:pt x="4845561" y="9435433"/>
                </a:lnTo>
                <a:lnTo>
                  <a:pt x="5168599" y="9548403"/>
                </a:lnTo>
                <a:lnTo>
                  <a:pt x="5491636" y="9700601"/>
                </a:lnTo>
                <a:lnTo>
                  <a:pt x="5814673" y="9794745"/>
                </a:lnTo>
                <a:lnTo>
                  <a:pt x="6137711" y="9906230"/>
                </a:lnTo>
                <a:lnTo>
                  <a:pt x="6460748" y="10006756"/>
                </a:lnTo>
                <a:lnTo>
                  <a:pt x="6783786" y="10148261"/>
                </a:lnTo>
                <a:lnTo>
                  <a:pt x="7106823" y="10236049"/>
                </a:lnTo>
                <a:lnTo>
                  <a:pt x="7429861" y="10375572"/>
                </a:lnTo>
                <a:lnTo>
                  <a:pt x="7752898" y="10448356"/>
                </a:lnTo>
                <a:lnTo>
                  <a:pt x="8075935" y="10607753"/>
                </a:lnTo>
                <a:lnTo>
                  <a:pt x="8398972" y="10678190"/>
                </a:lnTo>
                <a:lnTo>
                  <a:pt x="8722010" y="10788669"/>
                </a:lnTo>
                <a:lnTo>
                  <a:pt x="9045047" y="10911207"/>
                </a:lnTo>
                <a:lnTo>
                  <a:pt x="9368084" y="10986518"/>
                </a:lnTo>
                <a:lnTo>
                  <a:pt x="9691122" y="11080797"/>
                </a:lnTo>
                <a:lnTo>
                  <a:pt x="10014159" y="11207239"/>
                </a:lnTo>
                <a:lnTo>
                  <a:pt x="10337197" y="11280002"/>
                </a:lnTo>
                <a:lnTo>
                  <a:pt x="10660234" y="11386098"/>
                </a:lnTo>
                <a:lnTo>
                  <a:pt x="10983271" y="11442908"/>
                </a:lnTo>
                <a:lnTo>
                  <a:pt x="11306309" y="11520649"/>
                </a:lnTo>
                <a:lnTo>
                  <a:pt x="11629346" y="11593105"/>
                </a:lnTo>
                <a:lnTo>
                  <a:pt x="11952383" y="11651124"/>
                </a:lnTo>
                <a:lnTo>
                  <a:pt x="12275421" y="11763933"/>
                </a:lnTo>
                <a:lnTo>
                  <a:pt x="12598458" y="11778981"/>
                </a:lnTo>
                <a:lnTo>
                  <a:pt x="12921495" y="11858538"/>
                </a:lnTo>
                <a:lnTo>
                  <a:pt x="13244533" y="11912354"/>
                </a:lnTo>
                <a:lnTo>
                  <a:pt x="13567570" y="11926185"/>
                </a:lnTo>
                <a:lnTo>
                  <a:pt x="13890607" y="11958946"/>
                </a:lnTo>
                <a:lnTo>
                  <a:pt x="14213645" y="12044613"/>
                </a:lnTo>
                <a:lnTo>
                  <a:pt x="14536683" y="12031036"/>
                </a:lnTo>
                <a:lnTo>
                  <a:pt x="14859721" y="12045870"/>
                </a:lnTo>
                <a:lnTo>
                  <a:pt x="15182758" y="12086586"/>
                </a:lnTo>
                <a:lnTo>
                  <a:pt x="15505794" y="12075112"/>
                </a:lnTo>
                <a:lnTo>
                  <a:pt x="15828833" y="12092846"/>
                </a:lnTo>
              </a:path>
            </a:pathLst>
          </a:custGeom>
          <a:noFill/>
          <a:ln w="101600" cap="sq">
            <a:solidFill>
              <a:srgbClr val="4CAF50">
                <a:alpha val="85000"/>
              </a:srgbClr>
            </a:solidFill>
            <a:prstDash val="solid"/>
            <a:round/>
          </a:ln>
        </p:spPr>
      </p:sp>
      <p:sp>
        <p:nvSpPr>
          <p:cNvPr id="3709" name="任意多边形: 形状 3708"/>
          <p:cNvSpPr/>
          <p:nvPr/>
        </p:nvSpPr>
        <p:spPr>
          <a:xfrm>
            <a:off x="33138110" y="1295400"/>
            <a:ext cx="15438120" cy="14363700"/>
          </a:xfrm>
          <a:custGeom>
            <a:avLst/>
            <a:gdLst>
              <a:gd name="csX0" fmla="*/ 0 w 15828832"/>
              <a:gd name="csY0" fmla="*/ 0 h 13479088"/>
              <a:gd name="csX1" fmla="*/ 323037 w 15828832"/>
              <a:gd name="csY1" fmla="*/ 7805042 h 13479088"/>
              <a:gd name="csX2" fmla="*/ 646075 w 15828832"/>
              <a:gd name="csY2" fmla="*/ 8115878 h 13479088"/>
              <a:gd name="csX3" fmla="*/ 969112 w 15828832"/>
              <a:gd name="csY3" fmla="*/ 8574066 h 13479088"/>
              <a:gd name="csX4" fmla="*/ 1292149 w 15828832"/>
              <a:gd name="csY4" fmla="*/ 8904801 h 13479088"/>
              <a:gd name="csX5" fmla="*/ 1615187 w 15828832"/>
              <a:gd name="csY5" fmla="*/ 9183929 h 13479088"/>
              <a:gd name="csX6" fmla="*/ 1938224 w 15828832"/>
              <a:gd name="csY6" fmla="*/ 9397047 h 13479088"/>
              <a:gd name="csX7" fmla="*/ 2261262 w 15828832"/>
              <a:gd name="csY7" fmla="*/ 9677054 h 13479088"/>
              <a:gd name="csX8" fmla="*/ 2584299 w 15828832"/>
              <a:gd name="csY8" fmla="*/ 9878449 h 13479088"/>
              <a:gd name="csX9" fmla="*/ 2907337 w 15828832"/>
              <a:gd name="csY9" fmla="*/ 10038228 h 13479088"/>
              <a:gd name="csX10" fmla="*/ 3230374 w 15828832"/>
              <a:gd name="csY10" fmla="*/ 10227300 h 13479088"/>
              <a:gd name="csX11" fmla="*/ 3553412 w 15828832"/>
              <a:gd name="csY11" fmla="*/ 10419324 h 13479088"/>
              <a:gd name="csX12" fmla="*/ 3876449 w 15828832"/>
              <a:gd name="csY12" fmla="*/ 10576237 h 13479088"/>
              <a:gd name="csX13" fmla="*/ 4199486 w 15828832"/>
              <a:gd name="csY13" fmla="*/ 10695048 h 13479088"/>
              <a:gd name="csX14" fmla="*/ 4522524 w 15828832"/>
              <a:gd name="csY14" fmla="*/ 10872391 h 13479088"/>
              <a:gd name="csX15" fmla="*/ 4845561 w 15828832"/>
              <a:gd name="csY15" fmla="*/ 11000662 h 13479088"/>
              <a:gd name="csX16" fmla="*/ 5168599 w 15828832"/>
              <a:gd name="csY16" fmla="*/ 11117257 h 13479088"/>
              <a:gd name="csX17" fmla="*/ 5491636 w 15828832"/>
              <a:gd name="csY17" fmla="*/ 11209874 h 13479088"/>
              <a:gd name="csX18" fmla="*/ 5814673 w 15828832"/>
              <a:gd name="csY18" fmla="*/ 11357052 h 13479088"/>
              <a:gd name="csX19" fmla="*/ 6137711 w 15828832"/>
              <a:gd name="csY19" fmla="*/ 11490442 h 13479088"/>
              <a:gd name="csX20" fmla="*/ 6460748 w 15828832"/>
              <a:gd name="csY20" fmla="*/ 11576422 h 13479088"/>
              <a:gd name="csX21" fmla="*/ 6783786 w 15828832"/>
              <a:gd name="csY21" fmla="*/ 11675277 h 13479088"/>
              <a:gd name="csX22" fmla="*/ 7106823 w 15828832"/>
              <a:gd name="csY22" fmla="*/ 11774382 h 13479088"/>
              <a:gd name="csX23" fmla="*/ 7429861 w 15828832"/>
              <a:gd name="csY23" fmla="*/ 11915121 h 13479088"/>
              <a:gd name="csX24" fmla="*/ 7752898 w 15828832"/>
              <a:gd name="csY24" fmla="*/ 11977895 h 13479088"/>
              <a:gd name="csX25" fmla="*/ 8075935 w 15828832"/>
              <a:gd name="csY25" fmla="*/ 12102238 h 13479088"/>
              <a:gd name="csX26" fmla="*/ 8398972 w 15828832"/>
              <a:gd name="csY26" fmla="*/ 12179125 h 13479088"/>
              <a:gd name="csX27" fmla="*/ 8722010 w 15828832"/>
              <a:gd name="csY27" fmla="*/ 12280427 h 13479088"/>
              <a:gd name="csX28" fmla="*/ 9045047 w 15828832"/>
              <a:gd name="csY28" fmla="*/ 12370142 h 13479088"/>
              <a:gd name="csX29" fmla="*/ 9368084 w 15828832"/>
              <a:gd name="csY29" fmla="*/ 12498139 h 13479088"/>
              <a:gd name="csX30" fmla="*/ 9691122 w 15828832"/>
              <a:gd name="csY30" fmla="*/ 12561399 h 13479088"/>
              <a:gd name="csX31" fmla="*/ 10014159 w 15828832"/>
              <a:gd name="csY31" fmla="*/ 12634822 h 13479088"/>
              <a:gd name="csX32" fmla="*/ 10337197 w 15828832"/>
              <a:gd name="csY32" fmla="*/ 12722674 h 13479088"/>
              <a:gd name="csX33" fmla="*/ 10660234 w 15828832"/>
              <a:gd name="csY33" fmla="*/ 12828911 h 13479088"/>
              <a:gd name="csX34" fmla="*/ 10983271 w 15828832"/>
              <a:gd name="csY34" fmla="*/ 12908160 h 13479088"/>
              <a:gd name="csX35" fmla="*/ 11306309 w 15828832"/>
              <a:gd name="csY35" fmla="*/ 12971611 h 13479088"/>
              <a:gd name="csX36" fmla="*/ 11629346 w 15828832"/>
              <a:gd name="csY36" fmla="*/ 13022561 h 13479088"/>
              <a:gd name="csX37" fmla="*/ 11952383 w 15828832"/>
              <a:gd name="csY37" fmla="*/ 13094130 h 13479088"/>
              <a:gd name="csX38" fmla="*/ 12275421 w 15828832"/>
              <a:gd name="csY38" fmla="*/ 13101620 h 13479088"/>
              <a:gd name="csX39" fmla="*/ 12598458 w 15828832"/>
              <a:gd name="csY39" fmla="*/ 13228355 h 13479088"/>
              <a:gd name="csX40" fmla="*/ 12921495 w 15828832"/>
              <a:gd name="csY40" fmla="*/ 13295959 h 13479088"/>
              <a:gd name="csX41" fmla="*/ 13244533 w 15828832"/>
              <a:gd name="csY41" fmla="*/ 13340622 h 13479088"/>
              <a:gd name="csX42" fmla="*/ 13567570 w 15828832"/>
              <a:gd name="csY42" fmla="*/ 13340509 h 13479088"/>
              <a:gd name="csX43" fmla="*/ 13890607 w 15828832"/>
              <a:gd name="csY43" fmla="*/ 13350970 h 13479088"/>
              <a:gd name="csX44" fmla="*/ 14213645 w 15828832"/>
              <a:gd name="csY44" fmla="*/ 13401423 h 13479088"/>
              <a:gd name="csX45" fmla="*/ 14536683 w 15828832"/>
              <a:gd name="csY45" fmla="*/ 13421683 h 13479088"/>
              <a:gd name="csX46" fmla="*/ 14859721 w 15828832"/>
              <a:gd name="csY46" fmla="*/ 13427319 h 13479088"/>
              <a:gd name="csX47" fmla="*/ 15182758 w 15828832"/>
              <a:gd name="csY47" fmla="*/ 13465549 h 13479088"/>
              <a:gd name="csX48" fmla="*/ 15505794 w 15828832"/>
              <a:gd name="csY48" fmla="*/ 13470605 h 13479088"/>
              <a:gd name="csX49" fmla="*/ 15828833 w 15828832"/>
              <a:gd name="csY49" fmla="*/ 13479088 h 134790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5828832" h="13479088">
                <a:moveTo>
                  <a:pt x="0" y="0"/>
                </a:moveTo>
                <a:lnTo>
                  <a:pt x="323037" y="7805042"/>
                </a:lnTo>
                <a:lnTo>
                  <a:pt x="646075" y="8115878"/>
                </a:lnTo>
                <a:lnTo>
                  <a:pt x="969112" y="8574066"/>
                </a:lnTo>
                <a:lnTo>
                  <a:pt x="1292149" y="8904801"/>
                </a:lnTo>
                <a:lnTo>
                  <a:pt x="1615187" y="9183929"/>
                </a:lnTo>
                <a:lnTo>
                  <a:pt x="1938224" y="9397047"/>
                </a:lnTo>
                <a:lnTo>
                  <a:pt x="2261262" y="9677054"/>
                </a:lnTo>
                <a:lnTo>
                  <a:pt x="2584299" y="9878449"/>
                </a:lnTo>
                <a:lnTo>
                  <a:pt x="2907337" y="10038228"/>
                </a:lnTo>
                <a:lnTo>
                  <a:pt x="3230374" y="10227300"/>
                </a:lnTo>
                <a:lnTo>
                  <a:pt x="3553412" y="10419324"/>
                </a:lnTo>
                <a:lnTo>
                  <a:pt x="3876449" y="10576237"/>
                </a:lnTo>
                <a:lnTo>
                  <a:pt x="4199486" y="10695048"/>
                </a:lnTo>
                <a:lnTo>
                  <a:pt x="4522524" y="10872391"/>
                </a:lnTo>
                <a:lnTo>
                  <a:pt x="4845561" y="11000662"/>
                </a:lnTo>
                <a:lnTo>
                  <a:pt x="5168599" y="11117257"/>
                </a:lnTo>
                <a:lnTo>
                  <a:pt x="5491636" y="11209874"/>
                </a:lnTo>
                <a:lnTo>
                  <a:pt x="5814673" y="11357052"/>
                </a:lnTo>
                <a:lnTo>
                  <a:pt x="6137711" y="11490442"/>
                </a:lnTo>
                <a:lnTo>
                  <a:pt x="6460748" y="11576422"/>
                </a:lnTo>
                <a:lnTo>
                  <a:pt x="6783786" y="11675277"/>
                </a:lnTo>
                <a:lnTo>
                  <a:pt x="7106823" y="11774382"/>
                </a:lnTo>
                <a:lnTo>
                  <a:pt x="7429861" y="11915121"/>
                </a:lnTo>
                <a:lnTo>
                  <a:pt x="7752898" y="11977895"/>
                </a:lnTo>
                <a:lnTo>
                  <a:pt x="8075935" y="12102238"/>
                </a:lnTo>
                <a:lnTo>
                  <a:pt x="8398972" y="12179125"/>
                </a:lnTo>
                <a:lnTo>
                  <a:pt x="8722010" y="12280427"/>
                </a:lnTo>
                <a:lnTo>
                  <a:pt x="9045047" y="12370142"/>
                </a:lnTo>
                <a:lnTo>
                  <a:pt x="9368084" y="12498139"/>
                </a:lnTo>
                <a:lnTo>
                  <a:pt x="9691122" y="12561399"/>
                </a:lnTo>
                <a:lnTo>
                  <a:pt x="10014159" y="12634822"/>
                </a:lnTo>
                <a:lnTo>
                  <a:pt x="10337197" y="12722674"/>
                </a:lnTo>
                <a:lnTo>
                  <a:pt x="10660234" y="12828911"/>
                </a:lnTo>
                <a:lnTo>
                  <a:pt x="10983271" y="12908160"/>
                </a:lnTo>
                <a:lnTo>
                  <a:pt x="11306309" y="12971611"/>
                </a:lnTo>
                <a:lnTo>
                  <a:pt x="11629346" y="13022561"/>
                </a:lnTo>
                <a:lnTo>
                  <a:pt x="11952383" y="13094130"/>
                </a:lnTo>
                <a:lnTo>
                  <a:pt x="12275421" y="13101620"/>
                </a:lnTo>
                <a:lnTo>
                  <a:pt x="12598458" y="13228355"/>
                </a:lnTo>
                <a:lnTo>
                  <a:pt x="12921495" y="13295959"/>
                </a:lnTo>
                <a:lnTo>
                  <a:pt x="13244533" y="13340622"/>
                </a:lnTo>
                <a:lnTo>
                  <a:pt x="13567570" y="13340509"/>
                </a:lnTo>
                <a:lnTo>
                  <a:pt x="13890607" y="13350970"/>
                </a:lnTo>
                <a:lnTo>
                  <a:pt x="14213645" y="13401423"/>
                </a:lnTo>
                <a:lnTo>
                  <a:pt x="14536683" y="13421683"/>
                </a:lnTo>
                <a:lnTo>
                  <a:pt x="14859721" y="13427319"/>
                </a:lnTo>
                <a:lnTo>
                  <a:pt x="15182758" y="13465549"/>
                </a:lnTo>
                <a:lnTo>
                  <a:pt x="15505794" y="13470605"/>
                </a:lnTo>
                <a:lnTo>
                  <a:pt x="15828833" y="13479088"/>
                </a:lnTo>
              </a:path>
            </a:pathLst>
          </a:custGeom>
          <a:noFill/>
          <a:ln w="101600" cap="sq">
            <a:solidFill>
              <a:srgbClr val="FF9800">
                <a:alpha val="85000"/>
              </a:srgbClr>
            </a:solidFill>
            <a:prstDash val="solid"/>
            <a:round/>
          </a:ln>
        </p:spPr>
      </p:sp>
      <p:grpSp>
        <p:nvGrpSpPr>
          <p:cNvPr id="3720" name="组合 3719"/>
          <p:cNvGrpSpPr/>
          <p:nvPr/>
        </p:nvGrpSpPr>
        <p:grpSpPr>
          <a:xfrm>
            <a:off x="32014795" y="4855845"/>
            <a:ext cx="351155" cy="10107930"/>
            <a:chOff x="31355286" y="11499951"/>
            <a:chExt cx="360000" cy="9485108"/>
          </a:xfrm>
        </p:grpSpPr>
        <p:sp>
          <p:nvSpPr>
            <p:cNvPr id="3710" name="任意多边形: 形状 3709"/>
            <p:cNvSpPr/>
            <p:nvPr/>
          </p:nvSpPr>
          <p:spPr>
            <a:xfrm>
              <a:off x="31355286" y="11499951"/>
              <a:ext cx="360000" cy="0"/>
            </a:xfrm>
            <a:custGeom>
              <a:avLst/>
              <a:gdLst>
                <a:gd name="csX0" fmla="*/ 119429 w 119380"/>
                <a:gd name="csY0" fmla="*/ 89 h 48985"/>
                <a:gd name="csX1" fmla="*/ 49 w 119380"/>
                <a:gd name="csY1" fmla="*/ 89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9380" h="48985">
                  <a:moveTo>
                    <a:pt x="119429" y="89"/>
                  </a:moveTo>
                  <a:lnTo>
                    <a:pt x="49" y="89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1" name="任意多边形: 形状 3710"/>
            <p:cNvSpPr/>
            <p:nvPr/>
          </p:nvSpPr>
          <p:spPr>
            <a:xfrm>
              <a:off x="31355286" y="20985059"/>
              <a:ext cx="360000" cy="0"/>
            </a:xfrm>
            <a:custGeom>
              <a:avLst/>
              <a:gdLst>
                <a:gd name="csX0" fmla="*/ 68266 w 68217"/>
                <a:gd name="csY0" fmla="*/ 283 h 48985"/>
                <a:gd name="csX1" fmla="*/ 49 w 68217"/>
                <a:gd name="csY1" fmla="*/ 283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283"/>
                  </a:moveTo>
                  <a:lnTo>
                    <a:pt x="49" y="28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2" name="任意多边形: 形状 3711"/>
            <p:cNvSpPr/>
            <p:nvPr/>
          </p:nvSpPr>
          <p:spPr>
            <a:xfrm>
              <a:off x="31355286" y="18595479"/>
              <a:ext cx="360000" cy="0"/>
            </a:xfrm>
            <a:custGeom>
              <a:avLst/>
              <a:gdLst>
                <a:gd name="csX0" fmla="*/ 68266 w 68217"/>
                <a:gd name="csY0" fmla="*/ 234 h 48985"/>
                <a:gd name="csX1" fmla="*/ 49 w 68217"/>
                <a:gd name="csY1" fmla="*/ 234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234"/>
                  </a:moveTo>
                  <a:lnTo>
                    <a:pt x="49" y="23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3" name="任意多边形: 形状 3712"/>
            <p:cNvSpPr/>
            <p:nvPr/>
          </p:nvSpPr>
          <p:spPr>
            <a:xfrm>
              <a:off x="31355286" y="16900045"/>
              <a:ext cx="360000" cy="0"/>
            </a:xfrm>
            <a:custGeom>
              <a:avLst/>
              <a:gdLst>
                <a:gd name="csX0" fmla="*/ 68266 w 68217"/>
                <a:gd name="csY0" fmla="*/ 199 h 48985"/>
                <a:gd name="csX1" fmla="*/ 49 w 68217"/>
                <a:gd name="csY1" fmla="*/ 199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199"/>
                  </a:moveTo>
                  <a:lnTo>
                    <a:pt x="49" y="199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4" name="任意多边形: 形状 3713"/>
            <p:cNvSpPr/>
            <p:nvPr/>
          </p:nvSpPr>
          <p:spPr>
            <a:xfrm>
              <a:off x="31355286" y="15584964"/>
              <a:ext cx="360000" cy="0"/>
            </a:xfrm>
            <a:custGeom>
              <a:avLst/>
              <a:gdLst>
                <a:gd name="csX0" fmla="*/ 68266 w 68217"/>
                <a:gd name="csY0" fmla="*/ 173 h 48985"/>
                <a:gd name="csX1" fmla="*/ 49 w 68217"/>
                <a:gd name="csY1" fmla="*/ 173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173"/>
                  </a:moveTo>
                  <a:lnTo>
                    <a:pt x="49" y="173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5" name="任意多边形: 形状 3714"/>
            <p:cNvSpPr/>
            <p:nvPr/>
          </p:nvSpPr>
          <p:spPr>
            <a:xfrm>
              <a:off x="31355286" y="14510465"/>
              <a:ext cx="360000" cy="0"/>
            </a:xfrm>
            <a:custGeom>
              <a:avLst/>
              <a:gdLst>
                <a:gd name="csX0" fmla="*/ 68266 w 68217"/>
                <a:gd name="csY0" fmla="*/ 151 h 48985"/>
                <a:gd name="csX1" fmla="*/ 49 w 68217"/>
                <a:gd name="csY1" fmla="*/ 151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151"/>
                  </a:moveTo>
                  <a:lnTo>
                    <a:pt x="49" y="15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6" name="任意多边形: 形状 3715"/>
            <p:cNvSpPr/>
            <p:nvPr/>
          </p:nvSpPr>
          <p:spPr>
            <a:xfrm>
              <a:off x="31355286" y="13601989"/>
              <a:ext cx="360000" cy="0"/>
            </a:xfrm>
            <a:custGeom>
              <a:avLst/>
              <a:gdLst>
                <a:gd name="csX0" fmla="*/ 68266 w 68217"/>
                <a:gd name="csY0" fmla="*/ 132 h 48985"/>
                <a:gd name="csX1" fmla="*/ 49 w 68217"/>
                <a:gd name="csY1" fmla="*/ 132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132"/>
                  </a:moveTo>
                  <a:lnTo>
                    <a:pt x="49" y="132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7" name="任意多边形: 形状 3716"/>
            <p:cNvSpPr/>
            <p:nvPr/>
          </p:nvSpPr>
          <p:spPr>
            <a:xfrm>
              <a:off x="31355286" y="12815032"/>
              <a:ext cx="360000" cy="0"/>
            </a:xfrm>
            <a:custGeom>
              <a:avLst/>
              <a:gdLst>
                <a:gd name="csX0" fmla="*/ 68266 w 68217"/>
                <a:gd name="csY0" fmla="*/ 116 h 48985"/>
                <a:gd name="csX1" fmla="*/ 49 w 68217"/>
                <a:gd name="csY1" fmla="*/ 116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116"/>
                  </a:moveTo>
                  <a:lnTo>
                    <a:pt x="49" y="116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18" name="任意多边形: 形状 3717"/>
            <p:cNvSpPr/>
            <p:nvPr/>
          </p:nvSpPr>
          <p:spPr>
            <a:xfrm>
              <a:off x="31355286" y="12120886"/>
              <a:ext cx="360000" cy="0"/>
            </a:xfrm>
            <a:custGeom>
              <a:avLst/>
              <a:gdLst>
                <a:gd name="csX0" fmla="*/ 68266 w 68217"/>
                <a:gd name="csY0" fmla="*/ 102 h 48985"/>
                <a:gd name="csX1" fmla="*/ 49 w 68217"/>
                <a:gd name="csY1" fmla="*/ 102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17" h="48985">
                  <a:moveTo>
                    <a:pt x="68266" y="102"/>
                  </a:moveTo>
                  <a:lnTo>
                    <a:pt x="49" y="102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435" name="组合 434"/>
          <p:cNvGrpSpPr/>
          <p:nvPr/>
        </p:nvGrpSpPr>
        <p:grpSpPr>
          <a:xfrm>
            <a:off x="32365950" y="16377285"/>
            <a:ext cx="16981170" cy="359410"/>
            <a:chOff x="50970" y="25791"/>
            <a:chExt cx="26742" cy="566"/>
          </a:xfrm>
        </p:grpSpPr>
        <p:sp>
          <p:nvSpPr>
            <p:cNvPr id="3706" name="任意多边形: 形状 3705"/>
            <p:cNvSpPr/>
            <p:nvPr/>
          </p:nvSpPr>
          <p:spPr>
            <a:xfrm>
              <a:off x="50970" y="25791"/>
              <a:ext cx="26743" cy="0"/>
            </a:xfrm>
            <a:custGeom>
              <a:avLst/>
              <a:gdLst>
                <a:gd name="csX0" fmla="*/ 0 w 17411716"/>
                <a:gd name="csY0" fmla="*/ 0 h 48985"/>
                <a:gd name="csX1" fmla="*/ 17411716 w 17411716"/>
                <a:gd name="csY1" fmla="*/ 0 h 489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411716" h="48985">
                  <a:moveTo>
                    <a:pt x="0" y="0"/>
                  </a:moveTo>
                  <a:lnTo>
                    <a:pt x="17411716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723" name="任意多边形: 形状 3722"/>
            <p:cNvSpPr/>
            <p:nvPr/>
          </p:nvSpPr>
          <p:spPr>
            <a:xfrm>
              <a:off x="51689" y="25791"/>
              <a:ext cx="0" cy="567"/>
            </a:xfrm>
            <a:custGeom>
              <a:avLst/>
              <a:gdLst>
                <a:gd name="csX0" fmla="*/ 63 w 34108"/>
                <a:gd name="csY0" fmla="*/ 310 h 171450"/>
                <a:gd name="csX1" fmla="*/ 63 w 34108"/>
                <a:gd name="csY1" fmla="*/ 17176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08" h="171450">
                  <a:moveTo>
                    <a:pt x="63" y="310"/>
                  </a:moveTo>
                  <a:lnTo>
                    <a:pt x="63" y="1717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27" name="任意多边形: 形状 3726"/>
            <p:cNvSpPr/>
            <p:nvPr/>
          </p:nvSpPr>
          <p:spPr>
            <a:xfrm>
              <a:off x="56651" y="25791"/>
              <a:ext cx="0" cy="567"/>
            </a:xfrm>
            <a:custGeom>
              <a:avLst/>
              <a:gdLst>
                <a:gd name="csX0" fmla="*/ 158 w 34108"/>
                <a:gd name="csY0" fmla="*/ 310 h 171450"/>
                <a:gd name="csX1" fmla="*/ 158 w 34108"/>
                <a:gd name="csY1" fmla="*/ 17176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08" h="171450">
                  <a:moveTo>
                    <a:pt x="158" y="310"/>
                  </a:moveTo>
                  <a:lnTo>
                    <a:pt x="158" y="1717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33" name="任意多边形: 形状 3732"/>
            <p:cNvSpPr/>
            <p:nvPr/>
          </p:nvSpPr>
          <p:spPr>
            <a:xfrm>
              <a:off x="61612" y="25791"/>
              <a:ext cx="0" cy="567"/>
            </a:xfrm>
            <a:custGeom>
              <a:avLst/>
              <a:gdLst>
                <a:gd name="csX0" fmla="*/ 252 w 34108"/>
                <a:gd name="csY0" fmla="*/ 310 h 171450"/>
                <a:gd name="csX1" fmla="*/ 252 w 34108"/>
                <a:gd name="csY1" fmla="*/ 17176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08" h="171450">
                  <a:moveTo>
                    <a:pt x="252" y="310"/>
                  </a:moveTo>
                  <a:lnTo>
                    <a:pt x="252" y="1717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39" name="任意多边形: 形状 3738"/>
            <p:cNvSpPr/>
            <p:nvPr/>
          </p:nvSpPr>
          <p:spPr>
            <a:xfrm>
              <a:off x="66574" y="25791"/>
              <a:ext cx="0" cy="567"/>
            </a:xfrm>
            <a:custGeom>
              <a:avLst/>
              <a:gdLst>
                <a:gd name="csX0" fmla="*/ 347 w 34108"/>
                <a:gd name="csY0" fmla="*/ 310 h 171450"/>
                <a:gd name="csX1" fmla="*/ 347 w 34108"/>
                <a:gd name="csY1" fmla="*/ 17176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08" h="171450">
                  <a:moveTo>
                    <a:pt x="347" y="310"/>
                  </a:moveTo>
                  <a:lnTo>
                    <a:pt x="347" y="1717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45" name="任意多边形: 形状 3744"/>
            <p:cNvSpPr/>
            <p:nvPr/>
          </p:nvSpPr>
          <p:spPr>
            <a:xfrm>
              <a:off x="71535" y="25791"/>
              <a:ext cx="0" cy="567"/>
            </a:xfrm>
            <a:custGeom>
              <a:avLst/>
              <a:gdLst>
                <a:gd name="csX0" fmla="*/ 442 w 34108"/>
                <a:gd name="csY0" fmla="*/ 310 h 171450"/>
                <a:gd name="csX1" fmla="*/ 442 w 34108"/>
                <a:gd name="csY1" fmla="*/ 17176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08" h="171450">
                  <a:moveTo>
                    <a:pt x="442" y="310"/>
                  </a:moveTo>
                  <a:lnTo>
                    <a:pt x="442" y="1717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51" name="任意多边形: 形状 3750"/>
            <p:cNvSpPr/>
            <p:nvPr/>
          </p:nvSpPr>
          <p:spPr>
            <a:xfrm>
              <a:off x="76497" y="25791"/>
              <a:ext cx="0" cy="567"/>
            </a:xfrm>
            <a:custGeom>
              <a:avLst/>
              <a:gdLst>
                <a:gd name="csX0" fmla="*/ 536 w 34108"/>
                <a:gd name="csY0" fmla="*/ 310 h 171450"/>
                <a:gd name="csX1" fmla="*/ 536 w 34108"/>
                <a:gd name="csY1" fmla="*/ 171760 h 171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4108" h="171450">
                  <a:moveTo>
                    <a:pt x="536" y="310"/>
                  </a:moveTo>
                  <a:lnTo>
                    <a:pt x="536" y="1717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65" name="文本框 64"/>
          <p:cNvSpPr txBox="1"/>
          <p:nvPr/>
        </p:nvSpPr>
        <p:spPr>
          <a:xfrm rot="16200000">
            <a:off x="27932380" y="9523730"/>
            <a:ext cx="564642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Train Loss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9742130" y="4097549"/>
            <a:ext cx="2159635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r" fontAlgn="auto">
              <a:lnSpc>
                <a:spcPct val="80000"/>
              </a:lnSpc>
            </a:pP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US" altLang="zh-CN" sz="8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zh-CN" sz="8800" baseline="3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4639" name="组合 4638"/>
          <p:cNvGrpSpPr/>
          <p:nvPr/>
        </p:nvGrpSpPr>
        <p:grpSpPr>
          <a:xfrm>
            <a:off x="42911033" y="1167259"/>
            <a:ext cx="6864985" cy="3453130"/>
            <a:chOff x="42911033" y="1167259"/>
            <a:chExt cx="6864985" cy="3453130"/>
          </a:xfrm>
        </p:grpSpPr>
        <p:grpSp>
          <p:nvGrpSpPr>
            <p:cNvPr id="4638" name="组合 4637"/>
            <p:cNvGrpSpPr/>
            <p:nvPr/>
          </p:nvGrpSpPr>
          <p:grpSpPr>
            <a:xfrm>
              <a:off x="42911033" y="1167259"/>
              <a:ext cx="6864985" cy="1174387"/>
              <a:chOff x="42911033" y="1167259"/>
              <a:chExt cx="6864985" cy="1174387"/>
            </a:xfrm>
          </p:grpSpPr>
          <p:cxnSp>
            <p:nvCxnSpPr>
              <p:cNvPr id="70" name="直接连接符 69"/>
              <p:cNvCxnSpPr/>
              <p:nvPr/>
            </p:nvCxnSpPr>
            <p:spPr>
              <a:xfrm flipV="1">
                <a:off x="42911033" y="1635235"/>
                <a:ext cx="945515" cy="0"/>
              </a:xfrm>
              <a:prstGeom prst="line">
                <a:avLst/>
              </a:prstGeom>
              <a:ln w="101600">
                <a:solidFill>
                  <a:srgbClr val="42A6F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2" name="文本框 71"/>
              <p:cNvSpPr txBox="1"/>
              <p:nvPr/>
            </p:nvSpPr>
            <p:spPr>
              <a:xfrm>
                <a:off x="44130233" y="1167259"/>
                <a:ext cx="5645785" cy="1174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Gaussian</a:t>
                </a:r>
                <a:endPara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637" name="组合 4636"/>
            <p:cNvGrpSpPr/>
            <p:nvPr/>
          </p:nvGrpSpPr>
          <p:grpSpPr>
            <a:xfrm>
              <a:off x="42911033" y="2306630"/>
              <a:ext cx="6864985" cy="1174387"/>
              <a:chOff x="42911033" y="2405562"/>
              <a:chExt cx="6864985" cy="1174387"/>
            </a:xfrm>
          </p:grpSpPr>
          <p:cxnSp>
            <p:nvCxnSpPr>
              <p:cNvPr id="73" name="直接连接符 72"/>
              <p:cNvCxnSpPr/>
              <p:nvPr/>
            </p:nvCxnSpPr>
            <p:spPr>
              <a:xfrm flipV="1">
                <a:off x="42911033" y="2992755"/>
                <a:ext cx="945515" cy="0"/>
              </a:xfrm>
              <a:prstGeom prst="line">
                <a:avLst/>
              </a:prstGeom>
              <a:ln w="101600">
                <a:solidFill>
                  <a:srgbClr val="67BB6A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6" name="文本框 75"/>
              <p:cNvSpPr txBox="1"/>
              <p:nvPr/>
            </p:nvSpPr>
            <p:spPr>
              <a:xfrm>
                <a:off x="44130233" y="2405562"/>
                <a:ext cx="5645785" cy="1174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Sobol</a:t>
                </a:r>
                <a:endPara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4636" name="组合 4635"/>
            <p:cNvGrpSpPr/>
            <p:nvPr/>
          </p:nvGrpSpPr>
          <p:grpSpPr>
            <a:xfrm>
              <a:off x="42911033" y="3446002"/>
              <a:ext cx="6864985" cy="1174387"/>
              <a:chOff x="42911033" y="3446002"/>
              <a:chExt cx="6864985" cy="1174387"/>
            </a:xfrm>
          </p:grpSpPr>
          <p:cxnSp>
            <p:nvCxnSpPr>
              <p:cNvPr id="75" name="直接连接符 74"/>
              <p:cNvCxnSpPr/>
              <p:nvPr/>
            </p:nvCxnSpPr>
            <p:spPr>
              <a:xfrm flipV="1">
                <a:off x="42911033" y="4033195"/>
                <a:ext cx="945515" cy="0"/>
              </a:xfrm>
              <a:prstGeom prst="line">
                <a:avLst/>
              </a:prstGeom>
              <a:ln w="101600">
                <a:solidFill>
                  <a:srgbClr val="FFA727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78" name="文本框 77"/>
              <p:cNvSpPr txBox="1"/>
              <p:nvPr/>
            </p:nvSpPr>
            <p:spPr>
              <a:xfrm>
                <a:off x="44130233" y="3446002"/>
                <a:ext cx="5645785" cy="1174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Shell</a:t>
                </a:r>
                <a:endPara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444" name="文本框 443"/>
          <p:cNvSpPr txBox="1"/>
          <p:nvPr/>
        </p:nvSpPr>
        <p:spPr>
          <a:xfrm>
            <a:off x="31741745" y="16761460"/>
            <a:ext cx="216027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5" name="文本框 444"/>
          <p:cNvSpPr txBox="1"/>
          <p:nvPr/>
        </p:nvSpPr>
        <p:spPr>
          <a:xfrm>
            <a:off x="34898330" y="16761460"/>
            <a:ext cx="216027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6" name="文本框 445"/>
          <p:cNvSpPr txBox="1"/>
          <p:nvPr/>
        </p:nvSpPr>
        <p:spPr>
          <a:xfrm>
            <a:off x="38054915" y="16761460"/>
            <a:ext cx="216027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6" name="文本框 455"/>
          <p:cNvSpPr txBox="1"/>
          <p:nvPr/>
        </p:nvSpPr>
        <p:spPr>
          <a:xfrm>
            <a:off x="41211500" y="16761460"/>
            <a:ext cx="216027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7" name="文本框 456"/>
          <p:cNvSpPr txBox="1"/>
          <p:nvPr/>
        </p:nvSpPr>
        <p:spPr>
          <a:xfrm>
            <a:off x="44368085" y="16761460"/>
            <a:ext cx="216027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8" name="文本框 457"/>
          <p:cNvSpPr txBox="1"/>
          <p:nvPr/>
        </p:nvSpPr>
        <p:spPr>
          <a:xfrm>
            <a:off x="47524670" y="16761460"/>
            <a:ext cx="2160270" cy="945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80000"/>
              </a:lnSpc>
            </a:pPr>
            <a:r>
              <a:rPr lang="en-US" altLang="zh-CN" sz="8800">
                <a:latin typeface="Calibri" panose="020F0502020204030204" pitchFamily="34" charset="0"/>
                <a:cs typeface="Calibri" panose="020F0502020204030204" pitchFamily="34" charset="0"/>
              </a:rPr>
              <a:t>50</a:t>
            </a:r>
            <a:endParaRPr lang="en-US" altLang="zh-CN" sz="88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6" name="文本框 465"/>
          <p:cNvSpPr txBox="1"/>
          <p:nvPr/>
        </p:nvSpPr>
        <p:spPr>
          <a:xfrm>
            <a:off x="5998210" y="19931380"/>
            <a:ext cx="5760000" cy="2286203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Without OT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556.88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7" name="文本框 466"/>
          <p:cNvSpPr txBox="1"/>
          <p:nvPr/>
        </p:nvSpPr>
        <p:spPr>
          <a:xfrm>
            <a:off x="15290800" y="19931380"/>
            <a:ext cx="5760000" cy="2286203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With OT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330.16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516465" y="19385915"/>
            <a:ext cx="1080000" cy="117411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e. 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596320" y="19385915"/>
            <a:ext cx="1080000" cy="117411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f. 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7757775" y="31090235"/>
            <a:ext cx="108000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h. 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3597215" y="31090235"/>
            <a:ext cx="108000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i.</a:t>
            </a:r>
            <a:endParaRPr lang="en-US" altLang="zh-CN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413429" y="12217113"/>
            <a:ext cx="1321162" cy="100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7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7609818" y="12217113"/>
            <a:ext cx="1321162" cy="100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7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45" name="文本框 4544"/>
          <p:cNvSpPr txBox="1"/>
          <p:nvPr/>
        </p:nvSpPr>
        <p:spPr>
          <a:xfrm>
            <a:off x="26806207" y="12217113"/>
            <a:ext cx="1321162" cy="100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l-GR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7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58" name="文本框 4557"/>
          <p:cNvSpPr txBox="1"/>
          <p:nvPr/>
        </p:nvSpPr>
        <p:spPr>
          <a:xfrm>
            <a:off x="24540388" y="11906477"/>
            <a:ext cx="2114550" cy="100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1.5</a:t>
            </a:r>
            <a:r>
              <a:rPr lang="el-GR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7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20" name="等腰三角形 4619"/>
          <p:cNvSpPr/>
          <p:nvPr/>
        </p:nvSpPr>
        <p:spPr>
          <a:xfrm>
            <a:off x="48306230" y="14466799"/>
            <a:ext cx="360000" cy="360000"/>
          </a:xfrm>
          <a:prstGeom prst="triangle">
            <a:avLst/>
          </a:prstGeom>
          <a:solidFill>
            <a:srgbClr val="C4E3FC"/>
          </a:solidFill>
          <a:ln>
            <a:solidFill>
              <a:srgbClr val="42A6F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4622" name="等腰三角形 4621"/>
          <p:cNvSpPr/>
          <p:nvPr/>
        </p:nvSpPr>
        <p:spPr>
          <a:xfrm>
            <a:off x="48306230" y="15025880"/>
            <a:ext cx="360000" cy="360000"/>
          </a:xfrm>
          <a:prstGeom prst="triangle">
            <a:avLst/>
          </a:prstGeom>
          <a:solidFill>
            <a:srgbClr val="BCE1BE"/>
          </a:solidFill>
          <a:ln>
            <a:solidFill>
              <a:srgbClr val="67BB6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4624" name="等腰三角形 4623"/>
          <p:cNvSpPr/>
          <p:nvPr/>
        </p:nvSpPr>
        <p:spPr>
          <a:xfrm>
            <a:off x="48306230" y="15429777"/>
            <a:ext cx="360000" cy="360000"/>
          </a:xfrm>
          <a:prstGeom prst="triangle">
            <a:avLst/>
          </a:prstGeom>
          <a:solidFill>
            <a:srgbClr val="FFA72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4630" name="文本框 4629"/>
          <p:cNvSpPr txBox="1"/>
          <p:nvPr/>
        </p:nvSpPr>
        <p:spPr>
          <a:xfrm>
            <a:off x="43832676" y="13659818"/>
            <a:ext cx="4537075" cy="100085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7200" i="1" dirty="0">
                <a:solidFill>
                  <a:srgbClr val="42A6F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= 2.11 </a:t>
            </a:r>
            <a:endParaRPr lang="en-US" altLang="zh-CN" sz="7200" i="1" dirty="0">
              <a:solidFill>
                <a:srgbClr val="42A6F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33" name="文本框 4632"/>
          <p:cNvSpPr txBox="1"/>
          <p:nvPr/>
        </p:nvSpPr>
        <p:spPr>
          <a:xfrm>
            <a:off x="43832677" y="14582674"/>
            <a:ext cx="4247064" cy="100085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7200" i="1" dirty="0">
                <a:solidFill>
                  <a:srgbClr val="67BB6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= 1.93 </a:t>
            </a:r>
            <a:endParaRPr lang="en-US" altLang="zh-CN" sz="7200" i="1" dirty="0">
              <a:solidFill>
                <a:srgbClr val="67BB6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35" name="文本框 4634"/>
          <p:cNvSpPr txBox="1"/>
          <p:nvPr/>
        </p:nvSpPr>
        <p:spPr>
          <a:xfrm>
            <a:off x="43719606" y="15397389"/>
            <a:ext cx="4247064" cy="1000851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7200" i="1" dirty="0">
                <a:solidFill>
                  <a:srgbClr val="FFA7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= 1.81 </a:t>
            </a:r>
            <a:endParaRPr lang="en-US" altLang="zh-CN" sz="7200" i="1" dirty="0">
              <a:solidFill>
                <a:srgbClr val="FFA72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41" name="文本框 4640"/>
          <p:cNvSpPr txBox="1"/>
          <p:nvPr/>
        </p:nvSpPr>
        <p:spPr>
          <a:xfrm>
            <a:off x="9674225" y="33970324"/>
            <a:ext cx="2520000" cy="120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solidFill>
                  <a:srgbClr val="7030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3.2</a:t>
            </a:r>
            <a:endParaRPr lang="en-US" altLang="zh-CN" sz="8800" i="1" dirty="0">
              <a:solidFill>
                <a:srgbClr val="7030A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43" name="任意多边形: 形状 4642"/>
          <p:cNvSpPr/>
          <p:nvPr/>
        </p:nvSpPr>
        <p:spPr>
          <a:xfrm>
            <a:off x="10839177" y="35023109"/>
            <a:ext cx="270000" cy="270000"/>
          </a:xfrm>
          <a:custGeom>
            <a:avLst/>
            <a:gdLst>
              <a:gd name="csX0" fmla="*/ 66305 w 132488"/>
              <a:gd name="csY0" fmla="*/ 200656 h 200636"/>
              <a:gd name="csX1" fmla="*/ 113147 w 132488"/>
              <a:gd name="csY1" fmla="*/ 171274 h 200636"/>
              <a:gd name="csX2" fmla="*/ 132550 w 132488"/>
              <a:gd name="csY2" fmla="*/ 100338 h 200636"/>
              <a:gd name="csX3" fmla="*/ 113147 w 132488"/>
              <a:gd name="csY3" fmla="*/ 29402 h 200636"/>
              <a:gd name="csX4" fmla="*/ 66305 w 132488"/>
              <a:gd name="csY4" fmla="*/ 19 h 200636"/>
              <a:gd name="csX5" fmla="*/ 19463 w 132488"/>
              <a:gd name="csY5" fmla="*/ 29402 h 200636"/>
              <a:gd name="csX6" fmla="*/ 61 w 132488"/>
              <a:gd name="csY6" fmla="*/ 100338 h 200636"/>
              <a:gd name="csX7" fmla="*/ 19463 w 132488"/>
              <a:gd name="csY7" fmla="*/ 171274 h 200636"/>
              <a:gd name="csX8" fmla="*/ 66305 w 132488"/>
              <a:gd name="csY8" fmla="*/ 200656 h 200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2488" h="200636">
                <a:moveTo>
                  <a:pt x="66305" y="200656"/>
                </a:moveTo>
                <a:cubicBezTo>
                  <a:pt x="83873" y="200656"/>
                  <a:pt x="100724" y="190086"/>
                  <a:pt x="113147" y="171274"/>
                </a:cubicBezTo>
                <a:cubicBezTo>
                  <a:pt x="125570" y="152461"/>
                  <a:pt x="132550" y="126943"/>
                  <a:pt x="132550" y="100338"/>
                </a:cubicBezTo>
                <a:cubicBezTo>
                  <a:pt x="132550" y="73733"/>
                  <a:pt x="125570" y="48214"/>
                  <a:pt x="113147" y="29402"/>
                </a:cubicBezTo>
                <a:cubicBezTo>
                  <a:pt x="100724" y="10590"/>
                  <a:pt x="83873" y="19"/>
                  <a:pt x="66305" y="19"/>
                </a:cubicBezTo>
                <a:cubicBezTo>
                  <a:pt x="48737" y="19"/>
                  <a:pt x="31886" y="10590"/>
                  <a:pt x="19463" y="29402"/>
                </a:cubicBezTo>
                <a:cubicBezTo>
                  <a:pt x="7041" y="48214"/>
                  <a:pt x="61" y="73733"/>
                  <a:pt x="61" y="100338"/>
                </a:cubicBezTo>
                <a:cubicBezTo>
                  <a:pt x="61" y="126943"/>
                  <a:pt x="7041" y="152461"/>
                  <a:pt x="19463" y="171274"/>
                </a:cubicBezTo>
                <a:cubicBezTo>
                  <a:pt x="31886" y="190086"/>
                  <a:pt x="48737" y="200656"/>
                  <a:pt x="66305" y="200656"/>
                </a:cubicBezTo>
                <a:close/>
              </a:path>
            </a:pathLst>
          </a:custGeom>
          <a:solidFill>
            <a:srgbClr val="9C27B0">
              <a:alpha val="85000"/>
            </a:srgbClr>
          </a:solidFill>
          <a:ln w="25400" cap="flat">
            <a:solidFill>
              <a:schemeClr val="bg2">
                <a:lumMod val="50000"/>
              </a:schemeClr>
            </a:solidFill>
            <a:prstDash val="solid"/>
            <a:round/>
          </a:ln>
        </p:spPr>
      </p:sp>
      <p:sp>
        <p:nvSpPr>
          <p:cNvPr id="4645" name="任意多边形: 形状 4644"/>
          <p:cNvSpPr/>
          <p:nvPr/>
        </p:nvSpPr>
        <p:spPr>
          <a:xfrm flipH="1">
            <a:off x="10858842" y="38146674"/>
            <a:ext cx="270000" cy="270000"/>
          </a:xfrm>
          <a:custGeom>
            <a:avLst/>
            <a:gdLst>
              <a:gd name="csX0" fmla="*/ 66305 w 132488"/>
              <a:gd name="csY0" fmla="*/ 200656 h 200636"/>
              <a:gd name="csX1" fmla="*/ 113147 w 132488"/>
              <a:gd name="csY1" fmla="*/ 171274 h 200636"/>
              <a:gd name="csX2" fmla="*/ 132550 w 132488"/>
              <a:gd name="csY2" fmla="*/ 100338 h 200636"/>
              <a:gd name="csX3" fmla="*/ 113147 w 132488"/>
              <a:gd name="csY3" fmla="*/ 29402 h 200636"/>
              <a:gd name="csX4" fmla="*/ 66305 w 132488"/>
              <a:gd name="csY4" fmla="*/ 19 h 200636"/>
              <a:gd name="csX5" fmla="*/ 19463 w 132488"/>
              <a:gd name="csY5" fmla="*/ 29402 h 200636"/>
              <a:gd name="csX6" fmla="*/ 61 w 132488"/>
              <a:gd name="csY6" fmla="*/ 100338 h 200636"/>
              <a:gd name="csX7" fmla="*/ 19463 w 132488"/>
              <a:gd name="csY7" fmla="*/ 171274 h 200636"/>
              <a:gd name="csX8" fmla="*/ 66305 w 132488"/>
              <a:gd name="csY8" fmla="*/ 200656 h 200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2488" h="200636">
                <a:moveTo>
                  <a:pt x="66305" y="200656"/>
                </a:moveTo>
                <a:cubicBezTo>
                  <a:pt x="83873" y="200656"/>
                  <a:pt x="100724" y="190086"/>
                  <a:pt x="113147" y="171274"/>
                </a:cubicBezTo>
                <a:cubicBezTo>
                  <a:pt x="125570" y="152461"/>
                  <a:pt x="132550" y="126943"/>
                  <a:pt x="132550" y="100338"/>
                </a:cubicBezTo>
                <a:cubicBezTo>
                  <a:pt x="132550" y="73733"/>
                  <a:pt x="125570" y="48214"/>
                  <a:pt x="113147" y="29402"/>
                </a:cubicBezTo>
                <a:cubicBezTo>
                  <a:pt x="100724" y="10590"/>
                  <a:pt x="83873" y="19"/>
                  <a:pt x="66305" y="19"/>
                </a:cubicBezTo>
                <a:cubicBezTo>
                  <a:pt x="48737" y="19"/>
                  <a:pt x="31886" y="10590"/>
                  <a:pt x="19463" y="29402"/>
                </a:cubicBezTo>
                <a:cubicBezTo>
                  <a:pt x="7041" y="48214"/>
                  <a:pt x="61" y="73733"/>
                  <a:pt x="61" y="100338"/>
                </a:cubicBezTo>
                <a:cubicBezTo>
                  <a:pt x="61" y="126943"/>
                  <a:pt x="7041" y="152461"/>
                  <a:pt x="19463" y="171274"/>
                </a:cubicBezTo>
                <a:cubicBezTo>
                  <a:pt x="31886" y="190086"/>
                  <a:pt x="48737" y="200656"/>
                  <a:pt x="66305" y="200656"/>
                </a:cubicBezTo>
                <a:close/>
              </a:path>
            </a:pathLst>
          </a:custGeom>
          <a:solidFill>
            <a:srgbClr val="42A6F5"/>
          </a:solidFill>
          <a:ln w="25400" cap="flat">
            <a:solidFill>
              <a:schemeClr val="bg2">
                <a:lumMod val="50000"/>
              </a:schemeClr>
            </a:solidFill>
            <a:prstDash val="solid"/>
            <a:round/>
          </a:ln>
        </p:spPr>
      </p:sp>
      <p:sp>
        <p:nvSpPr>
          <p:cNvPr id="4647" name="文本框 4646"/>
          <p:cNvSpPr txBox="1"/>
          <p:nvPr/>
        </p:nvSpPr>
        <p:spPr>
          <a:xfrm>
            <a:off x="15046962" y="38473240"/>
            <a:ext cx="2520000" cy="120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dirty="0">
                <a:solidFill>
                  <a:srgbClr val="90A4A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en-US" altLang="zh-CN" sz="8800" dirty="0">
              <a:solidFill>
                <a:srgbClr val="90A4A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49" name="文本框 4648"/>
          <p:cNvSpPr txBox="1"/>
          <p:nvPr/>
        </p:nvSpPr>
        <p:spPr>
          <a:xfrm>
            <a:off x="9733841" y="37142420"/>
            <a:ext cx="2520000" cy="120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1.6</a:t>
            </a:r>
            <a:endParaRPr lang="en-US" altLang="zh-CN" sz="8800" i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51" name="任意多边形: 形状 4650"/>
          <p:cNvSpPr/>
          <p:nvPr/>
        </p:nvSpPr>
        <p:spPr>
          <a:xfrm>
            <a:off x="4473256" y="37390961"/>
            <a:ext cx="270000" cy="270000"/>
          </a:xfrm>
          <a:custGeom>
            <a:avLst/>
            <a:gdLst>
              <a:gd name="csX0" fmla="*/ 66305 w 132488"/>
              <a:gd name="csY0" fmla="*/ 200656 h 200636"/>
              <a:gd name="csX1" fmla="*/ 113147 w 132488"/>
              <a:gd name="csY1" fmla="*/ 171274 h 200636"/>
              <a:gd name="csX2" fmla="*/ 132550 w 132488"/>
              <a:gd name="csY2" fmla="*/ 100338 h 200636"/>
              <a:gd name="csX3" fmla="*/ 113147 w 132488"/>
              <a:gd name="csY3" fmla="*/ 29402 h 200636"/>
              <a:gd name="csX4" fmla="*/ 66305 w 132488"/>
              <a:gd name="csY4" fmla="*/ 19 h 200636"/>
              <a:gd name="csX5" fmla="*/ 19463 w 132488"/>
              <a:gd name="csY5" fmla="*/ 29402 h 200636"/>
              <a:gd name="csX6" fmla="*/ 61 w 132488"/>
              <a:gd name="csY6" fmla="*/ 100338 h 200636"/>
              <a:gd name="csX7" fmla="*/ 19463 w 132488"/>
              <a:gd name="csY7" fmla="*/ 171274 h 200636"/>
              <a:gd name="csX8" fmla="*/ 66305 w 132488"/>
              <a:gd name="csY8" fmla="*/ 200656 h 200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2488" h="200636">
                <a:moveTo>
                  <a:pt x="66305" y="200656"/>
                </a:moveTo>
                <a:cubicBezTo>
                  <a:pt x="83873" y="200656"/>
                  <a:pt x="100724" y="190086"/>
                  <a:pt x="113147" y="171274"/>
                </a:cubicBezTo>
                <a:cubicBezTo>
                  <a:pt x="125570" y="152461"/>
                  <a:pt x="132550" y="126943"/>
                  <a:pt x="132550" y="100338"/>
                </a:cubicBezTo>
                <a:cubicBezTo>
                  <a:pt x="132550" y="73733"/>
                  <a:pt x="125570" y="48214"/>
                  <a:pt x="113147" y="29402"/>
                </a:cubicBezTo>
                <a:cubicBezTo>
                  <a:pt x="100724" y="10590"/>
                  <a:pt x="83873" y="19"/>
                  <a:pt x="66305" y="19"/>
                </a:cubicBezTo>
                <a:cubicBezTo>
                  <a:pt x="48737" y="19"/>
                  <a:pt x="31886" y="10590"/>
                  <a:pt x="19463" y="29402"/>
                </a:cubicBezTo>
                <a:cubicBezTo>
                  <a:pt x="7041" y="48214"/>
                  <a:pt x="61" y="73733"/>
                  <a:pt x="61" y="100338"/>
                </a:cubicBezTo>
                <a:cubicBezTo>
                  <a:pt x="61" y="126943"/>
                  <a:pt x="7041" y="152461"/>
                  <a:pt x="19463" y="171274"/>
                </a:cubicBezTo>
                <a:cubicBezTo>
                  <a:pt x="31886" y="190086"/>
                  <a:pt x="48737" y="200656"/>
                  <a:pt x="66305" y="200656"/>
                </a:cubicBezTo>
                <a:close/>
              </a:path>
            </a:pathLst>
          </a:custGeom>
          <a:solidFill>
            <a:srgbClr val="EC407A"/>
          </a:solidFill>
          <a:ln w="25400" cap="flat">
            <a:solidFill>
              <a:schemeClr val="bg2">
                <a:lumMod val="50000"/>
              </a:schemeClr>
            </a:solidFill>
            <a:prstDash val="solid"/>
            <a:round/>
          </a:ln>
        </p:spPr>
      </p:sp>
      <p:sp>
        <p:nvSpPr>
          <p:cNvPr id="4653" name="任意多边形: 形状 4652"/>
          <p:cNvSpPr/>
          <p:nvPr/>
        </p:nvSpPr>
        <p:spPr>
          <a:xfrm>
            <a:off x="17317873" y="37390961"/>
            <a:ext cx="270000" cy="270000"/>
          </a:xfrm>
          <a:custGeom>
            <a:avLst/>
            <a:gdLst>
              <a:gd name="csX0" fmla="*/ 66305 w 132488"/>
              <a:gd name="csY0" fmla="*/ 200656 h 200636"/>
              <a:gd name="csX1" fmla="*/ 113147 w 132488"/>
              <a:gd name="csY1" fmla="*/ 171274 h 200636"/>
              <a:gd name="csX2" fmla="*/ 132550 w 132488"/>
              <a:gd name="csY2" fmla="*/ 100338 h 200636"/>
              <a:gd name="csX3" fmla="*/ 113147 w 132488"/>
              <a:gd name="csY3" fmla="*/ 29402 h 200636"/>
              <a:gd name="csX4" fmla="*/ 66305 w 132488"/>
              <a:gd name="csY4" fmla="*/ 19 h 200636"/>
              <a:gd name="csX5" fmla="*/ 19463 w 132488"/>
              <a:gd name="csY5" fmla="*/ 29402 h 200636"/>
              <a:gd name="csX6" fmla="*/ 61 w 132488"/>
              <a:gd name="csY6" fmla="*/ 100338 h 200636"/>
              <a:gd name="csX7" fmla="*/ 19463 w 132488"/>
              <a:gd name="csY7" fmla="*/ 171274 h 200636"/>
              <a:gd name="csX8" fmla="*/ 66305 w 132488"/>
              <a:gd name="csY8" fmla="*/ 200656 h 200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2488" h="200636">
                <a:moveTo>
                  <a:pt x="66305" y="200656"/>
                </a:moveTo>
                <a:cubicBezTo>
                  <a:pt x="83873" y="200656"/>
                  <a:pt x="100724" y="190086"/>
                  <a:pt x="113147" y="171274"/>
                </a:cubicBezTo>
                <a:cubicBezTo>
                  <a:pt x="125570" y="152461"/>
                  <a:pt x="132550" y="126943"/>
                  <a:pt x="132550" y="100338"/>
                </a:cubicBezTo>
                <a:cubicBezTo>
                  <a:pt x="132550" y="73733"/>
                  <a:pt x="125570" y="48214"/>
                  <a:pt x="113147" y="29402"/>
                </a:cubicBezTo>
                <a:cubicBezTo>
                  <a:pt x="100724" y="10590"/>
                  <a:pt x="83873" y="19"/>
                  <a:pt x="66305" y="19"/>
                </a:cubicBezTo>
                <a:cubicBezTo>
                  <a:pt x="48737" y="19"/>
                  <a:pt x="31886" y="10590"/>
                  <a:pt x="19463" y="29402"/>
                </a:cubicBezTo>
                <a:cubicBezTo>
                  <a:pt x="7041" y="48214"/>
                  <a:pt x="61" y="73733"/>
                  <a:pt x="61" y="100338"/>
                </a:cubicBezTo>
                <a:cubicBezTo>
                  <a:pt x="61" y="126943"/>
                  <a:pt x="7041" y="152461"/>
                  <a:pt x="19463" y="171274"/>
                </a:cubicBezTo>
                <a:cubicBezTo>
                  <a:pt x="31886" y="190086"/>
                  <a:pt x="48737" y="200656"/>
                  <a:pt x="66305" y="200656"/>
                </a:cubicBezTo>
                <a:close/>
              </a:path>
            </a:pathLst>
          </a:custGeom>
          <a:solidFill>
            <a:srgbClr val="FFA726"/>
          </a:solidFill>
          <a:ln w="25400" cap="flat">
            <a:solidFill>
              <a:schemeClr val="bg2">
                <a:lumMod val="50000"/>
              </a:schemeClr>
            </a:solidFill>
            <a:prstDash val="solid"/>
            <a:round/>
          </a:ln>
        </p:spPr>
      </p:sp>
      <p:sp>
        <p:nvSpPr>
          <p:cNvPr id="4657" name="文本框 4656"/>
          <p:cNvSpPr txBox="1"/>
          <p:nvPr/>
        </p:nvSpPr>
        <p:spPr>
          <a:xfrm>
            <a:off x="3901756" y="36613891"/>
            <a:ext cx="2520000" cy="120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dirty="0">
                <a:solidFill>
                  <a:srgbClr val="E93F7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8800" dirty="0">
              <a:solidFill>
                <a:srgbClr val="E93F7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59" name="文本框 4658"/>
          <p:cNvSpPr txBox="1"/>
          <p:nvPr/>
        </p:nvSpPr>
        <p:spPr>
          <a:xfrm>
            <a:off x="15806419" y="36613891"/>
            <a:ext cx="2520000" cy="120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dirty="0">
                <a:solidFill>
                  <a:srgbClr val="FFA72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en-US" altLang="zh-CN" sz="8800" dirty="0">
              <a:solidFill>
                <a:srgbClr val="FFA72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61" name="任意多边形: 形状 4660"/>
          <p:cNvSpPr/>
          <p:nvPr/>
        </p:nvSpPr>
        <p:spPr>
          <a:xfrm>
            <a:off x="16264129" y="39391590"/>
            <a:ext cx="270000" cy="270000"/>
          </a:xfrm>
          <a:custGeom>
            <a:avLst/>
            <a:gdLst>
              <a:gd name="csX0" fmla="*/ 66305 w 132488"/>
              <a:gd name="csY0" fmla="*/ 200656 h 200636"/>
              <a:gd name="csX1" fmla="*/ 113147 w 132488"/>
              <a:gd name="csY1" fmla="*/ 171274 h 200636"/>
              <a:gd name="csX2" fmla="*/ 132550 w 132488"/>
              <a:gd name="csY2" fmla="*/ 100338 h 200636"/>
              <a:gd name="csX3" fmla="*/ 113147 w 132488"/>
              <a:gd name="csY3" fmla="*/ 29402 h 200636"/>
              <a:gd name="csX4" fmla="*/ 66305 w 132488"/>
              <a:gd name="csY4" fmla="*/ 19 h 200636"/>
              <a:gd name="csX5" fmla="*/ 19463 w 132488"/>
              <a:gd name="csY5" fmla="*/ 29402 h 200636"/>
              <a:gd name="csX6" fmla="*/ 61 w 132488"/>
              <a:gd name="csY6" fmla="*/ 100338 h 200636"/>
              <a:gd name="csX7" fmla="*/ 19463 w 132488"/>
              <a:gd name="csY7" fmla="*/ 171274 h 200636"/>
              <a:gd name="csX8" fmla="*/ 66305 w 132488"/>
              <a:gd name="csY8" fmla="*/ 200656 h 200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2488" h="200636">
                <a:moveTo>
                  <a:pt x="66305" y="200656"/>
                </a:moveTo>
                <a:cubicBezTo>
                  <a:pt x="83873" y="200656"/>
                  <a:pt x="100724" y="190086"/>
                  <a:pt x="113147" y="171274"/>
                </a:cubicBezTo>
                <a:cubicBezTo>
                  <a:pt x="125570" y="152461"/>
                  <a:pt x="132550" y="126943"/>
                  <a:pt x="132550" y="100338"/>
                </a:cubicBezTo>
                <a:cubicBezTo>
                  <a:pt x="132550" y="73733"/>
                  <a:pt x="125570" y="48214"/>
                  <a:pt x="113147" y="29402"/>
                </a:cubicBezTo>
                <a:cubicBezTo>
                  <a:pt x="100724" y="10590"/>
                  <a:pt x="83873" y="19"/>
                  <a:pt x="66305" y="19"/>
                </a:cubicBezTo>
                <a:cubicBezTo>
                  <a:pt x="48737" y="19"/>
                  <a:pt x="31886" y="10590"/>
                  <a:pt x="19463" y="29402"/>
                </a:cubicBezTo>
                <a:cubicBezTo>
                  <a:pt x="7041" y="48214"/>
                  <a:pt x="61" y="73733"/>
                  <a:pt x="61" y="100338"/>
                </a:cubicBezTo>
                <a:cubicBezTo>
                  <a:pt x="61" y="126943"/>
                  <a:pt x="7041" y="152461"/>
                  <a:pt x="19463" y="171274"/>
                </a:cubicBezTo>
                <a:cubicBezTo>
                  <a:pt x="31886" y="190086"/>
                  <a:pt x="48737" y="200656"/>
                  <a:pt x="66305" y="200656"/>
                </a:cubicBezTo>
                <a:close/>
              </a:path>
            </a:pathLst>
          </a:custGeom>
          <a:solidFill>
            <a:srgbClr val="8F9FA6"/>
          </a:solidFill>
          <a:ln w="25400" cap="flat">
            <a:solidFill>
              <a:schemeClr val="bg2">
                <a:lumMod val="50000"/>
              </a:schemeClr>
            </a:solidFill>
            <a:prstDash val="solid"/>
            <a:round/>
          </a:ln>
        </p:spPr>
      </p:sp>
      <p:sp>
        <p:nvSpPr>
          <p:cNvPr id="23" name="文本框 22"/>
          <p:cNvSpPr txBox="1"/>
          <p:nvPr/>
        </p:nvSpPr>
        <p:spPr>
          <a:xfrm>
            <a:off x="45079816" y="24388778"/>
            <a:ext cx="4537075" cy="97726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7200" i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= 6.92 </a:t>
            </a:r>
            <a:endParaRPr lang="en-US" altLang="zh-CN" sz="7200" i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等腰三角形 44"/>
          <p:cNvSpPr/>
          <p:nvPr/>
        </p:nvSpPr>
        <p:spPr>
          <a:xfrm>
            <a:off x="48950120" y="24072444"/>
            <a:ext cx="360000" cy="360000"/>
          </a:xfrm>
          <a:prstGeom prst="triangle">
            <a:avLst/>
          </a:prstGeom>
          <a:solidFill>
            <a:srgbClr val="F65F54"/>
          </a:solidFill>
          <a:ln>
            <a:solidFill>
              <a:srgbClr val="F7776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81" name="等腰三角形 80"/>
          <p:cNvSpPr/>
          <p:nvPr/>
        </p:nvSpPr>
        <p:spPr>
          <a:xfrm>
            <a:off x="48950120" y="27617930"/>
            <a:ext cx="360000" cy="360000"/>
          </a:xfrm>
          <a:prstGeom prst="triangle">
            <a:avLst/>
          </a:prstGeom>
          <a:solidFill>
            <a:srgbClr val="BCE1BE"/>
          </a:solidFill>
          <a:ln>
            <a:solidFill>
              <a:srgbClr val="67BB6A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85" name="文本框 84"/>
          <p:cNvSpPr txBox="1"/>
          <p:nvPr/>
        </p:nvSpPr>
        <p:spPr>
          <a:xfrm>
            <a:off x="45079816" y="26246788"/>
            <a:ext cx="4537075" cy="977265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7200" i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Loss = 1.82 </a:t>
            </a:r>
            <a:endParaRPr lang="en-US" altLang="zh-CN" sz="7200" i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2" name="文本框 391"/>
          <p:cNvSpPr txBox="1"/>
          <p:nvPr/>
        </p:nvSpPr>
        <p:spPr>
          <a:xfrm>
            <a:off x="15269388" y="11906477"/>
            <a:ext cx="2114550" cy="100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1.5</a:t>
            </a:r>
            <a:r>
              <a:rPr lang="el-GR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7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4" name="文本框 393"/>
          <p:cNvSpPr txBox="1"/>
          <p:nvPr/>
        </p:nvSpPr>
        <p:spPr>
          <a:xfrm>
            <a:off x="5998032" y="11906477"/>
            <a:ext cx="2114906" cy="1000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1.5</a:t>
            </a:r>
            <a:r>
              <a:rPr lang="el-GR" altLang="zh-CN" sz="720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zh-CN" altLang="en-US" sz="7200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/>
        </p:nvSpPr>
        <p:spPr>
          <a:xfrm>
            <a:off x="29381450" y="3862705"/>
            <a:ext cx="19939000" cy="11773535"/>
          </a:xfrm>
          <a:custGeom>
            <a:avLst/>
            <a:gdLst>
              <a:gd name="csX0" fmla="*/ 0 w 19681431"/>
              <a:gd name="csY0" fmla="*/ 11502147 h 11502146"/>
              <a:gd name="csX1" fmla="*/ 19681432 w 19681431"/>
              <a:gd name="csY1" fmla="*/ 11502147 h 11502146"/>
              <a:gd name="csX2" fmla="*/ 19681432 w 19681431"/>
              <a:gd name="csY2" fmla="*/ 0 h 11502146"/>
              <a:gd name="csX3" fmla="*/ 0 w 19681431"/>
              <a:gd name="csY3" fmla="*/ 0 h 11502146"/>
              <a:gd name="csX4" fmla="*/ 0 w 19681431"/>
              <a:gd name="csY4" fmla="*/ 11502147 h 11502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681431" h="11502146">
                <a:moveTo>
                  <a:pt x="0" y="11502147"/>
                </a:moveTo>
                <a:lnTo>
                  <a:pt x="19681432" y="11502147"/>
                </a:lnTo>
                <a:lnTo>
                  <a:pt x="19681432" y="0"/>
                </a:lnTo>
                <a:lnTo>
                  <a:pt x="0" y="0"/>
                </a:lnTo>
                <a:lnTo>
                  <a:pt x="0" y="11502147"/>
                </a:lnTo>
                <a:close/>
              </a:path>
            </a:pathLst>
          </a:custGeom>
          <a:noFill/>
          <a:ln w="43935" cap="flat">
            <a:noFill/>
            <a:prstDash val="solid"/>
            <a:round/>
          </a:ln>
        </p:spPr>
      </p:sp>
      <p:grpSp>
        <p:nvGrpSpPr>
          <p:cNvPr id="245" name="组合 244"/>
          <p:cNvGrpSpPr/>
          <p:nvPr/>
        </p:nvGrpSpPr>
        <p:grpSpPr>
          <a:xfrm>
            <a:off x="29511625" y="5760085"/>
            <a:ext cx="19799300" cy="7405370"/>
            <a:chOff x="46475" y="9071"/>
            <a:chExt cx="31180" cy="11662"/>
          </a:xfrm>
        </p:grpSpPr>
        <p:sp>
          <p:nvSpPr>
            <p:cNvPr id="25" name="任意多边形: 形状 24"/>
            <p:cNvSpPr/>
            <p:nvPr/>
          </p:nvSpPr>
          <p:spPr>
            <a:xfrm>
              <a:off x="46475" y="20733"/>
              <a:ext cx="31181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46475" y="16849"/>
              <a:ext cx="31181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46475" y="12960"/>
              <a:ext cx="31181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46475" y="9071"/>
              <a:ext cx="31181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244" name="组合 243"/>
          <p:cNvGrpSpPr/>
          <p:nvPr/>
        </p:nvGrpSpPr>
        <p:grpSpPr>
          <a:xfrm>
            <a:off x="29151580" y="4118610"/>
            <a:ext cx="360045" cy="11520170"/>
            <a:chOff x="45908" y="6486"/>
            <a:chExt cx="567" cy="18142"/>
          </a:xfrm>
        </p:grpSpPr>
        <p:sp>
          <p:nvSpPr>
            <p:cNvPr id="34" name="任意多边形: 形状 33"/>
            <p:cNvSpPr/>
            <p:nvPr/>
          </p:nvSpPr>
          <p:spPr>
            <a:xfrm>
              <a:off x="45908" y="24627"/>
              <a:ext cx="567" cy="0"/>
            </a:xfrm>
            <a:custGeom>
              <a:avLst/>
              <a:gdLst>
                <a:gd name="csX0" fmla="*/ 153839 w 153802"/>
                <a:gd name="csY0" fmla="*/ 315 h 43941"/>
                <a:gd name="csX1" fmla="*/ 37 w 153802"/>
                <a:gd name="csY1" fmla="*/ 315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802" h="43941">
                  <a:moveTo>
                    <a:pt x="153839" y="315"/>
                  </a:moveTo>
                  <a:lnTo>
                    <a:pt x="37" y="31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35" name="任意多边形: 形状 34"/>
            <p:cNvSpPr/>
            <p:nvPr/>
          </p:nvSpPr>
          <p:spPr>
            <a:xfrm>
              <a:off x="45908" y="20734"/>
              <a:ext cx="567" cy="0"/>
            </a:xfrm>
            <a:custGeom>
              <a:avLst/>
              <a:gdLst>
                <a:gd name="csX0" fmla="*/ 153839 w 153802"/>
                <a:gd name="csY0" fmla="*/ 260 h 43941"/>
                <a:gd name="csX1" fmla="*/ 37 w 153802"/>
                <a:gd name="csY1" fmla="*/ 26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802" h="43941">
                  <a:moveTo>
                    <a:pt x="153839" y="260"/>
                  </a:moveTo>
                  <a:lnTo>
                    <a:pt x="37" y="26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36" name="任意多边形: 形状 35"/>
            <p:cNvSpPr/>
            <p:nvPr/>
          </p:nvSpPr>
          <p:spPr>
            <a:xfrm>
              <a:off x="45908" y="16849"/>
              <a:ext cx="567" cy="0"/>
            </a:xfrm>
            <a:custGeom>
              <a:avLst/>
              <a:gdLst>
                <a:gd name="csX0" fmla="*/ 153839 w 153802"/>
                <a:gd name="csY0" fmla="*/ 205 h 43941"/>
                <a:gd name="csX1" fmla="*/ 37 w 153802"/>
                <a:gd name="csY1" fmla="*/ 205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802" h="43941">
                  <a:moveTo>
                    <a:pt x="153839" y="205"/>
                  </a:moveTo>
                  <a:lnTo>
                    <a:pt x="37" y="20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37" name="任意多边形: 形状 36"/>
            <p:cNvSpPr/>
            <p:nvPr/>
          </p:nvSpPr>
          <p:spPr>
            <a:xfrm>
              <a:off x="45908" y="12960"/>
              <a:ext cx="567" cy="0"/>
            </a:xfrm>
            <a:custGeom>
              <a:avLst/>
              <a:gdLst>
                <a:gd name="csX0" fmla="*/ 153839 w 153802"/>
                <a:gd name="csY0" fmla="*/ 150 h 43941"/>
                <a:gd name="csX1" fmla="*/ 37 w 153802"/>
                <a:gd name="csY1" fmla="*/ 15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802" h="43941">
                  <a:moveTo>
                    <a:pt x="153839" y="150"/>
                  </a:moveTo>
                  <a:lnTo>
                    <a:pt x="37" y="15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38" name="任意多边形: 形状 37"/>
            <p:cNvSpPr/>
            <p:nvPr/>
          </p:nvSpPr>
          <p:spPr>
            <a:xfrm>
              <a:off x="45908" y="9071"/>
              <a:ext cx="567" cy="0"/>
            </a:xfrm>
            <a:custGeom>
              <a:avLst/>
              <a:gdLst>
                <a:gd name="csX0" fmla="*/ 153839 w 153802"/>
                <a:gd name="csY0" fmla="*/ 95 h 43941"/>
                <a:gd name="csX1" fmla="*/ 37 w 153802"/>
                <a:gd name="csY1" fmla="*/ 95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3802" h="43941">
                  <a:moveTo>
                    <a:pt x="153839" y="95"/>
                  </a:moveTo>
                  <a:lnTo>
                    <a:pt x="37" y="9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32" name="任意多边形: 形状 31"/>
            <p:cNvSpPr/>
            <p:nvPr/>
          </p:nvSpPr>
          <p:spPr>
            <a:xfrm>
              <a:off x="46475" y="6486"/>
              <a:ext cx="0" cy="18142"/>
            </a:xfrm>
            <a:custGeom>
              <a:avLst/>
              <a:gdLst>
                <a:gd name="csX0" fmla="*/ 0 w 43943"/>
                <a:gd name="csY0" fmla="*/ 11502147 h 11502146"/>
                <a:gd name="csX1" fmla="*/ 0 w 43943"/>
                <a:gd name="csY1" fmla="*/ 0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1502146">
                  <a:moveTo>
                    <a:pt x="0" y="11502147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</p:grpSp>
      <p:grpSp>
        <p:nvGrpSpPr>
          <p:cNvPr id="254" name="组合 253"/>
          <p:cNvGrpSpPr/>
          <p:nvPr/>
        </p:nvGrpSpPr>
        <p:grpSpPr>
          <a:xfrm>
            <a:off x="26332180" y="5057775"/>
            <a:ext cx="2727960" cy="11241405"/>
            <a:chOff x="41468" y="7965"/>
            <a:chExt cx="4296" cy="17703"/>
          </a:xfrm>
        </p:grpSpPr>
        <p:sp>
          <p:nvSpPr>
            <p:cNvPr id="522" name="文本框 521"/>
            <p:cNvSpPr txBox="1"/>
            <p:nvPr/>
          </p:nvSpPr>
          <p:spPr>
            <a:xfrm>
              <a:off x="41468" y="23554"/>
              <a:ext cx="4297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2" name="文本框 191"/>
            <p:cNvSpPr txBox="1"/>
            <p:nvPr/>
          </p:nvSpPr>
          <p:spPr>
            <a:xfrm>
              <a:off x="41468" y="19657"/>
              <a:ext cx="4297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3" name="文本框 192"/>
            <p:cNvSpPr txBox="1"/>
            <p:nvPr/>
          </p:nvSpPr>
          <p:spPr>
            <a:xfrm>
              <a:off x="41468" y="15760"/>
              <a:ext cx="4297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4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4" name="文本框 193"/>
            <p:cNvSpPr txBox="1"/>
            <p:nvPr/>
          </p:nvSpPr>
          <p:spPr>
            <a:xfrm>
              <a:off x="41468" y="11863"/>
              <a:ext cx="4297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6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5" name="文本框 194"/>
            <p:cNvSpPr txBox="1"/>
            <p:nvPr/>
          </p:nvSpPr>
          <p:spPr>
            <a:xfrm>
              <a:off x="41468" y="7965"/>
              <a:ext cx="4297" cy="21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8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Fig S2</a:t>
            </a:r>
            <a:endParaRPr lang="zh-CN" altLang="en-US" dirty="0"/>
          </a:p>
        </p:txBody>
      </p:sp>
      <p:sp>
        <p:nvSpPr>
          <p:cNvPr id="154" name="矩形 153"/>
          <p:cNvSpPr/>
          <p:nvPr/>
        </p:nvSpPr>
        <p:spPr>
          <a:xfrm>
            <a:off x="1703684" y="2591435"/>
            <a:ext cx="45156148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</a:t>
            </a:r>
            <a:r>
              <a:rPr lang="en-US" altLang="zh-CN" sz="8800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Distribution of ligand atom 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3" name="组合 252"/>
          <p:cNvGrpSpPr/>
          <p:nvPr/>
        </p:nvGrpSpPr>
        <p:grpSpPr>
          <a:xfrm>
            <a:off x="29511625" y="23093680"/>
            <a:ext cx="19799300" cy="6941820"/>
            <a:chOff x="46475" y="35864"/>
            <a:chExt cx="31180" cy="10932"/>
          </a:xfrm>
        </p:grpSpPr>
        <p:sp>
          <p:nvSpPr>
            <p:cNvPr id="778" name="任意多边形: 形状 777"/>
            <p:cNvSpPr/>
            <p:nvPr/>
          </p:nvSpPr>
          <p:spPr>
            <a:xfrm>
              <a:off x="46475" y="46796"/>
              <a:ext cx="31181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779" name="任意多边形: 形状 778"/>
            <p:cNvSpPr/>
            <p:nvPr/>
          </p:nvSpPr>
          <p:spPr>
            <a:xfrm>
              <a:off x="46475" y="43152"/>
              <a:ext cx="31181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780" name="任意多边形: 形状 779"/>
            <p:cNvSpPr/>
            <p:nvPr/>
          </p:nvSpPr>
          <p:spPr>
            <a:xfrm>
              <a:off x="46475" y="39508"/>
              <a:ext cx="31181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781" name="任意多边形: 形状 780"/>
            <p:cNvSpPr/>
            <p:nvPr/>
          </p:nvSpPr>
          <p:spPr>
            <a:xfrm>
              <a:off x="46475" y="35864"/>
              <a:ext cx="31181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83" name="组合 682"/>
          <p:cNvGrpSpPr/>
          <p:nvPr/>
        </p:nvGrpSpPr>
        <p:grpSpPr>
          <a:xfrm rot="0">
            <a:off x="30399990" y="22127210"/>
            <a:ext cx="17766030" cy="10224135"/>
            <a:chOff x="30305566" y="16991032"/>
            <a:chExt cx="17766194" cy="10577700"/>
          </a:xfrm>
        </p:grpSpPr>
        <p:sp>
          <p:nvSpPr>
            <p:cNvPr id="643" name="任意多边形: 形状 642"/>
            <p:cNvSpPr/>
            <p:nvPr/>
          </p:nvSpPr>
          <p:spPr>
            <a:xfrm>
              <a:off x="30305566" y="16991032"/>
              <a:ext cx="444155" cy="10577699"/>
            </a:xfrm>
            <a:custGeom>
              <a:avLst/>
              <a:gdLst>
                <a:gd name="csX0" fmla="*/ 0 w 420454"/>
                <a:gd name="csY0" fmla="*/ 10577699 h 10577699"/>
                <a:gd name="csX1" fmla="*/ 420454 w 420454"/>
                <a:gd name="csY1" fmla="*/ 10577699 h 10577699"/>
                <a:gd name="csX2" fmla="*/ 420454 w 420454"/>
                <a:gd name="csY2" fmla="*/ 0 h 10577699"/>
                <a:gd name="csX3" fmla="*/ 0 w 420454"/>
                <a:gd name="csY3" fmla="*/ 0 h 10577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0577699">
                  <a:moveTo>
                    <a:pt x="0" y="10577699"/>
                  </a:moveTo>
                  <a:lnTo>
                    <a:pt x="420454" y="1057769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4" name="任意多边形: 形状 643"/>
            <p:cNvSpPr/>
            <p:nvPr/>
          </p:nvSpPr>
          <p:spPr>
            <a:xfrm>
              <a:off x="30749721" y="20015299"/>
              <a:ext cx="444155" cy="7553432"/>
            </a:xfrm>
            <a:custGeom>
              <a:avLst/>
              <a:gdLst>
                <a:gd name="csX0" fmla="*/ 0 w 420454"/>
                <a:gd name="csY0" fmla="*/ 7553432 h 7553432"/>
                <a:gd name="csX1" fmla="*/ 420454 w 420454"/>
                <a:gd name="csY1" fmla="*/ 7553432 h 7553432"/>
                <a:gd name="csX2" fmla="*/ 420454 w 420454"/>
                <a:gd name="csY2" fmla="*/ 0 h 7553432"/>
                <a:gd name="csX3" fmla="*/ 0 w 420454"/>
                <a:gd name="csY3" fmla="*/ 0 h 7553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7553432">
                  <a:moveTo>
                    <a:pt x="0" y="7553432"/>
                  </a:moveTo>
                  <a:lnTo>
                    <a:pt x="420454" y="7553432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5" name="任意多边形: 形状 644"/>
            <p:cNvSpPr/>
            <p:nvPr/>
          </p:nvSpPr>
          <p:spPr>
            <a:xfrm>
              <a:off x="31193876" y="22311234"/>
              <a:ext cx="444155" cy="5257497"/>
            </a:xfrm>
            <a:custGeom>
              <a:avLst/>
              <a:gdLst>
                <a:gd name="csX0" fmla="*/ 0 w 420454"/>
                <a:gd name="csY0" fmla="*/ 5257498 h 5257497"/>
                <a:gd name="csX1" fmla="*/ 420454 w 420454"/>
                <a:gd name="csY1" fmla="*/ 5257498 h 5257497"/>
                <a:gd name="csX2" fmla="*/ 420454 w 420454"/>
                <a:gd name="csY2" fmla="*/ 0 h 5257497"/>
                <a:gd name="csX3" fmla="*/ 0 w 420454"/>
                <a:gd name="csY3" fmla="*/ 0 h 5257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5257497">
                  <a:moveTo>
                    <a:pt x="0" y="5257498"/>
                  </a:moveTo>
                  <a:lnTo>
                    <a:pt x="420454" y="5257498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6" name="任意多边形: 形状 645"/>
            <p:cNvSpPr/>
            <p:nvPr/>
          </p:nvSpPr>
          <p:spPr>
            <a:xfrm>
              <a:off x="31638031" y="22996156"/>
              <a:ext cx="444155" cy="4572576"/>
            </a:xfrm>
            <a:custGeom>
              <a:avLst/>
              <a:gdLst>
                <a:gd name="csX0" fmla="*/ 0 w 420454"/>
                <a:gd name="csY0" fmla="*/ 4572576 h 4572576"/>
                <a:gd name="csX1" fmla="*/ 420454 w 420454"/>
                <a:gd name="csY1" fmla="*/ 4572576 h 4572576"/>
                <a:gd name="csX2" fmla="*/ 420454 w 420454"/>
                <a:gd name="csY2" fmla="*/ 0 h 4572576"/>
                <a:gd name="csX3" fmla="*/ 0 w 420454"/>
                <a:gd name="csY3" fmla="*/ 0 h 4572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4572576">
                  <a:moveTo>
                    <a:pt x="0" y="4572576"/>
                  </a:moveTo>
                  <a:lnTo>
                    <a:pt x="420454" y="4572576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7" name="任意多边形: 形状 646"/>
            <p:cNvSpPr/>
            <p:nvPr/>
          </p:nvSpPr>
          <p:spPr>
            <a:xfrm>
              <a:off x="32082187" y="23213209"/>
              <a:ext cx="444152" cy="4355522"/>
            </a:xfrm>
            <a:custGeom>
              <a:avLst/>
              <a:gdLst>
                <a:gd name="csX0" fmla="*/ 0 w 420451"/>
                <a:gd name="csY0" fmla="*/ 4355523 h 4355522"/>
                <a:gd name="csX1" fmla="*/ 420451 w 420451"/>
                <a:gd name="csY1" fmla="*/ 4355523 h 4355522"/>
                <a:gd name="csX2" fmla="*/ 420451 w 420451"/>
                <a:gd name="csY2" fmla="*/ 0 h 4355522"/>
                <a:gd name="csX3" fmla="*/ 0 w 420451"/>
                <a:gd name="csY3" fmla="*/ 0 h 43555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1" h="4355522">
                  <a:moveTo>
                    <a:pt x="0" y="4355523"/>
                  </a:moveTo>
                  <a:lnTo>
                    <a:pt x="420451" y="4355523"/>
                  </a:lnTo>
                  <a:lnTo>
                    <a:pt x="420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8" name="任意多边形: 形状 647"/>
            <p:cNvSpPr/>
            <p:nvPr/>
          </p:nvSpPr>
          <p:spPr>
            <a:xfrm>
              <a:off x="32526340" y="23560492"/>
              <a:ext cx="444155" cy="4008239"/>
            </a:xfrm>
            <a:custGeom>
              <a:avLst/>
              <a:gdLst>
                <a:gd name="csX0" fmla="*/ 0 w 420454"/>
                <a:gd name="csY0" fmla="*/ 4008239 h 4008239"/>
                <a:gd name="csX1" fmla="*/ 420454 w 420454"/>
                <a:gd name="csY1" fmla="*/ 4008239 h 4008239"/>
                <a:gd name="csX2" fmla="*/ 420454 w 420454"/>
                <a:gd name="csY2" fmla="*/ 0 h 4008239"/>
                <a:gd name="csX3" fmla="*/ 0 w 420454"/>
                <a:gd name="csY3" fmla="*/ 0 h 40082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4008239">
                  <a:moveTo>
                    <a:pt x="0" y="4008239"/>
                  </a:moveTo>
                  <a:lnTo>
                    <a:pt x="420454" y="400823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9" name="任意多边形: 形状 648"/>
            <p:cNvSpPr/>
            <p:nvPr/>
          </p:nvSpPr>
          <p:spPr>
            <a:xfrm>
              <a:off x="32970495" y="22508993"/>
              <a:ext cx="444155" cy="5059738"/>
            </a:xfrm>
            <a:custGeom>
              <a:avLst/>
              <a:gdLst>
                <a:gd name="csX0" fmla="*/ 0 w 420454"/>
                <a:gd name="csY0" fmla="*/ 5059739 h 5059738"/>
                <a:gd name="csX1" fmla="*/ 420454 w 420454"/>
                <a:gd name="csY1" fmla="*/ 5059739 h 5059738"/>
                <a:gd name="csX2" fmla="*/ 420454 w 420454"/>
                <a:gd name="csY2" fmla="*/ 0 h 5059738"/>
                <a:gd name="csX3" fmla="*/ 0 w 420454"/>
                <a:gd name="csY3" fmla="*/ 0 h 5059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5059738">
                  <a:moveTo>
                    <a:pt x="0" y="5059739"/>
                  </a:moveTo>
                  <a:lnTo>
                    <a:pt x="420454" y="505973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0" name="任意多边形: 形状 649"/>
            <p:cNvSpPr/>
            <p:nvPr/>
          </p:nvSpPr>
          <p:spPr>
            <a:xfrm>
              <a:off x="33414650" y="21525021"/>
              <a:ext cx="444155" cy="6043710"/>
            </a:xfrm>
            <a:custGeom>
              <a:avLst/>
              <a:gdLst>
                <a:gd name="csX0" fmla="*/ 0 w 420454"/>
                <a:gd name="csY0" fmla="*/ 6043711 h 6043710"/>
                <a:gd name="csX1" fmla="*/ 420454 w 420454"/>
                <a:gd name="csY1" fmla="*/ 6043711 h 6043710"/>
                <a:gd name="csX2" fmla="*/ 420454 w 420454"/>
                <a:gd name="csY2" fmla="*/ 0 h 6043710"/>
                <a:gd name="csX3" fmla="*/ 0 w 420454"/>
                <a:gd name="csY3" fmla="*/ 0 h 6043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6043710">
                  <a:moveTo>
                    <a:pt x="0" y="6043711"/>
                  </a:moveTo>
                  <a:lnTo>
                    <a:pt x="420454" y="6043711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1" name="任意多边形: 形状 650"/>
            <p:cNvSpPr/>
            <p:nvPr/>
          </p:nvSpPr>
          <p:spPr>
            <a:xfrm>
              <a:off x="33858805" y="21279028"/>
              <a:ext cx="444155" cy="6289703"/>
            </a:xfrm>
            <a:custGeom>
              <a:avLst/>
              <a:gdLst>
                <a:gd name="csX0" fmla="*/ 0 w 420454"/>
                <a:gd name="csY0" fmla="*/ 6289704 h 6289703"/>
                <a:gd name="csX1" fmla="*/ 420454 w 420454"/>
                <a:gd name="csY1" fmla="*/ 6289704 h 6289703"/>
                <a:gd name="csX2" fmla="*/ 420454 w 420454"/>
                <a:gd name="csY2" fmla="*/ 0 h 6289703"/>
                <a:gd name="csX3" fmla="*/ 0 w 420454"/>
                <a:gd name="csY3" fmla="*/ 0 h 62897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6289703">
                  <a:moveTo>
                    <a:pt x="0" y="6289704"/>
                  </a:moveTo>
                  <a:lnTo>
                    <a:pt x="420454" y="628970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2" name="任意多边形: 形状 651"/>
            <p:cNvSpPr/>
            <p:nvPr/>
          </p:nvSpPr>
          <p:spPr>
            <a:xfrm>
              <a:off x="34302961" y="19793423"/>
              <a:ext cx="444155" cy="7775308"/>
            </a:xfrm>
            <a:custGeom>
              <a:avLst/>
              <a:gdLst>
                <a:gd name="csX0" fmla="*/ 0 w 420454"/>
                <a:gd name="csY0" fmla="*/ 7775308 h 7775308"/>
                <a:gd name="csX1" fmla="*/ 420454 w 420454"/>
                <a:gd name="csY1" fmla="*/ 7775308 h 7775308"/>
                <a:gd name="csX2" fmla="*/ 420454 w 420454"/>
                <a:gd name="csY2" fmla="*/ 0 h 7775308"/>
                <a:gd name="csX3" fmla="*/ 0 w 420454"/>
                <a:gd name="csY3" fmla="*/ 0 h 77753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7775308">
                  <a:moveTo>
                    <a:pt x="0" y="7775308"/>
                  </a:moveTo>
                  <a:lnTo>
                    <a:pt x="420454" y="7775308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3" name="任意多边形: 形状 652"/>
            <p:cNvSpPr/>
            <p:nvPr/>
          </p:nvSpPr>
          <p:spPr>
            <a:xfrm>
              <a:off x="34747116" y="18438050"/>
              <a:ext cx="444152" cy="9130681"/>
            </a:xfrm>
            <a:custGeom>
              <a:avLst/>
              <a:gdLst>
                <a:gd name="csX0" fmla="*/ 0 w 420451"/>
                <a:gd name="csY0" fmla="*/ 9130682 h 9130681"/>
                <a:gd name="csX1" fmla="*/ 420451 w 420451"/>
                <a:gd name="csY1" fmla="*/ 9130682 h 9130681"/>
                <a:gd name="csX2" fmla="*/ 420451 w 420451"/>
                <a:gd name="csY2" fmla="*/ 0 h 9130681"/>
                <a:gd name="csX3" fmla="*/ 0 w 420451"/>
                <a:gd name="csY3" fmla="*/ 0 h 913068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1" h="9130681">
                  <a:moveTo>
                    <a:pt x="0" y="9130682"/>
                  </a:moveTo>
                  <a:lnTo>
                    <a:pt x="420451" y="9130682"/>
                  </a:lnTo>
                  <a:lnTo>
                    <a:pt x="420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4" name="任意多边形: 形状 653"/>
            <p:cNvSpPr/>
            <p:nvPr/>
          </p:nvSpPr>
          <p:spPr>
            <a:xfrm>
              <a:off x="35191268" y="18110059"/>
              <a:ext cx="444155" cy="9458672"/>
            </a:xfrm>
            <a:custGeom>
              <a:avLst/>
              <a:gdLst>
                <a:gd name="csX0" fmla="*/ 0 w 420454"/>
                <a:gd name="csY0" fmla="*/ 9458672 h 9458672"/>
                <a:gd name="csX1" fmla="*/ 420454 w 420454"/>
                <a:gd name="csY1" fmla="*/ 9458672 h 9458672"/>
                <a:gd name="csX2" fmla="*/ 420454 w 420454"/>
                <a:gd name="csY2" fmla="*/ 0 h 9458672"/>
                <a:gd name="csX3" fmla="*/ 0 w 420454"/>
                <a:gd name="csY3" fmla="*/ 0 h 94586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9458672">
                  <a:moveTo>
                    <a:pt x="0" y="9458672"/>
                  </a:moveTo>
                  <a:lnTo>
                    <a:pt x="420454" y="9458672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5" name="任意多边形: 形状 654"/>
            <p:cNvSpPr/>
            <p:nvPr/>
          </p:nvSpPr>
          <p:spPr>
            <a:xfrm>
              <a:off x="35635423" y="17762775"/>
              <a:ext cx="444155" cy="9805956"/>
            </a:xfrm>
            <a:custGeom>
              <a:avLst/>
              <a:gdLst>
                <a:gd name="csX0" fmla="*/ 0 w 420454"/>
                <a:gd name="csY0" fmla="*/ 9805957 h 9805956"/>
                <a:gd name="csX1" fmla="*/ 420454 w 420454"/>
                <a:gd name="csY1" fmla="*/ 9805957 h 9805956"/>
                <a:gd name="csX2" fmla="*/ 420454 w 420454"/>
                <a:gd name="csY2" fmla="*/ 0 h 9805956"/>
                <a:gd name="csX3" fmla="*/ 0 w 420454"/>
                <a:gd name="csY3" fmla="*/ 0 h 98059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9805956">
                  <a:moveTo>
                    <a:pt x="0" y="9805957"/>
                  </a:moveTo>
                  <a:lnTo>
                    <a:pt x="420454" y="9805957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6" name="任意多边形: 形状 655"/>
            <p:cNvSpPr/>
            <p:nvPr/>
          </p:nvSpPr>
          <p:spPr>
            <a:xfrm>
              <a:off x="36079578" y="17907477"/>
              <a:ext cx="444155" cy="9661254"/>
            </a:xfrm>
            <a:custGeom>
              <a:avLst/>
              <a:gdLst>
                <a:gd name="csX0" fmla="*/ 0 w 420454"/>
                <a:gd name="csY0" fmla="*/ 9661255 h 9661254"/>
                <a:gd name="csX1" fmla="*/ 420454 w 420454"/>
                <a:gd name="csY1" fmla="*/ 9661255 h 9661254"/>
                <a:gd name="csX2" fmla="*/ 420454 w 420454"/>
                <a:gd name="csY2" fmla="*/ 0 h 9661254"/>
                <a:gd name="csX3" fmla="*/ 0 w 420454"/>
                <a:gd name="csY3" fmla="*/ 0 h 96612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9661254">
                  <a:moveTo>
                    <a:pt x="0" y="9661255"/>
                  </a:moveTo>
                  <a:lnTo>
                    <a:pt x="420454" y="9661255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7" name="任意多边形: 形状 656"/>
            <p:cNvSpPr/>
            <p:nvPr/>
          </p:nvSpPr>
          <p:spPr>
            <a:xfrm>
              <a:off x="36523734" y="17888183"/>
              <a:ext cx="444155" cy="9680548"/>
            </a:xfrm>
            <a:custGeom>
              <a:avLst/>
              <a:gdLst>
                <a:gd name="csX0" fmla="*/ 0 w 420454"/>
                <a:gd name="csY0" fmla="*/ 9680548 h 9680548"/>
                <a:gd name="csX1" fmla="*/ 420454 w 420454"/>
                <a:gd name="csY1" fmla="*/ 9680548 h 9680548"/>
                <a:gd name="csX2" fmla="*/ 420454 w 420454"/>
                <a:gd name="csY2" fmla="*/ 0 h 9680548"/>
                <a:gd name="csX3" fmla="*/ 0 w 420454"/>
                <a:gd name="csY3" fmla="*/ 0 h 96805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9680548">
                  <a:moveTo>
                    <a:pt x="0" y="9680548"/>
                  </a:moveTo>
                  <a:lnTo>
                    <a:pt x="420454" y="9680548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8" name="任意多边形: 形状 657"/>
            <p:cNvSpPr/>
            <p:nvPr/>
          </p:nvSpPr>
          <p:spPr>
            <a:xfrm>
              <a:off x="36967890" y="18852862"/>
              <a:ext cx="444155" cy="8715869"/>
            </a:xfrm>
            <a:custGeom>
              <a:avLst/>
              <a:gdLst>
                <a:gd name="csX0" fmla="*/ 0 w 420454"/>
                <a:gd name="csY0" fmla="*/ 8715870 h 8715869"/>
                <a:gd name="csX1" fmla="*/ 420454 w 420454"/>
                <a:gd name="csY1" fmla="*/ 8715870 h 8715869"/>
                <a:gd name="csX2" fmla="*/ 420454 w 420454"/>
                <a:gd name="csY2" fmla="*/ 0 h 8715869"/>
                <a:gd name="csX3" fmla="*/ 0 w 420454"/>
                <a:gd name="csY3" fmla="*/ 0 h 8715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8715869">
                  <a:moveTo>
                    <a:pt x="0" y="8715870"/>
                  </a:moveTo>
                  <a:lnTo>
                    <a:pt x="420454" y="871587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9" name="任意多边形: 形状 658"/>
            <p:cNvSpPr/>
            <p:nvPr/>
          </p:nvSpPr>
          <p:spPr>
            <a:xfrm>
              <a:off x="37412045" y="19291790"/>
              <a:ext cx="444152" cy="8276941"/>
            </a:xfrm>
            <a:custGeom>
              <a:avLst/>
              <a:gdLst>
                <a:gd name="csX0" fmla="*/ 0 w 420451"/>
                <a:gd name="csY0" fmla="*/ 8276941 h 8276941"/>
                <a:gd name="csX1" fmla="*/ 420451 w 420451"/>
                <a:gd name="csY1" fmla="*/ 8276941 h 8276941"/>
                <a:gd name="csX2" fmla="*/ 420451 w 420451"/>
                <a:gd name="csY2" fmla="*/ 0 h 8276941"/>
                <a:gd name="csX3" fmla="*/ 0 w 420451"/>
                <a:gd name="csY3" fmla="*/ 0 h 8276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1" h="8276941">
                  <a:moveTo>
                    <a:pt x="0" y="8276941"/>
                  </a:moveTo>
                  <a:lnTo>
                    <a:pt x="420451" y="8276941"/>
                  </a:lnTo>
                  <a:lnTo>
                    <a:pt x="420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0" name="任意多边形: 形状 659"/>
            <p:cNvSpPr/>
            <p:nvPr/>
          </p:nvSpPr>
          <p:spPr>
            <a:xfrm>
              <a:off x="37856197" y="19976712"/>
              <a:ext cx="444155" cy="7592019"/>
            </a:xfrm>
            <a:custGeom>
              <a:avLst/>
              <a:gdLst>
                <a:gd name="csX0" fmla="*/ 0 w 420454"/>
                <a:gd name="csY0" fmla="*/ 7592020 h 7592019"/>
                <a:gd name="csX1" fmla="*/ 420454 w 420454"/>
                <a:gd name="csY1" fmla="*/ 7592020 h 7592019"/>
                <a:gd name="csX2" fmla="*/ 420454 w 420454"/>
                <a:gd name="csY2" fmla="*/ 0 h 7592019"/>
                <a:gd name="csX3" fmla="*/ 0 w 420454"/>
                <a:gd name="csY3" fmla="*/ 0 h 75920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7592019">
                  <a:moveTo>
                    <a:pt x="0" y="7592020"/>
                  </a:moveTo>
                  <a:lnTo>
                    <a:pt x="420454" y="759202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1" name="任意多边形: 形状 660"/>
            <p:cNvSpPr/>
            <p:nvPr/>
          </p:nvSpPr>
          <p:spPr>
            <a:xfrm>
              <a:off x="38300352" y="20569989"/>
              <a:ext cx="444155" cy="6998742"/>
            </a:xfrm>
            <a:custGeom>
              <a:avLst/>
              <a:gdLst>
                <a:gd name="csX0" fmla="*/ 0 w 420454"/>
                <a:gd name="csY0" fmla="*/ 6998742 h 6998742"/>
                <a:gd name="csX1" fmla="*/ 420454 w 420454"/>
                <a:gd name="csY1" fmla="*/ 6998742 h 6998742"/>
                <a:gd name="csX2" fmla="*/ 420454 w 420454"/>
                <a:gd name="csY2" fmla="*/ 0 h 6998742"/>
                <a:gd name="csX3" fmla="*/ 0 w 420454"/>
                <a:gd name="csY3" fmla="*/ 0 h 69987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6998742">
                  <a:moveTo>
                    <a:pt x="0" y="6998742"/>
                  </a:moveTo>
                  <a:lnTo>
                    <a:pt x="420454" y="6998742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2" name="任意多边形: 形状 661"/>
            <p:cNvSpPr/>
            <p:nvPr/>
          </p:nvSpPr>
          <p:spPr>
            <a:xfrm>
              <a:off x="38744508" y="21563608"/>
              <a:ext cx="444155" cy="6005123"/>
            </a:xfrm>
            <a:custGeom>
              <a:avLst/>
              <a:gdLst>
                <a:gd name="csX0" fmla="*/ 0 w 420454"/>
                <a:gd name="csY0" fmla="*/ 6005124 h 6005123"/>
                <a:gd name="csX1" fmla="*/ 420454 w 420454"/>
                <a:gd name="csY1" fmla="*/ 6005124 h 6005123"/>
                <a:gd name="csX2" fmla="*/ 420454 w 420454"/>
                <a:gd name="csY2" fmla="*/ 0 h 6005123"/>
                <a:gd name="csX3" fmla="*/ 0 w 420454"/>
                <a:gd name="csY3" fmla="*/ 0 h 60051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6005123">
                  <a:moveTo>
                    <a:pt x="0" y="6005124"/>
                  </a:moveTo>
                  <a:lnTo>
                    <a:pt x="420454" y="600512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3" name="任意多边形: 形状 662"/>
            <p:cNvSpPr/>
            <p:nvPr/>
          </p:nvSpPr>
          <p:spPr>
            <a:xfrm>
              <a:off x="39188663" y="22735692"/>
              <a:ext cx="444155" cy="4833039"/>
            </a:xfrm>
            <a:custGeom>
              <a:avLst/>
              <a:gdLst>
                <a:gd name="csX0" fmla="*/ 0 w 420454"/>
                <a:gd name="csY0" fmla="*/ 4833039 h 4833039"/>
                <a:gd name="csX1" fmla="*/ 420454 w 420454"/>
                <a:gd name="csY1" fmla="*/ 4833039 h 4833039"/>
                <a:gd name="csX2" fmla="*/ 420454 w 420454"/>
                <a:gd name="csY2" fmla="*/ 0 h 4833039"/>
                <a:gd name="csX3" fmla="*/ 0 w 420454"/>
                <a:gd name="csY3" fmla="*/ 0 h 48330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4833039">
                  <a:moveTo>
                    <a:pt x="0" y="4833039"/>
                  </a:moveTo>
                  <a:lnTo>
                    <a:pt x="420454" y="483303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4" name="任意多边形: 形状 663"/>
            <p:cNvSpPr/>
            <p:nvPr/>
          </p:nvSpPr>
          <p:spPr>
            <a:xfrm>
              <a:off x="39632818" y="23145681"/>
              <a:ext cx="444155" cy="4423050"/>
            </a:xfrm>
            <a:custGeom>
              <a:avLst/>
              <a:gdLst>
                <a:gd name="csX0" fmla="*/ 0 w 420454"/>
                <a:gd name="csY0" fmla="*/ 4423051 h 4423050"/>
                <a:gd name="csX1" fmla="*/ 420454 w 420454"/>
                <a:gd name="csY1" fmla="*/ 4423051 h 4423050"/>
                <a:gd name="csX2" fmla="*/ 420454 w 420454"/>
                <a:gd name="csY2" fmla="*/ 0 h 4423050"/>
                <a:gd name="csX3" fmla="*/ 0 w 420454"/>
                <a:gd name="csY3" fmla="*/ 0 h 4423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4423050">
                  <a:moveTo>
                    <a:pt x="0" y="4423051"/>
                  </a:moveTo>
                  <a:lnTo>
                    <a:pt x="420454" y="4423051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5" name="任意多边形: 形状 664"/>
            <p:cNvSpPr/>
            <p:nvPr/>
          </p:nvSpPr>
          <p:spPr>
            <a:xfrm>
              <a:off x="40076973" y="23883660"/>
              <a:ext cx="444155" cy="3685071"/>
            </a:xfrm>
            <a:custGeom>
              <a:avLst/>
              <a:gdLst>
                <a:gd name="csX0" fmla="*/ 0 w 420454"/>
                <a:gd name="csY0" fmla="*/ 3685072 h 3685071"/>
                <a:gd name="csX1" fmla="*/ 420454 w 420454"/>
                <a:gd name="csY1" fmla="*/ 3685072 h 3685071"/>
                <a:gd name="csX2" fmla="*/ 420454 w 420454"/>
                <a:gd name="csY2" fmla="*/ 0 h 3685071"/>
                <a:gd name="csX3" fmla="*/ 0 w 420454"/>
                <a:gd name="csY3" fmla="*/ 0 h 3685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3685071">
                  <a:moveTo>
                    <a:pt x="0" y="3685072"/>
                  </a:moveTo>
                  <a:lnTo>
                    <a:pt x="420454" y="3685072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6" name="任意多边形: 形状 665"/>
            <p:cNvSpPr/>
            <p:nvPr/>
          </p:nvSpPr>
          <p:spPr>
            <a:xfrm>
              <a:off x="40521128" y="24665049"/>
              <a:ext cx="444152" cy="2903682"/>
            </a:xfrm>
            <a:custGeom>
              <a:avLst/>
              <a:gdLst>
                <a:gd name="csX0" fmla="*/ 0 w 420451"/>
                <a:gd name="csY0" fmla="*/ 2903682 h 2903682"/>
                <a:gd name="csX1" fmla="*/ 420451 w 420451"/>
                <a:gd name="csY1" fmla="*/ 2903682 h 2903682"/>
                <a:gd name="csX2" fmla="*/ 420451 w 420451"/>
                <a:gd name="csY2" fmla="*/ 0 h 2903682"/>
                <a:gd name="csX3" fmla="*/ 0 w 420451"/>
                <a:gd name="csY3" fmla="*/ 0 h 29036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1" h="2903682">
                  <a:moveTo>
                    <a:pt x="0" y="2903682"/>
                  </a:moveTo>
                  <a:lnTo>
                    <a:pt x="420451" y="2903682"/>
                  </a:lnTo>
                  <a:lnTo>
                    <a:pt x="420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7" name="任意多边形: 形状 666"/>
            <p:cNvSpPr/>
            <p:nvPr/>
          </p:nvSpPr>
          <p:spPr>
            <a:xfrm>
              <a:off x="40965282" y="25292090"/>
              <a:ext cx="444155" cy="2276641"/>
            </a:xfrm>
            <a:custGeom>
              <a:avLst/>
              <a:gdLst>
                <a:gd name="csX0" fmla="*/ 0 w 420454"/>
                <a:gd name="csY0" fmla="*/ 2276641 h 2276641"/>
                <a:gd name="csX1" fmla="*/ 420454 w 420454"/>
                <a:gd name="csY1" fmla="*/ 2276641 h 2276641"/>
                <a:gd name="csX2" fmla="*/ 420454 w 420454"/>
                <a:gd name="csY2" fmla="*/ 0 h 2276641"/>
                <a:gd name="csX3" fmla="*/ 0 w 420454"/>
                <a:gd name="csY3" fmla="*/ 0 h 22766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2276641">
                  <a:moveTo>
                    <a:pt x="0" y="2276641"/>
                  </a:moveTo>
                  <a:lnTo>
                    <a:pt x="420454" y="2276641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8" name="任意多边形: 形状 667"/>
            <p:cNvSpPr/>
            <p:nvPr/>
          </p:nvSpPr>
          <p:spPr>
            <a:xfrm>
              <a:off x="41409437" y="25933602"/>
              <a:ext cx="444155" cy="1635129"/>
            </a:xfrm>
            <a:custGeom>
              <a:avLst/>
              <a:gdLst>
                <a:gd name="csX0" fmla="*/ 0 w 420454"/>
                <a:gd name="csY0" fmla="*/ 1635130 h 1635129"/>
                <a:gd name="csX1" fmla="*/ 420454 w 420454"/>
                <a:gd name="csY1" fmla="*/ 1635130 h 1635129"/>
                <a:gd name="csX2" fmla="*/ 420454 w 420454"/>
                <a:gd name="csY2" fmla="*/ 0 h 1635129"/>
                <a:gd name="csX3" fmla="*/ 0 w 420454"/>
                <a:gd name="csY3" fmla="*/ 0 h 1635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635129">
                  <a:moveTo>
                    <a:pt x="0" y="1635130"/>
                  </a:moveTo>
                  <a:lnTo>
                    <a:pt x="420454" y="163513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9" name="任意多边形: 形状 668"/>
            <p:cNvSpPr/>
            <p:nvPr/>
          </p:nvSpPr>
          <p:spPr>
            <a:xfrm>
              <a:off x="41853592" y="26290532"/>
              <a:ext cx="444155" cy="1278199"/>
            </a:xfrm>
            <a:custGeom>
              <a:avLst/>
              <a:gdLst>
                <a:gd name="csX0" fmla="*/ 0 w 420454"/>
                <a:gd name="csY0" fmla="*/ 1278199 h 1278199"/>
                <a:gd name="csX1" fmla="*/ 420454 w 420454"/>
                <a:gd name="csY1" fmla="*/ 1278199 h 1278199"/>
                <a:gd name="csX2" fmla="*/ 420454 w 420454"/>
                <a:gd name="csY2" fmla="*/ 0 h 1278199"/>
                <a:gd name="csX3" fmla="*/ 0 w 420454"/>
                <a:gd name="csY3" fmla="*/ 0 h 1278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278199">
                  <a:moveTo>
                    <a:pt x="0" y="1278199"/>
                  </a:moveTo>
                  <a:lnTo>
                    <a:pt x="420454" y="127819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0" name="任意多边形: 形状 669"/>
            <p:cNvSpPr/>
            <p:nvPr/>
          </p:nvSpPr>
          <p:spPr>
            <a:xfrm>
              <a:off x="42297747" y="26772871"/>
              <a:ext cx="444155" cy="795860"/>
            </a:xfrm>
            <a:custGeom>
              <a:avLst/>
              <a:gdLst>
                <a:gd name="csX0" fmla="*/ 0 w 420454"/>
                <a:gd name="csY0" fmla="*/ 795860 h 795860"/>
                <a:gd name="csX1" fmla="*/ 420454 w 420454"/>
                <a:gd name="csY1" fmla="*/ 795860 h 795860"/>
                <a:gd name="csX2" fmla="*/ 420454 w 420454"/>
                <a:gd name="csY2" fmla="*/ 0 h 795860"/>
                <a:gd name="csX3" fmla="*/ 0 w 420454"/>
                <a:gd name="csY3" fmla="*/ 0 h 7958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795860">
                  <a:moveTo>
                    <a:pt x="0" y="795860"/>
                  </a:moveTo>
                  <a:lnTo>
                    <a:pt x="420454" y="79586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1" name="任意多边形: 形状 670"/>
            <p:cNvSpPr/>
            <p:nvPr/>
          </p:nvSpPr>
          <p:spPr>
            <a:xfrm>
              <a:off x="42741902" y="26927220"/>
              <a:ext cx="444155" cy="641511"/>
            </a:xfrm>
            <a:custGeom>
              <a:avLst/>
              <a:gdLst>
                <a:gd name="csX0" fmla="*/ 0 w 420454"/>
                <a:gd name="csY0" fmla="*/ 641511 h 641511"/>
                <a:gd name="csX1" fmla="*/ 420454 w 420454"/>
                <a:gd name="csY1" fmla="*/ 641511 h 641511"/>
                <a:gd name="csX2" fmla="*/ 420454 w 420454"/>
                <a:gd name="csY2" fmla="*/ 0 h 641511"/>
                <a:gd name="csX3" fmla="*/ 0 w 420454"/>
                <a:gd name="csY3" fmla="*/ 0 h 64151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641511">
                  <a:moveTo>
                    <a:pt x="0" y="641511"/>
                  </a:moveTo>
                  <a:lnTo>
                    <a:pt x="420454" y="641511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2" name="任意多边形: 形状 671"/>
            <p:cNvSpPr/>
            <p:nvPr/>
          </p:nvSpPr>
          <p:spPr>
            <a:xfrm>
              <a:off x="43186058" y="26975454"/>
              <a:ext cx="444152" cy="593277"/>
            </a:xfrm>
            <a:custGeom>
              <a:avLst/>
              <a:gdLst>
                <a:gd name="csX0" fmla="*/ 0 w 420451"/>
                <a:gd name="csY0" fmla="*/ 593277 h 593277"/>
                <a:gd name="csX1" fmla="*/ 420451 w 420451"/>
                <a:gd name="csY1" fmla="*/ 593277 h 593277"/>
                <a:gd name="csX2" fmla="*/ 420451 w 420451"/>
                <a:gd name="csY2" fmla="*/ 0 h 593277"/>
                <a:gd name="csX3" fmla="*/ 0 w 420451"/>
                <a:gd name="csY3" fmla="*/ 0 h 5932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1" h="593277">
                  <a:moveTo>
                    <a:pt x="0" y="593277"/>
                  </a:moveTo>
                  <a:lnTo>
                    <a:pt x="420451" y="593277"/>
                  </a:lnTo>
                  <a:lnTo>
                    <a:pt x="420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3" name="任意多边形: 形状 672"/>
            <p:cNvSpPr/>
            <p:nvPr/>
          </p:nvSpPr>
          <p:spPr>
            <a:xfrm>
              <a:off x="43630210" y="27115333"/>
              <a:ext cx="444155" cy="453398"/>
            </a:xfrm>
            <a:custGeom>
              <a:avLst/>
              <a:gdLst>
                <a:gd name="csX0" fmla="*/ 0 w 420454"/>
                <a:gd name="csY0" fmla="*/ 453399 h 453398"/>
                <a:gd name="csX1" fmla="*/ 420454 w 420454"/>
                <a:gd name="csY1" fmla="*/ 453399 h 453398"/>
                <a:gd name="csX2" fmla="*/ 420454 w 420454"/>
                <a:gd name="csY2" fmla="*/ 0 h 453398"/>
                <a:gd name="csX3" fmla="*/ 0 w 420454"/>
                <a:gd name="csY3" fmla="*/ 0 h 4533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453398">
                  <a:moveTo>
                    <a:pt x="0" y="453399"/>
                  </a:moveTo>
                  <a:lnTo>
                    <a:pt x="420454" y="45339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4" name="任意多边形: 形状 673"/>
            <p:cNvSpPr/>
            <p:nvPr/>
          </p:nvSpPr>
          <p:spPr>
            <a:xfrm>
              <a:off x="44074365" y="27279329"/>
              <a:ext cx="444155" cy="289402"/>
            </a:xfrm>
            <a:custGeom>
              <a:avLst/>
              <a:gdLst>
                <a:gd name="csX0" fmla="*/ 0 w 420454"/>
                <a:gd name="csY0" fmla="*/ 289403 h 289402"/>
                <a:gd name="csX1" fmla="*/ 420454 w 420454"/>
                <a:gd name="csY1" fmla="*/ 289403 h 289402"/>
                <a:gd name="csX2" fmla="*/ 420454 w 420454"/>
                <a:gd name="csY2" fmla="*/ 0 h 289402"/>
                <a:gd name="csX3" fmla="*/ 0 w 420454"/>
                <a:gd name="csY3" fmla="*/ 0 h 289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289402">
                  <a:moveTo>
                    <a:pt x="0" y="289403"/>
                  </a:moveTo>
                  <a:lnTo>
                    <a:pt x="420454" y="289403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5" name="任意多边形: 形状 674"/>
            <p:cNvSpPr/>
            <p:nvPr/>
          </p:nvSpPr>
          <p:spPr>
            <a:xfrm>
              <a:off x="44518520" y="27313092"/>
              <a:ext cx="444155" cy="255639"/>
            </a:xfrm>
            <a:custGeom>
              <a:avLst/>
              <a:gdLst>
                <a:gd name="csX0" fmla="*/ 0 w 420454"/>
                <a:gd name="csY0" fmla="*/ 255639 h 255639"/>
                <a:gd name="csX1" fmla="*/ 420454 w 420454"/>
                <a:gd name="csY1" fmla="*/ 255639 h 255639"/>
                <a:gd name="csX2" fmla="*/ 420454 w 420454"/>
                <a:gd name="csY2" fmla="*/ 0 h 255639"/>
                <a:gd name="csX3" fmla="*/ 0 w 420454"/>
                <a:gd name="csY3" fmla="*/ 0 h 2556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255639">
                  <a:moveTo>
                    <a:pt x="0" y="255639"/>
                  </a:moveTo>
                  <a:lnTo>
                    <a:pt x="420454" y="25563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6" name="任意多边形: 形状 675"/>
            <p:cNvSpPr/>
            <p:nvPr/>
          </p:nvSpPr>
          <p:spPr>
            <a:xfrm>
              <a:off x="44962675" y="27457793"/>
              <a:ext cx="444155" cy="110938"/>
            </a:xfrm>
            <a:custGeom>
              <a:avLst/>
              <a:gdLst>
                <a:gd name="csX0" fmla="*/ 0 w 420454"/>
                <a:gd name="csY0" fmla="*/ 110938 h 110938"/>
                <a:gd name="csX1" fmla="*/ 420454 w 420454"/>
                <a:gd name="csY1" fmla="*/ 110938 h 110938"/>
                <a:gd name="csX2" fmla="*/ 420454 w 420454"/>
                <a:gd name="csY2" fmla="*/ 0 h 110938"/>
                <a:gd name="csX3" fmla="*/ 0 w 420454"/>
                <a:gd name="csY3" fmla="*/ 0 h 1109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10938">
                  <a:moveTo>
                    <a:pt x="0" y="110938"/>
                  </a:moveTo>
                  <a:lnTo>
                    <a:pt x="420454" y="110938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7" name="任意多边形: 形状 676"/>
            <p:cNvSpPr/>
            <p:nvPr/>
          </p:nvSpPr>
          <p:spPr>
            <a:xfrm>
              <a:off x="45406831" y="27530144"/>
              <a:ext cx="444155" cy="38587"/>
            </a:xfrm>
            <a:custGeom>
              <a:avLst/>
              <a:gdLst>
                <a:gd name="csX0" fmla="*/ 0 w 420454"/>
                <a:gd name="csY0" fmla="*/ 38587 h 38587"/>
                <a:gd name="csX1" fmla="*/ 420454 w 420454"/>
                <a:gd name="csY1" fmla="*/ 38587 h 38587"/>
                <a:gd name="csX2" fmla="*/ 420454 w 420454"/>
                <a:gd name="csY2" fmla="*/ 0 h 38587"/>
                <a:gd name="csX3" fmla="*/ 0 w 420454"/>
                <a:gd name="csY3" fmla="*/ 0 h 385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38587">
                  <a:moveTo>
                    <a:pt x="0" y="38587"/>
                  </a:moveTo>
                  <a:lnTo>
                    <a:pt x="420454" y="38587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8" name="任意多边形: 形状 677"/>
            <p:cNvSpPr/>
            <p:nvPr/>
          </p:nvSpPr>
          <p:spPr>
            <a:xfrm>
              <a:off x="45850986" y="27544615"/>
              <a:ext cx="444152" cy="24117"/>
            </a:xfrm>
            <a:custGeom>
              <a:avLst/>
              <a:gdLst>
                <a:gd name="csX0" fmla="*/ 0 w 420451"/>
                <a:gd name="csY0" fmla="*/ 24117 h 24117"/>
                <a:gd name="csX1" fmla="*/ 420451 w 420451"/>
                <a:gd name="csY1" fmla="*/ 24117 h 24117"/>
                <a:gd name="csX2" fmla="*/ 420451 w 420451"/>
                <a:gd name="csY2" fmla="*/ 0 h 24117"/>
                <a:gd name="csX3" fmla="*/ 0 w 420451"/>
                <a:gd name="csY3" fmla="*/ 0 h 24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1" h="24117">
                  <a:moveTo>
                    <a:pt x="0" y="24117"/>
                  </a:moveTo>
                  <a:lnTo>
                    <a:pt x="420451" y="24117"/>
                  </a:lnTo>
                  <a:lnTo>
                    <a:pt x="4204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9" name="任意多边形: 形状 678"/>
            <p:cNvSpPr/>
            <p:nvPr/>
          </p:nvSpPr>
          <p:spPr>
            <a:xfrm>
              <a:off x="46295139" y="27554261"/>
              <a:ext cx="444155" cy="14470"/>
            </a:xfrm>
            <a:custGeom>
              <a:avLst/>
              <a:gdLst>
                <a:gd name="csX0" fmla="*/ 0 w 420454"/>
                <a:gd name="csY0" fmla="*/ 14470 h 14470"/>
                <a:gd name="csX1" fmla="*/ 420454 w 420454"/>
                <a:gd name="csY1" fmla="*/ 14470 h 14470"/>
                <a:gd name="csX2" fmla="*/ 420454 w 420454"/>
                <a:gd name="csY2" fmla="*/ 0 h 14470"/>
                <a:gd name="csX3" fmla="*/ 0 w 420454"/>
                <a:gd name="csY3" fmla="*/ 0 h 144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4470">
                  <a:moveTo>
                    <a:pt x="0" y="14470"/>
                  </a:moveTo>
                  <a:lnTo>
                    <a:pt x="420454" y="1447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80" name="任意多边形: 形状 679"/>
            <p:cNvSpPr/>
            <p:nvPr/>
          </p:nvSpPr>
          <p:spPr>
            <a:xfrm>
              <a:off x="46739294" y="27554261"/>
              <a:ext cx="444155" cy="14470"/>
            </a:xfrm>
            <a:custGeom>
              <a:avLst/>
              <a:gdLst>
                <a:gd name="csX0" fmla="*/ 0 w 420454"/>
                <a:gd name="csY0" fmla="*/ 14470 h 14470"/>
                <a:gd name="csX1" fmla="*/ 420454 w 420454"/>
                <a:gd name="csY1" fmla="*/ 14470 h 14470"/>
                <a:gd name="csX2" fmla="*/ 420454 w 420454"/>
                <a:gd name="csY2" fmla="*/ 0 h 14470"/>
                <a:gd name="csX3" fmla="*/ 0 w 420454"/>
                <a:gd name="csY3" fmla="*/ 0 h 144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4470">
                  <a:moveTo>
                    <a:pt x="0" y="14470"/>
                  </a:moveTo>
                  <a:lnTo>
                    <a:pt x="420454" y="1447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81" name="任意多边形: 形状 680"/>
            <p:cNvSpPr/>
            <p:nvPr/>
          </p:nvSpPr>
          <p:spPr>
            <a:xfrm>
              <a:off x="47183449" y="27559085"/>
              <a:ext cx="444155" cy="9646"/>
            </a:xfrm>
            <a:custGeom>
              <a:avLst/>
              <a:gdLst>
                <a:gd name="csX0" fmla="*/ 0 w 420454"/>
                <a:gd name="csY0" fmla="*/ 9647 h 9646"/>
                <a:gd name="csX1" fmla="*/ 420454 w 420454"/>
                <a:gd name="csY1" fmla="*/ 9647 h 9646"/>
                <a:gd name="csX2" fmla="*/ 420454 w 420454"/>
                <a:gd name="csY2" fmla="*/ 0 h 9646"/>
                <a:gd name="csX3" fmla="*/ 0 w 420454"/>
                <a:gd name="csY3" fmla="*/ 0 h 96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9646">
                  <a:moveTo>
                    <a:pt x="0" y="9647"/>
                  </a:moveTo>
                  <a:lnTo>
                    <a:pt x="420454" y="9647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82" name="任意多边形: 形状 681"/>
            <p:cNvSpPr/>
            <p:nvPr/>
          </p:nvSpPr>
          <p:spPr>
            <a:xfrm>
              <a:off x="47627605" y="27549438"/>
              <a:ext cx="444155" cy="19293"/>
            </a:xfrm>
            <a:custGeom>
              <a:avLst/>
              <a:gdLst>
                <a:gd name="csX0" fmla="*/ 0 w 420454"/>
                <a:gd name="csY0" fmla="*/ 19294 h 19293"/>
                <a:gd name="csX1" fmla="*/ 420454 w 420454"/>
                <a:gd name="csY1" fmla="*/ 19294 h 19293"/>
                <a:gd name="csX2" fmla="*/ 420454 w 420454"/>
                <a:gd name="csY2" fmla="*/ 0 h 19293"/>
                <a:gd name="csX3" fmla="*/ 0 w 420454"/>
                <a:gd name="csY3" fmla="*/ 0 h 192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9293">
                  <a:moveTo>
                    <a:pt x="0" y="19294"/>
                  </a:moveTo>
                  <a:lnTo>
                    <a:pt x="420454" y="1929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</p:grpSp>
      <p:grpSp>
        <p:nvGrpSpPr>
          <p:cNvPr id="252" name="组合 251"/>
          <p:cNvGrpSpPr/>
          <p:nvPr/>
        </p:nvGrpSpPr>
        <p:grpSpPr>
          <a:xfrm>
            <a:off x="29511625" y="32350075"/>
            <a:ext cx="19799300" cy="359410"/>
            <a:chOff x="46475" y="50441"/>
            <a:chExt cx="31180" cy="566"/>
          </a:xfrm>
        </p:grpSpPr>
        <p:sp>
          <p:nvSpPr>
            <p:cNvPr id="641" name="任意多边形: 形状 640"/>
            <p:cNvSpPr/>
            <p:nvPr/>
          </p:nvSpPr>
          <p:spPr>
            <a:xfrm>
              <a:off x="46475" y="50441"/>
              <a:ext cx="31181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sp>
          <p:nvSpPr>
            <p:cNvPr id="768" name="任意多边形: 形状 767"/>
            <p:cNvSpPr/>
            <p:nvPr/>
          </p:nvSpPr>
          <p:spPr>
            <a:xfrm>
              <a:off x="51619" y="50441"/>
              <a:ext cx="0" cy="567"/>
            </a:xfrm>
            <a:custGeom>
              <a:avLst/>
              <a:gdLst>
                <a:gd name="csX0" fmla="*/ 629 w 42460"/>
                <a:gd name="csY0" fmla="*/ 315 h 148506"/>
                <a:gd name="csX1" fmla="*/ 629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629" y="315"/>
                  </a:moveTo>
                  <a:lnTo>
                    <a:pt x="629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6" name="任意多边形: 形状 755"/>
            <p:cNvSpPr/>
            <p:nvPr/>
          </p:nvSpPr>
          <p:spPr>
            <a:xfrm>
              <a:off x="59160" y="50441"/>
              <a:ext cx="0" cy="567"/>
            </a:xfrm>
            <a:custGeom>
              <a:avLst/>
              <a:gdLst>
                <a:gd name="csX0" fmla="*/ 735 w 42460"/>
                <a:gd name="csY0" fmla="*/ 315 h 148506"/>
                <a:gd name="csX1" fmla="*/ 735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735" y="315"/>
                  </a:moveTo>
                  <a:lnTo>
                    <a:pt x="735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43" name="任意多边形: 形状 742"/>
            <p:cNvSpPr/>
            <p:nvPr/>
          </p:nvSpPr>
          <p:spPr>
            <a:xfrm>
              <a:off x="66701" y="50441"/>
              <a:ext cx="0" cy="567"/>
            </a:xfrm>
            <a:custGeom>
              <a:avLst/>
              <a:gdLst>
                <a:gd name="csX0" fmla="*/ 842 w 42460"/>
                <a:gd name="csY0" fmla="*/ 315 h 148506"/>
                <a:gd name="csX1" fmla="*/ 842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842" y="315"/>
                  </a:moveTo>
                  <a:lnTo>
                    <a:pt x="842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9" name="任意多边形: 形状 728"/>
            <p:cNvSpPr/>
            <p:nvPr/>
          </p:nvSpPr>
          <p:spPr>
            <a:xfrm>
              <a:off x="74242" y="50441"/>
              <a:ext cx="0" cy="567"/>
            </a:xfrm>
            <a:custGeom>
              <a:avLst/>
              <a:gdLst>
                <a:gd name="csX0" fmla="*/ 949 w 42460"/>
                <a:gd name="csY0" fmla="*/ 315 h 148506"/>
                <a:gd name="csX1" fmla="*/ 949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949" y="315"/>
                  </a:moveTo>
                  <a:lnTo>
                    <a:pt x="949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51" name="组合 250"/>
          <p:cNvGrpSpPr/>
          <p:nvPr/>
        </p:nvGrpSpPr>
        <p:grpSpPr>
          <a:xfrm>
            <a:off x="29151580" y="20830540"/>
            <a:ext cx="360045" cy="11520170"/>
            <a:chOff x="45908" y="32300"/>
            <a:chExt cx="567" cy="18142"/>
          </a:xfrm>
        </p:grpSpPr>
        <p:sp>
          <p:nvSpPr>
            <p:cNvPr id="640" name="任意多边形: 形状 639"/>
            <p:cNvSpPr/>
            <p:nvPr/>
          </p:nvSpPr>
          <p:spPr>
            <a:xfrm>
              <a:off x="46475" y="32300"/>
              <a:ext cx="0" cy="18142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sp>
          <p:nvSpPr>
            <p:cNvPr id="782" name="任意多边形: 形状 781"/>
            <p:cNvSpPr/>
            <p:nvPr/>
          </p:nvSpPr>
          <p:spPr>
            <a:xfrm>
              <a:off x="45908" y="50441"/>
              <a:ext cx="567" cy="0"/>
            </a:xfrm>
            <a:custGeom>
              <a:avLst/>
              <a:gdLst>
                <a:gd name="csX0" fmla="*/ 149167 w 148611"/>
                <a:gd name="csY0" fmla="*/ 315 h 42430"/>
                <a:gd name="csX1" fmla="*/ 556 w 148611"/>
                <a:gd name="csY1" fmla="*/ 315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315"/>
                  </a:moveTo>
                  <a:lnTo>
                    <a:pt x="556" y="31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3" name="任意多边形: 形状 782"/>
            <p:cNvSpPr/>
            <p:nvPr/>
          </p:nvSpPr>
          <p:spPr>
            <a:xfrm>
              <a:off x="45908" y="46796"/>
              <a:ext cx="567" cy="0"/>
            </a:xfrm>
            <a:custGeom>
              <a:avLst/>
              <a:gdLst>
                <a:gd name="csX0" fmla="*/ 149167 w 148611"/>
                <a:gd name="csY0" fmla="*/ 258 h 42430"/>
                <a:gd name="csX1" fmla="*/ 556 w 148611"/>
                <a:gd name="csY1" fmla="*/ 258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258"/>
                  </a:moveTo>
                  <a:lnTo>
                    <a:pt x="556" y="258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4" name="任意多边形: 形状 783"/>
            <p:cNvSpPr/>
            <p:nvPr/>
          </p:nvSpPr>
          <p:spPr>
            <a:xfrm>
              <a:off x="45908" y="43152"/>
              <a:ext cx="567" cy="0"/>
            </a:xfrm>
            <a:custGeom>
              <a:avLst/>
              <a:gdLst>
                <a:gd name="csX0" fmla="*/ 149167 w 148611"/>
                <a:gd name="csY0" fmla="*/ 201 h 42430"/>
                <a:gd name="csX1" fmla="*/ 556 w 148611"/>
                <a:gd name="csY1" fmla="*/ 201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201"/>
                  </a:moveTo>
                  <a:lnTo>
                    <a:pt x="556" y="20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5" name="任意多边形: 形状 784"/>
            <p:cNvSpPr/>
            <p:nvPr/>
          </p:nvSpPr>
          <p:spPr>
            <a:xfrm>
              <a:off x="45908" y="39508"/>
              <a:ext cx="567" cy="0"/>
            </a:xfrm>
            <a:custGeom>
              <a:avLst/>
              <a:gdLst>
                <a:gd name="csX0" fmla="*/ 149167 w 148611"/>
                <a:gd name="csY0" fmla="*/ 144 h 42430"/>
                <a:gd name="csX1" fmla="*/ 556 w 148611"/>
                <a:gd name="csY1" fmla="*/ 144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144"/>
                  </a:moveTo>
                  <a:lnTo>
                    <a:pt x="556" y="14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6" name="任意多边形: 形状 785"/>
            <p:cNvSpPr/>
            <p:nvPr/>
          </p:nvSpPr>
          <p:spPr>
            <a:xfrm>
              <a:off x="45908" y="35864"/>
              <a:ext cx="567" cy="0"/>
            </a:xfrm>
            <a:custGeom>
              <a:avLst/>
              <a:gdLst>
                <a:gd name="csX0" fmla="*/ 149167 w 148611"/>
                <a:gd name="csY0" fmla="*/ 87 h 42430"/>
                <a:gd name="csX1" fmla="*/ 556 w 148611"/>
                <a:gd name="csY1" fmla="*/ 87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87"/>
                  </a:moveTo>
                  <a:lnTo>
                    <a:pt x="556" y="8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</p:grpSp>
      <p:sp>
        <p:nvSpPr>
          <p:cNvPr id="818" name="矩形 817"/>
          <p:cNvSpPr/>
          <p:nvPr/>
        </p:nvSpPr>
        <p:spPr>
          <a:xfrm rot="16200000">
            <a:off x="24012160" y="26146395"/>
            <a:ext cx="432000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7" name="组合 256"/>
          <p:cNvGrpSpPr/>
          <p:nvPr/>
        </p:nvGrpSpPr>
        <p:grpSpPr>
          <a:xfrm>
            <a:off x="26332180" y="22417405"/>
            <a:ext cx="2728595" cy="10581005"/>
            <a:chOff x="41468" y="34799"/>
            <a:chExt cx="4297" cy="16663"/>
          </a:xfrm>
        </p:grpSpPr>
        <p:sp>
          <p:nvSpPr>
            <p:cNvPr id="819" name="文本框 818"/>
            <p:cNvSpPr txBox="1"/>
            <p:nvPr/>
          </p:nvSpPr>
          <p:spPr>
            <a:xfrm>
              <a:off x="41469" y="49348"/>
              <a:ext cx="4296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0" name="文本框 819"/>
            <p:cNvSpPr txBox="1"/>
            <p:nvPr/>
          </p:nvSpPr>
          <p:spPr>
            <a:xfrm>
              <a:off x="41469" y="45711"/>
              <a:ext cx="4296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500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1" name="文本框 820"/>
            <p:cNvSpPr txBox="1"/>
            <p:nvPr/>
          </p:nvSpPr>
          <p:spPr>
            <a:xfrm>
              <a:off x="41468" y="42074"/>
              <a:ext cx="4297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2" name="文本框 821"/>
            <p:cNvSpPr txBox="1"/>
            <p:nvPr/>
          </p:nvSpPr>
          <p:spPr>
            <a:xfrm>
              <a:off x="41469" y="38437"/>
              <a:ext cx="4296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1500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3" name="文本框 822"/>
            <p:cNvSpPr txBox="1"/>
            <p:nvPr/>
          </p:nvSpPr>
          <p:spPr>
            <a:xfrm>
              <a:off x="41469" y="34799"/>
              <a:ext cx="4296" cy="21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33" name="组合 832"/>
          <p:cNvGrpSpPr/>
          <p:nvPr/>
        </p:nvGrpSpPr>
        <p:grpSpPr>
          <a:xfrm rot="0">
            <a:off x="31302960" y="32746950"/>
            <a:ext cx="17373600" cy="1374140"/>
            <a:chOff x="31303310" y="27702874"/>
            <a:chExt cx="17373606" cy="1319759"/>
          </a:xfrm>
        </p:grpSpPr>
        <p:sp>
          <p:nvSpPr>
            <p:cNvPr id="827" name="文本框 826"/>
            <p:cNvSpPr txBox="1"/>
            <p:nvPr/>
          </p:nvSpPr>
          <p:spPr>
            <a:xfrm>
              <a:off x="31303310" y="27702874"/>
              <a:ext cx="2728119" cy="131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8" name="文本框 827"/>
            <p:cNvSpPr txBox="1"/>
            <p:nvPr/>
          </p:nvSpPr>
          <p:spPr>
            <a:xfrm>
              <a:off x="36079336" y="27702874"/>
              <a:ext cx="2728119" cy="131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6000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0" name="文本框 829"/>
            <p:cNvSpPr txBox="1"/>
            <p:nvPr/>
          </p:nvSpPr>
          <p:spPr>
            <a:xfrm>
              <a:off x="39140862" y="27702874"/>
              <a:ext cx="4759834" cy="131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10000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1" name="文本框 830"/>
            <p:cNvSpPr txBox="1"/>
            <p:nvPr/>
          </p:nvSpPr>
          <p:spPr>
            <a:xfrm>
              <a:off x="43091104" y="27702874"/>
              <a:ext cx="5585812" cy="13197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14000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42" name="任意多边形: 形状 641"/>
          <p:cNvSpPr/>
          <p:nvPr/>
        </p:nvSpPr>
        <p:spPr>
          <a:xfrm>
            <a:off x="35891470" y="20830540"/>
            <a:ext cx="0" cy="11520170"/>
          </a:xfrm>
          <a:custGeom>
            <a:avLst/>
            <a:gdLst>
              <a:gd name="csX0" fmla="*/ 0 w 42460"/>
              <a:gd name="csY0" fmla="*/ 11106584 h 11106584"/>
              <a:gd name="csX1" fmla="*/ 0 w 42460"/>
              <a:gd name="csY1" fmla="*/ 0 h 11106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460" h="11106584">
                <a:moveTo>
                  <a:pt x="0" y="11106584"/>
                </a:moveTo>
                <a:lnTo>
                  <a:pt x="0" y="0"/>
                </a:lnTo>
              </a:path>
            </a:pathLst>
          </a:custGeom>
          <a:noFill/>
          <a:ln w="101600" cap="flat">
            <a:solidFill>
              <a:srgbClr val="F44336"/>
            </a:solidFill>
            <a:prstDash val="sysDash"/>
            <a:round/>
          </a:ln>
        </p:spPr>
      </p:sp>
      <p:sp>
        <p:nvSpPr>
          <p:cNvPr id="835" name="矩形 834"/>
          <p:cNvSpPr/>
          <p:nvPr/>
        </p:nvSpPr>
        <p:spPr>
          <a:xfrm>
            <a:off x="36068254" y="34238565"/>
            <a:ext cx="7800468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Pocket volume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0" name="矩形 839"/>
          <p:cNvSpPr/>
          <p:nvPr/>
        </p:nvSpPr>
        <p:spPr>
          <a:xfrm>
            <a:off x="1703684" y="19285581"/>
            <a:ext cx="20329148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c.</a:t>
            </a: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Pocket residue 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1" name="矩形 840"/>
          <p:cNvSpPr/>
          <p:nvPr/>
        </p:nvSpPr>
        <p:spPr>
          <a:xfrm>
            <a:off x="25579070" y="19285581"/>
            <a:ext cx="16659306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d.</a:t>
            </a: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Pocket volume distribution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5" name="组合 254"/>
          <p:cNvGrpSpPr/>
          <p:nvPr/>
        </p:nvGrpSpPr>
        <p:grpSpPr>
          <a:xfrm>
            <a:off x="2413000" y="5059045"/>
            <a:ext cx="2727960" cy="11236960"/>
            <a:chOff x="3800" y="7967"/>
            <a:chExt cx="4296" cy="17696"/>
          </a:xfrm>
        </p:grpSpPr>
        <p:sp>
          <p:nvSpPr>
            <p:cNvPr id="130" name="文本框 129"/>
            <p:cNvSpPr txBox="1"/>
            <p:nvPr/>
          </p:nvSpPr>
          <p:spPr>
            <a:xfrm>
              <a:off x="3800" y="7967"/>
              <a:ext cx="4296" cy="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4000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文本框 130"/>
            <p:cNvSpPr txBox="1"/>
            <p:nvPr/>
          </p:nvSpPr>
          <p:spPr>
            <a:xfrm>
              <a:off x="3800" y="11863"/>
              <a:ext cx="4296" cy="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3000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3800" y="15759"/>
              <a:ext cx="4296" cy="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3800" y="19655"/>
              <a:ext cx="4296" cy="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3800" y="23551"/>
              <a:ext cx="4296" cy="2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8" name="矩形 137"/>
          <p:cNvSpPr/>
          <p:nvPr/>
        </p:nvSpPr>
        <p:spPr>
          <a:xfrm rot="16200000">
            <a:off x="161560" y="9333865"/>
            <a:ext cx="4320000" cy="1280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9509443" y="17653926"/>
            <a:ext cx="1265040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Number of ligand atoms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9" name="矩形 788"/>
          <p:cNvSpPr/>
          <p:nvPr/>
        </p:nvSpPr>
        <p:spPr>
          <a:xfrm rot="16200000">
            <a:off x="108538" y="26146395"/>
            <a:ext cx="432000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56" name="组合 255"/>
          <p:cNvGrpSpPr/>
          <p:nvPr/>
        </p:nvGrpSpPr>
        <p:grpSpPr>
          <a:xfrm>
            <a:off x="2412365" y="22417405"/>
            <a:ext cx="2728595" cy="10581005"/>
            <a:chOff x="3799" y="34799"/>
            <a:chExt cx="4297" cy="16663"/>
          </a:xfrm>
        </p:grpSpPr>
        <p:sp>
          <p:nvSpPr>
            <p:cNvPr id="790" name="文本框 789"/>
            <p:cNvSpPr txBox="1"/>
            <p:nvPr/>
          </p:nvSpPr>
          <p:spPr>
            <a:xfrm>
              <a:off x="3800" y="49348"/>
              <a:ext cx="4296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2" name="文本框 791"/>
            <p:cNvSpPr txBox="1"/>
            <p:nvPr/>
          </p:nvSpPr>
          <p:spPr>
            <a:xfrm>
              <a:off x="3800" y="45711"/>
              <a:ext cx="4296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500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3" name="文本框 792"/>
            <p:cNvSpPr txBox="1"/>
            <p:nvPr/>
          </p:nvSpPr>
          <p:spPr>
            <a:xfrm>
              <a:off x="3799" y="42074"/>
              <a:ext cx="4297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4" name="文本框 793"/>
            <p:cNvSpPr txBox="1"/>
            <p:nvPr/>
          </p:nvSpPr>
          <p:spPr>
            <a:xfrm>
              <a:off x="3800" y="38437"/>
              <a:ext cx="4296" cy="211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1500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5" name="文本框 794"/>
            <p:cNvSpPr txBox="1"/>
            <p:nvPr/>
          </p:nvSpPr>
          <p:spPr>
            <a:xfrm>
              <a:off x="3800" y="34799"/>
              <a:ext cx="4296" cy="211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2000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20" name="任意多边形: 形状 619"/>
          <p:cNvSpPr/>
          <p:nvPr/>
        </p:nvSpPr>
        <p:spPr>
          <a:xfrm>
            <a:off x="5621020" y="30034230"/>
            <a:ext cx="19799935" cy="0"/>
          </a:xfrm>
          <a:custGeom>
            <a:avLst/>
            <a:gdLst>
              <a:gd name="csX0" fmla="*/ 0 w 18499958"/>
              <a:gd name="csY0" fmla="*/ 0 h 42430"/>
              <a:gd name="csX1" fmla="*/ 18499958 w 18499958"/>
              <a:gd name="csY1" fmla="*/ 0 h 42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99958" h="42430">
                <a:moveTo>
                  <a:pt x="0" y="0"/>
                </a:moveTo>
                <a:lnTo>
                  <a:pt x="1849995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613" name="任意多边形: 形状 612"/>
          <p:cNvSpPr/>
          <p:nvPr/>
        </p:nvSpPr>
        <p:spPr>
          <a:xfrm>
            <a:off x="5621020" y="27720925"/>
            <a:ext cx="19799935" cy="0"/>
          </a:xfrm>
          <a:custGeom>
            <a:avLst/>
            <a:gdLst>
              <a:gd name="csX0" fmla="*/ 0 w 18499958"/>
              <a:gd name="csY0" fmla="*/ 0 h 42430"/>
              <a:gd name="csX1" fmla="*/ 18499958 w 18499958"/>
              <a:gd name="csY1" fmla="*/ 0 h 42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99958" h="42430">
                <a:moveTo>
                  <a:pt x="0" y="0"/>
                </a:moveTo>
                <a:lnTo>
                  <a:pt x="1849995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606" name="任意多边形: 形状 605"/>
          <p:cNvSpPr/>
          <p:nvPr/>
        </p:nvSpPr>
        <p:spPr>
          <a:xfrm>
            <a:off x="5621020" y="25407620"/>
            <a:ext cx="19799935" cy="0"/>
          </a:xfrm>
          <a:custGeom>
            <a:avLst/>
            <a:gdLst>
              <a:gd name="csX0" fmla="*/ 0 w 18499958"/>
              <a:gd name="csY0" fmla="*/ 0 h 42430"/>
              <a:gd name="csX1" fmla="*/ 18499958 w 18499958"/>
              <a:gd name="csY1" fmla="*/ 0 h 42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99958" h="42430">
                <a:moveTo>
                  <a:pt x="0" y="0"/>
                </a:moveTo>
                <a:lnTo>
                  <a:pt x="1849995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599" name="任意多边形: 形状 598"/>
          <p:cNvSpPr/>
          <p:nvPr/>
        </p:nvSpPr>
        <p:spPr>
          <a:xfrm>
            <a:off x="5621020" y="23094315"/>
            <a:ext cx="19799935" cy="0"/>
          </a:xfrm>
          <a:custGeom>
            <a:avLst/>
            <a:gdLst>
              <a:gd name="csX0" fmla="*/ 0 w 18499958"/>
              <a:gd name="csY0" fmla="*/ 0 h 42430"/>
              <a:gd name="csX1" fmla="*/ 18499958 w 18499958"/>
              <a:gd name="csY1" fmla="*/ 0 h 424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499958" h="42430">
                <a:moveTo>
                  <a:pt x="0" y="0"/>
                </a:moveTo>
                <a:lnTo>
                  <a:pt x="18499958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  <p:txBody>
          <a:bodyPr/>
          <a:p>
            <a:endParaRPr lang="zh-CN" altLang="en-US"/>
          </a:p>
        </p:txBody>
      </p:sp>
      <p:sp>
        <p:nvSpPr>
          <p:cNvPr id="544" name="任意多边形: 形状 543"/>
          <p:cNvSpPr/>
          <p:nvPr/>
        </p:nvSpPr>
        <p:spPr>
          <a:xfrm>
            <a:off x="13555345" y="20819110"/>
            <a:ext cx="46990" cy="11529060"/>
          </a:xfrm>
          <a:custGeom>
            <a:avLst/>
            <a:gdLst>
              <a:gd name="csX0" fmla="*/ 0 w 42460"/>
              <a:gd name="csY0" fmla="*/ 11106584 h 11106584"/>
              <a:gd name="csX1" fmla="*/ 0 w 42460"/>
              <a:gd name="csY1" fmla="*/ 0 h 11106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460" h="11106584">
                <a:moveTo>
                  <a:pt x="0" y="11106584"/>
                </a:moveTo>
                <a:lnTo>
                  <a:pt x="0" y="0"/>
                </a:lnTo>
              </a:path>
            </a:pathLst>
          </a:custGeom>
          <a:noFill/>
          <a:ln w="84915" cap="flat">
            <a:solidFill>
              <a:srgbClr val="F44336"/>
            </a:solidFill>
            <a:custDash>
              <a:ds d="555000" sp="240000"/>
            </a:custDash>
            <a:round/>
          </a:ln>
        </p:spPr>
      </p:sp>
      <p:grpSp>
        <p:nvGrpSpPr>
          <p:cNvPr id="630" name="组合 629"/>
          <p:cNvGrpSpPr/>
          <p:nvPr/>
        </p:nvGrpSpPr>
        <p:grpSpPr>
          <a:xfrm rot="0">
            <a:off x="6550025" y="21355050"/>
            <a:ext cx="18581370" cy="10979785"/>
            <a:chOff x="7122053" y="16934367"/>
            <a:chExt cx="18581506" cy="10577700"/>
          </a:xfrm>
        </p:grpSpPr>
        <p:sp>
          <p:nvSpPr>
            <p:cNvPr id="545" name="任意多边形: 形状 544"/>
            <p:cNvSpPr/>
            <p:nvPr/>
          </p:nvSpPr>
          <p:spPr>
            <a:xfrm>
              <a:off x="7122053" y="26188183"/>
              <a:ext cx="464537" cy="1323883"/>
            </a:xfrm>
            <a:custGeom>
              <a:avLst/>
              <a:gdLst>
                <a:gd name="csX0" fmla="*/ 0 w 420453"/>
                <a:gd name="csY0" fmla="*/ 1323884 h 1323883"/>
                <a:gd name="csX1" fmla="*/ 420454 w 420453"/>
                <a:gd name="csY1" fmla="*/ 1323884 h 1323883"/>
                <a:gd name="csX2" fmla="*/ 420454 w 420453"/>
                <a:gd name="csY2" fmla="*/ 0 h 1323883"/>
                <a:gd name="csX3" fmla="*/ 0 w 420453"/>
                <a:gd name="csY3" fmla="*/ 0 h 1323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1323883">
                  <a:moveTo>
                    <a:pt x="0" y="1323884"/>
                  </a:moveTo>
                  <a:lnTo>
                    <a:pt x="420454" y="132388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46" name="任意多边形: 形状 545"/>
            <p:cNvSpPr/>
            <p:nvPr/>
          </p:nvSpPr>
          <p:spPr>
            <a:xfrm>
              <a:off x="7586591" y="23638480"/>
              <a:ext cx="464537" cy="3873586"/>
            </a:xfrm>
            <a:custGeom>
              <a:avLst/>
              <a:gdLst>
                <a:gd name="csX0" fmla="*/ 0 w 420453"/>
                <a:gd name="csY0" fmla="*/ 3873587 h 3873586"/>
                <a:gd name="csX1" fmla="*/ 420453 w 420453"/>
                <a:gd name="csY1" fmla="*/ 3873587 h 3873586"/>
                <a:gd name="csX2" fmla="*/ 420453 w 420453"/>
                <a:gd name="csY2" fmla="*/ 0 h 3873586"/>
                <a:gd name="csX3" fmla="*/ 0 w 420453"/>
                <a:gd name="csY3" fmla="*/ 0 h 38735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3873586">
                  <a:moveTo>
                    <a:pt x="0" y="3873587"/>
                  </a:moveTo>
                  <a:lnTo>
                    <a:pt x="420453" y="3873587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47" name="任意多边形: 形状 546"/>
            <p:cNvSpPr/>
            <p:nvPr/>
          </p:nvSpPr>
          <p:spPr>
            <a:xfrm>
              <a:off x="8051128" y="23669683"/>
              <a:ext cx="464537" cy="3842383"/>
            </a:xfrm>
            <a:custGeom>
              <a:avLst/>
              <a:gdLst>
                <a:gd name="csX0" fmla="*/ 0 w 420453"/>
                <a:gd name="csY0" fmla="*/ 3842384 h 3842383"/>
                <a:gd name="csX1" fmla="*/ 420454 w 420453"/>
                <a:gd name="csY1" fmla="*/ 3842384 h 3842383"/>
                <a:gd name="csX2" fmla="*/ 420454 w 420453"/>
                <a:gd name="csY2" fmla="*/ 0 h 3842383"/>
                <a:gd name="csX3" fmla="*/ 0 w 420453"/>
                <a:gd name="csY3" fmla="*/ 0 h 38423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3842383">
                  <a:moveTo>
                    <a:pt x="0" y="3842384"/>
                  </a:moveTo>
                  <a:lnTo>
                    <a:pt x="420454" y="384238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48" name="任意多边形: 形状 547"/>
            <p:cNvSpPr/>
            <p:nvPr/>
          </p:nvSpPr>
          <p:spPr>
            <a:xfrm>
              <a:off x="8515666" y="22185328"/>
              <a:ext cx="464537" cy="5326738"/>
            </a:xfrm>
            <a:custGeom>
              <a:avLst/>
              <a:gdLst>
                <a:gd name="csX0" fmla="*/ 0 w 420453"/>
                <a:gd name="csY0" fmla="*/ 5326739 h 5326738"/>
                <a:gd name="csX1" fmla="*/ 420454 w 420453"/>
                <a:gd name="csY1" fmla="*/ 5326739 h 5326738"/>
                <a:gd name="csX2" fmla="*/ 420454 w 420453"/>
                <a:gd name="csY2" fmla="*/ 0 h 5326738"/>
                <a:gd name="csX3" fmla="*/ 0 w 420453"/>
                <a:gd name="csY3" fmla="*/ 0 h 5326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5326738">
                  <a:moveTo>
                    <a:pt x="0" y="5326739"/>
                  </a:moveTo>
                  <a:lnTo>
                    <a:pt x="420454" y="5326739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49" name="任意多边形: 形状 548"/>
            <p:cNvSpPr/>
            <p:nvPr/>
          </p:nvSpPr>
          <p:spPr>
            <a:xfrm>
              <a:off x="8980204" y="23816781"/>
              <a:ext cx="464537" cy="3695285"/>
            </a:xfrm>
            <a:custGeom>
              <a:avLst/>
              <a:gdLst>
                <a:gd name="csX0" fmla="*/ 0 w 420453"/>
                <a:gd name="csY0" fmla="*/ 3695286 h 3695285"/>
                <a:gd name="csX1" fmla="*/ 420453 w 420453"/>
                <a:gd name="csY1" fmla="*/ 3695286 h 3695285"/>
                <a:gd name="csX2" fmla="*/ 420453 w 420453"/>
                <a:gd name="csY2" fmla="*/ 0 h 3695285"/>
                <a:gd name="csX3" fmla="*/ 0 w 420453"/>
                <a:gd name="csY3" fmla="*/ 0 h 36952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3695285">
                  <a:moveTo>
                    <a:pt x="0" y="3695286"/>
                  </a:moveTo>
                  <a:lnTo>
                    <a:pt x="420453" y="3695286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0" name="任意多边形: 形状 549"/>
            <p:cNvSpPr/>
            <p:nvPr/>
          </p:nvSpPr>
          <p:spPr>
            <a:xfrm>
              <a:off x="9444741" y="23580532"/>
              <a:ext cx="464537" cy="3931534"/>
            </a:xfrm>
            <a:custGeom>
              <a:avLst/>
              <a:gdLst>
                <a:gd name="csX0" fmla="*/ 0 w 420453"/>
                <a:gd name="csY0" fmla="*/ 3931534 h 3931534"/>
                <a:gd name="csX1" fmla="*/ 420454 w 420453"/>
                <a:gd name="csY1" fmla="*/ 3931534 h 3931534"/>
                <a:gd name="csX2" fmla="*/ 420454 w 420453"/>
                <a:gd name="csY2" fmla="*/ 0 h 3931534"/>
                <a:gd name="csX3" fmla="*/ 0 w 420453"/>
                <a:gd name="csY3" fmla="*/ 0 h 39315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3931534">
                  <a:moveTo>
                    <a:pt x="0" y="3931534"/>
                  </a:moveTo>
                  <a:lnTo>
                    <a:pt x="420454" y="393153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1" name="任意多边形: 形状 550"/>
            <p:cNvSpPr/>
            <p:nvPr/>
          </p:nvSpPr>
          <p:spPr>
            <a:xfrm>
              <a:off x="9909280" y="24088690"/>
              <a:ext cx="464537" cy="3423376"/>
            </a:xfrm>
            <a:custGeom>
              <a:avLst/>
              <a:gdLst>
                <a:gd name="csX0" fmla="*/ 0 w 420453"/>
                <a:gd name="csY0" fmla="*/ 3423377 h 3423376"/>
                <a:gd name="csX1" fmla="*/ 420453 w 420453"/>
                <a:gd name="csY1" fmla="*/ 3423377 h 3423376"/>
                <a:gd name="csX2" fmla="*/ 420453 w 420453"/>
                <a:gd name="csY2" fmla="*/ 0 h 3423376"/>
                <a:gd name="csX3" fmla="*/ 0 w 420453"/>
                <a:gd name="csY3" fmla="*/ 0 h 34233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3423376">
                  <a:moveTo>
                    <a:pt x="0" y="3423377"/>
                  </a:moveTo>
                  <a:lnTo>
                    <a:pt x="420453" y="3423377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2" name="任意多边形: 形状 551"/>
            <p:cNvSpPr/>
            <p:nvPr/>
          </p:nvSpPr>
          <p:spPr>
            <a:xfrm>
              <a:off x="10373815" y="24102062"/>
              <a:ext cx="464538" cy="3410004"/>
            </a:xfrm>
            <a:custGeom>
              <a:avLst/>
              <a:gdLst>
                <a:gd name="csX0" fmla="*/ 0 w 420454"/>
                <a:gd name="csY0" fmla="*/ 3410005 h 3410004"/>
                <a:gd name="csX1" fmla="*/ 420454 w 420454"/>
                <a:gd name="csY1" fmla="*/ 3410005 h 3410004"/>
                <a:gd name="csX2" fmla="*/ 420454 w 420454"/>
                <a:gd name="csY2" fmla="*/ 0 h 3410004"/>
                <a:gd name="csX3" fmla="*/ 0 w 420454"/>
                <a:gd name="csY3" fmla="*/ 0 h 34100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3410004">
                  <a:moveTo>
                    <a:pt x="0" y="3410005"/>
                  </a:moveTo>
                  <a:lnTo>
                    <a:pt x="420454" y="3410005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3" name="任意多边形: 形状 552"/>
            <p:cNvSpPr/>
            <p:nvPr/>
          </p:nvSpPr>
          <p:spPr>
            <a:xfrm>
              <a:off x="10838354" y="23798951"/>
              <a:ext cx="464537" cy="3713115"/>
            </a:xfrm>
            <a:custGeom>
              <a:avLst/>
              <a:gdLst>
                <a:gd name="csX0" fmla="*/ 0 w 420453"/>
                <a:gd name="csY0" fmla="*/ 3713116 h 3713115"/>
                <a:gd name="csX1" fmla="*/ 420453 w 420453"/>
                <a:gd name="csY1" fmla="*/ 3713116 h 3713115"/>
                <a:gd name="csX2" fmla="*/ 420453 w 420453"/>
                <a:gd name="csY2" fmla="*/ 0 h 3713115"/>
                <a:gd name="csX3" fmla="*/ 0 w 420453"/>
                <a:gd name="csY3" fmla="*/ 0 h 3713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3713115">
                  <a:moveTo>
                    <a:pt x="0" y="3713116"/>
                  </a:moveTo>
                  <a:lnTo>
                    <a:pt x="420453" y="3713116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4" name="任意多边形: 形状 553"/>
            <p:cNvSpPr/>
            <p:nvPr/>
          </p:nvSpPr>
          <p:spPr>
            <a:xfrm>
              <a:off x="11302893" y="22626623"/>
              <a:ext cx="464537" cy="4885444"/>
            </a:xfrm>
            <a:custGeom>
              <a:avLst/>
              <a:gdLst>
                <a:gd name="csX0" fmla="*/ 0 w 420453"/>
                <a:gd name="csY0" fmla="*/ 4885444 h 4885444"/>
                <a:gd name="csX1" fmla="*/ 420453 w 420453"/>
                <a:gd name="csY1" fmla="*/ 4885444 h 4885444"/>
                <a:gd name="csX2" fmla="*/ 420453 w 420453"/>
                <a:gd name="csY2" fmla="*/ 0 h 4885444"/>
                <a:gd name="csX3" fmla="*/ 0 w 420453"/>
                <a:gd name="csY3" fmla="*/ 0 h 48854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4885444">
                  <a:moveTo>
                    <a:pt x="0" y="4885444"/>
                  </a:moveTo>
                  <a:lnTo>
                    <a:pt x="420453" y="4885444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5" name="任意多边形: 形状 554"/>
            <p:cNvSpPr/>
            <p:nvPr/>
          </p:nvSpPr>
          <p:spPr>
            <a:xfrm>
              <a:off x="11767430" y="21623680"/>
              <a:ext cx="464538" cy="5888386"/>
            </a:xfrm>
            <a:custGeom>
              <a:avLst/>
              <a:gdLst>
                <a:gd name="csX0" fmla="*/ 0 w 420454"/>
                <a:gd name="csY0" fmla="*/ 5888386 h 5888386"/>
                <a:gd name="csX1" fmla="*/ 420454 w 420454"/>
                <a:gd name="csY1" fmla="*/ 5888386 h 5888386"/>
                <a:gd name="csX2" fmla="*/ 420454 w 420454"/>
                <a:gd name="csY2" fmla="*/ 0 h 5888386"/>
                <a:gd name="csX3" fmla="*/ 0 w 420454"/>
                <a:gd name="csY3" fmla="*/ 0 h 58883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5888386">
                  <a:moveTo>
                    <a:pt x="0" y="5888386"/>
                  </a:moveTo>
                  <a:lnTo>
                    <a:pt x="420454" y="5888386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6" name="任意多边形: 形状 555"/>
            <p:cNvSpPr/>
            <p:nvPr/>
          </p:nvSpPr>
          <p:spPr>
            <a:xfrm>
              <a:off x="12231968" y="20990712"/>
              <a:ext cx="464537" cy="6521354"/>
            </a:xfrm>
            <a:custGeom>
              <a:avLst/>
              <a:gdLst>
                <a:gd name="csX0" fmla="*/ 0 w 420453"/>
                <a:gd name="csY0" fmla="*/ 6521355 h 6521354"/>
                <a:gd name="csX1" fmla="*/ 420453 w 420453"/>
                <a:gd name="csY1" fmla="*/ 6521355 h 6521354"/>
                <a:gd name="csX2" fmla="*/ 420453 w 420453"/>
                <a:gd name="csY2" fmla="*/ 0 h 6521354"/>
                <a:gd name="csX3" fmla="*/ 0 w 420453"/>
                <a:gd name="csY3" fmla="*/ 0 h 65213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6521354">
                  <a:moveTo>
                    <a:pt x="0" y="6521355"/>
                  </a:moveTo>
                  <a:lnTo>
                    <a:pt x="420453" y="6521355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7" name="任意多边形: 形状 556"/>
            <p:cNvSpPr/>
            <p:nvPr/>
          </p:nvSpPr>
          <p:spPr>
            <a:xfrm>
              <a:off x="12696506" y="20304254"/>
              <a:ext cx="464537" cy="7207813"/>
            </a:xfrm>
            <a:custGeom>
              <a:avLst/>
              <a:gdLst>
                <a:gd name="csX0" fmla="*/ 0 w 420453"/>
                <a:gd name="csY0" fmla="*/ 7207813 h 7207813"/>
                <a:gd name="csX1" fmla="*/ 420453 w 420453"/>
                <a:gd name="csY1" fmla="*/ 7207813 h 7207813"/>
                <a:gd name="csX2" fmla="*/ 420453 w 420453"/>
                <a:gd name="csY2" fmla="*/ 0 h 7207813"/>
                <a:gd name="csX3" fmla="*/ 0 w 420453"/>
                <a:gd name="csY3" fmla="*/ 0 h 72078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7207813">
                  <a:moveTo>
                    <a:pt x="0" y="7207813"/>
                  </a:moveTo>
                  <a:lnTo>
                    <a:pt x="420453" y="7207813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8" name="任意多边形: 形状 557"/>
            <p:cNvSpPr/>
            <p:nvPr/>
          </p:nvSpPr>
          <p:spPr>
            <a:xfrm>
              <a:off x="13161043" y="22127380"/>
              <a:ext cx="464538" cy="5384686"/>
            </a:xfrm>
            <a:custGeom>
              <a:avLst/>
              <a:gdLst>
                <a:gd name="csX0" fmla="*/ 0 w 420454"/>
                <a:gd name="csY0" fmla="*/ 5384687 h 5384686"/>
                <a:gd name="csX1" fmla="*/ 420454 w 420454"/>
                <a:gd name="csY1" fmla="*/ 5384687 h 5384686"/>
                <a:gd name="csX2" fmla="*/ 420454 w 420454"/>
                <a:gd name="csY2" fmla="*/ 0 h 5384686"/>
                <a:gd name="csX3" fmla="*/ 0 w 420454"/>
                <a:gd name="csY3" fmla="*/ 0 h 53846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5384686">
                  <a:moveTo>
                    <a:pt x="0" y="5384687"/>
                  </a:moveTo>
                  <a:lnTo>
                    <a:pt x="420454" y="5384687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9" name="任意多边形: 形状 558"/>
            <p:cNvSpPr/>
            <p:nvPr/>
          </p:nvSpPr>
          <p:spPr>
            <a:xfrm>
              <a:off x="13625581" y="18071035"/>
              <a:ext cx="464537" cy="9441031"/>
            </a:xfrm>
            <a:custGeom>
              <a:avLst/>
              <a:gdLst>
                <a:gd name="csX0" fmla="*/ 0 w 420453"/>
                <a:gd name="csY0" fmla="*/ 9441031 h 9441031"/>
                <a:gd name="csX1" fmla="*/ 420453 w 420453"/>
                <a:gd name="csY1" fmla="*/ 9441031 h 9441031"/>
                <a:gd name="csX2" fmla="*/ 420453 w 420453"/>
                <a:gd name="csY2" fmla="*/ 0 h 9441031"/>
                <a:gd name="csX3" fmla="*/ 0 w 420453"/>
                <a:gd name="csY3" fmla="*/ 0 h 94410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9441031">
                  <a:moveTo>
                    <a:pt x="0" y="9441031"/>
                  </a:moveTo>
                  <a:lnTo>
                    <a:pt x="420453" y="9441031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0" name="任意多边形: 形状 559"/>
            <p:cNvSpPr/>
            <p:nvPr/>
          </p:nvSpPr>
          <p:spPr>
            <a:xfrm>
              <a:off x="14090118" y="16934367"/>
              <a:ext cx="464537" cy="10577699"/>
            </a:xfrm>
            <a:custGeom>
              <a:avLst/>
              <a:gdLst>
                <a:gd name="csX0" fmla="*/ 0 w 420453"/>
                <a:gd name="csY0" fmla="*/ 10577699 h 10577699"/>
                <a:gd name="csX1" fmla="*/ 420453 w 420453"/>
                <a:gd name="csY1" fmla="*/ 10577699 h 10577699"/>
                <a:gd name="csX2" fmla="*/ 420453 w 420453"/>
                <a:gd name="csY2" fmla="*/ 0 h 10577699"/>
                <a:gd name="csX3" fmla="*/ 0 w 420453"/>
                <a:gd name="csY3" fmla="*/ 0 h 10577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10577699">
                  <a:moveTo>
                    <a:pt x="0" y="10577699"/>
                  </a:moveTo>
                  <a:lnTo>
                    <a:pt x="420453" y="10577699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1" name="任意多边形: 形状 560"/>
            <p:cNvSpPr/>
            <p:nvPr/>
          </p:nvSpPr>
          <p:spPr>
            <a:xfrm>
              <a:off x="14554655" y="17808042"/>
              <a:ext cx="464538" cy="9704024"/>
            </a:xfrm>
            <a:custGeom>
              <a:avLst/>
              <a:gdLst>
                <a:gd name="csX0" fmla="*/ 0 w 420454"/>
                <a:gd name="csY0" fmla="*/ 9704025 h 9704024"/>
                <a:gd name="csX1" fmla="*/ 420454 w 420454"/>
                <a:gd name="csY1" fmla="*/ 9704025 h 9704024"/>
                <a:gd name="csX2" fmla="*/ 420454 w 420454"/>
                <a:gd name="csY2" fmla="*/ 0 h 9704024"/>
                <a:gd name="csX3" fmla="*/ 0 w 420454"/>
                <a:gd name="csY3" fmla="*/ 0 h 97040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9704024">
                  <a:moveTo>
                    <a:pt x="0" y="9704025"/>
                  </a:moveTo>
                  <a:lnTo>
                    <a:pt x="420454" y="9704025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2" name="任意多边形: 形状 561"/>
            <p:cNvSpPr/>
            <p:nvPr/>
          </p:nvSpPr>
          <p:spPr>
            <a:xfrm>
              <a:off x="15019194" y="18565820"/>
              <a:ext cx="464537" cy="8946246"/>
            </a:xfrm>
            <a:custGeom>
              <a:avLst/>
              <a:gdLst>
                <a:gd name="csX0" fmla="*/ 0 w 420453"/>
                <a:gd name="csY0" fmla="*/ 8946246 h 8946246"/>
                <a:gd name="csX1" fmla="*/ 420453 w 420453"/>
                <a:gd name="csY1" fmla="*/ 8946246 h 8946246"/>
                <a:gd name="csX2" fmla="*/ 420453 w 420453"/>
                <a:gd name="csY2" fmla="*/ 0 h 8946246"/>
                <a:gd name="csX3" fmla="*/ 0 w 420453"/>
                <a:gd name="csY3" fmla="*/ 0 h 89462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8946246">
                  <a:moveTo>
                    <a:pt x="0" y="8946246"/>
                  </a:moveTo>
                  <a:lnTo>
                    <a:pt x="420453" y="8946246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3" name="任意多边形: 形状 562"/>
            <p:cNvSpPr/>
            <p:nvPr/>
          </p:nvSpPr>
          <p:spPr>
            <a:xfrm>
              <a:off x="15483731" y="18998200"/>
              <a:ext cx="464537" cy="8513866"/>
            </a:xfrm>
            <a:custGeom>
              <a:avLst/>
              <a:gdLst>
                <a:gd name="csX0" fmla="*/ 0 w 420453"/>
                <a:gd name="csY0" fmla="*/ 8513867 h 8513866"/>
                <a:gd name="csX1" fmla="*/ 420453 w 420453"/>
                <a:gd name="csY1" fmla="*/ 8513867 h 8513866"/>
                <a:gd name="csX2" fmla="*/ 420453 w 420453"/>
                <a:gd name="csY2" fmla="*/ 0 h 8513866"/>
                <a:gd name="csX3" fmla="*/ 0 w 420453"/>
                <a:gd name="csY3" fmla="*/ 0 h 85138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3" h="8513866">
                  <a:moveTo>
                    <a:pt x="0" y="8513867"/>
                  </a:moveTo>
                  <a:lnTo>
                    <a:pt x="420453" y="8513867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4" name="任意多边形: 形状 563"/>
            <p:cNvSpPr/>
            <p:nvPr/>
          </p:nvSpPr>
          <p:spPr>
            <a:xfrm>
              <a:off x="15948268" y="19956567"/>
              <a:ext cx="464538" cy="7555499"/>
            </a:xfrm>
            <a:custGeom>
              <a:avLst/>
              <a:gdLst>
                <a:gd name="csX0" fmla="*/ 0 w 420454"/>
                <a:gd name="csY0" fmla="*/ 7555500 h 7555499"/>
                <a:gd name="csX1" fmla="*/ 420454 w 420454"/>
                <a:gd name="csY1" fmla="*/ 7555500 h 7555499"/>
                <a:gd name="csX2" fmla="*/ 420454 w 420454"/>
                <a:gd name="csY2" fmla="*/ 0 h 7555499"/>
                <a:gd name="csX3" fmla="*/ 0 w 420454"/>
                <a:gd name="csY3" fmla="*/ 0 h 75554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7555499">
                  <a:moveTo>
                    <a:pt x="0" y="7555500"/>
                  </a:moveTo>
                  <a:lnTo>
                    <a:pt x="420454" y="755550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5" name="任意多边形: 形状 564"/>
            <p:cNvSpPr/>
            <p:nvPr/>
          </p:nvSpPr>
          <p:spPr>
            <a:xfrm>
              <a:off x="16412806" y="19229991"/>
              <a:ext cx="464538" cy="8282075"/>
            </a:xfrm>
            <a:custGeom>
              <a:avLst/>
              <a:gdLst>
                <a:gd name="csX0" fmla="*/ 0 w 420454"/>
                <a:gd name="csY0" fmla="*/ 8282076 h 8282075"/>
                <a:gd name="csX1" fmla="*/ 420454 w 420454"/>
                <a:gd name="csY1" fmla="*/ 8282076 h 8282075"/>
                <a:gd name="csX2" fmla="*/ 420454 w 420454"/>
                <a:gd name="csY2" fmla="*/ 0 h 8282075"/>
                <a:gd name="csX3" fmla="*/ 0 w 420454"/>
                <a:gd name="csY3" fmla="*/ 0 h 82820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8282075">
                  <a:moveTo>
                    <a:pt x="0" y="8282076"/>
                  </a:moveTo>
                  <a:lnTo>
                    <a:pt x="420454" y="8282076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6" name="任意多边形: 形状 565"/>
            <p:cNvSpPr/>
            <p:nvPr/>
          </p:nvSpPr>
          <p:spPr>
            <a:xfrm>
              <a:off x="16877346" y="19929822"/>
              <a:ext cx="464536" cy="7582244"/>
            </a:xfrm>
            <a:custGeom>
              <a:avLst/>
              <a:gdLst>
                <a:gd name="csX0" fmla="*/ 0 w 420452"/>
                <a:gd name="csY0" fmla="*/ 7582245 h 7582244"/>
                <a:gd name="csX1" fmla="*/ 420453 w 420452"/>
                <a:gd name="csY1" fmla="*/ 7582245 h 7582244"/>
                <a:gd name="csX2" fmla="*/ 420453 w 420452"/>
                <a:gd name="csY2" fmla="*/ 0 h 7582244"/>
                <a:gd name="csX3" fmla="*/ 0 w 420452"/>
                <a:gd name="csY3" fmla="*/ 0 h 75822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7582244">
                  <a:moveTo>
                    <a:pt x="0" y="7582245"/>
                  </a:moveTo>
                  <a:lnTo>
                    <a:pt x="420453" y="7582245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7" name="任意多边形: 形状 566"/>
            <p:cNvSpPr/>
            <p:nvPr/>
          </p:nvSpPr>
          <p:spPr>
            <a:xfrm>
              <a:off x="17341881" y="21146725"/>
              <a:ext cx="464538" cy="6365341"/>
            </a:xfrm>
            <a:custGeom>
              <a:avLst/>
              <a:gdLst>
                <a:gd name="csX0" fmla="*/ 0 w 420454"/>
                <a:gd name="csY0" fmla="*/ 6365341 h 6365341"/>
                <a:gd name="csX1" fmla="*/ 420454 w 420454"/>
                <a:gd name="csY1" fmla="*/ 6365341 h 6365341"/>
                <a:gd name="csX2" fmla="*/ 420454 w 420454"/>
                <a:gd name="csY2" fmla="*/ 0 h 6365341"/>
                <a:gd name="csX3" fmla="*/ 0 w 420454"/>
                <a:gd name="csY3" fmla="*/ 0 h 6365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6365341">
                  <a:moveTo>
                    <a:pt x="0" y="6365341"/>
                  </a:moveTo>
                  <a:lnTo>
                    <a:pt x="420454" y="6365341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8" name="任意多边形: 形状 567"/>
            <p:cNvSpPr/>
            <p:nvPr/>
          </p:nvSpPr>
          <p:spPr>
            <a:xfrm>
              <a:off x="17806420" y="22586505"/>
              <a:ext cx="464538" cy="4925561"/>
            </a:xfrm>
            <a:custGeom>
              <a:avLst/>
              <a:gdLst>
                <a:gd name="csX0" fmla="*/ 0 w 420454"/>
                <a:gd name="csY0" fmla="*/ 4925562 h 4925561"/>
                <a:gd name="csX1" fmla="*/ 420454 w 420454"/>
                <a:gd name="csY1" fmla="*/ 4925562 h 4925561"/>
                <a:gd name="csX2" fmla="*/ 420454 w 420454"/>
                <a:gd name="csY2" fmla="*/ 0 h 4925561"/>
                <a:gd name="csX3" fmla="*/ 0 w 420454"/>
                <a:gd name="csY3" fmla="*/ 0 h 49255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4925561">
                  <a:moveTo>
                    <a:pt x="0" y="4925562"/>
                  </a:moveTo>
                  <a:lnTo>
                    <a:pt x="420454" y="4925562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9" name="任意多边形: 形状 568"/>
            <p:cNvSpPr/>
            <p:nvPr/>
          </p:nvSpPr>
          <p:spPr>
            <a:xfrm>
              <a:off x="18270958" y="23723173"/>
              <a:ext cx="464536" cy="3788893"/>
            </a:xfrm>
            <a:custGeom>
              <a:avLst/>
              <a:gdLst>
                <a:gd name="csX0" fmla="*/ 0 w 420452"/>
                <a:gd name="csY0" fmla="*/ 3788894 h 3788893"/>
                <a:gd name="csX1" fmla="*/ 420453 w 420452"/>
                <a:gd name="csY1" fmla="*/ 3788894 h 3788893"/>
                <a:gd name="csX2" fmla="*/ 420453 w 420452"/>
                <a:gd name="csY2" fmla="*/ 0 h 3788893"/>
                <a:gd name="csX3" fmla="*/ 0 w 420452"/>
                <a:gd name="csY3" fmla="*/ 0 h 37888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3788893">
                  <a:moveTo>
                    <a:pt x="0" y="3788894"/>
                  </a:moveTo>
                  <a:lnTo>
                    <a:pt x="420453" y="3788894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0" name="任意多边形: 形状 569"/>
            <p:cNvSpPr/>
            <p:nvPr/>
          </p:nvSpPr>
          <p:spPr>
            <a:xfrm>
              <a:off x="18735495" y="24859841"/>
              <a:ext cx="464538" cy="2652225"/>
            </a:xfrm>
            <a:custGeom>
              <a:avLst/>
              <a:gdLst>
                <a:gd name="csX0" fmla="*/ 0 w 420454"/>
                <a:gd name="csY0" fmla="*/ 2652226 h 2652225"/>
                <a:gd name="csX1" fmla="*/ 420454 w 420454"/>
                <a:gd name="csY1" fmla="*/ 2652226 h 2652225"/>
                <a:gd name="csX2" fmla="*/ 420454 w 420454"/>
                <a:gd name="csY2" fmla="*/ 0 h 2652225"/>
                <a:gd name="csX3" fmla="*/ 0 w 420454"/>
                <a:gd name="csY3" fmla="*/ 0 h 26522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2652225">
                  <a:moveTo>
                    <a:pt x="0" y="2652226"/>
                  </a:moveTo>
                  <a:lnTo>
                    <a:pt x="420454" y="2652226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1" name="任意多边形: 形状 570"/>
            <p:cNvSpPr/>
            <p:nvPr/>
          </p:nvSpPr>
          <p:spPr>
            <a:xfrm>
              <a:off x="19200032" y="25992052"/>
              <a:ext cx="464538" cy="1520014"/>
            </a:xfrm>
            <a:custGeom>
              <a:avLst/>
              <a:gdLst>
                <a:gd name="csX0" fmla="*/ 0 w 420454"/>
                <a:gd name="csY0" fmla="*/ 1520014 h 1520014"/>
                <a:gd name="csX1" fmla="*/ 420454 w 420454"/>
                <a:gd name="csY1" fmla="*/ 1520014 h 1520014"/>
                <a:gd name="csX2" fmla="*/ 420454 w 420454"/>
                <a:gd name="csY2" fmla="*/ 0 h 1520014"/>
                <a:gd name="csX3" fmla="*/ 0 w 420454"/>
                <a:gd name="csY3" fmla="*/ 0 h 15200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520014">
                  <a:moveTo>
                    <a:pt x="0" y="1520014"/>
                  </a:moveTo>
                  <a:lnTo>
                    <a:pt x="420454" y="1520014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2" name="任意多边形: 形状 571"/>
            <p:cNvSpPr/>
            <p:nvPr/>
          </p:nvSpPr>
          <p:spPr>
            <a:xfrm>
              <a:off x="19664571" y="25916274"/>
              <a:ext cx="464536" cy="1595792"/>
            </a:xfrm>
            <a:custGeom>
              <a:avLst/>
              <a:gdLst>
                <a:gd name="csX0" fmla="*/ 0 w 420452"/>
                <a:gd name="csY0" fmla="*/ 1595793 h 1595792"/>
                <a:gd name="csX1" fmla="*/ 420453 w 420452"/>
                <a:gd name="csY1" fmla="*/ 1595793 h 1595792"/>
                <a:gd name="csX2" fmla="*/ 420453 w 420452"/>
                <a:gd name="csY2" fmla="*/ 0 h 1595792"/>
                <a:gd name="csX3" fmla="*/ 0 w 420452"/>
                <a:gd name="csY3" fmla="*/ 0 h 15957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1595792">
                  <a:moveTo>
                    <a:pt x="0" y="1595793"/>
                  </a:moveTo>
                  <a:lnTo>
                    <a:pt x="420453" y="1595793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3" name="任意多边形: 形状 572"/>
            <p:cNvSpPr/>
            <p:nvPr/>
          </p:nvSpPr>
          <p:spPr>
            <a:xfrm>
              <a:off x="20129108" y="26272875"/>
              <a:ext cx="464538" cy="1239191"/>
            </a:xfrm>
            <a:custGeom>
              <a:avLst/>
              <a:gdLst>
                <a:gd name="csX0" fmla="*/ 0 w 420454"/>
                <a:gd name="csY0" fmla="*/ 1239191 h 1239191"/>
                <a:gd name="csX1" fmla="*/ 420454 w 420454"/>
                <a:gd name="csY1" fmla="*/ 1239191 h 1239191"/>
                <a:gd name="csX2" fmla="*/ 420454 w 420454"/>
                <a:gd name="csY2" fmla="*/ 0 h 1239191"/>
                <a:gd name="csX3" fmla="*/ 0 w 420454"/>
                <a:gd name="csY3" fmla="*/ 0 h 12391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239191">
                  <a:moveTo>
                    <a:pt x="0" y="1239191"/>
                  </a:moveTo>
                  <a:lnTo>
                    <a:pt x="420454" y="1239191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4" name="任意多边形: 形状 573"/>
            <p:cNvSpPr/>
            <p:nvPr/>
          </p:nvSpPr>
          <p:spPr>
            <a:xfrm>
              <a:off x="20593646" y="26682968"/>
              <a:ext cx="464538" cy="829098"/>
            </a:xfrm>
            <a:custGeom>
              <a:avLst/>
              <a:gdLst>
                <a:gd name="csX0" fmla="*/ 0 w 420454"/>
                <a:gd name="csY0" fmla="*/ 829098 h 829098"/>
                <a:gd name="csX1" fmla="*/ 420454 w 420454"/>
                <a:gd name="csY1" fmla="*/ 829098 h 829098"/>
                <a:gd name="csX2" fmla="*/ 420454 w 420454"/>
                <a:gd name="csY2" fmla="*/ 0 h 829098"/>
                <a:gd name="csX3" fmla="*/ 0 w 420454"/>
                <a:gd name="csY3" fmla="*/ 0 h 829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829098">
                  <a:moveTo>
                    <a:pt x="0" y="829098"/>
                  </a:moveTo>
                  <a:lnTo>
                    <a:pt x="420454" y="829098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5" name="任意多边形: 形状 574"/>
            <p:cNvSpPr/>
            <p:nvPr/>
          </p:nvSpPr>
          <p:spPr>
            <a:xfrm>
              <a:off x="21058184" y="26821151"/>
              <a:ext cx="464536" cy="690915"/>
            </a:xfrm>
            <a:custGeom>
              <a:avLst/>
              <a:gdLst>
                <a:gd name="csX0" fmla="*/ 0 w 420452"/>
                <a:gd name="csY0" fmla="*/ 690916 h 690915"/>
                <a:gd name="csX1" fmla="*/ 420453 w 420452"/>
                <a:gd name="csY1" fmla="*/ 690916 h 690915"/>
                <a:gd name="csX2" fmla="*/ 420453 w 420452"/>
                <a:gd name="csY2" fmla="*/ 0 h 690915"/>
                <a:gd name="csX3" fmla="*/ 0 w 420452"/>
                <a:gd name="csY3" fmla="*/ 0 h 6909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690915">
                  <a:moveTo>
                    <a:pt x="0" y="690916"/>
                  </a:moveTo>
                  <a:lnTo>
                    <a:pt x="420453" y="690916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6" name="任意多边形: 形状 575"/>
            <p:cNvSpPr/>
            <p:nvPr/>
          </p:nvSpPr>
          <p:spPr>
            <a:xfrm>
              <a:off x="21522721" y="26977163"/>
              <a:ext cx="464538" cy="534903"/>
            </a:xfrm>
            <a:custGeom>
              <a:avLst/>
              <a:gdLst>
                <a:gd name="csX0" fmla="*/ 0 w 420454"/>
                <a:gd name="csY0" fmla="*/ 534903 h 534903"/>
                <a:gd name="csX1" fmla="*/ 420454 w 420454"/>
                <a:gd name="csY1" fmla="*/ 534903 h 534903"/>
                <a:gd name="csX2" fmla="*/ 420454 w 420454"/>
                <a:gd name="csY2" fmla="*/ 0 h 534903"/>
                <a:gd name="csX3" fmla="*/ 0 w 420454"/>
                <a:gd name="csY3" fmla="*/ 0 h 5349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534903">
                  <a:moveTo>
                    <a:pt x="0" y="534903"/>
                  </a:moveTo>
                  <a:lnTo>
                    <a:pt x="420454" y="534903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7" name="任意多边形: 形状 576"/>
            <p:cNvSpPr/>
            <p:nvPr/>
          </p:nvSpPr>
          <p:spPr>
            <a:xfrm>
              <a:off x="21987259" y="26986079"/>
              <a:ext cx="464538" cy="525987"/>
            </a:xfrm>
            <a:custGeom>
              <a:avLst/>
              <a:gdLst>
                <a:gd name="csX0" fmla="*/ 0 w 420454"/>
                <a:gd name="csY0" fmla="*/ 525988 h 525987"/>
                <a:gd name="csX1" fmla="*/ 420454 w 420454"/>
                <a:gd name="csY1" fmla="*/ 525988 h 525987"/>
                <a:gd name="csX2" fmla="*/ 420454 w 420454"/>
                <a:gd name="csY2" fmla="*/ 0 h 525987"/>
                <a:gd name="csX3" fmla="*/ 0 w 420454"/>
                <a:gd name="csY3" fmla="*/ 0 h 525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525987">
                  <a:moveTo>
                    <a:pt x="0" y="525988"/>
                  </a:moveTo>
                  <a:lnTo>
                    <a:pt x="420454" y="525988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8" name="任意多边形: 形状 577"/>
            <p:cNvSpPr/>
            <p:nvPr/>
          </p:nvSpPr>
          <p:spPr>
            <a:xfrm>
              <a:off x="22451797" y="27333766"/>
              <a:ext cx="464536" cy="178300"/>
            </a:xfrm>
            <a:custGeom>
              <a:avLst/>
              <a:gdLst>
                <a:gd name="csX0" fmla="*/ 0 w 420452"/>
                <a:gd name="csY0" fmla="*/ 178300 h 178300"/>
                <a:gd name="csX1" fmla="*/ 420453 w 420452"/>
                <a:gd name="csY1" fmla="*/ 178300 h 178300"/>
                <a:gd name="csX2" fmla="*/ 420453 w 420452"/>
                <a:gd name="csY2" fmla="*/ 0 h 178300"/>
                <a:gd name="csX3" fmla="*/ 0 w 420452"/>
                <a:gd name="csY3" fmla="*/ 0 h 178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178300">
                  <a:moveTo>
                    <a:pt x="0" y="178300"/>
                  </a:moveTo>
                  <a:lnTo>
                    <a:pt x="420453" y="178300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9" name="任意多边形: 形状 578"/>
            <p:cNvSpPr/>
            <p:nvPr/>
          </p:nvSpPr>
          <p:spPr>
            <a:xfrm>
              <a:off x="22916333" y="27405087"/>
              <a:ext cx="464538" cy="106979"/>
            </a:xfrm>
            <a:custGeom>
              <a:avLst/>
              <a:gdLst>
                <a:gd name="csX0" fmla="*/ 0 w 420454"/>
                <a:gd name="csY0" fmla="*/ 106980 h 106979"/>
                <a:gd name="csX1" fmla="*/ 420454 w 420454"/>
                <a:gd name="csY1" fmla="*/ 106980 h 106979"/>
                <a:gd name="csX2" fmla="*/ 420454 w 420454"/>
                <a:gd name="csY2" fmla="*/ 0 h 106979"/>
                <a:gd name="csX3" fmla="*/ 0 w 420454"/>
                <a:gd name="csY3" fmla="*/ 0 h 10697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06979">
                  <a:moveTo>
                    <a:pt x="0" y="106980"/>
                  </a:moveTo>
                  <a:lnTo>
                    <a:pt x="420454" y="10698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80" name="任意多边形: 形状 579"/>
            <p:cNvSpPr/>
            <p:nvPr/>
          </p:nvSpPr>
          <p:spPr>
            <a:xfrm>
              <a:off x="23380871" y="27440746"/>
              <a:ext cx="464538" cy="71320"/>
            </a:xfrm>
            <a:custGeom>
              <a:avLst/>
              <a:gdLst>
                <a:gd name="csX0" fmla="*/ 0 w 420454"/>
                <a:gd name="csY0" fmla="*/ 71320 h 71320"/>
                <a:gd name="csX1" fmla="*/ 420454 w 420454"/>
                <a:gd name="csY1" fmla="*/ 71320 h 71320"/>
                <a:gd name="csX2" fmla="*/ 420454 w 420454"/>
                <a:gd name="csY2" fmla="*/ 0 h 71320"/>
                <a:gd name="csX3" fmla="*/ 0 w 420454"/>
                <a:gd name="csY3" fmla="*/ 0 h 713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71320">
                  <a:moveTo>
                    <a:pt x="0" y="71320"/>
                  </a:moveTo>
                  <a:lnTo>
                    <a:pt x="420454" y="7132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81" name="任意多边形: 形状 580"/>
            <p:cNvSpPr/>
            <p:nvPr/>
          </p:nvSpPr>
          <p:spPr>
            <a:xfrm>
              <a:off x="23845409" y="27471949"/>
              <a:ext cx="464536" cy="40117"/>
            </a:xfrm>
            <a:custGeom>
              <a:avLst/>
              <a:gdLst>
                <a:gd name="csX0" fmla="*/ 0 w 420452"/>
                <a:gd name="csY0" fmla="*/ 40118 h 40117"/>
                <a:gd name="csX1" fmla="*/ 420453 w 420452"/>
                <a:gd name="csY1" fmla="*/ 40118 h 40117"/>
                <a:gd name="csX2" fmla="*/ 420453 w 420452"/>
                <a:gd name="csY2" fmla="*/ 0 h 40117"/>
                <a:gd name="csX3" fmla="*/ 0 w 420452"/>
                <a:gd name="csY3" fmla="*/ 0 h 40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40117">
                  <a:moveTo>
                    <a:pt x="0" y="40118"/>
                  </a:moveTo>
                  <a:lnTo>
                    <a:pt x="420453" y="40118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82" name="任意多边形: 形状 581"/>
            <p:cNvSpPr/>
            <p:nvPr/>
          </p:nvSpPr>
          <p:spPr>
            <a:xfrm>
              <a:off x="24309947" y="27494236"/>
              <a:ext cx="464538" cy="17830"/>
            </a:xfrm>
            <a:custGeom>
              <a:avLst/>
              <a:gdLst>
                <a:gd name="csX0" fmla="*/ 0 w 420454"/>
                <a:gd name="csY0" fmla="*/ 17830 h 17830"/>
                <a:gd name="csX1" fmla="*/ 420454 w 420454"/>
                <a:gd name="csY1" fmla="*/ 17830 h 17830"/>
                <a:gd name="csX2" fmla="*/ 420454 w 420454"/>
                <a:gd name="csY2" fmla="*/ 0 h 17830"/>
                <a:gd name="csX3" fmla="*/ 0 w 420454"/>
                <a:gd name="csY3" fmla="*/ 0 h 17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7830">
                  <a:moveTo>
                    <a:pt x="0" y="17830"/>
                  </a:moveTo>
                  <a:lnTo>
                    <a:pt x="420454" y="1783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83" name="任意多边形: 形状 582"/>
            <p:cNvSpPr/>
            <p:nvPr/>
          </p:nvSpPr>
          <p:spPr>
            <a:xfrm>
              <a:off x="24774485" y="27494236"/>
              <a:ext cx="464538" cy="17830"/>
            </a:xfrm>
            <a:custGeom>
              <a:avLst/>
              <a:gdLst>
                <a:gd name="csX0" fmla="*/ 0 w 420454"/>
                <a:gd name="csY0" fmla="*/ 17830 h 17830"/>
                <a:gd name="csX1" fmla="*/ 420454 w 420454"/>
                <a:gd name="csY1" fmla="*/ 17830 h 17830"/>
                <a:gd name="csX2" fmla="*/ 420454 w 420454"/>
                <a:gd name="csY2" fmla="*/ 0 h 17830"/>
                <a:gd name="csX3" fmla="*/ 0 w 420454"/>
                <a:gd name="csY3" fmla="*/ 0 h 17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4" h="17830">
                  <a:moveTo>
                    <a:pt x="0" y="17830"/>
                  </a:moveTo>
                  <a:lnTo>
                    <a:pt x="420454" y="17830"/>
                  </a:lnTo>
                  <a:lnTo>
                    <a:pt x="42045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84" name="任意多边形: 形状 583"/>
            <p:cNvSpPr/>
            <p:nvPr/>
          </p:nvSpPr>
          <p:spPr>
            <a:xfrm>
              <a:off x="25239023" y="27507610"/>
              <a:ext cx="464536" cy="4456"/>
            </a:xfrm>
            <a:custGeom>
              <a:avLst/>
              <a:gdLst>
                <a:gd name="csX0" fmla="*/ 0 w 420452"/>
                <a:gd name="csY0" fmla="*/ 4457 h 4456"/>
                <a:gd name="csX1" fmla="*/ 420453 w 420452"/>
                <a:gd name="csY1" fmla="*/ 4457 h 4456"/>
                <a:gd name="csX2" fmla="*/ 420453 w 420452"/>
                <a:gd name="csY2" fmla="*/ 0 h 4456"/>
                <a:gd name="csX3" fmla="*/ 0 w 420452"/>
                <a:gd name="csY3" fmla="*/ 0 h 4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52" h="4456">
                  <a:moveTo>
                    <a:pt x="0" y="4457"/>
                  </a:moveTo>
                  <a:lnTo>
                    <a:pt x="420453" y="4457"/>
                  </a:lnTo>
                  <a:lnTo>
                    <a:pt x="4204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</p:grpSp>
      <p:sp>
        <p:nvSpPr>
          <p:cNvPr id="585" name="任意多边形: 形状 584"/>
          <p:cNvSpPr/>
          <p:nvPr/>
        </p:nvSpPr>
        <p:spPr>
          <a:xfrm>
            <a:off x="13555345" y="20828000"/>
            <a:ext cx="0" cy="11520170"/>
          </a:xfrm>
          <a:custGeom>
            <a:avLst/>
            <a:gdLst>
              <a:gd name="csX0" fmla="*/ 0 w 42460"/>
              <a:gd name="csY0" fmla="*/ 11106584 h 11106584"/>
              <a:gd name="csX1" fmla="*/ 0 w 42460"/>
              <a:gd name="csY1" fmla="*/ 0 h 1110658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460" h="11106584">
                <a:moveTo>
                  <a:pt x="0" y="11106584"/>
                </a:moveTo>
                <a:lnTo>
                  <a:pt x="0" y="0"/>
                </a:lnTo>
              </a:path>
            </a:pathLst>
          </a:custGeom>
          <a:noFill/>
          <a:ln w="101600" cap="flat">
            <a:solidFill>
              <a:srgbClr val="C00000"/>
            </a:solidFill>
            <a:prstDash val="sysDash"/>
            <a:round/>
          </a:ln>
        </p:spPr>
      </p:sp>
      <p:grpSp>
        <p:nvGrpSpPr>
          <p:cNvPr id="250" name="组合 249"/>
          <p:cNvGrpSpPr/>
          <p:nvPr/>
        </p:nvGrpSpPr>
        <p:grpSpPr>
          <a:xfrm>
            <a:off x="5260975" y="20828000"/>
            <a:ext cx="359410" cy="11520170"/>
            <a:chOff x="8285" y="32296"/>
            <a:chExt cx="566" cy="18142"/>
          </a:xfrm>
        </p:grpSpPr>
        <p:sp>
          <p:nvSpPr>
            <p:cNvPr id="542" name="任意多边形: 形状 541"/>
            <p:cNvSpPr/>
            <p:nvPr/>
          </p:nvSpPr>
          <p:spPr>
            <a:xfrm>
              <a:off x="8790" y="32296"/>
              <a:ext cx="0" cy="18142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27" name="任意多边形: 形状 626"/>
            <p:cNvSpPr/>
            <p:nvPr/>
          </p:nvSpPr>
          <p:spPr>
            <a:xfrm>
              <a:off x="8285" y="50438"/>
              <a:ext cx="567" cy="0"/>
            </a:xfrm>
            <a:custGeom>
              <a:avLst/>
              <a:gdLst>
                <a:gd name="csX0" fmla="*/ 148669 w 148611"/>
                <a:gd name="csY0" fmla="*/ 315 h 42430"/>
                <a:gd name="csX1" fmla="*/ 58 w 148611"/>
                <a:gd name="csY1" fmla="*/ 315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315"/>
                  </a:moveTo>
                  <a:lnTo>
                    <a:pt x="58" y="31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21" name="任意多边形: 形状 620"/>
            <p:cNvSpPr/>
            <p:nvPr/>
          </p:nvSpPr>
          <p:spPr>
            <a:xfrm>
              <a:off x="8285" y="46795"/>
              <a:ext cx="567" cy="0"/>
            </a:xfrm>
            <a:custGeom>
              <a:avLst/>
              <a:gdLst>
                <a:gd name="csX0" fmla="*/ 148669 w 148611"/>
                <a:gd name="csY0" fmla="*/ 262 h 42430"/>
                <a:gd name="csX1" fmla="*/ 58 w 148611"/>
                <a:gd name="csY1" fmla="*/ 262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262"/>
                  </a:moveTo>
                  <a:lnTo>
                    <a:pt x="58" y="262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14" name="任意多边形: 形状 613"/>
            <p:cNvSpPr/>
            <p:nvPr/>
          </p:nvSpPr>
          <p:spPr>
            <a:xfrm>
              <a:off x="8285" y="43151"/>
              <a:ext cx="567" cy="0"/>
            </a:xfrm>
            <a:custGeom>
              <a:avLst/>
              <a:gdLst>
                <a:gd name="csX0" fmla="*/ 148669 w 148611"/>
                <a:gd name="csY0" fmla="*/ 210 h 42430"/>
                <a:gd name="csX1" fmla="*/ 58 w 148611"/>
                <a:gd name="csY1" fmla="*/ 21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210"/>
                  </a:moveTo>
                  <a:lnTo>
                    <a:pt x="58" y="2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7" name="任意多边形: 形状 606"/>
            <p:cNvSpPr/>
            <p:nvPr/>
          </p:nvSpPr>
          <p:spPr>
            <a:xfrm>
              <a:off x="8285" y="39508"/>
              <a:ext cx="567" cy="0"/>
            </a:xfrm>
            <a:custGeom>
              <a:avLst/>
              <a:gdLst>
                <a:gd name="csX0" fmla="*/ 148669 w 148611"/>
                <a:gd name="csY0" fmla="*/ 157 h 42430"/>
                <a:gd name="csX1" fmla="*/ 58 w 148611"/>
                <a:gd name="csY1" fmla="*/ 157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157"/>
                  </a:moveTo>
                  <a:lnTo>
                    <a:pt x="58" y="15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0" name="任意多边形: 形状 599"/>
            <p:cNvSpPr/>
            <p:nvPr/>
          </p:nvSpPr>
          <p:spPr>
            <a:xfrm>
              <a:off x="8285" y="35865"/>
              <a:ext cx="567" cy="0"/>
            </a:xfrm>
            <a:custGeom>
              <a:avLst/>
              <a:gdLst>
                <a:gd name="csX0" fmla="*/ 148669 w 148611"/>
                <a:gd name="csY0" fmla="*/ 104 h 42430"/>
                <a:gd name="csX1" fmla="*/ 58 w 148611"/>
                <a:gd name="csY1" fmla="*/ 104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104"/>
                  </a:moveTo>
                  <a:lnTo>
                    <a:pt x="58" y="10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42" name="组合 241"/>
          <p:cNvGrpSpPr/>
          <p:nvPr/>
        </p:nvGrpSpPr>
        <p:grpSpPr>
          <a:xfrm>
            <a:off x="5621020" y="32347535"/>
            <a:ext cx="19799935" cy="360000"/>
            <a:chOff x="8852" y="50437"/>
            <a:chExt cx="31181" cy="567"/>
          </a:xfrm>
        </p:grpSpPr>
        <p:sp>
          <p:nvSpPr>
            <p:cNvPr id="543" name="任意多边形: 形状 542"/>
            <p:cNvSpPr/>
            <p:nvPr/>
          </p:nvSpPr>
          <p:spPr>
            <a:xfrm>
              <a:off x="8852" y="50437"/>
              <a:ext cx="31181" cy="0"/>
            </a:xfrm>
            <a:custGeom>
              <a:avLst/>
              <a:gdLst>
                <a:gd name="csX0" fmla="*/ 0 w 18499958"/>
                <a:gd name="csY0" fmla="*/ 0 h 42430"/>
                <a:gd name="csX1" fmla="*/ 18499958 w 18499958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8" h="42430">
                  <a:moveTo>
                    <a:pt x="0" y="0"/>
                  </a:moveTo>
                  <a:lnTo>
                    <a:pt x="18499958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2" name="任意多边形: 形状 631"/>
            <p:cNvSpPr/>
            <p:nvPr/>
          </p:nvSpPr>
          <p:spPr>
            <a:xfrm>
              <a:off x="14067" y="50437"/>
              <a:ext cx="0" cy="567"/>
            </a:xfrm>
            <a:custGeom>
              <a:avLst/>
              <a:gdLst>
                <a:gd name="csX0" fmla="*/ 128 w 42460"/>
                <a:gd name="csY0" fmla="*/ 315 h 148506"/>
                <a:gd name="csX1" fmla="*/ 128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128" y="315"/>
                  </a:moveTo>
                  <a:lnTo>
                    <a:pt x="128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3" name="任意多边形: 形状 632"/>
            <p:cNvSpPr/>
            <p:nvPr/>
          </p:nvSpPr>
          <p:spPr>
            <a:xfrm>
              <a:off x="19069" y="50437"/>
              <a:ext cx="0" cy="567"/>
            </a:xfrm>
            <a:custGeom>
              <a:avLst/>
              <a:gdLst>
                <a:gd name="csX0" fmla="*/ 196 w 42460"/>
                <a:gd name="csY0" fmla="*/ 315 h 148506"/>
                <a:gd name="csX1" fmla="*/ 196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196" y="315"/>
                  </a:moveTo>
                  <a:lnTo>
                    <a:pt x="196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4" name="任意多边形: 形状 633"/>
            <p:cNvSpPr/>
            <p:nvPr/>
          </p:nvSpPr>
          <p:spPr>
            <a:xfrm>
              <a:off x="24071" y="50437"/>
              <a:ext cx="0" cy="567"/>
            </a:xfrm>
            <a:custGeom>
              <a:avLst/>
              <a:gdLst>
                <a:gd name="csX0" fmla="*/ 264 w 42460"/>
                <a:gd name="csY0" fmla="*/ 315 h 148506"/>
                <a:gd name="csX1" fmla="*/ 264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264" y="315"/>
                  </a:moveTo>
                  <a:lnTo>
                    <a:pt x="264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5" name="任意多边形: 形状 634"/>
            <p:cNvSpPr/>
            <p:nvPr/>
          </p:nvSpPr>
          <p:spPr>
            <a:xfrm>
              <a:off x="29073" y="50437"/>
              <a:ext cx="0" cy="567"/>
            </a:xfrm>
            <a:custGeom>
              <a:avLst/>
              <a:gdLst>
                <a:gd name="csX0" fmla="*/ 332 w 42460"/>
                <a:gd name="csY0" fmla="*/ 315 h 148506"/>
                <a:gd name="csX1" fmla="*/ 332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332" y="315"/>
                  </a:moveTo>
                  <a:lnTo>
                    <a:pt x="332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6" name="任意多边形: 形状 635"/>
            <p:cNvSpPr/>
            <p:nvPr/>
          </p:nvSpPr>
          <p:spPr>
            <a:xfrm>
              <a:off x="34075" y="50437"/>
              <a:ext cx="0" cy="567"/>
            </a:xfrm>
            <a:custGeom>
              <a:avLst/>
              <a:gdLst>
                <a:gd name="csX0" fmla="*/ 399 w 42460"/>
                <a:gd name="csY0" fmla="*/ 315 h 148506"/>
                <a:gd name="csX1" fmla="*/ 399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399" y="315"/>
                  </a:moveTo>
                  <a:lnTo>
                    <a:pt x="399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7" name="任意多边形: 形状 636"/>
            <p:cNvSpPr/>
            <p:nvPr/>
          </p:nvSpPr>
          <p:spPr>
            <a:xfrm>
              <a:off x="39077" y="50437"/>
              <a:ext cx="0" cy="567"/>
            </a:xfrm>
            <a:custGeom>
              <a:avLst/>
              <a:gdLst>
                <a:gd name="csX0" fmla="*/ 467 w 42460"/>
                <a:gd name="csY0" fmla="*/ 315 h 148506"/>
                <a:gd name="csX1" fmla="*/ 467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467" y="315"/>
                  </a:moveTo>
                  <a:lnTo>
                    <a:pt x="467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</p:grpSp>
      <p:grpSp>
        <p:nvGrpSpPr>
          <p:cNvPr id="824" name="组合 823"/>
          <p:cNvGrpSpPr/>
          <p:nvPr/>
        </p:nvGrpSpPr>
        <p:grpSpPr>
          <a:xfrm rot="0">
            <a:off x="6690224" y="32743775"/>
            <a:ext cx="19050136" cy="1434465"/>
            <a:chOff x="6690710" y="27893374"/>
            <a:chExt cx="19050005" cy="1381699"/>
          </a:xfrm>
        </p:grpSpPr>
        <p:sp>
          <p:nvSpPr>
            <p:cNvPr id="797" name="文本框 796"/>
            <p:cNvSpPr txBox="1"/>
            <p:nvPr/>
          </p:nvSpPr>
          <p:spPr>
            <a:xfrm>
              <a:off x="6690710" y="27893374"/>
              <a:ext cx="2728119" cy="1381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8" name="文本框 797"/>
            <p:cNvSpPr txBox="1"/>
            <p:nvPr/>
          </p:nvSpPr>
          <p:spPr>
            <a:xfrm>
              <a:off x="13219464" y="27893374"/>
              <a:ext cx="2728119" cy="1381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60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99" name="文本框 798"/>
            <p:cNvSpPr txBox="1"/>
            <p:nvPr/>
          </p:nvSpPr>
          <p:spPr>
            <a:xfrm>
              <a:off x="16483841" y="27893374"/>
              <a:ext cx="2728119" cy="1381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80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0" name="文本框 799"/>
            <p:cNvSpPr txBox="1"/>
            <p:nvPr/>
          </p:nvSpPr>
          <p:spPr>
            <a:xfrm>
              <a:off x="19748218" y="27893374"/>
              <a:ext cx="2728119" cy="1381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1" name="文本框 800"/>
            <p:cNvSpPr txBox="1"/>
            <p:nvPr/>
          </p:nvSpPr>
          <p:spPr>
            <a:xfrm>
              <a:off x="23012596" y="27893374"/>
              <a:ext cx="2728119" cy="1381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120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2" name="文本框 801"/>
            <p:cNvSpPr txBox="1"/>
            <p:nvPr/>
          </p:nvSpPr>
          <p:spPr>
            <a:xfrm>
              <a:off x="9955087" y="27893374"/>
              <a:ext cx="2728119" cy="13816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40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34" name="矩形 833"/>
          <p:cNvSpPr/>
          <p:nvPr/>
        </p:nvSpPr>
        <p:spPr>
          <a:xfrm>
            <a:off x="9509443" y="34238565"/>
            <a:ext cx="12651105" cy="11652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Number of pocket residues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6" name="文本框 795"/>
          <p:cNvSpPr txBox="1"/>
          <p:nvPr/>
        </p:nvSpPr>
        <p:spPr>
          <a:xfrm>
            <a:off x="13719810" y="21315680"/>
            <a:ext cx="2995930" cy="1165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</a:rPr>
              <a:t> </a:t>
            </a:r>
            <a:r>
              <a:rPr lang="en-US" altLang="zh-CN" sz="8800" dirty="0">
                <a:solidFill>
                  <a:srgbClr val="F44336"/>
                </a:solidFill>
              </a:rPr>
              <a:t>49</a:t>
            </a:r>
            <a:endParaRPr lang="en-US" altLang="zh-CN" sz="8800" dirty="0">
              <a:solidFill>
                <a:srgbClr val="F44336"/>
              </a:solidFill>
            </a:endParaRPr>
          </a:p>
        </p:txBody>
      </p:sp>
      <p:sp>
        <p:nvSpPr>
          <p:cNvPr id="803" name="文本框 802"/>
          <p:cNvSpPr txBox="1"/>
          <p:nvPr/>
        </p:nvSpPr>
        <p:spPr>
          <a:xfrm>
            <a:off x="36051861" y="22282784"/>
            <a:ext cx="2996208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</a:rPr>
              <a:t> </a:t>
            </a:r>
            <a:r>
              <a:rPr lang="en-US" altLang="zh-CN" sz="8800" dirty="0">
                <a:solidFill>
                  <a:srgbClr val="F44336"/>
                </a:solidFill>
              </a:rPr>
              <a:t>4601</a:t>
            </a:r>
            <a:endParaRPr lang="en-US" altLang="zh-CN" sz="8800" dirty="0">
              <a:solidFill>
                <a:srgbClr val="F44336"/>
              </a:solidFill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25579070" y="2591435"/>
            <a:ext cx="1999869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b. 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Distribution of QED</a:t>
            </a:r>
            <a:endParaRPr lang="zh-CN" altLang="en-US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>
          <a:xfrm rot="0">
            <a:off x="31312485" y="4423410"/>
            <a:ext cx="16350615" cy="11213465"/>
            <a:chOff x="11207586" y="33204411"/>
            <a:chExt cx="13723583" cy="10954425"/>
          </a:xfrm>
        </p:grpSpPr>
        <p:sp>
          <p:nvSpPr>
            <p:cNvPr id="45" name="任意多边形: 形状 44"/>
            <p:cNvSpPr/>
            <p:nvPr/>
          </p:nvSpPr>
          <p:spPr>
            <a:xfrm>
              <a:off x="11207586" y="42846842"/>
              <a:ext cx="274472" cy="1311994"/>
            </a:xfrm>
            <a:custGeom>
              <a:avLst/>
              <a:gdLst>
                <a:gd name="csX0" fmla="*/ 0 w 274472"/>
                <a:gd name="csY0" fmla="*/ 1311994 h 1311994"/>
                <a:gd name="csX1" fmla="*/ 274472 w 274472"/>
                <a:gd name="csY1" fmla="*/ 1311994 h 1311994"/>
                <a:gd name="csX2" fmla="*/ 274472 w 274472"/>
                <a:gd name="csY2" fmla="*/ 0 h 1311994"/>
                <a:gd name="csX3" fmla="*/ 0 w 274472"/>
                <a:gd name="csY3" fmla="*/ 0 h 1311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311994">
                  <a:moveTo>
                    <a:pt x="0" y="1311994"/>
                  </a:moveTo>
                  <a:lnTo>
                    <a:pt x="274472" y="1311994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46" name="任意多边形: 形状 45"/>
            <p:cNvSpPr/>
            <p:nvPr/>
          </p:nvSpPr>
          <p:spPr>
            <a:xfrm>
              <a:off x="11482058" y="42381058"/>
              <a:ext cx="274471" cy="1777777"/>
            </a:xfrm>
            <a:custGeom>
              <a:avLst/>
              <a:gdLst>
                <a:gd name="csX0" fmla="*/ 0 w 274471"/>
                <a:gd name="csY0" fmla="*/ 1777778 h 1777777"/>
                <a:gd name="csX1" fmla="*/ 274471 w 274471"/>
                <a:gd name="csY1" fmla="*/ 1777778 h 1777777"/>
                <a:gd name="csX2" fmla="*/ 274471 w 274471"/>
                <a:gd name="csY2" fmla="*/ 0 h 1777777"/>
                <a:gd name="csX3" fmla="*/ 0 w 274471"/>
                <a:gd name="csY3" fmla="*/ 0 h 17777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777777">
                  <a:moveTo>
                    <a:pt x="0" y="1777778"/>
                  </a:moveTo>
                  <a:lnTo>
                    <a:pt x="274471" y="1777778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47" name="任意多边形: 形状 46"/>
            <p:cNvSpPr/>
            <p:nvPr/>
          </p:nvSpPr>
          <p:spPr>
            <a:xfrm>
              <a:off x="11756529" y="40274063"/>
              <a:ext cx="274472" cy="3884772"/>
            </a:xfrm>
            <a:custGeom>
              <a:avLst/>
              <a:gdLst>
                <a:gd name="csX0" fmla="*/ 0 w 274472"/>
                <a:gd name="csY0" fmla="*/ 3884773 h 3884772"/>
                <a:gd name="csX1" fmla="*/ 274472 w 274472"/>
                <a:gd name="csY1" fmla="*/ 3884773 h 3884772"/>
                <a:gd name="csX2" fmla="*/ 274472 w 274472"/>
                <a:gd name="csY2" fmla="*/ 0 h 3884772"/>
                <a:gd name="csX3" fmla="*/ 0 w 274472"/>
                <a:gd name="csY3" fmla="*/ 0 h 38847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3884772">
                  <a:moveTo>
                    <a:pt x="0" y="3884773"/>
                  </a:moveTo>
                  <a:lnTo>
                    <a:pt x="274472" y="3884773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48" name="任意多边形: 形状 47"/>
            <p:cNvSpPr/>
            <p:nvPr/>
          </p:nvSpPr>
          <p:spPr>
            <a:xfrm>
              <a:off x="12031001" y="42178651"/>
              <a:ext cx="274471" cy="1980185"/>
            </a:xfrm>
            <a:custGeom>
              <a:avLst/>
              <a:gdLst>
                <a:gd name="csX0" fmla="*/ 0 w 274471"/>
                <a:gd name="csY0" fmla="*/ 1980186 h 1980185"/>
                <a:gd name="csX1" fmla="*/ 274471 w 274471"/>
                <a:gd name="csY1" fmla="*/ 1980186 h 1980185"/>
                <a:gd name="csX2" fmla="*/ 274471 w 274471"/>
                <a:gd name="csY2" fmla="*/ 0 h 1980185"/>
                <a:gd name="csX3" fmla="*/ 0 w 274471"/>
                <a:gd name="csY3" fmla="*/ 0 h 19801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980185">
                  <a:moveTo>
                    <a:pt x="0" y="1980186"/>
                  </a:moveTo>
                  <a:lnTo>
                    <a:pt x="274471" y="1980186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49" name="任意多边形: 形状 48"/>
            <p:cNvSpPr/>
            <p:nvPr/>
          </p:nvSpPr>
          <p:spPr>
            <a:xfrm>
              <a:off x="12305473" y="41946978"/>
              <a:ext cx="274471" cy="2211857"/>
            </a:xfrm>
            <a:custGeom>
              <a:avLst/>
              <a:gdLst>
                <a:gd name="csX0" fmla="*/ 0 w 274471"/>
                <a:gd name="csY0" fmla="*/ 2211858 h 2211857"/>
                <a:gd name="csX1" fmla="*/ 274471 w 274471"/>
                <a:gd name="csY1" fmla="*/ 2211858 h 2211857"/>
                <a:gd name="csX2" fmla="*/ 274471 w 274471"/>
                <a:gd name="csY2" fmla="*/ 0 h 2211857"/>
                <a:gd name="csX3" fmla="*/ 0 w 274471"/>
                <a:gd name="csY3" fmla="*/ 0 h 22118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2211857">
                  <a:moveTo>
                    <a:pt x="0" y="2211858"/>
                  </a:moveTo>
                  <a:lnTo>
                    <a:pt x="274471" y="2211858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0" name="任意多边形: 形状 49"/>
            <p:cNvSpPr/>
            <p:nvPr/>
          </p:nvSpPr>
          <p:spPr>
            <a:xfrm>
              <a:off x="12579944" y="42185967"/>
              <a:ext cx="274472" cy="1972869"/>
            </a:xfrm>
            <a:custGeom>
              <a:avLst/>
              <a:gdLst>
                <a:gd name="csX0" fmla="*/ 0 w 274472"/>
                <a:gd name="csY0" fmla="*/ 1972869 h 1972869"/>
                <a:gd name="csX1" fmla="*/ 274472 w 274472"/>
                <a:gd name="csY1" fmla="*/ 1972869 h 1972869"/>
                <a:gd name="csX2" fmla="*/ 274472 w 274472"/>
                <a:gd name="csY2" fmla="*/ 0 h 1972869"/>
                <a:gd name="csX3" fmla="*/ 0 w 274472"/>
                <a:gd name="csY3" fmla="*/ 0 h 197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972869">
                  <a:moveTo>
                    <a:pt x="0" y="1972869"/>
                  </a:moveTo>
                  <a:lnTo>
                    <a:pt x="274472" y="1972869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1" name="任意多边形: 形状 50"/>
            <p:cNvSpPr/>
            <p:nvPr/>
          </p:nvSpPr>
          <p:spPr>
            <a:xfrm>
              <a:off x="12854416" y="41327561"/>
              <a:ext cx="274471" cy="2831274"/>
            </a:xfrm>
            <a:custGeom>
              <a:avLst/>
              <a:gdLst>
                <a:gd name="csX0" fmla="*/ 0 w 274471"/>
                <a:gd name="csY0" fmla="*/ 2831275 h 2831274"/>
                <a:gd name="csX1" fmla="*/ 274471 w 274471"/>
                <a:gd name="csY1" fmla="*/ 2831275 h 2831274"/>
                <a:gd name="csX2" fmla="*/ 274471 w 274471"/>
                <a:gd name="csY2" fmla="*/ 0 h 2831274"/>
                <a:gd name="csX3" fmla="*/ 0 w 274471"/>
                <a:gd name="csY3" fmla="*/ 0 h 28312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2831274">
                  <a:moveTo>
                    <a:pt x="0" y="2831275"/>
                  </a:moveTo>
                  <a:lnTo>
                    <a:pt x="274471" y="2831275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2" name="任意多边形: 形状 51"/>
            <p:cNvSpPr/>
            <p:nvPr/>
          </p:nvSpPr>
          <p:spPr>
            <a:xfrm>
              <a:off x="13128888" y="42054279"/>
              <a:ext cx="274471" cy="2104557"/>
            </a:xfrm>
            <a:custGeom>
              <a:avLst/>
              <a:gdLst>
                <a:gd name="csX0" fmla="*/ 0 w 274471"/>
                <a:gd name="csY0" fmla="*/ 2104557 h 2104557"/>
                <a:gd name="csX1" fmla="*/ 274471 w 274471"/>
                <a:gd name="csY1" fmla="*/ 2104557 h 2104557"/>
                <a:gd name="csX2" fmla="*/ 274471 w 274471"/>
                <a:gd name="csY2" fmla="*/ 0 h 2104557"/>
                <a:gd name="csX3" fmla="*/ 0 w 274471"/>
                <a:gd name="csY3" fmla="*/ 0 h 2104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2104557">
                  <a:moveTo>
                    <a:pt x="0" y="2104557"/>
                  </a:moveTo>
                  <a:lnTo>
                    <a:pt x="274471" y="2104557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3" name="任意多边形: 形状 52"/>
            <p:cNvSpPr/>
            <p:nvPr/>
          </p:nvSpPr>
          <p:spPr>
            <a:xfrm>
              <a:off x="13403359" y="42544449"/>
              <a:ext cx="274472" cy="1614387"/>
            </a:xfrm>
            <a:custGeom>
              <a:avLst/>
              <a:gdLst>
                <a:gd name="csX0" fmla="*/ 0 w 274472"/>
                <a:gd name="csY0" fmla="*/ 1614388 h 1614387"/>
                <a:gd name="csX1" fmla="*/ 274472 w 274472"/>
                <a:gd name="csY1" fmla="*/ 1614388 h 1614387"/>
                <a:gd name="csX2" fmla="*/ 274472 w 274472"/>
                <a:gd name="csY2" fmla="*/ 0 h 1614387"/>
                <a:gd name="csX3" fmla="*/ 0 w 274472"/>
                <a:gd name="csY3" fmla="*/ 0 h 16143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614387">
                  <a:moveTo>
                    <a:pt x="0" y="1614388"/>
                  </a:moveTo>
                  <a:lnTo>
                    <a:pt x="274472" y="1614388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4" name="任意多边形: 形状 53"/>
            <p:cNvSpPr/>
            <p:nvPr/>
          </p:nvSpPr>
          <p:spPr>
            <a:xfrm>
              <a:off x="13677831" y="42029893"/>
              <a:ext cx="274471" cy="2128943"/>
            </a:xfrm>
            <a:custGeom>
              <a:avLst/>
              <a:gdLst>
                <a:gd name="csX0" fmla="*/ 0 w 274471"/>
                <a:gd name="csY0" fmla="*/ 2128943 h 2128943"/>
                <a:gd name="csX1" fmla="*/ 274471 w 274471"/>
                <a:gd name="csY1" fmla="*/ 2128943 h 2128943"/>
                <a:gd name="csX2" fmla="*/ 274471 w 274471"/>
                <a:gd name="csY2" fmla="*/ 0 h 2128943"/>
                <a:gd name="csX3" fmla="*/ 0 w 274471"/>
                <a:gd name="csY3" fmla="*/ 0 h 21289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2128943">
                  <a:moveTo>
                    <a:pt x="0" y="2128943"/>
                  </a:moveTo>
                  <a:lnTo>
                    <a:pt x="274471" y="212894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5" name="任意多边形: 形状 54"/>
            <p:cNvSpPr/>
            <p:nvPr/>
          </p:nvSpPr>
          <p:spPr>
            <a:xfrm>
              <a:off x="13952303" y="33204411"/>
              <a:ext cx="274471" cy="10954425"/>
            </a:xfrm>
            <a:custGeom>
              <a:avLst/>
              <a:gdLst>
                <a:gd name="csX0" fmla="*/ 0 w 274471"/>
                <a:gd name="csY0" fmla="*/ 10954425 h 10954425"/>
                <a:gd name="csX1" fmla="*/ 274471 w 274471"/>
                <a:gd name="csY1" fmla="*/ 10954425 h 10954425"/>
                <a:gd name="csX2" fmla="*/ 274471 w 274471"/>
                <a:gd name="csY2" fmla="*/ 0 h 10954425"/>
                <a:gd name="csX3" fmla="*/ 0 w 274471"/>
                <a:gd name="csY3" fmla="*/ 0 h 109544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0954425">
                  <a:moveTo>
                    <a:pt x="0" y="10954425"/>
                  </a:moveTo>
                  <a:lnTo>
                    <a:pt x="274471" y="10954425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6" name="任意多边形: 形状 55"/>
            <p:cNvSpPr/>
            <p:nvPr/>
          </p:nvSpPr>
          <p:spPr>
            <a:xfrm>
              <a:off x="14226774" y="42251811"/>
              <a:ext cx="274472" cy="1907025"/>
            </a:xfrm>
            <a:custGeom>
              <a:avLst/>
              <a:gdLst>
                <a:gd name="csX0" fmla="*/ 0 w 274472"/>
                <a:gd name="csY0" fmla="*/ 1907025 h 1907025"/>
                <a:gd name="csX1" fmla="*/ 274472 w 274472"/>
                <a:gd name="csY1" fmla="*/ 1907025 h 1907025"/>
                <a:gd name="csX2" fmla="*/ 274472 w 274472"/>
                <a:gd name="csY2" fmla="*/ 0 h 1907025"/>
                <a:gd name="csX3" fmla="*/ 0 w 274472"/>
                <a:gd name="csY3" fmla="*/ 0 h 19070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907025">
                  <a:moveTo>
                    <a:pt x="0" y="1907025"/>
                  </a:moveTo>
                  <a:lnTo>
                    <a:pt x="274472" y="1907025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7" name="任意多边形: 形状 56"/>
            <p:cNvSpPr/>
            <p:nvPr/>
          </p:nvSpPr>
          <p:spPr>
            <a:xfrm>
              <a:off x="14501246" y="42627363"/>
              <a:ext cx="274471" cy="1531472"/>
            </a:xfrm>
            <a:custGeom>
              <a:avLst/>
              <a:gdLst>
                <a:gd name="csX0" fmla="*/ 0 w 274471"/>
                <a:gd name="csY0" fmla="*/ 1531473 h 1531472"/>
                <a:gd name="csX1" fmla="*/ 274471 w 274471"/>
                <a:gd name="csY1" fmla="*/ 1531473 h 1531472"/>
                <a:gd name="csX2" fmla="*/ 274471 w 274471"/>
                <a:gd name="csY2" fmla="*/ 0 h 1531472"/>
                <a:gd name="csX3" fmla="*/ 0 w 274471"/>
                <a:gd name="csY3" fmla="*/ 0 h 15314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531472">
                  <a:moveTo>
                    <a:pt x="0" y="1531473"/>
                  </a:moveTo>
                  <a:lnTo>
                    <a:pt x="274471" y="153147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8" name="任意多边形: 形状 57"/>
            <p:cNvSpPr/>
            <p:nvPr/>
          </p:nvSpPr>
          <p:spPr>
            <a:xfrm>
              <a:off x="14775718" y="42195721"/>
              <a:ext cx="274472" cy="1963114"/>
            </a:xfrm>
            <a:custGeom>
              <a:avLst/>
              <a:gdLst>
                <a:gd name="csX0" fmla="*/ 0 w 274472"/>
                <a:gd name="csY0" fmla="*/ 1963115 h 1963114"/>
                <a:gd name="csX1" fmla="*/ 274472 w 274472"/>
                <a:gd name="csY1" fmla="*/ 1963115 h 1963114"/>
                <a:gd name="csX2" fmla="*/ 274472 w 274472"/>
                <a:gd name="csY2" fmla="*/ 0 h 1963114"/>
                <a:gd name="csX3" fmla="*/ 0 w 274472"/>
                <a:gd name="csY3" fmla="*/ 0 h 19631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963114">
                  <a:moveTo>
                    <a:pt x="0" y="1963115"/>
                  </a:moveTo>
                  <a:lnTo>
                    <a:pt x="274472" y="1963115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59" name="任意多边形: 形状 58"/>
            <p:cNvSpPr/>
            <p:nvPr/>
          </p:nvSpPr>
          <p:spPr>
            <a:xfrm>
              <a:off x="15050190" y="42273758"/>
              <a:ext cx="274471" cy="1885078"/>
            </a:xfrm>
            <a:custGeom>
              <a:avLst/>
              <a:gdLst>
                <a:gd name="csX0" fmla="*/ 0 w 274471"/>
                <a:gd name="csY0" fmla="*/ 1885079 h 1885078"/>
                <a:gd name="csX1" fmla="*/ 274471 w 274471"/>
                <a:gd name="csY1" fmla="*/ 1885079 h 1885078"/>
                <a:gd name="csX2" fmla="*/ 274471 w 274471"/>
                <a:gd name="csY2" fmla="*/ 0 h 1885078"/>
                <a:gd name="csX3" fmla="*/ 0 w 274471"/>
                <a:gd name="csY3" fmla="*/ 0 h 18850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885078">
                  <a:moveTo>
                    <a:pt x="0" y="1885079"/>
                  </a:moveTo>
                  <a:lnTo>
                    <a:pt x="274471" y="1885079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0" name="任意多边形: 形状 59"/>
            <p:cNvSpPr/>
            <p:nvPr/>
          </p:nvSpPr>
          <p:spPr>
            <a:xfrm>
              <a:off x="15324661" y="42398129"/>
              <a:ext cx="274471" cy="1760707"/>
            </a:xfrm>
            <a:custGeom>
              <a:avLst/>
              <a:gdLst>
                <a:gd name="csX0" fmla="*/ 0 w 274471"/>
                <a:gd name="csY0" fmla="*/ 1760707 h 1760707"/>
                <a:gd name="csX1" fmla="*/ 274471 w 274471"/>
                <a:gd name="csY1" fmla="*/ 1760707 h 1760707"/>
                <a:gd name="csX2" fmla="*/ 274471 w 274471"/>
                <a:gd name="csY2" fmla="*/ 0 h 1760707"/>
                <a:gd name="csX3" fmla="*/ 0 w 274471"/>
                <a:gd name="csY3" fmla="*/ 0 h 176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760707">
                  <a:moveTo>
                    <a:pt x="0" y="1760707"/>
                  </a:moveTo>
                  <a:lnTo>
                    <a:pt x="274471" y="1760707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1" name="任意多边形: 形状 60"/>
            <p:cNvSpPr/>
            <p:nvPr/>
          </p:nvSpPr>
          <p:spPr>
            <a:xfrm>
              <a:off x="15599132" y="42351795"/>
              <a:ext cx="274472" cy="1807040"/>
            </a:xfrm>
            <a:custGeom>
              <a:avLst/>
              <a:gdLst>
                <a:gd name="csX0" fmla="*/ 0 w 274472"/>
                <a:gd name="csY0" fmla="*/ 1807041 h 1807040"/>
                <a:gd name="csX1" fmla="*/ 274472 w 274472"/>
                <a:gd name="csY1" fmla="*/ 1807041 h 1807040"/>
                <a:gd name="csX2" fmla="*/ 274472 w 274472"/>
                <a:gd name="csY2" fmla="*/ 0 h 1807040"/>
                <a:gd name="csX3" fmla="*/ 0 w 274472"/>
                <a:gd name="csY3" fmla="*/ 0 h 1807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807040">
                  <a:moveTo>
                    <a:pt x="0" y="1807041"/>
                  </a:moveTo>
                  <a:lnTo>
                    <a:pt x="274472" y="1807041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2" name="任意多边形: 形状 61"/>
            <p:cNvSpPr/>
            <p:nvPr/>
          </p:nvSpPr>
          <p:spPr>
            <a:xfrm>
              <a:off x="15873605" y="42098175"/>
              <a:ext cx="274472" cy="2060661"/>
            </a:xfrm>
            <a:custGeom>
              <a:avLst/>
              <a:gdLst>
                <a:gd name="csX0" fmla="*/ 0 w 274472"/>
                <a:gd name="csY0" fmla="*/ 2060661 h 2060661"/>
                <a:gd name="csX1" fmla="*/ 274472 w 274472"/>
                <a:gd name="csY1" fmla="*/ 2060661 h 2060661"/>
                <a:gd name="csX2" fmla="*/ 274472 w 274472"/>
                <a:gd name="csY2" fmla="*/ 0 h 2060661"/>
                <a:gd name="csX3" fmla="*/ 0 w 274472"/>
                <a:gd name="csY3" fmla="*/ 0 h 206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2060661">
                  <a:moveTo>
                    <a:pt x="0" y="2060661"/>
                  </a:moveTo>
                  <a:lnTo>
                    <a:pt x="274472" y="2060661"/>
                  </a:lnTo>
                  <a:lnTo>
                    <a:pt x="2744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3" name="任意多边形: 形状 62"/>
            <p:cNvSpPr/>
            <p:nvPr/>
          </p:nvSpPr>
          <p:spPr>
            <a:xfrm>
              <a:off x="16148077" y="42185967"/>
              <a:ext cx="274471" cy="1972869"/>
            </a:xfrm>
            <a:custGeom>
              <a:avLst/>
              <a:gdLst>
                <a:gd name="csX0" fmla="*/ 0 w 274471"/>
                <a:gd name="csY0" fmla="*/ 1972869 h 1972869"/>
                <a:gd name="csX1" fmla="*/ 274471 w 274471"/>
                <a:gd name="csY1" fmla="*/ 1972869 h 1972869"/>
                <a:gd name="csX2" fmla="*/ 274471 w 274471"/>
                <a:gd name="csY2" fmla="*/ 0 h 1972869"/>
                <a:gd name="csX3" fmla="*/ 0 w 274471"/>
                <a:gd name="csY3" fmla="*/ 0 h 19728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972869">
                  <a:moveTo>
                    <a:pt x="0" y="1972869"/>
                  </a:moveTo>
                  <a:lnTo>
                    <a:pt x="274471" y="1972869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04" name="任意多边形: 形状 1903"/>
            <p:cNvSpPr/>
            <p:nvPr/>
          </p:nvSpPr>
          <p:spPr>
            <a:xfrm>
              <a:off x="16422548" y="42446902"/>
              <a:ext cx="274471" cy="1711933"/>
            </a:xfrm>
            <a:custGeom>
              <a:avLst/>
              <a:gdLst>
                <a:gd name="csX0" fmla="*/ 0 w 274471"/>
                <a:gd name="csY0" fmla="*/ 1711934 h 1711933"/>
                <a:gd name="csX1" fmla="*/ 274471 w 274471"/>
                <a:gd name="csY1" fmla="*/ 1711934 h 1711933"/>
                <a:gd name="csX2" fmla="*/ 274471 w 274471"/>
                <a:gd name="csY2" fmla="*/ 0 h 1711933"/>
                <a:gd name="csX3" fmla="*/ 0 w 274471"/>
                <a:gd name="csY3" fmla="*/ 0 h 17119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711933">
                  <a:moveTo>
                    <a:pt x="0" y="1711934"/>
                  </a:moveTo>
                  <a:lnTo>
                    <a:pt x="274471" y="1711934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05" name="任意多边形: 形状 1904"/>
            <p:cNvSpPr/>
            <p:nvPr/>
          </p:nvSpPr>
          <p:spPr>
            <a:xfrm>
              <a:off x="16697020" y="42317654"/>
              <a:ext cx="274471" cy="1841182"/>
            </a:xfrm>
            <a:custGeom>
              <a:avLst/>
              <a:gdLst>
                <a:gd name="csX0" fmla="*/ 0 w 274471"/>
                <a:gd name="csY0" fmla="*/ 1841183 h 1841182"/>
                <a:gd name="csX1" fmla="*/ 274471 w 274471"/>
                <a:gd name="csY1" fmla="*/ 1841183 h 1841182"/>
                <a:gd name="csX2" fmla="*/ 274471 w 274471"/>
                <a:gd name="csY2" fmla="*/ 0 h 1841182"/>
                <a:gd name="csX3" fmla="*/ 0 w 274471"/>
                <a:gd name="csY3" fmla="*/ 0 h 18411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841182">
                  <a:moveTo>
                    <a:pt x="0" y="1841183"/>
                  </a:moveTo>
                  <a:lnTo>
                    <a:pt x="274471" y="184118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06" name="任意多边形: 形状 1905"/>
            <p:cNvSpPr/>
            <p:nvPr/>
          </p:nvSpPr>
          <p:spPr>
            <a:xfrm>
              <a:off x="16971491" y="42461534"/>
              <a:ext cx="274471" cy="1697302"/>
            </a:xfrm>
            <a:custGeom>
              <a:avLst/>
              <a:gdLst>
                <a:gd name="csX0" fmla="*/ 0 w 274471"/>
                <a:gd name="csY0" fmla="*/ 1697302 h 1697302"/>
                <a:gd name="csX1" fmla="*/ 274471 w 274471"/>
                <a:gd name="csY1" fmla="*/ 1697302 h 1697302"/>
                <a:gd name="csX2" fmla="*/ 274471 w 274471"/>
                <a:gd name="csY2" fmla="*/ 0 h 1697302"/>
                <a:gd name="csX3" fmla="*/ 0 w 274471"/>
                <a:gd name="csY3" fmla="*/ 0 h 16973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697302">
                  <a:moveTo>
                    <a:pt x="0" y="1697302"/>
                  </a:moveTo>
                  <a:lnTo>
                    <a:pt x="274471" y="1697302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07" name="任意多边形: 形状 1906"/>
            <p:cNvSpPr/>
            <p:nvPr/>
          </p:nvSpPr>
          <p:spPr>
            <a:xfrm>
              <a:off x="17245962" y="42398129"/>
              <a:ext cx="274471" cy="1760707"/>
            </a:xfrm>
            <a:custGeom>
              <a:avLst/>
              <a:gdLst>
                <a:gd name="csX0" fmla="*/ 0 w 274471"/>
                <a:gd name="csY0" fmla="*/ 1760707 h 1760707"/>
                <a:gd name="csX1" fmla="*/ 274471 w 274471"/>
                <a:gd name="csY1" fmla="*/ 1760707 h 1760707"/>
                <a:gd name="csX2" fmla="*/ 274471 w 274471"/>
                <a:gd name="csY2" fmla="*/ 0 h 1760707"/>
                <a:gd name="csX3" fmla="*/ 0 w 274471"/>
                <a:gd name="csY3" fmla="*/ 0 h 1760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760707">
                  <a:moveTo>
                    <a:pt x="0" y="1760707"/>
                  </a:moveTo>
                  <a:lnTo>
                    <a:pt x="274471" y="1760707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08" name="任意多边形: 形状 1907"/>
            <p:cNvSpPr/>
            <p:nvPr/>
          </p:nvSpPr>
          <p:spPr>
            <a:xfrm>
              <a:off x="17520434" y="42593222"/>
              <a:ext cx="274472" cy="1565614"/>
            </a:xfrm>
            <a:custGeom>
              <a:avLst/>
              <a:gdLst>
                <a:gd name="csX0" fmla="*/ 0 w 274472"/>
                <a:gd name="csY0" fmla="*/ 1565614 h 1565614"/>
                <a:gd name="csX1" fmla="*/ 274473 w 274472"/>
                <a:gd name="csY1" fmla="*/ 1565614 h 1565614"/>
                <a:gd name="csX2" fmla="*/ 274473 w 274472"/>
                <a:gd name="csY2" fmla="*/ 0 h 1565614"/>
                <a:gd name="csX3" fmla="*/ 0 w 274472"/>
                <a:gd name="csY3" fmla="*/ 0 h 15656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565614">
                  <a:moveTo>
                    <a:pt x="0" y="1565614"/>
                  </a:moveTo>
                  <a:lnTo>
                    <a:pt x="274473" y="1565614"/>
                  </a:lnTo>
                  <a:lnTo>
                    <a:pt x="274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09" name="任意多边形: 形状 1908"/>
            <p:cNvSpPr/>
            <p:nvPr/>
          </p:nvSpPr>
          <p:spPr>
            <a:xfrm>
              <a:off x="17794907" y="42734664"/>
              <a:ext cx="274471" cy="1424172"/>
            </a:xfrm>
            <a:custGeom>
              <a:avLst/>
              <a:gdLst>
                <a:gd name="csX0" fmla="*/ 0 w 274471"/>
                <a:gd name="csY0" fmla="*/ 1424172 h 1424172"/>
                <a:gd name="csX1" fmla="*/ 274471 w 274471"/>
                <a:gd name="csY1" fmla="*/ 1424172 h 1424172"/>
                <a:gd name="csX2" fmla="*/ 274471 w 274471"/>
                <a:gd name="csY2" fmla="*/ 0 h 1424172"/>
                <a:gd name="csX3" fmla="*/ 0 w 274471"/>
                <a:gd name="csY3" fmla="*/ 0 h 142417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424172">
                  <a:moveTo>
                    <a:pt x="0" y="1424172"/>
                  </a:moveTo>
                  <a:lnTo>
                    <a:pt x="274471" y="1424172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0" name="任意多边形: 形状 1909"/>
            <p:cNvSpPr/>
            <p:nvPr/>
          </p:nvSpPr>
          <p:spPr>
            <a:xfrm>
              <a:off x="18069378" y="42668820"/>
              <a:ext cx="274471" cy="1490016"/>
            </a:xfrm>
            <a:custGeom>
              <a:avLst/>
              <a:gdLst>
                <a:gd name="csX0" fmla="*/ 0 w 274471"/>
                <a:gd name="csY0" fmla="*/ 1490016 h 1490016"/>
                <a:gd name="csX1" fmla="*/ 274471 w 274471"/>
                <a:gd name="csY1" fmla="*/ 1490016 h 1490016"/>
                <a:gd name="csX2" fmla="*/ 274471 w 274471"/>
                <a:gd name="csY2" fmla="*/ 0 h 1490016"/>
                <a:gd name="csX3" fmla="*/ 0 w 274471"/>
                <a:gd name="csY3" fmla="*/ 0 h 14900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490016">
                  <a:moveTo>
                    <a:pt x="0" y="1490016"/>
                  </a:moveTo>
                  <a:lnTo>
                    <a:pt x="274471" y="1490016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1" name="任意多边形: 形状 1910"/>
            <p:cNvSpPr/>
            <p:nvPr/>
          </p:nvSpPr>
          <p:spPr>
            <a:xfrm>
              <a:off x="18343849" y="42915124"/>
              <a:ext cx="274471" cy="1243712"/>
            </a:xfrm>
            <a:custGeom>
              <a:avLst/>
              <a:gdLst>
                <a:gd name="csX0" fmla="*/ 0 w 274471"/>
                <a:gd name="csY0" fmla="*/ 1243712 h 1243712"/>
                <a:gd name="csX1" fmla="*/ 274471 w 274471"/>
                <a:gd name="csY1" fmla="*/ 1243712 h 1243712"/>
                <a:gd name="csX2" fmla="*/ 274471 w 274471"/>
                <a:gd name="csY2" fmla="*/ 0 h 1243712"/>
                <a:gd name="csX3" fmla="*/ 0 w 274471"/>
                <a:gd name="csY3" fmla="*/ 0 h 1243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243712">
                  <a:moveTo>
                    <a:pt x="0" y="1243712"/>
                  </a:moveTo>
                  <a:lnTo>
                    <a:pt x="274471" y="1243712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2" name="任意多边形: 形状 1911"/>
            <p:cNvSpPr/>
            <p:nvPr/>
          </p:nvSpPr>
          <p:spPr>
            <a:xfrm>
              <a:off x="18618321" y="42846842"/>
              <a:ext cx="274471" cy="1311994"/>
            </a:xfrm>
            <a:custGeom>
              <a:avLst/>
              <a:gdLst>
                <a:gd name="csX0" fmla="*/ 0 w 274471"/>
                <a:gd name="csY0" fmla="*/ 1311994 h 1311994"/>
                <a:gd name="csX1" fmla="*/ 274471 w 274471"/>
                <a:gd name="csY1" fmla="*/ 1311994 h 1311994"/>
                <a:gd name="csX2" fmla="*/ 274471 w 274471"/>
                <a:gd name="csY2" fmla="*/ 0 h 1311994"/>
                <a:gd name="csX3" fmla="*/ 0 w 274471"/>
                <a:gd name="csY3" fmla="*/ 0 h 13119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311994">
                  <a:moveTo>
                    <a:pt x="0" y="1311994"/>
                  </a:moveTo>
                  <a:lnTo>
                    <a:pt x="274471" y="1311994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3" name="任意多边形: 形状 1912"/>
            <p:cNvSpPr/>
            <p:nvPr/>
          </p:nvSpPr>
          <p:spPr>
            <a:xfrm>
              <a:off x="18892792" y="42966335"/>
              <a:ext cx="274471" cy="1192501"/>
            </a:xfrm>
            <a:custGeom>
              <a:avLst/>
              <a:gdLst>
                <a:gd name="csX0" fmla="*/ 0 w 274471"/>
                <a:gd name="csY0" fmla="*/ 1192501 h 1192501"/>
                <a:gd name="csX1" fmla="*/ 274471 w 274471"/>
                <a:gd name="csY1" fmla="*/ 1192501 h 1192501"/>
                <a:gd name="csX2" fmla="*/ 274471 w 274471"/>
                <a:gd name="csY2" fmla="*/ 0 h 1192501"/>
                <a:gd name="csX3" fmla="*/ 0 w 274471"/>
                <a:gd name="csY3" fmla="*/ 0 h 11925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192501">
                  <a:moveTo>
                    <a:pt x="0" y="1192501"/>
                  </a:moveTo>
                  <a:lnTo>
                    <a:pt x="274471" y="1192501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4" name="任意多边形: 形状 1913"/>
            <p:cNvSpPr/>
            <p:nvPr/>
          </p:nvSpPr>
          <p:spPr>
            <a:xfrm>
              <a:off x="19167264" y="42578590"/>
              <a:ext cx="274472" cy="1580245"/>
            </a:xfrm>
            <a:custGeom>
              <a:avLst/>
              <a:gdLst>
                <a:gd name="csX0" fmla="*/ 0 w 274472"/>
                <a:gd name="csY0" fmla="*/ 1580246 h 1580245"/>
                <a:gd name="csX1" fmla="*/ 274473 w 274472"/>
                <a:gd name="csY1" fmla="*/ 1580246 h 1580245"/>
                <a:gd name="csX2" fmla="*/ 274473 w 274472"/>
                <a:gd name="csY2" fmla="*/ 0 h 1580245"/>
                <a:gd name="csX3" fmla="*/ 0 w 274472"/>
                <a:gd name="csY3" fmla="*/ 0 h 15802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580245">
                  <a:moveTo>
                    <a:pt x="0" y="1580246"/>
                  </a:moveTo>
                  <a:lnTo>
                    <a:pt x="274473" y="1580246"/>
                  </a:lnTo>
                  <a:lnTo>
                    <a:pt x="274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5" name="任意多边形: 形状 1914"/>
            <p:cNvSpPr/>
            <p:nvPr/>
          </p:nvSpPr>
          <p:spPr>
            <a:xfrm>
              <a:off x="19441737" y="42573712"/>
              <a:ext cx="274471" cy="1585124"/>
            </a:xfrm>
            <a:custGeom>
              <a:avLst/>
              <a:gdLst>
                <a:gd name="csX0" fmla="*/ 0 w 274471"/>
                <a:gd name="csY0" fmla="*/ 1585125 h 1585124"/>
                <a:gd name="csX1" fmla="*/ 274471 w 274471"/>
                <a:gd name="csY1" fmla="*/ 1585125 h 1585124"/>
                <a:gd name="csX2" fmla="*/ 274471 w 274471"/>
                <a:gd name="csY2" fmla="*/ 0 h 1585124"/>
                <a:gd name="csX3" fmla="*/ 0 w 274471"/>
                <a:gd name="csY3" fmla="*/ 0 h 15851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585124">
                  <a:moveTo>
                    <a:pt x="0" y="1585125"/>
                  </a:moveTo>
                  <a:lnTo>
                    <a:pt x="274471" y="1585125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6" name="任意多边形: 形状 1915"/>
            <p:cNvSpPr/>
            <p:nvPr/>
          </p:nvSpPr>
          <p:spPr>
            <a:xfrm>
              <a:off x="19716208" y="42807823"/>
              <a:ext cx="274471" cy="1351012"/>
            </a:xfrm>
            <a:custGeom>
              <a:avLst/>
              <a:gdLst>
                <a:gd name="csX0" fmla="*/ 0 w 274471"/>
                <a:gd name="csY0" fmla="*/ 1351013 h 1351012"/>
                <a:gd name="csX1" fmla="*/ 274471 w 274471"/>
                <a:gd name="csY1" fmla="*/ 1351013 h 1351012"/>
                <a:gd name="csX2" fmla="*/ 274471 w 274471"/>
                <a:gd name="csY2" fmla="*/ 0 h 1351012"/>
                <a:gd name="csX3" fmla="*/ 0 w 274471"/>
                <a:gd name="csY3" fmla="*/ 0 h 13510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351012">
                  <a:moveTo>
                    <a:pt x="0" y="1351013"/>
                  </a:moveTo>
                  <a:lnTo>
                    <a:pt x="274471" y="135101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7" name="任意多边形: 形状 1916"/>
            <p:cNvSpPr/>
            <p:nvPr/>
          </p:nvSpPr>
          <p:spPr>
            <a:xfrm>
              <a:off x="19990679" y="42922440"/>
              <a:ext cx="274471" cy="1236395"/>
            </a:xfrm>
            <a:custGeom>
              <a:avLst/>
              <a:gdLst>
                <a:gd name="csX0" fmla="*/ 0 w 274471"/>
                <a:gd name="csY0" fmla="*/ 1236396 h 1236395"/>
                <a:gd name="csX1" fmla="*/ 274471 w 274471"/>
                <a:gd name="csY1" fmla="*/ 1236396 h 1236395"/>
                <a:gd name="csX2" fmla="*/ 274471 w 274471"/>
                <a:gd name="csY2" fmla="*/ 0 h 1236395"/>
                <a:gd name="csX3" fmla="*/ 0 w 274471"/>
                <a:gd name="csY3" fmla="*/ 0 h 12363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236395">
                  <a:moveTo>
                    <a:pt x="0" y="1236396"/>
                  </a:moveTo>
                  <a:lnTo>
                    <a:pt x="274471" y="1236396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8" name="任意多边形: 形状 1917"/>
            <p:cNvSpPr/>
            <p:nvPr/>
          </p:nvSpPr>
          <p:spPr>
            <a:xfrm>
              <a:off x="20265151" y="41729939"/>
              <a:ext cx="274471" cy="2428897"/>
            </a:xfrm>
            <a:custGeom>
              <a:avLst/>
              <a:gdLst>
                <a:gd name="csX0" fmla="*/ 0 w 274471"/>
                <a:gd name="csY0" fmla="*/ 2428897 h 2428897"/>
                <a:gd name="csX1" fmla="*/ 274471 w 274471"/>
                <a:gd name="csY1" fmla="*/ 2428897 h 2428897"/>
                <a:gd name="csX2" fmla="*/ 274471 w 274471"/>
                <a:gd name="csY2" fmla="*/ 0 h 2428897"/>
                <a:gd name="csX3" fmla="*/ 0 w 274471"/>
                <a:gd name="csY3" fmla="*/ 0 h 24288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2428897">
                  <a:moveTo>
                    <a:pt x="0" y="2428897"/>
                  </a:moveTo>
                  <a:lnTo>
                    <a:pt x="274471" y="2428897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919" name="任意多边形: 形状 1918"/>
            <p:cNvSpPr/>
            <p:nvPr/>
          </p:nvSpPr>
          <p:spPr>
            <a:xfrm>
              <a:off x="20539622" y="42590782"/>
              <a:ext cx="274472" cy="1568053"/>
            </a:xfrm>
            <a:custGeom>
              <a:avLst/>
              <a:gdLst>
                <a:gd name="csX0" fmla="*/ 0 w 274472"/>
                <a:gd name="csY0" fmla="*/ 1568054 h 1568053"/>
                <a:gd name="csX1" fmla="*/ 274473 w 274472"/>
                <a:gd name="csY1" fmla="*/ 1568054 h 1568053"/>
                <a:gd name="csX2" fmla="*/ 274473 w 274472"/>
                <a:gd name="csY2" fmla="*/ 0 h 1568053"/>
                <a:gd name="csX3" fmla="*/ 0 w 274472"/>
                <a:gd name="csY3" fmla="*/ 0 h 15680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1568053">
                  <a:moveTo>
                    <a:pt x="0" y="1568054"/>
                  </a:moveTo>
                  <a:lnTo>
                    <a:pt x="274473" y="1568054"/>
                  </a:lnTo>
                  <a:lnTo>
                    <a:pt x="274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4" name="任意多边形: 形状 63"/>
            <p:cNvSpPr/>
            <p:nvPr/>
          </p:nvSpPr>
          <p:spPr>
            <a:xfrm>
              <a:off x="20814095" y="42710277"/>
              <a:ext cx="274471" cy="1448559"/>
            </a:xfrm>
            <a:custGeom>
              <a:avLst/>
              <a:gdLst>
                <a:gd name="csX0" fmla="*/ 0 w 274471"/>
                <a:gd name="csY0" fmla="*/ 1448559 h 1448559"/>
                <a:gd name="csX1" fmla="*/ 274471 w 274471"/>
                <a:gd name="csY1" fmla="*/ 1448559 h 1448559"/>
                <a:gd name="csX2" fmla="*/ 274471 w 274471"/>
                <a:gd name="csY2" fmla="*/ 0 h 1448559"/>
                <a:gd name="csX3" fmla="*/ 0 w 274471"/>
                <a:gd name="csY3" fmla="*/ 0 h 14485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448559">
                  <a:moveTo>
                    <a:pt x="0" y="1448559"/>
                  </a:moveTo>
                  <a:lnTo>
                    <a:pt x="274471" y="1448559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5" name="任意多边形: 形状 64"/>
            <p:cNvSpPr/>
            <p:nvPr/>
          </p:nvSpPr>
          <p:spPr>
            <a:xfrm>
              <a:off x="21088566" y="42663943"/>
              <a:ext cx="274471" cy="1494893"/>
            </a:xfrm>
            <a:custGeom>
              <a:avLst/>
              <a:gdLst>
                <a:gd name="csX0" fmla="*/ 0 w 274471"/>
                <a:gd name="csY0" fmla="*/ 1494893 h 1494893"/>
                <a:gd name="csX1" fmla="*/ 274471 w 274471"/>
                <a:gd name="csY1" fmla="*/ 1494893 h 1494893"/>
                <a:gd name="csX2" fmla="*/ 274471 w 274471"/>
                <a:gd name="csY2" fmla="*/ 0 h 1494893"/>
                <a:gd name="csX3" fmla="*/ 0 w 274471"/>
                <a:gd name="csY3" fmla="*/ 0 h 14948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494893">
                  <a:moveTo>
                    <a:pt x="0" y="1494893"/>
                  </a:moveTo>
                  <a:lnTo>
                    <a:pt x="274471" y="149489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6" name="任意多边形: 形状 65"/>
            <p:cNvSpPr/>
            <p:nvPr/>
          </p:nvSpPr>
          <p:spPr>
            <a:xfrm>
              <a:off x="21363038" y="42737102"/>
              <a:ext cx="274471" cy="1421734"/>
            </a:xfrm>
            <a:custGeom>
              <a:avLst/>
              <a:gdLst>
                <a:gd name="csX0" fmla="*/ 0 w 274471"/>
                <a:gd name="csY0" fmla="*/ 1421734 h 1421734"/>
                <a:gd name="csX1" fmla="*/ 274471 w 274471"/>
                <a:gd name="csY1" fmla="*/ 1421734 h 1421734"/>
                <a:gd name="csX2" fmla="*/ 274471 w 274471"/>
                <a:gd name="csY2" fmla="*/ 0 h 1421734"/>
                <a:gd name="csX3" fmla="*/ 0 w 274471"/>
                <a:gd name="csY3" fmla="*/ 0 h 14217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421734">
                  <a:moveTo>
                    <a:pt x="0" y="1421734"/>
                  </a:moveTo>
                  <a:lnTo>
                    <a:pt x="274471" y="1421734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7" name="任意多边形: 形状 66"/>
            <p:cNvSpPr/>
            <p:nvPr/>
          </p:nvSpPr>
          <p:spPr>
            <a:xfrm>
              <a:off x="21637509" y="42812700"/>
              <a:ext cx="274471" cy="1346135"/>
            </a:xfrm>
            <a:custGeom>
              <a:avLst/>
              <a:gdLst>
                <a:gd name="csX0" fmla="*/ 0 w 274471"/>
                <a:gd name="csY0" fmla="*/ 1346136 h 1346135"/>
                <a:gd name="csX1" fmla="*/ 274471 w 274471"/>
                <a:gd name="csY1" fmla="*/ 1346136 h 1346135"/>
                <a:gd name="csX2" fmla="*/ 274471 w 274471"/>
                <a:gd name="csY2" fmla="*/ 0 h 1346135"/>
                <a:gd name="csX3" fmla="*/ 0 w 274471"/>
                <a:gd name="csY3" fmla="*/ 0 h 13461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346135">
                  <a:moveTo>
                    <a:pt x="0" y="1346136"/>
                  </a:moveTo>
                  <a:lnTo>
                    <a:pt x="274471" y="1346136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8" name="任意多边形: 形状 67"/>
            <p:cNvSpPr/>
            <p:nvPr/>
          </p:nvSpPr>
          <p:spPr>
            <a:xfrm>
              <a:off x="21911981" y="43032179"/>
              <a:ext cx="274471" cy="1126657"/>
            </a:xfrm>
            <a:custGeom>
              <a:avLst/>
              <a:gdLst>
                <a:gd name="csX0" fmla="*/ 0 w 274471"/>
                <a:gd name="csY0" fmla="*/ 1126657 h 1126657"/>
                <a:gd name="csX1" fmla="*/ 274471 w 274471"/>
                <a:gd name="csY1" fmla="*/ 1126657 h 1126657"/>
                <a:gd name="csX2" fmla="*/ 274471 w 274471"/>
                <a:gd name="csY2" fmla="*/ 0 h 1126657"/>
                <a:gd name="csX3" fmla="*/ 0 w 274471"/>
                <a:gd name="csY3" fmla="*/ 0 h 11266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126657">
                  <a:moveTo>
                    <a:pt x="0" y="1126657"/>
                  </a:moveTo>
                  <a:lnTo>
                    <a:pt x="274471" y="1126657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69" name="任意多边形: 形状 68"/>
            <p:cNvSpPr/>
            <p:nvPr/>
          </p:nvSpPr>
          <p:spPr>
            <a:xfrm>
              <a:off x="22186452" y="43283360"/>
              <a:ext cx="274472" cy="875476"/>
            </a:xfrm>
            <a:custGeom>
              <a:avLst/>
              <a:gdLst>
                <a:gd name="csX0" fmla="*/ 0 w 274472"/>
                <a:gd name="csY0" fmla="*/ 875476 h 875476"/>
                <a:gd name="csX1" fmla="*/ 274473 w 274472"/>
                <a:gd name="csY1" fmla="*/ 875476 h 875476"/>
                <a:gd name="csX2" fmla="*/ 274473 w 274472"/>
                <a:gd name="csY2" fmla="*/ 0 h 875476"/>
                <a:gd name="csX3" fmla="*/ 0 w 274472"/>
                <a:gd name="csY3" fmla="*/ 0 h 8754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875476">
                  <a:moveTo>
                    <a:pt x="0" y="875476"/>
                  </a:moveTo>
                  <a:lnTo>
                    <a:pt x="274473" y="875476"/>
                  </a:lnTo>
                  <a:lnTo>
                    <a:pt x="274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0" name="任意多边形: 形状 69"/>
            <p:cNvSpPr/>
            <p:nvPr/>
          </p:nvSpPr>
          <p:spPr>
            <a:xfrm>
              <a:off x="22460925" y="43154111"/>
              <a:ext cx="274471" cy="1004725"/>
            </a:xfrm>
            <a:custGeom>
              <a:avLst/>
              <a:gdLst>
                <a:gd name="csX0" fmla="*/ 0 w 274471"/>
                <a:gd name="csY0" fmla="*/ 1004725 h 1004725"/>
                <a:gd name="csX1" fmla="*/ 274471 w 274471"/>
                <a:gd name="csY1" fmla="*/ 1004725 h 1004725"/>
                <a:gd name="csX2" fmla="*/ 274471 w 274471"/>
                <a:gd name="csY2" fmla="*/ 0 h 1004725"/>
                <a:gd name="csX3" fmla="*/ 0 w 274471"/>
                <a:gd name="csY3" fmla="*/ 0 h 10047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004725">
                  <a:moveTo>
                    <a:pt x="0" y="1004725"/>
                  </a:moveTo>
                  <a:lnTo>
                    <a:pt x="274471" y="1004725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1" name="任意多边形: 形状 70"/>
            <p:cNvSpPr/>
            <p:nvPr/>
          </p:nvSpPr>
          <p:spPr>
            <a:xfrm>
              <a:off x="22735396" y="43297993"/>
              <a:ext cx="274471" cy="860843"/>
            </a:xfrm>
            <a:custGeom>
              <a:avLst/>
              <a:gdLst>
                <a:gd name="csX0" fmla="*/ 0 w 274471"/>
                <a:gd name="csY0" fmla="*/ 860843 h 860843"/>
                <a:gd name="csX1" fmla="*/ 274471 w 274471"/>
                <a:gd name="csY1" fmla="*/ 860843 h 860843"/>
                <a:gd name="csX2" fmla="*/ 274471 w 274471"/>
                <a:gd name="csY2" fmla="*/ 0 h 860843"/>
                <a:gd name="csX3" fmla="*/ 0 w 274471"/>
                <a:gd name="csY3" fmla="*/ 0 h 8608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860843">
                  <a:moveTo>
                    <a:pt x="0" y="860843"/>
                  </a:moveTo>
                  <a:lnTo>
                    <a:pt x="274471" y="86084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2" name="任意多边形: 形状 71"/>
            <p:cNvSpPr/>
            <p:nvPr/>
          </p:nvSpPr>
          <p:spPr>
            <a:xfrm>
              <a:off x="23009868" y="43212639"/>
              <a:ext cx="274471" cy="946197"/>
            </a:xfrm>
            <a:custGeom>
              <a:avLst/>
              <a:gdLst>
                <a:gd name="csX0" fmla="*/ 0 w 274471"/>
                <a:gd name="csY0" fmla="*/ 946198 h 946197"/>
                <a:gd name="csX1" fmla="*/ 274471 w 274471"/>
                <a:gd name="csY1" fmla="*/ 946198 h 946197"/>
                <a:gd name="csX2" fmla="*/ 274471 w 274471"/>
                <a:gd name="csY2" fmla="*/ 0 h 946197"/>
                <a:gd name="csX3" fmla="*/ 0 w 274471"/>
                <a:gd name="csY3" fmla="*/ 0 h 9461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946197">
                  <a:moveTo>
                    <a:pt x="0" y="946198"/>
                  </a:moveTo>
                  <a:lnTo>
                    <a:pt x="274471" y="946198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3" name="任意多边形: 形状 122"/>
            <p:cNvSpPr/>
            <p:nvPr/>
          </p:nvSpPr>
          <p:spPr>
            <a:xfrm>
              <a:off x="23284339" y="43354081"/>
              <a:ext cx="274471" cy="804755"/>
            </a:xfrm>
            <a:custGeom>
              <a:avLst/>
              <a:gdLst>
                <a:gd name="csX0" fmla="*/ 0 w 274471"/>
                <a:gd name="csY0" fmla="*/ 804755 h 804755"/>
                <a:gd name="csX1" fmla="*/ 274471 w 274471"/>
                <a:gd name="csY1" fmla="*/ 804755 h 804755"/>
                <a:gd name="csX2" fmla="*/ 274471 w 274471"/>
                <a:gd name="csY2" fmla="*/ 0 h 804755"/>
                <a:gd name="csX3" fmla="*/ 0 w 274471"/>
                <a:gd name="csY3" fmla="*/ 0 h 8047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804755">
                  <a:moveTo>
                    <a:pt x="0" y="804755"/>
                  </a:moveTo>
                  <a:lnTo>
                    <a:pt x="274471" y="804755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4" name="任意多边形: 形状 123"/>
            <p:cNvSpPr/>
            <p:nvPr/>
          </p:nvSpPr>
          <p:spPr>
            <a:xfrm>
              <a:off x="23558811" y="43319939"/>
              <a:ext cx="274472" cy="838896"/>
            </a:xfrm>
            <a:custGeom>
              <a:avLst/>
              <a:gdLst>
                <a:gd name="csX0" fmla="*/ 0 w 274472"/>
                <a:gd name="csY0" fmla="*/ 838897 h 838896"/>
                <a:gd name="csX1" fmla="*/ 274473 w 274472"/>
                <a:gd name="csY1" fmla="*/ 838897 h 838896"/>
                <a:gd name="csX2" fmla="*/ 274473 w 274472"/>
                <a:gd name="csY2" fmla="*/ 0 h 838896"/>
                <a:gd name="csX3" fmla="*/ 0 w 274472"/>
                <a:gd name="csY3" fmla="*/ 0 h 8388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2" h="838896">
                  <a:moveTo>
                    <a:pt x="0" y="838897"/>
                  </a:moveTo>
                  <a:lnTo>
                    <a:pt x="274473" y="838897"/>
                  </a:lnTo>
                  <a:lnTo>
                    <a:pt x="27447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5" name="任意多边形: 形状 124"/>
            <p:cNvSpPr/>
            <p:nvPr/>
          </p:nvSpPr>
          <p:spPr>
            <a:xfrm>
              <a:off x="23833283" y="43493084"/>
              <a:ext cx="274471" cy="665752"/>
            </a:xfrm>
            <a:custGeom>
              <a:avLst/>
              <a:gdLst>
                <a:gd name="csX0" fmla="*/ 0 w 274471"/>
                <a:gd name="csY0" fmla="*/ 665752 h 665752"/>
                <a:gd name="csX1" fmla="*/ 274471 w 274471"/>
                <a:gd name="csY1" fmla="*/ 665752 h 665752"/>
                <a:gd name="csX2" fmla="*/ 274471 w 274471"/>
                <a:gd name="csY2" fmla="*/ 0 h 665752"/>
                <a:gd name="csX3" fmla="*/ 0 w 274471"/>
                <a:gd name="csY3" fmla="*/ 0 h 665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665752">
                  <a:moveTo>
                    <a:pt x="0" y="665752"/>
                  </a:moveTo>
                  <a:lnTo>
                    <a:pt x="274471" y="665752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7" name="任意多边形: 形状 126"/>
            <p:cNvSpPr/>
            <p:nvPr/>
          </p:nvSpPr>
          <p:spPr>
            <a:xfrm>
              <a:off x="24107755" y="43639403"/>
              <a:ext cx="274471" cy="519432"/>
            </a:xfrm>
            <a:custGeom>
              <a:avLst/>
              <a:gdLst>
                <a:gd name="csX0" fmla="*/ 0 w 274471"/>
                <a:gd name="csY0" fmla="*/ 519433 h 519432"/>
                <a:gd name="csX1" fmla="*/ 274471 w 274471"/>
                <a:gd name="csY1" fmla="*/ 519433 h 519432"/>
                <a:gd name="csX2" fmla="*/ 274471 w 274471"/>
                <a:gd name="csY2" fmla="*/ 0 h 519432"/>
                <a:gd name="csX3" fmla="*/ 0 w 274471"/>
                <a:gd name="csY3" fmla="*/ 0 h 5194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519432">
                  <a:moveTo>
                    <a:pt x="0" y="519433"/>
                  </a:moveTo>
                  <a:lnTo>
                    <a:pt x="274471" y="51943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8" name="任意多边形: 形状 127"/>
            <p:cNvSpPr/>
            <p:nvPr/>
          </p:nvSpPr>
          <p:spPr>
            <a:xfrm>
              <a:off x="24382226" y="43824740"/>
              <a:ext cx="274471" cy="334095"/>
            </a:xfrm>
            <a:custGeom>
              <a:avLst/>
              <a:gdLst>
                <a:gd name="csX0" fmla="*/ 0 w 274471"/>
                <a:gd name="csY0" fmla="*/ 334096 h 334095"/>
                <a:gd name="csX1" fmla="*/ 274471 w 274471"/>
                <a:gd name="csY1" fmla="*/ 334096 h 334095"/>
                <a:gd name="csX2" fmla="*/ 274471 w 274471"/>
                <a:gd name="csY2" fmla="*/ 0 h 334095"/>
                <a:gd name="csX3" fmla="*/ 0 w 274471"/>
                <a:gd name="csY3" fmla="*/ 0 h 3340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334095">
                  <a:moveTo>
                    <a:pt x="0" y="334096"/>
                  </a:moveTo>
                  <a:lnTo>
                    <a:pt x="274471" y="334096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9" name="任意多边形: 形状 128"/>
            <p:cNvSpPr/>
            <p:nvPr/>
          </p:nvSpPr>
          <p:spPr>
            <a:xfrm>
              <a:off x="24656698" y="43983254"/>
              <a:ext cx="274471" cy="175582"/>
            </a:xfrm>
            <a:custGeom>
              <a:avLst/>
              <a:gdLst>
                <a:gd name="csX0" fmla="*/ 0 w 274471"/>
                <a:gd name="csY0" fmla="*/ 175583 h 175582"/>
                <a:gd name="csX1" fmla="*/ 274471 w 274471"/>
                <a:gd name="csY1" fmla="*/ 175583 h 175582"/>
                <a:gd name="csX2" fmla="*/ 274471 w 274471"/>
                <a:gd name="csY2" fmla="*/ 0 h 175582"/>
                <a:gd name="csX3" fmla="*/ 0 w 274471"/>
                <a:gd name="csY3" fmla="*/ 0 h 1755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74471" h="175582">
                  <a:moveTo>
                    <a:pt x="0" y="175583"/>
                  </a:moveTo>
                  <a:lnTo>
                    <a:pt x="274471" y="175583"/>
                  </a:lnTo>
                  <a:lnTo>
                    <a:pt x="27447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70000"/>
              </a:srgbClr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</p:grpSp>
      <p:sp>
        <p:nvSpPr>
          <p:cNvPr id="30" name="任意多边形: 形状 29"/>
          <p:cNvSpPr/>
          <p:nvPr/>
        </p:nvSpPr>
        <p:spPr>
          <a:xfrm>
            <a:off x="37702490" y="3862705"/>
            <a:ext cx="0" cy="11773535"/>
          </a:xfrm>
          <a:custGeom>
            <a:avLst/>
            <a:gdLst>
              <a:gd name="csX0" fmla="*/ 0 w 43943"/>
              <a:gd name="csY0" fmla="*/ 11502147 h 11502146"/>
              <a:gd name="csX1" fmla="*/ 0 w 43943"/>
              <a:gd name="csY1" fmla="*/ 0 h 11502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943" h="11502146">
                <a:moveTo>
                  <a:pt x="0" y="11502147"/>
                </a:moveTo>
                <a:lnTo>
                  <a:pt x="0" y="0"/>
                </a:lnTo>
              </a:path>
            </a:pathLst>
          </a:custGeom>
          <a:noFill/>
          <a:ln w="101600" cap="flat">
            <a:solidFill>
              <a:srgbClr val="F44336"/>
            </a:solidFill>
            <a:prstDash val="sysDash"/>
            <a:round/>
          </a:ln>
        </p:spPr>
      </p:sp>
      <p:sp>
        <p:nvSpPr>
          <p:cNvPr id="31" name="任意多边形: 形状 30"/>
          <p:cNvSpPr/>
          <p:nvPr/>
        </p:nvSpPr>
        <p:spPr>
          <a:xfrm>
            <a:off x="36807140" y="3862705"/>
            <a:ext cx="0" cy="11773535"/>
          </a:xfrm>
          <a:custGeom>
            <a:avLst/>
            <a:gdLst>
              <a:gd name="csX0" fmla="*/ 0 w 43943"/>
              <a:gd name="csY0" fmla="*/ 11502147 h 11502146"/>
              <a:gd name="csX1" fmla="*/ 0 w 43943"/>
              <a:gd name="csY1" fmla="*/ 0 h 1150214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3943" h="11502146">
                <a:moveTo>
                  <a:pt x="0" y="11502147"/>
                </a:moveTo>
                <a:lnTo>
                  <a:pt x="0" y="0"/>
                </a:lnTo>
              </a:path>
            </a:pathLst>
          </a:custGeom>
          <a:noFill/>
          <a:ln w="101600" cap="sq">
            <a:solidFill>
              <a:srgbClr val="70AD47"/>
            </a:solidFill>
            <a:prstDash val="solid"/>
            <a:round/>
          </a:ln>
        </p:spPr>
      </p:sp>
      <p:sp>
        <p:nvSpPr>
          <p:cNvPr id="806" name="文本框 805"/>
          <p:cNvSpPr txBox="1"/>
          <p:nvPr/>
        </p:nvSpPr>
        <p:spPr>
          <a:xfrm>
            <a:off x="34526220" y="3968115"/>
            <a:ext cx="2896870" cy="144526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4CAF50"/>
                </a:solidFill>
              </a:rPr>
              <a:t>0.48 </a:t>
            </a:r>
            <a:endParaRPr lang="en-US" altLang="zh-CN" sz="8800" dirty="0">
              <a:solidFill>
                <a:srgbClr val="4CAF50"/>
              </a:solidFill>
            </a:endParaRPr>
          </a:p>
        </p:txBody>
      </p:sp>
      <p:sp>
        <p:nvSpPr>
          <p:cNvPr id="807" name="文本框 806"/>
          <p:cNvSpPr txBox="1"/>
          <p:nvPr/>
        </p:nvSpPr>
        <p:spPr>
          <a:xfrm>
            <a:off x="37673915" y="3968115"/>
            <a:ext cx="2808605" cy="1445260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F44336"/>
                </a:solidFill>
              </a:rPr>
              <a:t>0.52</a:t>
            </a:r>
            <a:endParaRPr lang="en-US" altLang="zh-CN" sz="8800" dirty="0">
              <a:solidFill>
                <a:srgbClr val="F44336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29511625" y="15636875"/>
            <a:ext cx="19799300" cy="368300"/>
            <a:chOff x="46475" y="24625"/>
            <a:chExt cx="31180" cy="580"/>
          </a:xfrm>
        </p:grpSpPr>
        <p:sp>
          <p:nvSpPr>
            <p:cNvPr id="33" name="任意多边形: 形状 32"/>
            <p:cNvSpPr/>
            <p:nvPr/>
          </p:nvSpPr>
          <p:spPr>
            <a:xfrm>
              <a:off x="46475" y="24627"/>
              <a:ext cx="31181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sp>
          <p:nvSpPr>
            <p:cNvPr id="40" name="任意多边形: 形状 39"/>
            <p:cNvSpPr/>
            <p:nvPr/>
          </p:nvSpPr>
          <p:spPr>
            <a:xfrm>
              <a:off x="47463" y="24625"/>
              <a:ext cx="0" cy="580"/>
            </a:xfrm>
            <a:custGeom>
              <a:avLst/>
              <a:gdLst>
                <a:gd name="csX0" fmla="*/ 126 w 43943"/>
                <a:gd name="csY0" fmla="*/ 315 h 153795"/>
                <a:gd name="csX1" fmla="*/ 126 w 43943"/>
                <a:gd name="csY1" fmla="*/ 154110 h 153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53795">
                  <a:moveTo>
                    <a:pt x="126" y="315"/>
                  </a:moveTo>
                  <a:lnTo>
                    <a:pt x="126" y="1541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1" name="任意多边形: 形状 40"/>
            <p:cNvSpPr/>
            <p:nvPr/>
          </p:nvSpPr>
          <p:spPr>
            <a:xfrm>
              <a:off x="54848" y="24625"/>
              <a:ext cx="0" cy="580"/>
            </a:xfrm>
            <a:custGeom>
              <a:avLst/>
              <a:gdLst>
                <a:gd name="csX0" fmla="*/ 216 w 43943"/>
                <a:gd name="csY0" fmla="*/ 315 h 153795"/>
                <a:gd name="csX1" fmla="*/ 216 w 43943"/>
                <a:gd name="csY1" fmla="*/ 154110 h 153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53795">
                  <a:moveTo>
                    <a:pt x="216" y="315"/>
                  </a:moveTo>
                  <a:lnTo>
                    <a:pt x="216" y="1541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2" name="任意多边形: 形状 41"/>
            <p:cNvSpPr/>
            <p:nvPr/>
          </p:nvSpPr>
          <p:spPr>
            <a:xfrm>
              <a:off x="62234" y="24625"/>
              <a:ext cx="0" cy="580"/>
            </a:xfrm>
            <a:custGeom>
              <a:avLst/>
              <a:gdLst>
                <a:gd name="csX0" fmla="*/ 306 w 43943"/>
                <a:gd name="csY0" fmla="*/ 315 h 153795"/>
                <a:gd name="csX1" fmla="*/ 306 w 43943"/>
                <a:gd name="csY1" fmla="*/ 154110 h 153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53795">
                  <a:moveTo>
                    <a:pt x="306" y="315"/>
                  </a:moveTo>
                  <a:lnTo>
                    <a:pt x="306" y="1541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任意多边形: 形状 42"/>
            <p:cNvSpPr/>
            <p:nvPr/>
          </p:nvSpPr>
          <p:spPr>
            <a:xfrm>
              <a:off x="69619" y="24625"/>
              <a:ext cx="0" cy="580"/>
            </a:xfrm>
            <a:custGeom>
              <a:avLst/>
              <a:gdLst>
                <a:gd name="csX0" fmla="*/ 395 w 43943"/>
                <a:gd name="csY0" fmla="*/ 315 h 153795"/>
                <a:gd name="csX1" fmla="*/ 395 w 43943"/>
                <a:gd name="csY1" fmla="*/ 154110 h 153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53795">
                  <a:moveTo>
                    <a:pt x="395" y="315"/>
                  </a:moveTo>
                  <a:lnTo>
                    <a:pt x="395" y="1541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4" name="任意多边形: 形状 43"/>
            <p:cNvSpPr/>
            <p:nvPr/>
          </p:nvSpPr>
          <p:spPr>
            <a:xfrm>
              <a:off x="77005" y="24625"/>
              <a:ext cx="0" cy="580"/>
            </a:xfrm>
            <a:custGeom>
              <a:avLst/>
              <a:gdLst>
                <a:gd name="csX0" fmla="*/ 485 w 43943"/>
                <a:gd name="csY0" fmla="*/ 315 h 153795"/>
                <a:gd name="csX1" fmla="*/ 485 w 43943"/>
                <a:gd name="csY1" fmla="*/ 154110 h 1537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53795">
                  <a:moveTo>
                    <a:pt x="485" y="315"/>
                  </a:moveTo>
                  <a:lnTo>
                    <a:pt x="485" y="1541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211" name="文本框 210"/>
          <p:cNvSpPr txBox="1"/>
          <p:nvPr/>
        </p:nvSpPr>
        <p:spPr>
          <a:xfrm>
            <a:off x="28820745" y="16127095"/>
            <a:ext cx="254063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0.2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2" name="文本框 211"/>
          <p:cNvSpPr txBox="1"/>
          <p:nvPr/>
        </p:nvSpPr>
        <p:spPr>
          <a:xfrm>
            <a:off x="38135560" y="16127095"/>
            <a:ext cx="2540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0.6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4" name="文本框 213"/>
          <p:cNvSpPr txBox="1"/>
          <p:nvPr/>
        </p:nvSpPr>
        <p:spPr>
          <a:xfrm>
            <a:off x="42792650" y="16127095"/>
            <a:ext cx="2540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0.8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5" name="文本框 214"/>
          <p:cNvSpPr txBox="1"/>
          <p:nvPr/>
        </p:nvSpPr>
        <p:spPr>
          <a:xfrm>
            <a:off x="47449105" y="16127095"/>
            <a:ext cx="2540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1.0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33478470" y="16127095"/>
            <a:ext cx="2540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0.4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1" name="矩形 810"/>
          <p:cNvSpPr/>
          <p:nvPr/>
        </p:nvSpPr>
        <p:spPr>
          <a:xfrm>
            <a:off x="36067522" y="17625351"/>
            <a:ext cx="7801200" cy="12026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dirty="0"/>
              <a:t>QED</a:t>
            </a:r>
            <a:endParaRPr lang="zh-CN" altLang="en-US" sz="8800" dirty="0"/>
          </a:p>
        </p:txBody>
      </p:sp>
      <p:sp>
        <p:nvSpPr>
          <p:cNvPr id="228" name="矩形 227"/>
          <p:cNvSpPr/>
          <p:nvPr/>
        </p:nvSpPr>
        <p:spPr>
          <a:xfrm>
            <a:off x="1828800" y="-3810"/>
            <a:ext cx="47548800" cy="47548800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矩形 195"/>
          <p:cNvSpPr/>
          <p:nvPr/>
        </p:nvSpPr>
        <p:spPr>
          <a:xfrm rot="16200000">
            <a:off x="24012208" y="9386888"/>
            <a:ext cx="4319905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Density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8" name="直接连接符 147"/>
          <p:cNvCxnSpPr/>
          <p:nvPr/>
        </p:nvCxnSpPr>
        <p:spPr>
          <a:xfrm>
            <a:off x="14007465" y="6223635"/>
            <a:ext cx="1800225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>
            <a:off x="14007465" y="7893685"/>
            <a:ext cx="1800225" cy="0"/>
          </a:xfrm>
          <a:prstGeom prst="line">
            <a:avLst/>
          </a:prstGeom>
          <a:ln w="1016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16681450" y="5812155"/>
            <a:ext cx="855345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The median value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16681450" y="7335520"/>
            <a:ext cx="855345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The mean value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6" name="组合 125"/>
          <p:cNvGrpSpPr/>
          <p:nvPr/>
        </p:nvGrpSpPr>
        <p:grpSpPr>
          <a:xfrm rot="0">
            <a:off x="6511925" y="4636770"/>
            <a:ext cx="18573750" cy="10995025"/>
            <a:chOff x="8847687" y="3886007"/>
            <a:chExt cx="38099103" cy="8664012"/>
          </a:xfrm>
        </p:grpSpPr>
        <p:sp>
          <p:nvSpPr>
            <p:cNvPr id="73" name="任意多边形: 形状 72"/>
            <p:cNvSpPr/>
            <p:nvPr/>
          </p:nvSpPr>
          <p:spPr>
            <a:xfrm>
              <a:off x="8847687" y="12473718"/>
              <a:ext cx="761981" cy="44727"/>
            </a:xfrm>
            <a:custGeom>
              <a:avLst/>
              <a:gdLst>
                <a:gd name="csX0" fmla="*/ 0 w 338150"/>
                <a:gd name="csY0" fmla="*/ 44728 h 44727"/>
                <a:gd name="csX1" fmla="*/ 338150 w 338150"/>
                <a:gd name="csY1" fmla="*/ 44728 h 44727"/>
                <a:gd name="csX2" fmla="*/ 338150 w 338150"/>
                <a:gd name="csY2" fmla="*/ 0 h 44727"/>
                <a:gd name="csX3" fmla="*/ 0 w 338150"/>
                <a:gd name="csY3" fmla="*/ 0 h 44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44727">
                  <a:moveTo>
                    <a:pt x="0" y="44728"/>
                  </a:moveTo>
                  <a:lnTo>
                    <a:pt x="338150" y="4472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4" name="任意多边形: 形状 73"/>
            <p:cNvSpPr/>
            <p:nvPr/>
          </p:nvSpPr>
          <p:spPr>
            <a:xfrm>
              <a:off x="9609669" y="12366761"/>
              <a:ext cx="761981" cy="151684"/>
            </a:xfrm>
            <a:custGeom>
              <a:avLst/>
              <a:gdLst>
                <a:gd name="csX0" fmla="*/ 0 w 338150"/>
                <a:gd name="csY0" fmla="*/ 151684 h 151684"/>
                <a:gd name="csX1" fmla="*/ 338150 w 338150"/>
                <a:gd name="csY1" fmla="*/ 151684 h 151684"/>
                <a:gd name="csX2" fmla="*/ 338150 w 338150"/>
                <a:gd name="csY2" fmla="*/ 0 h 151684"/>
                <a:gd name="csX3" fmla="*/ 0 w 338150"/>
                <a:gd name="csY3" fmla="*/ 0 h 151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51684">
                  <a:moveTo>
                    <a:pt x="0" y="151684"/>
                  </a:moveTo>
                  <a:lnTo>
                    <a:pt x="338150" y="151684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5" name="任意多边形: 形状 74"/>
            <p:cNvSpPr/>
            <p:nvPr/>
          </p:nvSpPr>
          <p:spPr>
            <a:xfrm>
              <a:off x="10371650" y="11378863"/>
              <a:ext cx="761981" cy="1139583"/>
            </a:xfrm>
            <a:custGeom>
              <a:avLst/>
              <a:gdLst>
                <a:gd name="csX0" fmla="*/ 0 w 338150"/>
                <a:gd name="csY0" fmla="*/ 1139583 h 1139583"/>
                <a:gd name="csX1" fmla="*/ 338150 w 338150"/>
                <a:gd name="csY1" fmla="*/ 1139583 h 1139583"/>
                <a:gd name="csX2" fmla="*/ 338150 w 338150"/>
                <a:gd name="csY2" fmla="*/ 0 h 1139583"/>
                <a:gd name="csX3" fmla="*/ 0 w 338150"/>
                <a:gd name="csY3" fmla="*/ 0 h 11395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139583">
                  <a:moveTo>
                    <a:pt x="0" y="1139583"/>
                  </a:moveTo>
                  <a:lnTo>
                    <a:pt x="338150" y="1139583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6" name="任意多边形: 形状 75"/>
            <p:cNvSpPr/>
            <p:nvPr/>
          </p:nvSpPr>
          <p:spPr>
            <a:xfrm>
              <a:off x="11133634" y="9737552"/>
              <a:ext cx="761981" cy="2780893"/>
            </a:xfrm>
            <a:custGeom>
              <a:avLst/>
              <a:gdLst>
                <a:gd name="csX0" fmla="*/ 0 w 338150"/>
                <a:gd name="csY0" fmla="*/ 2780893 h 2780893"/>
                <a:gd name="csX1" fmla="*/ 338150 w 338150"/>
                <a:gd name="csY1" fmla="*/ 2780893 h 2780893"/>
                <a:gd name="csX2" fmla="*/ 338150 w 338150"/>
                <a:gd name="csY2" fmla="*/ 0 h 2780893"/>
                <a:gd name="csX3" fmla="*/ 0 w 338150"/>
                <a:gd name="csY3" fmla="*/ 0 h 27808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780893">
                  <a:moveTo>
                    <a:pt x="0" y="2780893"/>
                  </a:moveTo>
                  <a:lnTo>
                    <a:pt x="338150" y="2780893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7" name="任意多边形: 形状 76"/>
            <p:cNvSpPr/>
            <p:nvPr/>
          </p:nvSpPr>
          <p:spPr>
            <a:xfrm>
              <a:off x="11895615" y="3886007"/>
              <a:ext cx="761981" cy="8632438"/>
            </a:xfrm>
            <a:custGeom>
              <a:avLst/>
              <a:gdLst>
                <a:gd name="csX0" fmla="*/ 0 w 338150"/>
                <a:gd name="csY0" fmla="*/ 8632439 h 8632438"/>
                <a:gd name="csX1" fmla="*/ 338150 w 338150"/>
                <a:gd name="csY1" fmla="*/ 8632439 h 8632438"/>
                <a:gd name="csX2" fmla="*/ 338150 w 338150"/>
                <a:gd name="csY2" fmla="*/ 0 h 8632438"/>
                <a:gd name="csX3" fmla="*/ 0 w 338150"/>
                <a:gd name="csY3" fmla="*/ 0 h 8632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8632438">
                  <a:moveTo>
                    <a:pt x="0" y="8632439"/>
                  </a:moveTo>
                  <a:lnTo>
                    <a:pt x="338150" y="8632439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8" name="任意多边形: 形状 77"/>
            <p:cNvSpPr/>
            <p:nvPr/>
          </p:nvSpPr>
          <p:spPr>
            <a:xfrm>
              <a:off x="12657596" y="10002029"/>
              <a:ext cx="761981" cy="2516416"/>
            </a:xfrm>
            <a:custGeom>
              <a:avLst/>
              <a:gdLst>
                <a:gd name="csX0" fmla="*/ 0 w 338150"/>
                <a:gd name="csY0" fmla="*/ 2516417 h 2516416"/>
                <a:gd name="csX1" fmla="*/ 338150 w 338150"/>
                <a:gd name="csY1" fmla="*/ 2516417 h 2516416"/>
                <a:gd name="csX2" fmla="*/ 338150 w 338150"/>
                <a:gd name="csY2" fmla="*/ 0 h 2516416"/>
                <a:gd name="csX3" fmla="*/ 0 w 338150"/>
                <a:gd name="csY3" fmla="*/ 0 h 2516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516416">
                  <a:moveTo>
                    <a:pt x="0" y="2516417"/>
                  </a:moveTo>
                  <a:lnTo>
                    <a:pt x="338150" y="2516417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9" name="任意多边形: 形状 78"/>
            <p:cNvSpPr/>
            <p:nvPr/>
          </p:nvSpPr>
          <p:spPr>
            <a:xfrm>
              <a:off x="13419578" y="9663654"/>
              <a:ext cx="761981" cy="2854791"/>
            </a:xfrm>
            <a:custGeom>
              <a:avLst/>
              <a:gdLst>
                <a:gd name="csX0" fmla="*/ 0 w 338150"/>
                <a:gd name="csY0" fmla="*/ 2854792 h 2854791"/>
                <a:gd name="csX1" fmla="*/ 338150 w 338150"/>
                <a:gd name="csY1" fmla="*/ 2854792 h 2854791"/>
                <a:gd name="csX2" fmla="*/ 338150 w 338150"/>
                <a:gd name="csY2" fmla="*/ 0 h 2854791"/>
                <a:gd name="csX3" fmla="*/ 0 w 338150"/>
                <a:gd name="csY3" fmla="*/ 0 h 2854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854791">
                  <a:moveTo>
                    <a:pt x="0" y="2854792"/>
                  </a:moveTo>
                  <a:lnTo>
                    <a:pt x="338150" y="2854792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0" name="任意多边形: 形状 79"/>
            <p:cNvSpPr/>
            <p:nvPr/>
          </p:nvSpPr>
          <p:spPr>
            <a:xfrm>
              <a:off x="14181561" y="7139458"/>
              <a:ext cx="761981" cy="5378987"/>
            </a:xfrm>
            <a:custGeom>
              <a:avLst/>
              <a:gdLst>
                <a:gd name="csX0" fmla="*/ 0 w 338150"/>
                <a:gd name="csY0" fmla="*/ 5378988 h 5378987"/>
                <a:gd name="csX1" fmla="*/ 338150 w 338150"/>
                <a:gd name="csY1" fmla="*/ 5378988 h 5378987"/>
                <a:gd name="csX2" fmla="*/ 338150 w 338150"/>
                <a:gd name="csY2" fmla="*/ 0 h 5378987"/>
                <a:gd name="csX3" fmla="*/ 0 w 338150"/>
                <a:gd name="csY3" fmla="*/ 0 h 5378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5378987">
                  <a:moveTo>
                    <a:pt x="0" y="5378988"/>
                  </a:moveTo>
                  <a:lnTo>
                    <a:pt x="338150" y="537898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1" name="任意多边形: 形状 80"/>
            <p:cNvSpPr/>
            <p:nvPr/>
          </p:nvSpPr>
          <p:spPr>
            <a:xfrm>
              <a:off x="14943543" y="5367854"/>
              <a:ext cx="761981" cy="7150591"/>
            </a:xfrm>
            <a:custGeom>
              <a:avLst/>
              <a:gdLst>
                <a:gd name="csX0" fmla="*/ 0 w 338150"/>
                <a:gd name="csY0" fmla="*/ 7150592 h 7150591"/>
                <a:gd name="csX1" fmla="*/ 338150 w 338150"/>
                <a:gd name="csY1" fmla="*/ 7150592 h 7150591"/>
                <a:gd name="csX2" fmla="*/ 338150 w 338150"/>
                <a:gd name="csY2" fmla="*/ 0 h 7150591"/>
                <a:gd name="csX3" fmla="*/ 0 w 338150"/>
                <a:gd name="csY3" fmla="*/ 0 h 7150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7150591">
                  <a:moveTo>
                    <a:pt x="0" y="7150592"/>
                  </a:moveTo>
                  <a:lnTo>
                    <a:pt x="338150" y="7150592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2" name="任意多边形: 形状 81"/>
            <p:cNvSpPr/>
            <p:nvPr/>
          </p:nvSpPr>
          <p:spPr>
            <a:xfrm>
              <a:off x="15705524" y="9130811"/>
              <a:ext cx="761981" cy="3387634"/>
            </a:xfrm>
            <a:custGeom>
              <a:avLst/>
              <a:gdLst>
                <a:gd name="csX0" fmla="*/ 0 w 338150"/>
                <a:gd name="csY0" fmla="*/ 3387634 h 3387634"/>
                <a:gd name="csX1" fmla="*/ 338150 w 338150"/>
                <a:gd name="csY1" fmla="*/ 3387634 h 3387634"/>
                <a:gd name="csX2" fmla="*/ 338150 w 338150"/>
                <a:gd name="csY2" fmla="*/ 0 h 3387634"/>
                <a:gd name="csX3" fmla="*/ 0 w 338150"/>
                <a:gd name="csY3" fmla="*/ 0 h 3387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387634">
                  <a:moveTo>
                    <a:pt x="0" y="3387634"/>
                  </a:moveTo>
                  <a:lnTo>
                    <a:pt x="338150" y="3387634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4" name="任意多边形: 形状 83"/>
            <p:cNvSpPr/>
            <p:nvPr/>
          </p:nvSpPr>
          <p:spPr>
            <a:xfrm>
              <a:off x="17229489" y="5984318"/>
              <a:ext cx="761981" cy="6534127"/>
            </a:xfrm>
            <a:custGeom>
              <a:avLst/>
              <a:gdLst>
                <a:gd name="csX0" fmla="*/ 0 w 338150"/>
                <a:gd name="csY0" fmla="*/ 6534128 h 6534127"/>
                <a:gd name="csX1" fmla="*/ 338150 w 338150"/>
                <a:gd name="csY1" fmla="*/ 6534128 h 6534127"/>
                <a:gd name="csX2" fmla="*/ 338150 w 338150"/>
                <a:gd name="csY2" fmla="*/ 0 h 6534127"/>
                <a:gd name="csX3" fmla="*/ 0 w 338150"/>
                <a:gd name="csY3" fmla="*/ 0 h 6534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6534127">
                  <a:moveTo>
                    <a:pt x="0" y="6534128"/>
                  </a:moveTo>
                  <a:lnTo>
                    <a:pt x="338150" y="653412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5" name="任意多边形: 形状 84"/>
            <p:cNvSpPr/>
            <p:nvPr/>
          </p:nvSpPr>
          <p:spPr>
            <a:xfrm>
              <a:off x="17991471" y="7586735"/>
              <a:ext cx="761981" cy="4931710"/>
            </a:xfrm>
            <a:custGeom>
              <a:avLst/>
              <a:gdLst>
                <a:gd name="csX0" fmla="*/ 0 w 338150"/>
                <a:gd name="csY0" fmla="*/ 4931711 h 4931710"/>
                <a:gd name="csX1" fmla="*/ 338150 w 338150"/>
                <a:gd name="csY1" fmla="*/ 4931711 h 4931710"/>
                <a:gd name="csX2" fmla="*/ 338150 w 338150"/>
                <a:gd name="csY2" fmla="*/ 0 h 4931710"/>
                <a:gd name="csX3" fmla="*/ 0 w 338150"/>
                <a:gd name="csY3" fmla="*/ 0 h 4931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4931710">
                  <a:moveTo>
                    <a:pt x="0" y="4931711"/>
                  </a:moveTo>
                  <a:lnTo>
                    <a:pt x="338150" y="4931711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6" name="任意多边形: 形状 85"/>
            <p:cNvSpPr/>
            <p:nvPr/>
          </p:nvSpPr>
          <p:spPr>
            <a:xfrm>
              <a:off x="18753454" y="8374331"/>
              <a:ext cx="761981" cy="4144115"/>
            </a:xfrm>
            <a:custGeom>
              <a:avLst/>
              <a:gdLst>
                <a:gd name="csX0" fmla="*/ 0 w 338150"/>
                <a:gd name="csY0" fmla="*/ 4144115 h 4144115"/>
                <a:gd name="csX1" fmla="*/ 338150 w 338150"/>
                <a:gd name="csY1" fmla="*/ 4144115 h 4144115"/>
                <a:gd name="csX2" fmla="*/ 338150 w 338150"/>
                <a:gd name="csY2" fmla="*/ 0 h 4144115"/>
                <a:gd name="csX3" fmla="*/ 0 w 338150"/>
                <a:gd name="csY3" fmla="*/ 0 h 4144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4144115">
                  <a:moveTo>
                    <a:pt x="0" y="4144115"/>
                  </a:moveTo>
                  <a:lnTo>
                    <a:pt x="338150" y="4144115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7" name="任意多边形: 形状 86"/>
            <p:cNvSpPr/>
            <p:nvPr/>
          </p:nvSpPr>
          <p:spPr>
            <a:xfrm>
              <a:off x="19515436" y="8720484"/>
              <a:ext cx="761981" cy="3797961"/>
            </a:xfrm>
            <a:custGeom>
              <a:avLst/>
              <a:gdLst>
                <a:gd name="csX0" fmla="*/ 0 w 338150"/>
                <a:gd name="csY0" fmla="*/ 3797962 h 3797961"/>
                <a:gd name="csX1" fmla="*/ 338151 w 338150"/>
                <a:gd name="csY1" fmla="*/ 3797962 h 3797961"/>
                <a:gd name="csX2" fmla="*/ 338151 w 338150"/>
                <a:gd name="csY2" fmla="*/ 0 h 3797961"/>
                <a:gd name="csX3" fmla="*/ 0 w 338150"/>
                <a:gd name="csY3" fmla="*/ 0 h 37979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797961">
                  <a:moveTo>
                    <a:pt x="0" y="3797962"/>
                  </a:moveTo>
                  <a:lnTo>
                    <a:pt x="338151" y="3797962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8" name="任意多边形: 形状 87"/>
            <p:cNvSpPr/>
            <p:nvPr/>
          </p:nvSpPr>
          <p:spPr>
            <a:xfrm>
              <a:off x="20277419" y="9836731"/>
              <a:ext cx="761981" cy="2681714"/>
            </a:xfrm>
            <a:custGeom>
              <a:avLst/>
              <a:gdLst>
                <a:gd name="csX0" fmla="*/ 0 w 338150"/>
                <a:gd name="csY0" fmla="*/ 2681715 h 2681714"/>
                <a:gd name="csX1" fmla="*/ 338150 w 338150"/>
                <a:gd name="csY1" fmla="*/ 2681715 h 2681714"/>
                <a:gd name="csX2" fmla="*/ 338150 w 338150"/>
                <a:gd name="csY2" fmla="*/ 0 h 2681714"/>
                <a:gd name="csX3" fmla="*/ 0 w 338150"/>
                <a:gd name="csY3" fmla="*/ 0 h 268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681714">
                  <a:moveTo>
                    <a:pt x="0" y="2681715"/>
                  </a:moveTo>
                  <a:lnTo>
                    <a:pt x="338150" y="2681715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9" name="任意多边形: 形状 88"/>
            <p:cNvSpPr/>
            <p:nvPr/>
          </p:nvSpPr>
          <p:spPr>
            <a:xfrm>
              <a:off x="21039401" y="10820740"/>
              <a:ext cx="761981" cy="1697706"/>
            </a:xfrm>
            <a:custGeom>
              <a:avLst/>
              <a:gdLst>
                <a:gd name="csX0" fmla="*/ 0 w 338150"/>
                <a:gd name="csY0" fmla="*/ 1697706 h 1697706"/>
                <a:gd name="csX1" fmla="*/ 338150 w 338150"/>
                <a:gd name="csY1" fmla="*/ 1697706 h 1697706"/>
                <a:gd name="csX2" fmla="*/ 338150 w 338150"/>
                <a:gd name="csY2" fmla="*/ 0 h 1697706"/>
                <a:gd name="csX3" fmla="*/ 0 w 338150"/>
                <a:gd name="csY3" fmla="*/ 0 h 16977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697706">
                  <a:moveTo>
                    <a:pt x="0" y="1697706"/>
                  </a:moveTo>
                  <a:lnTo>
                    <a:pt x="338150" y="169770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0" name="任意多边形: 形状 89"/>
            <p:cNvSpPr/>
            <p:nvPr/>
          </p:nvSpPr>
          <p:spPr>
            <a:xfrm>
              <a:off x="21801382" y="11369140"/>
              <a:ext cx="761979" cy="1149306"/>
            </a:xfrm>
            <a:custGeom>
              <a:avLst/>
              <a:gdLst>
                <a:gd name="csX0" fmla="*/ 0 w 338149"/>
                <a:gd name="csY0" fmla="*/ 1149306 h 1149306"/>
                <a:gd name="csX1" fmla="*/ 338150 w 338149"/>
                <a:gd name="csY1" fmla="*/ 1149306 h 1149306"/>
                <a:gd name="csX2" fmla="*/ 338150 w 338149"/>
                <a:gd name="csY2" fmla="*/ 0 h 1149306"/>
                <a:gd name="csX3" fmla="*/ 0 w 338149"/>
                <a:gd name="csY3" fmla="*/ 0 h 1149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149306">
                  <a:moveTo>
                    <a:pt x="0" y="1149306"/>
                  </a:moveTo>
                  <a:lnTo>
                    <a:pt x="338150" y="114930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1" name="任意多边形: 形状 90"/>
            <p:cNvSpPr/>
            <p:nvPr/>
          </p:nvSpPr>
          <p:spPr>
            <a:xfrm>
              <a:off x="22563364" y="11796970"/>
              <a:ext cx="761981" cy="721475"/>
            </a:xfrm>
            <a:custGeom>
              <a:avLst/>
              <a:gdLst>
                <a:gd name="csX0" fmla="*/ 0 w 338150"/>
                <a:gd name="csY0" fmla="*/ 721476 h 721475"/>
                <a:gd name="csX1" fmla="*/ 338151 w 338150"/>
                <a:gd name="csY1" fmla="*/ 721476 h 721475"/>
                <a:gd name="csX2" fmla="*/ 338151 w 338150"/>
                <a:gd name="csY2" fmla="*/ 0 h 721475"/>
                <a:gd name="csX3" fmla="*/ 0 w 338150"/>
                <a:gd name="csY3" fmla="*/ 0 h 72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721475">
                  <a:moveTo>
                    <a:pt x="0" y="721476"/>
                  </a:moveTo>
                  <a:lnTo>
                    <a:pt x="338151" y="721476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2" name="任意多边形: 形状 91"/>
            <p:cNvSpPr/>
            <p:nvPr/>
          </p:nvSpPr>
          <p:spPr>
            <a:xfrm>
              <a:off x="23325347" y="12164514"/>
              <a:ext cx="761979" cy="353931"/>
            </a:xfrm>
            <a:custGeom>
              <a:avLst/>
              <a:gdLst>
                <a:gd name="csX0" fmla="*/ 0 w 338149"/>
                <a:gd name="csY0" fmla="*/ 353932 h 353931"/>
                <a:gd name="csX1" fmla="*/ 338150 w 338149"/>
                <a:gd name="csY1" fmla="*/ 353932 h 353931"/>
                <a:gd name="csX2" fmla="*/ 338150 w 338149"/>
                <a:gd name="csY2" fmla="*/ 0 h 353931"/>
                <a:gd name="csX3" fmla="*/ 0 w 338149"/>
                <a:gd name="csY3" fmla="*/ 0 h 3539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353931">
                  <a:moveTo>
                    <a:pt x="0" y="353932"/>
                  </a:moveTo>
                  <a:lnTo>
                    <a:pt x="338150" y="353932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3" name="任意多边形: 形状 92"/>
            <p:cNvSpPr/>
            <p:nvPr/>
          </p:nvSpPr>
          <p:spPr>
            <a:xfrm>
              <a:off x="24087329" y="11843642"/>
              <a:ext cx="761981" cy="674803"/>
            </a:xfrm>
            <a:custGeom>
              <a:avLst/>
              <a:gdLst>
                <a:gd name="csX0" fmla="*/ 0 w 338150"/>
                <a:gd name="csY0" fmla="*/ 674804 h 674803"/>
                <a:gd name="csX1" fmla="*/ 338151 w 338150"/>
                <a:gd name="csY1" fmla="*/ 674804 h 674803"/>
                <a:gd name="csX2" fmla="*/ 338151 w 338150"/>
                <a:gd name="csY2" fmla="*/ 0 h 674803"/>
                <a:gd name="csX3" fmla="*/ 0 w 338150"/>
                <a:gd name="csY3" fmla="*/ 0 h 6748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674803">
                  <a:moveTo>
                    <a:pt x="0" y="674804"/>
                  </a:moveTo>
                  <a:lnTo>
                    <a:pt x="338151" y="67480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4" name="任意多边形: 形状 93"/>
            <p:cNvSpPr/>
            <p:nvPr/>
          </p:nvSpPr>
          <p:spPr>
            <a:xfrm>
              <a:off x="24849310" y="12213132"/>
              <a:ext cx="761979" cy="305314"/>
            </a:xfrm>
            <a:custGeom>
              <a:avLst/>
              <a:gdLst>
                <a:gd name="csX0" fmla="*/ 0 w 338149"/>
                <a:gd name="csY0" fmla="*/ 305314 h 305314"/>
                <a:gd name="csX1" fmla="*/ 338150 w 338149"/>
                <a:gd name="csY1" fmla="*/ 305314 h 305314"/>
                <a:gd name="csX2" fmla="*/ 338150 w 338149"/>
                <a:gd name="csY2" fmla="*/ 0 h 305314"/>
                <a:gd name="csX3" fmla="*/ 0 w 338149"/>
                <a:gd name="csY3" fmla="*/ 0 h 30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305314">
                  <a:moveTo>
                    <a:pt x="0" y="305314"/>
                  </a:moveTo>
                  <a:lnTo>
                    <a:pt x="338150" y="305314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5" name="任意多边形: 形状 94"/>
            <p:cNvSpPr/>
            <p:nvPr/>
          </p:nvSpPr>
          <p:spPr>
            <a:xfrm>
              <a:off x="25611291" y="12287029"/>
              <a:ext cx="761981" cy="231416"/>
            </a:xfrm>
            <a:custGeom>
              <a:avLst/>
              <a:gdLst>
                <a:gd name="csX0" fmla="*/ 0 w 338150"/>
                <a:gd name="csY0" fmla="*/ 231416 h 231416"/>
                <a:gd name="csX1" fmla="*/ 338151 w 338150"/>
                <a:gd name="csY1" fmla="*/ 231416 h 231416"/>
                <a:gd name="csX2" fmla="*/ 338151 w 338150"/>
                <a:gd name="csY2" fmla="*/ 0 h 231416"/>
                <a:gd name="csX3" fmla="*/ 0 w 338150"/>
                <a:gd name="csY3" fmla="*/ 0 h 231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31416">
                  <a:moveTo>
                    <a:pt x="0" y="231416"/>
                  </a:moveTo>
                  <a:lnTo>
                    <a:pt x="338151" y="231416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6" name="任意多边形: 形状 95"/>
            <p:cNvSpPr/>
            <p:nvPr/>
          </p:nvSpPr>
          <p:spPr>
            <a:xfrm>
              <a:off x="26373275" y="12279251"/>
              <a:ext cx="761979" cy="239195"/>
            </a:xfrm>
            <a:custGeom>
              <a:avLst/>
              <a:gdLst>
                <a:gd name="csX0" fmla="*/ 0 w 338149"/>
                <a:gd name="csY0" fmla="*/ 239195 h 239195"/>
                <a:gd name="csX1" fmla="*/ 338150 w 338149"/>
                <a:gd name="csY1" fmla="*/ 239195 h 239195"/>
                <a:gd name="csX2" fmla="*/ 338150 w 338149"/>
                <a:gd name="csY2" fmla="*/ 0 h 239195"/>
                <a:gd name="csX3" fmla="*/ 0 w 338149"/>
                <a:gd name="csY3" fmla="*/ 0 h 239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239195">
                  <a:moveTo>
                    <a:pt x="0" y="239195"/>
                  </a:moveTo>
                  <a:lnTo>
                    <a:pt x="338150" y="239195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7" name="任意多边形: 形状 96"/>
            <p:cNvSpPr/>
            <p:nvPr/>
          </p:nvSpPr>
          <p:spPr>
            <a:xfrm>
              <a:off x="27135256" y="12386208"/>
              <a:ext cx="761981" cy="132238"/>
            </a:xfrm>
            <a:custGeom>
              <a:avLst/>
              <a:gdLst>
                <a:gd name="csX0" fmla="*/ 0 w 338150"/>
                <a:gd name="csY0" fmla="*/ 132238 h 132238"/>
                <a:gd name="csX1" fmla="*/ 338151 w 338150"/>
                <a:gd name="csY1" fmla="*/ 132238 h 132238"/>
                <a:gd name="csX2" fmla="*/ 338151 w 338150"/>
                <a:gd name="csY2" fmla="*/ 0 h 132238"/>
                <a:gd name="csX3" fmla="*/ 0 w 338150"/>
                <a:gd name="csY3" fmla="*/ 0 h 13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32238">
                  <a:moveTo>
                    <a:pt x="0" y="132238"/>
                  </a:moveTo>
                  <a:lnTo>
                    <a:pt x="338151" y="132238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8" name="任意多边形: 形状 97"/>
            <p:cNvSpPr/>
            <p:nvPr/>
          </p:nvSpPr>
          <p:spPr>
            <a:xfrm>
              <a:off x="27897240" y="12333701"/>
              <a:ext cx="761981" cy="184744"/>
            </a:xfrm>
            <a:custGeom>
              <a:avLst/>
              <a:gdLst>
                <a:gd name="csX0" fmla="*/ 0 w 338150"/>
                <a:gd name="csY0" fmla="*/ 184744 h 184744"/>
                <a:gd name="csX1" fmla="*/ 338151 w 338150"/>
                <a:gd name="csY1" fmla="*/ 184744 h 184744"/>
                <a:gd name="csX2" fmla="*/ 338151 w 338150"/>
                <a:gd name="csY2" fmla="*/ 0 h 184744"/>
                <a:gd name="csX3" fmla="*/ 0 w 338150"/>
                <a:gd name="csY3" fmla="*/ 0 h 184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84744">
                  <a:moveTo>
                    <a:pt x="0" y="184744"/>
                  </a:moveTo>
                  <a:lnTo>
                    <a:pt x="338151" y="1847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9" name="任意多边形: 形状 98"/>
            <p:cNvSpPr/>
            <p:nvPr/>
          </p:nvSpPr>
          <p:spPr>
            <a:xfrm>
              <a:off x="28659221" y="12405655"/>
              <a:ext cx="761979" cy="112791"/>
            </a:xfrm>
            <a:custGeom>
              <a:avLst/>
              <a:gdLst>
                <a:gd name="csX0" fmla="*/ 0 w 338149"/>
                <a:gd name="csY0" fmla="*/ 112791 h 112791"/>
                <a:gd name="csX1" fmla="*/ 338150 w 338149"/>
                <a:gd name="csY1" fmla="*/ 112791 h 112791"/>
                <a:gd name="csX2" fmla="*/ 338150 w 338149"/>
                <a:gd name="csY2" fmla="*/ 0 h 112791"/>
                <a:gd name="csX3" fmla="*/ 0 w 338149"/>
                <a:gd name="csY3" fmla="*/ 0 h 112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12791">
                  <a:moveTo>
                    <a:pt x="0" y="112791"/>
                  </a:moveTo>
                  <a:lnTo>
                    <a:pt x="338150" y="112791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0" name="任意多边形: 形状 99"/>
            <p:cNvSpPr/>
            <p:nvPr/>
          </p:nvSpPr>
          <p:spPr>
            <a:xfrm>
              <a:off x="29421203" y="12425102"/>
              <a:ext cx="761981" cy="93343"/>
            </a:xfrm>
            <a:custGeom>
              <a:avLst/>
              <a:gdLst>
                <a:gd name="csX0" fmla="*/ 0 w 338150"/>
                <a:gd name="csY0" fmla="*/ 93344 h 93343"/>
                <a:gd name="csX1" fmla="*/ 338151 w 338150"/>
                <a:gd name="csY1" fmla="*/ 93344 h 93343"/>
                <a:gd name="csX2" fmla="*/ 338151 w 338150"/>
                <a:gd name="csY2" fmla="*/ 0 h 93343"/>
                <a:gd name="csX3" fmla="*/ 0 w 338150"/>
                <a:gd name="csY3" fmla="*/ 0 h 9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93343">
                  <a:moveTo>
                    <a:pt x="0" y="93344"/>
                  </a:moveTo>
                  <a:lnTo>
                    <a:pt x="338151" y="933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30183186" y="12448438"/>
              <a:ext cx="761979" cy="70007"/>
            </a:xfrm>
            <a:custGeom>
              <a:avLst/>
              <a:gdLst>
                <a:gd name="csX0" fmla="*/ 0 w 338149"/>
                <a:gd name="csY0" fmla="*/ 70008 h 70007"/>
                <a:gd name="csX1" fmla="*/ 338150 w 338149"/>
                <a:gd name="csY1" fmla="*/ 70008 h 70007"/>
                <a:gd name="csX2" fmla="*/ 338150 w 338149"/>
                <a:gd name="csY2" fmla="*/ 0 h 70007"/>
                <a:gd name="csX3" fmla="*/ 0 w 338149"/>
                <a:gd name="csY3" fmla="*/ 0 h 70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70007">
                  <a:moveTo>
                    <a:pt x="0" y="70008"/>
                  </a:moveTo>
                  <a:lnTo>
                    <a:pt x="338150" y="7000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2" name="任意多边形: 形状 101"/>
            <p:cNvSpPr/>
            <p:nvPr/>
          </p:nvSpPr>
          <p:spPr>
            <a:xfrm>
              <a:off x="30945168" y="12485387"/>
              <a:ext cx="761981" cy="33059"/>
            </a:xfrm>
            <a:custGeom>
              <a:avLst/>
              <a:gdLst>
                <a:gd name="csX0" fmla="*/ 0 w 338150"/>
                <a:gd name="csY0" fmla="*/ 33059 h 33059"/>
                <a:gd name="csX1" fmla="*/ 338151 w 338150"/>
                <a:gd name="csY1" fmla="*/ 33059 h 33059"/>
                <a:gd name="csX2" fmla="*/ 338151 w 338150"/>
                <a:gd name="csY2" fmla="*/ 0 h 33059"/>
                <a:gd name="csX3" fmla="*/ 0 w 338150"/>
                <a:gd name="csY3" fmla="*/ 0 h 33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3059">
                  <a:moveTo>
                    <a:pt x="0" y="33059"/>
                  </a:moveTo>
                  <a:lnTo>
                    <a:pt x="338151" y="33059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3" name="任意多边形: 形状 102"/>
            <p:cNvSpPr/>
            <p:nvPr/>
          </p:nvSpPr>
          <p:spPr>
            <a:xfrm>
              <a:off x="31707151" y="12427046"/>
              <a:ext cx="761979" cy="91399"/>
            </a:xfrm>
            <a:custGeom>
              <a:avLst/>
              <a:gdLst>
                <a:gd name="csX0" fmla="*/ 0 w 338149"/>
                <a:gd name="csY0" fmla="*/ 91400 h 91399"/>
                <a:gd name="csX1" fmla="*/ 338150 w 338149"/>
                <a:gd name="csY1" fmla="*/ 91400 h 91399"/>
                <a:gd name="csX2" fmla="*/ 338150 w 338149"/>
                <a:gd name="csY2" fmla="*/ 0 h 91399"/>
                <a:gd name="csX3" fmla="*/ 0 w 338149"/>
                <a:gd name="csY3" fmla="*/ 0 h 91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91399">
                  <a:moveTo>
                    <a:pt x="0" y="91400"/>
                  </a:moveTo>
                  <a:lnTo>
                    <a:pt x="338150" y="91400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4" name="任意多边形: 形状 103"/>
            <p:cNvSpPr/>
            <p:nvPr/>
          </p:nvSpPr>
          <p:spPr>
            <a:xfrm>
              <a:off x="32469131" y="12460105"/>
              <a:ext cx="761981" cy="58340"/>
            </a:xfrm>
            <a:custGeom>
              <a:avLst/>
              <a:gdLst>
                <a:gd name="csX0" fmla="*/ 0 w 338150"/>
                <a:gd name="csY0" fmla="*/ 58340 h 58340"/>
                <a:gd name="csX1" fmla="*/ 338151 w 338150"/>
                <a:gd name="csY1" fmla="*/ 58340 h 58340"/>
                <a:gd name="csX2" fmla="*/ 338151 w 338150"/>
                <a:gd name="csY2" fmla="*/ 0 h 58340"/>
                <a:gd name="csX3" fmla="*/ 0 w 338150"/>
                <a:gd name="csY3" fmla="*/ 0 h 58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58340">
                  <a:moveTo>
                    <a:pt x="0" y="58340"/>
                  </a:moveTo>
                  <a:lnTo>
                    <a:pt x="338151" y="58340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5" name="任意多边形: 形状 104"/>
            <p:cNvSpPr/>
            <p:nvPr/>
          </p:nvSpPr>
          <p:spPr>
            <a:xfrm>
              <a:off x="33231114" y="12460105"/>
              <a:ext cx="761979" cy="58340"/>
            </a:xfrm>
            <a:custGeom>
              <a:avLst/>
              <a:gdLst>
                <a:gd name="csX0" fmla="*/ 0 w 338149"/>
                <a:gd name="csY0" fmla="*/ 58340 h 58340"/>
                <a:gd name="csX1" fmla="*/ 338150 w 338149"/>
                <a:gd name="csY1" fmla="*/ 58340 h 58340"/>
                <a:gd name="csX2" fmla="*/ 338150 w 338149"/>
                <a:gd name="csY2" fmla="*/ 0 h 58340"/>
                <a:gd name="csX3" fmla="*/ 0 w 338149"/>
                <a:gd name="csY3" fmla="*/ 0 h 58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58340">
                  <a:moveTo>
                    <a:pt x="0" y="58340"/>
                  </a:moveTo>
                  <a:lnTo>
                    <a:pt x="338150" y="58340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6" name="任意多边形: 形状 105"/>
            <p:cNvSpPr/>
            <p:nvPr/>
          </p:nvSpPr>
          <p:spPr>
            <a:xfrm>
              <a:off x="33993096" y="12487331"/>
              <a:ext cx="761981" cy="31114"/>
            </a:xfrm>
            <a:custGeom>
              <a:avLst/>
              <a:gdLst>
                <a:gd name="csX0" fmla="*/ 0 w 338150"/>
                <a:gd name="csY0" fmla="*/ 31115 h 31114"/>
                <a:gd name="csX1" fmla="*/ 338151 w 338150"/>
                <a:gd name="csY1" fmla="*/ 31115 h 31114"/>
                <a:gd name="csX2" fmla="*/ 338151 w 338150"/>
                <a:gd name="csY2" fmla="*/ 0 h 31114"/>
                <a:gd name="csX3" fmla="*/ 0 w 338150"/>
                <a:gd name="csY3" fmla="*/ 0 h 311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1114">
                  <a:moveTo>
                    <a:pt x="0" y="31115"/>
                  </a:moveTo>
                  <a:lnTo>
                    <a:pt x="338151" y="31115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7" name="任意多边形: 形状 106"/>
            <p:cNvSpPr/>
            <p:nvPr/>
          </p:nvSpPr>
          <p:spPr>
            <a:xfrm>
              <a:off x="34755079" y="12481497"/>
              <a:ext cx="761979" cy="36948"/>
            </a:xfrm>
            <a:custGeom>
              <a:avLst/>
              <a:gdLst>
                <a:gd name="csX0" fmla="*/ 0 w 338149"/>
                <a:gd name="csY0" fmla="*/ 36949 h 36948"/>
                <a:gd name="csX1" fmla="*/ 338150 w 338149"/>
                <a:gd name="csY1" fmla="*/ 36949 h 36948"/>
                <a:gd name="csX2" fmla="*/ 338150 w 338149"/>
                <a:gd name="csY2" fmla="*/ 0 h 36948"/>
                <a:gd name="csX3" fmla="*/ 0 w 338149"/>
                <a:gd name="csY3" fmla="*/ 0 h 36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36948">
                  <a:moveTo>
                    <a:pt x="0" y="36949"/>
                  </a:moveTo>
                  <a:lnTo>
                    <a:pt x="338150" y="36949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8" name="任意多边形: 形状 107"/>
            <p:cNvSpPr/>
            <p:nvPr/>
          </p:nvSpPr>
          <p:spPr>
            <a:xfrm>
              <a:off x="35517061" y="12481497"/>
              <a:ext cx="761981" cy="36948"/>
            </a:xfrm>
            <a:custGeom>
              <a:avLst/>
              <a:gdLst>
                <a:gd name="csX0" fmla="*/ 0 w 338150"/>
                <a:gd name="csY0" fmla="*/ 36949 h 36948"/>
                <a:gd name="csX1" fmla="*/ 338151 w 338150"/>
                <a:gd name="csY1" fmla="*/ 36949 h 36948"/>
                <a:gd name="csX2" fmla="*/ 338151 w 338150"/>
                <a:gd name="csY2" fmla="*/ 0 h 36948"/>
                <a:gd name="csX3" fmla="*/ 0 w 338150"/>
                <a:gd name="csY3" fmla="*/ 0 h 36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6948">
                  <a:moveTo>
                    <a:pt x="0" y="36949"/>
                  </a:moveTo>
                  <a:lnTo>
                    <a:pt x="338151" y="36949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9" name="任意多边形: 形状 108"/>
            <p:cNvSpPr/>
            <p:nvPr/>
          </p:nvSpPr>
          <p:spPr>
            <a:xfrm>
              <a:off x="36279042" y="12499000"/>
              <a:ext cx="761979" cy="19446"/>
            </a:xfrm>
            <a:custGeom>
              <a:avLst/>
              <a:gdLst>
                <a:gd name="csX0" fmla="*/ 0 w 338149"/>
                <a:gd name="csY0" fmla="*/ 19446 h 19446"/>
                <a:gd name="csX1" fmla="*/ 338150 w 338149"/>
                <a:gd name="csY1" fmla="*/ 19446 h 19446"/>
                <a:gd name="csX2" fmla="*/ 338150 w 338149"/>
                <a:gd name="csY2" fmla="*/ 0 h 19446"/>
                <a:gd name="csX3" fmla="*/ 0 w 338149"/>
                <a:gd name="csY3" fmla="*/ 0 h 19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9446">
                  <a:moveTo>
                    <a:pt x="0" y="19446"/>
                  </a:moveTo>
                  <a:lnTo>
                    <a:pt x="338150" y="1944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0" name="任意多边形: 形状 109"/>
            <p:cNvSpPr/>
            <p:nvPr/>
          </p:nvSpPr>
          <p:spPr>
            <a:xfrm>
              <a:off x="37041023" y="12499000"/>
              <a:ext cx="761981" cy="19446"/>
            </a:xfrm>
            <a:custGeom>
              <a:avLst/>
              <a:gdLst>
                <a:gd name="csX0" fmla="*/ 0 w 338150"/>
                <a:gd name="csY0" fmla="*/ 19446 h 19446"/>
                <a:gd name="csX1" fmla="*/ 338151 w 338150"/>
                <a:gd name="csY1" fmla="*/ 19446 h 19446"/>
                <a:gd name="csX2" fmla="*/ 338151 w 338150"/>
                <a:gd name="csY2" fmla="*/ 0 h 19446"/>
                <a:gd name="csX3" fmla="*/ 0 w 338150"/>
                <a:gd name="csY3" fmla="*/ 0 h 19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6">
                  <a:moveTo>
                    <a:pt x="0" y="19446"/>
                  </a:moveTo>
                  <a:lnTo>
                    <a:pt x="338151" y="19446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1" name="任意多边形: 形状 110"/>
            <p:cNvSpPr/>
            <p:nvPr/>
          </p:nvSpPr>
          <p:spPr>
            <a:xfrm>
              <a:off x="37803007" y="12506778"/>
              <a:ext cx="761979" cy="11667"/>
            </a:xfrm>
            <a:custGeom>
              <a:avLst/>
              <a:gdLst>
                <a:gd name="csX0" fmla="*/ 0 w 338149"/>
                <a:gd name="csY0" fmla="*/ 11668 h 11667"/>
                <a:gd name="csX1" fmla="*/ 338150 w 338149"/>
                <a:gd name="csY1" fmla="*/ 11668 h 11667"/>
                <a:gd name="csX2" fmla="*/ 338150 w 338149"/>
                <a:gd name="csY2" fmla="*/ 0 h 11667"/>
                <a:gd name="csX3" fmla="*/ 0 w 338149"/>
                <a:gd name="csY3" fmla="*/ 0 h 11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1667">
                  <a:moveTo>
                    <a:pt x="0" y="11668"/>
                  </a:moveTo>
                  <a:lnTo>
                    <a:pt x="338150" y="1166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2" name="任意多边形: 形状 111"/>
            <p:cNvSpPr/>
            <p:nvPr/>
          </p:nvSpPr>
          <p:spPr>
            <a:xfrm>
              <a:off x="38564988" y="12508723"/>
              <a:ext cx="761981" cy="9723"/>
            </a:xfrm>
            <a:custGeom>
              <a:avLst/>
              <a:gdLst>
                <a:gd name="csX0" fmla="*/ 0 w 338150"/>
                <a:gd name="csY0" fmla="*/ 9723 h 9723"/>
                <a:gd name="csX1" fmla="*/ 338151 w 338150"/>
                <a:gd name="csY1" fmla="*/ 9723 h 9723"/>
                <a:gd name="csX2" fmla="*/ 338151 w 338150"/>
                <a:gd name="csY2" fmla="*/ 0 h 9723"/>
                <a:gd name="csX3" fmla="*/ 0 w 338150"/>
                <a:gd name="csY3" fmla="*/ 0 h 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9723">
                  <a:moveTo>
                    <a:pt x="0" y="9723"/>
                  </a:moveTo>
                  <a:lnTo>
                    <a:pt x="338151" y="9723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3" name="任意多边形: 形状 112"/>
            <p:cNvSpPr/>
            <p:nvPr/>
          </p:nvSpPr>
          <p:spPr>
            <a:xfrm>
              <a:off x="39326972" y="12512612"/>
              <a:ext cx="761979" cy="5833"/>
            </a:xfrm>
            <a:custGeom>
              <a:avLst/>
              <a:gdLst>
                <a:gd name="csX0" fmla="*/ 0 w 338149"/>
                <a:gd name="csY0" fmla="*/ 5833 h 5833"/>
                <a:gd name="csX1" fmla="*/ 338150 w 338149"/>
                <a:gd name="csY1" fmla="*/ 5833 h 5833"/>
                <a:gd name="csX2" fmla="*/ 338150 w 338149"/>
                <a:gd name="csY2" fmla="*/ 0 h 5833"/>
                <a:gd name="csX3" fmla="*/ 0 w 338149"/>
                <a:gd name="csY3" fmla="*/ 0 h 5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5833">
                  <a:moveTo>
                    <a:pt x="0" y="5833"/>
                  </a:moveTo>
                  <a:lnTo>
                    <a:pt x="338150" y="5833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4" name="任意多边形: 形状 113"/>
            <p:cNvSpPr/>
            <p:nvPr/>
          </p:nvSpPr>
          <p:spPr>
            <a:xfrm>
              <a:off x="40088951" y="12508723"/>
              <a:ext cx="761981" cy="9723"/>
            </a:xfrm>
            <a:custGeom>
              <a:avLst/>
              <a:gdLst>
                <a:gd name="csX0" fmla="*/ 0 w 338150"/>
                <a:gd name="csY0" fmla="*/ 9723 h 9723"/>
                <a:gd name="csX1" fmla="*/ 338151 w 338150"/>
                <a:gd name="csY1" fmla="*/ 9723 h 9723"/>
                <a:gd name="csX2" fmla="*/ 338151 w 338150"/>
                <a:gd name="csY2" fmla="*/ 0 h 9723"/>
                <a:gd name="csX3" fmla="*/ 0 w 338150"/>
                <a:gd name="csY3" fmla="*/ 0 h 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9723">
                  <a:moveTo>
                    <a:pt x="0" y="9723"/>
                  </a:moveTo>
                  <a:lnTo>
                    <a:pt x="338151" y="9723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5" name="任意多边形: 形状 114"/>
            <p:cNvSpPr/>
            <p:nvPr/>
          </p:nvSpPr>
          <p:spPr>
            <a:xfrm>
              <a:off x="40850935" y="12514557"/>
              <a:ext cx="761981" cy="3888"/>
            </a:xfrm>
            <a:custGeom>
              <a:avLst/>
              <a:gdLst>
                <a:gd name="csX0" fmla="*/ 0 w 338150"/>
                <a:gd name="csY0" fmla="*/ 3889 h 3888"/>
                <a:gd name="csX1" fmla="*/ 338151 w 338150"/>
                <a:gd name="csY1" fmla="*/ 3889 h 3888"/>
                <a:gd name="csX2" fmla="*/ 338151 w 338150"/>
                <a:gd name="csY2" fmla="*/ 0 h 3888"/>
                <a:gd name="csX3" fmla="*/ 0 w 338150"/>
                <a:gd name="csY3" fmla="*/ 0 h 3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888">
                  <a:moveTo>
                    <a:pt x="0" y="3889"/>
                  </a:moveTo>
                  <a:lnTo>
                    <a:pt x="338151" y="3889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6" name="任意多边形: 形状 115"/>
            <p:cNvSpPr/>
            <p:nvPr/>
          </p:nvSpPr>
          <p:spPr>
            <a:xfrm>
              <a:off x="41612919" y="12510667"/>
              <a:ext cx="761977" cy="7778"/>
            </a:xfrm>
            <a:custGeom>
              <a:avLst/>
              <a:gdLst>
                <a:gd name="csX0" fmla="*/ 0 w 338148"/>
                <a:gd name="csY0" fmla="*/ 7779 h 7778"/>
                <a:gd name="csX1" fmla="*/ 338149 w 338148"/>
                <a:gd name="csY1" fmla="*/ 7779 h 7778"/>
                <a:gd name="csX2" fmla="*/ 338149 w 338148"/>
                <a:gd name="csY2" fmla="*/ 0 h 7778"/>
                <a:gd name="csX3" fmla="*/ 0 w 338148"/>
                <a:gd name="csY3" fmla="*/ 0 h 7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8" h="7778">
                  <a:moveTo>
                    <a:pt x="0" y="7779"/>
                  </a:moveTo>
                  <a:lnTo>
                    <a:pt x="338149" y="7779"/>
                  </a:lnTo>
                  <a:lnTo>
                    <a:pt x="338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7" name="任意多边形: 形状 116"/>
            <p:cNvSpPr/>
            <p:nvPr/>
          </p:nvSpPr>
          <p:spPr>
            <a:xfrm>
              <a:off x="42374898" y="12497054"/>
              <a:ext cx="761981" cy="21391"/>
            </a:xfrm>
            <a:custGeom>
              <a:avLst/>
              <a:gdLst>
                <a:gd name="csX0" fmla="*/ 0 w 338150"/>
                <a:gd name="csY0" fmla="*/ 21392 h 21391"/>
                <a:gd name="csX1" fmla="*/ 338151 w 338150"/>
                <a:gd name="csY1" fmla="*/ 21392 h 21391"/>
                <a:gd name="csX2" fmla="*/ 338151 w 338150"/>
                <a:gd name="csY2" fmla="*/ 0 h 21391"/>
                <a:gd name="csX3" fmla="*/ 0 w 338150"/>
                <a:gd name="csY3" fmla="*/ 0 h 21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1391">
                  <a:moveTo>
                    <a:pt x="0" y="21392"/>
                  </a:moveTo>
                  <a:lnTo>
                    <a:pt x="338151" y="21392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8" name="任意多边形: 形状 117"/>
            <p:cNvSpPr/>
            <p:nvPr/>
          </p:nvSpPr>
          <p:spPr>
            <a:xfrm>
              <a:off x="43136881" y="12512612"/>
              <a:ext cx="761981" cy="5833"/>
            </a:xfrm>
            <a:custGeom>
              <a:avLst/>
              <a:gdLst>
                <a:gd name="csX0" fmla="*/ 0 w 338150"/>
                <a:gd name="csY0" fmla="*/ 5833 h 5833"/>
                <a:gd name="csX1" fmla="*/ 338151 w 338150"/>
                <a:gd name="csY1" fmla="*/ 5833 h 5833"/>
                <a:gd name="csX2" fmla="*/ 338151 w 338150"/>
                <a:gd name="csY2" fmla="*/ 0 h 5833"/>
                <a:gd name="csX3" fmla="*/ 0 w 338150"/>
                <a:gd name="csY3" fmla="*/ 0 h 5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5833">
                  <a:moveTo>
                    <a:pt x="0" y="5833"/>
                  </a:moveTo>
                  <a:lnTo>
                    <a:pt x="338151" y="5833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9" name="任意多边形: 形状 118"/>
            <p:cNvSpPr/>
            <p:nvPr/>
          </p:nvSpPr>
          <p:spPr>
            <a:xfrm>
              <a:off x="43898863" y="12516501"/>
              <a:ext cx="761981" cy="1944"/>
            </a:xfrm>
            <a:custGeom>
              <a:avLst/>
              <a:gdLst>
                <a:gd name="csX0" fmla="*/ 0 w 338150"/>
                <a:gd name="csY0" fmla="*/ 1944 h 1944"/>
                <a:gd name="csX1" fmla="*/ 338151 w 338150"/>
                <a:gd name="csY1" fmla="*/ 1944 h 1944"/>
                <a:gd name="csX2" fmla="*/ 338151 w 338150"/>
                <a:gd name="csY2" fmla="*/ 0 h 1944"/>
                <a:gd name="csX3" fmla="*/ 0 w 338150"/>
                <a:gd name="csY3" fmla="*/ 0 h 1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">
                  <a:moveTo>
                    <a:pt x="0" y="1944"/>
                  </a:moveTo>
                  <a:lnTo>
                    <a:pt x="338151" y="19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0" name="任意多边形: 形状 119"/>
            <p:cNvSpPr/>
            <p:nvPr/>
          </p:nvSpPr>
          <p:spPr>
            <a:xfrm>
              <a:off x="44660846" y="12516501"/>
              <a:ext cx="761981" cy="1944"/>
            </a:xfrm>
            <a:custGeom>
              <a:avLst/>
              <a:gdLst>
                <a:gd name="csX0" fmla="*/ 0 w 338150"/>
                <a:gd name="csY0" fmla="*/ 1944 h 1944"/>
                <a:gd name="csX1" fmla="*/ 338151 w 338150"/>
                <a:gd name="csY1" fmla="*/ 1944 h 1944"/>
                <a:gd name="csX2" fmla="*/ 338151 w 338150"/>
                <a:gd name="csY2" fmla="*/ 0 h 1944"/>
                <a:gd name="csX3" fmla="*/ 0 w 338150"/>
                <a:gd name="csY3" fmla="*/ 0 h 1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">
                  <a:moveTo>
                    <a:pt x="0" y="1944"/>
                  </a:moveTo>
                  <a:lnTo>
                    <a:pt x="338151" y="19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1" name="任意多边形: 形状 120"/>
            <p:cNvSpPr/>
            <p:nvPr/>
          </p:nvSpPr>
          <p:spPr>
            <a:xfrm>
              <a:off x="45422830" y="12518446"/>
              <a:ext cx="761977" cy="31573"/>
            </a:xfrm>
            <a:custGeom>
              <a:avLst/>
              <a:gdLst>
                <a:gd name="csX0" fmla="*/ 0 w 338148"/>
                <a:gd name="csY0" fmla="*/ 0 h 31573"/>
                <a:gd name="csX1" fmla="*/ 338149 w 338148"/>
                <a:gd name="csY1" fmla="*/ 0 h 31573"/>
                <a:gd name="csX2" fmla="*/ 338149 w 338148"/>
                <a:gd name="csY2" fmla="*/ 0 h 31573"/>
                <a:gd name="csX3" fmla="*/ 0 w 338148"/>
                <a:gd name="csY3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8" h="31573">
                  <a:moveTo>
                    <a:pt x="0" y="0"/>
                  </a:moveTo>
                  <a:lnTo>
                    <a:pt x="338149" y="0"/>
                  </a:lnTo>
                  <a:lnTo>
                    <a:pt x="338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2" name="任意多边形: 形状 121"/>
            <p:cNvSpPr/>
            <p:nvPr/>
          </p:nvSpPr>
          <p:spPr>
            <a:xfrm>
              <a:off x="46184809" y="12516501"/>
              <a:ext cx="761981" cy="1944"/>
            </a:xfrm>
            <a:custGeom>
              <a:avLst/>
              <a:gdLst>
                <a:gd name="csX0" fmla="*/ 0 w 338150"/>
                <a:gd name="csY0" fmla="*/ 1944 h 1944"/>
                <a:gd name="csX1" fmla="*/ 338151 w 338150"/>
                <a:gd name="csY1" fmla="*/ 1944 h 1944"/>
                <a:gd name="csX2" fmla="*/ 338151 w 338150"/>
                <a:gd name="csY2" fmla="*/ 0 h 1944"/>
                <a:gd name="csX3" fmla="*/ 0 w 338150"/>
                <a:gd name="csY3" fmla="*/ 0 h 1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">
                  <a:moveTo>
                    <a:pt x="0" y="1944"/>
                  </a:moveTo>
                  <a:lnTo>
                    <a:pt x="338151" y="19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3" name="任意多边形: 形状 82"/>
            <p:cNvSpPr/>
            <p:nvPr/>
          </p:nvSpPr>
          <p:spPr>
            <a:xfrm>
              <a:off x="16467508" y="6089331"/>
              <a:ext cx="761981" cy="6429115"/>
            </a:xfrm>
            <a:custGeom>
              <a:avLst/>
              <a:gdLst>
                <a:gd name="csX0" fmla="*/ 0 w 338150"/>
                <a:gd name="csY0" fmla="*/ 6429116 h 6429115"/>
                <a:gd name="csX1" fmla="*/ 338150 w 338150"/>
                <a:gd name="csY1" fmla="*/ 6429116 h 6429115"/>
                <a:gd name="csX2" fmla="*/ 338150 w 338150"/>
                <a:gd name="csY2" fmla="*/ 0 h 6429115"/>
                <a:gd name="csX3" fmla="*/ 0 w 338150"/>
                <a:gd name="csY3" fmla="*/ 0 h 6429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6429115">
                  <a:moveTo>
                    <a:pt x="0" y="6429116"/>
                  </a:moveTo>
                  <a:lnTo>
                    <a:pt x="338150" y="642911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</p:grpSp>
      <p:grpSp>
        <p:nvGrpSpPr>
          <p:cNvPr id="247" name="组合 246"/>
          <p:cNvGrpSpPr/>
          <p:nvPr/>
        </p:nvGrpSpPr>
        <p:grpSpPr>
          <a:xfrm>
            <a:off x="5223510" y="4117340"/>
            <a:ext cx="360045" cy="11520170"/>
            <a:chOff x="8226" y="6484"/>
            <a:chExt cx="567" cy="18142"/>
          </a:xfrm>
        </p:grpSpPr>
        <p:sp>
          <p:nvSpPr>
            <p:cNvPr id="3" name="任意多边形: 形状 2"/>
            <p:cNvSpPr/>
            <p:nvPr/>
          </p:nvSpPr>
          <p:spPr>
            <a:xfrm>
              <a:off x="8793" y="6484"/>
              <a:ext cx="0" cy="18142"/>
            </a:xfrm>
            <a:custGeom>
              <a:avLst/>
              <a:gdLst>
                <a:gd name="csX0" fmla="*/ 0 w 32411"/>
                <a:gd name="csY0" fmla="*/ 9064061 h 9064060"/>
                <a:gd name="csX1" fmla="*/ 0 w 32411"/>
                <a:gd name="csY1" fmla="*/ 0 h 90640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9064060">
                  <a:moveTo>
                    <a:pt x="0" y="9064061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任意多边形: 形状 10"/>
            <p:cNvSpPr/>
            <p:nvPr/>
          </p:nvSpPr>
          <p:spPr>
            <a:xfrm>
              <a:off x="8226" y="24626"/>
              <a:ext cx="567" cy="0"/>
            </a:xfrm>
            <a:custGeom>
              <a:avLst/>
              <a:gdLst>
                <a:gd name="csX0" fmla="*/ 113497 w 113439"/>
                <a:gd name="csY0" fmla="*/ 310 h 31573"/>
                <a:gd name="csX1" fmla="*/ 58 w 113439"/>
                <a:gd name="csY1" fmla="*/ 31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439" h="31573">
                  <a:moveTo>
                    <a:pt x="113497" y="310"/>
                  </a:moveTo>
                  <a:lnTo>
                    <a:pt x="58" y="3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任意多边形: 形状 11"/>
            <p:cNvSpPr/>
            <p:nvPr/>
          </p:nvSpPr>
          <p:spPr>
            <a:xfrm>
              <a:off x="8226" y="20732"/>
              <a:ext cx="567" cy="0"/>
            </a:xfrm>
            <a:custGeom>
              <a:avLst/>
              <a:gdLst>
                <a:gd name="csX0" fmla="*/ 113497 w 113439"/>
                <a:gd name="csY0" fmla="*/ 249 h 31573"/>
                <a:gd name="csX1" fmla="*/ 58 w 113439"/>
                <a:gd name="csY1" fmla="*/ 249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439" h="31573">
                  <a:moveTo>
                    <a:pt x="113497" y="249"/>
                  </a:moveTo>
                  <a:lnTo>
                    <a:pt x="58" y="249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3" name="任意多边形: 形状 12"/>
            <p:cNvSpPr/>
            <p:nvPr/>
          </p:nvSpPr>
          <p:spPr>
            <a:xfrm>
              <a:off x="8226" y="16848"/>
              <a:ext cx="567" cy="0"/>
            </a:xfrm>
            <a:custGeom>
              <a:avLst/>
              <a:gdLst>
                <a:gd name="csX0" fmla="*/ 113497 w 113439"/>
                <a:gd name="csY0" fmla="*/ 187 h 31573"/>
                <a:gd name="csX1" fmla="*/ 58 w 113439"/>
                <a:gd name="csY1" fmla="*/ 187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439" h="31573">
                  <a:moveTo>
                    <a:pt x="113497" y="187"/>
                  </a:moveTo>
                  <a:lnTo>
                    <a:pt x="58" y="18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任意多边形: 形状 13"/>
            <p:cNvSpPr/>
            <p:nvPr/>
          </p:nvSpPr>
          <p:spPr>
            <a:xfrm>
              <a:off x="8226" y="12959"/>
              <a:ext cx="567" cy="0"/>
            </a:xfrm>
            <a:custGeom>
              <a:avLst/>
              <a:gdLst>
                <a:gd name="csX0" fmla="*/ 113497 w 113439"/>
                <a:gd name="csY0" fmla="*/ 125 h 31573"/>
                <a:gd name="csX1" fmla="*/ 58 w 113439"/>
                <a:gd name="csY1" fmla="*/ 125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439" h="31573">
                  <a:moveTo>
                    <a:pt x="113497" y="125"/>
                  </a:moveTo>
                  <a:lnTo>
                    <a:pt x="58" y="12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任意多边形: 形状 14"/>
            <p:cNvSpPr/>
            <p:nvPr/>
          </p:nvSpPr>
          <p:spPr>
            <a:xfrm>
              <a:off x="8226" y="9072"/>
              <a:ext cx="567" cy="0"/>
            </a:xfrm>
            <a:custGeom>
              <a:avLst/>
              <a:gdLst>
                <a:gd name="csX0" fmla="*/ 113497 w 113439"/>
                <a:gd name="csY0" fmla="*/ 64 h 31573"/>
                <a:gd name="csX1" fmla="*/ 58 w 113439"/>
                <a:gd name="csY1" fmla="*/ 64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3439" h="31573">
                  <a:moveTo>
                    <a:pt x="113497" y="64"/>
                  </a:moveTo>
                  <a:lnTo>
                    <a:pt x="58" y="6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id="248" name="组合 247"/>
          <p:cNvGrpSpPr/>
          <p:nvPr/>
        </p:nvGrpSpPr>
        <p:grpSpPr>
          <a:xfrm>
            <a:off x="5583555" y="15632430"/>
            <a:ext cx="20452715" cy="1932940"/>
            <a:chOff x="8793" y="24618"/>
            <a:chExt cx="32209" cy="3044"/>
          </a:xfrm>
        </p:grpSpPr>
        <p:sp>
          <p:nvSpPr>
            <p:cNvPr id="139" name="文本框 138"/>
            <p:cNvSpPr txBox="1"/>
            <p:nvPr/>
          </p:nvSpPr>
          <p:spPr>
            <a:xfrm>
              <a:off x="13272" y="25338"/>
              <a:ext cx="3402" cy="22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20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>
              <a:off x="19354" y="25338"/>
              <a:ext cx="3402" cy="22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40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文本框 141"/>
            <p:cNvSpPr txBox="1"/>
            <p:nvPr/>
          </p:nvSpPr>
          <p:spPr>
            <a:xfrm>
              <a:off x="25436" y="25338"/>
              <a:ext cx="3402" cy="22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60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3" name="文本框 142"/>
            <p:cNvSpPr txBox="1"/>
            <p:nvPr/>
          </p:nvSpPr>
          <p:spPr>
            <a:xfrm>
              <a:off x="31518" y="25338"/>
              <a:ext cx="3402" cy="22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80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37600" y="25394"/>
              <a:ext cx="3402" cy="226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100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27190" y="24618"/>
              <a:ext cx="0" cy="567"/>
            </a:xfrm>
            <a:custGeom>
              <a:avLst/>
              <a:gdLst>
                <a:gd name="csX0" fmla="*/ 386 w 32411"/>
                <a:gd name="csY0" fmla="*/ 310 h 110506"/>
                <a:gd name="csX1" fmla="*/ 38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386" y="310"/>
                  </a:moveTo>
                  <a:lnTo>
                    <a:pt x="38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任意多边形: 形状 16"/>
            <p:cNvSpPr/>
            <p:nvPr/>
          </p:nvSpPr>
          <p:spPr>
            <a:xfrm>
              <a:off x="33348" y="24618"/>
              <a:ext cx="0" cy="567"/>
            </a:xfrm>
            <a:custGeom>
              <a:avLst/>
              <a:gdLst>
                <a:gd name="csX0" fmla="*/ 496 w 32411"/>
                <a:gd name="csY0" fmla="*/ 310 h 110506"/>
                <a:gd name="csX1" fmla="*/ 49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496" y="310"/>
                  </a:moveTo>
                  <a:lnTo>
                    <a:pt x="49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任意多边形: 形状 17"/>
            <p:cNvSpPr/>
            <p:nvPr/>
          </p:nvSpPr>
          <p:spPr>
            <a:xfrm>
              <a:off x="39506" y="24618"/>
              <a:ext cx="0" cy="567"/>
            </a:xfrm>
            <a:custGeom>
              <a:avLst/>
              <a:gdLst>
                <a:gd name="csX0" fmla="*/ 606 w 32411"/>
                <a:gd name="csY0" fmla="*/ 310 h 110506"/>
                <a:gd name="csX1" fmla="*/ 60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606" y="310"/>
                  </a:moveTo>
                  <a:lnTo>
                    <a:pt x="60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任意多边形: 形状 18"/>
            <p:cNvSpPr/>
            <p:nvPr/>
          </p:nvSpPr>
          <p:spPr>
            <a:xfrm>
              <a:off x="14874" y="24618"/>
              <a:ext cx="0" cy="567"/>
            </a:xfrm>
            <a:custGeom>
              <a:avLst/>
              <a:gdLst>
                <a:gd name="csX0" fmla="*/ 166 w 32411"/>
                <a:gd name="csY0" fmla="*/ 310 h 110506"/>
                <a:gd name="csX1" fmla="*/ 16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166" y="310"/>
                  </a:moveTo>
                  <a:lnTo>
                    <a:pt x="16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任意多边形: 形状 19"/>
            <p:cNvSpPr/>
            <p:nvPr/>
          </p:nvSpPr>
          <p:spPr>
            <a:xfrm>
              <a:off x="21032" y="24618"/>
              <a:ext cx="0" cy="567"/>
            </a:xfrm>
            <a:custGeom>
              <a:avLst/>
              <a:gdLst>
                <a:gd name="csX0" fmla="*/ 276 w 32411"/>
                <a:gd name="csY0" fmla="*/ 310 h 110506"/>
                <a:gd name="csX1" fmla="*/ 27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276" y="310"/>
                  </a:moveTo>
                  <a:lnTo>
                    <a:pt x="27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任意多边形: 形状 3"/>
            <p:cNvSpPr/>
            <p:nvPr/>
          </p:nvSpPr>
          <p:spPr>
            <a:xfrm>
              <a:off x="8793" y="24626"/>
              <a:ext cx="31181" cy="0"/>
            </a:xfrm>
            <a:custGeom>
              <a:avLst/>
              <a:gdLst>
                <a:gd name="csX0" fmla="*/ 0 w 18598266"/>
                <a:gd name="csY0" fmla="*/ 0 h 31573"/>
                <a:gd name="csX1" fmla="*/ 18598266 w 18598266"/>
                <a:gd name="csY1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598266" h="31573">
                  <a:moveTo>
                    <a:pt x="0" y="0"/>
                  </a:moveTo>
                  <a:lnTo>
                    <a:pt x="18598266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21" name="任意多边形: 形状 20"/>
          <p:cNvSpPr/>
          <p:nvPr/>
        </p:nvSpPr>
        <p:spPr>
          <a:xfrm>
            <a:off x="10310495" y="4129405"/>
            <a:ext cx="0" cy="11503025"/>
          </a:xfrm>
          <a:custGeom>
            <a:avLst/>
            <a:gdLst>
              <a:gd name="csX0" fmla="*/ 0 w 32411"/>
              <a:gd name="csY0" fmla="*/ 9064061 h 9064060"/>
              <a:gd name="csX1" fmla="*/ 0 w 32411"/>
              <a:gd name="csY1" fmla="*/ 0 h 9064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11" h="9064060">
                <a:moveTo>
                  <a:pt x="0" y="9064061"/>
                </a:moveTo>
                <a:lnTo>
                  <a:pt x="0" y="0"/>
                </a:lnTo>
              </a:path>
            </a:pathLst>
          </a:custGeom>
          <a:noFill/>
          <a:ln w="101600" cap="flat">
            <a:solidFill>
              <a:srgbClr val="F44336"/>
            </a:solidFill>
            <a:prstDash val="sysDash"/>
            <a:round/>
          </a:ln>
        </p:spPr>
      </p:sp>
      <p:sp>
        <p:nvSpPr>
          <p:cNvPr id="22" name="任意多边形: 形状 21"/>
          <p:cNvSpPr/>
          <p:nvPr/>
        </p:nvSpPr>
        <p:spPr>
          <a:xfrm>
            <a:off x="10226675" y="4129405"/>
            <a:ext cx="0" cy="11503025"/>
          </a:xfrm>
          <a:custGeom>
            <a:avLst/>
            <a:gdLst>
              <a:gd name="csX0" fmla="*/ 0 w 32411"/>
              <a:gd name="csY0" fmla="*/ 9064061 h 9064060"/>
              <a:gd name="csX1" fmla="*/ 0 w 32411"/>
              <a:gd name="csY1" fmla="*/ 0 h 9064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11" h="9064060">
                <a:moveTo>
                  <a:pt x="0" y="9064061"/>
                </a:moveTo>
                <a:lnTo>
                  <a:pt x="0" y="0"/>
                </a:lnTo>
              </a:path>
            </a:pathLst>
          </a:custGeom>
          <a:noFill/>
          <a:ln w="101600" cap="sq">
            <a:solidFill>
              <a:srgbClr val="4CAF50"/>
            </a:solidFill>
            <a:prstDash val="solid"/>
            <a:round/>
          </a:ln>
        </p:spPr>
      </p:sp>
      <p:sp>
        <p:nvSpPr>
          <p:cNvPr id="787" name="文本框 786"/>
          <p:cNvSpPr txBox="1"/>
          <p:nvPr/>
        </p:nvSpPr>
        <p:spPr>
          <a:xfrm>
            <a:off x="7997190" y="4225290"/>
            <a:ext cx="235902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24.0</a:t>
            </a:r>
            <a:endParaRPr lang="en-US" altLang="zh-CN" sz="8800" dirty="0">
              <a:solidFill>
                <a:srgbClr val="4CAF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8" name="文本框 787"/>
          <p:cNvSpPr txBox="1"/>
          <p:nvPr/>
        </p:nvSpPr>
        <p:spPr>
          <a:xfrm>
            <a:off x="10274935" y="4225290"/>
            <a:ext cx="2747645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8800" dirty="0">
                <a:solidFill>
                  <a:srgbClr val="F443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24.4</a:t>
            </a:r>
            <a:endParaRPr lang="en-US" altLang="zh-CN" sz="8800" dirty="0">
              <a:solidFill>
                <a:srgbClr val="F443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6" name="组合 245"/>
          <p:cNvGrpSpPr/>
          <p:nvPr/>
        </p:nvGrpSpPr>
        <p:grpSpPr>
          <a:xfrm>
            <a:off x="5583555" y="5760720"/>
            <a:ext cx="19799300" cy="7404735"/>
            <a:chOff x="8793" y="9072"/>
            <a:chExt cx="31180" cy="11661"/>
          </a:xfrm>
        </p:grpSpPr>
        <p:sp>
          <p:nvSpPr>
            <p:cNvPr id="6" name="任意多边形: 形状 5"/>
            <p:cNvSpPr/>
            <p:nvPr/>
          </p:nvSpPr>
          <p:spPr>
            <a:xfrm>
              <a:off x="8793" y="16846"/>
              <a:ext cx="31181" cy="0"/>
            </a:xfrm>
            <a:custGeom>
              <a:avLst/>
              <a:gdLst>
                <a:gd name="csX0" fmla="*/ 0 w 18598266"/>
                <a:gd name="csY0" fmla="*/ 0 h 31573"/>
                <a:gd name="csX1" fmla="*/ 18598266 w 18598266"/>
                <a:gd name="csY1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598266" h="31573">
                  <a:moveTo>
                    <a:pt x="0" y="0"/>
                  </a:moveTo>
                  <a:lnTo>
                    <a:pt x="1859826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7" name="任意多边形: 形状 6"/>
            <p:cNvSpPr/>
            <p:nvPr/>
          </p:nvSpPr>
          <p:spPr>
            <a:xfrm>
              <a:off x="8793" y="12959"/>
              <a:ext cx="31181" cy="0"/>
            </a:xfrm>
            <a:custGeom>
              <a:avLst/>
              <a:gdLst>
                <a:gd name="csX0" fmla="*/ 0 w 18598266"/>
                <a:gd name="csY0" fmla="*/ 0 h 31573"/>
                <a:gd name="csX1" fmla="*/ 18598266 w 18598266"/>
                <a:gd name="csY1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598266" h="31573">
                  <a:moveTo>
                    <a:pt x="0" y="0"/>
                  </a:moveTo>
                  <a:lnTo>
                    <a:pt x="1859826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8" name="任意多边形: 形状 7"/>
            <p:cNvSpPr/>
            <p:nvPr/>
          </p:nvSpPr>
          <p:spPr>
            <a:xfrm>
              <a:off x="8793" y="9072"/>
              <a:ext cx="31181" cy="0"/>
            </a:xfrm>
            <a:custGeom>
              <a:avLst/>
              <a:gdLst>
                <a:gd name="csX0" fmla="*/ 0 w 18598266"/>
                <a:gd name="csY0" fmla="*/ 0 h 31573"/>
                <a:gd name="csX1" fmla="*/ 18598266 w 18598266"/>
                <a:gd name="csY1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598266" h="31573">
                  <a:moveTo>
                    <a:pt x="0" y="0"/>
                  </a:moveTo>
                  <a:lnTo>
                    <a:pt x="1859826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5" name="任意多边形: 形状 4"/>
            <p:cNvSpPr/>
            <p:nvPr/>
          </p:nvSpPr>
          <p:spPr>
            <a:xfrm>
              <a:off x="8793" y="20733"/>
              <a:ext cx="31181" cy="0"/>
            </a:xfrm>
            <a:custGeom>
              <a:avLst/>
              <a:gdLst>
                <a:gd name="csX0" fmla="*/ 0 w 18598266"/>
                <a:gd name="csY0" fmla="*/ 0 h 31573"/>
                <a:gd name="csX1" fmla="*/ 18598266 w 18598266"/>
                <a:gd name="csY1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598266" h="31573">
                  <a:moveTo>
                    <a:pt x="0" y="0"/>
                  </a:moveTo>
                  <a:lnTo>
                    <a:pt x="1859826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组合 125"/>
          <p:cNvGrpSpPr/>
          <p:nvPr/>
        </p:nvGrpSpPr>
        <p:grpSpPr>
          <a:xfrm>
            <a:off x="7623175" y="4500880"/>
            <a:ext cx="40827960" cy="8037195"/>
            <a:chOff x="8847687" y="3886007"/>
            <a:chExt cx="38099103" cy="8664012"/>
          </a:xfrm>
        </p:grpSpPr>
        <p:sp>
          <p:nvSpPr>
            <p:cNvPr id="73" name="任意多边形: 形状 72"/>
            <p:cNvSpPr/>
            <p:nvPr/>
          </p:nvSpPr>
          <p:spPr>
            <a:xfrm>
              <a:off x="8847687" y="12473718"/>
              <a:ext cx="761981" cy="44727"/>
            </a:xfrm>
            <a:custGeom>
              <a:avLst/>
              <a:gdLst>
                <a:gd name="csX0" fmla="*/ 0 w 338150"/>
                <a:gd name="csY0" fmla="*/ 44728 h 44727"/>
                <a:gd name="csX1" fmla="*/ 338150 w 338150"/>
                <a:gd name="csY1" fmla="*/ 44728 h 44727"/>
                <a:gd name="csX2" fmla="*/ 338150 w 338150"/>
                <a:gd name="csY2" fmla="*/ 0 h 44727"/>
                <a:gd name="csX3" fmla="*/ 0 w 338150"/>
                <a:gd name="csY3" fmla="*/ 0 h 447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44727">
                  <a:moveTo>
                    <a:pt x="0" y="44728"/>
                  </a:moveTo>
                  <a:lnTo>
                    <a:pt x="338150" y="4472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4" name="任意多边形: 形状 73"/>
            <p:cNvSpPr/>
            <p:nvPr/>
          </p:nvSpPr>
          <p:spPr>
            <a:xfrm>
              <a:off x="9609669" y="12366761"/>
              <a:ext cx="761981" cy="151684"/>
            </a:xfrm>
            <a:custGeom>
              <a:avLst/>
              <a:gdLst>
                <a:gd name="csX0" fmla="*/ 0 w 338150"/>
                <a:gd name="csY0" fmla="*/ 151684 h 151684"/>
                <a:gd name="csX1" fmla="*/ 338150 w 338150"/>
                <a:gd name="csY1" fmla="*/ 151684 h 151684"/>
                <a:gd name="csX2" fmla="*/ 338150 w 338150"/>
                <a:gd name="csY2" fmla="*/ 0 h 151684"/>
                <a:gd name="csX3" fmla="*/ 0 w 338150"/>
                <a:gd name="csY3" fmla="*/ 0 h 151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51684">
                  <a:moveTo>
                    <a:pt x="0" y="151684"/>
                  </a:moveTo>
                  <a:lnTo>
                    <a:pt x="338150" y="151684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5" name="任意多边形: 形状 74"/>
            <p:cNvSpPr/>
            <p:nvPr/>
          </p:nvSpPr>
          <p:spPr>
            <a:xfrm>
              <a:off x="10371650" y="11378863"/>
              <a:ext cx="761981" cy="1139583"/>
            </a:xfrm>
            <a:custGeom>
              <a:avLst/>
              <a:gdLst>
                <a:gd name="csX0" fmla="*/ 0 w 338150"/>
                <a:gd name="csY0" fmla="*/ 1139583 h 1139583"/>
                <a:gd name="csX1" fmla="*/ 338150 w 338150"/>
                <a:gd name="csY1" fmla="*/ 1139583 h 1139583"/>
                <a:gd name="csX2" fmla="*/ 338150 w 338150"/>
                <a:gd name="csY2" fmla="*/ 0 h 1139583"/>
                <a:gd name="csX3" fmla="*/ 0 w 338150"/>
                <a:gd name="csY3" fmla="*/ 0 h 11395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139583">
                  <a:moveTo>
                    <a:pt x="0" y="1139583"/>
                  </a:moveTo>
                  <a:lnTo>
                    <a:pt x="338150" y="1139583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6" name="任意多边形: 形状 75"/>
            <p:cNvSpPr/>
            <p:nvPr/>
          </p:nvSpPr>
          <p:spPr>
            <a:xfrm>
              <a:off x="11133634" y="9737552"/>
              <a:ext cx="761981" cy="2780893"/>
            </a:xfrm>
            <a:custGeom>
              <a:avLst/>
              <a:gdLst>
                <a:gd name="csX0" fmla="*/ 0 w 338150"/>
                <a:gd name="csY0" fmla="*/ 2780893 h 2780893"/>
                <a:gd name="csX1" fmla="*/ 338150 w 338150"/>
                <a:gd name="csY1" fmla="*/ 2780893 h 2780893"/>
                <a:gd name="csX2" fmla="*/ 338150 w 338150"/>
                <a:gd name="csY2" fmla="*/ 0 h 2780893"/>
                <a:gd name="csX3" fmla="*/ 0 w 338150"/>
                <a:gd name="csY3" fmla="*/ 0 h 27808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780893">
                  <a:moveTo>
                    <a:pt x="0" y="2780893"/>
                  </a:moveTo>
                  <a:lnTo>
                    <a:pt x="338150" y="2780893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7" name="任意多边形: 形状 76"/>
            <p:cNvSpPr/>
            <p:nvPr/>
          </p:nvSpPr>
          <p:spPr>
            <a:xfrm>
              <a:off x="11895615" y="3886007"/>
              <a:ext cx="761981" cy="8632438"/>
            </a:xfrm>
            <a:custGeom>
              <a:avLst/>
              <a:gdLst>
                <a:gd name="csX0" fmla="*/ 0 w 338150"/>
                <a:gd name="csY0" fmla="*/ 8632439 h 8632438"/>
                <a:gd name="csX1" fmla="*/ 338150 w 338150"/>
                <a:gd name="csY1" fmla="*/ 8632439 h 8632438"/>
                <a:gd name="csX2" fmla="*/ 338150 w 338150"/>
                <a:gd name="csY2" fmla="*/ 0 h 8632438"/>
                <a:gd name="csX3" fmla="*/ 0 w 338150"/>
                <a:gd name="csY3" fmla="*/ 0 h 86324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8632438">
                  <a:moveTo>
                    <a:pt x="0" y="8632439"/>
                  </a:moveTo>
                  <a:lnTo>
                    <a:pt x="338150" y="8632439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8" name="任意多边形: 形状 77"/>
            <p:cNvSpPr/>
            <p:nvPr/>
          </p:nvSpPr>
          <p:spPr>
            <a:xfrm>
              <a:off x="12657596" y="10002029"/>
              <a:ext cx="761981" cy="2516416"/>
            </a:xfrm>
            <a:custGeom>
              <a:avLst/>
              <a:gdLst>
                <a:gd name="csX0" fmla="*/ 0 w 338150"/>
                <a:gd name="csY0" fmla="*/ 2516417 h 2516416"/>
                <a:gd name="csX1" fmla="*/ 338150 w 338150"/>
                <a:gd name="csY1" fmla="*/ 2516417 h 2516416"/>
                <a:gd name="csX2" fmla="*/ 338150 w 338150"/>
                <a:gd name="csY2" fmla="*/ 0 h 2516416"/>
                <a:gd name="csX3" fmla="*/ 0 w 338150"/>
                <a:gd name="csY3" fmla="*/ 0 h 2516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516416">
                  <a:moveTo>
                    <a:pt x="0" y="2516417"/>
                  </a:moveTo>
                  <a:lnTo>
                    <a:pt x="338150" y="2516417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79" name="任意多边形: 形状 78"/>
            <p:cNvSpPr/>
            <p:nvPr/>
          </p:nvSpPr>
          <p:spPr>
            <a:xfrm>
              <a:off x="13419578" y="9663654"/>
              <a:ext cx="761981" cy="2854791"/>
            </a:xfrm>
            <a:custGeom>
              <a:avLst/>
              <a:gdLst>
                <a:gd name="csX0" fmla="*/ 0 w 338150"/>
                <a:gd name="csY0" fmla="*/ 2854792 h 2854791"/>
                <a:gd name="csX1" fmla="*/ 338150 w 338150"/>
                <a:gd name="csY1" fmla="*/ 2854792 h 2854791"/>
                <a:gd name="csX2" fmla="*/ 338150 w 338150"/>
                <a:gd name="csY2" fmla="*/ 0 h 2854791"/>
                <a:gd name="csX3" fmla="*/ 0 w 338150"/>
                <a:gd name="csY3" fmla="*/ 0 h 2854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854791">
                  <a:moveTo>
                    <a:pt x="0" y="2854792"/>
                  </a:moveTo>
                  <a:lnTo>
                    <a:pt x="338150" y="2854792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0" name="任意多边形: 形状 79"/>
            <p:cNvSpPr/>
            <p:nvPr/>
          </p:nvSpPr>
          <p:spPr>
            <a:xfrm>
              <a:off x="14181561" y="7139458"/>
              <a:ext cx="761981" cy="5378987"/>
            </a:xfrm>
            <a:custGeom>
              <a:avLst/>
              <a:gdLst>
                <a:gd name="csX0" fmla="*/ 0 w 338150"/>
                <a:gd name="csY0" fmla="*/ 5378988 h 5378987"/>
                <a:gd name="csX1" fmla="*/ 338150 w 338150"/>
                <a:gd name="csY1" fmla="*/ 5378988 h 5378987"/>
                <a:gd name="csX2" fmla="*/ 338150 w 338150"/>
                <a:gd name="csY2" fmla="*/ 0 h 5378987"/>
                <a:gd name="csX3" fmla="*/ 0 w 338150"/>
                <a:gd name="csY3" fmla="*/ 0 h 53789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5378987">
                  <a:moveTo>
                    <a:pt x="0" y="5378988"/>
                  </a:moveTo>
                  <a:lnTo>
                    <a:pt x="338150" y="537898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1" name="任意多边形: 形状 80"/>
            <p:cNvSpPr/>
            <p:nvPr/>
          </p:nvSpPr>
          <p:spPr>
            <a:xfrm>
              <a:off x="14943543" y="5367854"/>
              <a:ext cx="761981" cy="7150591"/>
            </a:xfrm>
            <a:custGeom>
              <a:avLst/>
              <a:gdLst>
                <a:gd name="csX0" fmla="*/ 0 w 338150"/>
                <a:gd name="csY0" fmla="*/ 7150592 h 7150591"/>
                <a:gd name="csX1" fmla="*/ 338150 w 338150"/>
                <a:gd name="csY1" fmla="*/ 7150592 h 7150591"/>
                <a:gd name="csX2" fmla="*/ 338150 w 338150"/>
                <a:gd name="csY2" fmla="*/ 0 h 7150591"/>
                <a:gd name="csX3" fmla="*/ 0 w 338150"/>
                <a:gd name="csY3" fmla="*/ 0 h 7150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7150591">
                  <a:moveTo>
                    <a:pt x="0" y="7150592"/>
                  </a:moveTo>
                  <a:lnTo>
                    <a:pt x="338150" y="7150592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2" name="任意多边形: 形状 81"/>
            <p:cNvSpPr/>
            <p:nvPr/>
          </p:nvSpPr>
          <p:spPr>
            <a:xfrm>
              <a:off x="15705524" y="9130811"/>
              <a:ext cx="761981" cy="3387634"/>
            </a:xfrm>
            <a:custGeom>
              <a:avLst/>
              <a:gdLst>
                <a:gd name="csX0" fmla="*/ 0 w 338150"/>
                <a:gd name="csY0" fmla="*/ 3387634 h 3387634"/>
                <a:gd name="csX1" fmla="*/ 338150 w 338150"/>
                <a:gd name="csY1" fmla="*/ 3387634 h 3387634"/>
                <a:gd name="csX2" fmla="*/ 338150 w 338150"/>
                <a:gd name="csY2" fmla="*/ 0 h 3387634"/>
                <a:gd name="csX3" fmla="*/ 0 w 338150"/>
                <a:gd name="csY3" fmla="*/ 0 h 3387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387634">
                  <a:moveTo>
                    <a:pt x="0" y="3387634"/>
                  </a:moveTo>
                  <a:lnTo>
                    <a:pt x="338150" y="3387634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4" name="任意多边形: 形状 83"/>
            <p:cNvSpPr/>
            <p:nvPr/>
          </p:nvSpPr>
          <p:spPr>
            <a:xfrm>
              <a:off x="17229489" y="5984318"/>
              <a:ext cx="761981" cy="6534127"/>
            </a:xfrm>
            <a:custGeom>
              <a:avLst/>
              <a:gdLst>
                <a:gd name="csX0" fmla="*/ 0 w 338150"/>
                <a:gd name="csY0" fmla="*/ 6534128 h 6534127"/>
                <a:gd name="csX1" fmla="*/ 338150 w 338150"/>
                <a:gd name="csY1" fmla="*/ 6534128 h 6534127"/>
                <a:gd name="csX2" fmla="*/ 338150 w 338150"/>
                <a:gd name="csY2" fmla="*/ 0 h 6534127"/>
                <a:gd name="csX3" fmla="*/ 0 w 338150"/>
                <a:gd name="csY3" fmla="*/ 0 h 65341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6534127">
                  <a:moveTo>
                    <a:pt x="0" y="6534128"/>
                  </a:moveTo>
                  <a:lnTo>
                    <a:pt x="338150" y="653412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5" name="任意多边形: 形状 84"/>
            <p:cNvSpPr/>
            <p:nvPr/>
          </p:nvSpPr>
          <p:spPr>
            <a:xfrm>
              <a:off x="17991471" y="7586735"/>
              <a:ext cx="761981" cy="4931710"/>
            </a:xfrm>
            <a:custGeom>
              <a:avLst/>
              <a:gdLst>
                <a:gd name="csX0" fmla="*/ 0 w 338150"/>
                <a:gd name="csY0" fmla="*/ 4931711 h 4931710"/>
                <a:gd name="csX1" fmla="*/ 338150 w 338150"/>
                <a:gd name="csY1" fmla="*/ 4931711 h 4931710"/>
                <a:gd name="csX2" fmla="*/ 338150 w 338150"/>
                <a:gd name="csY2" fmla="*/ 0 h 4931710"/>
                <a:gd name="csX3" fmla="*/ 0 w 338150"/>
                <a:gd name="csY3" fmla="*/ 0 h 49317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4931710">
                  <a:moveTo>
                    <a:pt x="0" y="4931711"/>
                  </a:moveTo>
                  <a:lnTo>
                    <a:pt x="338150" y="4931711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6" name="任意多边形: 形状 85"/>
            <p:cNvSpPr/>
            <p:nvPr/>
          </p:nvSpPr>
          <p:spPr>
            <a:xfrm>
              <a:off x="18753454" y="8374331"/>
              <a:ext cx="761981" cy="4144115"/>
            </a:xfrm>
            <a:custGeom>
              <a:avLst/>
              <a:gdLst>
                <a:gd name="csX0" fmla="*/ 0 w 338150"/>
                <a:gd name="csY0" fmla="*/ 4144115 h 4144115"/>
                <a:gd name="csX1" fmla="*/ 338150 w 338150"/>
                <a:gd name="csY1" fmla="*/ 4144115 h 4144115"/>
                <a:gd name="csX2" fmla="*/ 338150 w 338150"/>
                <a:gd name="csY2" fmla="*/ 0 h 4144115"/>
                <a:gd name="csX3" fmla="*/ 0 w 338150"/>
                <a:gd name="csY3" fmla="*/ 0 h 4144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4144115">
                  <a:moveTo>
                    <a:pt x="0" y="4144115"/>
                  </a:moveTo>
                  <a:lnTo>
                    <a:pt x="338150" y="4144115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7" name="任意多边形: 形状 86"/>
            <p:cNvSpPr/>
            <p:nvPr/>
          </p:nvSpPr>
          <p:spPr>
            <a:xfrm>
              <a:off x="19515436" y="8720484"/>
              <a:ext cx="761981" cy="3797961"/>
            </a:xfrm>
            <a:custGeom>
              <a:avLst/>
              <a:gdLst>
                <a:gd name="csX0" fmla="*/ 0 w 338150"/>
                <a:gd name="csY0" fmla="*/ 3797962 h 3797961"/>
                <a:gd name="csX1" fmla="*/ 338151 w 338150"/>
                <a:gd name="csY1" fmla="*/ 3797962 h 3797961"/>
                <a:gd name="csX2" fmla="*/ 338151 w 338150"/>
                <a:gd name="csY2" fmla="*/ 0 h 3797961"/>
                <a:gd name="csX3" fmla="*/ 0 w 338150"/>
                <a:gd name="csY3" fmla="*/ 0 h 37979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797961">
                  <a:moveTo>
                    <a:pt x="0" y="3797962"/>
                  </a:moveTo>
                  <a:lnTo>
                    <a:pt x="338151" y="3797962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8" name="任意多边形: 形状 87"/>
            <p:cNvSpPr/>
            <p:nvPr/>
          </p:nvSpPr>
          <p:spPr>
            <a:xfrm>
              <a:off x="20277419" y="9836731"/>
              <a:ext cx="761981" cy="2681714"/>
            </a:xfrm>
            <a:custGeom>
              <a:avLst/>
              <a:gdLst>
                <a:gd name="csX0" fmla="*/ 0 w 338150"/>
                <a:gd name="csY0" fmla="*/ 2681715 h 2681714"/>
                <a:gd name="csX1" fmla="*/ 338150 w 338150"/>
                <a:gd name="csY1" fmla="*/ 2681715 h 2681714"/>
                <a:gd name="csX2" fmla="*/ 338150 w 338150"/>
                <a:gd name="csY2" fmla="*/ 0 h 2681714"/>
                <a:gd name="csX3" fmla="*/ 0 w 338150"/>
                <a:gd name="csY3" fmla="*/ 0 h 26817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681714">
                  <a:moveTo>
                    <a:pt x="0" y="2681715"/>
                  </a:moveTo>
                  <a:lnTo>
                    <a:pt x="338150" y="2681715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9" name="任意多边形: 形状 88"/>
            <p:cNvSpPr/>
            <p:nvPr/>
          </p:nvSpPr>
          <p:spPr>
            <a:xfrm>
              <a:off x="21039401" y="10820740"/>
              <a:ext cx="761981" cy="1697706"/>
            </a:xfrm>
            <a:custGeom>
              <a:avLst/>
              <a:gdLst>
                <a:gd name="csX0" fmla="*/ 0 w 338150"/>
                <a:gd name="csY0" fmla="*/ 1697706 h 1697706"/>
                <a:gd name="csX1" fmla="*/ 338150 w 338150"/>
                <a:gd name="csY1" fmla="*/ 1697706 h 1697706"/>
                <a:gd name="csX2" fmla="*/ 338150 w 338150"/>
                <a:gd name="csY2" fmla="*/ 0 h 1697706"/>
                <a:gd name="csX3" fmla="*/ 0 w 338150"/>
                <a:gd name="csY3" fmla="*/ 0 h 16977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697706">
                  <a:moveTo>
                    <a:pt x="0" y="1697706"/>
                  </a:moveTo>
                  <a:lnTo>
                    <a:pt x="338150" y="169770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0" name="任意多边形: 形状 89"/>
            <p:cNvSpPr/>
            <p:nvPr/>
          </p:nvSpPr>
          <p:spPr>
            <a:xfrm>
              <a:off x="21801382" y="11369140"/>
              <a:ext cx="761979" cy="1149306"/>
            </a:xfrm>
            <a:custGeom>
              <a:avLst/>
              <a:gdLst>
                <a:gd name="csX0" fmla="*/ 0 w 338149"/>
                <a:gd name="csY0" fmla="*/ 1149306 h 1149306"/>
                <a:gd name="csX1" fmla="*/ 338150 w 338149"/>
                <a:gd name="csY1" fmla="*/ 1149306 h 1149306"/>
                <a:gd name="csX2" fmla="*/ 338150 w 338149"/>
                <a:gd name="csY2" fmla="*/ 0 h 1149306"/>
                <a:gd name="csX3" fmla="*/ 0 w 338149"/>
                <a:gd name="csY3" fmla="*/ 0 h 11493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149306">
                  <a:moveTo>
                    <a:pt x="0" y="1149306"/>
                  </a:moveTo>
                  <a:lnTo>
                    <a:pt x="338150" y="114930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1" name="任意多边形: 形状 90"/>
            <p:cNvSpPr/>
            <p:nvPr/>
          </p:nvSpPr>
          <p:spPr>
            <a:xfrm>
              <a:off x="22563364" y="11796970"/>
              <a:ext cx="761981" cy="721475"/>
            </a:xfrm>
            <a:custGeom>
              <a:avLst/>
              <a:gdLst>
                <a:gd name="csX0" fmla="*/ 0 w 338150"/>
                <a:gd name="csY0" fmla="*/ 721476 h 721475"/>
                <a:gd name="csX1" fmla="*/ 338151 w 338150"/>
                <a:gd name="csY1" fmla="*/ 721476 h 721475"/>
                <a:gd name="csX2" fmla="*/ 338151 w 338150"/>
                <a:gd name="csY2" fmla="*/ 0 h 721475"/>
                <a:gd name="csX3" fmla="*/ 0 w 338150"/>
                <a:gd name="csY3" fmla="*/ 0 h 7214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721475">
                  <a:moveTo>
                    <a:pt x="0" y="721476"/>
                  </a:moveTo>
                  <a:lnTo>
                    <a:pt x="338151" y="721476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2" name="任意多边形: 形状 91"/>
            <p:cNvSpPr/>
            <p:nvPr/>
          </p:nvSpPr>
          <p:spPr>
            <a:xfrm>
              <a:off x="23325347" y="12164514"/>
              <a:ext cx="761979" cy="353931"/>
            </a:xfrm>
            <a:custGeom>
              <a:avLst/>
              <a:gdLst>
                <a:gd name="csX0" fmla="*/ 0 w 338149"/>
                <a:gd name="csY0" fmla="*/ 353932 h 353931"/>
                <a:gd name="csX1" fmla="*/ 338150 w 338149"/>
                <a:gd name="csY1" fmla="*/ 353932 h 353931"/>
                <a:gd name="csX2" fmla="*/ 338150 w 338149"/>
                <a:gd name="csY2" fmla="*/ 0 h 353931"/>
                <a:gd name="csX3" fmla="*/ 0 w 338149"/>
                <a:gd name="csY3" fmla="*/ 0 h 3539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353931">
                  <a:moveTo>
                    <a:pt x="0" y="353932"/>
                  </a:moveTo>
                  <a:lnTo>
                    <a:pt x="338150" y="353932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3" name="任意多边形: 形状 92"/>
            <p:cNvSpPr/>
            <p:nvPr/>
          </p:nvSpPr>
          <p:spPr>
            <a:xfrm>
              <a:off x="24087329" y="11843642"/>
              <a:ext cx="761981" cy="674803"/>
            </a:xfrm>
            <a:custGeom>
              <a:avLst/>
              <a:gdLst>
                <a:gd name="csX0" fmla="*/ 0 w 338150"/>
                <a:gd name="csY0" fmla="*/ 674804 h 674803"/>
                <a:gd name="csX1" fmla="*/ 338151 w 338150"/>
                <a:gd name="csY1" fmla="*/ 674804 h 674803"/>
                <a:gd name="csX2" fmla="*/ 338151 w 338150"/>
                <a:gd name="csY2" fmla="*/ 0 h 674803"/>
                <a:gd name="csX3" fmla="*/ 0 w 338150"/>
                <a:gd name="csY3" fmla="*/ 0 h 6748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674803">
                  <a:moveTo>
                    <a:pt x="0" y="674804"/>
                  </a:moveTo>
                  <a:lnTo>
                    <a:pt x="338151" y="67480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4" name="任意多边形: 形状 93"/>
            <p:cNvSpPr/>
            <p:nvPr/>
          </p:nvSpPr>
          <p:spPr>
            <a:xfrm>
              <a:off x="24849310" y="12213132"/>
              <a:ext cx="761979" cy="305314"/>
            </a:xfrm>
            <a:custGeom>
              <a:avLst/>
              <a:gdLst>
                <a:gd name="csX0" fmla="*/ 0 w 338149"/>
                <a:gd name="csY0" fmla="*/ 305314 h 305314"/>
                <a:gd name="csX1" fmla="*/ 338150 w 338149"/>
                <a:gd name="csY1" fmla="*/ 305314 h 305314"/>
                <a:gd name="csX2" fmla="*/ 338150 w 338149"/>
                <a:gd name="csY2" fmla="*/ 0 h 305314"/>
                <a:gd name="csX3" fmla="*/ 0 w 338149"/>
                <a:gd name="csY3" fmla="*/ 0 h 305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305314">
                  <a:moveTo>
                    <a:pt x="0" y="305314"/>
                  </a:moveTo>
                  <a:lnTo>
                    <a:pt x="338150" y="305314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5" name="任意多边形: 形状 94"/>
            <p:cNvSpPr/>
            <p:nvPr/>
          </p:nvSpPr>
          <p:spPr>
            <a:xfrm>
              <a:off x="25611291" y="12287029"/>
              <a:ext cx="761981" cy="231416"/>
            </a:xfrm>
            <a:custGeom>
              <a:avLst/>
              <a:gdLst>
                <a:gd name="csX0" fmla="*/ 0 w 338150"/>
                <a:gd name="csY0" fmla="*/ 231416 h 231416"/>
                <a:gd name="csX1" fmla="*/ 338151 w 338150"/>
                <a:gd name="csY1" fmla="*/ 231416 h 231416"/>
                <a:gd name="csX2" fmla="*/ 338151 w 338150"/>
                <a:gd name="csY2" fmla="*/ 0 h 231416"/>
                <a:gd name="csX3" fmla="*/ 0 w 338150"/>
                <a:gd name="csY3" fmla="*/ 0 h 231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31416">
                  <a:moveTo>
                    <a:pt x="0" y="231416"/>
                  </a:moveTo>
                  <a:lnTo>
                    <a:pt x="338151" y="231416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6" name="任意多边形: 形状 95"/>
            <p:cNvSpPr/>
            <p:nvPr/>
          </p:nvSpPr>
          <p:spPr>
            <a:xfrm>
              <a:off x="26373275" y="12279251"/>
              <a:ext cx="761979" cy="239195"/>
            </a:xfrm>
            <a:custGeom>
              <a:avLst/>
              <a:gdLst>
                <a:gd name="csX0" fmla="*/ 0 w 338149"/>
                <a:gd name="csY0" fmla="*/ 239195 h 239195"/>
                <a:gd name="csX1" fmla="*/ 338150 w 338149"/>
                <a:gd name="csY1" fmla="*/ 239195 h 239195"/>
                <a:gd name="csX2" fmla="*/ 338150 w 338149"/>
                <a:gd name="csY2" fmla="*/ 0 h 239195"/>
                <a:gd name="csX3" fmla="*/ 0 w 338149"/>
                <a:gd name="csY3" fmla="*/ 0 h 23919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239195">
                  <a:moveTo>
                    <a:pt x="0" y="239195"/>
                  </a:moveTo>
                  <a:lnTo>
                    <a:pt x="338150" y="239195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7" name="任意多边形: 形状 96"/>
            <p:cNvSpPr/>
            <p:nvPr/>
          </p:nvSpPr>
          <p:spPr>
            <a:xfrm>
              <a:off x="27135256" y="12386208"/>
              <a:ext cx="761981" cy="132238"/>
            </a:xfrm>
            <a:custGeom>
              <a:avLst/>
              <a:gdLst>
                <a:gd name="csX0" fmla="*/ 0 w 338150"/>
                <a:gd name="csY0" fmla="*/ 132238 h 132238"/>
                <a:gd name="csX1" fmla="*/ 338151 w 338150"/>
                <a:gd name="csY1" fmla="*/ 132238 h 132238"/>
                <a:gd name="csX2" fmla="*/ 338151 w 338150"/>
                <a:gd name="csY2" fmla="*/ 0 h 132238"/>
                <a:gd name="csX3" fmla="*/ 0 w 338150"/>
                <a:gd name="csY3" fmla="*/ 0 h 1322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32238">
                  <a:moveTo>
                    <a:pt x="0" y="132238"/>
                  </a:moveTo>
                  <a:lnTo>
                    <a:pt x="338151" y="132238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8" name="任意多边形: 形状 97"/>
            <p:cNvSpPr/>
            <p:nvPr/>
          </p:nvSpPr>
          <p:spPr>
            <a:xfrm>
              <a:off x="27897240" y="12333701"/>
              <a:ext cx="761981" cy="184744"/>
            </a:xfrm>
            <a:custGeom>
              <a:avLst/>
              <a:gdLst>
                <a:gd name="csX0" fmla="*/ 0 w 338150"/>
                <a:gd name="csY0" fmla="*/ 184744 h 184744"/>
                <a:gd name="csX1" fmla="*/ 338151 w 338150"/>
                <a:gd name="csY1" fmla="*/ 184744 h 184744"/>
                <a:gd name="csX2" fmla="*/ 338151 w 338150"/>
                <a:gd name="csY2" fmla="*/ 0 h 184744"/>
                <a:gd name="csX3" fmla="*/ 0 w 338150"/>
                <a:gd name="csY3" fmla="*/ 0 h 1847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84744">
                  <a:moveTo>
                    <a:pt x="0" y="184744"/>
                  </a:moveTo>
                  <a:lnTo>
                    <a:pt x="338151" y="1847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99" name="任意多边形: 形状 98"/>
            <p:cNvSpPr/>
            <p:nvPr/>
          </p:nvSpPr>
          <p:spPr>
            <a:xfrm>
              <a:off x="28659221" y="12405655"/>
              <a:ext cx="761979" cy="112791"/>
            </a:xfrm>
            <a:custGeom>
              <a:avLst/>
              <a:gdLst>
                <a:gd name="csX0" fmla="*/ 0 w 338149"/>
                <a:gd name="csY0" fmla="*/ 112791 h 112791"/>
                <a:gd name="csX1" fmla="*/ 338150 w 338149"/>
                <a:gd name="csY1" fmla="*/ 112791 h 112791"/>
                <a:gd name="csX2" fmla="*/ 338150 w 338149"/>
                <a:gd name="csY2" fmla="*/ 0 h 112791"/>
                <a:gd name="csX3" fmla="*/ 0 w 338149"/>
                <a:gd name="csY3" fmla="*/ 0 h 1127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12791">
                  <a:moveTo>
                    <a:pt x="0" y="112791"/>
                  </a:moveTo>
                  <a:lnTo>
                    <a:pt x="338150" y="112791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0" name="任意多边形: 形状 99"/>
            <p:cNvSpPr/>
            <p:nvPr/>
          </p:nvSpPr>
          <p:spPr>
            <a:xfrm>
              <a:off x="29421203" y="12425102"/>
              <a:ext cx="761981" cy="93343"/>
            </a:xfrm>
            <a:custGeom>
              <a:avLst/>
              <a:gdLst>
                <a:gd name="csX0" fmla="*/ 0 w 338150"/>
                <a:gd name="csY0" fmla="*/ 93344 h 93343"/>
                <a:gd name="csX1" fmla="*/ 338151 w 338150"/>
                <a:gd name="csY1" fmla="*/ 93344 h 93343"/>
                <a:gd name="csX2" fmla="*/ 338151 w 338150"/>
                <a:gd name="csY2" fmla="*/ 0 h 93343"/>
                <a:gd name="csX3" fmla="*/ 0 w 338150"/>
                <a:gd name="csY3" fmla="*/ 0 h 933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93343">
                  <a:moveTo>
                    <a:pt x="0" y="93344"/>
                  </a:moveTo>
                  <a:lnTo>
                    <a:pt x="338151" y="933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任意多边形: 形状 100"/>
            <p:cNvSpPr/>
            <p:nvPr/>
          </p:nvSpPr>
          <p:spPr>
            <a:xfrm>
              <a:off x="30183186" y="12448438"/>
              <a:ext cx="761979" cy="70007"/>
            </a:xfrm>
            <a:custGeom>
              <a:avLst/>
              <a:gdLst>
                <a:gd name="csX0" fmla="*/ 0 w 338149"/>
                <a:gd name="csY0" fmla="*/ 70008 h 70007"/>
                <a:gd name="csX1" fmla="*/ 338150 w 338149"/>
                <a:gd name="csY1" fmla="*/ 70008 h 70007"/>
                <a:gd name="csX2" fmla="*/ 338150 w 338149"/>
                <a:gd name="csY2" fmla="*/ 0 h 70007"/>
                <a:gd name="csX3" fmla="*/ 0 w 338149"/>
                <a:gd name="csY3" fmla="*/ 0 h 700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70007">
                  <a:moveTo>
                    <a:pt x="0" y="70008"/>
                  </a:moveTo>
                  <a:lnTo>
                    <a:pt x="338150" y="7000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2" name="任意多边形: 形状 101"/>
            <p:cNvSpPr/>
            <p:nvPr/>
          </p:nvSpPr>
          <p:spPr>
            <a:xfrm>
              <a:off x="30945168" y="12485387"/>
              <a:ext cx="761981" cy="33059"/>
            </a:xfrm>
            <a:custGeom>
              <a:avLst/>
              <a:gdLst>
                <a:gd name="csX0" fmla="*/ 0 w 338150"/>
                <a:gd name="csY0" fmla="*/ 33059 h 33059"/>
                <a:gd name="csX1" fmla="*/ 338151 w 338150"/>
                <a:gd name="csY1" fmla="*/ 33059 h 33059"/>
                <a:gd name="csX2" fmla="*/ 338151 w 338150"/>
                <a:gd name="csY2" fmla="*/ 0 h 33059"/>
                <a:gd name="csX3" fmla="*/ 0 w 338150"/>
                <a:gd name="csY3" fmla="*/ 0 h 330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3059">
                  <a:moveTo>
                    <a:pt x="0" y="33059"/>
                  </a:moveTo>
                  <a:lnTo>
                    <a:pt x="338151" y="33059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3" name="任意多边形: 形状 102"/>
            <p:cNvSpPr/>
            <p:nvPr/>
          </p:nvSpPr>
          <p:spPr>
            <a:xfrm>
              <a:off x="31707151" y="12427046"/>
              <a:ext cx="761979" cy="91399"/>
            </a:xfrm>
            <a:custGeom>
              <a:avLst/>
              <a:gdLst>
                <a:gd name="csX0" fmla="*/ 0 w 338149"/>
                <a:gd name="csY0" fmla="*/ 91400 h 91399"/>
                <a:gd name="csX1" fmla="*/ 338150 w 338149"/>
                <a:gd name="csY1" fmla="*/ 91400 h 91399"/>
                <a:gd name="csX2" fmla="*/ 338150 w 338149"/>
                <a:gd name="csY2" fmla="*/ 0 h 91399"/>
                <a:gd name="csX3" fmla="*/ 0 w 338149"/>
                <a:gd name="csY3" fmla="*/ 0 h 91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91399">
                  <a:moveTo>
                    <a:pt x="0" y="91400"/>
                  </a:moveTo>
                  <a:lnTo>
                    <a:pt x="338150" y="91400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4" name="任意多边形: 形状 103"/>
            <p:cNvSpPr/>
            <p:nvPr/>
          </p:nvSpPr>
          <p:spPr>
            <a:xfrm>
              <a:off x="32469131" y="12460105"/>
              <a:ext cx="761981" cy="58340"/>
            </a:xfrm>
            <a:custGeom>
              <a:avLst/>
              <a:gdLst>
                <a:gd name="csX0" fmla="*/ 0 w 338150"/>
                <a:gd name="csY0" fmla="*/ 58340 h 58340"/>
                <a:gd name="csX1" fmla="*/ 338151 w 338150"/>
                <a:gd name="csY1" fmla="*/ 58340 h 58340"/>
                <a:gd name="csX2" fmla="*/ 338151 w 338150"/>
                <a:gd name="csY2" fmla="*/ 0 h 58340"/>
                <a:gd name="csX3" fmla="*/ 0 w 338150"/>
                <a:gd name="csY3" fmla="*/ 0 h 58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58340">
                  <a:moveTo>
                    <a:pt x="0" y="58340"/>
                  </a:moveTo>
                  <a:lnTo>
                    <a:pt x="338151" y="58340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5" name="任意多边形: 形状 104"/>
            <p:cNvSpPr/>
            <p:nvPr/>
          </p:nvSpPr>
          <p:spPr>
            <a:xfrm>
              <a:off x="33231114" y="12460105"/>
              <a:ext cx="761979" cy="58340"/>
            </a:xfrm>
            <a:custGeom>
              <a:avLst/>
              <a:gdLst>
                <a:gd name="csX0" fmla="*/ 0 w 338149"/>
                <a:gd name="csY0" fmla="*/ 58340 h 58340"/>
                <a:gd name="csX1" fmla="*/ 338150 w 338149"/>
                <a:gd name="csY1" fmla="*/ 58340 h 58340"/>
                <a:gd name="csX2" fmla="*/ 338150 w 338149"/>
                <a:gd name="csY2" fmla="*/ 0 h 58340"/>
                <a:gd name="csX3" fmla="*/ 0 w 338149"/>
                <a:gd name="csY3" fmla="*/ 0 h 583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58340">
                  <a:moveTo>
                    <a:pt x="0" y="58340"/>
                  </a:moveTo>
                  <a:lnTo>
                    <a:pt x="338150" y="58340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6" name="任意多边形: 形状 105"/>
            <p:cNvSpPr/>
            <p:nvPr/>
          </p:nvSpPr>
          <p:spPr>
            <a:xfrm>
              <a:off x="33993096" y="12487331"/>
              <a:ext cx="761981" cy="31114"/>
            </a:xfrm>
            <a:custGeom>
              <a:avLst/>
              <a:gdLst>
                <a:gd name="csX0" fmla="*/ 0 w 338150"/>
                <a:gd name="csY0" fmla="*/ 31115 h 31114"/>
                <a:gd name="csX1" fmla="*/ 338151 w 338150"/>
                <a:gd name="csY1" fmla="*/ 31115 h 31114"/>
                <a:gd name="csX2" fmla="*/ 338151 w 338150"/>
                <a:gd name="csY2" fmla="*/ 0 h 31114"/>
                <a:gd name="csX3" fmla="*/ 0 w 338150"/>
                <a:gd name="csY3" fmla="*/ 0 h 311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1114">
                  <a:moveTo>
                    <a:pt x="0" y="31115"/>
                  </a:moveTo>
                  <a:lnTo>
                    <a:pt x="338151" y="31115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7" name="任意多边形: 形状 106"/>
            <p:cNvSpPr/>
            <p:nvPr/>
          </p:nvSpPr>
          <p:spPr>
            <a:xfrm>
              <a:off x="34755079" y="12481497"/>
              <a:ext cx="761979" cy="36948"/>
            </a:xfrm>
            <a:custGeom>
              <a:avLst/>
              <a:gdLst>
                <a:gd name="csX0" fmla="*/ 0 w 338149"/>
                <a:gd name="csY0" fmla="*/ 36949 h 36948"/>
                <a:gd name="csX1" fmla="*/ 338150 w 338149"/>
                <a:gd name="csY1" fmla="*/ 36949 h 36948"/>
                <a:gd name="csX2" fmla="*/ 338150 w 338149"/>
                <a:gd name="csY2" fmla="*/ 0 h 36948"/>
                <a:gd name="csX3" fmla="*/ 0 w 338149"/>
                <a:gd name="csY3" fmla="*/ 0 h 36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36948">
                  <a:moveTo>
                    <a:pt x="0" y="36949"/>
                  </a:moveTo>
                  <a:lnTo>
                    <a:pt x="338150" y="36949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8" name="任意多边形: 形状 107"/>
            <p:cNvSpPr/>
            <p:nvPr/>
          </p:nvSpPr>
          <p:spPr>
            <a:xfrm>
              <a:off x="35517061" y="12481497"/>
              <a:ext cx="761981" cy="36948"/>
            </a:xfrm>
            <a:custGeom>
              <a:avLst/>
              <a:gdLst>
                <a:gd name="csX0" fmla="*/ 0 w 338150"/>
                <a:gd name="csY0" fmla="*/ 36949 h 36948"/>
                <a:gd name="csX1" fmla="*/ 338151 w 338150"/>
                <a:gd name="csY1" fmla="*/ 36949 h 36948"/>
                <a:gd name="csX2" fmla="*/ 338151 w 338150"/>
                <a:gd name="csY2" fmla="*/ 0 h 36948"/>
                <a:gd name="csX3" fmla="*/ 0 w 338150"/>
                <a:gd name="csY3" fmla="*/ 0 h 36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6948">
                  <a:moveTo>
                    <a:pt x="0" y="36949"/>
                  </a:moveTo>
                  <a:lnTo>
                    <a:pt x="338151" y="36949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09" name="任意多边形: 形状 108"/>
            <p:cNvSpPr/>
            <p:nvPr/>
          </p:nvSpPr>
          <p:spPr>
            <a:xfrm>
              <a:off x="36279042" y="12499000"/>
              <a:ext cx="761979" cy="19446"/>
            </a:xfrm>
            <a:custGeom>
              <a:avLst/>
              <a:gdLst>
                <a:gd name="csX0" fmla="*/ 0 w 338149"/>
                <a:gd name="csY0" fmla="*/ 19446 h 19446"/>
                <a:gd name="csX1" fmla="*/ 338150 w 338149"/>
                <a:gd name="csY1" fmla="*/ 19446 h 19446"/>
                <a:gd name="csX2" fmla="*/ 338150 w 338149"/>
                <a:gd name="csY2" fmla="*/ 0 h 19446"/>
                <a:gd name="csX3" fmla="*/ 0 w 338149"/>
                <a:gd name="csY3" fmla="*/ 0 h 19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9446">
                  <a:moveTo>
                    <a:pt x="0" y="19446"/>
                  </a:moveTo>
                  <a:lnTo>
                    <a:pt x="338150" y="1944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0" name="任意多边形: 形状 109"/>
            <p:cNvSpPr/>
            <p:nvPr/>
          </p:nvSpPr>
          <p:spPr>
            <a:xfrm>
              <a:off x="37041023" y="12499000"/>
              <a:ext cx="761981" cy="19446"/>
            </a:xfrm>
            <a:custGeom>
              <a:avLst/>
              <a:gdLst>
                <a:gd name="csX0" fmla="*/ 0 w 338150"/>
                <a:gd name="csY0" fmla="*/ 19446 h 19446"/>
                <a:gd name="csX1" fmla="*/ 338151 w 338150"/>
                <a:gd name="csY1" fmla="*/ 19446 h 19446"/>
                <a:gd name="csX2" fmla="*/ 338151 w 338150"/>
                <a:gd name="csY2" fmla="*/ 0 h 19446"/>
                <a:gd name="csX3" fmla="*/ 0 w 338150"/>
                <a:gd name="csY3" fmla="*/ 0 h 19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6">
                  <a:moveTo>
                    <a:pt x="0" y="19446"/>
                  </a:moveTo>
                  <a:lnTo>
                    <a:pt x="338151" y="19446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1" name="任意多边形: 形状 110"/>
            <p:cNvSpPr/>
            <p:nvPr/>
          </p:nvSpPr>
          <p:spPr>
            <a:xfrm>
              <a:off x="37803007" y="12506778"/>
              <a:ext cx="761979" cy="11667"/>
            </a:xfrm>
            <a:custGeom>
              <a:avLst/>
              <a:gdLst>
                <a:gd name="csX0" fmla="*/ 0 w 338149"/>
                <a:gd name="csY0" fmla="*/ 11668 h 11667"/>
                <a:gd name="csX1" fmla="*/ 338150 w 338149"/>
                <a:gd name="csY1" fmla="*/ 11668 h 11667"/>
                <a:gd name="csX2" fmla="*/ 338150 w 338149"/>
                <a:gd name="csY2" fmla="*/ 0 h 11667"/>
                <a:gd name="csX3" fmla="*/ 0 w 338149"/>
                <a:gd name="csY3" fmla="*/ 0 h 1166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11667">
                  <a:moveTo>
                    <a:pt x="0" y="11668"/>
                  </a:moveTo>
                  <a:lnTo>
                    <a:pt x="338150" y="11668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2" name="任意多边形: 形状 111"/>
            <p:cNvSpPr/>
            <p:nvPr/>
          </p:nvSpPr>
          <p:spPr>
            <a:xfrm>
              <a:off x="38564988" y="12508723"/>
              <a:ext cx="761981" cy="9723"/>
            </a:xfrm>
            <a:custGeom>
              <a:avLst/>
              <a:gdLst>
                <a:gd name="csX0" fmla="*/ 0 w 338150"/>
                <a:gd name="csY0" fmla="*/ 9723 h 9723"/>
                <a:gd name="csX1" fmla="*/ 338151 w 338150"/>
                <a:gd name="csY1" fmla="*/ 9723 h 9723"/>
                <a:gd name="csX2" fmla="*/ 338151 w 338150"/>
                <a:gd name="csY2" fmla="*/ 0 h 9723"/>
                <a:gd name="csX3" fmla="*/ 0 w 338150"/>
                <a:gd name="csY3" fmla="*/ 0 h 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9723">
                  <a:moveTo>
                    <a:pt x="0" y="9723"/>
                  </a:moveTo>
                  <a:lnTo>
                    <a:pt x="338151" y="9723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3" name="任意多边形: 形状 112"/>
            <p:cNvSpPr/>
            <p:nvPr/>
          </p:nvSpPr>
          <p:spPr>
            <a:xfrm>
              <a:off x="39326972" y="12512612"/>
              <a:ext cx="761979" cy="5833"/>
            </a:xfrm>
            <a:custGeom>
              <a:avLst/>
              <a:gdLst>
                <a:gd name="csX0" fmla="*/ 0 w 338149"/>
                <a:gd name="csY0" fmla="*/ 5833 h 5833"/>
                <a:gd name="csX1" fmla="*/ 338150 w 338149"/>
                <a:gd name="csY1" fmla="*/ 5833 h 5833"/>
                <a:gd name="csX2" fmla="*/ 338150 w 338149"/>
                <a:gd name="csY2" fmla="*/ 0 h 5833"/>
                <a:gd name="csX3" fmla="*/ 0 w 338149"/>
                <a:gd name="csY3" fmla="*/ 0 h 5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9" h="5833">
                  <a:moveTo>
                    <a:pt x="0" y="5833"/>
                  </a:moveTo>
                  <a:lnTo>
                    <a:pt x="338150" y="5833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4" name="任意多边形: 形状 113"/>
            <p:cNvSpPr/>
            <p:nvPr/>
          </p:nvSpPr>
          <p:spPr>
            <a:xfrm>
              <a:off x="40088951" y="12508723"/>
              <a:ext cx="761981" cy="9723"/>
            </a:xfrm>
            <a:custGeom>
              <a:avLst/>
              <a:gdLst>
                <a:gd name="csX0" fmla="*/ 0 w 338150"/>
                <a:gd name="csY0" fmla="*/ 9723 h 9723"/>
                <a:gd name="csX1" fmla="*/ 338151 w 338150"/>
                <a:gd name="csY1" fmla="*/ 9723 h 9723"/>
                <a:gd name="csX2" fmla="*/ 338151 w 338150"/>
                <a:gd name="csY2" fmla="*/ 0 h 9723"/>
                <a:gd name="csX3" fmla="*/ 0 w 338150"/>
                <a:gd name="csY3" fmla="*/ 0 h 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9723">
                  <a:moveTo>
                    <a:pt x="0" y="9723"/>
                  </a:moveTo>
                  <a:lnTo>
                    <a:pt x="338151" y="9723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5" name="任意多边形: 形状 114"/>
            <p:cNvSpPr/>
            <p:nvPr/>
          </p:nvSpPr>
          <p:spPr>
            <a:xfrm>
              <a:off x="40850935" y="12514557"/>
              <a:ext cx="761981" cy="3888"/>
            </a:xfrm>
            <a:custGeom>
              <a:avLst/>
              <a:gdLst>
                <a:gd name="csX0" fmla="*/ 0 w 338150"/>
                <a:gd name="csY0" fmla="*/ 3889 h 3888"/>
                <a:gd name="csX1" fmla="*/ 338151 w 338150"/>
                <a:gd name="csY1" fmla="*/ 3889 h 3888"/>
                <a:gd name="csX2" fmla="*/ 338151 w 338150"/>
                <a:gd name="csY2" fmla="*/ 0 h 3888"/>
                <a:gd name="csX3" fmla="*/ 0 w 338150"/>
                <a:gd name="csY3" fmla="*/ 0 h 38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3888">
                  <a:moveTo>
                    <a:pt x="0" y="3889"/>
                  </a:moveTo>
                  <a:lnTo>
                    <a:pt x="338151" y="3889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6" name="任意多边形: 形状 115"/>
            <p:cNvSpPr/>
            <p:nvPr/>
          </p:nvSpPr>
          <p:spPr>
            <a:xfrm>
              <a:off x="41612919" y="12510667"/>
              <a:ext cx="761977" cy="7778"/>
            </a:xfrm>
            <a:custGeom>
              <a:avLst/>
              <a:gdLst>
                <a:gd name="csX0" fmla="*/ 0 w 338148"/>
                <a:gd name="csY0" fmla="*/ 7779 h 7778"/>
                <a:gd name="csX1" fmla="*/ 338149 w 338148"/>
                <a:gd name="csY1" fmla="*/ 7779 h 7778"/>
                <a:gd name="csX2" fmla="*/ 338149 w 338148"/>
                <a:gd name="csY2" fmla="*/ 0 h 7778"/>
                <a:gd name="csX3" fmla="*/ 0 w 338148"/>
                <a:gd name="csY3" fmla="*/ 0 h 77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8" h="7778">
                  <a:moveTo>
                    <a:pt x="0" y="7779"/>
                  </a:moveTo>
                  <a:lnTo>
                    <a:pt x="338149" y="7779"/>
                  </a:lnTo>
                  <a:lnTo>
                    <a:pt x="338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7" name="任意多边形: 形状 116"/>
            <p:cNvSpPr/>
            <p:nvPr/>
          </p:nvSpPr>
          <p:spPr>
            <a:xfrm>
              <a:off x="42374898" y="12497054"/>
              <a:ext cx="761981" cy="21391"/>
            </a:xfrm>
            <a:custGeom>
              <a:avLst/>
              <a:gdLst>
                <a:gd name="csX0" fmla="*/ 0 w 338150"/>
                <a:gd name="csY0" fmla="*/ 21392 h 21391"/>
                <a:gd name="csX1" fmla="*/ 338151 w 338150"/>
                <a:gd name="csY1" fmla="*/ 21392 h 21391"/>
                <a:gd name="csX2" fmla="*/ 338151 w 338150"/>
                <a:gd name="csY2" fmla="*/ 0 h 21391"/>
                <a:gd name="csX3" fmla="*/ 0 w 338150"/>
                <a:gd name="csY3" fmla="*/ 0 h 213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21391">
                  <a:moveTo>
                    <a:pt x="0" y="21392"/>
                  </a:moveTo>
                  <a:lnTo>
                    <a:pt x="338151" y="21392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8" name="任意多边形: 形状 117"/>
            <p:cNvSpPr/>
            <p:nvPr/>
          </p:nvSpPr>
          <p:spPr>
            <a:xfrm>
              <a:off x="43136881" y="12512612"/>
              <a:ext cx="761981" cy="5833"/>
            </a:xfrm>
            <a:custGeom>
              <a:avLst/>
              <a:gdLst>
                <a:gd name="csX0" fmla="*/ 0 w 338150"/>
                <a:gd name="csY0" fmla="*/ 5833 h 5833"/>
                <a:gd name="csX1" fmla="*/ 338151 w 338150"/>
                <a:gd name="csY1" fmla="*/ 5833 h 5833"/>
                <a:gd name="csX2" fmla="*/ 338151 w 338150"/>
                <a:gd name="csY2" fmla="*/ 0 h 5833"/>
                <a:gd name="csX3" fmla="*/ 0 w 338150"/>
                <a:gd name="csY3" fmla="*/ 0 h 5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5833">
                  <a:moveTo>
                    <a:pt x="0" y="5833"/>
                  </a:moveTo>
                  <a:lnTo>
                    <a:pt x="338151" y="5833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19" name="任意多边形: 形状 118"/>
            <p:cNvSpPr/>
            <p:nvPr/>
          </p:nvSpPr>
          <p:spPr>
            <a:xfrm>
              <a:off x="43898863" y="12516501"/>
              <a:ext cx="761981" cy="1944"/>
            </a:xfrm>
            <a:custGeom>
              <a:avLst/>
              <a:gdLst>
                <a:gd name="csX0" fmla="*/ 0 w 338150"/>
                <a:gd name="csY0" fmla="*/ 1944 h 1944"/>
                <a:gd name="csX1" fmla="*/ 338151 w 338150"/>
                <a:gd name="csY1" fmla="*/ 1944 h 1944"/>
                <a:gd name="csX2" fmla="*/ 338151 w 338150"/>
                <a:gd name="csY2" fmla="*/ 0 h 1944"/>
                <a:gd name="csX3" fmla="*/ 0 w 338150"/>
                <a:gd name="csY3" fmla="*/ 0 h 1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">
                  <a:moveTo>
                    <a:pt x="0" y="1944"/>
                  </a:moveTo>
                  <a:lnTo>
                    <a:pt x="338151" y="19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0" name="任意多边形: 形状 119"/>
            <p:cNvSpPr/>
            <p:nvPr/>
          </p:nvSpPr>
          <p:spPr>
            <a:xfrm>
              <a:off x="44660846" y="12516501"/>
              <a:ext cx="761981" cy="1944"/>
            </a:xfrm>
            <a:custGeom>
              <a:avLst/>
              <a:gdLst>
                <a:gd name="csX0" fmla="*/ 0 w 338150"/>
                <a:gd name="csY0" fmla="*/ 1944 h 1944"/>
                <a:gd name="csX1" fmla="*/ 338151 w 338150"/>
                <a:gd name="csY1" fmla="*/ 1944 h 1944"/>
                <a:gd name="csX2" fmla="*/ 338151 w 338150"/>
                <a:gd name="csY2" fmla="*/ 0 h 1944"/>
                <a:gd name="csX3" fmla="*/ 0 w 338150"/>
                <a:gd name="csY3" fmla="*/ 0 h 1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">
                  <a:moveTo>
                    <a:pt x="0" y="1944"/>
                  </a:moveTo>
                  <a:lnTo>
                    <a:pt x="338151" y="19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1" name="任意多边形: 形状 120"/>
            <p:cNvSpPr/>
            <p:nvPr/>
          </p:nvSpPr>
          <p:spPr>
            <a:xfrm>
              <a:off x="45422830" y="12518446"/>
              <a:ext cx="761977" cy="31573"/>
            </a:xfrm>
            <a:custGeom>
              <a:avLst/>
              <a:gdLst>
                <a:gd name="csX0" fmla="*/ 0 w 338148"/>
                <a:gd name="csY0" fmla="*/ 0 h 31573"/>
                <a:gd name="csX1" fmla="*/ 338149 w 338148"/>
                <a:gd name="csY1" fmla="*/ 0 h 31573"/>
                <a:gd name="csX2" fmla="*/ 338149 w 338148"/>
                <a:gd name="csY2" fmla="*/ 0 h 31573"/>
                <a:gd name="csX3" fmla="*/ 0 w 338148"/>
                <a:gd name="csY3" fmla="*/ 0 h 315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48" h="31573">
                  <a:moveTo>
                    <a:pt x="0" y="0"/>
                  </a:moveTo>
                  <a:lnTo>
                    <a:pt x="338149" y="0"/>
                  </a:lnTo>
                  <a:lnTo>
                    <a:pt x="33814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122" name="任意多边形: 形状 121"/>
            <p:cNvSpPr/>
            <p:nvPr/>
          </p:nvSpPr>
          <p:spPr>
            <a:xfrm>
              <a:off x="46184809" y="12516501"/>
              <a:ext cx="761981" cy="1944"/>
            </a:xfrm>
            <a:custGeom>
              <a:avLst/>
              <a:gdLst>
                <a:gd name="csX0" fmla="*/ 0 w 338150"/>
                <a:gd name="csY0" fmla="*/ 1944 h 1944"/>
                <a:gd name="csX1" fmla="*/ 338151 w 338150"/>
                <a:gd name="csY1" fmla="*/ 1944 h 1944"/>
                <a:gd name="csX2" fmla="*/ 338151 w 338150"/>
                <a:gd name="csY2" fmla="*/ 0 h 1944"/>
                <a:gd name="csX3" fmla="*/ 0 w 338150"/>
                <a:gd name="csY3" fmla="*/ 0 h 1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1944">
                  <a:moveTo>
                    <a:pt x="0" y="1944"/>
                  </a:moveTo>
                  <a:lnTo>
                    <a:pt x="338151" y="1944"/>
                  </a:lnTo>
                  <a:lnTo>
                    <a:pt x="33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  <p:sp>
          <p:nvSpPr>
            <p:cNvPr id="83" name="任意多边形: 形状 82"/>
            <p:cNvSpPr/>
            <p:nvPr/>
          </p:nvSpPr>
          <p:spPr>
            <a:xfrm>
              <a:off x="16467508" y="6089331"/>
              <a:ext cx="761981" cy="6429115"/>
            </a:xfrm>
            <a:custGeom>
              <a:avLst/>
              <a:gdLst>
                <a:gd name="csX0" fmla="*/ 0 w 338150"/>
                <a:gd name="csY0" fmla="*/ 6429116 h 6429115"/>
                <a:gd name="csX1" fmla="*/ 338150 w 338150"/>
                <a:gd name="csY1" fmla="*/ 6429116 h 6429115"/>
                <a:gd name="csX2" fmla="*/ 338150 w 338150"/>
                <a:gd name="csY2" fmla="*/ 0 h 6429115"/>
                <a:gd name="csX3" fmla="*/ 0 w 338150"/>
                <a:gd name="csY3" fmla="*/ 0 h 642911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38150" h="6429115">
                  <a:moveTo>
                    <a:pt x="0" y="6429116"/>
                  </a:moveTo>
                  <a:lnTo>
                    <a:pt x="338150" y="6429116"/>
                  </a:lnTo>
                  <a:lnTo>
                    <a:pt x="3381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/>
            </a:solidFill>
            <a:ln w="101600" cap="flat">
              <a:solidFill>
                <a:schemeClr val="tx1">
                  <a:alpha val="70000"/>
                </a:schemeClr>
              </a:solidFill>
              <a:prstDash val="solid"/>
              <a:miter/>
            </a:ln>
          </p:spPr>
        </p:sp>
      </p:grpSp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Fig S2</a:t>
            </a:r>
            <a:endParaRPr lang="zh-CN" altLang="en-US" dirty="0"/>
          </a:p>
        </p:txBody>
      </p:sp>
      <p:sp>
        <p:nvSpPr>
          <p:cNvPr id="145" name="矩形 144"/>
          <p:cNvSpPr/>
          <p:nvPr/>
        </p:nvSpPr>
        <p:spPr>
          <a:xfrm>
            <a:off x="21482746" y="13805828"/>
            <a:ext cx="12710597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Number of ligand atoms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4" name="矩形 153"/>
          <p:cNvSpPr/>
          <p:nvPr/>
        </p:nvSpPr>
        <p:spPr>
          <a:xfrm>
            <a:off x="1703684" y="2866400"/>
            <a:ext cx="45156148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</a:t>
            </a:r>
            <a:r>
              <a:rPr lang="en-US" altLang="zh-CN" sz="8800" i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Distribution of ligand atom 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7" name="组合 156"/>
          <p:cNvGrpSpPr/>
          <p:nvPr/>
        </p:nvGrpSpPr>
        <p:grpSpPr>
          <a:xfrm>
            <a:off x="1681542" y="16420185"/>
            <a:ext cx="24059173" cy="12571167"/>
            <a:chOff x="1681542" y="16826585"/>
            <a:chExt cx="24059173" cy="12934442"/>
          </a:xfrm>
        </p:grpSpPr>
        <p:grpSp>
          <p:nvGrpSpPr>
            <p:cNvPr id="816" name="组合 815"/>
            <p:cNvGrpSpPr/>
            <p:nvPr/>
          </p:nvGrpSpPr>
          <p:grpSpPr>
            <a:xfrm>
              <a:off x="1681542" y="18366397"/>
              <a:ext cx="3529026" cy="10346712"/>
              <a:chOff x="1681542" y="17945294"/>
              <a:chExt cx="3529026" cy="10346712"/>
            </a:xfrm>
          </p:grpSpPr>
          <p:sp>
            <p:nvSpPr>
              <p:cNvPr id="789" name="矩形 788"/>
              <p:cNvSpPr/>
              <p:nvPr/>
            </p:nvSpPr>
            <p:spPr>
              <a:xfrm rot="16200000">
                <a:off x="562897" y="20185855"/>
                <a:ext cx="3517148" cy="1279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Count</a:t>
                </a:r>
                <a:endParaRPr lang="zh-CN" altLang="en-US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0" name="文本框 789"/>
              <p:cNvSpPr txBox="1"/>
              <p:nvPr/>
            </p:nvSpPr>
            <p:spPr>
              <a:xfrm>
                <a:off x="2481768" y="26845456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2" name="文本框 791"/>
              <p:cNvSpPr txBox="1"/>
              <p:nvPr/>
            </p:nvSpPr>
            <p:spPr>
              <a:xfrm>
                <a:off x="2481768" y="24515639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3" name="文本框 792"/>
              <p:cNvSpPr txBox="1"/>
              <p:nvPr/>
            </p:nvSpPr>
            <p:spPr>
              <a:xfrm>
                <a:off x="2481768" y="22185824"/>
                <a:ext cx="272880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4" name="文本框 793"/>
              <p:cNvSpPr txBox="1"/>
              <p:nvPr/>
            </p:nvSpPr>
            <p:spPr>
              <a:xfrm>
                <a:off x="2481768" y="19856009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1500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5" name="文本框 794"/>
              <p:cNvSpPr txBox="1"/>
              <p:nvPr/>
            </p:nvSpPr>
            <p:spPr>
              <a:xfrm>
                <a:off x="2481768" y="1794529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20" name="任意多边形: 形状 619"/>
            <p:cNvSpPr/>
            <p:nvPr/>
          </p:nvSpPr>
          <p:spPr>
            <a:xfrm>
              <a:off x="5621478" y="25704409"/>
              <a:ext cx="19800000" cy="0"/>
            </a:xfrm>
            <a:custGeom>
              <a:avLst/>
              <a:gdLst>
                <a:gd name="csX0" fmla="*/ 0 w 18499958"/>
                <a:gd name="csY0" fmla="*/ 0 h 42430"/>
                <a:gd name="csX1" fmla="*/ 18499958 w 18499958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8" h="42430">
                  <a:moveTo>
                    <a:pt x="0" y="0"/>
                  </a:moveTo>
                  <a:lnTo>
                    <a:pt x="18499958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613" name="任意多边形: 形状 612"/>
            <p:cNvSpPr/>
            <p:nvPr/>
          </p:nvSpPr>
          <p:spPr>
            <a:xfrm>
              <a:off x="5621478" y="23475648"/>
              <a:ext cx="19800000" cy="0"/>
            </a:xfrm>
            <a:custGeom>
              <a:avLst/>
              <a:gdLst>
                <a:gd name="csX0" fmla="*/ 0 w 18499958"/>
                <a:gd name="csY0" fmla="*/ 0 h 42430"/>
                <a:gd name="csX1" fmla="*/ 18499958 w 18499958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8" h="42430">
                  <a:moveTo>
                    <a:pt x="0" y="0"/>
                  </a:moveTo>
                  <a:lnTo>
                    <a:pt x="18499958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606" name="任意多边形: 形状 605"/>
            <p:cNvSpPr/>
            <p:nvPr/>
          </p:nvSpPr>
          <p:spPr>
            <a:xfrm>
              <a:off x="5621478" y="21246887"/>
              <a:ext cx="19800000" cy="0"/>
            </a:xfrm>
            <a:custGeom>
              <a:avLst/>
              <a:gdLst>
                <a:gd name="csX0" fmla="*/ 0 w 18499958"/>
                <a:gd name="csY0" fmla="*/ 0 h 42430"/>
                <a:gd name="csX1" fmla="*/ 18499958 w 18499958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8" h="42430">
                  <a:moveTo>
                    <a:pt x="0" y="0"/>
                  </a:moveTo>
                  <a:lnTo>
                    <a:pt x="18499958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599" name="任意多边形: 形状 598"/>
            <p:cNvSpPr/>
            <p:nvPr/>
          </p:nvSpPr>
          <p:spPr>
            <a:xfrm>
              <a:off x="5621477" y="19018126"/>
              <a:ext cx="19800000" cy="0"/>
            </a:xfrm>
            <a:custGeom>
              <a:avLst/>
              <a:gdLst>
                <a:gd name="csX0" fmla="*/ 0 w 18499958"/>
                <a:gd name="csY0" fmla="*/ 0 h 42430"/>
                <a:gd name="csX1" fmla="*/ 18499958 w 18499958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8" h="42430">
                  <a:moveTo>
                    <a:pt x="0" y="0"/>
                  </a:moveTo>
                  <a:lnTo>
                    <a:pt x="18499958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544" name="任意多边形: 形状 543"/>
            <p:cNvSpPr/>
            <p:nvPr/>
          </p:nvSpPr>
          <p:spPr>
            <a:xfrm>
              <a:off x="13555943" y="16826585"/>
              <a:ext cx="46912" cy="11106584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84915" cap="flat">
              <a:solidFill>
                <a:srgbClr val="F44336"/>
              </a:solidFill>
              <a:custDash>
                <a:ds d="555000" sp="240000"/>
              </a:custDash>
              <a:round/>
            </a:ln>
          </p:spPr>
        </p:sp>
        <p:grpSp>
          <p:nvGrpSpPr>
            <p:cNvPr id="630" name="组合 629"/>
            <p:cNvGrpSpPr/>
            <p:nvPr/>
          </p:nvGrpSpPr>
          <p:grpSpPr>
            <a:xfrm>
              <a:off x="6550553" y="17342770"/>
              <a:ext cx="18581506" cy="10577700"/>
              <a:chOff x="7122053" y="16934367"/>
              <a:chExt cx="18581506" cy="10577700"/>
            </a:xfrm>
          </p:grpSpPr>
          <p:sp>
            <p:nvSpPr>
              <p:cNvPr id="545" name="任意多边形: 形状 544"/>
              <p:cNvSpPr/>
              <p:nvPr/>
            </p:nvSpPr>
            <p:spPr>
              <a:xfrm>
                <a:off x="7122053" y="26188183"/>
                <a:ext cx="464537" cy="1323883"/>
              </a:xfrm>
              <a:custGeom>
                <a:avLst/>
                <a:gdLst>
                  <a:gd name="csX0" fmla="*/ 0 w 420453"/>
                  <a:gd name="csY0" fmla="*/ 1323884 h 1323883"/>
                  <a:gd name="csX1" fmla="*/ 420454 w 420453"/>
                  <a:gd name="csY1" fmla="*/ 1323884 h 1323883"/>
                  <a:gd name="csX2" fmla="*/ 420454 w 420453"/>
                  <a:gd name="csY2" fmla="*/ 0 h 1323883"/>
                  <a:gd name="csX3" fmla="*/ 0 w 420453"/>
                  <a:gd name="csY3" fmla="*/ 0 h 13238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1323883">
                    <a:moveTo>
                      <a:pt x="0" y="1323884"/>
                    </a:moveTo>
                    <a:lnTo>
                      <a:pt x="420454" y="132388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46" name="任意多边形: 形状 545"/>
              <p:cNvSpPr/>
              <p:nvPr/>
            </p:nvSpPr>
            <p:spPr>
              <a:xfrm>
                <a:off x="7586591" y="23638480"/>
                <a:ext cx="464537" cy="3873586"/>
              </a:xfrm>
              <a:custGeom>
                <a:avLst/>
                <a:gdLst>
                  <a:gd name="csX0" fmla="*/ 0 w 420453"/>
                  <a:gd name="csY0" fmla="*/ 3873587 h 3873586"/>
                  <a:gd name="csX1" fmla="*/ 420453 w 420453"/>
                  <a:gd name="csY1" fmla="*/ 3873587 h 3873586"/>
                  <a:gd name="csX2" fmla="*/ 420453 w 420453"/>
                  <a:gd name="csY2" fmla="*/ 0 h 3873586"/>
                  <a:gd name="csX3" fmla="*/ 0 w 420453"/>
                  <a:gd name="csY3" fmla="*/ 0 h 38735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3873586">
                    <a:moveTo>
                      <a:pt x="0" y="3873587"/>
                    </a:moveTo>
                    <a:lnTo>
                      <a:pt x="420453" y="3873587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47" name="任意多边形: 形状 546"/>
              <p:cNvSpPr/>
              <p:nvPr/>
            </p:nvSpPr>
            <p:spPr>
              <a:xfrm>
                <a:off x="8051128" y="23669683"/>
                <a:ext cx="464537" cy="3842383"/>
              </a:xfrm>
              <a:custGeom>
                <a:avLst/>
                <a:gdLst>
                  <a:gd name="csX0" fmla="*/ 0 w 420453"/>
                  <a:gd name="csY0" fmla="*/ 3842384 h 3842383"/>
                  <a:gd name="csX1" fmla="*/ 420454 w 420453"/>
                  <a:gd name="csY1" fmla="*/ 3842384 h 3842383"/>
                  <a:gd name="csX2" fmla="*/ 420454 w 420453"/>
                  <a:gd name="csY2" fmla="*/ 0 h 3842383"/>
                  <a:gd name="csX3" fmla="*/ 0 w 420453"/>
                  <a:gd name="csY3" fmla="*/ 0 h 38423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3842383">
                    <a:moveTo>
                      <a:pt x="0" y="3842384"/>
                    </a:moveTo>
                    <a:lnTo>
                      <a:pt x="420454" y="384238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48" name="任意多边形: 形状 547"/>
              <p:cNvSpPr/>
              <p:nvPr/>
            </p:nvSpPr>
            <p:spPr>
              <a:xfrm>
                <a:off x="8515666" y="22185328"/>
                <a:ext cx="464537" cy="5326738"/>
              </a:xfrm>
              <a:custGeom>
                <a:avLst/>
                <a:gdLst>
                  <a:gd name="csX0" fmla="*/ 0 w 420453"/>
                  <a:gd name="csY0" fmla="*/ 5326739 h 5326738"/>
                  <a:gd name="csX1" fmla="*/ 420454 w 420453"/>
                  <a:gd name="csY1" fmla="*/ 5326739 h 5326738"/>
                  <a:gd name="csX2" fmla="*/ 420454 w 420453"/>
                  <a:gd name="csY2" fmla="*/ 0 h 5326738"/>
                  <a:gd name="csX3" fmla="*/ 0 w 420453"/>
                  <a:gd name="csY3" fmla="*/ 0 h 53267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5326738">
                    <a:moveTo>
                      <a:pt x="0" y="5326739"/>
                    </a:moveTo>
                    <a:lnTo>
                      <a:pt x="420454" y="532673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49" name="任意多边形: 形状 548"/>
              <p:cNvSpPr/>
              <p:nvPr/>
            </p:nvSpPr>
            <p:spPr>
              <a:xfrm>
                <a:off x="8980204" y="23816781"/>
                <a:ext cx="464537" cy="3695285"/>
              </a:xfrm>
              <a:custGeom>
                <a:avLst/>
                <a:gdLst>
                  <a:gd name="csX0" fmla="*/ 0 w 420453"/>
                  <a:gd name="csY0" fmla="*/ 3695286 h 3695285"/>
                  <a:gd name="csX1" fmla="*/ 420453 w 420453"/>
                  <a:gd name="csY1" fmla="*/ 3695286 h 3695285"/>
                  <a:gd name="csX2" fmla="*/ 420453 w 420453"/>
                  <a:gd name="csY2" fmla="*/ 0 h 3695285"/>
                  <a:gd name="csX3" fmla="*/ 0 w 420453"/>
                  <a:gd name="csY3" fmla="*/ 0 h 36952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3695285">
                    <a:moveTo>
                      <a:pt x="0" y="3695286"/>
                    </a:moveTo>
                    <a:lnTo>
                      <a:pt x="420453" y="3695286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0" name="任意多边形: 形状 549"/>
              <p:cNvSpPr/>
              <p:nvPr/>
            </p:nvSpPr>
            <p:spPr>
              <a:xfrm>
                <a:off x="9444741" y="23580532"/>
                <a:ext cx="464537" cy="3931534"/>
              </a:xfrm>
              <a:custGeom>
                <a:avLst/>
                <a:gdLst>
                  <a:gd name="csX0" fmla="*/ 0 w 420453"/>
                  <a:gd name="csY0" fmla="*/ 3931534 h 3931534"/>
                  <a:gd name="csX1" fmla="*/ 420454 w 420453"/>
                  <a:gd name="csY1" fmla="*/ 3931534 h 3931534"/>
                  <a:gd name="csX2" fmla="*/ 420454 w 420453"/>
                  <a:gd name="csY2" fmla="*/ 0 h 3931534"/>
                  <a:gd name="csX3" fmla="*/ 0 w 420453"/>
                  <a:gd name="csY3" fmla="*/ 0 h 39315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3931534">
                    <a:moveTo>
                      <a:pt x="0" y="3931534"/>
                    </a:moveTo>
                    <a:lnTo>
                      <a:pt x="420454" y="393153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1" name="任意多边形: 形状 550"/>
              <p:cNvSpPr/>
              <p:nvPr/>
            </p:nvSpPr>
            <p:spPr>
              <a:xfrm>
                <a:off x="9909280" y="24088690"/>
                <a:ext cx="464537" cy="3423376"/>
              </a:xfrm>
              <a:custGeom>
                <a:avLst/>
                <a:gdLst>
                  <a:gd name="csX0" fmla="*/ 0 w 420453"/>
                  <a:gd name="csY0" fmla="*/ 3423377 h 3423376"/>
                  <a:gd name="csX1" fmla="*/ 420453 w 420453"/>
                  <a:gd name="csY1" fmla="*/ 3423377 h 3423376"/>
                  <a:gd name="csX2" fmla="*/ 420453 w 420453"/>
                  <a:gd name="csY2" fmla="*/ 0 h 3423376"/>
                  <a:gd name="csX3" fmla="*/ 0 w 420453"/>
                  <a:gd name="csY3" fmla="*/ 0 h 34233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3423376">
                    <a:moveTo>
                      <a:pt x="0" y="3423377"/>
                    </a:moveTo>
                    <a:lnTo>
                      <a:pt x="420453" y="3423377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2" name="任意多边形: 形状 551"/>
              <p:cNvSpPr/>
              <p:nvPr/>
            </p:nvSpPr>
            <p:spPr>
              <a:xfrm>
                <a:off x="10373815" y="24102062"/>
                <a:ext cx="464538" cy="3410004"/>
              </a:xfrm>
              <a:custGeom>
                <a:avLst/>
                <a:gdLst>
                  <a:gd name="csX0" fmla="*/ 0 w 420454"/>
                  <a:gd name="csY0" fmla="*/ 3410005 h 3410004"/>
                  <a:gd name="csX1" fmla="*/ 420454 w 420454"/>
                  <a:gd name="csY1" fmla="*/ 3410005 h 3410004"/>
                  <a:gd name="csX2" fmla="*/ 420454 w 420454"/>
                  <a:gd name="csY2" fmla="*/ 0 h 3410004"/>
                  <a:gd name="csX3" fmla="*/ 0 w 420454"/>
                  <a:gd name="csY3" fmla="*/ 0 h 34100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3410004">
                    <a:moveTo>
                      <a:pt x="0" y="3410005"/>
                    </a:moveTo>
                    <a:lnTo>
                      <a:pt x="420454" y="3410005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3" name="任意多边形: 形状 552"/>
              <p:cNvSpPr/>
              <p:nvPr/>
            </p:nvSpPr>
            <p:spPr>
              <a:xfrm>
                <a:off x="10838354" y="23798951"/>
                <a:ext cx="464537" cy="3713115"/>
              </a:xfrm>
              <a:custGeom>
                <a:avLst/>
                <a:gdLst>
                  <a:gd name="csX0" fmla="*/ 0 w 420453"/>
                  <a:gd name="csY0" fmla="*/ 3713116 h 3713115"/>
                  <a:gd name="csX1" fmla="*/ 420453 w 420453"/>
                  <a:gd name="csY1" fmla="*/ 3713116 h 3713115"/>
                  <a:gd name="csX2" fmla="*/ 420453 w 420453"/>
                  <a:gd name="csY2" fmla="*/ 0 h 3713115"/>
                  <a:gd name="csX3" fmla="*/ 0 w 420453"/>
                  <a:gd name="csY3" fmla="*/ 0 h 37131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3713115">
                    <a:moveTo>
                      <a:pt x="0" y="3713116"/>
                    </a:moveTo>
                    <a:lnTo>
                      <a:pt x="420453" y="3713116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4" name="任意多边形: 形状 553"/>
              <p:cNvSpPr/>
              <p:nvPr/>
            </p:nvSpPr>
            <p:spPr>
              <a:xfrm>
                <a:off x="11302893" y="22626623"/>
                <a:ext cx="464537" cy="4885444"/>
              </a:xfrm>
              <a:custGeom>
                <a:avLst/>
                <a:gdLst>
                  <a:gd name="csX0" fmla="*/ 0 w 420453"/>
                  <a:gd name="csY0" fmla="*/ 4885444 h 4885444"/>
                  <a:gd name="csX1" fmla="*/ 420453 w 420453"/>
                  <a:gd name="csY1" fmla="*/ 4885444 h 4885444"/>
                  <a:gd name="csX2" fmla="*/ 420453 w 420453"/>
                  <a:gd name="csY2" fmla="*/ 0 h 4885444"/>
                  <a:gd name="csX3" fmla="*/ 0 w 420453"/>
                  <a:gd name="csY3" fmla="*/ 0 h 4885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4885444">
                    <a:moveTo>
                      <a:pt x="0" y="4885444"/>
                    </a:moveTo>
                    <a:lnTo>
                      <a:pt x="420453" y="4885444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5" name="任意多边形: 形状 554"/>
              <p:cNvSpPr/>
              <p:nvPr/>
            </p:nvSpPr>
            <p:spPr>
              <a:xfrm>
                <a:off x="11767430" y="21623680"/>
                <a:ext cx="464538" cy="5888386"/>
              </a:xfrm>
              <a:custGeom>
                <a:avLst/>
                <a:gdLst>
                  <a:gd name="csX0" fmla="*/ 0 w 420454"/>
                  <a:gd name="csY0" fmla="*/ 5888386 h 5888386"/>
                  <a:gd name="csX1" fmla="*/ 420454 w 420454"/>
                  <a:gd name="csY1" fmla="*/ 5888386 h 5888386"/>
                  <a:gd name="csX2" fmla="*/ 420454 w 420454"/>
                  <a:gd name="csY2" fmla="*/ 0 h 5888386"/>
                  <a:gd name="csX3" fmla="*/ 0 w 420454"/>
                  <a:gd name="csY3" fmla="*/ 0 h 58883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5888386">
                    <a:moveTo>
                      <a:pt x="0" y="5888386"/>
                    </a:moveTo>
                    <a:lnTo>
                      <a:pt x="420454" y="5888386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6" name="任意多边形: 形状 555"/>
              <p:cNvSpPr/>
              <p:nvPr/>
            </p:nvSpPr>
            <p:spPr>
              <a:xfrm>
                <a:off x="12231968" y="20990712"/>
                <a:ext cx="464537" cy="6521354"/>
              </a:xfrm>
              <a:custGeom>
                <a:avLst/>
                <a:gdLst>
                  <a:gd name="csX0" fmla="*/ 0 w 420453"/>
                  <a:gd name="csY0" fmla="*/ 6521355 h 6521354"/>
                  <a:gd name="csX1" fmla="*/ 420453 w 420453"/>
                  <a:gd name="csY1" fmla="*/ 6521355 h 6521354"/>
                  <a:gd name="csX2" fmla="*/ 420453 w 420453"/>
                  <a:gd name="csY2" fmla="*/ 0 h 6521354"/>
                  <a:gd name="csX3" fmla="*/ 0 w 420453"/>
                  <a:gd name="csY3" fmla="*/ 0 h 65213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6521354">
                    <a:moveTo>
                      <a:pt x="0" y="6521355"/>
                    </a:moveTo>
                    <a:lnTo>
                      <a:pt x="420453" y="6521355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7" name="任意多边形: 形状 556"/>
              <p:cNvSpPr/>
              <p:nvPr/>
            </p:nvSpPr>
            <p:spPr>
              <a:xfrm>
                <a:off x="12696506" y="20304254"/>
                <a:ext cx="464537" cy="7207813"/>
              </a:xfrm>
              <a:custGeom>
                <a:avLst/>
                <a:gdLst>
                  <a:gd name="csX0" fmla="*/ 0 w 420453"/>
                  <a:gd name="csY0" fmla="*/ 7207813 h 7207813"/>
                  <a:gd name="csX1" fmla="*/ 420453 w 420453"/>
                  <a:gd name="csY1" fmla="*/ 7207813 h 7207813"/>
                  <a:gd name="csX2" fmla="*/ 420453 w 420453"/>
                  <a:gd name="csY2" fmla="*/ 0 h 7207813"/>
                  <a:gd name="csX3" fmla="*/ 0 w 420453"/>
                  <a:gd name="csY3" fmla="*/ 0 h 720781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7207813">
                    <a:moveTo>
                      <a:pt x="0" y="7207813"/>
                    </a:moveTo>
                    <a:lnTo>
                      <a:pt x="420453" y="7207813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8" name="任意多边形: 形状 557"/>
              <p:cNvSpPr/>
              <p:nvPr/>
            </p:nvSpPr>
            <p:spPr>
              <a:xfrm>
                <a:off x="13161043" y="22127380"/>
                <a:ext cx="464538" cy="5384686"/>
              </a:xfrm>
              <a:custGeom>
                <a:avLst/>
                <a:gdLst>
                  <a:gd name="csX0" fmla="*/ 0 w 420454"/>
                  <a:gd name="csY0" fmla="*/ 5384687 h 5384686"/>
                  <a:gd name="csX1" fmla="*/ 420454 w 420454"/>
                  <a:gd name="csY1" fmla="*/ 5384687 h 5384686"/>
                  <a:gd name="csX2" fmla="*/ 420454 w 420454"/>
                  <a:gd name="csY2" fmla="*/ 0 h 5384686"/>
                  <a:gd name="csX3" fmla="*/ 0 w 420454"/>
                  <a:gd name="csY3" fmla="*/ 0 h 53846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5384686">
                    <a:moveTo>
                      <a:pt x="0" y="5384687"/>
                    </a:moveTo>
                    <a:lnTo>
                      <a:pt x="420454" y="5384687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9" name="任意多边形: 形状 558"/>
              <p:cNvSpPr/>
              <p:nvPr/>
            </p:nvSpPr>
            <p:spPr>
              <a:xfrm>
                <a:off x="13625581" y="18071035"/>
                <a:ext cx="464537" cy="9441031"/>
              </a:xfrm>
              <a:custGeom>
                <a:avLst/>
                <a:gdLst>
                  <a:gd name="csX0" fmla="*/ 0 w 420453"/>
                  <a:gd name="csY0" fmla="*/ 9441031 h 9441031"/>
                  <a:gd name="csX1" fmla="*/ 420453 w 420453"/>
                  <a:gd name="csY1" fmla="*/ 9441031 h 9441031"/>
                  <a:gd name="csX2" fmla="*/ 420453 w 420453"/>
                  <a:gd name="csY2" fmla="*/ 0 h 9441031"/>
                  <a:gd name="csX3" fmla="*/ 0 w 420453"/>
                  <a:gd name="csY3" fmla="*/ 0 h 94410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9441031">
                    <a:moveTo>
                      <a:pt x="0" y="9441031"/>
                    </a:moveTo>
                    <a:lnTo>
                      <a:pt x="420453" y="9441031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0" name="任意多边形: 形状 559"/>
              <p:cNvSpPr/>
              <p:nvPr/>
            </p:nvSpPr>
            <p:spPr>
              <a:xfrm>
                <a:off x="14090118" y="16934367"/>
                <a:ext cx="464537" cy="10577699"/>
              </a:xfrm>
              <a:custGeom>
                <a:avLst/>
                <a:gdLst>
                  <a:gd name="csX0" fmla="*/ 0 w 420453"/>
                  <a:gd name="csY0" fmla="*/ 10577699 h 10577699"/>
                  <a:gd name="csX1" fmla="*/ 420453 w 420453"/>
                  <a:gd name="csY1" fmla="*/ 10577699 h 10577699"/>
                  <a:gd name="csX2" fmla="*/ 420453 w 420453"/>
                  <a:gd name="csY2" fmla="*/ 0 h 10577699"/>
                  <a:gd name="csX3" fmla="*/ 0 w 420453"/>
                  <a:gd name="csY3" fmla="*/ 0 h 10577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10577699">
                    <a:moveTo>
                      <a:pt x="0" y="10577699"/>
                    </a:moveTo>
                    <a:lnTo>
                      <a:pt x="420453" y="10577699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1" name="任意多边形: 形状 560"/>
              <p:cNvSpPr/>
              <p:nvPr/>
            </p:nvSpPr>
            <p:spPr>
              <a:xfrm>
                <a:off x="14554655" y="17808042"/>
                <a:ext cx="464538" cy="9704024"/>
              </a:xfrm>
              <a:custGeom>
                <a:avLst/>
                <a:gdLst>
                  <a:gd name="csX0" fmla="*/ 0 w 420454"/>
                  <a:gd name="csY0" fmla="*/ 9704025 h 9704024"/>
                  <a:gd name="csX1" fmla="*/ 420454 w 420454"/>
                  <a:gd name="csY1" fmla="*/ 9704025 h 9704024"/>
                  <a:gd name="csX2" fmla="*/ 420454 w 420454"/>
                  <a:gd name="csY2" fmla="*/ 0 h 9704024"/>
                  <a:gd name="csX3" fmla="*/ 0 w 420454"/>
                  <a:gd name="csY3" fmla="*/ 0 h 9704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9704024">
                    <a:moveTo>
                      <a:pt x="0" y="9704025"/>
                    </a:moveTo>
                    <a:lnTo>
                      <a:pt x="420454" y="9704025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2" name="任意多边形: 形状 561"/>
              <p:cNvSpPr/>
              <p:nvPr/>
            </p:nvSpPr>
            <p:spPr>
              <a:xfrm>
                <a:off x="15019194" y="18565820"/>
                <a:ext cx="464537" cy="8946246"/>
              </a:xfrm>
              <a:custGeom>
                <a:avLst/>
                <a:gdLst>
                  <a:gd name="csX0" fmla="*/ 0 w 420453"/>
                  <a:gd name="csY0" fmla="*/ 8946246 h 8946246"/>
                  <a:gd name="csX1" fmla="*/ 420453 w 420453"/>
                  <a:gd name="csY1" fmla="*/ 8946246 h 8946246"/>
                  <a:gd name="csX2" fmla="*/ 420453 w 420453"/>
                  <a:gd name="csY2" fmla="*/ 0 h 8946246"/>
                  <a:gd name="csX3" fmla="*/ 0 w 420453"/>
                  <a:gd name="csY3" fmla="*/ 0 h 89462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8946246">
                    <a:moveTo>
                      <a:pt x="0" y="8946246"/>
                    </a:moveTo>
                    <a:lnTo>
                      <a:pt x="420453" y="8946246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3" name="任意多边形: 形状 562"/>
              <p:cNvSpPr/>
              <p:nvPr/>
            </p:nvSpPr>
            <p:spPr>
              <a:xfrm>
                <a:off x="15483731" y="18998200"/>
                <a:ext cx="464537" cy="8513866"/>
              </a:xfrm>
              <a:custGeom>
                <a:avLst/>
                <a:gdLst>
                  <a:gd name="csX0" fmla="*/ 0 w 420453"/>
                  <a:gd name="csY0" fmla="*/ 8513867 h 8513866"/>
                  <a:gd name="csX1" fmla="*/ 420453 w 420453"/>
                  <a:gd name="csY1" fmla="*/ 8513867 h 8513866"/>
                  <a:gd name="csX2" fmla="*/ 420453 w 420453"/>
                  <a:gd name="csY2" fmla="*/ 0 h 8513866"/>
                  <a:gd name="csX3" fmla="*/ 0 w 420453"/>
                  <a:gd name="csY3" fmla="*/ 0 h 85138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3" h="8513866">
                    <a:moveTo>
                      <a:pt x="0" y="8513867"/>
                    </a:moveTo>
                    <a:lnTo>
                      <a:pt x="420453" y="8513867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4" name="任意多边形: 形状 563"/>
              <p:cNvSpPr/>
              <p:nvPr/>
            </p:nvSpPr>
            <p:spPr>
              <a:xfrm>
                <a:off x="15948268" y="19956567"/>
                <a:ext cx="464538" cy="7555499"/>
              </a:xfrm>
              <a:custGeom>
                <a:avLst/>
                <a:gdLst>
                  <a:gd name="csX0" fmla="*/ 0 w 420454"/>
                  <a:gd name="csY0" fmla="*/ 7555500 h 7555499"/>
                  <a:gd name="csX1" fmla="*/ 420454 w 420454"/>
                  <a:gd name="csY1" fmla="*/ 7555500 h 7555499"/>
                  <a:gd name="csX2" fmla="*/ 420454 w 420454"/>
                  <a:gd name="csY2" fmla="*/ 0 h 7555499"/>
                  <a:gd name="csX3" fmla="*/ 0 w 420454"/>
                  <a:gd name="csY3" fmla="*/ 0 h 75554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7555499">
                    <a:moveTo>
                      <a:pt x="0" y="7555500"/>
                    </a:moveTo>
                    <a:lnTo>
                      <a:pt x="420454" y="755550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5" name="任意多边形: 形状 564"/>
              <p:cNvSpPr/>
              <p:nvPr/>
            </p:nvSpPr>
            <p:spPr>
              <a:xfrm>
                <a:off x="16412806" y="19229991"/>
                <a:ext cx="464538" cy="8282075"/>
              </a:xfrm>
              <a:custGeom>
                <a:avLst/>
                <a:gdLst>
                  <a:gd name="csX0" fmla="*/ 0 w 420454"/>
                  <a:gd name="csY0" fmla="*/ 8282076 h 8282075"/>
                  <a:gd name="csX1" fmla="*/ 420454 w 420454"/>
                  <a:gd name="csY1" fmla="*/ 8282076 h 8282075"/>
                  <a:gd name="csX2" fmla="*/ 420454 w 420454"/>
                  <a:gd name="csY2" fmla="*/ 0 h 8282075"/>
                  <a:gd name="csX3" fmla="*/ 0 w 420454"/>
                  <a:gd name="csY3" fmla="*/ 0 h 82820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8282075">
                    <a:moveTo>
                      <a:pt x="0" y="8282076"/>
                    </a:moveTo>
                    <a:lnTo>
                      <a:pt x="420454" y="8282076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6" name="任意多边形: 形状 565"/>
              <p:cNvSpPr/>
              <p:nvPr/>
            </p:nvSpPr>
            <p:spPr>
              <a:xfrm>
                <a:off x="16877346" y="19929822"/>
                <a:ext cx="464536" cy="7582244"/>
              </a:xfrm>
              <a:custGeom>
                <a:avLst/>
                <a:gdLst>
                  <a:gd name="csX0" fmla="*/ 0 w 420452"/>
                  <a:gd name="csY0" fmla="*/ 7582245 h 7582244"/>
                  <a:gd name="csX1" fmla="*/ 420453 w 420452"/>
                  <a:gd name="csY1" fmla="*/ 7582245 h 7582244"/>
                  <a:gd name="csX2" fmla="*/ 420453 w 420452"/>
                  <a:gd name="csY2" fmla="*/ 0 h 7582244"/>
                  <a:gd name="csX3" fmla="*/ 0 w 420452"/>
                  <a:gd name="csY3" fmla="*/ 0 h 75822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7582244">
                    <a:moveTo>
                      <a:pt x="0" y="7582245"/>
                    </a:moveTo>
                    <a:lnTo>
                      <a:pt x="420453" y="7582245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7" name="任意多边形: 形状 566"/>
              <p:cNvSpPr/>
              <p:nvPr/>
            </p:nvSpPr>
            <p:spPr>
              <a:xfrm>
                <a:off x="17341881" y="21146725"/>
                <a:ext cx="464538" cy="6365341"/>
              </a:xfrm>
              <a:custGeom>
                <a:avLst/>
                <a:gdLst>
                  <a:gd name="csX0" fmla="*/ 0 w 420454"/>
                  <a:gd name="csY0" fmla="*/ 6365341 h 6365341"/>
                  <a:gd name="csX1" fmla="*/ 420454 w 420454"/>
                  <a:gd name="csY1" fmla="*/ 6365341 h 6365341"/>
                  <a:gd name="csX2" fmla="*/ 420454 w 420454"/>
                  <a:gd name="csY2" fmla="*/ 0 h 6365341"/>
                  <a:gd name="csX3" fmla="*/ 0 w 420454"/>
                  <a:gd name="csY3" fmla="*/ 0 h 6365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6365341">
                    <a:moveTo>
                      <a:pt x="0" y="6365341"/>
                    </a:moveTo>
                    <a:lnTo>
                      <a:pt x="420454" y="6365341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8" name="任意多边形: 形状 567"/>
              <p:cNvSpPr/>
              <p:nvPr/>
            </p:nvSpPr>
            <p:spPr>
              <a:xfrm>
                <a:off x="17806420" y="22586505"/>
                <a:ext cx="464538" cy="4925561"/>
              </a:xfrm>
              <a:custGeom>
                <a:avLst/>
                <a:gdLst>
                  <a:gd name="csX0" fmla="*/ 0 w 420454"/>
                  <a:gd name="csY0" fmla="*/ 4925562 h 4925561"/>
                  <a:gd name="csX1" fmla="*/ 420454 w 420454"/>
                  <a:gd name="csY1" fmla="*/ 4925562 h 4925561"/>
                  <a:gd name="csX2" fmla="*/ 420454 w 420454"/>
                  <a:gd name="csY2" fmla="*/ 0 h 4925561"/>
                  <a:gd name="csX3" fmla="*/ 0 w 420454"/>
                  <a:gd name="csY3" fmla="*/ 0 h 49255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4925561">
                    <a:moveTo>
                      <a:pt x="0" y="4925562"/>
                    </a:moveTo>
                    <a:lnTo>
                      <a:pt x="420454" y="4925562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9" name="任意多边形: 形状 568"/>
              <p:cNvSpPr/>
              <p:nvPr/>
            </p:nvSpPr>
            <p:spPr>
              <a:xfrm>
                <a:off x="18270958" y="23723173"/>
                <a:ext cx="464536" cy="3788893"/>
              </a:xfrm>
              <a:custGeom>
                <a:avLst/>
                <a:gdLst>
                  <a:gd name="csX0" fmla="*/ 0 w 420452"/>
                  <a:gd name="csY0" fmla="*/ 3788894 h 3788893"/>
                  <a:gd name="csX1" fmla="*/ 420453 w 420452"/>
                  <a:gd name="csY1" fmla="*/ 3788894 h 3788893"/>
                  <a:gd name="csX2" fmla="*/ 420453 w 420452"/>
                  <a:gd name="csY2" fmla="*/ 0 h 3788893"/>
                  <a:gd name="csX3" fmla="*/ 0 w 420452"/>
                  <a:gd name="csY3" fmla="*/ 0 h 37888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3788893">
                    <a:moveTo>
                      <a:pt x="0" y="3788894"/>
                    </a:moveTo>
                    <a:lnTo>
                      <a:pt x="420453" y="3788894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0" name="任意多边形: 形状 569"/>
              <p:cNvSpPr/>
              <p:nvPr/>
            </p:nvSpPr>
            <p:spPr>
              <a:xfrm>
                <a:off x="18735495" y="24859841"/>
                <a:ext cx="464538" cy="2652225"/>
              </a:xfrm>
              <a:custGeom>
                <a:avLst/>
                <a:gdLst>
                  <a:gd name="csX0" fmla="*/ 0 w 420454"/>
                  <a:gd name="csY0" fmla="*/ 2652226 h 2652225"/>
                  <a:gd name="csX1" fmla="*/ 420454 w 420454"/>
                  <a:gd name="csY1" fmla="*/ 2652226 h 2652225"/>
                  <a:gd name="csX2" fmla="*/ 420454 w 420454"/>
                  <a:gd name="csY2" fmla="*/ 0 h 2652225"/>
                  <a:gd name="csX3" fmla="*/ 0 w 420454"/>
                  <a:gd name="csY3" fmla="*/ 0 h 26522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2652225">
                    <a:moveTo>
                      <a:pt x="0" y="2652226"/>
                    </a:moveTo>
                    <a:lnTo>
                      <a:pt x="420454" y="2652226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1" name="任意多边形: 形状 570"/>
              <p:cNvSpPr/>
              <p:nvPr/>
            </p:nvSpPr>
            <p:spPr>
              <a:xfrm>
                <a:off x="19200032" y="25992052"/>
                <a:ext cx="464538" cy="1520014"/>
              </a:xfrm>
              <a:custGeom>
                <a:avLst/>
                <a:gdLst>
                  <a:gd name="csX0" fmla="*/ 0 w 420454"/>
                  <a:gd name="csY0" fmla="*/ 1520014 h 1520014"/>
                  <a:gd name="csX1" fmla="*/ 420454 w 420454"/>
                  <a:gd name="csY1" fmla="*/ 1520014 h 1520014"/>
                  <a:gd name="csX2" fmla="*/ 420454 w 420454"/>
                  <a:gd name="csY2" fmla="*/ 0 h 1520014"/>
                  <a:gd name="csX3" fmla="*/ 0 w 420454"/>
                  <a:gd name="csY3" fmla="*/ 0 h 15200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520014">
                    <a:moveTo>
                      <a:pt x="0" y="1520014"/>
                    </a:moveTo>
                    <a:lnTo>
                      <a:pt x="420454" y="152001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2" name="任意多边形: 形状 571"/>
              <p:cNvSpPr/>
              <p:nvPr/>
            </p:nvSpPr>
            <p:spPr>
              <a:xfrm>
                <a:off x="19664571" y="25916274"/>
                <a:ext cx="464536" cy="1595792"/>
              </a:xfrm>
              <a:custGeom>
                <a:avLst/>
                <a:gdLst>
                  <a:gd name="csX0" fmla="*/ 0 w 420452"/>
                  <a:gd name="csY0" fmla="*/ 1595793 h 1595792"/>
                  <a:gd name="csX1" fmla="*/ 420453 w 420452"/>
                  <a:gd name="csY1" fmla="*/ 1595793 h 1595792"/>
                  <a:gd name="csX2" fmla="*/ 420453 w 420452"/>
                  <a:gd name="csY2" fmla="*/ 0 h 1595792"/>
                  <a:gd name="csX3" fmla="*/ 0 w 420452"/>
                  <a:gd name="csY3" fmla="*/ 0 h 159579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1595792">
                    <a:moveTo>
                      <a:pt x="0" y="1595793"/>
                    </a:moveTo>
                    <a:lnTo>
                      <a:pt x="420453" y="1595793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3" name="任意多边形: 形状 572"/>
              <p:cNvSpPr/>
              <p:nvPr/>
            </p:nvSpPr>
            <p:spPr>
              <a:xfrm>
                <a:off x="20129108" y="26272875"/>
                <a:ext cx="464538" cy="1239191"/>
              </a:xfrm>
              <a:custGeom>
                <a:avLst/>
                <a:gdLst>
                  <a:gd name="csX0" fmla="*/ 0 w 420454"/>
                  <a:gd name="csY0" fmla="*/ 1239191 h 1239191"/>
                  <a:gd name="csX1" fmla="*/ 420454 w 420454"/>
                  <a:gd name="csY1" fmla="*/ 1239191 h 1239191"/>
                  <a:gd name="csX2" fmla="*/ 420454 w 420454"/>
                  <a:gd name="csY2" fmla="*/ 0 h 1239191"/>
                  <a:gd name="csX3" fmla="*/ 0 w 420454"/>
                  <a:gd name="csY3" fmla="*/ 0 h 123919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239191">
                    <a:moveTo>
                      <a:pt x="0" y="1239191"/>
                    </a:moveTo>
                    <a:lnTo>
                      <a:pt x="420454" y="1239191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4" name="任意多边形: 形状 573"/>
              <p:cNvSpPr/>
              <p:nvPr/>
            </p:nvSpPr>
            <p:spPr>
              <a:xfrm>
                <a:off x="20593646" y="26682968"/>
                <a:ext cx="464538" cy="829098"/>
              </a:xfrm>
              <a:custGeom>
                <a:avLst/>
                <a:gdLst>
                  <a:gd name="csX0" fmla="*/ 0 w 420454"/>
                  <a:gd name="csY0" fmla="*/ 829098 h 829098"/>
                  <a:gd name="csX1" fmla="*/ 420454 w 420454"/>
                  <a:gd name="csY1" fmla="*/ 829098 h 829098"/>
                  <a:gd name="csX2" fmla="*/ 420454 w 420454"/>
                  <a:gd name="csY2" fmla="*/ 0 h 829098"/>
                  <a:gd name="csX3" fmla="*/ 0 w 420454"/>
                  <a:gd name="csY3" fmla="*/ 0 h 8290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829098">
                    <a:moveTo>
                      <a:pt x="0" y="829098"/>
                    </a:moveTo>
                    <a:lnTo>
                      <a:pt x="420454" y="829098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5" name="任意多边形: 形状 574"/>
              <p:cNvSpPr/>
              <p:nvPr/>
            </p:nvSpPr>
            <p:spPr>
              <a:xfrm>
                <a:off x="21058184" y="26821151"/>
                <a:ext cx="464536" cy="690915"/>
              </a:xfrm>
              <a:custGeom>
                <a:avLst/>
                <a:gdLst>
                  <a:gd name="csX0" fmla="*/ 0 w 420452"/>
                  <a:gd name="csY0" fmla="*/ 690916 h 690915"/>
                  <a:gd name="csX1" fmla="*/ 420453 w 420452"/>
                  <a:gd name="csY1" fmla="*/ 690916 h 690915"/>
                  <a:gd name="csX2" fmla="*/ 420453 w 420452"/>
                  <a:gd name="csY2" fmla="*/ 0 h 690915"/>
                  <a:gd name="csX3" fmla="*/ 0 w 420452"/>
                  <a:gd name="csY3" fmla="*/ 0 h 690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690915">
                    <a:moveTo>
                      <a:pt x="0" y="690916"/>
                    </a:moveTo>
                    <a:lnTo>
                      <a:pt x="420453" y="690916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6" name="任意多边形: 形状 575"/>
              <p:cNvSpPr/>
              <p:nvPr/>
            </p:nvSpPr>
            <p:spPr>
              <a:xfrm>
                <a:off x="21522721" y="26977163"/>
                <a:ext cx="464538" cy="534903"/>
              </a:xfrm>
              <a:custGeom>
                <a:avLst/>
                <a:gdLst>
                  <a:gd name="csX0" fmla="*/ 0 w 420454"/>
                  <a:gd name="csY0" fmla="*/ 534903 h 534903"/>
                  <a:gd name="csX1" fmla="*/ 420454 w 420454"/>
                  <a:gd name="csY1" fmla="*/ 534903 h 534903"/>
                  <a:gd name="csX2" fmla="*/ 420454 w 420454"/>
                  <a:gd name="csY2" fmla="*/ 0 h 534903"/>
                  <a:gd name="csX3" fmla="*/ 0 w 420454"/>
                  <a:gd name="csY3" fmla="*/ 0 h 5349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534903">
                    <a:moveTo>
                      <a:pt x="0" y="534903"/>
                    </a:moveTo>
                    <a:lnTo>
                      <a:pt x="420454" y="534903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7" name="任意多边形: 形状 576"/>
              <p:cNvSpPr/>
              <p:nvPr/>
            </p:nvSpPr>
            <p:spPr>
              <a:xfrm>
                <a:off x="21987259" y="26986079"/>
                <a:ext cx="464538" cy="525987"/>
              </a:xfrm>
              <a:custGeom>
                <a:avLst/>
                <a:gdLst>
                  <a:gd name="csX0" fmla="*/ 0 w 420454"/>
                  <a:gd name="csY0" fmla="*/ 525988 h 525987"/>
                  <a:gd name="csX1" fmla="*/ 420454 w 420454"/>
                  <a:gd name="csY1" fmla="*/ 525988 h 525987"/>
                  <a:gd name="csX2" fmla="*/ 420454 w 420454"/>
                  <a:gd name="csY2" fmla="*/ 0 h 525987"/>
                  <a:gd name="csX3" fmla="*/ 0 w 420454"/>
                  <a:gd name="csY3" fmla="*/ 0 h 5259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525987">
                    <a:moveTo>
                      <a:pt x="0" y="525988"/>
                    </a:moveTo>
                    <a:lnTo>
                      <a:pt x="420454" y="525988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8" name="任意多边形: 形状 577"/>
              <p:cNvSpPr/>
              <p:nvPr/>
            </p:nvSpPr>
            <p:spPr>
              <a:xfrm>
                <a:off x="22451797" y="27333766"/>
                <a:ext cx="464536" cy="178300"/>
              </a:xfrm>
              <a:custGeom>
                <a:avLst/>
                <a:gdLst>
                  <a:gd name="csX0" fmla="*/ 0 w 420452"/>
                  <a:gd name="csY0" fmla="*/ 178300 h 178300"/>
                  <a:gd name="csX1" fmla="*/ 420453 w 420452"/>
                  <a:gd name="csY1" fmla="*/ 178300 h 178300"/>
                  <a:gd name="csX2" fmla="*/ 420453 w 420452"/>
                  <a:gd name="csY2" fmla="*/ 0 h 178300"/>
                  <a:gd name="csX3" fmla="*/ 0 w 420452"/>
                  <a:gd name="csY3" fmla="*/ 0 h 1783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178300">
                    <a:moveTo>
                      <a:pt x="0" y="178300"/>
                    </a:moveTo>
                    <a:lnTo>
                      <a:pt x="420453" y="178300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9" name="任意多边形: 形状 578"/>
              <p:cNvSpPr/>
              <p:nvPr/>
            </p:nvSpPr>
            <p:spPr>
              <a:xfrm>
                <a:off x="22916333" y="27405087"/>
                <a:ext cx="464538" cy="106979"/>
              </a:xfrm>
              <a:custGeom>
                <a:avLst/>
                <a:gdLst>
                  <a:gd name="csX0" fmla="*/ 0 w 420454"/>
                  <a:gd name="csY0" fmla="*/ 106980 h 106979"/>
                  <a:gd name="csX1" fmla="*/ 420454 w 420454"/>
                  <a:gd name="csY1" fmla="*/ 106980 h 106979"/>
                  <a:gd name="csX2" fmla="*/ 420454 w 420454"/>
                  <a:gd name="csY2" fmla="*/ 0 h 106979"/>
                  <a:gd name="csX3" fmla="*/ 0 w 420454"/>
                  <a:gd name="csY3" fmla="*/ 0 h 1069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06979">
                    <a:moveTo>
                      <a:pt x="0" y="106980"/>
                    </a:moveTo>
                    <a:lnTo>
                      <a:pt x="420454" y="10698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80" name="任意多边形: 形状 579"/>
              <p:cNvSpPr/>
              <p:nvPr/>
            </p:nvSpPr>
            <p:spPr>
              <a:xfrm>
                <a:off x="23380871" y="27440746"/>
                <a:ext cx="464538" cy="71320"/>
              </a:xfrm>
              <a:custGeom>
                <a:avLst/>
                <a:gdLst>
                  <a:gd name="csX0" fmla="*/ 0 w 420454"/>
                  <a:gd name="csY0" fmla="*/ 71320 h 71320"/>
                  <a:gd name="csX1" fmla="*/ 420454 w 420454"/>
                  <a:gd name="csY1" fmla="*/ 71320 h 71320"/>
                  <a:gd name="csX2" fmla="*/ 420454 w 420454"/>
                  <a:gd name="csY2" fmla="*/ 0 h 71320"/>
                  <a:gd name="csX3" fmla="*/ 0 w 420454"/>
                  <a:gd name="csY3" fmla="*/ 0 h 713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71320">
                    <a:moveTo>
                      <a:pt x="0" y="71320"/>
                    </a:moveTo>
                    <a:lnTo>
                      <a:pt x="420454" y="7132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81" name="任意多边形: 形状 580"/>
              <p:cNvSpPr/>
              <p:nvPr/>
            </p:nvSpPr>
            <p:spPr>
              <a:xfrm>
                <a:off x="23845409" y="27471949"/>
                <a:ext cx="464536" cy="40117"/>
              </a:xfrm>
              <a:custGeom>
                <a:avLst/>
                <a:gdLst>
                  <a:gd name="csX0" fmla="*/ 0 w 420452"/>
                  <a:gd name="csY0" fmla="*/ 40118 h 40117"/>
                  <a:gd name="csX1" fmla="*/ 420453 w 420452"/>
                  <a:gd name="csY1" fmla="*/ 40118 h 40117"/>
                  <a:gd name="csX2" fmla="*/ 420453 w 420452"/>
                  <a:gd name="csY2" fmla="*/ 0 h 40117"/>
                  <a:gd name="csX3" fmla="*/ 0 w 420452"/>
                  <a:gd name="csY3" fmla="*/ 0 h 401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40117">
                    <a:moveTo>
                      <a:pt x="0" y="40118"/>
                    </a:moveTo>
                    <a:lnTo>
                      <a:pt x="420453" y="40118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82" name="任意多边形: 形状 581"/>
              <p:cNvSpPr/>
              <p:nvPr/>
            </p:nvSpPr>
            <p:spPr>
              <a:xfrm>
                <a:off x="24309947" y="27494236"/>
                <a:ext cx="464538" cy="17830"/>
              </a:xfrm>
              <a:custGeom>
                <a:avLst/>
                <a:gdLst>
                  <a:gd name="csX0" fmla="*/ 0 w 420454"/>
                  <a:gd name="csY0" fmla="*/ 17830 h 17830"/>
                  <a:gd name="csX1" fmla="*/ 420454 w 420454"/>
                  <a:gd name="csY1" fmla="*/ 17830 h 17830"/>
                  <a:gd name="csX2" fmla="*/ 420454 w 420454"/>
                  <a:gd name="csY2" fmla="*/ 0 h 17830"/>
                  <a:gd name="csX3" fmla="*/ 0 w 420454"/>
                  <a:gd name="csY3" fmla="*/ 0 h 178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7830">
                    <a:moveTo>
                      <a:pt x="0" y="17830"/>
                    </a:moveTo>
                    <a:lnTo>
                      <a:pt x="420454" y="1783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83" name="任意多边形: 形状 582"/>
              <p:cNvSpPr/>
              <p:nvPr/>
            </p:nvSpPr>
            <p:spPr>
              <a:xfrm>
                <a:off x="24774485" y="27494236"/>
                <a:ext cx="464538" cy="17830"/>
              </a:xfrm>
              <a:custGeom>
                <a:avLst/>
                <a:gdLst>
                  <a:gd name="csX0" fmla="*/ 0 w 420454"/>
                  <a:gd name="csY0" fmla="*/ 17830 h 17830"/>
                  <a:gd name="csX1" fmla="*/ 420454 w 420454"/>
                  <a:gd name="csY1" fmla="*/ 17830 h 17830"/>
                  <a:gd name="csX2" fmla="*/ 420454 w 420454"/>
                  <a:gd name="csY2" fmla="*/ 0 h 17830"/>
                  <a:gd name="csX3" fmla="*/ 0 w 420454"/>
                  <a:gd name="csY3" fmla="*/ 0 h 178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7830">
                    <a:moveTo>
                      <a:pt x="0" y="17830"/>
                    </a:moveTo>
                    <a:lnTo>
                      <a:pt x="420454" y="1783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84" name="任意多边形: 形状 583"/>
              <p:cNvSpPr/>
              <p:nvPr/>
            </p:nvSpPr>
            <p:spPr>
              <a:xfrm>
                <a:off x="25239023" y="27507610"/>
                <a:ext cx="464536" cy="4456"/>
              </a:xfrm>
              <a:custGeom>
                <a:avLst/>
                <a:gdLst>
                  <a:gd name="csX0" fmla="*/ 0 w 420452"/>
                  <a:gd name="csY0" fmla="*/ 4457 h 4456"/>
                  <a:gd name="csX1" fmla="*/ 420453 w 420452"/>
                  <a:gd name="csY1" fmla="*/ 4457 h 4456"/>
                  <a:gd name="csX2" fmla="*/ 420453 w 420452"/>
                  <a:gd name="csY2" fmla="*/ 0 h 4456"/>
                  <a:gd name="csX3" fmla="*/ 0 w 420452"/>
                  <a:gd name="csY3" fmla="*/ 0 h 44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2" h="4456">
                    <a:moveTo>
                      <a:pt x="0" y="4457"/>
                    </a:moveTo>
                    <a:lnTo>
                      <a:pt x="420453" y="4457"/>
                    </a:lnTo>
                    <a:lnTo>
                      <a:pt x="42045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</p:grpSp>
        <p:sp>
          <p:nvSpPr>
            <p:cNvPr id="585" name="任意多边形: 形状 584"/>
            <p:cNvSpPr/>
            <p:nvPr/>
          </p:nvSpPr>
          <p:spPr>
            <a:xfrm>
              <a:off x="13555942" y="16826585"/>
              <a:ext cx="0" cy="11106584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101600" cap="flat">
              <a:solidFill>
                <a:srgbClr val="C00000"/>
              </a:solidFill>
              <a:prstDash val="sysDash"/>
              <a:round/>
            </a:ln>
          </p:spPr>
        </p:sp>
        <p:sp>
          <p:nvSpPr>
            <p:cNvPr id="542" name="任意多边形: 形状 541"/>
            <p:cNvSpPr/>
            <p:nvPr/>
          </p:nvSpPr>
          <p:spPr>
            <a:xfrm>
              <a:off x="5581981" y="16826585"/>
              <a:ext cx="0" cy="11106584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27" name="任意多边形: 形状 626"/>
            <p:cNvSpPr/>
            <p:nvPr/>
          </p:nvSpPr>
          <p:spPr>
            <a:xfrm>
              <a:off x="5261478" y="27933170"/>
              <a:ext cx="360000" cy="0"/>
            </a:xfrm>
            <a:custGeom>
              <a:avLst/>
              <a:gdLst>
                <a:gd name="csX0" fmla="*/ 148669 w 148611"/>
                <a:gd name="csY0" fmla="*/ 315 h 42430"/>
                <a:gd name="csX1" fmla="*/ 58 w 148611"/>
                <a:gd name="csY1" fmla="*/ 315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315"/>
                  </a:moveTo>
                  <a:lnTo>
                    <a:pt x="58" y="31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21" name="任意多边形: 形状 620"/>
            <p:cNvSpPr/>
            <p:nvPr/>
          </p:nvSpPr>
          <p:spPr>
            <a:xfrm>
              <a:off x="5261478" y="25704409"/>
              <a:ext cx="360000" cy="0"/>
            </a:xfrm>
            <a:custGeom>
              <a:avLst/>
              <a:gdLst>
                <a:gd name="csX0" fmla="*/ 148669 w 148611"/>
                <a:gd name="csY0" fmla="*/ 262 h 42430"/>
                <a:gd name="csX1" fmla="*/ 58 w 148611"/>
                <a:gd name="csY1" fmla="*/ 262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262"/>
                  </a:moveTo>
                  <a:lnTo>
                    <a:pt x="58" y="262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14" name="任意多边形: 形状 613"/>
            <p:cNvSpPr/>
            <p:nvPr/>
          </p:nvSpPr>
          <p:spPr>
            <a:xfrm>
              <a:off x="5261478" y="23475648"/>
              <a:ext cx="360000" cy="0"/>
            </a:xfrm>
            <a:custGeom>
              <a:avLst/>
              <a:gdLst>
                <a:gd name="csX0" fmla="*/ 148669 w 148611"/>
                <a:gd name="csY0" fmla="*/ 210 h 42430"/>
                <a:gd name="csX1" fmla="*/ 58 w 148611"/>
                <a:gd name="csY1" fmla="*/ 21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210"/>
                  </a:moveTo>
                  <a:lnTo>
                    <a:pt x="58" y="210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7" name="任意多边形: 形状 606"/>
            <p:cNvSpPr/>
            <p:nvPr/>
          </p:nvSpPr>
          <p:spPr>
            <a:xfrm>
              <a:off x="5261478" y="21246887"/>
              <a:ext cx="360000" cy="0"/>
            </a:xfrm>
            <a:custGeom>
              <a:avLst/>
              <a:gdLst>
                <a:gd name="csX0" fmla="*/ 148669 w 148611"/>
                <a:gd name="csY0" fmla="*/ 157 h 42430"/>
                <a:gd name="csX1" fmla="*/ 58 w 148611"/>
                <a:gd name="csY1" fmla="*/ 157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157"/>
                  </a:moveTo>
                  <a:lnTo>
                    <a:pt x="58" y="15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00" name="任意多边形: 形状 599"/>
            <p:cNvSpPr/>
            <p:nvPr/>
          </p:nvSpPr>
          <p:spPr>
            <a:xfrm>
              <a:off x="5261478" y="19018126"/>
              <a:ext cx="360000" cy="0"/>
            </a:xfrm>
            <a:custGeom>
              <a:avLst/>
              <a:gdLst>
                <a:gd name="csX0" fmla="*/ 148669 w 148611"/>
                <a:gd name="csY0" fmla="*/ 104 h 42430"/>
                <a:gd name="csX1" fmla="*/ 58 w 148611"/>
                <a:gd name="csY1" fmla="*/ 104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8669" y="104"/>
                  </a:moveTo>
                  <a:lnTo>
                    <a:pt x="58" y="10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43" name="任意多边形: 形状 542"/>
            <p:cNvSpPr/>
            <p:nvPr/>
          </p:nvSpPr>
          <p:spPr>
            <a:xfrm>
              <a:off x="5621478" y="27933170"/>
              <a:ext cx="19800000" cy="0"/>
            </a:xfrm>
            <a:custGeom>
              <a:avLst/>
              <a:gdLst>
                <a:gd name="csX0" fmla="*/ 0 w 18499958"/>
                <a:gd name="csY0" fmla="*/ 0 h 42430"/>
                <a:gd name="csX1" fmla="*/ 18499958 w 18499958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8" h="42430">
                  <a:moveTo>
                    <a:pt x="0" y="0"/>
                  </a:moveTo>
                  <a:lnTo>
                    <a:pt x="18499958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1" name="任意多边形: 形状 630"/>
            <p:cNvSpPr/>
            <p:nvPr/>
          </p:nvSpPr>
          <p:spPr>
            <a:xfrm>
              <a:off x="5756472" y="27933170"/>
              <a:ext cx="0" cy="360000"/>
            </a:xfrm>
            <a:custGeom>
              <a:avLst/>
              <a:gdLst>
                <a:gd name="csX0" fmla="*/ 61 w 42460"/>
                <a:gd name="csY0" fmla="*/ 315 h 148506"/>
                <a:gd name="csX1" fmla="*/ 61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61" y="315"/>
                  </a:moveTo>
                  <a:lnTo>
                    <a:pt x="61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2" name="任意多边形: 形状 631"/>
            <p:cNvSpPr/>
            <p:nvPr/>
          </p:nvSpPr>
          <p:spPr>
            <a:xfrm>
              <a:off x="8932798" y="27933170"/>
              <a:ext cx="0" cy="360000"/>
            </a:xfrm>
            <a:custGeom>
              <a:avLst/>
              <a:gdLst>
                <a:gd name="csX0" fmla="*/ 128 w 42460"/>
                <a:gd name="csY0" fmla="*/ 315 h 148506"/>
                <a:gd name="csX1" fmla="*/ 128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128" y="315"/>
                  </a:moveTo>
                  <a:lnTo>
                    <a:pt x="128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3" name="任意多边形: 形状 632"/>
            <p:cNvSpPr/>
            <p:nvPr/>
          </p:nvSpPr>
          <p:spPr>
            <a:xfrm>
              <a:off x="12109124" y="27933170"/>
              <a:ext cx="0" cy="360000"/>
            </a:xfrm>
            <a:custGeom>
              <a:avLst/>
              <a:gdLst>
                <a:gd name="csX0" fmla="*/ 196 w 42460"/>
                <a:gd name="csY0" fmla="*/ 315 h 148506"/>
                <a:gd name="csX1" fmla="*/ 196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196" y="315"/>
                  </a:moveTo>
                  <a:lnTo>
                    <a:pt x="196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4" name="任意多边形: 形状 633"/>
            <p:cNvSpPr/>
            <p:nvPr/>
          </p:nvSpPr>
          <p:spPr>
            <a:xfrm>
              <a:off x="15285450" y="27933170"/>
              <a:ext cx="0" cy="360000"/>
            </a:xfrm>
            <a:custGeom>
              <a:avLst/>
              <a:gdLst>
                <a:gd name="csX0" fmla="*/ 264 w 42460"/>
                <a:gd name="csY0" fmla="*/ 315 h 148506"/>
                <a:gd name="csX1" fmla="*/ 264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264" y="315"/>
                  </a:moveTo>
                  <a:lnTo>
                    <a:pt x="264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5" name="任意多边形: 形状 634"/>
            <p:cNvSpPr/>
            <p:nvPr/>
          </p:nvSpPr>
          <p:spPr>
            <a:xfrm>
              <a:off x="18461776" y="27933170"/>
              <a:ext cx="0" cy="360000"/>
            </a:xfrm>
            <a:custGeom>
              <a:avLst/>
              <a:gdLst>
                <a:gd name="csX0" fmla="*/ 332 w 42460"/>
                <a:gd name="csY0" fmla="*/ 315 h 148506"/>
                <a:gd name="csX1" fmla="*/ 332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332" y="315"/>
                  </a:moveTo>
                  <a:lnTo>
                    <a:pt x="332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6" name="任意多边形: 形状 635"/>
            <p:cNvSpPr/>
            <p:nvPr/>
          </p:nvSpPr>
          <p:spPr>
            <a:xfrm>
              <a:off x="21638101" y="27933170"/>
              <a:ext cx="0" cy="360000"/>
            </a:xfrm>
            <a:custGeom>
              <a:avLst/>
              <a:gdLst>
                <a:gd name="csX0" fmla="*/ 399 w 42460"/>
                <a:gd name="csY0" fmla="*/ 315 h 148506"/>
                <a:gd name="csX1" fmla="*/ 399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399" y="315"/>
                  </a:moveTo>
                  <a:lnTo>
                    <a:pt x="399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637" name="任意多边形: 形状 636"/>
            <p:cNvSpPr/>
            <p:nvPr/>
          </p:nvSpPr>
          <p:spPr>
            <a:xfrm>
              <a:off x="24814428" y="27933170"/>
              <a:ext cx="0" cy="360000"/>
            </a:xfrm>
            <a:custGeom>
              <a:avLst/>
              <a:gdLst>
                <a:gd name="csX0" fmla="*/ 467 w 42460"/>
                <a:gd name="csY0" fmla="*/ 315 h 148506"/>
                <a:gd name="csX1" fmla="*/ 467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467" y="315"/>
                  </a:moveTo>
                  <a:lnTo>
                    <a:pt x="467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grpSp>
          <p:nvGrpSpPr>
            <p:cNvPr id="824" name="组合 823"/>
            <p:cNvGrpSpPr/>
            <p:nvPr/>
          </p:nvGrpSpPr>
          <p:grpSpPr>
            <a:xfrm>
              <a:off x="3426333" y="28314477"/>
              <a:ext cx="22314382" cy="1446550"/>
              <a:chOff x="3426333" y="27893374"/>
              <a:chExt cx="22314382" cy="1446550"/>
            </a:xfrm>
          </p:grpSpPr>
          <p:sp>
            <p:nvSpPr>
              <p:cNvPr id="791" name="文本框 790"/>
              <p:cNvSpPr txBox="1"/>
              <p:nvPr/>
            </p:nvSpPr>
            <p:spPr>
              <a:xfrm>
                <a:off x="3426333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7" name="文本框 796"/>
              <p:cNvSpPr txBox="1"/>
              <p:nvPr/>
            </p:nvSpPr>
            <p:spPr>
              <a:xfrm>
                <a:off x="6690710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8" name="文本框 797"/>
              <p:cNvSpPr txBox="1"/>
              <p:nvPr/>
            </p:nvSpPr>
            <p:spPr>
              <a:xfrm>
                <a:off x="13219464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99" name="文本框 798"/>
              <p:cNvSpPr txBox="1"/>
              <p:nvPr/>
            </p:nvSpPr>
            <p:spPr>
              <a:xfrm>
                <a:off x="16483841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0" name="文本框 799"/>
              <p:cNvSpPr txBox="1"/>
              <p:nvPr/>
            </p:nvSpPr>
            <p:spPr>
              <a:xfrm>
                <a:off x="19748218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1" name="文本框 800"/>
              <p:cNvSpPr txBox="1"/>
              <p:nvPr/>
            </p:nvSpPr>
            <p:spPr>
              <a:xfrm>
                <a:off x="23012596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120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02" name="文本框 801"/>
              <p:cNvSpPr txBox="1"/>
              <p:nvPr/>
            </p:nvSpPr>
            <p:spPr>
              <a:xfrm>
                <a:off x="9955087" y="278933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834" name="矩形 833"/>
          <p:cNvSpPr/>
          <p:nvPr/>
        </p:nvSpPr>
        <p:spPr>
          <a:xfrm>
            <a:off x="9196034" y="28984388"/>
            <a:ext cx="12650885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Number of pocket residues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99" name="组合 198"/>
          <p:cNvGrpSpPr/>
          <p:nvPr/>
        </p:nvGrpSpPr>
        <p:grpSpPr>
          <a:xfrm>
            <a:off x="25532142" y="16420185"/>
            <a:ext cx="23779755" cy="12571167"/>
            <a:chOff x="25532142" y="16826585"/>
            <a:chExt cx="23779755" cy="12934442"/>
          </a:xfrm>
        </p:grpSpPr>
        <p:sp>
          <p:nvSpPr>
            <p:cNvPr id="778" name="任意多边形: 形状 777"/>
            <p:cNvSpPr/>
            <p:nvPr/>
          </p:nvSpPr>
          <p:spPr>
            <a:xfrm>
              <a:off x="29511895" y="25704409"/>
              <a:ext cx="19800000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779" name="任意多边形: 形状 778"/>
            <p:cNvSpPr/>
            <p:nvPr/>
          </p:nvSpPr>
          <p:spPr>
            <a:xfrm>
              <a:off x="29511897" y="23475503"/>
              <a:ext cx="19800000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780" name="任意多边形: 形状 779"/>
            <p:cNvSpPr/>
            <p:nvPr/>
          </p:nvSpPr>
          <p:spPr>
            <a:xfrm>
              <a:off x="29511897" y="21247103"/>
              <a:ext cx="19800000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781" name="任意多边形: 形状 780"/>
            <p:cNvSpPr/>
            <p:nvPr/>
          </p:nvSpPr>
          <p:spPr>
            <a:xfrm>
              <a:off x="29511897" y="18982703"/>
              <a:ext cx="19800000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641" name="任意多边形: 形状 640"/>
            <p:cNvSpPr/>
            <p:nvPr/>
          </p:nvSpPr>
          <p:spPr>
            <a:xfrm>
              <a:off x="29511895" y="27933170"/>
              <a:ext cx="19800000" cy="0"/>
            </a:xfrm>
            <a:custGeom>
              <a:avLst/>
              <a:gdLst>
                <a:gd name="csX0" fmla="*/ 0 w 18499956"/>
                <a:gd name="csY0" fmla="*/ 0 h 42430"/>
                <a:gd name="csX1" fmla="*/ 18499956 w 18499956"/>
                <a:gd name="csY1" fmla="*/ 0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499956" h="42430">
                  <a:moveTo>
                    <a:pt x="0" y="0"/>
                  </a:moveTo>
                  <a:lnTo>
                    <a:pt x="18499956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grpSp>
          <p:nvGrpSpPr>
            <p:cNvPr id="683" name="组合 682"/>
            <p:cNvGrpSpPr/>
            <p:nvPr/>
          </p:nvGrpSpPr>
          <p:grpSpPr>
            <a:xfrm>
              <a:off x="30400205" y="18053459"/>
              <a:ext cx="17766194" cy="9863161"/>
              <a:chOff x="30305566" y="16991032"/>
              <a:chExt cx="17766194" cy="10577700"/>
            </a:xfrm>
          </p:grpSpPr>
          <p:sp>
            <p:nvSpPr>
              <p:cNvPr id="643" name="任意多边形: 形状 642"/>
              <p:cNvSpPr/>
              <p:nvPr/>
            </p:nvSpPr>
            <p:spPr>
              <a:xfrm>
                <a:off x="30305566" y="16991032"/>
                <a:ext cx="444155" cy="10577699"/>
              </a:xfrm>
              <a:custGeom>
                <a:avLst/>
                <a:gdLst>
                  <a:gd name="csX0" fmla="*/ 0 w 420454"/>
                  <a:gd name="csY0" fmla="*/ 10577699 h 10577699"/>
                  <a:gd name="csX1" fmla="*/ 420454 w 420454"/>
                  <a:gd name="csY1" fmla="*/ 10577699 h 10577699"/>
                  <a:gd name="csX2" fmla="*/ 420454 w 420454"/>
                  <a:gd name="csY2" fmla="*/ 0 h 10577699"/>
                  <a:gd name="csX3" fmla="*/ 0 w 420454"/>
                  <a:gd name="csY3" fmla="*/ 0 h 10577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0577699">
                    <a:moveTo>
                      <a:pt x="0" y="10577699"/>
                    </a:moveTo>
                    <a:lnTo>
                      <a:pt x="420454" y="1057769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4" name="任意多边形: 形状 643"/>
              <p:cNvSpPr/>
              <p:nvPr/>
            </p:nvSpPr>
            <p:spPr>
              <a:xfrm>
                <a:off x="30749721" y="20015299"/>
                <a:ext cx="444155" cy="7553432"/>
              </a:xfrm>
              <a:custGeom>
                <a:avLst/>
                <a:gdLst>
                  <a:gd name="csX0" fmla="*/ 0 w 420454"/>
                  <a:gd name="csY0" fmla="*/ 7553432 h 7553432"/>
                  <a:gd name="csX1" fmla="*/ 420454 w 420454"/>
                  <a:gd name="csY1" fmla="*/ 7553432 h 7553432"/>
                  <a:gd name="csX2" fmla="*/ 420454 w 420454"/>
                  <a:gd name="csY2" fmla="*/ 0 h 7553432"/>
                  <a:gd name="csX3" fmla="*/ 0 w 420454"/>
                  <a:gd name="csY3" fmla="*/ 0 h 7553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7553432">
                    <a:moveTo>
                      <a:pt x="0" y="7553432"/>
                    </a:moveTo>
                    <a:lnTo>
                      <a:pt x="420454" y="7553432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5" name="任意多边形: 形状 644"/>
              <p:cNvSpPr/>
              <p:nvPr/>
            </p:nvSpPr>
            <p:spPr>
              <a:xfrm>
                <a:off x="31193876" y="22311234"/>
                <a:ext cx="444155" cy="5257497"/>
              </a:xfrm>
              <a:custGeom>
                <a:avLst/>
                <a:gdLst>
                  <a:gd name="csX0" fmla="*/ 0 w 420454"/>
                  <a:gd name="csY0" fmla="*/ 5257498 h 5257497"/>
                  <a:gd name="csX1" fmla="*/ 420454 w 420454"/>
                  <a:gd name="csY1" fmla="*/ 5257498 h 5257497"/>
                  <a:gd name="csX2" fmla="*/ 420454 w 420454"/>
                  <a:gd name="csY2" fmla="*/ 0 h 5257497"/>
                  <a:gd name="csX3" fmla="*/ 0 w 420454"/>
                  <a:gd name="csY3" fmla="*/ 0 h 52574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5257497">
                    <a:moveTo>
                      <a:pt x="0" y="5257498"/>
                    </a:moveTo>
                    <a:lnTo>
                      <a:pt x="420454" y="5257498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6" name="任意多边形: 形状 645"/>
              <p:cNvSpPr/>
              <p:nvPr/>
            </p:nvSpPr>
            <p:spPr>
              <a:xfrm>
                <a:off x="31638031" y="22996156"/>
                <a:ext cx="444155" cy="4572576"/>
              </a:xfrm>
              <a:custGeom>
                <a:avLst/>
                <a:gdLst>
                  <a:gd name="csX0" fmla="*/ 0 w 420454"/>
                  <a:gd name="csY0" fmla="*/ 4572576 h 4572576"/>
                  <a:gd name="csX1" fmla="*/ 420454 w 420454"/>
                  <a:gd name="csY1" fmla="*/ 4572576 h 4572576"/>
                  <a:gd name="csX2" fmla="*/ 420454 w 420454"/>
                  <a:gd name="csY2" fmla="*/ 0 h 4572576"/>
                  <a:gd name="csX3" fmla="*/ 0 w 420454"/>
                  <a:gd name="csY3" fmla="*/ 0 h 45725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4572576">
                    <a:moveTo>
                      <a:pt x="0" y="4572576"/>
                    </a:moveTo>
                    <a:lnTo>
                      <a:pt x="420454" y="4572576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7" name="任意多边形: 形状 646"/>
              <p:cNvSpPr/>
              <p:nvPr/>
            </p:nvSpPr>
            <p:spPr>
              <a:xfrm>
                <a:off x="32082187" y="23213209"/>
                <a:ext cx="444152" cy="4355522"/>
              </a:xfrm>
              <a:custGeom>
                <a:avLst/>
                <a:gdLst>
                  <a:gd name="csX0" fmla="*/ 0 w 420451"/>
                  <a:gd name="csY0" fmla="*/ 4355523 h 4355522"/>
                  <a:gd name="csX1" fmla="*/ 420451 w 420451"/>
                  <a:gd name="csY1" fmla="*/ 4355523 h 4355522"/>
                  <a:gd name="csX2" fmla="*/ 420451 w 420451"/>
                  <a:gd name="csY2" fmla="*/ 0 h 4355522"/>
                  <a:gd name="csX3" fmla="*/ 0 w 420451"/>
                  <a:gd name="csY3" fmla="*/ 0 h 435552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1" h="4355522">
                    <a:moveTo>
                      <a:pt x="0" y="4355523"/>
                    </a:moveTo>
                    <a:lnTo>
                      <a:pt x="420451" y="4355523"/>
                    </a:lnTo>
                    <a:lnTo>
                      <a:pt x="420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8" name="任意多边形: 形状 647"/>
              <p:cNvSpPr/>
              <p:nvPr/>
            </p:nvSpPr>
            <p:spPr>
              <a:xfrm>
                <a:off x="32526340" y="23560492"/>
                <a:ext cx="444155" cy="4008239"/>
              </a:xfrm>
              <a:custGeom>
                <a:avLst/>
                <a:gdLst>
                  <a:gd name="csX0" fmla="*/ 0 w 420454"/>
                  <a:gd name="csY0" fmla="*/ 4008239 h 4008239"/>
                  <a:gd name="csX1" fmla="*/ 420454 w 420454"/>
                  <a:gd name="csY1" fmla="*/ 4008239 h 4008239"/>
                  <a:gd name="csX2" fmla="*/ 420454 w 420454"/>
                  <a:gd name="csY2" fmla="*/ 0 h 4008239"/>
                  <a:gd name="csX3" fmla="*/ 0 w 420454"/>
                  <a:gd name="csY3" fmla="*/ 0 h 40082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4008239">
                    <a:moveTo>
                      <a:pt x="0" y="4008239"/>
                    </a:moveTo>
                    <a:lnTo>
                      <a:pt x="420454" y="400823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9" name="任意多边形: 形状 648"/>
              <p:cNvSpPr/>
              <p:nvPr/>
            </p:nvSpPr>
            <p:spPr>
              <a:xfrm>
                <a:off x="32970495" y="22508993"/>
                <a:ext cx="444155" cy="5059738"/>
              </a:xfrm>
              <a:custGeom>
                <a:avLst/>
                <a:gdLst>
                  <a:gd name="csX0" fmla="*/ 0 w 420454"/>
                  <a:gd name="csY0" fmla="*/ 5059739 h 5059738"/>
                  <a:gd name="csX1" fmla="*/ 420454 w 420454"/>
                  <a:gd name="csY1" fmla="*/ 5059739 h 5059738"/>
                  <a:gd name="csX2" fmla="*/ 420454 w 420454"/>
                  <a:gd name="csY2" fmla="*/ 0 h 5059738"/>
                  <a:gd name="csX3" fmla="*/ 0 w 420454"/>
                  <a:gd name="csY3" fmla="*/ 0 h 50597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5059738">
                    <a:moveTo>
                      <a:pt x="0" y="5059739"/>
                    </a:moveTo>
                    <a:lnTo>
                      <a:pt x="420454" y="505973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0" name="任意多边形: 形状 649"/>
              <p:cNvSpPr/>
              <p:nvPr/>
            </p:nvSpPr>
            <p:spPr>
              <a:xfrm>
                <a:off x="33414650" y="21525021"/>
                <a:ext cx="444155" cy="6043710"/>
              </a:xfrm>
              <a:custGeom>
                <a:avLst/>
                <a:gdLst>
                  <a:gd name="csX0" fmla="*/ 0 w 420454"/>
                  <a:gd name="csY0" fmla="*/ 6043711 h 6043710"/>
                  <a:gd name="csX1" fmla="*/ 420454 w 420454"/>
                  <a:gd name="csY1" fmla="*/ 6043711 h 6043710"/>
                  <a:gd name="csX2" fmla="*/ 420454 w 420454"/>
                  <a:gd name="csY2" fmla="*/ 0 h 6043710"/>
                  <a:gd name="csX3" fmla="*/ 0 w 420454"/>
                  <a:gd name="csY3" fmla="*/ 0 h 60437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6043710">
                    <a:moveTo>
                      <a:pt x="0" y="6043711"/>
                    </a:moveTo>
                    <a:lnTo>
                      <a:pt x="420454" y="6043711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1" name="任意多边形: 形状 650"/>
              <p:cNvSpPr/>
              <p:nvPr/>
            </p:nvSpPr>
            <p:spPr>
              <a:xfrm>
                <a:off x="33858805" y="21279028"/>
                <a:ext cx="444155" cy="6289703"/>
              </a:xfrm>
              <a:custGeom>
                <a:avLst/>
                <a:gdLst>
                  <a:gd name="csX0" fmla="*/ 0 w 420454"/>
                  <a:gd name="csY0" fmla="*/ 6289704 h 6289703"/>
                  <a:gd name="csX1" fmla="*/ 420454 w 420454"/>
                  <a:gd name="csY1" fmla="*/ 6289704 h 6289703"/>
                  <a:gd name="csX2" fmla="*/ 420454 w 420454"/>
                  <a:gd name="csY2" fmla="*/ 0 h 6289703"/>
                  <a:gd name="csX3" fmla="*/ 0 w 420454"/>
                  <a:gd name="csY3" fmla="*/ 0 h 62897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6289703">
                    <a:moveTo>
                      <a:pt x="0" y="6289704"/>
                    </a:moveTo>
                    <a:lnTo>
                      <a:pt x="420454" y="628970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2" name="任意多边形: 形状 651"/>
              <p:cNvSpPr/>
              <p:nvPr/>
            </p:nvSpPr>
            <p:spPr>
              <a:xfrm>
                <a:off x="34302961" y="19793423"/>
                <a:ext cx="444155" cy="7775308"/>
              </a:xfrm>
              <a:custGeom>
                <a:avLst/>
                <a:gdLst>
                  <a:gd name="csX0" fmla="*/ 0 w 420454"/>
                  <a:gd name="csY0" fmla="*/ 7775308 h 7775308"/>
                  <a:gd name="csX1" fmla="*/ 420454 w 420454"/>
                  <a:gd name="csY1" fmla="*/ 7775308 h 7775308"/>
                  <a:gd name="csX2" fmla="*/ 420454 w 420454"/>
                  <a:gd name="csY2" fmla="*/ 0 h 7775308"/>
                  <a:gd name="csX3" fmla="*/ 0 w 420454"/>
                  <a:gd name="csY3" fmla="*/ 0 h 77753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7775308">
                    <a:moveTo>
                      <a:pt x="0" y="7775308"/>
                    </a:moveTo>
                    <a:lnTo>
                      <a:pt x="420454" y="7775308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3" name="任意多边形: 形状 652"/>
              <p:cNvSpPr/>
              <p:nvPr/>
            </p:nvSpPr>
            <p:spPr>
              <a:xfrm>
                <a:off x="34747116" y="18438050"/>
                <a:ext cx="444152" cy="9130681"/>
              </a:xfrm>
              <a:custGeom>
                <a:avLst/>
                <a:gdLst>
                  <a:gd name="csX0" fmla="*/ 0 w 420451"/>
                  <a:gd name="csY0" fmla="*/ 9130682 h 9130681"/>
                  <a:gd name="csX1" fmla="*/ 420451 w 420451"/>
                  <a:gd name="csY1" fmla="*/ 9130682 h 9130681"/>
                  <a:gd name="csX2" fmla="*/ 420451 w 420451"/>
                  <a:gd name="csY2" fmla="*/ 0 h 9130681"/>
                  <a:gd name="csX3" fmla="*/ 0 w 420451"/>
                  <a:gd name="csY3" fmla="*/ 0 h 91306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1" h="9130681">
                    <a:moveTo>
                      <a:pt x="0" y="9130682"/>
                    </a:moveTo>
                    <a:lnTo>
                      <a:pt x="420451" y="9130682"/>
                    </a:lnTo>
                    <a:lnTo>
                      <a:pt x="420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4" name="任意多边形: 形状 653"/>
              <p:cNvSpPr/>
              <p:nvPr/>
            </p:nvSpPr>
            <p:spPr>
              <a:xfrm>
                <a:off x="35191268" y="18110059"/>
                <a:ext cx="444155" cy="9458672"/>
              </a:xfrm>
              <a:custGeom>
                <a:avLst/>
                <a:gdLst>
                  <a:gd name="csX0" fmla="*/ 0 w 420454"/>
                  <a:gd name="csY0" fmla="*/ 9458672 h 9458672"/>
                  <a:gd name="csX1" fmla="*/ 420454 w 420454"/>
                  <a:gd name="csY1" fmla="*/ 9458672 h 9458672"/>
                  <a:gd name="csX2" fmla="*/ 420454 w 420454"/>
                  <a:gd name="csY2" fmla="*/ 0 h 9458672"/>
                  <a:gd name="csX3" fmla="*/ 0 w 420454"/>
                  <a:gd name="csY3" fmla="*/ 0 h 94586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9458672">
                    <a:moveTo>
                      <a:pt x="0" y="9458672"/>
                    </a:moveTo>
                    <a:lnTo>
                      <a:pt x="420454" y="9458672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5" name="任意多边形: 形状 654"/>
              <p:cNvSpPr/>
              <p:nvPr/>
            </p:nvSpPr>
            <p:spPr>
              <a:xfrm>
                <a:off x="35635423" y="17762775"/>
                <a:ext cx="444155" cy="9805956"/>
              </a:xfrm>
              <a:custGeom>
                <a:avLst/>
                <a:gdLst>
                  <a:gd name="csX0" fmla="*/ 0 w 420454"/>
                  <a:gd name="csY0" fmla="*/ 9805957 h 9805956"/>
                  <a:gd name="csX1" fmla="*/ 420454 w 420454"/>
                  <a:gd name="csY1" fmla="*/ 9805957 h 9805956"/>
                  <a:gd name="csX2" fmla="*/ 420454 w 420454"/>
                  <a:gd name="csY2" fmla="*/ 0 h 9805956"/>
                  <a:gd name="csX3" fmla="*/ 0 w 420454"/>
                  <a:gd name="csY3" fmla="*/ 0 h 9805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9805956">
                    <a:moveTo>
                      <a:pt x="0" y="9805957"/>
                    </a:moveTo>
                    <a:lnTo>
                      <a:pt x="420454" y="9805957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6" name="任意多边形: 形状 655"/>
              <p:cNvSpPr/>
              <p:nvPr/>
            </p:nvSpPr>
            <p:spPr>
              <a:xfrm>
                <a:off x="36079578" y="17907477"/>
                <a:ext cx="444155" cy="9661254"/>
              </a:xfrm>
              <a:custGeom>
                <a:avLst/>
                <a:gdLst>
                  <a:gd name="csX0" fmla="*/ 0 w 420454"/>
                  <a:gd name="csY0" fmla="*/ 9661255 h 9661254"/>
                  <a:gd name="csX1" fmla="*/ 420454 w 420454"/>
                  <a:gd name="csY1" fmla="*/ 9661255 h 9661254"/>
                  <a:gd name="csX2" fmla="*/ 420454 w 420454"/>
                  <a:gd name="csY2" fmla="*/ 0 h 9661254"/>
                  <a:gd name="csX3" fmla="*/ 0 w 420454"/>
                  <a:gd name="csY3" fmla="*/ 0 h 96612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9661254">
                    <a:moveTo>
                      <a:pt x="0" y="9661255"/>
                    </a:moveTo>
                    <a:lnTo>
                      <a:pt x="420454" y="9661255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7" name="任意多边形: 形状 656"/>
              <p:cNvSpPr/>
              <p:nvPr/>
            </p:nvSpPr>
            <p:spPr>
              <a:xfrm>
                <a:off x="36523734" y="17888183"/>
                <a:ext cx="444155" cy="9680548"/>
              </a:xfrm>
              <a:custGeom>
                <a:avLst/>
                <a:gdLst>
                  <a:gd name="csX0" fmla="*/ 0 w 420454"/>
                  <a:gd name="csY0" fmla="*/ 9680548 h 9680548"/>
                  <a:gd name="csX1" fmla="*/ 420454 w 420454"/>
                  <a:gd name="csY1" fmla="*/ 9680548 h 9680548"/>
                  <a:gd name="csX2" fmla="*/ 420454 w 420454"/>
                  <a:gd name="csY2" fmla="*/ 0 h 9680548"/>
                  <a:gd name="csX3" fmla="*/ 0 w 420454"/>
                  <a:gd name="csY3" fmla="*/ 0 h 96805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9680548">
                    <a:moveTo>
                      <a:pt x="0" y="9680548"/>
                    </a:moveTo>
                    <a:lnTo>
                      <a:pt x="420454" y="9680548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8" name="任意多边形: 形状 657"/>
              <p:cNvSpPr/>
              <p:nvPr/>
            </p:nvSpPr>
            <p:spPr>
              <a:xfrm>
                <a:off x="36967890" y="18852862"/>
                <a:ext cx="444155" cy="8715869"/>
              </a:xfrm>
              <a:custGeom>
                <a:avLst/>
                <a:gdLst>
                  <a:gd name="csX0" fmla="*/ 0 w 420454"/>
                  <a:gd name="csY0" fmla="*/ 8715870 h 8715869"/>
                  <a:gd name="csX1" fmla="*/ 420454 w 420454"/>
                  <a:gd name="csY1" fmla="*/ 8715870 h 8715869"/>
                  <a:gd name="csX2" fmla="*/ 420454 w 420454"/>
                  <a:gd name="csY2" fmla="*/ 0 h 8715869"/>
                  <a:gd name="csX3" fmla="*/ 0 w 420454"/>
                  <a:gd name="csY3" fmla="*/ 0 h 8715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8715869">
                    <a:moveTo>
                      <a:pt x="0" y="8715870"/>
                    </a:moveTo>
                    <a:lnTo>
                      <a:pt x="420454" y="871587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9" name="任意多边形: 形状 658"/>
              <p:cNvSpPr/>
              <p:nvPr/>
            </p:nvSpPr>
            <p:spPr>
              <a:xfrm>
                <a:off x="37412045" y="19291790"/>
                <a:ext cx="444152" cy="8276941"/>
              </a:xfrm>
              <a:custGeom>
                <a:avLst/>
                <a:gdLst>
                  <a:gd name="csX0" fmla="*/ 0 w 420451"/>
                  <a:gd name="csY0" fmla="*/ 8276941 h 8276941"/>
                  <a:gd name="csX1" fmla="*/ 420451 w 420451"/>
                  <a:gd name="csY1" fmla="*/ 8276941 h 8276941"/>
                  <a:gd name="csX2" fmla="*/ 420451 w 420451"/>
                  <a:gd name="csY2" fmla="*/ 0 h 8276941"/>
                  <a:gd name="csX3" fmla="*/ 0 w 420451"/>
                  <a:gd name="csY3" fmla="*/ 0 h 8276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1" h="8276941">
                    <a:moveTo>
                      <a:pt x="0" y="8276941"/>
                    </a:moveTo>
                    <a:lnTo>
                      <a:pt x="420451" y="8276941"/>
                    </a:lnTo>
                    <a:lnTo>
                      <a:pt x="420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0" name="任意多边形: 形状 659"/>
              <p:cNvSpPr/>
              <p:nvPr/>
            </p:nvSpPr>
            <p:spPr>
              <a:xfrm>
                <a:off x="37856197" y="19976712"/>
                <a:ext cx="444155" cy="7592019"/>
              </a:xfrm>
              <a:custGeom>
                <a:avLst/>
                <a:gdLst>
                  <a:gd name="csX0" fmla="*/ 0 w 420454"/>
                  <a:gd name="csY0" fmla="*/ 7592020 h 7592019"/>
                  <a:gd name="csX1" fmla="*/ 420454 w 420454"/>
                  <a:gd name="csY1" fmla="*/ 7592020 h 7592019"/>
                  <a:gd name="csX2" fmla="*/ 420454 w 420454"/>
                  <a:gd name="csY2" fmla="*/ 0 h 7592019"/>
                  <a:gd name="csX3" fmla="*/ 0 w 420454"/>
                  <a:gd name="csY3" fmla="*/ 0 h 759201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7592019">
                    <a:moveTo>
                      <a:pt x="0" y="7592020"/>
                    </a:moveTo>
                    <a:lnTo>
                      <a:pt x="420454" y="759202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1" name="任意多边形: 形状 660"/>
              <p:cNvSpPr/>
              <p:nvPr/>
            </p:nvSpPr>
            <p:spPr>
              <a:xfrm>
                <a:off x="38300352" y="20569989"/>
                <a:ext cx="444155" cy="6998742"/>
              </a:xfrm>
              <a:custGeom>
                <a:avLst/>
                <a:gdLst>
                  <a:gd name="csX0" fmla="*/ 0 w 420454"/>
                  <a:gd name="csY0" fmla="*/ 6998742 h 6998742"/>
                  <a:gd name="csX1" fmla="*/ 420454 w 420454"/>
                  <a:gd name="csY1" fmla="*/ 6998742 h 6998742"/>
                  <a:gd name="csX2" fmla="*/ 420454 w 420454"/>
                  <a:gd name="csY2" fmla="*/ 0 h 6998742"/>
                  <a:gd name="csX3" fmla="*/ 0 w 420454"/>
                  <a:gd name="csY3" fmla="*/ 0 h 69987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6998742">
                    <a:moveTo>
                      <a:pt x="0" y="6998742"/>
                    </a:moveTo>
                    <a:lnTo>
                      <a:pt x="420454" y="6998742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2" name="任意多边形: 形状 661"/>
              <p:cNvSpPr/>
              <p:nvPr/>
            </p:nvSpPr>
            <p:spPr>
              <a:xfrm>
                <a:off x="38744508" y="21563608"/>
                <a:ext cx="444155" cy="6005123"/>
              </a:xfrm>
              <a:custGeom>
                <a:avLst/>
                <a:gdLst>
                  <a:gd name="csX0" fmla="*/ 0 w 420454"/>
                  <a:gd name="csY0" fmla="*/ 6005124 h 6005123"/>
                  <a:gd name="csX1" fmla="*/ 420454 w 420454"/>
                  <a:gd name="csY1" fmla="*/ 6005124 h 6005123"/>
                  <a:gd name="csX2" fmla="*/ 420454 w 420454"/>
                  <a:gd name="csY2" fmla="*/ 0 h 6005123"/>
                  <a:gd name="csX3" fmla="*/ 0 w 420454"/>
                  <a:gd name="csY3" fmla="*/ 0 h 60051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6005123">
                    <a:moveTo>
                      <a:pt x="0" y="6005124"/>
                    </a:moveTo>
                    <a:lnTo>
                      <a:pt x="420454" y="600512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3" name="任意多边形: 形状 662"/>
              <p:cNvSpPr/>
              <p:nvPr/>
            </p:nvSpPr>
            <p:spPr>
              <a:xfrm>
                <a:off x="39188663" y="22735692"/>
                <a:ext cx="444155" cy="4833039"/>
              </a:xfrm>
              <a:custGeom>
                <a:avLst/>
                <a:gdLst>
                  <a:gd name="csX0" fmla="*/ 0 w 420454"/>
                  <a:gd name="csY0" fmla="*/ 4833039 h 4833039"/>
                  <a:gd name="csX1" fmla="*/ 420454 w 420454"/>
                  <a:gd name="csY1" fmla="*/ 4833039 h 4833039"/>
                  <a:gd name="csX2" fmla="*/ 420454 w 420454"/>
                  <a:gd name="csY2" fmla="*/ 0 h 4833039"/>
                  <a:gd name="csX3" fmla="*/ 0 w 420454"/>
                  <a:gd name="csY3" fmla="*/ 0 h 48330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4833039">
                    <a:moveTo>
                      <a:pt x="0" y="4833039"/>
                    </a:moveTo>
                    <a:lnTo>
                      <a:pt x="420454" y="483303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4" name="任意多边形: 形状 663"/>
              <p:cNvSpPr/>
              <p:nvPr/>
            </p:nvSpPr>
            <p:spPr>
              <a:xfrm>
                <a:off x="39632818" y="23145681"/>
                <a:ext cx="444155" cy="4423050"/>
              </a:xfrm>
              <a:custGeom>
                <a:avLst/>
                <a:gdLst>
                  <a:gd name="csX0" fmla="*/ 0 w 420454"/>
                  <a:gd name="csY0" fmla="*/ 4423051 h 4423050"/>
                  <a:gd name="csX1" fmla="*/ 420454 w 420454"/>
                  <a:gd name="csY1" fmla="*/ 4423051 h 4423050"/>
                  <a:gd name="csX2" fmla="*/ 420454 w 420454"/>
                  <a:gd name="csY2" fmla="*/ 0 h 4423050"/>
                  <a:gd name="csX3" fmla="*/ 0 w 420454"/>
                  <a:gd name="csY3" fmla="*/ 0 h 4423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4423050">
                    <a:moveTo>
                      <a:pt x="0" y="4423051"/>
                    </a:moveTo>
                    <a:lnTo>
                      <a:pt x="420454" y="4423051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5" name="任意多边形: 形状 664"/>
              <p:cNvSpPr/>
              <p:nvPr/>
            </p:nvSpPr>
            <p:spPr>
              <a:xfrm>
                <a:off x="40076973" y="23883660"/>
                <a:ext cx="444155" cy="3685071"/>
              </a:xfrm>
              <a:custGeom>
                <a:avLst/>
                <a:gdLst>
                  <a:gd name="csX0" fmla="*/ 0 w 420454"/>
                  <a:gd name="csY0" fmla="*/ 3685072 h 3685071"/>
                  <a:gd name="csX1" fmla="*/ 420454 w 420454"/>
                  <a:gd name="csY1" fmla="*/ 3685072 h 3685071"/>
                  <a:gd name="csX2" fmla="*/ 420454 w 420454"/>
                  <a:gd name="csY2" fmla="*/ 0 h 3685071"/>
                  <a:gd name="csX3" fmla="*/ 0 w 420454"/>
                  <a:gd name="csY3" fmla="*/ 0 h 36850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3685071">
                    <a:moveTo>
                      <a:pt x="0" y="3685072"/>
                    </a:moveTo>
                    <a:lnTo>
                      <a:pt x="420454" y="3685072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6" name="任意多边形: 形状 665"/>
              <p:cNvSpPr/>
              <p:nvPr/>
            </p:nvSpPr>
            <p:spPr>
              <a:xfrm>
                <a:off x="40521128" y="24665049"/>
                <a:ext cx="444152" cy="2903682"/>
              </a:xfrm>
              <a:custGeom>
                <a:avLst/>
                <a:gdLst>
                  <a:gd name="csX0" fmla="*/ 0 w 420451"/>
                  <a:gd name="csY0" fmla="*/ 2903682 h 2903682"/>
                  <a:gd name="csX1" fmla="*/ 420451 w 420451"/>
                  <a:gd name="csY1" fmla="*/ 2903682 h 2903682"/>
                  <a:gd name="csX2" fmla="*/ 420451 w 420451"/>
                  <a:gd name="csY2" fmla="*/ 0 h 2903682"/>
                  <a:gd name="csX3" fmla="*/ 0 w 420451"/>
                  <a:gd name="csY3" fmla="*/ 0 h 29036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1" h="2903682">
                    <a:moveTo>
                      <a:pt x="0" y="2903682"/>
                    </a:moveTo>
                    <a:lnTo>
                      <a:pt x="420451" y="2903682"/>
                    </a:lnTo>
                    <a:lnTo>
                      <a:pt x="420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7" name="任意多边形: 形状 666"/>
              <p:cNvSpPr/>
              <p:nvPr/>
            </p:nvSpPr>
            <p:spPr>
              <a:xfrm>
                <a:off x="40965282" y="25292090"/>
                <a:ext cx="444155" cy="2276641"/>
              </a:xfrm>
              <a:custGeom>
                <a:avLst/>
                <a:gdLst>
                  <a:gd name="csX0" fmla="*/ 0 w 420454"/>
                  <a:gd name="csY0" fmla="*/ 2276641 h 2276641"/>
                  <a:gd name="csX1" fmla="*/ 420454 w 420454"/>
                  <a:gd name="csY1" fmla="*/ 2276641 h 2276641"/>
                  <a:gd name="csX2" fmla="*/ 420454 w 420454"/>
                  <a:gd name="csY2" fmla="*/ 0 h 2276641"/>
                  <a:gd name="csX3" fmla="*/ 0 w 420454"/>
                  <a:gd name="csY3" fmla="*/ 0 h 22766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2276641">
                    <a:moveTo>
                      <a:pt x="0" y="2276641"/>
                    </a:moveTo>
                    <a:lnTo>
                      <a:pt x="420454" y="2276641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8" name="任意多边形: 形状 667"/>
              <p:cNvSpPr/>
              <p:nvPr/>
            </p:nvSpPr>
            <p:spPr>
              <a:xfrm>
                <a:off x="41409437" y="25933602"/>
                <a:ext cx="444155" cy="1635129"/>
              </a:xfrm>
              <a:custGeom>
                <a:avLst/>
                <a:gdLst>
                  <a:gd name="csX0" fmla="*/ 0 w 420454"/>
                  <a:gd name="csY0" fmla="*/ 1635130 h 1635129"/>
                  <a:gd name="csX1" fmla="*/ 420454 w 420454"/>
                  <a:gd name="csY1" fmla="*/ 1635130 h 1635129"/>
                  <a:gd name="csX2" fmla="*/ 420454 w 420454"/>
                  <a:gd name="csY2" fmla="*/ 0 h 1635129"/>
                  <a:gd name="csX3" fmla="*/ 0 w 420454"/>
                  <a:gd name="csY3" fmla="*/ 0 h 16351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635129">
                    <a:moveTo>
                      <a:pt x="0" y="1635130"/>
                    </a:moveTo>
                    <a:lnTo>
                      <a:pt x="420454" y="163513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9" name="任意多边形: 形状 668"/>
              <p:cNvSpPr/>
              <p:nvPr/>
            </p:nvSpPr>
            <p:spPr>
              <a:xfrm>
                <a:off x="41853592" y="26290532"/>
                <a:ext cx="444155" cy="1278199"/>
              </a:xfrm>
              <a:custGeom>
                <a:avLst/>
                <a:gdLst>
                  <a:gd name="csX0" fmla="*/ 0 w 420454"/>
                  <a:gd name="csY0" fmla="*/ 1278199 h 1278199"/>
                  <a:gd name="csX1" fmla="*/ 420454 w 420454"/>
                  <a:gd name="csY1" fmla="*/ 1278199 h 1278199"/>
                  <a:gd name="csX2" fmla="*/ 420454 w 420454"/>
                  <a:gd name="csY2" fmla="*/ 0 h 1278199"/>
                  <a:gd name="csX3" fmla="*/ 0 w 420454"/>
                  <a:gd name="csY3" fmla="*/ 0 h 12781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278199">
                    <a:moveTo>
                      <a:pt x="0" y="1278199"/>
                    </a:moveTo>
                    <a:lnTo>
                      <a:pt x="420454" y="127819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0" name="任意多边形: 形状 669"/>
              <p:cNvSpPr/>
              <p:nvPr/>
            </p:nvSpPr>
            <p:spPr>
              <a:xfrm>
                <a:off x="42297747" y="26772871"/>
                <a:ext cx="444155" cy="795860"/>
              </a:xfrm>
              <a:custGeom>
                <a:avLst/>
                <a:gdLst>
                  <a:gd name="csX0" fmla="*/ 0 w 420454"/>
                  <a:gd name="csY0" fmla="*/ 795860 h 795860"/>
                  <a:gd name="csX1" fmla="*/ 420454 w 420454"/>
                  <a:gd name="csY1" fmla="*/ 795860 h 795860"/>
                  <a:gd name="csX2" fmla="*/ 420454 w 420454"/>
                  <a:gd name="csY2" fmla="*/ 0 h 795860"/>
                  <a:gd name="csX3" fmla="*/ 0 w 420454"/>
                  <a:gd name="csY3" fmla="*/ 0 h 7958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795860">
                    <a:moveTo>
                      <a:pt x="0" y="795860"/>
                    </a:moveTo>
                    <a:lnTo>
                      <a:pt x="420454" y="79586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1" name="任意多边形: 形状 670"/>
              <p:cNvSpPr/>
              <p:nvPr/>
            </p:nvSpPr>
            <p:spPr>
              <a:xfrm>
                <a:off x="42741902" y="26927220"/>
                <a:ext cx="444155" cy="641511"/>
              </a:xfrm>
              <a:custGeom>
                <a:avLst/>
                <a:gdLst>
                  <a:gd name="csX0" fmla="*/ 0 w 420454"/>
                  <a:gd name="csY0" fmla="*/ 641511 h 641511"/>
                  <a:gd name="csX1" fmla="*/ 420454 w 420454"/>
                  <a:gd name="csY1" fmla="*/ 641511 h 641511"/>
                  <a:gd name="csX2" fmla="*/ 420454 w 420454"/>
                  <a:gd name="csY2" fmla="*/ 0 h 641511"/>
                  <a:gd name="csX3" fmla="*/ 0 w 420454"/>
                  <a:gd name="csY3" fmla="*/ 0 h 6415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641511">
                    <a:moveTo>
                      <a:pt x="0" y="641511"/>
                    </a:moveTo>
                    <a:lnTo>
                      <a:pt x="420454" y="641511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2" name="任意多边形: 形状 671"/>
              <p:cNvSpPr/>
              <p:nvPr/>
            </p:nvSpPr>
            <p:spPr>
              <a:xfrm>
                <a:off x="43186058" y="26975454"/>
                <a:ext cx="444152" cy="593277"/>
              </a:xfrm>
              <a:custGeom>
                <a:avLst/>
                <a:gdLst>
                  <a:gd name="csX0" fmla="*/ 0 w 420451"/>
                  <a:gd name="csY0" fmla="*/ 593277 h 593277"/>
                  <a:gd name="csX1" fmla="*/ 420451 w 420451"/>
                  <a:gd name="csY1" fmla="*/ 593277 h 593277"/>
                  <a:gd name="csX2" fmla="*/ 420451 w 420451"/>
                  <a:gd name="csY2" fmla="*/ 0 h 593277"/>
                  <a:gd name="csX3" fmla="*/ 0 w 420451"/>
                  <a:gd name="csY3" fmla="*/ 0 h 5932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1" h="593277">
                    <a:moveTo>
                      <a:pt x="0" y="593277"/>
                    </a:moveTo>
                    <a:lnTo>
                      <a:pt x="420451" y="593277"/>
                    </a:lnTo>
                    <a:lnTo>
                      <a:pt x="420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3" name="任意多边形: 形状 672"/>
              <p:cNvSpPr/>
              <p:nvPr/>
            </p:nvSpPr>
            <p:spPr>
              <a:xfrm>
                <a:off x="43630210" y="27115333"/>
                <a:ext cx="444155" cy="453398"/>
              </a:xfrm>
              <a:custGeom>
                <a:avLst/>
                <a:gdLst>
                  <a:gd name="csX0" fmla="*/ 0 w 420454"/>
                  <a:gd name="csY0" fmla="*/ 453399 h 453398"/>
                  <a:gd name="csX1" fmla="*/ 420454 w 420454"/>
                  <a:gd name="csY1" fmla="*/ 453399 h 453398"/>
                  <a:gd name="csX2" fmla="*/ 420454 w 420454"/>
                  <a:gd name="csY2" fmla="*/ 0 h 453398"/>
                  <a:gd name="csX3" fmla="*/ 0 w 420454"/>
                  <a:gd name="csY3" fmla="*/ 0 h 453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453398">
                    <a:moveTo>
                      <a:pt x="0" y="453399"/>
                    </a:moveTo>
                    <a:lnTo>
                      <a:pt x="420454" y="45339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4" name="任意多边形: 形状 673"/>
              <p:cNvSpPr/>
              <p:nvPr/>
            </p:nvSpPr>
            <p:spPr>
              <a:xfrm>
                <a:off x="44074365" y="27279329"/>
                <a:ext cx="444155" cy="289402"/>
              </a:xfrm>
              <a:custGeom>
                <a:avLst/>
                <a:gdLst>
                  <a:gd name="csX0" fmla="*/ 0 w 420454"/>
                  <a:gd name="csY0" fmla="*/ 289403 h 289402"/>
                  <a:gd name="csX1" fmla="*/ 420454 w 420454"/>
                  <a:gd name="csY1" fmla="*/ 289403 h 289402"/>
                  <a:gd name="csX2" fmla="*/ 420454 w 420454"/>
                  <a:gd name="csY2" fmla="*/ 0 h 289402"/>
                  <a:gd name="csX3" fmla="*/ 0 w 420454"/>
                  <a:gd name="csY3" fmla="*/ 0 h 2894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289402">
                    <a:moveTo>
                      <a:pt x="0" y="289403"/>
                    </a:moveTo>
                    <a:lnTo>
                      <a:pt x="420454" y="289403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5" name="任意多边形: 形状 674"/>
              <p:cNvSpPr/>
              <p:nvPr/>
            </p:nvSpPr>
            <p:spPr>
              <a:xfrm>
                <a:off x="44518520" y="27313092"/>
                <a:ext cx="444155" cy="255639"/>
              </a:xfrm>
              <a:custGeom>
                <a:avLst/>
                <a:gdLst>
                  <a:gd name="csX0" fmla="*/ 0 w 420454"/>
                  <a:gd name="csY0" fmla="*/ 255639 h 255639"/>
                  <a:gd name="csX1" fmla="*/ 420454 w 420454"/>
                  <a:gd name="csY1" fmla="*/ 255639 h 255639"/>
                  <a:gd name="csX2" fmla="*/ 420454 w 420454"/>
                  <a:gd name="csY2" fmla="*/ 0 h 255639"/>
                  <a:gd name="csX3" fmla="*/ 0 w 420454"/>
                  <a:gd name="csY3" fmla="*/ 0 h 2556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255639">
                    <a:moveTo>
                      <a:pt x="0" y="255639"/>
                    </a:moveTo>
                    <a:lnTo>
                      <a:pt x="420454" y="255639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6" name="任意多边形: 形状 675"/>
              <p:cNvSpPr/>
              <p:nvPr/>
            </p:nvSpPr>
            <p:spPr>
              <a:xfrm>
                <a:off x="44962675" y="27457793"/>
                <a:ext cx="444155" cy="110938"/>
              </a:xfrm>
              <a:custGeom>
                <a:avLst/>
                <a:gdLst>
                  <a:gd name="csX0" fmla="*/ 0 w 420454"/>
                  <a:gd name="csY0" fmla="*/ 110938 h 110938"/>
                  <a:gd name="csX1" fmla="*/ 420454 w 420454"/>
                  <a:gd name="csY1" fmla="*/ 110938 h 110938"/>
                  <a:gd name="csX2" fmla="*/ 420454 w 420454"/>
                  <a:gd name="csY2" fmla="*/ 0 h 110938"/>
                  <a:gd name="csX3" fmla="*/ 0 w 420454"/>
                  <a:gd name="csY3" fmla="*/ 0 h 1109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10938">
                    <a:moveTo>
                      <a:pt x="0" y="110938"/>
                    </a:moveTo>
                    <a:lnTo>
                      <a:pt x="420454" y="110938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7" name="任意多边形: 形状 676"/>
              <p:cNvSpPr/>
              <p:nvPr/>
            </p:nvSpPr>
            <p:spPr>
              <a:xfrm>
                <a:off x="45406831" y="27530144"/>
                <a:ext cx="444155" cy="38587"/>
              </a:xfrm>
              <a:custGeom>
                <a:avLst/>
                <a:gdLst>
                  <a:gd name="csX0" fmla="*/ 0 w 420454"/>
                  <a:gd name="csY0" fmla="*/ 38587 h 38587"/>
                  <a:gd name="csX1" fmla="*/ 420454 w 420454"/>
                  <a:gd name="csY1" fmla="*/ 38587 h 38587"/>
                  <a:gd name="csX2" fmla="*/ 420454 w 420454"/>
                  <a:gd name="csY2" fmla="*/ 0 h 38587"/>
                  <a:gd name="csX3" fmla="*/ 0 w 420454"/>
                  <a:gd name="csY3" fmla="*/ 0 h 38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38587">
                    <a:moveTo>
                      <a:pt x="0" y="38587"/>
                    </a:moveTo>
                    <a:lnTo>
                      <a:pt x="420454" y="38587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8" name="任意多边形: 形状 677"/>
              <p:cNvSpPr/>
              <p:nvPr/>
            </p:nvSpPr>
            <p:spPr>
              <a:xfrm>
                <a:off x="45850986" y="27544615"/>
                <a:ext cx="444152" cy="24117"/>
              </a:xfrm>
              <a:custGeom>
                <a:avLst/>
                <a:gdLst>
                  <a:gd name="csX0" fmla="*/ 0 w 420451"/>
                  <a:gd name="csY0" fmla="*/ 24117 h 24117"/>
                  <a:gd name="csX1" fmla="*/ 420451 w 420451"/>
                  <a:gd name="csY1" fmla="*/ 24117 h 24117"/>
                  <a:gd name="csX2" fmla="*/ 420451 w 420451"/>
                  <a:gd name="csY2" fmla="*/ 0 h 24117"/>
                  <a:gd name="csX3" fmla="*/ 0 w 420451"/>
                  <a:gd name="csY3" fmla="*/ 0 h 241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1" h="24117">
                    <a:moveTo>
                      <a:pt x="0" y="24117"/>
                    </a:moveTo>
                    <a:lnTo>
                      <a:pt x="420451" y="24117"/>
                    </a:lnTo>
                    <a:lnTo>
                      <a:pt x="4204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9" name="任意多边形: 形状 678"/>
              <p:cNvSpPr/>
              <p:nvPr/>
            </p:nvSpPr>
            <p:spPr>
              <a:xfrm>
                <a:off x="46295139" y="27554261"/>
                <a:ext cx="444155" cy="14470"/>
              </a:xfrm>
              <a:custGeom>
                <a:avLst/>
                <a:gdLst>
                  <a:gd name="csX0" fmla="*/ 0 w 420454"/>
                  <a:gd name="csY0" fmla="*/ 14470 h 14470"/>
                  <a:gd name="csX1" fmla="*/ 420454 w 420454"/>
                  <a:gd name="csY1" fmla="*/ 14470 h 14470"/>
                  <a:gd name="csX2" fmla="*/ 420454 w 420454"/>
                  <a:gd name="csY2" fmla="*/ 0 h 14470"/>
                  <a:gd name="csX3" fmla="*/ 0 w 420454"/>
                  <a:gd name="csY3" fmla="*/ 0 h 144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4470">
                    <a:moveTo>
                      <a:pt x="0" y="14470"/>
                    </a:moveTo>
                    <a:lnTo>
                      <a:pt x="420454" y="1447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80" name="任意多边形: 形状 679"/>
              <p:cNvSpPr/>
              <p:nvPr/>
            </p:nvSpPr>
            <p:spPr>
              <a:xfrm>
                <a:off x="46739294" y="27554261"/>
                <a:ext cx="444155" cy="14470"/>
              </a:xfrm>
              <a:custGeom>
                <a:avLst/>
                <a:gdLst>
                  <a:gd name="csX0" fmla="*/ 0 w 420454"/>
                  <a:gd name="csY0" fmla="*/ 14470 h 14470"/>
                  <a:gd name="csX1" fmla="*/ 420454 w 420454"/>
                  <a:gd name="csY1" fmla="*/ 14470 h 14470"/>
                  <a:gd name="csX2" fmla="*/ 420454 w 420454"/>
                  <a:gd name="csY2" fmla="*/ 0 h 14470"/>
                  <a:gd name="csX3" fmla="*/ 0 w 420454"/>
                  <a:gd name="csY3" fmla="*/ 0 h 144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4470">
                    <a:moveTo>
                      <a:pt x="0" y="14470"/>
                    </a:moveTo>
                    <a:lnTo>
                      <a:pt x="420454" y="14470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81" name="任意多边形: 形状 680"/>
              <p:cNvSpPr/>
              <p:nvPr/>
            </p:nvSpPr>
            <p:spPr>
              <a:xfrm>
                <a:off x="47183449" y="27559085"/>
                <a:ext cx="444155" cy="9646"/>
              </a:xfrm>
              <a:custGeom>
                <a:avLst/>
                <a:gdLst>
                  <a:gd name="csX0" fmla="*/ 0 w 420454"/>
                  <a:gd name="csY0" fmla="*/ 9647 h 9646"/>
                  <a:gd name="csX1" fmla="*/ 420454 w 420454"/>
                  <a:gd name="csY1" fmla="*/ 9647 h 9646"/>
                  <a:gd name="csX2" fmla="*/ 420454 w 420454"/>
                  <a:gd name="csY2" fmla="*/ 0 h 9646"/>
                  <a:gd name="csX3" fmla="*/ 0 w 420454"/>
                  <a:gd name="csY3" fmla="*/ 0 h 96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9646">
                    <a:moveTo>
                      <a:pt x="0" y="9647"/>
                    </a:moveTo>
                    <a:lnTo>
                      <a:pt x="420454" y="9647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82" name="任意多边形: 形状 681"/>
              <p:cNvSpPr/>
              <p:nvPr/>
            </p:nvSpPr>
            <p:spPr>
              <a:xfrm>
                <a:off x="47627605" y="27549438"/>
                <a:ext cx="444155" cy="19293"/>
              </a:xfrm>
              <a:custGeom>
                <a:avLst/>
                <a:gdLst>
                  <a:gd name="csX0" fmla="*/ 0 w 420454"/>
                  <a:gd name="csY0" fmla="*/ 19294 h 19293"/>
                  <a:gd name="csX1" fmla="*/ 420454 w 420454"/>
                  <a:gd name="csY1" fmla="*/ 19294 h 19293"/>
                  <a:gd name="csX2" fmla="*/ 420454 w 420454"/>
                  <a:gd name="csY2" fmla="*/ 0 h 19293"/>
                  <a:gd name="csX3" fmla="*/ 0 w 420454"/>
                  <a:gd name="csY3" fmla="*/ 0 h 192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20454" h="19293">
                    <a:moveTo>
                      <a:pt x="0" y="19294"/>
                    </a:moveTo>
                    <a:lnTo>
                      <a:pt x="420454" y="19294"/>
                    </a:lnTo>
                    <a:lnTo>
                      <a:pt x="42045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</p:grpSp>
        <p:sp>
          <p:nvSpPr>
            <p:cNvPr id="768" name="任意多边形: 形状 767"/>
            <p:cNvSpPr/>
            <p:nvPr/>
          </p:nvSpPr>
          <p:spPr>
            <a:xfrm>
              <a:off x="32778478" y="27933170"/>
              <a:ext cx="0" cy="360000"/>
            </a:xfrm>
            <a:custGeom>
              <a:avLst/>
              <a:gdLst>
                <a:gd name="csX0" fmla="*/ 629 w 42460"/>
                <a:gd name="csY0" fmla="*/ 315 h 148506"/>
                <a:gd name="csX1" fmla="*/ 629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629" y="315"/>
                  </a:moveTo>
                  <a:lnTo>
                    <a:pt x="629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56" name="任意多边形: 形状 755"/>
            <p:cNvSpPr/>
            <p:nvPr/>
          </p:nvSpPr>
          <p:spPr>
            <a:xfrm>
              <a:off x="37567004" y="27933170"/>
              <a:ext cx="0" cy="360000"/>
            </a:xfrm>
            <a:custGeom>
              <a:avLst/>
              <a:gdLst>
                <a:gd name="csX0" fmla="*/ 735 w 42460"/>
                <a:gd name="csY0" fmla="*/ 315 h 148506"/>
                <a:gd name="csX1" fmla="*/ 735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735" y="315"/>
                  </a:moveTo>
                  <a:lnTo>
                    <a:pt x="735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43" name="任意多边形: 形状 742"/>
            <p:cNvSpPr/>
            <p:nvPr/>
          </p:nvSpPr>
          <p:spPr>
            <a:xfrm>
              <a:off x="42355531" y="27933170"/>
              <a:ext cx="0" cy="360000"/>
            </a:xfrm>
            <a:custGeom>
              <a:avLst/>
              <a:gdLst>
                <a:gd name="csX0" fmla="*/ 842 w 42460"/>
                <a:gd name="csY0" fmla="*/ 315 h 148506"/>
                <a:gd name="csX1" fmla="*/ 842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842" y="315"/>
                  </a:moveTo>
                  <a:lnTo>
                    <a:pt x="842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29" name="任意多边形: 形状 728"/>
            <p:cNvSpPr/>
            <p:nvPr/>
          </p:nvSpPr>
          <p:spPr>
            <a:xfrm>
              <a:off x="47144058" y="27933170"/>
              <a:ext cx="0" cy="360000"/>
            </a:xfrm>
            <a:custGeom>
              <a:avLst/>
              <a:gdLst>
                <a:gd name="csX0" fmla="*/ 949 w 42460"/>
                <a:gd name="csY0" fmla="*/ 315 h 148506"/>
                <a:gd name="csX1" fmla="*/ 949 w 42460"/>
                <a:gd name="csY1" fmla="*/ 148821 h 148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48506">
                  <a:moveTo>
                    <a:pt x="949" y="315"/>
                  </a:moveTo>
                  <a:lnTo>
                    <a:pt x="949" y="14882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640" name="任意多边形: 形状 639"/>
            <p:cNvSpPr/>
            <p:nvPr/>
          </p:nvSpPr>
          <p:spPr>
            <a:xfrm>
              <a:off x="29511898" y="16826585"/>
              <a:ext cx="0" cy="11106000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sp>
          <p:nvSpPr>
            <p:cNvPr id="782" name="任意多边形: 形状 781"/>
            <p:cNvSpPr/>
            <p:nvPr/>
          </p:nvSpPr>
          <p:spPr>
            <a:xfrm>
              <a:off x="29151898" y="27933170"/>
              <a:ext cx="360000" cy="0"/>
            </a:xfrm>
            <a:custGeom>
              <a:avLst/>
              <a:gdLst>
                <a:gd name="csX0" fmla="*/ 149167 w 148611"/>
                <a:gd name="csY0" fmla="*/ 315 h 42430"/>
                <a:gd name="csX1" fmla="*/ 556 w 148611"/>
                <a:gd name="csY1" fmla="*/ 315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315"/>
                  </a:moveTo>
                  <a:lnTo>
                    <a:pt x="556" y="315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3" name="任意多边形: 形状 782"/>
            <p:cNvSpPr/>
            <p:nvPr/>
          </p:nvSpPr>
          <p:spPr>
            <a:xfrm>
              <a:off x="29151898" y="25704409"/>
              <a:ext cx="360000" cy="0"/>
            </a:xfrm>
            <a:custGeom>
              <a:avLst/>
              <a:gdLst>
                <a:gd name="csX0" fmla="*/ 149167 w 148611"/>
                <a:gd name="csY0" fmla="*/ 258 h 42430"/>
                <a:gd name="csX1" fmla="*/ 556 w 148611"/>
                <a:gd name="csY1" fmla="*/ 258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258"/>
                  </a:moveTo>
                  <a:lnTo>
                    <a:pt x="556" y="258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4" name="任意多边形: 形状 783"/>
            <p:cNvSpPr/>
            <p:nvPr/>
          </p:nvSpPr>
          <p:spPr>
            <a:xfrm>
              <a:off x="29151898" y="23475503"/>
              <a:ext cx="360000" cy="0"/>
            </a:xfrm>
            <a:custGeom>
              <a:avLst/>
              <a:gdLst>
                <a:gd name="csX0" fmla="*/ 149167 w 148611"/>
                <a:gd name="csY0" fmla="*/ 201 h 42430"/>
                <a:gd name="csX1" fmla="*/ 556 w 148611"/>
                <a:gd name="csY1" fmla="*/ 201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201"/>
                  </a:moveTo>
                  <a:lnTo>
                    <a:pt x="556" y="201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5" name="任意多边形: 形状 784"/>
            <p:cNvSpPr/>
            <p:nvPr/>
          </p:nvSpPr>
          <p:spPr>
            <a:xfrm>
              <a:off x="29151898" y="21247103"/>
              <a:ext cx="360000" cy="0"/>
            </a:xfrm>
            <a:custGeom>
              <a:avLst/>
              <a:gdLst>
                <a:gd name="csX0" fmla="*/ 149167 w 148611"/>
                <a:gd name="csY0" fmla="*/ 144 h 42430"/>
                <a:gd name="csX1" fmla="*/ 556 w 148611"/>
                <a:gd name="csY1" fmla="*/ 144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144"/>
                  </a:moveTo>
                  <a:lnTo>
                    <a:pt x="556" y="144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sp>
          <p:nvSpPr>
            <p:cNvPr id="786" name="任意多边形: 形状 785"/>
            <p:cNvSpPr/>
            <p:nvPr/>
          </p:nvSpPr>
          <p:spPr>
            <a:xfrm>
              <a:off x="29151898" y="18982703"/>
              <a:ext cx="360000" cy="0"/>
            </a:xfrm>
            <a:custGeom>
              <a:avLst/>
              <a:gdLst>
                <a:gd name="csX0" fmla="*/ 149167 w 148611"/>
                <a:gd name="csY0" fmla="*/ 87 h 42430"/>
                <a:gd name="csX1" fmla="*/ 556 w 148611"/>
                <a:gd name="csY1" fmla="*/ 87 h 4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8611" h="42430">
                  <a:moveTo>
                    <a:pt x="149167" y="87"/>
                  </a:moveTo>
                  <a:lnTo>
                    <a:pt x="556" y="8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chemeClr val="tx1"/>
              </a:solidFill>
              <a:prstDash val="solid"/>
              <a:round/>
            </a:ln>
          </p:spPr>
        </p:sp>
        <p:grpSp>
          <p:nvGrpSpPr>
            <p:cNvPr id="817" name="组合 816"/>
            <p:cNvGrpSpPr/>
            <p:nvPr/>
          </p:nvGrpSpPr>
          <p:grpSpPr>
            <a:xfrm>
              <a:off x="25532142" y="18366397"/>
              <a:ext cx="3529026" cy="10346712"/>
              <a:chOff x="1681542" y="17945294"/>
              <a:chExt cx="3529026" cy="10346712"/>
            </a:xfrm>
          </p:grpSpPr>
          <p:sp>
            <p:nvSpPr>
              <p:cNvPr id="818" name="矩形 817"/>
              <p:cNvSpPr/>
              <p:nvPr/>
            </p:nvSpPr>
            <p:spPr>
              <a:xfrm rot="16200000">
                <a:off x="562897" y="20185855"/>
                <a:ext cx="3517148" cy="1279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Count</a:t>
                </a:r>
                <a:endParaRPr lang="zh-CN" altLang="en-US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19" name="文本框 818"/>
              <p:cNvSpPr txBox="1"/>
              <p:nvPr/>
            </p:nvSpPr>
            <p:spPr>
              <a:xfrm>
                <a:off x="2481768" y="26845456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0" name="文本框 819"/>
              <p:cNvSpPr txBox="1"/>
              <p:nvPr/>
            </p:nvSpPr>
            <p:spPr>
              <a:xfrm>
                <a:off x="2481768" y="24515639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1" name="文本框 820"/>
              <p:cNvSpPr txBox="1"/>
              <p:nvPr/>
            </p:nvSpPr>
            <p:spPr>
              <a:xfrm>
                <a:off x="2481768" y="22185824"/>
                <a:ext cx="272880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2" name="文本框 821"/>
              <p:cNvSpPr txBox="1"/>
              <p:nvPr/>
            </p:nvSpPr>
            <p:spPr>
              <a:xfrm>
                <a:off x="2481768" y="19856009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1500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3" name="文本框 822"/>
              <p:cNvSpPr txBox="1"/>
              <p:nvPr/>
            </p:nvSpPr>
            <p:spPr>
              <a:xfrm>
                <a:off x="2481768" y="1794529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33" name="组合 832"/>
            <p:cNvGrpSpPr/>
            <p:nvPr/>
          </p:nvGrpSpPr>
          <p:grpSpPr>
            <a:xfrm>
              <a:off x="31303310" y="28314477"/>
              <a:ext cx="17373606" cy="1446550"/>
              <a:chOff x="31303310" y="27702874"/>
              <a:chExt cx="17373606" cy="1446550"/>
            </a:xfrm>
          </p:grpSpPr>
          <p:sp>
            <p:nvSpPr>
              <p:cNvPr id="827" name="文本框 826"/>
              <p:cNvSpPr txBox="1"/>
              <p:nvPr/>
            </p:nvSpPr>
            <p:spPr>
              <a:xfrm>
                <a:off x="31303310" y="277028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28" name="文本框 827"/>
              <p:cNvSpPr txBox="1"/>
              <p:nvPr/>
            </p:nvSpPr>
            <p:spPr>
              <a:xfrm>
                <a:off x="36079336" y="2770287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0" name="文本框 829"/>
              <p:cNvSpPr txBox="1"/>
              <p:nvPr/>
            </p:nvSpPr>
            <p:spPr>
              <a:xfrm>
                <a:off x="39140862" y="27702874"/>
                <a:ext cx="4759834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1" name="文本框 830"/>
              <p:cNvSpPr txBox="1"/>
              <p:nvPr/>
            </p:nvSpPr>
            <p:spPr>
              <a:xfrm>
                <a:off x="43091104" y="27702874"/>
                <a:ext cx="558581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14000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42" name="任意多边形: 形状 641"/>
            <p:cNvSpPr/>
            <p:nvPr/>
          </p:nvSpPr>
          <p:spPr>
            <a:xfrm>
              <a:off x="35891786" y="16826585"/>
              <a:ext cx="0" cy="11106000"/>
            </a:xfrm>
            <a:custGeom>
              <a:avLst/>
              <a:gdLst>
                <a:gd name="csX0" fmla="*/ 0 w 42460"/>
                <a:gd name="csY0" fmla="*/ 11106584 h 11106584"/>
                <a:gd name="csX1" fmla="*/ 0 w 42460"/>
                <a:gd name="csY1" fmla="*/ 0 h 111065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2460" h="11106584">
                  <a:moveTo>
                    <a:pt x="0" y="11106584"/>
                  </a:moveTo>
                  <a:lnTo>
                    <a:pt x="0" y="0"/>
                  </a:lnTo>
                </a:path>
              </a:pathLst>
            </a:custGeom>
            <a:noFill/>
            <a:ln w="101600" cap="flat">
              <a:solidFill>
                <a:srgbClr val="F44336"/>
              </a:solidFill>
              <a:prstDash val="sysDash"/>
              <a:round/>
            </a:ln>
          </p:spPr>
        </p:sp>
      </p:grpSp>
      <p:sp>
        <p:nvSpPr>
          <p:cNvPr id="835" name="矩形 834"/>
          <p:cNvSpPr/>
          <p:nvPr/>
        </p:nvSpPr>
        <p:spPr>
          <a:xfrm>
            <a:off x="36676212" y="28984388"/>
            <a:ext cx="7800468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Pocket volume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0" name="矩形 839"/>
          <p:cNvSpPr/>
          <p:nvPr/>
        </p:nvSpPr>
        <p:spPr>
          <a:xfrm>
            <a:off x="1703684" y="14965041"/>
            <a:ext cx="20329148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b.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Pocket residue 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1" name="矩形 840"/>
          <p:cNvSpPr/>
          <p:nvPr/>
        </p:nvSpPr>
        <p:spPr>
          <a:xfrm>
            <a:off x="25532142" y="14965041"/>
            <a:ext cx="16659306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c.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Pocket volume distribution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3" name="矩形 2052"/>
          <p:cNvSpPr/>
          <p:nvPr/>
        </p:nvSpPr>
        <p:spPr>
          <a:xfrm>
            <a:off x="1719644" y="30617489"/>
            <a:ext cx="13363881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d.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Unbound-bound CA RMSD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4" name="矩形 2053"/>
          <p:cNvSpPr/>
          <p:nvPr/>
        </p:nvSpPr>
        <p:spPr>
          <a:xfrm>
            <a:off x="17611483" y="30501665"/>
            <a:ext cx="1265259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e.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Mean chi angel change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55" name="矩形 2054"/>
          <p:cNvSpPr/>
          <p:nvPr/>
        </p:nvSpPr>
        <p:spPr>
          <a:xfrm>
            <a:off x="33757976" y="30480149"/>
            <a:ext cx="1265259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b="1" i="1" dirty="0">
                <a:latin typeface="Calibri" panose="020F0502020204030204" pitchFamily="34" charset="0"/>
                <a:cs typeface="Calibri" panose="020F0502020204030204" pitchFamily="34" charset="0"/>
              </a:rPr>
              <a:t>f.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All chi angel change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9" name="组合 208"/>
          <p:cNvGrpSpPr/>
          <p:nvPr/>
        </p:nvGrpSpPr>
        <p:grpSpPr>
          <a:xfrm>
            <a:off x="17474323" y="32019177"/>
            <a:ext cx="16063279" cy="10914351"/>
            <a:chOff x="17474323" y="32425577"/>
            <a:chExt cx="16063279" cy="12297017"/>
          </a:xfrm>
        </p:grpSpPr>
        <p:grpSp>
          <p:nvGrpSpPr>
            <p:cNvPr id="2059" name="组合 2058"/>
            <p:cNvGrpSpPr/>
            <p:nvPr/>
          </p:nvGrpSpPr>
          <p:grpSpPr>
            <a:xfrm>
              <a:off x="17474323" y="32425577"/>
              <a:ext cx="16063279" cy="11341043"/>
              <a:chOff x="17474323" y="33869366"/>
              <a:chExt cx="16063279" cy="11341043"/>
            </a:xfrm>
          </p:grpSpPr>
          <p:sp>
            <p:nvSpPr>
              <p:cNvPr id="2022" name="矩形 2021"/>
              <p:cNvSpPr/>
              <p:nvPr/>
            </p:nvSpPr>
            <p:spPr>
              <a:xfrm rot="16200000">
                <a:off x="16355678" y="37751958"/>
                <a:ext cx="3517148" cy="12798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Count</a:t>
                </a:r>
                <a:endParaRPr lang="zh-CN" altLang="en-US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229" name="任意多边形: 形状 1228"/>
              <p:cNvSpPr/>
              <p:nvPr/>
            </p:nvSpPr>
            <p:spPr>
              <a:xfrm>
                <a:off x="21134665" y="42523725"/>
                <a:ext cx="12402937" cy="0"/>
              </a:xfrm>
              <a:custGeom>
                <a:avLst/>
                <a:gdLst>
                  <a:gd name="csX0" fmla="*/ 0 w 12963029"/>
                  <a:gd name="csY0" fmla="*/ 0 h 40774"/>
                  <a:gd name="csX1" fmla="*/ 12963030 w 12963029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29" h="40774">
                    <a:moveTo>
                      <a:pt x="0" y="0"/>
                    </a:moveTo>
                    <a:lnTo>
                      <a:pt x="1296303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222" name="任意多边形: 形状 1221"/>
              <p:cNvSpPr/>
              <p:nvPr/>
            </p:nvSpPr>
            <p:spPr>
              <a:xfrm>
                <a:off x="21134665" y="40557076"/>
                <a:ext cx="12402937" cy="0"/>
              </a:xfrm>
              <a:custGeom>
                <a:avLst/>
                <a:gdLst>
                  <a:gd name="csX0" fmla="*/ 0 w 12963029"/>
                  <a:gd name="csY0" fmla="*/ 0 h 40774"/>
                  <a:gd name="csX1" fmla="*/ 12963030 w 12963029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29" h="40774">
                    <a:moveTo>
                      <a:pt x="0" y="0"/>
                    </a:moveTo>
                    <a:lnTo>
                      <a:pt x="1296303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215" name="任意多边形: 形状 1214"/>
              <p:cNvSpPr/>
              <p:nvPr/>
            </p:nvSpPr>
            <p:spPr>
              <a:xfrm>
                <a:off x="21134665" y="38590426"/>
                <a:ext cx="12402937" cy="0"/>
              </a:xfrm>
              <a:custGeom>
                <a:avLst/>
                <a:gdLst>
                  <a:gd name="csX0" fmla="*/ 0 w 12963029"/>
                  <a:gd name="csY0" fmla="*/ 0 h 40774"/>
                  <a:gd name="csX1" fmla="*/ 12963030 w 12963029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29" h="40774">
                    <a:moveTo>
                      <a:pt x="0" y="0"/>
                    </a:moveTo>
                    <a:lnTo>
                      <a:pt x="1296303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208" name="任意多边形: 形状 1207"/>
              <p:cNvSpPr/>
              <p:nvPr/>
            </p:nvSpPr>
            <p:spPr>
              <a:xfrm>
                <a:off x="21134665" y="36623777"/>
                <a:ext cx="12402937" cy="0"/>
              </a:xfrm>
              <a:custGeom>
                <a:avLst/>
                <a:gdLst>
                  <a:gd name="csX0" fmla="*/ 0 w 12963029"/>
                  <a:gd name="csY0" fmla="*/ 0 h 40774"/>
                  <a:gd name="csX1" fmla="*/ 12963030 w 12963029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29" h="40774">
                    <a:moveTo>
                      <a:pt x="0" y="0"/>
                    </a:moveTo>
                    <a:lnTo>
                      <a:pt x="1296303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201" name="任意多边形: 形状 1200"/>
              <p:cNvSpPr/>
              <p:nvPr/>
            </p:nvSpPr>
            <p:spPr>
              <a:xfrm>
                <a:off x="21134665" y="34657128"/>
                <a:ext cx="12402937" cy="0"/>
              </a:xfrm>
              <a:custGeom>
                <a:avLst/>
                <a:gdLst>
                  <a:gd name="csX0" fmla="*/ 0 w 12963029"/>
                  <a:gd name="csY0" fmla="*/ 0 h 40774"/>
                  <a:gd name="csX1" fmla="*/ 12963030 w 12963029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29" h="40774">
                    <a:moveTo>
                      <a:pt x="0" y="0"/>
                    </a:moveTo>
                    <a:lnTo>
                      <a:pt x="1296303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grpSp>
            <p:nvGrpSpPr>
              <p:cNvPr id="2049" name="组合 2048"/>
              <p:cNvGrpSpPr/>
              <p:nvPr/>
            </p:nvGrpSpPr>
            <p:grpSpPr>
              <a:xfrm>
                <a:off x="20790219" y="33869367"/>
                <a:ext cx="344446" cy="10623600"/>
                <a:chOff x="20790219" y="33869367"/>
                <a:chExt cx="344446" cy="10623600"/>
              </a:xfrm>
            </p:grpSpPr>
            <p:sp>
              <p:nvSpPr>
                <p:cNvPr id="1186" name="任意多边形: 形状 1185"/>
                <p:cNvSpPr/>
                <p:nvPr/>
              </p:nvSpPr>
              <p:spPr>
                <a:xfrm>
                  <a:off x="21134665" y="33869367"/>
                  <a:ext cx="0" cy="10623600"/>
                </a:xfrm>
                <a:custGeom>
                  <a:avLst/>
                  <a:gdLst>
                    <a:gd name="csX0" fmla="*/ 0 w 40802"/>
                    <a:gd name="csY0" fmla="*/ 10624074 h 10624074"/>
                    <a:gd name="csX1" fmla="*/ 0 w 40802"/>
                    <a:gd name="csY1" fmla="*/ 0 h 106240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0624074">
                      <a:moveTo>
                        <a:pt x="0" y="1062407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01600" cap="sq">
                  <a:solidFill>
                    <a:schemeClr val="tx1"/>
                  </a:solidFill>
                  <a:prstDash val="solid"/>
                  <a:miter/>
                </a:ln>
              </p:spPr>
            </p:sp>
            <p:grpSp>
              <p:nvGrpSpPr>
                <p:cNvPr id="1295" name="组合 1294"/>
                <p:cNvGrpSpPr/>
                <p:nvPr/>
              </p:nvGrpSpPr>
              <p:grpSpPr>
                <a:xfrm>
                  <a:off x="20790219" y="34657128"/>
                  <a:ext cx="344446" cy="9833246"/>
                  <a:chOff x="20450368" y="33891842"/>
                  <a:chExt cx="360000" cy="10601600"/>
                </a:xfrm>
              </p:grpSpPr>
              <p:sp>
                <p:nvSpPr>
                  <p:cNvPr id="1236" name="任意多边形: 形状 1235"/>
                  <p:cNvSpPr/>
                  <p:nvPr/>
                </p:nvSpPr>
                <p:spPr>
                  <a:xfrm>
                    <a:off x="20450368" y="44493442"/>
                    <a:ext cx="360000" cy="0"/>
                  </a:xfrm>
                  <a:custGeom>
                    <a:avLst/>
                    <a:gdLst>
                      <a:gd name="csX0" fmla="*/ 143247 w 142809"/>
                      <a:gd name="csY0" fmla="*/ 313 h 40774"/>
                      <a:gd name="csX1" fmla="*/ 438 w 142809"/>
                      <a:gd name="csY1" fmla="*/ 313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247" y="313"/>
                        </a:moveTo>
                        <a:lnTo>
                          <a:pt x="438" y="313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230" name="任意多边形: 形状 1229"/>
                  <p:cNvSpPr/>
                  <p:nvPr/>
                </p:nvSpPr>
                <p:spPr>
                  <a:xfrm>
                    <a:off x="20450368" y="42373122"/>
                    <a:ext cx="360000" cy="0"/>
                  </a:xfrm>
                  <a:custGeom>
                    <a:avLst/>
                    <a:gdLst>
                      <a:gd name="csX0" fmla="*/ 143247 w 142809"/>
                      <a:gd name="csY0" fmla="*/ 261 h 40774"/>
                      <a:gd name="csX1" fmla="*/ 438 w 142809"/>
                      <a:gd name="csY1" fmla="*/ 261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247" y="261"/>
                        </a:moveTo>
                        <a:lnTo>
                          <a:pt x="438" y="261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23" name="任意多边形: 形状 1222"/>
                  <p:cNvSpPr/>
                  <p:nvPr/>
                </p:nvSpPr>
                <p:spPr>
                  <a:xfrm>
                    <a:off x="20450368" y="40252802"/>
                    <a:ext cx="360000" cy="0"/>
                  </a:xfrm>
                  <a:custGeom>
                    <a:avLst/>
                    <a:gdLst>
                      <a:gd name="csX0" fmla="*/ 143247 w 142809"/>
                      <a:gd name="csY0" fmla="*/ 209 h 40774"/>
                      <a:gd name="csX1" fmla="*/ 438 w 142809"/>
                      <a:gd name="csY1" fmla="*/ 209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247" y="209"/>
                        </a:moveTo>
                        <a:lnTo>
                          <a:pt x="438" y="209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16" name="任意多边形: 形状 1215"/>
                  <p:cNvSpPr/>
                  <p:nvPr/>
                </p:nvSpPr>
                <p:spPr>
                  <a:xfrm>
                    <a:off x="20450368" y="38132482"/>
                    <a:ext cx="360000" cy="0"/>
                  </a:xfrm>
                  <a:custGeom>
                    <a:avLst/>
                    <a:gdLst>
                      <a:gd name="csX0" fmla="*/ 143247 w 142809"/>
                      <a:gd name="csY0" fmla="*/ 157 h 40774"/>
                      <a:gd name="csX1" fmla="*/ 438 w 142809"/>
                      <a:gd name="csY1" fmla="*/ 157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247" y="157"/>
                        </a:moveTo>
                        <a:lnTo>
                          <a:pt x="438" y="157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09" name="任意多边形: 形状 1208"/>
                  <p:cNvSpPr/>
                  <p:nvPr/>
                </p:nvSpPr>
                <p:spPr>
                  <a:xfrm>
                    <a:off x="20450368" y="36012162"/>
                    <a:ext cx="360000" cy="0"/>
                  </a:xfrm>
                  <a:custGeom>
                    <a:avLst/>
                    <a:gdLst>
                      <a:gd name="csX0" fmla="*/ 143247 w 142809"/>
                      <a:gd name="csY0" fmla="*/ 105 h 40774"/>
                      <a:gd name="csX1" fmla="*/ 438 w 142809"/>
                      <a:gd name="csY1" fmla="*/ 105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247" y="105"/>
                        </a:moveTo>
                        <a:lnTo>
                          <a:pt x="438" y="105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02" name="任意多边形: 形状 1201"/>
                  <p:cNvSpPr/>
                  <p:nvPr/>
                </p:nvSpPr>
                <p:spPr>
                  <a:xfrm>
                    <a:off x="20450368" y="33891842"/>
                    <a:ext cx="360000" cy="0"/>
                  </a:xfrm>
                  <a:custGeom>
                    <a:avLst/>
                    <a:gdLst>
                      <a:gd name="csX0" fmla="*/ 143247 w 142809"/>
                      <a:gd name="csY0" fmla="*/ 53 h 40774"/>
                      <a:gd name="csX1" fmla="*/ 438 w 142809"/>
                      <a:gd name="csY1" fmla="*/ 53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247" y="53"/>
                        </a:moveTo>
                        <a:lnTo>
                          <a:pt x="438" y="53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</p:grpSp>
          </p:grpSp>
          <p:grpSp>
            <p:nvGrpSpPr>
              <p:cNvPr id="1347" name="组合 1346"/>
              <p:cNvGrpSpPr/>
              <p:nvPr/>
            </p:nvGrpSpPr>
            <p:grpSpPr>
              <a:xfrm>
                <a:off x="21698435" y="35105524"/>
                <a:ext cx="11275400" cy="9422668"/>
                <a:chOff x="21654357" y="34375275"/>
                <a:chExt cx="11784574" cy="10158940"/>
              </a:xfrm>
            </p:grpSpPr>
            <p:sp>
              <p:nvSpPr>
                <p:cNvPr id="1297" name="任意多边形: 形状 1296"/>
                <p:cNvSpPr/>
                <p:nvPr/>
              </p:nvSpPr>
              <p:spPr>
                <a:xfrm>
                  <a:off x="21654357" y="44404389"/>
                  <a:ext cx="235691" cy="89052"/>
                </a:xfrm>
                <a:custGeom>
                  <a:avLst/>
                  <a:gdLst>
                    <a:gd name="csX0" fmla="*/ 0 w 235691"/>
                    <a:gd name="csY0" fmla="*/ 89053 h 89052"/>
                    <a:gd name="csX1" fmla="*/ 235692 w 235691"/>
                    <a:gd name="csY1" fmla="*/ 89053 h 89052"/>
                    <a:gd name="csX2" fmla="*/ 235692 w 235691"/>
                    <a:gd name="csY2" fmla="*/ 0 h 89052"/>
                    <a:gd name="csX3" fmla="*/ 0 w 235691"/>
                    <a:gd name="csY3" fmla="*/ 0 h 890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89052">
                      <a:moveTo>
                        <a:pt x="0" y="89053"/>
                      </a:moveTo>
                      <a:lnTo>
                        <a:pt x="235692" y="89053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298" name="任意多边形: 形状 1297"/>
                <p:cNvSpPr/>
                <p:nvPr/>
              </p:nvSpPr>
              <p:spPr>
                <a:xfrm>
                  <a:off x="21890049" y="43836142"/>
                  <a:ext cx="235691" cy="657299"/>
                </a:xfrm>
                <a:custGeom>
                  <a:avLst/>
                  <a:gdLst>
                    <a:gd name="csX0" fmla="*/ 0 w 235691"/>
                    <a:gd name="csY0" fmla="*/ 657299 h 657299"/>
                    <a:gd name="csX1" fmla="*/ 235692 w 235691"/>
                    <a:gd name="csY1" fmla="*/ 657299 h 657299"/>
                    <a:gd name="csX2" fmla="*/ 235692 w 235691"/>
                    <a:gd name="csY2" fmla="*/ 0 h 657299"/>
                    <a:gd name="csX3" fmla="*/ 0 w 235691"/>
                    <a:gd name="csY3" fmla="*/ 0 h 6572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657299">
                      <a:moveTo>
                        <a:pt x="0" y="657299"/>
                      </a:moveTo>
                      <a:lnTo>
                        <a:pt x="235692" y="65729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299" name="任意多边形: 形状 1298"/>
                <p:cNvSpPr/>
                <p:nvPr/>
              </p:nvSpPr>
              <p:spPr>
                <a:xfrm>
                  <a:off x="22125740" y="43280619"/>
                  <a:ext cx="235691" cy="1212822"/>
                </a:xfrm>
                <a:custGeom>
                  <a:avLst/>
                  <a:gdLst>
                    <a:gd name="csX0" fmla="*/ 0 w 235691"/>
                    <a:gd name="csY0" fmla="*/ 1212823 h 1212822"/>
                    <a:gd name="csX1" fmla="*/ 235692 w 235691"/>
                    <a:gd name="csY1" fmla="*/ 1212823 h 1212822"/>
                    <a:gd name="csX2" fmla="*/ 235692 w 235691"/>
                    <a:gd name="csY2" fmla="*/ 0 h 1212822"/>
                    <a:gd name="csX3" fmla="*/ 0 w 235691"/>
                    <a:gd name="csY3" fmla="*/ 0 h 12128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212822">
                      <a:moveTo>
                        <a:pt x="0" y="1212823"/>
                      </a:moveTo>
                      <a:lnTo>
                        <a:pt x="235692" y="1212823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0" name="任意多边形: 形状 1299"/>
                <p:cNvSpPr/>
                <p:nvPr/>
              </p:nvSpPr>
              <p:spPr>
                <a:xfrm>
                  <a:off x="22361432" y="42636042"/>
                  <a:ext cx="235690" cy="1857399"/>
                </a:xfrm>
                <a:custGeom>
                  <a:avLst/>
                  <a:gdLst>
                    <a:gd name="csX0" fmla="*/ 0 w 235690"/>
                    <a:gd name="csY0" fmla="*/ 1857400 h 1857399"/>
                    <a:gd name="csX1" fmla="*/ 235690 w 235690"/>
                    <a:gd name="csY1" fmla="*/ 1857400 h 1857399"/>
                    <a:gd name="csX2" fmla="*/ 235690 w 235690"/>
                    <a:gd name="csY2" fmla="*/ 0 h 1857399"/>
                    <a:gd name="csX3" fmla="*/ 0 w 235690"/>
                    <a:gd name="csY3" fmla="*/ 0 h 18573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1857399">
                      <a:moveTo>
                        <a:pt x="0" y="1857400"/>
                      </a:moveTo>
                      <a:lnTo>
                        <a:pt x="235690" y="1857400"/>
                      </a:lnTo>
                      <a:lnTo>
                        <a:pt x="23569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1" name="任意多边形: 形状 1300"/>
                <p:cNvSpPr/>
                <p:nvPr/>
              </p:nvSpPr>
              <p:spPr>
                <a:xfrm>
                  <a:off x="22597122" y="42190774"/>
                  <a:ext cx="235691" cy="2302667"/>
                </a:xfrm>
                <a:custGeom>
                  <a:avLst/>
                  <a:gdLst>
                    <a:gd name="csX0" fmla="*/ 0 w 235691"/>
                    <a:gd name="csY0" fmla="*/ 2302668 h 2302667"/>
                    <a:gd name="csX1" fmla="*/ 235692 w 235691"/>
                    <a:gd name="csY1" fmla="*/ 2302668 h 2302667"/>
                    <a:gd name="csX2" fmla="*/ 235692 w 235691"/>
                    <a:gd name="csY2" fmla="*/ 0 h 2302667"/>
                    <a:gd name="csX3" fmla="*/ 0 w 235691"/>
                    <a:gd name="csY3" fmla="*/ 0 h 23026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302667">
                      <a:moveTo>
                        <a:pt x="0" y="2302668"/>
                      </a:moveTo>
                      <a:lnTo>
                        <a:pt x="235692" y="230266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2" name="任意多边形: 形状 1301"/>
                <p:cNvSpPr/>
                <p:nvPr/>
              </p:nvSpPr>
              <p:spPr>
                <a:xfrm>
                  <a:off x="22832814" y="41512272"/>
                  <a:ext cx="235691" cy="2981169"/>
                </a:xfrm>
                <a:custGeom>
                  <a:avLst/>
                  <a:gdLst>
                    <a:gd name="csX0" fmla="*/ 0 w 235691"/>
                    <a:gd name="csY0" fmla="*/ 2981169 h 2981169"/>
                    <a:gd name="csX1" fmla="*/ 235692 w 235691"/>
                    <a:gd name="csY1" fmla="*/ 2981169 h 2981169"/>
                    <a:gd name="csX2" fmla="*/ 235692 w 235691"/>
                    <a:gd name="csY2" fmla="*/ 0 h 2981169"/>
                    <a:gd name="csX3" fmla="*/ 0 w 235691"/>
                    <a:gd name="csY3" fmla="*/ 0 h 29811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981169">
                      <a:moveTo>
                        <a:pt x="0" y="2981169"/>
                      </a:moveTo>
                      <a:lnTo>
                        <a:pt x="235692" y="298116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3" name="任意多边形: 形状 1302"/>
                <p:cNvSpPr/>
                <p:nvPr/>
              </p:nvSpPr>
              <p:spPr>
                <a:xfrm>
                  <a:off x="23068506" y="40456353"/>
                  <a:ext cx="235691" cy="4037088"/>
                </a:xfrm>
                <a:custGeom>
                  <a:avLst/>
                  <a:gdLst>
                    <a:gd name="csX0" fmla="*/ 0 w 235691"/>
                    <a:gd name="csY0" fmla="*/ 4037088 h 4037088"/>
                    <a:gd name="csX1" fmla="*/ 235692 w 235691"/>
                    <a:gd name="csY1" fmla="*/ 4037088 h 4037088"/>
                    <a:gd name="csX2" fmla="*/ 235692 w 235691"/>
                    <a:gd name="csY2" fmla="*/ 0 h 4037088"/>
                    <a:gd name="csX3" fmla="*/ 0 w 235691"/>
                    <a:gd name="csY3" fmla="*/ 0 h 40370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037088">
                      <a:moveTo>
                        <a:pt x="0" y="4037088"/>
                      </a:moveTo>
                      <a:lnTo>
                        <a:pt x="235692" y="403708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4" name="任意多边形: 形状 1303"/>
                <p:cNvSpPr/>
                <p:nvPr/>
              </p:nvSpPr>
              <p:spPr>
                <a:xfrm>
                  <a:off x="23304197" y="39603984"/>
                  <a:ext cx="235691" cy="4889456"/>
                </a:xfrm>
                <a:custGeom>
                  <a:avLst/>
                  <a:gdLst>
                    <a:gd name="csX0" fmla="*/ 0 w 235691"/>
                    <a:gd name="csY0" fmla="*/ 4889457 h 4889456"/>
                    <a:gd name="csX1" fmla="*/ 235692 w 235691"/>
                    <a:gd name="csY1" fmla="*/ 4889457 h 4889456"/>
                    <a:gd name="csX2" fmla="*/ 235692 w 235691"/>
                    <a:gd name="csY2" fmla="*/ 0 h 4889456"/>
                    <a:gd name="csX3" fmla="*/ 0 w 235691"/>
                    <a:gd name="csY3" fmla="*/ 0 h 48894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889456">
                      <a:moveTo>
                        <a:pt x="0" y="4889457"/>
                      </a:moveTo>
                      <a:lnTo>
                        <a:pt x="235692" y="488945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5" name="任意多边形: 形状 1304"/>
                <p:cNvSpPr/>
                <p:nvPr/>
              </p:nvSpPr>
              <p:spPr>
                <a:xfrm>
                  <a:off x="23539889" y="38925482"/>
                  <a:ext cx="235691" cy="5567959"/>
                </a:xfrm>
                <a:custGeom>
                  <a:avLst/>
                  <a:gdLst>
                    <a:gd name="csX0" fmla="*/ 0 w 235691"/>
                    <a:gd name="csY0" fmla="*/ 5567960 h 5567959"/>
                    <a:gd name="csX1" fmla="*/ 235692 w 235691"/>
                    <a:gd name="csY1" fmla="*/ 5567960 h 5567959"/>
                    <a:gd name="csX2" fmla="*/ 235692 w 235691"/>
                    <a:gd name="csY2" fmla="*/ 0 h 5567959"/>
                    <a:gd name="csX3" fmla="*/ 0 w 235691"/>
                    <a:gd name="csY3" fmla="*/ 0 h 5567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567959">
                      <a:moveTo>
                        <a:pt x="0" y="5567960"/>
                      </a:moveTo>
                      <a:lnTo>
                        <a:pt x="235692" y="556796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6" name="任意多边形: 形状 1305"/>
                <p:cNvSpPr/>
                <p:nvPr/>
              </p:nvSpPr>
              <p:spPr>
                <a:xfrm>
                  <a:off x="23775580" y="38034947"/>
                  <a:ext cx="235691" cy="6458493"/>
                </a:xfrm>
                <a:custGeom>
                  <a:avLst/>
                  <a:gdLst>
                    <a:gd name="csX0" fmla="*/ 0 w 235691"/>
                    <a:gd name="csY0" fmla="*/ 6458494 h 6458493"/>
                    <a:gd name="csX1" fmla="*/ 235692 w 235691"/>
                    <a:gd name="csY1" fmla="*/ 6458494 h 6458493"/>
                    <a:gd name="csX2" fmla="*/ 235692 w 235691"/>
                    <a:gd name="csY2" fmla="*/ 0 h 6458493"/>
                    <a:gd name="csX3" fmla="*/ 0 w 235691"/>
                    <a:gd name="csY3" fmla="*/ 0 h 64584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6458493">
                      <a:moveTo>
                        <a:pt x="0" y="6458494"/>
                      </a:moveTo>
                      <a:lnTo>
                        <a:pt x="235692" y="6458494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7" name="任意多边形: 形状 1306"/>
                <p:cNvSpPr/>
                <p:nvPr/>
              </p:nvSpPr>
              <p:spPr>
                <a:xfrm>
                  <a:off x="24011272" y="37233466"/>
                  <a:ext cx="235691" cy="7259974"/>
                </a:xfrm>
                <a:custGeom>
                  <a:avLst/>
                  <a:gdLst>
                    <a:gd name="csX0" fmla="*/ 0 w 235691"/>
                    <a:gd name="csY0" fmla="*/ 7259975 h 7259974"/>
                    <a:gd name="csX1" fmla="*/ 235692 w 235691"/>
                    <a:gd name="csY1" fmla="*/ 7259975 h 7259974"/>
                    <a:gd name="csX2" fmla="*/ 235692 w 235691"/>
                    <a:gd name="csY2" fmla="*/ 0 h 7259974"/>
                    <a:gd name="csX3" fmla="*/ 0 w 235691"/>
                    <a:gd name="csY3" fmla="*/ 0 h 72599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7259974">
                      <a:moveTo>
                        <a:pt x="0" y="7259975"/>
                      </a:moveTo>
                      <a:lnTo>
                        <a:pt x="235692" y="725997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8" name="任意多边形: 形状 1307"/>
                <p:cNvSpPr/>
                <p:nvPr/>
              </p:nvSpPr>
              <p:spPr>
                <a:xfrm>
                  <a:off x="24246964" y="35884943"/>
                  <a:ext cx="235691" cy="8608498"/>
                </a:xfrm>
                <a:custGeom>
                  <a:avLst/>
                  <a:gdLst>
                    <a:gd name="csX0" fmla="*/ 0 w 235691"/>
                    <a:gd name="csY0" fmla="*/ 8608498 h 8608498"/>
                    <a:gd name="csX1" fmla="*/ 235692 w 235691"/>
                    <a:gd name="csY1" fmla="*/ 8608498 h 8608498"/>
                    <a:gd name="csX2" fmla="*/ 235692 w 235691"/>
                    <a:gd name="csY2" fmla="*/ 0 h 8608498"/>
                    <a:gd name="csX3" fmla="*/ 0 w 235691"/>
                    <a:gd name="csY3" fmla="*/ 0 h 86084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8608498">
                      <a:moveTo>
                        <a:pt x="0" y="8608498"/>
                      </a:moveTo>
                      <a:lnTo>
                        <a:pt x="235692" y="860849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09" name="任意多边形: 形状 1308"/>
                <p:cNvSpPr/>
                <p:nvPr/>
              </p:nvSpPr>
              <p:spPr>
                <a:xfrm>
                  <a:off x="24482655" y="35210681"/>
                  <a:ext cx="235691" cy="9282759"/>
                </a:xfrm>
                <a:custGeom>
                  <a:avLst/>
                  <a:gdLst>
                    <a:gd name="csX0" fmla="*/ 0 w 235691"/>
                    <a:gd name="csY0" fmla="*/ 9282760 h 9282759"/>
                    <a:gd name="csX1" fmla="*/ 235692 w 235691"/>
                    <a:gd name="csY1" fmla="*/ 9282760 h 9282759"/>
                    <a:gd name="csX2" fmla="*/ 235692 w 235691"/>
                    <a:gd name="csY2" fmla="*/ 0 h 9282759"/>
                    <a:gd name="csX3" fmla="*/ 0 w 235691"/>
                    <a:gd name="csY3" fmla="*/ 0 h 92827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282759">
                      <a:moveTo>
                        <a:pt x="0" y="9282760"/>
                      </a:moveTo>
                      <a:lnTo>
                        <a:pt x="235692" y="928276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0" name="任意多边形: 形状 1309"/>
                <p:cNvSpPr/>
                <p:nvPr/>
              </p:nvSpPr>
              <p:spPr>
                <a:xfrm>
                  <a:off x="24718347" y="34375275"/>
                  <a:ext cx="235691" cy="10118165"/>
                </a:xfrm>
                <a:custGeom>
                  <a:avLst/>
                  <a:gdLst>
                    <a:gd name="csX0" fmla="*/ 0 w 235691"/>
                    <a:gd name="csY0" fmla="*/ 10118166 h 10118165"/>
                    <a:gd name="csX1" fmla="*/ 235692 w 235691"/>
                    <a:gd name="csY1" fmla="*/ 10118166 h 10118165"/>
                    <a:gd name="csX2" fmla="*/ 235692 w 235691"/>
                    <a:gd name="csY2" fmla="*/ 0 h 10118165"/>
                    <a:gd name="csX3" fmla="*/ 0 w 235691"/>
                    <a:gd name="csY3" fmla="*/ 0 h 101181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0118165">
                      <a:moveTo>
                        <a:pt x="0" y="10118166"/>
                      </a:moveTo>
                      <a:lnTo>
                        <a:pt x="235692" y="1011816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1" name="任意多边形: 形状 1310"/>
                <p:cNvSpPr/>
                <p:nvPr/>
              </p:nvSpPr>
              <p:spPr>
                <a:xfrm>
                  <a:off x="24954038" y="34544901"/>
                  <a:ext cx="235691" cy="9948540"/>
                </a:xfrm>
                <a:custGeom>
                  <a:avLst/>
                  <a:gdLst>
                    <a:gd name="csX0" fmla="*/ 0 w 235691"/>
                    <a:gd name="csY0" fmla="*/ 9948540 h 9948540"/>
                    <a:gd name="csX1" fmla="*/ 235692 w 235691"/>
                    <a:gd name="csY1" fmla="*/ 9948540 h 9948540"/>
                    <a:gd name="csX2" fmla="*/ 235692 w 235691"/>
                    <a:gd name="csY2" fmla="*/ 0 h 9948540"/>
                    <a:gd name="csX3" fmla="*/ 0 w 235691"/>
                    <a:gd name="csY3" fmla="*/ 0 h 99485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948540">
                      <a:moveTo>
                        <a:pt x="0" y="9948540"/>
                      </a:moveTo>
                      <a:lnTo>
                        <a:pt x="235692" y="994854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2" name="任意多边形: 形状 1311"/>
                <p:cNvSpPr/>
                <p:nvPr/>
              </p:nvSpPr>
              <p:spPr>
                <a:xfrm>
                  <a:off x="25189730" y="34383757"/>
                  <a:ext cx="235691" cy="10109684"/>
                </a:xfrm>
                <a:custGeom>
                  <a:avLst/>
                  <a:gdLst>
                    <a:gd name="csX0" fmla="*/ 0 w 235691"/>
                    <a:gd name="csY0" fmla="*/ 10109685 h 10109684"/>
                    <a:gd name="csX1" fmla="*/ 235692 w 235691"/>
                    <a:gd name="csY1" fmla="*/ 10109685 h 10109684"/>
                    <a:gd name="csX2" fmla="*/ 235692 w 235691"/>
                    <a:gd name="csY2" fmla="*/ 0 h 10109684"/>
                    <a:gd name="csX3" fmla="*/ 0 w 235691"/>
                    <a:gd name="csY3" fmla="*/ 0 h 101096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0109684">
                      <a:moveTo>
                        <a:pt x="0" y="10109685"/>
                      </a:moveTo>
                      <a:lnTo>
                        <a:pt x="235692" y="1010968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3" name="任意多边形: 形状 1312"/>
                <p:cNvSpPr/>
                <p:nvPr/>
              </p:nvSpPr>
              <p:spPr>
                <a:xfrm>
                  <a:off x="25425422" y="34375275"/>
                  <a:ext cx="235689" cy="10118165"/>
                </a:xfrm>
                <a:custGeom>
                  <a:avLst/>
                  <a:gdLst>
                    <a:gd name="csX0" fmla="*/ 0 w 235689"/>
                    <a:gd name="csY0" fmla="*/ 10118166 h 10118165"/>
                    <a:gd name="csX1" fmla="*/ 235689 w 235689"/>
                    <a:gd name="csY1" fmla="*/ 10118166 h 10118165"/>
                    <a:gd name="csX2" fmla="*/ 235689 w 235689"/>
                    <a:gd name="csY2" fmla="*/ 0 h 10118165"/>
                    <a:gd name="csX3" fmla="*/ 0 w 235689"/>
                    <a:gd name="csY3" fmla="*/ 0 h 101181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89" h="10118165">
                      <a:moveTo>
                        <a:pt x="0" y="10118166"/>
                      </a:moveTo>
                      <a:lnTo>
                        <a:pt x="235689" y="10118166"/>
                      </a:lnTo>
                      <a:lnTo>
                        <a:pt x="2356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4" name="任意多边形: 形状 1313"/>
                <p:cNvSpPr/>
                <p:nvPr/>
              </p:nvSpPr>
              <p:spPr>
                <a:xfrm>
                  <a:off x="25661111" y="34952002"/>
                  <a:ext cx="235691" cy="9541438"/>
                </a:xfrm>
                <a:custGeom>
                  <a:avLst/>
                  <a:gdLst>
                    <a:gd name="csX0" fmla="*/ 0 w 235691"/>
                    <a:gd name="csY0" fmla="*/ 9541439 h 9541438"/>
                    <a:gd name="csX1" fmla="*/ 235692 w 235691"/>
                    <a:gd name="csY1" fmla="*/ 9541439 h 9541438"/>
                    <a:gd name="csX2" fmla="*/ 235692 w 235691"/>
                    <a:gd name="csY2" fmla="*/ 0 h 9541438"/>
                    <a:gd name="csX3" fmla="*/ 0 w 235691"/>
                    <a:gd name="csY3" fmla="*/ 0 h 95414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541438">
                      <a:moveTo>
                        <a:pt x="0" y="9541439"/>
                      </a:moveTo>
                      <a:lnTo>
                        <a:pt x="235692" y="954143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5" name="任意多边形: 形状 1314"/>
                <p:cNvSpPr/>
                <p:nvPr/>
              </p:nvSpPr>
              <p:spPr>
                <a:xfrm>
                  <a:off x="25896802" y="36330210"/>
                  <a:ext cx="235691" cy="8163231"/>
                </a:xfrm>
                <a:custGeom>
                  <a:avLst/>
                  <a:gdLst>
                    <a:gd name="csX0" fmla="*/ 0 w 235691"/>
                    <a:gd name="csY0" fmla="*/ 8163231 h 8163231"/>
                    <a:gd name="csX1" fmla="*/ 235692 w 235691"/>
                    <a:gd name="csY1" fmla="*/ 8163231 h 8163231"/>
                    <a:gd name="csX2" fmla="*/ 235692 w 235691"/>
                    <a:gd name="csY2" fmla="*/ 0 h 8163231"/>
                    <a:gd name="csX3" fmla="*/ 0 w 235691"/>
                    <a:gd name="csY3" fmla="*/ 0 h 81632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8163231">
                      <a:moveTo>
                        <a:pt x="0" y="8163231"/>
                      </a:moveTo>
                      <a:lnTo>
                        <a:pt x="235692" y="816323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6" name="任意多边形: 形状 1315"/>
                <p:cNvSpPr/>
                <p:nvPr/>
              </p:nvSpPr>
              <p:spPr>
                <a:xfrm>
                  <a:off x="26132494" y="36894215"/>
                  <a:ext cx="235691" cy="7599226"/>
                </a:xfrm>
                <a:custGeom>
                  <a:avLst/>
                  <a:gdLst>
                    <a:gd name="csX0" fmla="*/ 0 w 235691"/>
                    <a:gd name="csY0" fmla="*/ 7599226 h 7599226"/>
                    <a:gd name="csX1" fmla="*/ 235692 w 235691"/>
                    <a:gd name="csY1" fmla="*/ 7599226 h 7599226"/>
                    <a:gd name="csX2" fmla="*/ 235692 w 235691"/>
                    <a:gd name="csY2" fmla="*/ 0 h 7599226"/>
                    <a:gd name="csX3" fmla="*/ 0 w 235691"/>
                    <a:gd name="csY3" fmla="*/ 0 h 75992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7599226">
                      <a:moveTo>
                        <a:pt x="0" y="7599226"/>
                      </a:moveTo>
                      <a:lnTo>
                        <a:pt x="235692" y="759922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7" name="任意多边形: 形状 1316"/>
                <p:cNvSpPr/>
                <p:nvPr/>
              </p:nvSpPr>
              <p:spPr>
                <a:xfrm>
                  <a:off x="26368186" y="38505658"/>
                  <a:ext cx="235691" cy="5987783"/>
                </a:xfrm>
                <a:custGeom>
                  <a:avLst/>
                  <a:gdLst>
                    <a:gd name="csX0" fmla="*/ 0 w 235691"/>
                    <a:gd name="csY0" fmla="*/ 5987783 h 5987783"/>
                    <a:gd name="csX1" fmla="*/ 235692 w 235691"/>
                    <a:gd name="csY1" fmla="*/ 5987783 h 5987783"/>
                    <a:gd name="csX2" fmla="*/ 235692 w 235691"/>
                    <a:gd name="csY2" fmla="*/ 0 h 5987783"/>
                    <a:gd name="csX3" fmla="*/ 0 w 235691"/>
                    <a:gd name="csY3" fmla="*/ 0 h 59877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987783">
                      <a:moveTo>
                        <a:pt x="0" y="5987783"/>
                      </a:moveTo>
                      <a:lnTo>
                        <a:pt x="235692" y="5987783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8" name="任意多边形: 形状 1317"/>
                <p:cNvSpPr/>
                <p:nvPr/>
              </p:nvSpPr>
              <p:spPr>
                <a:xfrm>
                  <a:off x="26603877" y="39578540"/>
                  <a:ext cx="235691" cy="4914900"/>
                </a:xfrm>
                <a:custGeom>
                  <a:avLst/>
                  <a:gdLst>
                    <a:gd name="csX0" fmla="*/ 0 w 235691"/>
                    <a:gd name="csY0" fmla="*/ 4914901 h 4914900"/>
                    <a:gd name="csX1" fmla="*/ 235692 w 235691"/>
                    <a:gd name="csY1" fmla="*/ 4914901 h 4914900"/>
                    <a:gd name="csX2" fmla="*/ 235692 w 235691"/>
                    <a:gd name="csY2" fmla="*/ 0 h 4914900"/>
                    <a:gd name="csX3" fmla="*/ 0 w 235691"/>
                    <a:gd name="csY3" fmla="*/ 0 h 49149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914900">
                      <a:moveTo>
                        <a:pt x="0" y="4914901"/>
                      </a:moveTo>
                      <a:lnTo>
                        <a:pt x="235692" y="491490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19" name="任意多边形: 形状 1318"/>
                <p:cNvSpPr/>
                <p:nvPr/>
              </p:nvSpPr>
              <p:spPr>
                <a:xfrm>
                  <a:off x="26839569" y="40371540"/>
                  <a:ext cx="235691" cy="4121901"/>
                </a:xfrm>
                <a:custGeom>
                  <a:avLst/>
                  <a:gdLst>
                    <a:gd name="csX0" fmla="*/ 0 w 235691"/>
                    <a:gd name="csY0" fmla="*/ 4121901 h 4121901"/>
                    <a:gd name="csX1" fmla="*/ 235692 w 235691"/>
                    <a:gd name="csY1" fmla="*/ 4121901 h 4121901"/>
                    <a:gd name="csX2" fmla="*/ 235692 w 235691"/>
                    <a:gd name="csY2" fmla="*/ 0 h 4121901"/>
                    <a:gd name="csX3" fmla="*/ 0 w 235691"/>
                    <a:gd name="csY3" fmla="*/ 0 h 41219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121901">
                      <a:moveTo>
                        <a:pt x="0" y="4121901"/>
                      </a:moveTo>
                      <a:lnTo>
                        <a:pt x="235692" y="412190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0" name="任意多边形: 形状 1319"/>
                <p:cNvSpPr/>
                <p:nvPr/>
              </p:nvSpPr>
              <p:spPr>
                <a:xfrm>
                  <a:off x="27075260" y="41508031"/>
                  <a:ext cx="235691" cy="2985409"/>
                </a:xfrm>
                <a:custGeom>
                  <a:avLst/>
                  <a:gdLst>
                    <a:gd name="csX0" fmla="*/ 0 w 235691"/>
                    <a:gd name="csY0" fmla="*/ 2985410 h 2985409"/>
                    <a:gd name="csX1" fmla="*/ 235692 w 235691"/>
                    <a:gd name="csY1" fmla="*/ 2985410 h 2985409"/>
                    <a:gd name="csX2" fmla="*/ 235692 w 235691"/>
                    <a:gd name="csY2" fmla="*/ 0 h 2985409"/>
                    <a:gd name="csX3" fmla="*/ 0 w 235691"/>
                    <a:gd name="csY3" fmla="*/ 0 h 29854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985409">
                      <a:moveTo>
                        <a:pt x="0" y="2985410"/>
                      </a:moveTo>
                      <a:lnTo>
                        <a:pt x="235692" y="298541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1" name="任意多边形: 形状 1320"/>
                <p:cNvSpPr/>
                <p:nvPr/>
              </p:nvSpPr>
              <p:spPr>
                <a:xfrm>
                  <a:off x="27310952" y="41961780"/>
                  <a:ext cx="235691" cy="2531661"/>
                </a:xfrm>
                <a:custGeom>
                  <a:avLst/>
                  <a:gdLst>
                    <a:gd name="csX0" fmla="*/ 0 w 235691"/>
                    <a:gd name="csY0" fmla="*/ 2531662 h 2531661"/>
                    <a:gd name="csX1" fmla="*/ 235692 w 235691"/>
                    <a:gd name="csY1" fmla="*/ 2531662 h 2531661"/>
                    <a:gd name="csX2" fmla="*/ 235692 w 235691"/>
                    <a:gd name="csY2" fmla="*/ 0 h 2531661"/>
                    <a:gd name="csX3" fmla="*/ 0 w 235691"/>
                    <a:gd name="csY3" fmla="*/ 0 h 25316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531661">
                      <a:moveTo>
                        <a:pt x="0" y="2531662"/>
                      </a:moveTo>
                      <a:lnTo>
                        <a:pt x="235692" y="2531662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2" name="任意多边形: 形状 1321"/>
                <p:cNvSpPr/>
                <p:nvPr/>
              </p:nvSpPr>
              <p:spPr>
                <a:xfrm>
                  <a:off x="27546644" y="42602116"/>
                  <a:ext cx="235691" cy="1891325"/>
                </a:xfrm>
                <a:custGeom>
                  <a:avLst/>
                  <a:gdLst>
                    <a:gd name="csX0" fmla="*/ 0 w 235691"/>
                    <a:gd name="csY0" fmla="*/ 1891325 h 1891325"/>
                    <a:gd name="csX1" fmla="*/ 235692 w 235691"/>
                    <a:gd name="csY1" fmla="*/ 1891325 h 1891325"/>
                    <a:gd name="csX2" fmla="*/ 235692 w 235691"/>
                    <a:gd name="csY2" fmla="*/ 0 h 1891325"/>
                    <a:gd name="csX3" fmla="*/ 0 w 235691"/>
                    <a:gd name="csY3" fmla="*/ 0 h 18913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891325">
                      <a:moveTo>
                        <a:pt x="0" y="1891325"/>
                      </a:moveTo>
                      <a:lnTo>
                        <a:pt x="235692" y="189132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3" name="任意多边形: 形状 1322"/>
                <p:cNvSpPr/>
                <p:nvPr/>
              </p:nvSpPr>
              <p:spPr>
                <a:xfrm>
                  <a:off x="27782335" y="43021940"/>
                  <a:ext cx="235691" cy="1471501"/>
                </a:xfrm>
                <a:custGeom>
                  <a:avLst/>
                  <a:gdLst>
                    <a:gd name="csX0" fmla="*/ 0 w 235691"/>
                    <a:gd name="csY0" fmla="*/ 1471501 h 1471501"/>
                    <a:gd name="csX1" fmla="*/ 235692 w 235691"/>
                    <a:gd name="csY1" fmla="*/ 1471501 h 1471501"/>
                    <a:gd name="csX2" fmla="*/ 235692 w 235691"/>
                    <a:gd name="csY2" fmla="*/ 0 h 1471501"/>
                    <a:gd name="csX3" fmla="*/ 0 w 235691"/>
                    <a:gd name="csY3" fmla="*/ 0 h 14715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471501">
                      <a:moveTo>
                        <a:pt x="0" y="1471501"/>
                      </a:moveTo>
                      <a:lnTo>
                        <a:pt x="235692" y="147150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4" name="任意多边形: 形状 1323"/>
                <p:cNvSpPr/>
                <p:nvPr/>
              </p:nvSpPr>
              <p:spPr>
                <a:xfrm>
                  <a:off x="28018027" y="43446004"/>
                  <a:ext cx="235691" cy="1047437"/>
                </a:xfrm>
                <a:custGeom>
                  <a:avLst/>
                  <a:gdLst>
                    <a:gd name="csX0" fmla="*/ 0 w 235691"/>
                    <a:gd name="csY0" fmla="*/ 1047437 h 1047437"/>
                    <a:gd name="csX1" fmla="*/ 235692 w 235691"/>
                    <a:gd name="csY1" fmla="*/ 1047437 h 1047437"/>
                    <a:gd name="csX2" fmla="*/ 235692 w 235691"/>
                    <a:gd name="csY2" fmla="*/ 0 h 1047437"/>
                    <a:gd name="csX3" fmla="*/ 0 w 235691"/>
                    <a:gd name="csY3" fmla="*/ 0 h 10474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047437">
                      <a:moveTo>
                        <a:pt x="0" y="1047437"/>
                      </a:moveTo>
                      <a:lnTo>
                        <a:pt x="235692" y="104743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5" name="任意多边形: 形状 1324"/>
                <p:cNvSpPr/>
                <p:nvPr/>
              </p:nvSpPr>
              <p:spPr>
                <a:xfrm>
                  <a:off x="28253718" y="43577463"/>
                  <a:ext cx="235691" cy="915977"/>
                </a:xfrm>
                <a:custGeom>
                  <a:avLst/>
                  <a:gdLst>
                    <a:gd name="csX0" fmla="*/ 0 w 235691"/>
                    <a:gd name="csY0" fmla="*/ 915978 h 915977"/>
                    <a:gd name="csX1" fmla="*/ 235692 w 235691"/>
                    <a:gd name="csY1" fmla="*/ 915978 h 915977"/>
                    <a:gd name="csX2" fmla="*/ 235692 w 235691"/>
                    <a:gd name="csY2" fmla="*/ 0 h 915977"/>
                    <a:gd name="csX3" fmla="*/ 0 w 235691"/>
                    <a:gd name="csY3" fmla="*/ 0 h 9159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15977">
                      <a:moveTo>
                        <a:pt x="0" y="915978"/>
                      </a:moveTo>
                      <a:lnTo>
                        <a:pt x="235692" y="91597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6" name="任意多边形: 形状 1325"/>
                <p:cNvSpPr/>
                <p:nvPr/>
              </p:nvSpPr>
              <p:spPr>
                <a:xfrm>
                  <a:off x="28489410" y="43679239"/>
                  <a:ext cx="235691" cy="814202"/>
                </a:xfrm>
                <a:custGeom>
                  <a:avLst/>
                  <a:gdLst>
                    <a:gd name="csX0" fmla="*/ 0 w 235691"/>
                    <a:gd name="csY0" fmla="*/ 814202 h 814202"/>
                    <a:gd name="csX1" fmla="*/ 235692 w 235691"/>
                    <a:gd name="csY1" fmla="*/ 814202 h 814202"/>
                    <a:gd name="csX2" fmla="*/ 235692 w 235691"/>
                    <a:gd name="csY2" fmla="*/ 0 h 814202"/>
                    <a:gd name="csX3" fmla="*/ 0 w 235691"/>
                    <a:gd name="csY3" fmla="*/ 0 h 8142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814202">
                      <a:moveTo>
                        <a:pt x="0" y="814202"/>
                      </a:moveTo>
                      <a:lnTo>
                        <a:pt x="235692" y="814202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7" name="任意多边形: 形状 1326"/>
                <p:cNvSpPr/>
                <p:nvPr/>
              </p:nvSpPr>
              <p:spPr>
                <a:xfrm>
                  <a:off x="28725102" y="43925196"/>
                  <a:ext cx="235691" cy="568245"/>
                </a:xfrm>
                <a:custGeom>
                  <a:avLst/>
                  <a:gdLst>
                    <a:gd name="csX0" fmla="*/ 0 w 235691"/>
                    <a:gd name="csY0" fmla="*/ 568245 h 568245"/>
                    <a:gd name="csX1" fmla="*/ 235692 w 235691"/>
                    <a:gd name="csY1" fmla="*/ 568245 h 568245"/>
                    <a:gd name="csX2" fmla="*/ 235692 w 235691"/>
                    <a:gd name="csY2" fmla="*/ 0 h 568245"/>
                    <a:gd name="csX3" fmla="*/ 0 w 235691"/>
                    <a:gd name="csY3" fmla="*/ 0 h 5682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68245">
                      <a:moveTo>
                        <a:pt x="0" y="568245"/>
                      </a:moveTo>
                      <a:lnTo>
                        <a:pt x="235692" y="56824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8" name="任意多边形: 形状 1327"/>
                <p:cNvSpPr/>
                <p:nvPr/>
              </p:nvSpPr>
              <p:spPr>
                <a:xfrm>
                  <a:off x="28960793" y="43963362"/>
                  <a:ext cx="235691" cy="530079"/>
                </a:xfrm>
                <a:custGeom>
                  <a:avLst/>
                  <a:gdLst>
                    <a:gd name="csX0" fmla="*/ 0 w 235691"/>
                    <a:gd name="csY0" fmla="*/ 530080 h 530079"/>
                    <a:gd name="csX1" fmla="*/ 235692 w 235691"/>
                    <a:gd name="csY1" fmla="*/ 530080 h 530079"/>
                    <a:gd name="csX2" fmla="*/ 235692 w 235691"/>
                    <a:gd name="csY2" fmla="*/ 0 h 530079"/>
                    <a:gd name="csX3" fmla="*/ 0 w 235691"/>
                    <a:gd name="csY3" fmla="*/ 0 h 5300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30079">
                      <a:moveTo>
                        <a:pt x="0" y="530080"/>
                      </a:moveTo>
                      <a:lnTo>
                        <a:pt x="235692" y="53008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29" name="任意多边形: 形状 1328"/>
                <p:cNvSpPr/>
                <p:nvPr/>
              </p:nvSpPr>
              <p:spPr>
                <a:xfrm>
                  <a:off x="29196485" y="44217800"/>
                  <a:ext cx="235691" cy="275641"/>
                </a:xfrm>
                <a:custGeom>
                  <a:avLst/>
                  <a:gdLst>
                    <a:gd name="csX0" fmla="*/ 0 w 235691"/>
                    <a:gd name="csY0" fmla="*/ 275641 h 275641"/>
                    <a:gd name="csX1" fmla="*/ 235692 w 235691"/>
                    <a:gd name="csY1" fmla="*/ 275641 h 275641"/>
                    <a:gd name="csX2" fmla="*/ 235692 w 235691"/>
                    <a:gd name="csY2" fmla="*/ 0 h 275641"/>
                    <a:gd name="csX3" fmla="*/ 0 w 235691"/>
                    <a:gd name="csY3" fmla="*/ 0 h 2756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75641">
                      <a:moveTo>
                        <a:pt x="0" y="275641"/>
                      </a:moveTo>
                      <a:lnTo>
                        <a:pt x="235692" y="27564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0" name="任意多边形: 形状 1329"/>
                <p:cNvSpPr/>
                <p:nvPr/>
              </p:nvSpPr>
              <p:spPr>
                <a:xfrm>
                  <a:off x="29432176" y="44251725"/>
                  <a:ext cx="235691" cy="241716"/>
                </a:xfrm>
                <a:custGeom>
                  <a:avLst/>
                  <a:gdLst>
                    <a:gd name="csX0" fmla="*/ 0 w 235691"/>
                    <a:gd name="csY0" fmla="*/ 241716 h 241716"/>
                    <a:gd name="csX1" fmla="*/ 235692 w 235691"/>
                    <a:gd name="csY1" fmla="*/ 241716 h 241716"/>
                    <a:gd name="csX2" fmla="*/ 235692 w 235691"/>
                    <a:gd name="csY2" fmla="*/ 0 h 241716"/>
                    <a:gd name="csX3" fmla="*/ 0 w 235691"/>
                    <a:gd name="csY3" fmla="*/ 0 h 2417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41716">
                      <a:moveTo>
                        <a:pt x="0" y="241716"/>
                      </a:moveTo>
                      <a:lnTo>
                        <a:pt x="235692" y="24171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1" name="任意多边形: 形状 1330"/>
                <p:cNvSpPr/>
                <p:nvPr/>
              </p:nvSpPr>
              <p:spPr>
                <a:xfrm>
                  <a:off x="29667868" y="44357742"/>
                  <a:ext cx="235689" cy="135699"/>
                </a:xfrm>
                <a:custGeom>
                  <a:avLst/>
                  <a:gdLst>
                    <a:gd name="csX0" fmla="*/ 0 w 235689"/>
                    <a:gd name="csY0" fmla="*/ 135700 h 135699"/>
                    <a:gd name="csX1" fmla="*/ 235689 w 235689"/>
                    <a:gd name="csY1" fmla="*/ 135700 h 135699"/>
                    <a:gd name="csX2" fmla="*/ 235689 w 235689"/>
                    <a:gd name="csY2" fmla="*/ 0 h 135699"/>
                    <a:gd name="csX3" fmla="*/ 0 w 235689"/>
                    <a:gd name="csY3" fmla="*/ 0 h 135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89" h="135699">
                      <a:moveTo>
                        <a:pt x="0" y="135700"/>
                      </a:moveTo>
                      <a:lnTo>
                        <a:pt x="235689" y="135700"/>
                      </a:lnTo>
                      <a:lnTo>
                        <a:pt x="2356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2" name="任意多边形: 形状 1331"/>
                <p:cNvSpPr/>
                <p:nvPr/>
              </p:nvSpPr>
              <p:spPr>
                <a:xfrm>
                  <a:off x="29903557" y="44294132"/>
                  <a:ext cx="235691" cy="199309"/>
                </a:xfrm>
                <a:custGeom>
                  <a:avLst/>
                  <a:gdLst>
                    <a:gd name="csX0" fmla="*/ 0 w 235691"/>
                    <a:gd name="csY0" fmla="*/ 199310 h 199309"/>
                    <a:gd name="csX1" fmla="*/ 235692 w 235691"/>
                    <a:gd name="csY1" fmla="*/ 199310 h 199309"/>
                    <a:gd name="csX2" fmla="*/ 235692 w 235691"/>
                    <a:gd name="csY2" fmla="*/ 0 h 199309"/>
                    <a:gd name="csX3" fmla="*/ 0 w 235691"/>
                    <a:gd name="csY3" fmla="*/ 0 h 1993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99309">
                      <a:moveTo>
                        <a:pt x="0" y="199310"/>
                      </a:moveTo>
                      <a:lnTo>
                        <a:pt x="235692" y="19931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3" name="任意多边形: 形状 1332"/>
                <p:cNvSpPr/>
                <p:nvPr/>
              </p:nvSpPr>
              <p:spPr>
                <a:xfrm>
                  <a:off x="30139249" y="44366223"/>
                  <a:ext cx="235691" cy="127218"/>
                </a:xfrm>
                <a:custGeom>
                  <a:avLst/>
                  <a:gdLst>
                    <a:gd name="csX0" fmla="*/ 0 w 235691"/>
                    <a:gd name="csY0" fmla="*/ 127218 h 127218"/>
                    <a:gd name="csX1" fmla="*/ 235692 w 235691"/>
                    <a:gd name="csY1" fmla="*/ 127218 h 127218"/>
                    <a:gd name="csX2" fmla="*/ 235692 w 235691"/>
                    <a:gd name="csY2" fmla="*/ 0 h 127218"/>
                    <a:gd name="csX3" fmla="*/ 0 w 235691"/>
                    <a:gd name="csY3" fmla="*/ 0 h 1272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27218">
                      <a:moveTo>
                        <a:pt x="0" y="127218"/>
                      </a:moveTo>
                      <a:lnTo>
                        <a:pt x="235692" y="12721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4" name="任意多边形: 形状 1333"/>
                <p:cNvSpPr/>
                <p:nvPr/>
              </p:nvSpPr>
              <p:spPr>
                <a:xfrm>
                  <a:off x="30374940" y="44400148"/>
                  <a:ext cx="235691" cy="93293"/>
                </a:xfrm>
                <a:custGeom>
                  <a:avLst/>
                  <a:gdLst>
                    <a:gd name="csX0" fmla="*/ 0 w 235691"/>
                    <a:gd name="csY0" fmla="*/ 93293 h 93293"/>
                    <a:gd name="csX1" fmla="*/ 235692 w 235691"/>
                    <a:gd name="csY1" fmla="*/ 93293 h 93293"/>
                    <a:gd name="csX2" fmla="*/ 235692 w 235691"/>
                    <a:gd name="csY2" fmla="*/ 0 h 93293"/>
                    <a:gd name="csX3" fmla="*/ 0 w 235691"/>
                    <a:gd name="csY3" fmla="*/ 0 h 93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3293">
                      <a:moveTo>
                        <a:pt x="0" y="93293"/>
                      </a:moveTo>
                      <a:lnTo>
                        <a:pt x="235692" y="93293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5" name="任意多边形: 形状 1334"/>
                <p:cNvSpPr/>
                <p:nvPr/>
              </p:nvSpPr>
              <p:spPr>
                <a:xfrm>
                  <a:off x="30610632" y="44387426"/>
                  <a:ext cx="235691" cy="106015"/>
                </a:xfrm>
                <a:custGeom>
                  <a:avLst/>
                  <a:gdLst>
                    <a:gd name="csX0" fmla="*/ 0 w 235691"/>
                    <a:gd name="csY0" fmla="*/ 106015 h 106015"/>
                    <a:gd name="csX1" fmla="*/ 235692 w 235691"/>
                    <a:gd name="csY1" fmla="*/ 106015 h 106015"/>
                    <a:gd name="csX2" fmla="*/ 235692 w 235691"/>
                    <a:gd name="csY2" fmla="*/ 0 h 106015"/>
                    <a:gd name="csX3" fmla="*/ 0 w 235691"/>
                    <a:gd name="csY3" fmla="*/ 0 h 1060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06015">
                      <a:moveTo>
                        <a:pt x="0" y="106015"/>
                      </a:moveTo>
                      <a:lnTo>
                        <a:pt x="235692" y="10601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6" name="任意多边形: 形状 1335"/>
                <p:cNvSpPr/>
                <p:nvPr/>
              </p:nvSpPr>
              <p:spPr>
                <a:xfrm>
                  <a:off x="30846324" y="44400148"/>
                  <a:ext cx="235691" cy="93293"/>
                </a:xfrm>
                <a:custGeom>
                  <a:avLst/>
                  <a:gdLst>
                    <a:gd name="csX0" fmla="*/ 0 w 235691"/>
                    <a:gd name="csY0" fmla="*/ 93293 h 93293"/>
                    <a:gd name="csX1" fmla="*/ 235692 w 235691"/>
                    <a:gd name="csY1" fmla="*/ 93293 h 93293"/>
                    <a:gd name="csX2" fmla="*/ 235692 w 235691"/>
                    <a:gd name="csY2" fmla="*/ 0 h 93293"/>
                    <a:gd name="csX3" fmla="*/ 0 w 235691"/>
                    <a:gd name="csY3" fmla="*/ 0 h 93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3293">
                      <a:moveTo>
                        <a:pt x="0" y="93293"/>
                      </a:moveTo>
                      <a:lnTo>
                        <a:pt x="235692" y="93293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7" name="任意多边形: 形状 1336"/>
                <p:cNvSpPr/>
                <p:nvPr/>
              </p:nvSpPr>
              <p:spPr>
                <a:xfrm>
                  <a:off x="31082015" y="44472239"/>
                  <a:ext cx="235691" cy="21202"/>
                </a:xfrm>
                <a:custGeom>
                  <a:avLst/>
                  <a:gdLst>
                    <a:gd name="csX0" fmla="*/ 0 w 235691"/>
                    <a:gd name="csY0" fmla="*/ 21202 h 21202"/>
                    <a:gd name="csX1" fmla="*/ 235692 w 235691"/>
                    <a:gd name="csY1" fmla="*/ 21202 h 21202"/>
                    <a:gd name="csX2" fmla="*/ 235692 w 235691"/>
                    <a:gd name="csY2" fmla="*/ 0 h 21202"/>
                    <a:gd name="csX3" fmla="*/ 0 w 235691"/>
                    <a:gd name="csY3" fmla="*/ 0 h 212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1202">
                      <a:moveTo>
                        <a:pt x="0" y="21202"/>
                      </a:moveTo>
                      <a:lnTo>
                        <a:pt x="235692" y="21202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8" name="任意多边形: 形状 1337"/>
                <p:cNvSpPr/>
                <p:nvPr/>
              </p:nvSpPr>
              <p:spPr>
                <a:xfrm>
                  <a:off x="31317707" y="44421351"/>
                  <a:ext cx="235691" cy="72089"/>
                </a:xfrm>
                <a:custGeom>
                  <a:avLst/>
                  <a:gdLst>
                    <a:gd name="csX0" fmla="*/ 0 w 235691"/>
                    <a:gd name="csY0" fmla="*/ 72090 h 72089"/>
                    <a:gd name="csX1" fmla="*/ 235692 w 235691"/>
                    <a:gd name="csY1" fmla="*/ 72090 h 72089"/>
                    <a:gd name="csX2" fmla="*/ 235692 w 235691"/>
                    <a:gd name="csY2" fmla="*/ 0 h 72089"/>
                    <a:gd name="csX3" fmla="*/ 0 w 235691"/>
                    <a:gd name="csY3" fmla="*/ 0 h 720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72089">
                      <a:moveTo>
                        <a:pt x="0" y="72090"/>
                      </a:moveTo>
                      <a:lnTo>
                        <a:pt x="235692" y="7209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39" name="任意多边形: 形状 1338"/>
                <p:cNvSpPr/>
                <p:nvPr/>
              </p:nvSpPr>
              <p:spPr>
                <a:xfrm>
                  <a:off x="31553398" y="44442555"/>
                  <a:ext cx="235691" cy="50886"/>
                </a:xfrm>
                <a:custGeom>
                  <a:avLst/>
                  <a:gdLst>
                    <a:gd name="csX0" fmla="*/ 0 w 235691"/>
                    <a:gd name="csY0" fmla="*/ 50887 h 50886"/>
                    <a:gd name="csX1" fmla="*/ 235692 w 235691"/>
                    <a:gd name="csY1" fmla="*/ 50887 h 50886"/>
                    <a:gd name="csX2" fmla="*/ 235692 w 235691"/>
                    <a:gd name="csY2" fmla="*/ 0 h 50886"/>
                    <a:gd name="csX3" fmla="*/ 0 w 235691"/>
                    <a:gd name="csY3" fmla="*/ 0 h 508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0886">
                      <a:moveTo>
                        <a:pt x="0" y="50887"/>
                      </a:moveTo>
                      <a:lnTo>
                        <a:pt x="235692" y="5088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0" name="任意多边形: 形状 1339"/>
                <p:cNvSpPr/>
                <p:nvPr/>
              </p:nvSpPr>
              <p:spPr>
                <a:xfrm>
                  <a:off x="31789090" y="44455277"/>
                  <a:ext cx="235691" cy="38164"/>
                </a:xfrm>
                <a:custGeom>
                  <a:avLst/>
                  <a:gdLst>
                    <a:gd name="csX0" fmla="*/ 0 w 235691"/>
                    <a:gd name="csY0" fmla="*/ 38165 h 38164"/>
                    <a:gd name="csX1" fmla="*/ 235692 w 235691"/>
                    <a:gd name="csY1" fmla="*/ 38165 h 38164"/>
                    <a:gd name="csX2" fmla="*/ 235692 w 235691"/>
                    <a:gd name="csY2" fmla="*/ 0 h 38164"/>
                    <a:gd name="csX3" fmla="*/ 0 w 235691"/>
                    <a:gd name="csY3" fmla="*/ 0 h 381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38164">
                      <a:moveTo>
                        <a:pt x="0" y="38165"/>
                      </a:moveTo>
                      <a:lnTo>
                        <a:pt x="235692" y="3816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1" name="任意多边形: 形状 1340"/>
                <p:cNvSpPr/>
                <p:nvPr/>
              </p:nvSpPr>
              <p:spPr>
                <a:xfrm>
                  <a:off x="32024782" y="44493441"/>
                  <a:ext cx="235691" cy="40774"/>
                </a:xfrm>
                <a:custGeom>
                  <a:avLst/>
                  <a:gdLst>
                    <a:gd name="csX0" fmla="*/ 0 w 235691"/>
                    <a:gd name="csY0" fmla="*/ 0 h 40774"/>
                    <a:gd name="csX1" fmla="*/ 235692 w 235691"/>
                    <a:gd name="csY1" fmla="*/ 0 h 40774"/>
                    <a:gd name="csX2" fmla="*/ 235692 w 235691"/>
                    <a:gd name="csY2" fmla="*/ 0 h 40774"/>
                    <a:gd name="csX3" fmla="*/ 0 w 235691"/>
                    <a:gd name="csY3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0774">
                      <a:moveTo>
                        <a:pt x="0" y="0"/>
                      </a:moveTo>
                      <a:lnTo>
                        <a:pt x="235692" y="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2" name="任意多边形: 形状 1341"/>
                <p:cNvSpPr/>
                <p:nvPr/>
              </p:nvSpPr>
              <p:spPr>
                <a:xfrm>
                  <a:off x="32260473" y="44489201"/>
                  <a:ext cx="235691" cy="4240"/>
                </a:xfrm>
                <a:custGeom>
                  <a:avLst/>
                  <a:gdLst>
                    <a:gd name="csX0" fmla="*/ 0 w 235691"/>
                    <a:gd name="csY0" fmla="*/ 4241 h 4240"/>
                    <a:gd name="csX1" fmla="*/ 235692 w 235691"/>
                    <a:gd name="csY1" fmla="*/ 4241 h 4240"/>
                    <a:gd name="csX2" fmla="*/ 235692 w 235691"/>
                    <a:gd name="csY2" fmla="*/ 0 h 4240"/>
                    <a:gd name="csX3" fmla="*/ 0 w 235691"/>
                    <a:gd name="csY3" fmla="*/ 0 h 42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240">
                      <a:moveTo>
                        <a:pt x="0" y="4241"/>
                      </a:moveTo>
                      <a:lnTo>
                        <a:pt x="235692" y="424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3" name="任意多边形: 形状 1342"/>
                <p:cNvSpPr/>
                <p:nvPr/>
              </p:nvSpPr>
              <p:spPr>
                <a:xfrm>
                  <a:off x="32496165" y="44489201"/>
                  <a:ext cx="235691" cy="4240"/>
                </a:xfrm>
                <a:custGeom>
                  <a:avLst/>
                  <a:gdLst>
                    <a:gd name="csX0" fmla="*/ 0 w 235691"/>
                    <a:gd name="csY0" fmla="*/ 4241 h 4240"/>
                    <a:gd name="csX1" fmla="*/ 235692 w 235691"/>
                    <a:gd name="csY1" fmla="*/ 4241 h 4240"/>
                    <a:gd name="csX2" fmla="*/ 235692 w 235691"/>
                    <a:gd name="csY2" fmla="*/ 0 h 4240"/>
                    <a:gd name="csX3" fmla="*/ 0 w 235691"/>
                    <a:gd name="csY3" fmla="*/ 0 h 42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240">
                      <a:moveTo>
                        <a:pt x="0" y="4241"/>
                      </a:moveTo>
                      <a:lnTo>
                        <a:pt x="235692" y="424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4" name="任意多边形: 形状 1343"/>
                <p:cNvSpPr/>
                <p:nvPr/>
              </p:nvSpPr>
              <p:spPr>
                <a:xfrm>
                  <a:off x="32731857" y="44493441"/>
                  <a:ext cx="235691" cy="40774"/>
                </a:xfrm>
                <a:custGeom>
                  <a:avLst/>
                  <a:gdLst>
                    <a:gd name="csX0" fmla="*/ 0 w 235691"/>
                    <a:gd name="csY0" fmla="*/ 0 h 40774"/>
                    <a:gd name="csX1" fmla="*/ 235692 w 235691"/>
                    <a:gd name="csY1" fmla="*/ 0 h 40774"/>
                    <a:gd name="csX2" fmla="*/ 235692 w 235691"/>
                    <a:gd name="csY2" fmla="*/ 0 h 40774"/>
                    <a:gd name="csX3" fmla="*/ 0 w 235691"/>
                    <a:gd name="csY3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0774">
                      <a:moveTo>
                        <a:pt x="0" y="0"/>
                      </a:moveTo>
                      <a:lnTo>
                        <a:pt x="235692" y="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5" name="任意多边形: 形状 1344"/>
                <p:cNvSpPr/>
                <p:nvPr/>
              </p:nvSpPr>
              <p:spPr>
                <a:xfrm>
                  <a:off x="32967548" y="44493441"/>
                  <a:ext cx="235689" cy="40774"/>
                </a:xfrm>
                <a:custGeom>
                  <a:avLst/>
                  <a:gdLst>
                    <a:gd name="csX0" fmla="*/ 0 w 235689"/>
                    <a:gd name="csY0" fmla="*/ 0 h 40774"/>
                    <a:gd name="csX1" fmla="*/ 235689 w 235689"/>
                    <a:gd name="csY1" fmla="*/ 0 h 40774"/>
                    <a:gd name="csX2" fmla="*/ 235689 w 235689"/>
                    <a:gd name="csY2" fmla="*/ 0 h 40774"/>
                    <a:gd name="csX3" fmla="*/ 0 w 235689"/>
                    <a:gd name="csY3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89" h="40774">
                      <a:moveTo>
                        <a:pt x="0" y="0"/>
                      </a:moveTo>
                      <a:lnTo>
                        <a:pt x="235689" y="0"/>
                      </a:lnTo>
                      <a:lnTo>
                        <a:pt x="23568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346" name="任意多边形: 形状 1345"/>
                <p:cNvSpPr/>
                <p:nvPr/>
              </p:nvSpPr>
              <p:spPr>
                <a:xfrm>
                  <a:off x="33203237" y="44484961"/>
                  <a:ext cx="235694" cy="8480"/>
                </a:xfrm>
                <a:custGeom>
                  <a:avLst/>
                  <a:gdLst>
                    <a:gd name="csX0" fmla="*/ 0 w 235694"/>
                    <a:gd name="csY0" fmla="*/ 8480 h 8480"/>
                    <a:gd name="csX1" fmla="*/ 235694 w 235694"/>
                    <a:gd name="csY1" fmla="*/ 8480 h 8480"/>
                    <a:gd name="csX2" fmla="*/ 235694 w 235694"/>
                    <a:gd name="csY2" fmla="*/ 0 h 8480"/>
                    <a:gd name="csX3" fmla="*/ 0 w 235694"/>
                    <a:gd name="csY3" fmla="*/ 0 h 84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4" h="8480">
                      <a:moveTo>
                        <a:pt x="0" y="8480"/>
                      </a:moveTo>
                      <a:lnTo>
                        <a:pt x="235694" y="8480"/>
                      </a:lnTo>
                      <a:lnTo>
                        <a:pt x="23569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27B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</p:grpSp>
          <p:sp>
            <p:nvSpPr>
              <p:cNvPr id="1348" name="任意多边形: 形状 1347"/>
              <p:cNvSpPr/>
              <p:nvPr/>
            </p:nvSpPr>
            <p:spPr>
              <a:xfrm>
                <a:off x="25121434" y="33869366"/>
                <a:ext cx="0" cy="10623600"/>
              </a:xfrm>
              <a:custGeom>
                <a:avLst/>
                <a:gdLst>
                  <a:gd name="csX0" fmla="*/ 0 w 40802"/>
                  <a:gd name="csY0" fmla="*/ 10624074 h 10624074"/>
                  <a:gd name="csX1" fmla="*/ 0 w 40802"/>
                  <a:gd name="csY1" fmla="*/ 0 h 106240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802" h="10624074">
                    <a:moveTo>
                      <a:pt x="0" y="10624074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flat">
                <a:solidFill>
                  <a:srgbClr val="F44336"/>
                </a:solidFill>
                <a:prstDash val="sysDash"/>
                <a:round/>
              </a:ln>
            </p:spPr>
          </p:sp>
          <p:grpSp>
            <p:nvGrpSpPr>
              <p:cNvPr id="2031" name="组合 2030"/>
              <p:cNvGrpSpPr/>
              <p:nvPr/>
            </p:nvGrpSpPr>
            <p:grpSpPr>
              <a:xfrm>
                <a:off x="21134665" y="44490373"/>
                <a:ext cx="12402937" cy="360000"/>
                <a:chOff x="21264510" y="44490373"/>
                <a:chExt cx="12963029" cy="360000"/>
              </a:xfrm>
            </p:grpSpPr>
            <p:grpSp>
              <p:nvGrpSpPr>
                <p:cNvPr id="1350" name="组合 1349"/>
                <p:cNvGrpSpPr/>
                <p:nvPr/>
              </p:nvGrpSpPr>
              <p:grpSpPr>
                <a:xfrm>
                  <a:off x="21847567" y="44490373"/>
                  <a:ext cx="10968490" cy="360000"/>
                  <a:chOff x="22040071" y="44490372"/>
                  <a:chExt cx="10968490" cy="360000"/>
                </a:xfrm>
              </p:grpSpPr>
              <p:sp>
                <p:nvSpPr>
                  <p:cNvPr id="1291" name="任意多边形: 形状 1290"/>
                  <p:cNvSpPr/>
                  <p:nvPr/>
                </p:nvSpPr>
                <p:spPr>
                  <a:xfrm>
                    <a:off x="22040071" y="44490372"/>
                    <a:ext cx="0" cy="360000"/>
                  </a:xfrm>
                  <a:custGeom>
                    <a:avLst/>
                    <a:gdLst>
                      <a:gd name="csX0" fmla="*/ 452 w 40802"/>
                      <a:gd name="csY0" fmla="*/ 313 h 142709"/>
                      <a:gd name="csX1" fmla="*/ 452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452" y="313"/>
                        </a:moveTo>
                        <a:lnTo>
                          <a:pt x="452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87" name="任意多边形: 形状 1286"/>
                  <p:cNvSpPr/>
                  <p:nvPr/>
                </p:nvSpPr>
                <p:spPr>
                  <a:xfrm>
                    <a:off x="24782194" y="44490372"/>
                    <a:ext cx="0" cy="360000"/>
                  </a:xfrm>
                  <a:custGeom>
                    <a:avLst/>
                    <a:gdLst>
                      <a:gd name="csX0" fmla="*/ 519 w 40802"/>
                      <a:gd name="csY0" fmla="*/ 313 h 142709"/>
                      <a:gd name="csX1" fmla="*/ 519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519" y="313"/>
                        </a:moveTo>
                        <a:lnTo>
                          <a:pt x="519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83" name="任意多边形: 形状 1282"/>
                  <p:cNvSpPr/>
                  <p:nvPr/>
                </p:nvSpPr>
                <p:spPr>
                  <a:xfrm>
                    <a:off x="27524316" y="44490372"/>
                    <a:ext cx="0" cy="360000"/>
                  </a:xfrm>
                  <a:custGeom>
                    <a:avLst/>
                    <a:gdLst>
                      <a:gd name="csX0" fmla="*/ 587 w 40802"/>
                      <a:gd name="csY0" fmla="*/ 313 h 142709"/>
                      <a:gd name="csX1" fmla="*/ 587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587" y="313"/>
                        </a:moveTo>
                        <a:lnTo>
                          <a:pt x="587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79" name="任意多边形: 形状 1278"/>
                  <p:cNvSpPr/>
                  <p:nvPr/>
                </p:nvSpPr>
                <p:spPr>
                  <a:xfrm>
                    <a:off x="30266439" y="44490372"/>
                    <a:ext cx="0" cy="360000"/>
                  </a:xfrm>
                  <a:custGeom>
                    <a:avLst/>
                    <a:gdLst>
                      <a:gd name="csX0" fmla="*/ 654 w 40802"/>
                      <a:gd name="csY0" fmla="*/ 313 h 142709"/>
                      <a:gd name="csX1" fmla="*/ 654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654" y="313"/>
                        </a:moveTo>
                        <a:lnTo>
                          <a:pt x="654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  <p:sp>
                <p:nvSpPr>
                  <p:cNvPr id="1275" name="任意多边形: 形状 1274"/>
                  <p:cNvSpPr/>
                  <p:nvPr/>
                </p:nvSpPr>
                <p:spPr>
                  <a:xfrm>
                    <a:off x="33008561" y="44490372"/>
                    <a:ext cx="0" cy="360000"/>
                  </a:xfrm>
                  <a:custGeom>
                    <a:avLst/>
                    <a:gdLst>
                      <a:gd name="csX0" fmla="*/ 721 w 40802"/>
                      <a:gd name="csY0" fmla="*/ 313 h 142709"/>
                      <a:gd name="csX1" fmla="*/ 721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721" y="313"/>
                        </a:moveTo>
                        <a:lnTo>
                          <a:pt x="721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chemeClr val="tx1"/>
                    </a:solidFill>
                    <a:prstDash val="solid"/>
                    <a:round/>
                  </a:ln>
                </p:spPr>
              </p:sp>
            </p:grpSp>
            <p:sp>
              <p:nvSpPr>
                <p:cNvPr id="1187" name="任意多边形: 形状 1186"/>
                <p:cNvSpPr/>
                <p:nvPr/>
              </p:nvSpPr>
              <p:spPr>
                <a:xfrm>
                  <a:off x="21264510" y="44490373"/>
                  <a:ext cx="12963029" cy="0"/>
                </a:xfrm>
                <a:custGeom>
                  <a:avLst/>
                  <a:gdLst>
                    <a:gd name="csX0" fmla="*/ 0 w 12963029"/>
                    <a:gd name="csY0" fmla="*/ 0 h 40774"/>
                    <a:gd name="csX1" fmla="*/ 12963030 w 12963029"/>
                    <a:gd name="csY1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2963029" h="40774">
                      <a:moveTo>
                        <a:pt x="0" y="0"/>
                      </a:moveTo>
                      <a:lnTo>
                        <a:pt x="12963030" y="0"/>
                      </a:lnTo>
                    </a:path>
                  </a:pathLst>
                </a:custGeom>
                <a:noFill/>
                <a:ln w="101600" cap="sq">
                  <a:solidFill>
                    <a:srgbClr val="000000"/>
                  </a:solidFill>
                  <a:prstDash val="solid"/>
                  <a:miter/>
                </a:ln>
              </p:spPr>
            </p:sp>
          </p:grpSp>
          <p:grpSp>
            <p:nvGrpSpPr>
              <p:cNvPr id="2050" name="组合 2049"/>
              <p:cNvGrpSpPr/>
              <p:nvPr/>
            </p:nvGrpSpPr>
            <p:grpSpPr>
              <a:xfrm>
                <a:off x="18259309" y="33869366"/>
                <a:ext cx="2610898" cy="11341043"/>
                <a:chOff x="18259309" y="33869366"/>
                <a:chExt cx="2610898" cy="11341043"/>
              </a:xfrm>
            </p:grpSpPr>
            <p:sp>
              <p:nvSpPr>
                <p:cNvPr id="2023" name="文本框 2022"/>
                <p:cNvSpPr txBox="1"/>
                <p:nvPr/>
              </p:nvSpPr>
              <p:spPr>
                <a:xfrm>
                  <a:off x="18259961" y="43763859"/>
                  <a:ext cx="2610246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4" name="文本框 2023"/>
                <p:cNvSpPr txBox="1"/>
                <p:nvPr/>
              </p:nvSpPr>
              <p:spPr>
                <a:xfrm>
                  <a:off x="18259961" y="41784962"/>
                  <a:ext cx="2610246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1000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5" name="文本框 2024"/>
                <p:cNvSpPr txBox="1"/>
                <p:nvPr/>
              </p:nvSpPr>
              <p:spPr>
                <a:xfrm>
                  <a:off x="18259309" y="39806063"/>
                  <a:ext cx="2610897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2000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6" name="文本框 2025"/>
                <p:cNvSpPr txBox="1"/>
                <p:nvPr/>
              </p:nvSpPr>
              <p:spPr>
                <a:xfrm>
                  <a:off x="18259961" y="37827164"/>
                  <a:ext cx="2610246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3000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7" name="文本框 2026"/>
                <p:cNvSpPr txBox="1"/>
                <p:nvPr/>
              </p:nvSpPr>
              <p:spPr>
                <a:xfrm>
                  <a:off x="18259961" y="35848265"/>
                  <a:ext cx="2610246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4000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28" name="文本框 2027"/>
                <p:cNvSpPr txBox="1"/>
                <p:nvPr/>
              </p:nvSpPr>
              <p:spPr>
                <a:xfrm>
                  <a:off x="18259961" y="33869366"/>
                  <a:ext cx="2610246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5000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083" name="组合 2082"/>
            <p:cNvGrpSpPr/>
            <p:nvPr/>
          </p:nvGrpSpPr>
          <p:grpSpPr>
            <a:xfrm>
              <a:off x="19297348" y="43276044"/>
              <a:ext cx="13590187" cy="1446550"/>
              <a:chOff x="19297348" y="43222297"/>
              <a:chExt cx="13590187" cy="1446550"/>
            </a:xfrm>
          </p:grpSpPr>
          <p:sp>
            <p:nvSpPr>
              <p:cNvPr id="2072" name="文本框 2071"/>
              <p:cNvSpPr txBox="1"/>
              <p:nvPr/>
            </p:nvSpPr>
            <p:spPr>
              <a:xfrm>
                <a:off x="19297348" y="43222297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3" name="文本框 2072"/>
              <p:cNvSpPr txBox="1"/>
              <p:nvPr/>
            </p:nvSpPr>
            <p:spPr>
              <a:xfrm>
                <a:off x="22270040" y="43222297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4" name="文本框 2073"/>
              <p:cNvSpPr txBox="1"/>
              <p:nvPr/>
            </p:nvSpPr>
            <p:spPr>
              <a:xfrm>
                <a:off x="27529624" y="43222297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5" name="文本框 2074"/>
              <p:cNvSpPr txBox="1"/>
              <p:nvPr/>
            </p:nvSpPr>
            <p:spPr>
              <a:xfrm>
                <a:off x="30159416" y="43222297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6" name="文本框 2075"/>
              <p:cNvSpPr txBox="1"/>
              <p:nvPr/>
            </p:nvSpPr>
            <p:spPr>
              <a:xfrm>
                <a:off x="24899832" y="43222297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13" name="组合 212"/>
          <p:cNvGrpSpPr/>
          <p:nvPr/>
        </p:nvGrpSpPr>
        <p:grpSpPr>
          <a:xfrm>
            <a:off x="33415365" y="32019177"/>
            <a:ext cx="15874070" cy="10914351"/>
            <a:chOff x="33415365" y="32425577"/>
            <a:chExt cx="15874070" cy="12297017"/>
          </a:xfrm>
        </p:grpSpPr>
        <p:grpSp>
          <p:nvGrpSpPr>
            <p:cNvPr id="2058" name="组合 2057"/>
            <p:cNvGrpSpPr/>
            <p:nvPr/>
          </p:nvGrpSpPr>
          <p:grpSpPr>
            <a:xfrm>
              <a:off x="33415365" y="32425577"/>
              <a:ext cx="15874070" cy="11341043"/>
              <a:chOff x="33415365" y="31511177"/>
              <a:chExt cx="15874070" cy="11341043"/>
            </a:xfrm>
          </p:grpSpPr>
          <p:sp>
            <p:nvSpPr>
              <p:cNvPr id="1632" name="任意多边形: 形状 1631"/>
              <p:cNvSpPr/>
              <p:nvPr/>
            </p:nvSpPr>
            <p:spPr>
              <a:xfrm>
                <a:off x="36808317" y="40161466"/>
                <a:ext cx="12481118" cy="0"/>
              </a:xfrm>
              <a:custGeom>
                <a:avLst/>
                <a:gdLst>
                  <a:gd name="csX0" fmla="*/ 0 w 12963031"/>
                  <a:gd name="csY0" fmla="*/ 0 h 40774"/>
                  <a:gd name="csX1" fmla="*/ 12963031 w 12963031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1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625" name="任意多边形: 形状 1624"/>
              <p:cNvSpPr/>
              <p:nvPr/>
            </p:nvSpPr>
            <p:spPr>
              <a:xfrm>
                <a:off x="36808317" y="38197377"/>
                <a:ext cx="12481118" cy="0"/>
              </a:xfrm>
              <a:custGeom>
                <a:avLst/>
                <a:gdLst>
                  <a:gd name="csX0" fmla="*/ 0 w 12963031"/>
                  <a:gd name="csY0" fmla="*/ 0 h 40774"/>
                  <a:gd name="csX1" fmla="*/ 12963031 w 12963031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1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618" name="任意多边形: 形状 1617"/>
              <p:cNvSpPr/>
              <p:nvPr/>
            </p:nvSpPr>
            <p:spPr>
              <a:xfrm>
                <a:off x="36808317" y="36233289"/>
                <a:ext cx="12481118" cy="0"/>
              </a:xfrm>
              <a:custGeom>
                <a:avLst/>
                <a:gdLst>
                  <a:gd name="csX0" fmla="*/ 0 w 12963031"/>
                  <a:gd name="csY0" fmla="*/ 0 h 40774"/>
                  <a:gd name="csX1" fmla="*/ 12963031 w 12963031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1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611" name="任意多边形: 形状 1610"/>
              <p:cNvSpPr/>
              <p:nvPr/>
            </p:nvSpPr>
            <p:spPr>
              <a:xfrm>
                <a:off x="36808317" y="34269200"/>
                <a:ext cx="12481118" cy="0"/>
              </a:xfrm>
              <a:custGeom>
                <a:avLst/>
                <a:gdLst>
                  <a:gd name="csX0" fmla="*/ 0 w 12963031"/>
                  <a:gd name="csY0" fmla="*/ 0 h 40774"/>
                  <a:gd name="csX1" fmla="*/ 12963031 w 12963031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1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grpSp>
            <p:nvGrpSpPr>
              <p:cNvPr id="2033" name="组合 2032"/>
              <p:cNvGrpSpPr/>
              <p:nvPr/>
            </p:nvGrpSpPr>
            <p:grpSpPr>
              <a:xfrm>
                <a:off x="36808317" y="42125554"/>
                <a:ext cx="12481118" cy="360000"/>
                <a:chOff x="36326404" y="44483743"/>
                <a:chExt cx="12963031" cy="360000"/>
              </a:xfrm>
            </p:grpSpPr>
            <p:sp>
              <p:nvSpPr>
                <p:cNvPr id="1356" name="任意多边形: 形状 1355"/>
                <p:cNvSpPr/>
                <p:nvPr/>
              </p:nvSpPr>
              <p:spPr>
                <a:xfrm>
                  <a:off x="36326404" y="44483743"/>
                  <a:ext cx="12963031" cy="0"/>
                </a:xfrm>
                <a:custGeom>
                  <a:avLst/>
                  <a:gdLst>
                    <a:gd name="csX0" fmla="*/ 0 w 12963031"/>
                    <a:gd name="csY0" fmla="*/ 0 h 40774"/>
                    <a:gd name="csX1" fmla="*/ 12963031 w 12963031"/>
                    <a:gd name="csY1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2963031" h="40774">
                      <a:moveTo>
                        <a:pt x="0" y="0"/>
                      </a:moveTo>
                      <a:lnTo>
                        <a:pt x="12963031" y="0"/>
                      </a:lnTo>
                    </a:path>
                  </a:pathLst>
                </a:custGeom>
                <a:noFill/>
                <a:ln w="101600" cap="sq">
                  <a:solidFill>
                    <a:srgbClr val="000000"/>
                  </a:solidFill>
                  <a:prstDash val="solid"/>
                  <a:miter/>
                </a:ln>
              </p:spPr>
            </p:sp>
            <p:grpSp>
              <p:nvGrpSpPr>
                <p:cNvPr id="2011" name="组合 2010"/>
                <p:cNvGrpSpPr/>
                <p:nvPr/>
              </p:nvGrpSpPr>
              <p:grpSpPr>
                <a:xfrm>
                  <a:off x="37406655" y="44483743"/>
                  <a:ext cx="10802526" cy="360000"/>
                  <a:chOff x="37406655" y="44483743"/>
                  <a:chExt cx="10802526" cy="360000"/>
                </a:xfrm>
              </p:grpSpPr>
              <p:sp>
                <p:nvSpPr>
                  <p:cNvPr id="1694" name="任意多边形: 形状 1693"/>
                  <p:cNvSpPr/>
                  <p:nvPr/>
                </p:nvSpPr>
                <p:spPr>
                  <a:xfrm>
                    <a:off x="37406655" y="44483743"/>
                    <a:ext cx="0" cy="360000"/>
                  </a:xfrm>
                  <a:custGeom>
                    <a:avLst/>
                    <a:gdLst>
                      <a:gd name="csX0" fmla="*/ 844 w 40802"/>
                      <a:gd name="csY0" fmla="*/ 313 h 142709"/>
                      <a:gd name="csX1" fmla="*/ 844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844" y="313"/>
                        </a:moveTo>
                        <a:lnTo>
                          <a:pt x="844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ysDash"/>
                    <a:round/>
                  </a:ln>
                </p:spPr>
              </p:sp>
              <p:sp>
                <p:nvSpPr>
                  <p:cNvPr id="1683" name="任意多边形: 形状 1682"/>
                  <p:cNvSpPr/>
                  <p:nvPr/>
                </p:nvSpPr>
                <p:spPr>
                  <a:xfrm>
                    <a:off x="41007497" y="44483743"/>
                    <a:ext cx="0" cy="360000"/>
                  </a:xfrm>
                  <a:custGeom>
                    <a:avLst/>
                    <a:gdLst>
                      <a:gd name="csX0" fmla="*/ 933 w 40802"/>
                      <a:gd name="csY0" fmla="*/ 313 h 142709"/>
                      <a:gd name="csX1" fmla="*/ 933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933" y="313"/>
                        </a:moveTo>
                        <a:lnTo>
                          <a:pt x="933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ysDash"/>
                    <a:round/>
                  </a:ln>
                </p:spPr>
              </p:sp>
              <p:sp>
                <p:nvSpPr>
                  <p:cNvPr id="1677" name="任意多边形: 形状 1676"/>
                  <p:cNvSpPr/>
                  <p:nvPr/>
                </p:nvSpPr>
                <p:spPr>
                  <a:xfrm>
                    <a:off x="44608339" y="44483743"/>
                    <a:ext cx="0" cy="360000"/>
                  </a:xfrm>
                  <a:custGeom>
                    <a:avLst/>
                    <a:gdLst>
                      <a:gd name="csX0" fmla="*/ 1021 w 40802"/>
                      <a:gd name="csY0" fmla="*/ 313 h 142709"/>
                      <a:gd name="csX1" fmla="*/ 1021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1021" y="313"/>
                        </a:moveTo>
                        <a:lnTo>
                          <a:pt x="1021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ysDash"/>
                    <a:round/>
                  </a:ln>
                </p:spPr>
              </p:sp>
              <p:sp>
                <p:nvSpPr>
                  <p:cNvPr id="1667" name="任意多边形: 形状 1666"/>
                  <p:cNvSpPr/>
                  <p:nvPr/>
                </p:nvSpPr>
                <p:spPr>
                  <a:xfrm>
                    <a:off x="48209181" y="44483743"/>
                    <a:ext cx="0" cy="360000"/>
                  </a:xfrm>
                  <a:custGeom>
                    <a:avLst/>
                    <a:gdLst>
                      <a:gd name="csX0" fmla="*/ 1109 w 40802"/>
                      <a:gd name="csY0" fmla="*/ 313 h 142709"/>
                      <a:gd name="csX1" fmla="*/ 1109 w 40802"/>
                      <a:gd name="csY1" fmla="*/ 143022 h 14270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40802" h="142709">
                        <a:moveTo>
                          <a:pt x="1109" y="313"/>
                        </a:moveTo>
                        <a:lnTo>
                          <a:pt x="1109" y="143022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ysDash"/>
                    <a:round/>
                  </a:ln>
                </p:spPr>
              </p:sp>
            </p:grpSp>
          </p:grpSp>
          <p:grpSp>
            <p:nvGrpSpPr>
              <p:cNvPr id="2006" name="组合 2005"/>
              <p:cNvGrpSpPr/>
              <p:nvPr/>
            </p:nvGrpSpPr>
            <p:grpSpPr>
              <a:xfrm>
                <a:off x="36808317" y="33105487"/>
                <a:ext cx="12481113" cy="9020067"/>
                <a:chOff x="36572619" y="34375275"/>
                <a:chExt cx="12963025" cy="10118166"/>
              </a:xfrm>
            </p:grpSpPr>
            <p:sp>
              <p:nvSpPr>
                <p:cNvPr id="1805" name="任意多边形: 形状 1804"/>
                <p:cNvSpPr/>
                <p:nvPr/>
              </p:nvSpPr>
              <p:spPr>
                <a:xfrm>
                  <a:off x="36702249" y="44166635"/>
                  <a:ext cx="129630" cy="326806"/>
                </a:xfrm>
                <a:custGeom>
                  <a:avLst/>
                  <a:gdLst>
                    <a:gd name="csX0" fmla="*/ 0 w 129630"/>
                    <a:gd name="csY0" fmla="*/ 326807 h 326806"/>
                    <a:gd name="csX1" fmla="*/ 129630 w 129630"/>
                    <a:gd name="csY1" fmla="*/ 326807 h 326806"/>
                    <a:gd name="csX2" fmla="*/ 129630 w 129630"/>
                    <a:gd name="csY2" fmla="*/ 0 h 326806"/>
                    <a:gd name="csX3" fmla="*/ 0 w 129630"/>
                    <a:gd name="csY3" fmla="*/ 0 h 3268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26806">
                      <a:moveTo>
                        <a:pt x="0" y="326807"/>
                      </a:moveTo>
                      <a:lnTo>
                        <a:pt x="129630" y="32680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06" name="任意多边形: 形状 1805"/>
                <p:cNvSpPr/>
                <p:nvPr/>
              </p:nvSpPr>
              <p:spPr>
                <a:xfrm>
                  <a:off x="36831879" y="44252122"/>
                  <a:ext cx="129630" cy="241319"/>
                </a:xfrm>
                <a:custGeom>
                  <a:avLst/>
                  <a:gdLst>
                    <a:gd name="csX0" fmla="*/ 0 w 129630"/>
                    <a:gd name="csY0" fmla="*/ 241319 h 241319"/>
                    <a:gd name="csX1" fmla="*/ 129630 w 129630"/>
                    <a:gd name="csY1" fmla="*/ 241319 h 241319"/>
                    <a:gd name="csX2" fmla="*/ 129630 w 129630"/>
                    <a:gd name="csY2" fmla="*/ 0 h 241319"/>
                    <a:gd name="csX3" fmla="*/ 0 w 129630"/>
                    <a:gd name="csY3" fmla="*/ 0 h 2413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41319">
                      <a:moveTo>
                        <a:pt x="0" y="241319"/>
                      </a:moveTo>
                      <a:lnTo>
                        <a:pt x="129630" y="24131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07" name="任意多边形: 形状 1806"/>
                <p:cNvSpPr/>
                <p:nvPr/>
              </p:nvSpPr>
              <p:spPr>
                <a:xfrm>
                  <a:off x="36961510" y="44313138"/>
                  <a:ext cx="129630" cy="180303"/>
                </a:xfrm>
                <a:custGeom>
                  <a:avLst/>
                  <a:gdLst>
                    <a:gd name="csX0" fmla="*/ 0 w 129630"/>
                    <a:gd name="csY0" fmla="*/ 180304 h 180303"/>
                    <a:gd name="csX1" fmla="*/ 129630 w 129630"/>
                    <a:gd name="csY1" fmla="*/ 180304 h 180303"/>
                    <a:gd name="csX2" fmla="*/ 129630 w 129630"/>
                    <a:gd name="csY2" fmla="*/ 0 h 180303"/>
                    <a:gd name="csX3" fmla="*/ 0 w 129630"/>
                    <a:gd name="csY3" fmla="*/ 0 h 1803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80303">
                      <a:moveTo>
                        <a:pt x="0" y="180304"/>
                      </a:moveTo>
                      <a:lnTo>
                        <a:pt x="129630" y="180304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08" name="任意多边形: 形状 1807"/>
                <p:cNvSpPr/>
                <p:nvPr/>
              </p:nvSpPr>
              <p:spPr>
                <a:xfrm>
                  <a:off x="37091140" y="44359502"/>
                  <a:ext cx="129630" cy="133939"/>
                </a:xfrm>
                <a:custGeom>
                  <a:avLst/>
                  <a:gdLst>
                    <a:gd name="csX0" fmla="*/ 0 w 129630"/>
                    <a:gd name="csY0" fmla="*/ 133939 h 133939"/>
                    <a:gd name="csX1" fmla="*/ 129630 w 129630"/>
                    <a:gd name="csY1" fmla="*/ 133939 h 133939"/>
                    <a:gd name="csX2" fmla="*/ 129630 w 129630"/>
                    <a:gd name="csY2" fmla="*/ 0 h 133939"/>
                    <a:gd name="csX3" fmla="*/ 0 w 129630"/>
                    <a:gd name="csY3" fmla="*/ 0 h 1339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33939">
                      <a:moveTo>
                        <a:pt x="0" y="133939"/>
                      </a:moveTo>
                      <a:lnTo>
                        <a:pt x="129630" y="13393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09" name="任意多边形: 形状 1808"/>
                <p:cNvSpPr/>
                <p:nvPr/>
              </p:nvSpPr>
              <p:spPr>
                <a:xfrm>
                  <a:off x="37220771" y="44387084"/>
                  <a:ext cx="129630" cy="106357"/>
                </a:xfrm>
                <a:custGeom>
                  <a:avLst/>
                  <a:gdLst>
                    <a:gd name="csX0" fmla="*/ 0 w 129630"/>
                    <a:gd name="csY0" fmla="*/ 106357 h 106357"/>
                    <a:gd name="csX1" fmla="*/ 129630 w 129630"/>
                    <a:gd name="csY1" fmla="*/ 106357 h 106357"/>
                    <a:gd name="csX2" fmla="*/ 129630 w 129630"/>
                    <a:gd name="csY2" fmla="*/ 0 h 106357"/>
                    <a:gd name="csX3" fmla="*/ 0 w 129630"/>
                    <a:gd name="csY3" fmla="*/ 0 h 10635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6357">
                      <a:moveTo>
                        <a:pt x="0" y="106357"/>
                      </a:moveTo>
                      <a:lnTo>
                        <a:pt x="129630" y="10635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0" name="任意多边形: 形状 1809"/>
                <p:cNvSpPr/>
                <p:nvPr/>
              </p:nvSpPr>
              <p:spPr>
                <a:xfrm>
                  <a:off x="37350401" y="44398134"/>
                  <a:ext cx="129630" cy="95307"/>
                </a:xfrm>
                <a:custGeom>
                  <a:avLst/>
                  <a:gdLst>
                    <a:gd name="csX0" fmla="*/ 0 w 129630"/>
                    <a:gd name="csY0" fmla="*/ 95308 h 95307"/>
                    <a:gd name="csX1" fmla="*/ 129630 w 129630"/>
                    <a:gd name="csY1" fmla="*/ 95308 h 95307"/>
                    <a:gd name="csX2" fmla="*/ 129630 w 129630"/>
                    <a:gd name="csY2" fmla="*/ 0 h 95307"/>
                    <a:gd name="csX3" fmla="*/ 0 w 129630"/>
                    <a:gd name="csY3" fmla="*/ 0 h 953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5307">
                      <a:moveTo>
                        <a:pt x="0" y="95308"/>
                      </a:moveTo>
                      <a:lnTo>
                        <a:pt x="129630" y="9530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1" name="任意多边形: 形状 1810"/>
                <p:cNvSpPr/>
                <p:nvPr/>
              </p:nvSpPr>
              <p:spPr>
                <a:xfrm>
                  <a:off x="37480031" y="44405643"/>
                  <a:ext cx="129630" cy="87798"/>
                </a:xfrm>
                <a:custGeom>
                  <a:avLst/>
                  <a:gdLst>
                    <a:gd name="csX0" fmla="*/ 0 w 129630"/>
                    <a:gd name="csY0" fmla="*/ 87798 h 87798"/>
                    <a:gd name="csX1" fmla="*/ 129630 w 129630"/>
                    <a:gd name="csY1" fmla="*/ 87798 h 87798"/>
                    <a:gd name="csX2" fmla="*/ 129630 w 129630"/>
                    <a:gd name="csY2" fmla="*/ 0 h 87798"/>
                    <a:gd name="csX3" fmla="*/ 0 w 129630"/>
                    <a:gd name="csY3" fmla="*/ 0 h 877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7798">
                      <a:moveTo>
                        <a:pt x="0" y="87798"/>
                      </a:moveTo>
                      <a:lnTo>
                        <a:pt x="129630" y="8779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2" name="任意多边形: 形状 1811"/>
                <p:cNvSpPr/>
                <p:nvPr/>
              </p:nvSpPr>
              <p:spPr>
                <a:xfrm>
                  <a:off x="37609662" y="44404538"/>
                  <a:ext cx="129630" cy="88903"/>
                </a:xfrm>
                <a:custGeom>
                  <a:avLst/>
                  <a:gdLst>
                    <a:gd name="csX0" fmla="*/ 0 w 129630"/>
                    <a:gd name="csY0" fmla="*/ 88903 h 88903"/>
                    <a:gd name="csX1" fmla="*/ 129630 w 129630"/>
                    <a:gd name="csY1" fmla="*/ 88903 h 88903"/>
                    <a:gd name="csX2" fmla="*/ 129630 w 129630"/>
                    <a:gd name="csY2" fmla="*/ 0 h 88903"/>
                    <a:gd name="csX3" fmla="*/ 0 w 129630"/>
                    <a:gd name="csY3" fmla="*/ 0 h 8890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8903">
                      <a:moveTo>
                        <a:pt x="0" y="88903"/>
                      </a:moveTo>
                      <a:lnTo>
                        <a:pt x="129630" y="8890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3" name="任意多边形: 形状 1812"/>
                <p:cNvSpPr/>
                <p:nvPr/>
              </p:nvSpPr>
              <p:spPr>
                <a:xfrm>
                  <a:off x="37739292" y="44398175"/>
                  <a:ext cx="129627" cy="95266"/>
                </a:xfrm>
                <a:custGeom>
                  <a:avLst/>
                  <a:gdLst>
                    <a:gd name="csX0" fmla="*/ 0 w 129627"/>
                    <a:gd name="csY0" fmla="*/ 95267 h 95266"/>
                    <a:gd name="csX1" fmla="*/ 129628 w 129627"/>
                    <a:gd name="csY1" fmla="*/ 95267 h 95266"/>
                    <a:gd name="csX2" fmla="*/ 129628 w 129627"/>
                    <a:gd name="csY2" fmla="*/ 0 h 95266"/>
                    <a:gd name="csX3" fmla="*/ 0 w 129627"/>
                    <a:gd name="csY3" fmla="*/ 0 h 952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27" h="95266">
                      <a:moveTo>
                        <a:pt x="0" y="95267"/>
                      </a:moveTo>
                      <a:lnTo>
                        <a:pt x="129628" y="95267"/>
                      </a:lnTo>
                      <a:lnTo>
                        <a:pt x="1296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4" name="任意多边形: 形状 1813"/>
                <p:cNvSpPr/>
                <p:nvPr/>
              </p:nvSpPr>
              <p:spPr>
                <a:xfrm>
                  <a:off x="37868920" y="44391811"/>
                  <a:ext cx="129630" cy="101630"/>
                </a:xfrm>
                <a:custGeom>
                  <a:avLst/>
                  <a:gdLst>
                    <a:gd name="csX0" fmla="*/ 0 w 129630"/>
                    <a:gd name="csY0" fmla="*/ 101630 h 101630"/>
                    <a:gd name="csX1" fmla="*/ 129630 w 129630"/>
                    <a:gd name="csY1" fmla="*/ 101630 h 101630"/>
                    <a:gd name="csX2" fmla="*/ 129630 w 129630"/>
                    <a:gd name="csY2" fmla="*/ 0 h 101630"/>
                    <a:gd name="csX3" fmla="*/ 0 w 129630"/>
                    <a:gd name="csY3" fmla="*/ 0 h 1016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1630">
                      <a:moveTo>
                        <a:pt x="0" y="101630"/>
                      </a:moveTo>
                      <a:lnTo>
                        <a:pt x="129630" y="10163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5" name="任意多边形: 形状 1814"/>
                <p:cNvSpPr/>
                <p:nvPr/>
              </p:nvSpPr>
              <p:spPr>
                <a:xfrm>
                  <a:off x="37998550" y="44380189"/>
                  <a:ext cx="129630" cy="113252"/>
                </a:xfrm>
                <a:custGeom>
                  <a:avLst/>
                  <a:gdLst>
                    <a:gd name="csX0" fmla="*/ 0 w 129630"/>
                    <a:gd name="csY0" fmla="*/ 113252 h 113252"/>
                    <a:gd name="csX1" fmla="*/ 129630 w 129630"/>
                    <a:gd name="csY1" fmla="*/ 113252 h 113252"/>
                    <a:gd name="csX2" fmla="*/ 129630 w 129630"/>
                    <a:gd name="csY2" fmla="*/ 0 h 113252"/>
                    <a:gd name="csX3" fmla="*/ 0 w 129630"/>
                    <a:gd name="csY3" fmla="*/ 0 h 1132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3252">
                      <a:moveTo>
                        <a:pt x="0" y="113252"/>
                      </a:moveTo>
                      <a:lnTo>
                        <a:pt x="129630" y="11325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6" name="任意多边形: 形状 1815"/>
                <p:cNvSpPr/>
                <p:nvPr/>
              </p:nvSpPr>
              <p:spPr>
                <a:xfrm>
                  <a:off x="38128181" y="44367339"/>
                  <a:ext cx="129630" cy="126102"/>
                </a:xfrm>
                <a:custGeom>
                  <a:avLst/>
                  <a:gdLst>
                    <a:gd name="csX0" fmla="*/ 0 w 129630"/>
                    <a:gd name="csY0" fmla="*/ 126102 h 126102"/>
                    <a:gd name="csX1" fmla="*/ 129630 w 129630"/>
                    <a:gd name="csY1" fmla="*/ 126102 h 126102"/>
                    <a:gd name="csX2" fmla="*/ 129630 w 129630"/>
                    <a:gd name="csY2" fmla="*/ 0 h 126102"/>
                    <a:gd name="csX3" fmla="*/ 0 w 129630"/>
                    <a:gd name="csY3" fmla="*/ 0 h 1261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26102">
                      <a:moveTo>
                        <a:pt x="0" y="126102"/>
                      </a:moveTo>
                      <a:lnTo>
                        <a:pt x="129630" y="12610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7" name="任意多边形: 形状 1816"/>
                <p:cNvSpPr/>
                <p:nvPr/>
              </p:nvSpPr>
              <p:spPr>
                <a:xfrm>
                  <a:off x="38257811" y="44352361"/>
                  <a:ext cx="129630" cy="141080"/>
                </a:xfrm>
                <a:custGeom>
                  <a:avLst/>
                  <a:gdLst>
                    <a:gd name="csX0" fmla="*/ 0 w 129630"/>
                    <a:gd name="csY0" fmla="*/ 141080 h 141080"/>
                    <a:gd name="csX1" fmla="*/ 129630 w 129630"/>
                    <a:gd name="csY1" fmla="*/ 141080 h 141080"/>
                    <a:gd name="csX2" fmla="*/ 129630 w 129630"/>
                    <a:gd name="csY2" fmla="*/ 0 h 141080"/>
                    <a:gd name="csX3" fmla="*/ 0 w 129630"/>
                    <a:gd name="csY3" fmla="*/ 0 h 1410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41080">
                      <a:moveTo>
                        <a:pt x="0" y="141080"/>
                      </a:moveTo>
                      <a:lnTo>
                        <a:pt x="129630" y="14108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8" name="任意多边形: 形状 1817"/>
                <p:cNvSpPr/>
                <p:nvPr/>
              </p:nvSpPr>
              <p:spPr>
                <a:xfrm>
                  <a:off x="38387442" y="44337875"/>
                  <a:ext cx="129630" cy="155566"/>
                </a:xfrm>
                <a:custGeom>
                  <a:avLst/>
                  <a:gdLst>
                    <a:gd name="csX0" fmla="*/ 0 w 129630"/>
                    <a:gd name="csY0" fmla="*/ 155567 h 155566"/>
                    <a:gd name="csX1" fmla="*/ 129630 w 129630"/>
                    <a:gd name="csY1" fmla="*/ 155567 h 155566"/>
                    <a:gd name="csX2" fmla="*/ 129630 w 129630"/>
                    <a:gd name="csY2" fmla="*/ 0 h 155566"/>
                    <a:gd name="csX3" fmla="*/ 0 w 129630"/>
                    <a:gd name="csY3" fmla="*/ 0 h 1555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55566">
                      <a:moveTo>
                        <a:pt x="0" y="155567"/>
                      </a:moveTo>
                      <a:lnTo>
                        <a:pt x="129630" y="15556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19" name="任意多边形: 形状 1818"/>
                <p:cNvSpPr/>
                <p:nvPr/>
              </p:nvSpPr>
              <p:spPr>
                <a:xfrm>
                  <a:off x="38517072" y="44328504"/>
                  <a:ext cx="129630" cy="164937"/>
                </a:xfrm>
                <a:custGeom>
                  <a:avLst/>
                  <a:gdLst>
                    <a:gd name="csX0" fmla="*/ 0 w 129630"/>
                    <a:gd name="csY0" fmla="*/ 164938 h 164937"/>
                    <a:gd name="csX1" fmla="*/ 129630 w 129630"/>
                    <a:gd name="csY1" fmla="*/ 164938 h 164937"/>
                    <a:gd name="csX2" fmla="*/ 129630 w 129630"/>
                    <a:gd name="csY2" fmla="*/ 0 h 164937"/>
                    <a:gd name="csX3" fmla="*/ 0 w 129630"/>
                    <a:gd name="csY3" fmla="*/ 0 h 1649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64937">
                      <a:moveTo>
                        <a:pt x="0" y="164938"/>
                      </a:moveTo>
                      <a:lnTo>
                        <a:pt x="129630" y="16493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0" name="任意多边形: 形状 1819"/>
                <p:cNvSpPr/>
                <p:nvPr/>
              </p:nvSpPr>
              <p:spPr>
                <a:xfrm>
                  <a:off x="38646702" y="44322079"/>
                  <a:ext cx="129630" cy="171362"/>
                </a:xfrm>
                <a:custGeom>
                  <a:avLst/>
                  <a:gdLst>
                    <a:gd name="csX0" fmla="*/ 0 w 129630"/>
                    <a:gd name="csY0" fmla="*/ 171362 h 171362"/>
                    <a:gd name="csX1" fmla="*/ 129630 w 129630"/>
                    <a:gd name="csY1" fmla="*/ 171362 h 171362"/>
                    <a:gd name="csX2" fmla="*/ 129630 w 129630"/>
                    <a:gd name="csY2" fmla="*/ 0 h 171362"/>
                    <a:gd name="csX3" fmla="*/ 0 w 129630"/>
                    <a:gd name="csY3" fmla="*/ 0 h 1713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1362">
                      <a:moveTo>
                        <a:pt x="0" y="171362"/>
                      </a:moveTo>
                      <a:lnTo>
                        <a:pt x="129630" y="17136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1" name="任意多边形: 形状 1820"/>
                <p:cNvSpPr/>
                <p:nvPr/>
              </p:nvSpPr>
              <p:spPr>
                <a:xfrm>
                  <a:off x="38776333" y="44309454"/>
                  <a:ext cx="129630" cy="183986"/>
                </a:xfrm>
                <a:custGeom>
                  <a:avLst/>
                  <a:gdLst>
                    <a:gd name="csX0" fmla="*/ 0 w 129630"/>
                    <a:gd name="csY0" fmla="*/ 183987 h 183986"/>
                    <a:gd name="csX1" fmla="*/ 129630 w 129630"/>
                    <a:gd name="csY1" fmla="*/ 183987 h 183986"/>
                    <a:gd name="csX2" fmla="*/ 129630 w 129630"/>
                    <a:gd name="csY2" fmla="*/ 0 h 183986"/>
                    <a:gd name="csX3" fmla="*/ 0 w 129630"/>
                    <a:gd name="csY3" fmla="*/ 0 h 1839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83986">
                      <a:moveTo>
                        <a:pt x="0" y="183987"/>
                      </a:moveTo>
                      <a:lnTo>
                        <a:pt x="129630" y="18398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2" name="任意多边形: 形状 1821"/>
                <p:cNvSpPr/>
                <p:nvPr/>
              </p:nvSpPr>
              <p:spPr>
                <a:xfrm>
                  <a:off x="38905963" y="44308349"/>
                  <a:ext cx="129630" cy="185091"/>
                </a:xfrm>
                <a:custGeom>
                  <a:avLst/>
                  <a:gdLst>
                    <a:gd name="csX0" fmla="*/ 0 w 129630"/>
                    <a:gd name="csY0" fmla="*/ 185092 h 185091"/>
                    <a:gd name="csX1" fmla="*/ 129630 w 129630"/>
                    <a:gd name="csY1" fmla="*/ 185092 h 185091"/>
                    <a:gd name="csX2" fmla="*/ 129630 w 129630"/>
                    <a:gd name="csY2" fmla="*/ 0 h 185091"/>
                    <a:gd name="csX3" fmla="*/ 0 w 129630"/>
                    <a:gd name="csY3" fmla="*/ 0 h 1850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85091">
                      <a:moveTo>
                        <a:pt x="0" y="185092"/>
                      </a:moveTo>
                      <a:lnTo>
                        <a:pt x="129630" y="18509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3" name="任意多边形: 形状 1822"/>
                <p:cNvSpPr/>
                <p:nvPr/>
              </p:nvSpPr>
              <p:spPr>
                <a:xfrm>
                  <a:off x="39035593" y="44311398"/>
                  <a:ext cx="129630" cy="182043"/>
                </a:xfrm>
                <a:custGeom>
                  <a:avLst/>
                  <a:gdLst>
                    <a:gd name="csX0" fmla="*/ 0 w 129630"/>
                    <a:gd name="csY0" fmla="*/ 182043 h 182043"/>
                    <a:gd name="csX1" fmla="*/ 129630 w 129630"/>
                    <a:gd name="csY1" fmla="*/ 182043 h 182043"/>
                    <a:gd name="csX2" fmla="*/ 129630 w 129630"/>
                    <a:gd name="csY2" fmla="*/ 0 h 182043"/>
                    <a:gd name="csX3" fmla="*/ 0 w 129630"/>
                    <a:gd name="csY3" fmla="*/ 0 h 18204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82043">
                      <a:moveTo>
                        <a:pt x="0" y="182043"/>
                      </a:moveTo>
                      <a:lnTo>
                        <a:pt x="129630" y="18204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4" name="任意多边形: 形状 1823"/>
                <p:cNvSpPr/>
                <p:nvPr/>
              </p:nvSpPr>
              <p:spPr>
                <a:xfrm>
                  <a:off x="39165224" y="44316903"/>
                  <a:ext cx="129630" cy="176538"/>
                </a:xfrm>
                <a:custGeom>
                  <a:avLst/>
                  <a:gdLst>
                    <a:gd name="csX0" fmla="*/ 0 w 129630"/>
                    <a:gd name="csY0" fmla="*/ 176538 h 176538"/>
                    <a:gd name="csX1" fmla="*/ 129630 w 129630"/>
                    <a:gd name="csY1" fmla="*/ 176538 h 176538"/>
                    <a:gd name="csX2" fmla="*/ 129630 w 129630"/>
                    <a:gd name="csY2" fmla="*/ 0 h 176538"/>
                    <a:gd name="csX3" fmla="*/ 0 w 129630"/>
                    <a:gd name="csY3" fmla="*/ 0 h 1765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6538">
                      <a:moveTo>
                        <a:pt x="0" y="176538"/>
                      </a:moveTo>
                      <a:lnTo>
                        <a:pt x="129630" y="17653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5" name="任意多边形: 形状 1824"/>
                <p:cNvSpPr/>
                <p:nvPr/>
              </p:nvSpPr>
              <p:spPr>
                <a:xfrm>
                  <a:off x="39294854" y="44323409"/>
                  <a:ext cx="129630" cy="170031"/>
                </a:xfrm>
                <a:custGeom>
                  <a:avLst/>
                  <a:gdLst>
                    <a:gd name="csX0" fmla="*/ 0 w 129630"/>
                    <a:gd name="csY0" fmla="*/ 170032 h 170031"/>
                    <a:gd name="csX1" fmla="*/ 129630 w 129630"/>
                    <a:gd name="csY1" fmla="*/ 170032 h 170031"/>
                    <a:gd name="csX2" fmla="*/ 129630 w 129630"/>
                    <a:gd name="csY2" fmla="*/ 0 h 170031"/>
                    <a:gd name="csX3" fmla="*/ 0 w 129630"/>
                    <a:gd name="csY3" fmla="*/ 0 h 1700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0031">
                      <a:moveTo>
                        <a:pt x="0" y="170032"/>
                      </a:moveTo>
                      <a:lnTo>
                        <a:pt x="129630" y="17003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6" name="任意多边形: 形状 1825"/>
                <p:cNvSpPr/>
                <p:nvPr/>
              </p:nvSpPr>
              <p:spPr>
                <a:xfrm>
                  <a:off x="39424485" y="44341149"/>
                  <a:ext cx="129630" cy="152292"/>
                </a:xfrm>
                <a:custGeom>
                  <a:avLst/>
                  <a:gdLst>
                    <a:gd name="csX0" fmla="*/ 0 w 129630"/>
                    <a:gd name="csY0" fmla="*/ 152293 h 152292"/>
                    <a:gd name="csX1" fmla="*/ 129630 w 129630"/>
                    <a:gd name="csY1" fmla="*/ 152293 h 152292"/>
                    <a:gd name="csX2" fmla="*/ 129630 w 129630"/>
                    <a:gd name="csY2" fmla="*/ 0 h 152292"/>
                    <a:gd name="csX3" fmla="*/ 0 w 129630"/>
                    <a:gd name="csY3" fmla="*/ 0 h 1522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52292">
                      <a:moveTo>
                        <a:pt x="0" y="152293"/>
                      </a:moveTo>
                      <a:lnTo>
                        <a:pt x="129630" y="15229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7" name="任意多边形: 形状 1826"/>
                <p:cNvSpPr/>
                <p:nvPr/>
              </p:nvSpPr>
              <p:spPr>
                <a:xfrm>
                  <a:off x="39554115" y="44352075"/>
                  <a:ext cx="129630" cy="141366"/>
                </a:xfrm>
                <a:custGeom>
                  <a:avLst/>
                  <a:gdLst>
                    <a:gd name="csX0" fmla="*/ 0 w 129630"/>
                    <a:gd name="csY0" fmla="*/ 141366 h 141366"/>
                    <a:gd name="csX1" fmla="*/ 129630 w 129630"/>
                    <a:gd name="csY1" fmla="*/ 141366 h 141366"/>
                    <a:gd name="csX2" fmla="*/ 129630 w 129630"/>
                    <a:gd name="csY2" fmla="*/ 0 h 141366"/>
                    <a:gd name="csX3" fmla="*/ 0 w 129630"/>
                    <a:gd name="csY3" fmla="*/ 0 h 1413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41366">
                      <a:moveTo>
                        <a:pt x="0" y="141366"/>
                      </a:moveTo>
                      <a:lnTo>
                        <a:pt x="129630" y="14136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8" name="任意多边形: 形状 1827"/>
                <p:cNvSpPr/>
                <p:nvPr/>
              </p:nvSpPr>
              <p:spPr>
                <a:xfrm>
                  <a:off x="39683745" y="44368792"/>
                  <a:ext cx="129630" cy="124648"/>
                </a:xfrm>
                <a:custGeom>
                  <a:avLst/>
                  <a:gdLst>
                    <a:gd name="csX0" fmla="*/ 0 w 129630"/>
                    <a:gd name="csY0" fmla="*/ 124649 h 124648"/>
                    <a:gd name="csX1" fmla="*/ 129630 w 129630"/>
                    <a:gd name="csY1" fmla="*/ 124649 h 124648"/>
                    <a:gd name="csX2" fmla="*/ 129630 w 129630"/>
                    <a:gd name="csY2" fmla="*/ 0 h 124648"/>
                    <a:gd name="csX3" fmla="*/ 0 w 129630"/>
                    <a:gd name="csY3" fmla="*/ 0 h 1246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24648">
                      <a:moveTo>
                        <a:pt x="0" y="124649"/>
                      </a:moveTo>
                      <a:lnTo>
                        <a:pt x="129630" y="12464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29" name="任意多边形: 形状 1828"/>
                <p:cNvSpPr/>
                <p:nvPr/>
              </p:nvSpPr>
              <p:spPr>
                <a:xfrm>
                  <a:off x="39813376" y="44378634"/>
                  <a:ext cx="129630" cy="114807"/>
                </a:xfrm>
                <a:custGeom>
                  <a:avLst/>
                  <a:gdLst>
                    <a:gd name="csX0" fmla="*/ 0 w 129630"/>
                    <a:gd name="csY0" fmla="*/ 114808 h 114807"/>
                    <a:gd name="csX1" fmla="*/ 129630 w 129630"/>
                    <a:gd name="csY1" fmla="*/ 114808 h 114807"/>
                    <a:gd name="csX2" fmla="*/ 129630 w 129630"/>
                    <a:gd name="csY2" fmla="*/ 0 h 114807"/>
                    <a:gd name="csX3" fmla="*/ 0 w 129630"/>
                    <a:gd name="csY3" fmla="*/ 0 h 1148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4807">
                      <a:moveTo>
                        <a:pt x="0" y="114808"/>
                      </a:moveTo>
                      <a:lnTo>
                        <a:pt x="129630" y="11480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0" name="任意多边形: 形状 1829"/>
                <p:cNvSpPr/>
                <p:nvPr/>
              </p:nvSpPr>
              <p:spPr>
                <a:xfrm>
                  <a:off x="39943006" y="44389396"/>
                  <a:ext cx="129630" cy="104045"/>
                </a:xfrm>
                <a:custGeom>
                  <a:avLst/>
                  <a:gdLst>
                    <a:gd name="csX0" fmla="*/ 0 w 129630"/>
                    <a:gd name="csY0" fmla="*/ 104045 h 104045"/>
                    <a:gd name="csX1" fmla="*/ 129630 w 129630"/>
                    <a:gd name="csY1" fmla="*/ 104045 h 104045"/>
                    <a:gd name="csX2" fmla="*/ 129630 w 129630"/>
                    <a:gd name="csY2" fmla="*/ 0 h 104045"/>
                    <a:gd name="csX3" fmla="*/ 0 w 129630"/>
                    <a:gd name="csY3" fmla="*/ 0 h 10404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4045">
                      <a:moveTo>
                        <a:pt x="0" y="104045"/>
                      </a:moveTo>
                      <a:lnTo>
                        <a:pt x="129630" y="10404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1" name="任意多边形: 形状 1830"/>
                <p:cNvSpPr/>
                <p:nvPr/>
              </p:nvSpPr>
              <p:spPr>
                <a:xfrm>
                  <a:off x="40072637" y="44395473"/>
                  <a:ext cx="129630" cy="97968"/>
                </a:xfrm>
                <a:custGeom>
                  <a:avLst/>
                  <a:gdLst>
                    <a:gd name="csX0" fmla="*/ 0 w 129630"/>
                    <a:gd name="csY0" fmla="*/ 97968 h 97968"/>
                    <a:gd name="csX1" fmla="*/ 129630 w 129630"/>
                    <a:gd name="csY1" fmla="*/ 97968 h 97968"/>
                    <a:gd name="csX2" fmla="*/ 129630 w 129630"/>
                    <a:gd name="csY2" fmla="*/ 0 h 97968"/>
                    <a:gd name="csX3" fmla="*/ 0 w 129630"/>
                    <a:gd name="csY3" fmla="*/ 0 h 979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7968">
                      <a:moveTo>
                        <a:pt x="0" y="97968"/>
                      </a:moveTo>
                      <a:lnTo>
                        <a:pt x="129630" y="9796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2" name="任意多边形: 形状 1831"/>
                <p:cNvSpPr/>
                <p:nvPr/>
              </p:nvSpPr>
              <p:spPr>
                <a:xfrm>
                  <a:off x="40202267" y="44401919"/>
                  <a:ext cx="129630" cy="91522"/>
                </a:xfrm>
                <a:custGeom>
                  <a:avLst/>
                  <a:gdLst>
                    <a:gd name="csX0" fmla="*/ 0 w 129630"/>
                    <a:gd name="csY0" fmla="*/ 91523 h 91522"/>
                    <a:gd name="csX1" fmla="*/ 129630 w 129630"/>
                    <a:gd name="csY1" fmla="*/ 91523 h 91522"/>
                    <a:gd name="csX2" fmla="*/ 129630 w 129630"/>
                    <a:gd name="csY2" fmla="*/ 0 h 91522"/>
                    <a:gd name="csX3" fmla="*/ 0 w 129630"/>
                    <a:gd name="csY3" fmla="*/ 0 h 915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1522">
                      <a:moveTo>
                        <a:pt x="0" y="91523"/>
                      </a:moveTo>
                      <a:lnTo>
                        <a:pt x="129630" y="9152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3" name="任意多边形: 形状 1832"/>
                <p:cNvSpPr/>
                <p:nvPr/>
              </p:nvSpPr>
              <p:spPr>
                <a:xfrm>
                  <a:off x="40331897" y="44408814"/>
                  <a:ext cx="129630" cy="84627"/>
                </a:xfrm>
                <a:custGeom>
                  <a:avLst/>
                  <a:gdLst>
                    <a:gd name="csX0" fmla="*/ 0 w 129630"/>
                    <a:gd name="csY0" fmla="*/ 84628 h 84627"/>
                    <a:gd name="csX1" fmla="*/ 129630 w 129630"/>
                    <a:gd name="csY1" fmla="*/ 84628 h 84627"/>
                    <a:gd name="csX2" fmla="*/ 129630 w 129630"/>
                    <a:gd name="csY2" fmla="*/ 0 h 84627"/>
                    <a:gd name="csX3" fmla="*/ 0 w 129630"/>
                    <a:gd name="csY3" fmla="*/ 0 h 846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4627">
                      <a:moveTo>
                        <a:pt x="0" y="84628"/>
                      </a:moveTo>
                      <a:lnTo>
                        <a:pt x="129630" y="8462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4" name="任意多边形: 形状 1833"/>
                <p:cNvSpPr/>
                <p:nvPr/>
              </p:nvSpPr>
              <p:spPr>
                <a:xfrm>
                  <a:off x="40461528" y="44406339"/>
                  <a:ext cx="129627" cy="87102"/>
                </a:xfrm>
                <a:custGeom>
                  <a:avLst/>
                  <a:gdLst>
                    <a:gd name="csX0" fmla="*/ 0 w 129627"/>
                    <a:gd name="csY0" fmla="*/ 87103 h 87102"/>
                    <a:gd name="csX1" fmla="*/ 129628 w 129627"/>
                    <a:gd name="csY1" fmla="*/ 87103 h 87102"/>
                    <a:gd name="csX2" fmla="*/ 129628 w 129627"/>
                    <a:gd name="csY2" fmla="*/ 0 h 87102"/>
                    <a:gd name="csX3" fmla="*/ 0 w 129627"/>
                    <a:gd name="csY3" fmla="*/ 0 h 871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27" h="87102">
                      <a:moveTo>
                        <a:pt x="0" y="87103"/>
                      </a:moveTo>
                      <a:lnTo>
                        <a:pt x="129628" y="87103"/>
                      </a:lnTo>
                      <a:lnTo>
                        <a:pt x="1296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5" name="任意多边形: 形状 1834"/>
                <p:cNvSpPr/>
                <p:nvPr/>
              </p:nvSpPr>
              <p:spPr>
                <a:xfrm>
                  <a:off x="40591156" y="44402963"/>
                  <a:ext cx="129630" cy="90478"/>
                </a:xfrm>
                <a:custGeom>
                  <a:avLst/>
                  <a:gdLst>
                    <a:gd name="csX0" fmla="*/ 0 w 129630"/>
                    <a:gd name="csY0" fmla="*/ 90479 h 90478"/>
                    <a:gd name="csX1" fmla="*/ 129630 w 129630"/>
                    <a:gd name="csY1" fmla="*/ 90479 h 90478"/>
                    <a:gd name="csX2" fmla="*/ 129630 w 129630"/>
                    <a:gd name="csY2" fmla="*/ 0 h 90478"/>
                    <a:gd name="csX3" fmla="*/ 0 w 129630"/>
                    <a:gd name="csY3" fmla="*/ 0 h 9047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0478">
                      <a:moveTo>
                        <a:pt x="0" y="90479"/>
                      </a:moveTo>
                      <a:lnTo>
                        <a:pt x="129630" y="9047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6" name="任意多边形: 形状 1835"/>
                <p:cNvSpPr/>
                <p:nvPr/>
              </p:nvSpPr>
              <p:spPr>
                <a:xfrm>
                  <a:off x="40720786" y="44407607"/>
                  <a:ext cx="129630" cy="85834"/>
                </a:xfrm>
                <a:custGeom>
                  <a:avLst/>
                  <a:gdLst>
                    <a:gd name="csX0" fmla="*/ 0 w 129630"/>
                    <a:gd name="csY0" fmla="*/ 85835 h 85834"/>
                    <a:gd name="csX1" fmla="*/ 129630 w 129630"/>
                    <a:gd name="csY1" fmla="*/ 85835 h 85834"/>
                    <a:gd name="csX2" fmla="*/ 129630 w 129630"/>
                    <a:gd name="csY2" fmla="*/ 0 h 85834"/>
                    <a:gd name="csX3" fmla="*/ 0 w 129630"/>
                    <a:gd name="csY3" fmla="*/ 0 h 858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5834">
                      <a:moveTo>
                        <a:pt x="0" y="85835"/>
                      </a:moveTo>
                      <a:lnTo>
                        <a:pt x="129630" y="8583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7" name="任意多边形: 形状 1836"/>
                <p:cNvSpPr/>
                <p:nvPr/>
              </p:nvSpPr>
              <p:spPr>
                <a:xfrm>
                  <a:off x="40850416" y="44408917"/>
                  <a:ext cx="129630" cy="84524"/>
                </a:xfrm>
                <a:custGeom>
                  <a:avLst/>
                  <a:gdLst>
                    <a:gd name="csX0" fmla="*/ 0 w 129630"/>
                    <a:gd name="csY0" fmla="*/ 84524 h 84524"/>
                    <a:gd name="csX1" fmla="*/ 129630 w 129630"/>
                    <a:gd name="csY1" fmla="*/ 84524 h 84524"/>
                    <a:gd name="csX2" fmla="*/ 129630 w 129630"/>
                    <a:gd name="csY2" fmla="*/ 0 h 84524"/>
                    <a:gd name="csX3" fmla="*/ 0 w 129630"/>
                    <a:gd name="csY3" fmla="*/ 0 h 845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4524">
                      <a:moveTo>
                        <a:pt x="0" y="84524"/>
                      </a:moveTo>
                      <a:lnTo>
                        <a:pt x="129630" y="84524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8" name="任意多边形: 形状 1837"/>
                <p:cNvSpPr/>
                <p:nvPr/>
              </p:nvSpPr>
              <p:spPr>
                <a:xfrm>
                  <a:off x="40980047" y="44408629"/>
                  <a:ext cx="129630" cy="84811"/>
                </a:xfrm>
                <a:custGeom>
                  <a:avLst/>
                  <a:gdLst>
                    <a:gd name="csX0" fmla="*/ 0 w 129630"/>
                    <a:gd name="csY0" fmla="*/ 84812 h 84811"/>
                    <a:gd name="csX1" fmla="*/ 129630 w 129630"/>
                    <a:gd name="csY1" fmla="*/ 84812 h 84811"/>
                    <a:gd name="csX2" fmla="*/ 129630 w 129630"/>
                    <a:gd name="csY2" fmla="*/ 0 h 84811"/>
                    <a:gd name="csX3" fmla="*/ 0 w 129630"/>
                    <a:gd name="csY3" fmla="*/ 0 h 848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4811">
                      <a:moveTo>
                        <a:pt x="0" y="84812"/>
                      </a:moveTo>
                      <a:lnTo>
                        <a:pt x="129630" y="8481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39" name="任意多边形: 形状 1838"/>
                <p:cNvSpPr/>
                <p:nvPr/>
              </p:nvSpPr>
              <p:spPr>
                <a:xfrm>
                  <a:off x="41109677" y="44392916"/>
                  <a:ext cx="129630" cy="100525"/>
                </a:xfrm>
                <a:custGeom>
                  <a:avLst/>
                  <a:gdLst>
                    <a:gd name="csX0" fmla="*/ 0 w 129630"/>
                    <a:gd name="csY0" fmla="*/ 100525 h 100525"/>
                    <a:gd name="csX1" fmla="*/ 129630 w 129630"/>
                    <a:gd name="csY1" fmla="*/ 100525 h 100525"/>
                    <a:gd name="csX2" fmla="*/ 129630 w 129630"/>
                    <a:gd name="csY2" fmla="*/ 0 h 100525"/>
                    <a:gd name="csX3" fmla="*/ 0 w 129630"/>
                    <a:gd name="csY3" fmla="*/ 0 h 1005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0525">
                      <a:moveTo>
                        <a:pt x="0" y="100525"/>
                      </a:moveTo>
                      <a:lnTo>
                        <a:pt x="129630" y="10052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0" name="任意多边形: 形状 1839"/>
                <p:cNvSpPr/>
                <p:nvPr/>
              </p:nvSpPr>
              <p:spPr>
                <a:xfrm>
                  <a:off x="41239308" y="44383565"/>
                  <a:ext cx="129630" cy="109876"/>
                </a:xfrm>
                <a:custGeom>
                  <a:avLst/>
                  <a:gdLst>
                    <a:gd name="csX0" fmla="*/ 0 w 129630"/>
                    <a:gd name="csY0" fmla="*/ 109876 h 109876"/>
                    <a:gd name="csX1" fmla="*/ 129630 w 129630"/>
                    <a:gd name="csY1" fmla="*/ 109876 h 109876"/>
                    <a:gd name="csX2" fmla="*/ 129630 w 129630"/>
                    <a:gd name="csY2" fmla="*/ 0 h 109876"/>
                    <a:gd name="csX3" fmla="*/ 0 w 129630"/>
                    <a:gd name="csY3" fmla="*/ 0 h 1098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9876">
                      <a:moveTo>
                        <a:pt x="0" y="109876"/>
                      </a:moveTo>
                      <a:lnTo>
                        <a:pt x="129630" y="10987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1" name="任意多边形: 形状 1840"/>
                <p:cNvSpPr/>
                <p:nvPr/>
              </p:nvSpPr>
              <p:spPr>
                <a:xfrm>
                  <a:off x="41368938" y="44371432"/>
                  <a:ext cx="129630" cy="122009"/>
                </a:xfrm>
                <a:custGeom>
                  <a:avLst/>
                  <a:gdLst>
                    <a:gd name="csX0" fmla="*/ 0 w 129630"/>
                    <a:gd name="csY0" fmla="*/ 122010 h 122009"/>
                    <a:gd name="csX1" fmla="*/ 129630 w 129630"/>
                    <a:gd name="csY1" fmla="*/ 122010 h 122009"/>
                    <a:gd name="csX2" fmla="*/ 129630 w 129630"/>
                    <a:gd name="csY2" fmla="*/ 0 h 122009"/>
                    <a:gd name="csX3" fmla="*/ 0 w 129630"/>
                    <a:gd name="csY3" fmla="*/ 0 h 1220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22009">
                      <a:moveTo>
                        <a:pt x="0" y="122010"/>
                      </a:moveTo>
                      <a:lnTo>
                        <a:pt x="129630" y="12201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2" name="任意多边形: 形状 1841"/>
                <p:cNvSpPr/>
                <p:nvPr/>
              </p:nvSpPr>
              <p:spPr>
                <a:xfrm>
                  <a:off x="41498568" y="44351953"/>
                  <a:ext cx="129630" cy="141488"/>
                </a:xfrm>
                <a:custGeom>
                  <a:avLst/>
                  <a:gdLst>
                    <a:gd name="csX0" fmla="*/ 0 w 129630"/>
                    <a:gd name="csY0" fmla="*/ 141488 h 141488"/>
                    <a:gd name="csX1" fmla="*/ 129630 w 129630"/>
                    <a:gd name="csY1" fmla="*/ 141488 h 141488"/>
                    <a:gd name="csX2" fmla="*/ 129630 w 129630"/>
                    <a:gd name="csY2" fmla="*/ 0 h 141488"/>
                    <a:gd name="csX3" fmla="*/ 0 w 129630"/>
                    <a:gd name="csY3" fmla="*/ 0 h 1414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41488">
                      <a:moveTo>
                        <a:pt x="0" y="141488"/>
                      </a:moveTo>
                      <a:lnTo>
                        <a:pt x="129630" y="14148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3" name="任意多边形: 形状 1842"/>
                <p:cNvSpPr/>
                <p:nvPr/>
              </p:nvSpPr>
              <p:spPr>
                <a:xfrm>
                  <a:off x="41628199" y="44321833"/>
                  <a:ext cx="129630" cy="171608"/>
                </a:xfrm>
                <a:custGeom>
                  <a:avLst/>
                  <a:gdLst>
                    <a:gd name="csX0" fmla="*/ 0 w 129630"/>
                    <a:gd name="csY0" fmla="*/ 171608 h 171608"/>
                    <a:gd name="csX1" fmla="*/ 129630 w 129630"/>
                    <a:gd name="csY1" fmla="*/ 171608 h 171608"/>
                    <a:gd name="csX2" fmla="*/ 129630 w 129630"/>
                    <a:gd name="csY2" fmla="*/ 0 h 171608"/>
                    <a:gd name="csX3" fmla="*/ 0 w 129630"/>
                    <a:gd name="csY3" fmla="*/ 0 h 17160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1608">
                      <a:moveTo>
                        <a:pt x="0" y="171608"/>
                      </a:moveTo>
                      <a:lnTo>
                        <a:pt x="129630" y="17160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4" name="任意多边形: 形状 1843"/>
                <p:cNvSpPr/>
                <p:nvPr/>
              </p:nvSpPr>
              <p:spPr>
                <a:xfrm>
                  <a:off x="41757829" y="44284287"/>
                  <a:ext cx="129630" cy="209154"/>
                </a:xfrm>
                <a:custGeom>
                  <a:avLst/>
                  <a:gdLst>
                    <a:gd name="csX0" fmla="*/ 0 w 129630"/>
                    <a:gd name="csY0" fmla="*/ 209155 h 209154"/>
                    <a:gd name="csX1" fmla="*/ 129630 w 129630"/>
                    <a:gd name="csY1" fmla="*/ 209155 h 209154"/>
                    <a:gd name="csX2" fmla="*/ 129630 w 129630"/>
                    <a:gd name="csY2" fmla="*/ 0 h 209154"/>
                    <a:gd name="csX3" fmla="*/ 0 w 129630"/>
                    <a:gd name="csY3" fmla="*/ 0 h 20915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09154">
                      <a:moveTo>
                        <a:pt x="0" y="209155"/>
                      </a:moveTo>
                      <a:lnTo>
                        <a:pt x="129630" y="20915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5" name="任意多边形: 形状 1844"/>
                <p:cNvSpPr/>
                <p:nvPr/>
              </p:nvSpPr>
              <p:spPr>
                <a:xfrm>
                  <a:off x="41887459" y="44217481"/>
                  <a:ext cx="129630" cy="275959"/>
                </a:xfrm>
                <a:custGeom>
                  <a:avLst/>
                  <a:gdLst>
                    <a:gd name="csX0" fmla="*/ 0 w 129630"/>
                    <a:gd name="csY0" fmla="*/ 275960 h 275959"/>
                    <a:gd name="csX1" fmla="*/ 129630 w 129630"/>
                    <a:gd name="csY1" fmla="*/ 275960 h 275959"/>
                    <a:gd name="csX2" fmla="*/ 129630 w 129630"/>
                    <a:gd name="csY2" fmla="*/ 0 h 275959"/>
                    <a:gd name="csX3" fmla="*/ 0 w 129630"/>
                    <a:gd name="csY3" fmla="*/ 0 h 2759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75959">
                      <a:moveTo>
                        <a:pt x="0" y="275960"/>
                      </a:moveTo>
                      <a:lnTo>
                        <a:pt x="129630" y="27596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6" name="任意多边形: 形状 1845"/>
                <p:cNvSpPr/>
                <p:nvPr/>
              </p:nvSpPr>
              <p:spPr>
                <a:xfrm>
                  <a:off x="42017090" y="44138296"/>
                  <a:ext cx="129630" cy="355144"/>
                </a:xfrm>
                <a:custGeom>
                  <a:avLst/>
                  <a:gdLst>
                    <a:gd name="csX0" fmla="*/ 0 w 129630"/>
                    <a:gd name="csY0" fmla="*/ 355145 h 355144"/>
                    <a:gd name="csX1" fmla="*/ 129630 w 129630"/>
                    <a:gd name="csY1" fmla="*/ 355145 h 355144"/>
                    <a:gd name="csX2" fmla="*/ 129630 w 129630"/>
                    <a:gd name="csY2" fmla="*/ 0 h 355144"/>
                    <a:gd name="csX3" fmla="*/ 0 w 129630"/>
                    <a:gd name="csY3" fmla="*/ 0 h 3551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55144">
                      <a:moveTo>
                        <a:pt x="0" y="355145"/>
                      </a:moveTo>
                      <a:lnTo>
                        <a:pt x="129630" y="35514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7" name="任意多边形: 形状 1846"/>
                <p:cNvSpPr/>
                <p:nvPr/>
              </p:nvSpPr>
              <p:spPr>
                <a:xfrm>
                  <a:off x="42146720" y="43997195"/>
                  <a:ext cx="129630" cy="496246"/>
                </a:xfrm>
                <a:custGeom>
                  <a:avLst/>
                  <a:gdLst>
                    <a:gd name="csX0" fmla="*/ 0 w 129630"/>
                    <a:gd name="csY0" fmla="*/ 496246 h 496246"/>
                    <a:gd name="csX1" fmla="*/ 129630 w 129630"/>
                    <a:gd name="csY1" fmla="*/ 496246 h 496246"/>
                    <a:gd name="csX2" fmla="*/ 129630 w 129630"/>
                    <a:gd name="csY2" fmla="*/ 0 h 496246"/>
                    <a:gd name="csX3" fmla="*/ 0 w 129630"/>
                    <a:gd name="csY3" fmla="*/ 0 h 49624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496246">
                      <a:moveTo>
                        <a:pt x="0" y="496246"/>
                      </a:moveTo>
                      <a:lnTo>
                        <a:pt x="129630" y="49624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8" name="任意多边形: 形状 1847"/>
                <p:cNvSpPr/>
                <p:nvPr/>
              </p:nvSpPr>
              <p:spPr>
                <a:xfrm>
                  <a:off x="42276351" y="43767988"/>
                  <a:ext cx="129630" cy="725453"/>
                </a:xfrm>
                <a:custGeom>
                  <a:avLst/>
                  <a:gdLst>
                    <a:gd name="csX0" fmla="*/ 0 w 129630"/>
                    <a:gd name="csY0" fmla="*/ 725453 h 725453"/>
                    <a:gd name="csX1" fmla="*/ 129630 w 129630"/>
                    <a:gd name="csY1" fmla="*/ 725453 h 725453"/>
                    <a:gd name="csX2" fmla="*/ 129630 w 129630"/>
                    <a:gd name="csY2" fmla="*/ 0 h 725453"/>
                    <a:gd name="csX3" fmla="*/ 0 w 129630"/>
                    <a:gd name="csY3" fmla="*/ 0 h 72545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725453">
                      <a:moveTo>
                        <a:pt x="0" y="725453"/>
                      </a:moveTo>
                      <a:lnTo>
                        <a:pt x="129630" y="72545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49" name="任意多边形: 形状 1848"/>
                <p:cNvSpPr/>
                <p:nvPr/>
              </p:nvSpPr>
              <p:spPr>
                <a:xfrm>
                  <a:off x="42405981" y="43370140"/>
                  <a:ext cx="129630" cy="1123300"/>
                </a:xfrm>
                <a:custGeom>
                  <a:avLst/>
                  <a:gdLst>
                    <a:gd name="csX0" fmla="*/ 0 w 129630"/>
                    <a:gd name="csY0" fmla="*/ 1123301 h 1123300"/>
                    <a:gd name="csX1" fmla="*/ 129630 w 129630"/>
                    <a:gd name="csY1" fmla="*/ 1123301 h 1123300"/>
                    <a:gd name="csX2" fmla="*/ 129630 w 129630"/>
                    <a:gd name="csY2" fmla="*/ 0 h 1123300"/>
                    <a:gd name="csX3" fmla="*/ 0 w 129630"/>
                    <a:gd name="csY3" fmla="*/ 0 h 11233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23300">
                      <a:moveTo>
                        <a:pt x="0" y="1123301"/>
                      </a:moveTo>
                      <a:lnTo>
                        <a:pt x="129630" y="1123301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0" name="任意多边形: 形状 1849"/>
                <p:cNvSpPr/>
                <p:nvPr/>
              </p:nvSpPr>
              <p:spPr>
                <a:xfrm>
                  <a:off x="42535611" y="42645853"/>
                  <a:ext cx="129630" cy="1847588"/>
                </a:xfrm>
                <a:custGeom>
                  <a:avLst/>
                  <a:gdLst>
                    <a:gd name="csX0" fmla="*/ 0 w 129630"/>
                    <a:gd name="csY0" fmla="*/ 1847588 h 1847588"/>
                    <a:gd name="csX1" fmla="*/ 129630 w 129630"/>
                    <a:gd name="csY1" fmla="*/ 1847588 h 1847588"/>
                    <a:gd name="csX2" fmla="*/ 129630 w 129630"/>
                    <a:gd name="csY2" fmla="*/ 0 h 1847588"/>
                    <a:gd name="csX3" fmla="*/ 0 w 129630"/>
                    <a:gd name="csY3" fmla="*/ 0 h 18475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847588">
                      <a:moveTo>
                        <a:pt x="0" y="1847588"/>
                      </a:moveTo>
                      <a:lnTo>
                        <a:pt x="129630" y="184758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1" name="任意多边形: 形状 1850"/>
                <p:cNvSpPr/>
                <p:nvPr/>
              </p:nvSpPr>
              <p:spPr>
                <a:xfrm>
                  <a:off x="42665242" y="41254632"/>
                  <a:ext cx="129630" cy="3238809"/>
                </a:xfrm>
                <a:custGeom>
                  <a:avLst/>
                  <a:gdLst>
                    <a:gd name="csX0" fmla="*/ 0 w 129630"/>
                    <a:gd name="csY0" fmla="*/ 3238810 h 3238809"/>
                    <a:gd name="csX1" fmla="*/ 129630 w 129630"/>
                    <a:gd name="csY1" fmla="*/ 3238810 h 3238809"/>
                    <a:gd name="csX2" fmla="*/ 129630 w 129630"/>
                    <a:gd name="csY2" fmla="*/ 0 h 3238809"/>
                    <a:gd name="csX3" fmla="*/ 0 w 129630"/>
                    <a:gd name="csY3" fmla="*/ 0 h 32388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238809">
                      <a:moveTo>
                        <a:pt x="0" y="3238810"/>
                      </a:moveTo>
                      <a:lnTo>
                        <a:pt x="129630" y="323881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2" name="任意多边形: 形状 1851"/>
                <p:cNvSpPr/>
                <p:nvPr/>
              </p:nvSpPr>
              <p:spPr>
                <a:xfrm>
                  <a:off x="42794872" y="38614558"/>
                  <a:ext cx="129630" cy="5878882"/>
                </a:xfrm>
                <a:custGeom>
                  <a:avLst/>
                  <a:gdLst>
                    <a:gd name="csX0" fmla="*/ 0 w 129630"/>
                    <a:gd name="csY0" fmla="*/ 5878883 h 5878882"/>
                    <a:gd name="csX1" fmla="*/ 129630 w 129630"/>
                    <a:gd name="csY1" fmla="*/ 5878883 h 5878882"/>
                    <a:gd name="csX2" fmla="*/ 129630 w 129630"/>
                    <a:gd name="csY2" fmla="*/ 0 h 5878882"/>
                    <a:gd name="csX3" fmla="*/ 0 w 129630"/>
                    <a:gd name="csY3" fmla="*/ 0 h 58788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5878882">
                      <a:moveTo>
                        <a:pt x="0" y="5878883"/>
                      </a:moveTo>
                      <a:lnTo>
                        <a:pt x="129630" y="587888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3" name="任意多边形: 形状 1852"/>
                <p:cNvSpPr/>
                <p:nvPr/>
              </p:nvSpPr>
              <p:spPr>
                <a:xfrm>
                  <a:off x="42924503" y="34964375"/>
                  <a:ext cx="129630" cy="9529066"/>
                </a:xfrm>
                <a:custGeom>
                  <a:avLst/>
                  <a:gdLst>
                    <a:gd name="csX0" fmla="*/ 0 w 129630"/>
                    <a:gd name="csY0" fmla="*/ 9529066 h 9529066"/>
                    <a:gd name="csX1" fmla="*/ 129630 w 129630"/>
                    <a:gd name="csY1" fmla="*/ 9529066 h 9529066"/>
                    <a:gd name="csX2" fmla="*/ 129630 w 129630"/>
                    <a:gd name="csY2" fmla="*/ 0 h 9529066"/>
                    <a:gd name="csX3" fmla="*/ 0 w 129630"/>
                    <a:gd name="csY3" fmla="*/ 0 h 95290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529066">
                      <a:moveTo>
                        <a:pt x="0" y="9529066"/>
                      </a:moveTo>
                      <a:lnTo>
                        <a:pt x="129630" y="952906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4" name="任意多边形: 形状 1853"/>
                <p:cNvSpPr/>
                <p:nvPr/>
              </p:nvSpPr>
              <p:spPr>
                <a:xfrm>
                  <a:off x="43054133" y="34375275"/>
                  <a:ext cx="129630" cy="10118165"/>
                </a:xfrm>
                <a:custGeom>
                  <a:avLst/>
                  <a:gdLst>
                    <a:gd name="csX0" fmla="*/ 0 w 129630"/>
                    <a:gd name="csY0" fmla="*/ 10118166 h 10118165"/>
                    <a:gd name="csX1" fmla="*/ 129630 w 129630"/>
                    <a:gd name="csY1" fmla="*/ 10118166 h 10118165"/>
                    <a:gd name="csX2" fmla="*/ 129630 w 129630"/>
                    <a:gd name="csY2" fmla="*/ 0 h 10118165"/>
                    <a:gd name="csX3" fmla="*/ 0 w 129630"/>
                    <a:gd name="csY3" fmla="*/ 0 h 101181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118165">
                      <a:moveTo>
                        <a:pt x="0" y="10118166"/>
                      </a:moveTo>
                      <a:lnTo>
                        <a:pt x="129630" y="1011816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5" name="任意多边形: 形状 1854"/>
                <p:cNvSpPr/>
                <p:nvPr/>
              </p:nvSpPr>
              <p:spPr>
                <a:xfrm>
                  <a:off x="43183763" y="37604223"/>
                  <a:ext cx="129627" cy="6889217"/>
                </a:xfrm>
                <a:custGeom>
                  <a:avLst/>
                  <a:gdLst>
                    <a:gd name="csX0" fmla="*/ 0 w 129627"/>
                    <a:gd name="csY0" fmla="*/ 6889218 h 6889217"/>
                    <a:gd name="csX1" fmla="*/ 129628 w 129627"/>
                    <a:gd name="csY1" fmla="*/ 6889218 h 6889217"/>
                    <a:gd name="csX2" fmla="*/ 129628 w 129627"/>
                    <a:gd name="csY2" fmla="*/ 0 h 6889217"/>
                    <a:gd name="csX3" fmla="*/ 0 w 129627"/>
                    <a:gd name="csY3" fmla="*/ 0 h 6889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27" h="6889217">
                      <a:moveTo>
                        <a:pt x="0" y="6889218"/>
                      </a:moveTo>
                      <a:lnTo>
                        <a:pt x="129628" y="6889218"/>
                      </a:lnTo>
                      <a:lnTo>
                        <a:pt x="12962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6" name="任意多边形: 形状 1855"/>
                <p:cNvSpPr/>
                <p:nvPr/>
              </p:nvSpPr>
              <p:spPr>
                <a:xfrm>
                  <a:off x="43313391" y="40558233"/>
                  <a:ext cx="129630" cy="3935207"/>
                </a:xfrm>
                <a:custGeom>
                  <a:avLst/>
                  <a:gdLst>
                    <a:gd name="csX0" fmla="*/ 0 w 129630"/>
                    <a:gd name="csY0" fmla="*/ 3935208 h 3935207"/>
                    <a:gd name="csX1" fmla="*/ 129630 w 129630"/>
                    <a:gd name="csY1" fmla="*/ 3935208 h 3935207"/>
                    <a:gd name="csX2" fmla="*/ 129630 w 129630"/>
                    <a:gd name="csY2" fmla="*/ 0 h 3935207"/>
                    <a:gd name="csX3" fmla="*/ 0 w 129630"/>
                    <a:gd name="csY3" fmla="*/ 0 h 393520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935207">
                      <a:moveTo>
                        <a:pt x="0" y="3935208"/>
                      </a:moveTo>
                      <a:lnTo>
                        <a:pt x="129630" y="393520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7" name="任意多边形: 形状 1856"/>
                <p:cNvSpPr/>
                <p:nvPr/>
              </p:nvSpPr>
              <p:spPr>
                <a:xfrm>
                  <a:off x="43443022" y="42324857"/>
                  <a:ext cx="129630" cy="2168584"/>
                </a:xfrm>
                <a:custGeom>
                  <a:avLst/>
                  <a:gdLst>
                    <a:gd name="csX0" fmla="*/ 0 w 129630"/>
                    <a:gd name="csY0" fmla="*/ 2168584 h 2168584"/>
                    <a:gd name="csX1" fmla="*/ 129630 w 129630"/>
                    <a:gd name="csY1" fmla="*/ 2168584 h 2168584"/>
                    <a:gd name="csX2" fmla="*/ 129630 w 129630"/>
                    <a:gd name="csY2" fmla="*/ 0 h 2168584"/>
                    <a:gd name="csX3" fmla="*/ 0 w 129630"/>
                    <a:gd name="csY3" fmla="*/ 0 h 21685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168584">
                      <a:moveTo>
                        <a:pt x="0" y="2168584"/>
                      </a:moveTo>
                      <a:lnTo>
                        <a:pt x="129630" y="2168584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8" name="任意多边形: 形状 1857"/>
                <p:cNvSpPr/>
                <p:nvPr/>
              </p:nvSpPr>
              <p:spPr>
                <a:xfrm>
                  <a:off x="43572652" y="43235730"/>
                  <a:ext cx="129630" cy="1257711"/>
                </a:xfrm>
                <a:custGeom>
                  <a:avLst/>
                  <a:gdLst>
                    <a:gd name="csX0" fmla="*/ 0 w 129630"/>
                    <a:gd name="csY0" fmla="*/ 1257712 h 1257711"/>
                    <a:gd name="csX1" fmla="*/ 129630 w 129630"/>
                    <a:gd name="csY1" fmla="*/ 1257712 h 1257711"/>
                    <a:gd name="csX2" fmla="*/ 129630 w 129630"/>
                    <a:gd name="csY2" fmla="*/ 0 h 1257711"/>
                    <a:gd name="csX3" fmla="*/ 0 w 129630"/>
                    <a:gd name="csY3" fmla="*/ 0 h 12577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257711">
                      <a:moveTo>
                        <a:pt x="0" y="1257712"/>
                      </a:moveTo>
                      <a:lnTo>
                        <a:pt x="129630" y="125771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59" name="任意多边形: 形状 1858"/>
                <p:cNvSpPr/>
                <p:nvPr/>
              </p:nvSpPr>
              <p:spPr>
                <a:xfrm>
                  <a:off x="43702282" y="43701224"/>
                  <a:ext cx="129630" cy="792217"/>
                </a:xfrm>
                <a:custGeom>
                  <a:avLst/>
                  <a:gdLst>
                    <a:gd name="csX0" fmla="*/ 0 w 129630"/>
                    <a:gd name="csY0" fmla="*/ 792218 h 792217"/>
                    <a:gd name="csX1" fmla="*/ 129630 w 129630"/>
                    <a:gd name="csY1" fmla="*/ 792218 h 792217"/>
                    <a:gd name="csX2" fmla="*/ 129630 w 129630"/>
                    <a:gd name="csY2" fmla="*/ 0 h 792217"/>
                    <a:gd name="csX3" fmla="*/ 0 w 129630"/>
                    <a:gd name="csY3" fmla="*/ 0 h 792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792217">
                      <a:moveTo>
                        <a:pt x="0" y="792218"/>
                      </a:moveTo>
                      <a:lnTo>
                        <a:pt x="129630" y="79221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0" name="任意多边形: 形状 1859"/>
                <p:cNvSpPr/>
                <p:nvPr/>
              </p:nvSpPr>
              <p:spPr>
                <a:xfrm>
                  <a:off x="43831913" y="43956130"/>
                  <a:ext cx="129630" cy="537311"/>
                </a:xfrm>
                <a:custGeom>
                  <a:avLst/>
                  <a:gdLst>
                    <a:gd name="csX0" fmla="*/ 0 w 129630"/>
                    <a:gd name="csY0" fmla="*/ 537312 h 537311"/>
                    <a:gd name="csX1" fmla="*/ 129630 w 129630"/>
                    <a:gd name="csY1" fmla="*/ 537312 h 537311"/>
                    <a:gd name="csX2" fmla="*/ 129630 w 129630"/>
                    <a:gd name="csY2" fmla="*/ 0 h 537311"/>
                    <a:gd name="csX3" fmla="*/ 0 w 129630"/>
                    <a:gd name="csY3" fmla="*/ 0 h 5373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537311">
                      <a:moveTo>
                        <a:pt x="0" y="537312"/>
                      </a:moveTo>
                      <a:lnTo>
                        <a:pt x="129630" y="53731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1" name="任意多边形: 形状 1860"/>
                <p:cNvSpPr/>
                <p:nvPr/>
              </p:nvSpPr>
              <p:spPr>
                <a:xfrm>
                  <a:off x="43961543" y="44101609"/>
                  <a:ext cx="129630" cy="391832"/>
                </a:xfrm>
                <a:custGeom>
                  <a:avLst/>
                  <a:gdLst>
                    <a:gd name="csX0" fmla="*/ 0 w 129630"/>
                    <a:gd name="csY0" fmla="*/ 391833 h 391832"/>
                    <a:gd name="csX1" fmla="*/ 129630 w 129630"/>
                    <a:gd name="csY1" fmla="*/ 391833 h 391832"/>
                    <a:gd name="csX2" fmla="*/ 129630 w 129630"/>
                    <a:gd name="csY2" fmla="*/ 0 h 391832"/>
                    <a:gd name="csX3" fmla="*/ 0 w 129630"/>
                    <a:gd name="csY3" fmla="*/ 0 h 3918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91832">
                      <a:moveTo>
                        <a:pt x="0" y="391833"/>
                      </a:moveTo>
                      <a:lnTo>
                        <a:pt x="129630" y="39183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2" name="任意多边形: 形状 1861"/>
                <p:cNvSpPr/>
                <p:nvPr/>
              </p:nvSpPr>
              <p:spPr>
                <a:xfrm>
                  <a:off x="44091174" y="44210217"/>
                  <a:ext cx="129630" cy="283224"/>
                </a:xfrm>
                <a:custGeom>
                  <a:avLst/>
                  <a:gdLst>
                    <a:gd name="csX0" fmla="*/ 0 w 129630"/>
                    <a:gd name="csY0" fmla="*/ 283224 h 283224"/>
                    <a:gd name="csX1" fmla="*/ 129630 w 129630"/>
                    <a:gd name="csY1" fmla="*/ 283224 h 283224"/>
                    <a:gd name="csX2" fmla="*/ 129630 w 129630"/>
                    <a:gd name="csY2" fmla="*/ 0 h 283224"/>
                    <a:gd name="csX3" fmla="*/ 0 w 129630"/>
                    <a:gd name="csY3" fmla="*/ 0 h 2832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83224">
                      <a:moveTo>
                        <a:pt x="0" y="283224"/>
                      </a:moveTo>
                      <a:lnTo>
                        <a:pt x="129630" y="283224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3" name="任意多边形: 形状 1862"/>
                <p:cNvSpPr/>
                <p:nvPr/>
              </p:nvSpPr>
              <p:spPr>
                <a:xfrm>
                  <a:off x="44220804" y="44276123"/>
                  <a:ext cx="129630" cy="217318"/>
                </a:xfrm>
                <a:custGeom>
                  <a:avLst/>
                  <a:gdLst>
                    <a:gd name="csX0" fmla="*/ 0 w 129630"/>
                    <a:gd name="csY0" fmla="*/ 217319 h 217318"/>
                    <a:gd name="csX1" fmla="*/ 129630 w 129630"/>
                    <a:gd name="csY1" fmla="*/ 217319 h 217318"/>
                    <a:gd name="csX2" fmla="*/ 129630 w 129630"/>
                    <a:gd name="csY2" fmla="*/ 0 h 217318"/>
                    <a:gd name="csX3" fmla="*/ 0 w 129630"/>
                    <a:gd name="csY3" fmla="*/ 0 h 21731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17318">
                      <a:moveTo>
                        <a:pt x="0" y="217319"/>
                      </a:moveTo>
                      <a:lnTo>
                        <a:pt x="129630" y="21731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4" name="任意多边形: 形状 1863"/>
                <p:cNvSpPr/>
                <p:nvPr/>
              </p:nvSpPr>
              <p:spPr>
                <a:xfrm>
                  <a:off x="44350434" y="44316656"/>
                  <a:ext cx="129630" cy="176784"/>
                </a:xfrm>
                <a:custGeom>
                  <a:avLst/>
                  <a:gdLst>
                    <a:gd name="csX0" fmla="*/ 0 w 129630"/>
                    <a:gd name="csY0" fmla="*/ 176785 h 176784"/>
                    <a:gd name="csX1" fmla="*/ 129630 w 129630"/>
                    <a:gd name="csY1" fmla="*/ 176785 h 176784"/>
                    <a:gd name="csX2" fmla="*/ 129630 w 129630"/>
                    <a:gd name="csY2" fmla="*/ 0 h 176784"/>
                    <a:gd name="csX3" fmla="*/ 0 w 129630"/>
                    <a:gd name="csY3" fmla="*/ 0 h 17678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6784">
                      <a:moveTo>
                        <a:pt x="0" y="176785"/>
                      </a:moveTo>
                      <a:lnTo>
                        <a:pt x="129630" y="17678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5" name="任意多边形: 形状 1864"/>
                <p:cNvSpPr/>
                <p:nvPr/>
              </p:nvSpPr>
              <p:spPr>
                <a:xfrm>
                  <a:off x="44480065" y="44344689"/>
                  <a:ext cx="129630" cy="148752"/>
                </a:xfrm>
                <a:custGeom>
                  <a:avLst/>
                  <a:gdLst>
                    <a:gd name="csX0" fmla="*/ 0 w 129630"/>
                    <a:gd name="csY0" fmla="*/ 148753 h 148752"/>
                    <a:gd name="csX1" fmla="*/ 129630 w 129630"/>
                    <a:gd name="csY1" fmla="*/ 148753 h 148752"/>
                    <a:gd name="csX2" fmla="*/ 129630 w 129630"/>
                    <a:gd name="csY2" fmla="*/ 0 h 148752"/>
                    <a:gd name="csX3" fmla="*/ 0 w 129630"/>
                    <a:gd name="csY3" fmla="*/ 0 h 1487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48752">
                      <a:moveTo>
                        <a:pt x="0" y="148753"/>
                      </a:moveTo>
                      <a:lnTo>
                        <a:pt x="129630" y="14875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6" name="任意多边形: 形状 1865"/>
                <p:cNvSpPr/>
                <p:nvPr/>
              </p:nvSpPr>
              <p:spPr>
                <a:xfrm>
                  <a:off x="44609695" y="44363513"/>
                  <a:ext cx="129630" cy="129928"/>
                </a:xfrm>
                <a:custGeom>
                  <a:avLst/>
                  <a:gdLst>
                    <a:gd name="csX0" fmla="*/ 0 w 129630"/>
                    <a:gd name="csY0" fmla="*/ 129929 h 129928"/>
                    <a:gd name="csX1" fmla="*/ 129630 w 129630"/>
                    <a:gd name="csY1" fmla="*/ 129929 h 129928"/>
                    <a:gd name="csX2" fmla="*/ 129630 w 129630"/>
                    <a:gd name="csY2" fmla="*/ 0 h 129928"/>
                    <a:gd name="csX3" fmla="*/ 0 w 129630"/>
                    <a:gd name="csY3" fmla="*/ 0 h 1299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29928">
                      <a:moveTo>
                        <a:pt x="0" y="129929"/>
                      </a:moveTo>
                      <a:lnTo>
                        <a:pt x="129630" y="12992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7" name="任意多边形: 形状 1866"/>
                <p:cNvSpPr/>
                <p:nvPr/>
              </p:nvSpPr>
              <p:spPr>
                <a:xfrm>
                  <a:off x="44739325" y="44381621"/>
                  <a:ext cx="129630" cy="111819"/>
                </a:xfrm>
                <a:custGeom>
                  <a:avLst/>
                  <a:gdLst>
                    <a:gd name="csX0" fmla="*/ 0 w 129630"/>
                    <a:gd name="csY0" fmla="*/ 111820 h 111819"/>
                    <a:gd name="csX1" fmla="*/ 129630 w 129630"/>
                    <a:gd name="csY1" fmla="*/ 111820 h 111819"/>
                    <a:gd name="csX2" fmla="*/ 129630 w 129630"/>
                    <a:gd name="csY2" fmla="*/ 0 h 111819"/>
                    <a:gd name="csX3" fmla="*/ 0 w 129630"/>
                    <a:gd name="csY3" fmla="*/ 0 h 1118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1819">
                      <a:moveTo>
                        <a:pt x="0" y="111820"/>
                      </a:moveTo>
                      <a:lnTo>
                        <a:pt x="129630" y="11182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8" name="任意多边形: 形状 1867"/>
                <p:cNvSpPr/>
                <p:nvPr/>
              </p:nvSpPr>
              <p:spPr>
                <a:xfrm>
                  <a:off x="44868956" y="44397560"/>
                  <a:ext cx="129630" cy="95881"/>
                </a:xfrm>
                <a:custGeom>
                  <a:avLst/>
                  <a:gdLst>
                    <a:gd name="csX0" fmla="*/ 0 w 129630"/>
                    <a:gd name="csY0" fmla="*/ 95881 h 95881"/>
                    <a:gd name="csX1" fmla="*/ 129630 w 129630"/>
                    <a:gd name="csY1" fmla="*/ 95881 h 95881"/>
                    <a:gd name="csX2" fmla="*/ 129630 w 129630"/>
                    <a:gd name="csY2" fmla="*/ 0 h 95881"/>
                    <a:gd name="csX3" fmla="*/ 0 w 129630"/>
                    <a:gd name="csY3" fmla="*/ 0 h 958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5881">
                      <a:moveTo>
                        <a:pt x="0" y="95881"/>
                      </a:moveTo>
                      <a:lnTo>
                        <a:pt x="129630" y="95881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69" name="任意多边形: 形状 1868"/>
                <p:cNvSpPr/>
                <p:nvPr/>
              </p:nvSpPr>
              <p:spPr>
                <a:xfrm>
                  <a:off x="44998586" y="44403535"/>
                  <a:ext cx="129630" cy="89906"/>
                </a:xfrm>
                <a:custGeom>
                  <a:avLst/>
                  <a:gdLst>
                    <a:gd name="csX0" fmla="*/ 0 w 129630"/>
                    <a:gd name="csY0" fmla="*/ 89906 h 89906"/>
                    <a:gd name="csX1" fmla="*/ 129630 w 129630"/>
                    <a:gd name="csY1" fmla="*/ 89906 h 89906"/>
                    <a:gd name="csX2" fmla="*/ 129630 w 129630"/>
                    <a:gd name="csY2" fmla="*/ 0 h 89906"/>
                    <a:gd name="csX3" fmla="*/ 0 w 129630"/>
                    <a:gd name="csY3" fmla="*/ 0 h 899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9906">
                      <a:moveTo>
                        <a:pt x="0" y="89906"/>
                      </a:moveTo>
                      <a:lnTo>
                        <a:pt x="129630" y="8990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0" name="任意多边形: 形状 1869"/>
                <p:cNvSpPr/>
                <p:nvPr/>
              </p:nvSpPr>
              <p:spPr>
                <a:xfrm>
                  <a:off x="45128217" y="44406011"/>
                  <a:ext cx="129630" cy="87429"/>
                </a:xfrm>
                <a:custGeom>
                  <a:avLst/>
                  <a:gdLst>
                    <a:gd name="csX0" fmla="*/ 0 w 129630"/>
                    <a:gd name="csY0" fmla="*/ 87430 h 87429"/>
                    <a:gd name="csX1" fmla="*/ 129630 w 129630"/>
                    <a:gd name="csY1" fmla="*/ 87430 h 87429"/>
                    <a:gd name="csX2" fmla="*/ 129630 w 129630"/>
                    <a:gd name="csY2" fmla="*/ 0 h 87429"/>
                    <a:gd name="csX3" fmla="*/ 0 w 129630"/>
                    <a:gd name="csY3" fmla="*/ 0 h 874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7429">
                      <a:moveTo>
                        <a:pt x="0" y="87430"/>
                      </a:moveTo>
                      <a:lnTo>
                        <a:pt x="129630" y="8743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1" name="任意多边形: 形状 1870"/>
                <p:cNvSpPr/>
                <p:nvPr/>
              </p:nvSpPr>
              <p:spPr>
                <a:xfrm>
                  <a:off x="45257847" y="44407218"/>
                  <a:ext cx="129630" cy="86222"/>
                </a:xfrm>
                <a:custGeom>
                  <a:avLst/>
                  <a:gdLst>
                    <a:gd name="csX0" fmla="*/ 0 w 129630"/>
                    <a:gd name="csY0" fmla="*/ 86223 h 86222"/>
                    <a:gd name="csX1" fmla="*/ 129630 w 129630"/>
                    <a:gd name="csY1" fmla="*/ 86223 h 86222"/>
                    <a:gd name="csX2" fmla="*/ 129630 w 129630"/>
                    <a:gd name="csY2" fmla="*/ 0 h 86222"/>
                    <a:gd name="csX3" fmla="*/ 0 w 129630"/>
                    <a:gd name="csY3" fmla="*/ 0 h 8622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6222">
                      <a:moveTo>
                        <a:pt x="0" y="86223"/>
                      </a:moveTo>
                      <a:lnTo>
                        <a:pt x="129630" y="8622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2" name="任意多边形: 形状 1871"/>
                <p:cNvSpPr/>
                <p:nvPr/>
              </p:nvSpPr>
              <p:spPr>
                <a:xfrm>
                  <a:off x="45387477" y="44409469"/>
                  <a:ext cx="129630" cy="83971"/>
                </a:xfrm>
                <a:custGeom>
                  <a:avLst/>
                  <a:gdLst>
                    <a:gd name="csX0" fmla="*/ 0 w 129630"/>
                    <a:gd name="csY0" fmla="*/ 83972 h 83971"/>
                    <a:gd name="csX1" fmla="*/ 129630 w 129630"/>
                    <a:gd name="csY1" fmla="*/ 83972 h 83971"/>
                    <a:gd name="csX2" fmla="*/ 129630 w 129630"/>
                    <a:gd name="csY2" fmla="*/ 0 h 83971"/>
                    <a:gd name="csX3" fmla="*/ 0 w 129630"/>
                    <a:gd name="csY3" fmla="*/ 0 h 839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3971">
                      <a:moveTo>
                        <a:pt x="0" y="83972"/>
                      </a:moveTo>
                      <a:lnTo>
                        <a:pt x="129630" y="8397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3" name="任意多边形: 形状 1872"/>
                <p:cNvSpPr/>
                <p:nvPr/>
              </p:nvSpPr>
              <p:spPr>
                <a:xfrm>
                  <a:off x="45517108" y="44405008"/>
                  <a:ext cx="129630" cy="88432"/>
                </a:xfrm>
                <a:custGeom>
                  <a:avLst/>
                  <a:gdLst>
                    <a:gd name="csX0" fmla="*/ 0 w 129630"/>
                    <a:gd name="csY0" fmla="*/ 88433 h 88432"/>
                    <a:gd name="csX1" fmla="*/ 129630 w 129630"/>
                    <a:gd name="csY1" fmla="*/ 88433 h 88432"/>
                    <a:gd name="csX2" fmla="*/ 129630 w 129630"/>
                    <a:gd name="csY2" fmla="*/ 0 h 88432"/>
                    <a:gd name="csX3" fmla="*/ 0 w 129630"/>
                    <a:gd name="csY3" fmla="*/ 0 h 8843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8432">
                      <a:moveTo>
                        <a:pt x="0" y="88433"/>
                      </a:moveTo>
                      <a:lnTo>
                        <a:pt x="129630" y="8843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4" name="任意多边形: 形状 1873"/>
                <p:cNvSpPr/>
                <p:nvPr/>
              </p:nvSpPr>
              <p:spPr>
                <a:xfrm>
                  <a:off x="45646738" y="44410574"/>
                  <a:ext cx="129630" cy="82866"/>
                </a:xfrm>
                <a:custGeom>
                  <a:avLst/>
                  <a:gdLst>
                    <a:gd name="csX0" fmla="*/ 0 w 129630"/>
                    <a:gd name="csY0" fmla="*/ 82867 h 82866"/>
                    <a:gd name="csX1" fmla="*/ 129630 w 129630"/>
                    <a:gd name="csY1" fmla="*/ 82867 h 82866"/>
                    <a:gd name="csX2" fmla="*/ 129630 w 129630"/>
                    <a:gd name="csY2" fmla="*/ 0 h 82866"/>
                    <a:gd name="csX3" fmla="*/ 0 w 129630"/>
                    <a:gd name="csY3" fmla="*/ 0 h 828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2866">
                      <a:moveTo>
                        <a:pt x="0" y="82867"/>
                      </a:moveTo>
                      <a:lnTo>
                        <a:pt x="129630" y="8286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5" name="任意多边形: 形状 1874"/>
                <p:cNvSpPr/>
                <p:nvPr/>
              </p:nvSpPr>
              <p:spPr>
                <a:xfrm>
                  <a:off x="45776369" y="44405786"/>
                  <a:ext cx="129630" cy="87655"/>
                </a:xfrm>
                <a:custGeom>
                  <a:avLst/>
                  <a:gdLst>
                    <a:gd name="csX0" fmla="*/ 0 w 129630"/>
                    <a:gd name="csY0" fmla="*/ 87655 h 87655"/>
                    <a:gd name="csX1" fmla="*/ 129630 w 129630"/>
                    <a:gd name="csY1" fmla="*/ 87655 h 87655"/>
                    <a:gd name="csX2" fmla="*/ 129630 w 129630"/>
                    <a:gd name="csY2" fmla="*/ 0 h 87655"/>
                    <a:gd name="csX3" fmla="*/ 0 w 129630"/>
                    <a:gd name="csY3" fmla="*/ 0 h 8765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7655">
                      <a:moveTo>
                        <a:pt x="0" y="87655"/>
                      </a:moveTo>
                      <a:lnTo>
                        <a:pt x="129630" y="8765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6" name="任意多边形: 形状 1875"/>
                <p:cNvSpPr/>
                <p:nvPr/>
              </p:nvSpPr>
              <p:spPr>
                <a:xfrm>
                  <a:off x="45905999" y="44404149"/>
                  <a:ext cx="129630" cy="89292"/>
                </a:xfrm>
                <a:custGeom>
                  <a:avLst/>
                  <a:gdLst>
                    <a:gd name="csX0" fmla="*/ 0 w 129630"/>
                    <a:gd name="csY0" fmla="*/ 89293 h 89292"/>
                    <a:gd name="csX1" fmla="*/ 129630 w 129630"/>
                    <a:gd name="csY1" fmla="*/ 89293 h 89292"/>
                    <a:gd name="csX2" fmla="*/ 129630 w 129630"/>
                    <a:gd name="csY2" fmla="*/ 0 h 89292"/>
                    <a:gd name="csX3" fmla="*/ 0 w 129630"/>
                    <a:gd name="csY3" fmla="*/ 0 h 892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9292">
                      <a:moveTo>
                        <a:pt x="0" y="89293"/>
                      </a:moveTo>
                      <a:lnTo>
                        <a:pt x="129630" y="8929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7" name="任意多边形: 形状 1876"/>
                <p:cNvSpPr/>
                <p:nvPr/>
              </p:nvSpPr>
              <p:spPr>
                <a:xfrm>
                  <a:off x="46035629" y="44393304"/>
                  <a:ext cx="129630" cy="100136"/>
                </a:xfrm>
                <a:custGeom>
                  <a:avLst/>
                  <a:gdLst>
                    <a:gd name="csX0" fmla="*/ 0 w 129630"/>
                    <a:gd name="csY0" fmla="*/ 100137 h 100136"/>
                    <a:gd name="csX1" fmla="*/ 129630 w 129630"/>
                    <a:gd name="csY1" fmla="*/ 100137 h 100136"/>
                    <a:gd name="csX2" fmla="*/ 129630 w 129630"/>
                    <a:gd name="csY2" fmla="*/ 0 h 100136"/>
                    <a:gd name="csX3" fmla="*/ 0 w 129630"/>
                    <a:gd name="csY3" fmla="*/ 0 h 1001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0136">
                      <a:moveTo>
                        <a:pt x="0" y="100137"/>
                      </a:moveTo>
                      <a:lnTo>
                        <a:pt x="129630" y="10013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8" name="任意多边形: 形状 1877"/>
                <p:cNvSpPr/>
                <p:nvPr/>
              </p:nvSpPr>
              <p:spPr>
                <a:xfrm>
                  <a:off x="46165260" y="44380311"/>
                  <a:ext cx="129630" cy="113130"/>
                </a:xfrm>
                <a:custGeom>
                  <a:avLst/>
                  <a:gdLst>
                    <a:gd name="csX0" fmla="*/ 0 w 129630"/>
                    <a:gd name="csY0" fmla="*/ 113130 h 113130"/>
                    <a:gd name="csX1" fmla="*/ 129630 w 129630"/>
                    <a:gd name="csY1" fmla="*/ 113130 h 113130"/>
                    <a:gd name="csX2" fmla="*/ 129630 w 129630"/>
                    <a:gd name="csY2" fmla="*/ 0 h 113130"/>
                    <a:gd name="csX3" fmla="*/ 0 w 129630"/>
                    <a:gd name="csY3" fmla="*/ 0 h 11313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3130">
                      <a:moveTo>
                        <a:pt x="0" y="113130"/>
                      </a:moveTo>
                      <a:lnTo>
                        <a:pt x="129630" y="11313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79" name="任意多边形: 形状 1878"/>
                <p:cNvSpPr/>
                <p:nvPr/>
              </p:nvSpPr>
              <p:spPr>
                <a:xfrm>
                  <a:off x="46294890" y="44373416"/>
                  <a:ext cx="129630" cy="120024"/>
                </a:xfrm>
                <a:custGeom>
                  <a:avLst/>
                  <a:gdLst>
                    <a:gd name="csX0" fmla="*/ 0 w 129630"/>
                    <a:gd name="csY0" fmla="*/ 120025 h 120024"/>
                    <a:gd name="csX1" fmla="*/ 129630 w 129630"/>
                    <a:gd name="csY1" fmla="*/ 120025 h 120024"/>
                    <a:gd name="csX2" fmla="*/ 129630 w 129630"/>
                    <a:gd name="csY2" fmla="*/ 0 h 120024"/>
                    <a:gd name="csX3" fmla="*/ 0 w 129630"/>
                    <a:gd name="csY3" fmla="*/ 0 h 12002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20024">
                      <a:moveTo>
                        <a:pt x="0" y="120025"/>
                      </a:moveTo>
                      <a:lnTo>
                        <a:pt x="129630" y="120025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0" name="任意多边形: 形状 1879"/>
                <p:cNvSpPr/>
                <p:nvPr/>
              </p:nvSpPr>
              <p:spPr>
                <a:xfrm>
                  <a:off x="46424520" y="44362572"/>
                  <a:ext cx="129630" cy="130869"/>
                </a:xfrm>
                <a:custGeom>
                  <a:avLst/>
                  <a:gdLst>
                    <a:gd name="csX0" fmla="*/ 0 w 129630"/>
                    <a:gd name="csY0" fmla="*/ 130869 h 130869"/>
                    <a:gd name="csX1" fmla="*/ 129630 w 129630"/>
                    <a:gd name="csY1" fmla="*/ 130869 h 130869"/>
                    <a:gd name="csX2" fmla="*/ 129630 w 129630"/>
                    <a:gd name="csY2" fmla="*/ 0 h 130869"/>
                    <a:gd name="csX3" fmla="*/ 0 w 129630"/>
                    <a:gd name="csY3" fmla="*/ 0 h 1308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30869">
                      <a:moveTo>
                        <a:pt x="0" y="130869"/>
                      </a:moveTo>
                      <a:lnTo>
                        <a:pt x="129630" y="13086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1" name="任意多边形: 形状 1880"/>
                <p:cNvSpPr/>
                <p:nvPr/>
              </p:nvSpPr>
              <p:spPr>
                <a:xfrm>
                  <a:off x="46554151" y="44341783"/>
                  <a:ext cx="129630" cy="151658"/>
                </a:xfrm>
                <a:custGeom>
                  <a:avLst/>
                  <a:gdLst>
                    <a:gd name="csX0" fmla="*/ 0 w 129630"/>
                    <a:gd name="csY0" fmla="*/ 151658 h 151658"/>
                    <a:gd name="csX1" fmla="*/ 129630 w 129630"/>
                    <a:gd name="csY1" fmla="*/ 151658 h 151658"/>
                    <a:gd name="csX2" fmla="*/ 129630 w 129630"/>
                    <a:gd name="csY2" fmla="*/ 0 h 151658"/>
                    <a:gd name="csX3" fmla="*/ 0 w 129630"/>
                    <a:gd name="csY3" fmla="*/ 0 h 1516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51658">
                      <a:moveTo>
                        <a:pt x="0" y="151658"/>
                      </a:moveTo>
                      <a:lnTo>
                        <a:pt x="129630" y="15165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2" name="任意多边形: 形状 1881"/>
                <p:cNvSpPr/>
                <p:nvPr/>
              </p:nvSpPr>
              <p:spPr>
                <a:xfrm>
                  <a:off x="46683781" y="44325230"/>
                  <a:ext cx="129630" cy="168211"/>
                </a:xfrm>
                <a:custGeom>
                  <a:avLst/>
                  <a:gdLst>
                    <a:gd name="csX0" fmla="*/ 0 w 129630"/>
                    <a:gd name="csY0" fmla="*/ 168211 h 168211"/>
                    <a:gd name="csX1" fmla="*/ 129630 w 129630"/>
                    <a:gd name="csY1" fmla="*/ 168211 h 168211"/>
                    <a:gd name="csX2" fmla="*/ 129630 w 129630"/>
                    <a:gd name="csY2" fmla="*/ 0 h 168211"/>
                    <a:gd name="csX3" fmla="*/ 0 w 129630"/>
                    <a:gd name="csY3" fmla="*/ 0 h 1682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68211">
                      <a:moveTo>
                        <a:pt x="0" y="168211"/>
                      </a:moveTo>
                      <a:lnTo>
                        <a:pt x="129630" y="168211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3" name="任意多边形: 形状 1882"/>
                <p:cNvSpPr/>
                <p:nvPr/>
              </p:nvSpPr>
              <p:spPr>
                <a:xfrm>
                  <a:off x="46813412" y="44312728"/>
                  <a:ext cx="129630" cy="180713"/>
                </a:xfrm>
                <a:custGeom>
                  <a:avLst/>
                  <a:gdLst>
                    <a:gd name="csX0" fmla="*/ 0 w 129630"/>
                    <a:gd name="csY0" fmla="*/ 180713 h 180713"/>
                    <a:gd name="csX1" fmla="*/ 129630 w 129630"/>
                    <a:gd name="csY1" fmla="*/ 180713 h 180713"/>
                    <a:gd name="csX2" fmla="*/ 129630 w 129630"/>
                    <a:gd name="csY2" fmla="*/ 0 h 180713"/>
                    <a:gd name="csX3" fmla="*/ 0 w 129630"/>
                    <a:gd name="csY3" fmla="*/ 0 h 1807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80713">
                      <a:moveTo>
                        <a:pt x="0" y="180713"/>
                      </a:moveTo>
                      <a:lnTo>
                        <a:pt x="129630" y="180713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4" name="任意多边形: 形状 1883"/>
                <p:cNvSpPr/>
                <p:nvPr/>
              </p:nvSpPr>
              <p:spPr>
                <a:xfrm>
                  <a:off x="46943042" y="44300881"/>
                  <a:ext cx="129630" cy="192560"/>
                </a:xfrm>
                <a:custGeom>
                  <a:avLst/>
                  <a:gdLst>
                    <a:gd name="csX0" fmla="*/ 0 w 129630"/>
                    <a:gd name="csY0" fmla="*/ 192560 h 192560"/>
                    <a:gd name="csX1" fmla="*/ 129630 w 129630"/>
                    <a:gd name="csY1" fmla="*/ 192560 h 192560"/>
                    <a:gd name="csX2" fmla="*/ 129630 w 129630"/>
                    <a:gd name="csY2" fmla="*/ 0 h 192560"/>
                    <a:gd name="csX3" fmla="*/ 0 w 129630"/>
                    <a:gd name="csY3" fmla="*/ 0 h 19256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92560">
                      <a:moveTo>
                        <a:pt x="0" y="192560"/>
                      </a:moveTo>
                      <a:lnTo>
                        <a:pt x="129630" y="19256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5" name="任意多边形: 形状 1884"/>
                <p:cNvSpPr/>
                <p:nvPr/>
              </p:nvSpPr>
              <p:spPr>
                <a:xfrm>
                  <a:off x="47072672" y="44302129"/>
                  <a:ext cx="129630" cy="191312"/>
                </a:xfrm>
                <a:custGeom>
                  <a:avLst/>
                  <a:gdLst>
                    <a:gd name="csX0" fmla="*/ 0 w 129630"/>
                    <a:gd name="csY0" fmla="*/ 191312 h 191312"/>
                    <a:gd name="csX1" fmla="*/ 129630 w 129630"/>
                    <a:gd name="csY1" fmla="*/ 191312 h 191312"/>
                    <a:gd name="csX2" fmla="*/ 129630 w 129630"/>
                    <a:gd name="csY2" fmla="*/ 0 h 191312"/>
                    <a:gd name="csX3" fmla="*/ 0 w 129630"/>
                    <a:gd name="csY3" fmla="*/ 0 h 19131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91312">
                      <a:moveTo>
                        <a:pt x="0" y="191312"/>
                      </a:moveTo>
                      <a:lnTo>
                        <a:pt x="129630" y="19131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6" name="任意多边形: 形状 1885"/>
                <p:cNvSpPr/>
                <p:nvPr/>
              </p:nvSpPr>
              <p:spPr>
                <a:xfrm>
                  <a:off x="47202303" y="44302681"/>
                  <a:ext cx="129625" cy="190759"/>
                </a:xfrm>
                <a:custGeom>
                  <a:avLst/>
                  <a:gdLst>
                    <a:gd name="csX0" fmla="*/ 0 w 129625"/>
                    <a:gd name="csY0" fmla="*/ 190760 h 190759"/>
                    <a:gd name="csX1" fmla="*/ 129625 w 129625"/>
                    <a:gd name="csY1" fmla="*/ 190760 h 190759"/>
                    <a:gd name="csX2" fmla="*/ 129625 w 129625"/>
                    <a:gd name="csY2" fmla="*/ 0 h 190759"/>
                    <a:gd name="csX3" fmla="*/ 0 w 129625"/>
                    <a:gd name="csY3" fmla="*/ 0 h 19075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25" h="190759">
                      <a:moveTo>
                        <a:pt x="0" y="190760"/>
                      </a:moveTo>
                      <a:lnTo>
                        <a:pt x="129625" y="190760"/>
                      </a:lnTo>
                      <a:lnTo>
                        <a:pt x="12962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7" name="任意多边形: 形状 1886"/>
                <p:cNvSpPr/>
                <p:nvPr/>
              </p:nvSpPr>
              <p:spPr>
                <a:xfrm>
                  <a:off x="47331928" y="44315061"/>
                  <a:ext cx="129630" cy="178380"/>
                </a:xfrm>
                <a:custGeom>
                  <a:avLst/>
                  <a:gdLst>
                    <a:gd name="csX0" fmla="*/ 0 w 129630"/>
                    <a:gd name="csY0" fmla="*/ 178380 h 178380"/>
                    <a:gd name="csX1" fmla="*/ 129630 w 129630"/>
                    <a:gd name="csY1" fmla="*/ 178380 h 178380"/>
                    <a:gd name="csX2" fmla="*/ 129630 w 129630"/>
                    <a:gd name="csY2" fmla="*/ 0 h 178380"/>
                    <a:gd name="csX3" fmla="*/ 0 w 129630"/>
                    <a:gd name="csY3" fmla="*/ 0 h 1783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8380">
                      <a:moveTo>
                        <a:pt x="0" y="178380"/>
                      </a:moveTo>
                      <a:lnTo>
                        <a:pt x="129630" y="17838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8" name="任意多边形: 形状 1887"/>
                <p:cNvSpPr/>
                <p:nvPr/>
              </p:nvSpPr>
              <p:spPr>
                <a:xfrm>
                  <a:off x="47461559" y="44328974"/>
                  <a:ext cx="129630" cy="164467"/>
                </a:xfrm>
                <a:custGeom>
                  <a:avLst/>
                  <a:gdLst>
                    <a:gd name="csX0" fmla="*/ 0 w 129630"/>
                    <a:gd name="csY0" fmla="*/ 164467 h 164467"/>
                    <a:gd name="csX1" fmla="*/ 129630 w 129630"/>
                    <a:gd name="csY1" fmla="*/ 164467 h 164467"/>
                    <a:gd name="csX2" fmla="*/ 129630 w 129630"/>
                    <a:gd name="csY2" fmla="*/ 0 h 164467"/>
                    <a:gd name="csX3" fmla="*/ 0 w 129630"/>
                    <a:gd name="csY3" fmla="*/ 0 h 1644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64467">
                      <a:moveTo>
                        <a:pt x="0" y="164467"/>
                      </a:moveTo>
                      <a:lnTo>
                        <a:pt x="129630" y="16446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89" name="任意多边形: 形状 1888"/>
                <p:cNvSpPr/>
                <p:nvPr/>
              </p:nvSpPr>
              <p:spPr>
                <a:xfrm>
                  <a:off x="47591189" y="44340147"/>
                  <a:ext cx="129630" cy="153294"/>
                </a:xfrm>
                <a:custGeom>
                  <a:avLst/>
                  <a:gdLst>
                    <a:gd name="csX0" fmla="*/ 0 w 129630"/>
                    <a:gd name="csY0" fmla="*/ 153294 h 153294"/>
                    <a:gd name="csX1" fmla="*/ 129630 w 129630"/>
                    <a:gd name="csY1" fmla="*/ 153294 h 153294"/>
                    <a:gd name="csX2" fmla="*/ 129630 w 129630"/>
                    <a:gd name="csY2" fmla="*/ 0 h 153294"/>
                    <a:gd name="csX3" fmla="*/ 0 w 129630"/>
                    <a:gd name="csY3" fmla="*/ 0 h 15329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53294">
                      <a:moveTo>
                        <a:pt x="0" y="153294"/>
                      </a:moveTo>
                      <a:lnTo>
                        <a:pt x="129630" y="153294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0" name="任意多边形: 形状 1889"/>
                <p:cNvSpPr/>
                <p:nvPr/>
              </p:nvSpPr>
              <p:spPr>
                <a:xfrm>
                  <a:off x="47720819" y="44353650"/>
                  <a:ext cx="129630" cy="139791"/>
                </a:xfrm>
                <a:custGeom>
                  <a:avLst/>
                  <a:gdLst>
                    <a:gd name="csX0" fmla="*/ 0 w 129630"/>
                    <a:gd name="csY0" fmla="*/ 139791 h 139791"/>
                    <a:gd name="csX1" fmla="*/ 129630 w 129630"/>
                    <a:gd name="csY1" fmla="*/ 139791 h 139791"/>
                    <a:gd name="csX2" fmla="*/ 129630 w 129630"/>
                    <a:gd name="csY2" fmla="*/ 0 h 139791"/>
                    <a:gd name="csX3" fmla="*/ 0 w 129630"/>
                    <a:gd name="csY3" fmla="*/ 0 h 1397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39791">
                      <a:moveTo>
                        <a:pt x="0" y="139791"/>
                      </a:moveTo>
                      <a:lnTo>
                        <a:pt x="129630" y="139791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1" name="任意多边形: 形状 1890"/>
                <p:cNvSpPr/>
                <p:nvPr/>
              </p:nvSpPr>
              <p:spPr>
                <a:xfrm>
                  <a:off x="47850450" y="44374092"/>
                  <a:ext cx="129630" cy="119349"/>
                </a:xfrm>
                <a:custGeom>
                  <a:avLst/>
                  <a:gdLst>
                    <a:gd name="csX0" fmla="*/ 0 w 129630"/>
                    <a:gd name="csY0" fmla="*/ 119349 h 119349"/>
                    <a:gd name="csX1" fmla="*/ 129630 w 129630"/>
                    <a:gd name="csY1" fmla="*/ 119349 h 119349"/>
                    <a:gd name="csX2" fmla="*/ 129630 w 129630"/>
                    <a:gd name="csY2" fmla="*/ 0 h 119349"/>
                    <a:gd name="csX3" fmla="*/ 0 w 129630"/>
                    <a:gd name="csY3" fmla="*/ 0 h 11934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9349">
                      <a:moveTo>
                        <a:pt x="0" y="119349"/>
                      </a:moveTo>
                      <a:lnTo>
                        <a:pt x="129630" y="11934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2" name="任意多边形: 形状 1891"/>
                <p:cNvSpPr/>
                <p:nvPr/>
              </p:nvSpPr>
              <p:spPr>
                <a:xfrm>
                  <a:off x="47980080" y="44384425"/>
                  <a:ext cx="129630" cy="109016"/>
                </a:xfrm>
                <a:custGeom>
                  <a:avLst/>
                  <a:gdLst>
                    <a:gd name="csX0" fmla="*/ 0 w 129630"/>
                    <a:gd name="csY0" fmla="*/ 109016 h 109016"/>
                    <a:gd name="csX1" fmla="*/ 129630 w 129630"/>
                    <a:gd name="csY1" fmla="*/ 109016 h 109016"/>
                    <a:gd name="csX2" fmla="*/ 129630 w 129630"/>
                    <a:gd name="csY2" fmla="*/ 0 h 109016"/>
                    <a:gd name="csX3" fmla="*/ 0 w 129630"/>
                    <a:gd name="csY3" fmla="*/ 0 h 10901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9016">
                      <a:moveTo>
                        <a:pt x="0" y="109016"/>
                      </a:moveTo>
                      <a:lnTo>
                        <a:pt x="129630" y="10901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3" name="任意多边形: 形状 1892"/>
                <p:cNvSpPr/>
                <p:nvPr/>
              </p:nvSpPr>
              <p:spPr>
                <a:xfrm>
                  <a:off x="48109710" y="44395289"/>
                  <a:ext cx="129630" cy="98152"/>
                </a:xfrm>
                <a:custGeom>
                  <a:avLst/>
                  <a:gdLst>
                    <a:gd name="csX0" fmla="*/ 0 w 129630"/>
                    <a:gd name="csY0" fmla="*/ 98152 h 98152"/>
                    <a:gd name="csX1" fmla="*/ 129630 w 129630"/>
                    <a:gd name="csY1" fmla="*/ 98152 h 98152"/>
                    <a:gd name="csX2" fmla="*/ 129630 w 129630"/>
                    <a:gd name="csY2" fmla="*/ 0 h 98152"/>
                    <a:gd name="csX3" fmla="*/ 0 w 129630"/>
                    <a:gd name="csY3" fmla="*/ 0 h 981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8152">
                      <a:moveTo>
                        <a:pt x="0" y="98152"/>
                      </a:moveTo>
                      <a:lnTo>
                        <a:pt x="129630" y="9815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4" name="任意多边形: 形状 1893"/>
                <p:cNvSpPr/>
                <p:nvPr/>
              </p:nvSpPr>
              <p:spPr>
                <a:xfrm>
                  <a:off x="48239341" y="44403044"/>
                  <a:ext cx="129630" cy="90397"/>
                </a:xfrm>
                <a:custGeom>
                  <a:avLst/>
                  <a:gdLst>
                    <a:gd name="csX0" fmla="*/ 0 w 129630"/>
                    <a:gd name="csY0" fmla="*/ 90398 h 90397"/>
                    <a:gd name="csX1" fmla="*/ 129630 w 129630"/>
                    <a:gd name="csY1" fmla="*/ 90398 h 90397"/>
                    <a:gd name="csX2" fmla="*/ 129630 w 129630"/>
                    <a:gd name="csY2" fmla="*/ 0 h 90397"/>
                    <a:gd name="csX3" fmla="*/ 0 w 129630"/>
                    <a:gd name="csY3" fmla="*/ 0 h 9039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0397">
                      <a:moveTo>
                        <a:pt x="0" y="90398"/>
                      </a:moveTo>
                      <a:lnTo>
                        <a:pt x="129630" y="9039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5" name="任意多边形: 形状 1894"/>
                <p:cNvSpPr/>
                <p:nvPr/>
              </p:nvSpPr>
              <p:spPr>
                <a:xfrm>
                  <a:off x="48368971" y="44408425"/>
                  <a:ext cx="129630" cy="85015"/>
                </a:xfrm>
                <a:custGeom>
                  <a:avLst/>
                  <a:gdLst>
                    <a:gd name="csX0" fmla="*/ 0 w 129630"/>
                    <a:gd name="csY0" fmla="*/ 85016 h 85015"/>
                    <a:gd name="csX1" fmla="*/ 129630 w 129630"/>
                    <a:gd name="csY1" fmla="*/ 85016 h 85015"/>
                    <a:gd name="csX2" fmla="*/ 129630 w 129630"/>
                    <a:gd name="csY2" fmla="*/ 0 h 85015"/>
                    <a:gd name="csX3" fmla="*/ 0 w 129630"/>
                    <a:gd name="csY3" fmla="*/ 0 h 850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5015">
                      <a:moveTo>
                        <a:pt x="0" y="85016"/>
                      </a:moveTo>
                      <a:lnTo>
                        <a:pt x="129630" y="8501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6" name="任意多边形: 形状 1895"/>
                <p:cNvSpPr/>
                <p:nvPr/>
              </p:nvSpPr>
              <p:spPr>
                <a:xfrm>
                  <a:off x="48498602" y="44404170"/>
                  <a:ext cx="129630" cy="89271"/>
                </a:xfrm>
                <a:custGeom>
                  <a:avLst/>
                  <a:gdLst>
                    <a:gd name="csX0" fmla="*/ 0 w 129630"/>
                    <a:gd name="csY0" fmla="*/ 89272 h 89271"/>
                    <a:gd name="csX1" fmla="*/ 129630 w 129630"/>
                    <a:gd name="csY1" fmla="*/ 89272 h 89271"/>
                    <a:gd name="csX2" fmla="*/ 129630 w 129630"/>
                    <a:gd name="csY2" fmla="*/ 0 h 89271"/>
                    <a:gd name="csX3" fmla="*/ 0 w 129630"/>
                    <a:gd name="csY3" fmla="*/ 0 h 892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89271">
                      <a:moveTo>
                        <a:pt x="0" y="89272"/>
                      </a:moveTo>
                      <a:lnTo>
                        <a:pt x="129630" y="89272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7" name="任意多边形: 形状 1896"/>
                <p:cNvSpPr/>
                <p:nvPr/>
              </p:nvSpPr>
              <p:spPr>
                <a:xfrm>
                  <a:off x="48628232" y="44398543"/>
                  <a:ext cx="129630" cy="94898"/>
                </a:xfrm>
                <a:custGeom>
                  <a:avLst/>
                  <a:gdLst>
                    <a:gd name="csX0" fmla="*/ 0 w 129630"/>
                    <a:gd name="csY0" fmla="*/ 94898 h 94898"/>
                    <a:gd name="csX1" fmla="*/ 129630 w 129630"/>
                    <a:gd name="csY1" fmla="*/ 94898 h 94898"/>
                    <a:gd name="csX2" fmla="*/ 129630 w 129630"/>
                    <a:gd name="csY2" fmla="*/ 0 h 94898"/>
                    <a:gd name="csX3" fmla="*/ 0 w 129630"/>
                    <a:gd name="csY3" fmla="*/ 0 h 948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94898">
                      <a:moveTo>
                        <a:pt x="0" y="94898"/>
                      </a:moveTo>
                      <a:lnTo>
                        <a:pt x="129630" y="94898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8" name="任意多边形: 形状 1897"/>
                <p:cNvSpPr/>
                <p:nvPr/>
              </p:nvSpPr>
              <p:spPr>
                <a:xfrm>
                  <a:off x="48757862" y="44390522"/>
                  <a:ext cx="129630" cy="102919"/>
                </a:xfrm>
                <a:custGeom>
                  <a:avLst/>
                  <a:gdLst>
                    <a:gd name="csX0" fmla="*/ 0 w 129630"/>
                    <a:gd name="csY0" fmla="*/ 102919 h 102919"/>
                    <a:gd name="csX1" fmla="*/ 129630 w 129630"/>
                    <a:gd name="csY1" fmla="*/ 102919 h 102919"/>
                    <a:gd name="csX2" fmla="*/ 129630 w 129630"/>
                    <a:gd name="csY2" fmla="*/ 0 h 102919"/>
                    <a:gd name="csX3" fmla="*/ 0 w 129630"/>
                    <a:gd name="csY3" fmla="*/ 0 h 10291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02919">
                      <a:moveTo>
                        <a:pt x="0" y="102919"/>
                      </a:moveTo>
                      <a:lnTo>
                        <a:pt x="129630" y="102919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99" name="任意多边形: 形状 1898"/>
                <p:cNvSpPr/>
                <p:nvPr/>
              </p:nvSpPr>
              <p:spPr>
                <a:xfrm>
                  <a:off x="48887493" y="44381908"/>
                  <a:ext cx="129630" cy="111533"/>
                </a:xfrm>
                <a:custGeom>
                  <a:avLst/>
                  <a:gdLst>
                    <a:gd name="csX0" fmla="*/ 0 w 129630"/>
                    <a:gd name="csY0" fmla="*/ 111534 h 111533"/>
                    <a:gd name="csX1" fmla="*/ 129630 w 129630"/>
                    <a:gd name="csY1" fmla="*/ 111534 h 111533"/>
                    <a:gd name="csX2" fmla="*/ 129630 w 129630"/>
                    <a:gd name="csY2" fmla="*/ 0 h 111533"/>
                    <a:gd name="csX3" fmla="*/ 0 w 129630"/>
                    <a:gd name="csY3" fmla="*/ 0 h 11153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11533">
                      <a:moveTo>
                        <a:pt x="0" y="111534"/>
                      </a:moveTo>
                      <a:lnTo>
                        <a:pt x="129630" y="111534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900" name="任意多边形: 形状 1899"/>
                <p:cNvSpPr/>
                <p:nvPr/>
              </p:nvSpPr>
              <p:spPr>
                <a:xfrm>
                  <a:off x="49017123" y="44351400"/>
                  <a:ext cx="129630" cy="142040"/>
                </a:xfrm>
                <a:custGeom>
                  <a:avLst/>
                  <a:gdLst>
                    <a:gd name="csX0" fmla="*/ 0 w 129630"/>
                    <a:gd name="csY0" fmla="*/ 142041 h 142040"/>
                    <a:gd name="csX1" fmla="*/ 129630 w 129630"/>
                    <a:gd name="csY1" fmla="*/ 142041 h 142040"/>
                    <a:gd name="csX2" fmla="*/ 129630 w 129630"/>
                    <a:gd name="csY2" fmla="*/ 0 h 142040"/>
                    <a:gd name="csX3" fmla="*/ 0 w 129630"/>
                    <a:gd name="csY3" fmla="*/ 0 h 1420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42040">
                      <a:moveTo>
                        <a:pt x="0" y="142041"/>
                      </a:moveTo>
                      <a:lnTo>
                        <a:pt x="129630" y="142041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901" name="任意多边形: 形状 1900"/>
                <p:cNvSpPr/>
                <p:nvPr/>
              </p:nvSpPr>
              <p:spPr>
                <a:xfrm>
                  <a:off x="49146754" y="44316145"/>
                  <a:ext cx="129630" cy="177296"/>
                </a:xfrm>
                <a:custGeom>
                  <a:avLst/>
                  <a:gdLst>
                    <a:gd name="csX0" fmla="*/ 0 w 129630"/>
                    <a:gd name="csY0" fmla="*/ 177296 h 177296"/>
                    <a:gd name="csX1" fmla="*/ 129630 w 129630"/>
                    <a:gd name="csY1" fmla="*/ 177296 h 177296"/>
                    <a:gd name="csX2" fmla="*/ 129630 w 129630"/>
                    <a:gd name="csY2" fmla="*/ 0 h 177296"/>
                    <a:gd name="csX3" fmla="*/ 0 w 129630"/>
                    <a:gd name="csY3" fmla="*/ 0 h 1772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177296">
                      <a:moveTo>
                        <a:pt x="0" y="177296"/>
                      </a:moveTo>
                      <a:lnTo>
                        <a:pt x="129630" y="177296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902" name="任意多边形: 形状 1901"/>
                <p:cNvSpPr/>
                <p:nvPr/>
              </p:nvSpPr>
              <p:spPr>
                <a:xfrm>
                  <a:off x="49276384" y="44237471"/>
                  <a:ext cx="129630" cy="255969"/>
                </a:xfrm>
                <a:custGeom>
                  <a:avLst/>
                  <a:gdLst>
                    <a:gd name="csX0" fmla="*/ 0 w 129630"/>
                    <a:gd name="csY0" fmla="*/ 255970 h 255969"/>
                    <a:gd name="csX1" fmla="*/ 129630 w 129630"/>
                    <a:gd name="csY1" fmla="*/ 255970 h 255969"/>
                    <a:gd name="csX2" fmla="*/ 129630 w 129630"/>
                    <a:gd name="csY2" fmla="*/ 0 h 255969"/>
                    <a:gd name="csX3" fmla="*/ 0 w 129630"/>
                    <a:gd name="csY3" fmla="*/ 0 h 2559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255969">
                      <a:moveTo>
                        <a:pt x="0" y="255970"/>
                      </a:moveTo>
                      <a:lnTo>
                        <a:pt x="129630" y="255970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903" name="任意多边形: 形状 1902"/>
                <p:cNvSpPr/>
                <p:nvPr/>
              </p:nvSpPr>
              <p:spPr>
                <a:xfrm>
                  <a:off x="49406014" y="44158204"/>
                  <a:ext cx="129630" cy="335237"/>
                </a:xfrm>
                <a:custGeom>
                  <a:avLst/>
                  <a:gdLst>
                    <a:gd name="csX0" fmla="*/ 0 w 129630"/>
                    <a:gd name="csY0" fmla="*/ 335237 h 335237"/>
                    <a:gd name="csX1" fmla="*/ 129630 w 129630"/>
                    <a:gd name="csY1" fmla="*/ 335237 h 335237"/>
                    <a:gd name="csX2" fmla="*/ 129630 w 129630"/>
                    <a:gd name="csY2" fmla="*/ 0 h 335237"/>
                    <a:gd name="csX3" fmla="*/ 0 w 129630"/>
                    <a:gd name="csY3" fmla="*/ 0 h 33523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35237">
                      <a:moveTo>
                        <a:pt x="0" y="335237"/>
                      </a:moveTo>
                      <a:lnTo>
                        <a:pt x="129630" y="335237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  <p:sp>
              <p:nvSpPr>
                <p:cNvPr id="1804" name="任意多边形: 形状 1803"/>
                <p:cNvSpPr/>
                <p:nvPr/>
              </p:nvSpPr>
              <p:spPr>
                <a:xfrm>
                  <a:off x="36572619" y="44126510"/>
                  <a:ext cx="129630" cy="366931"/>
                </a:xfrm>
                <a:custGeom>
                  <a:avLst/>
                  <a:gdLst>
                    <a:gd name="csX0" fmla="*/ 0 w 129630"/>
                    <a:gd name="csY0" fmla="*/ 366931 h 366931"/>
                    <a:gd name="csX1" fmla="*/ 129630 w 129630"/>
                    <a:gd name="csY1" fmla="*/ 366931 h 366931"/>
                    <a:gd name="csX2" fmla="*/ 129630 w 129630"/>
                    <a:gd name="csY2" fmla="*/ 0 h 366931"/>
                    <a:gd name="csX3" fmla="*/ 0 w 129630"/>
                    <a:gd name="csY3" fmla="*/ 0 h 36693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129630" h="366931">
                      <a:moveTo>
                        <a:pt x="0" y="366931"/>
                      </a:moveTo>
                      <a:lnTo>
                        <a:pt x="129630" y="366931"/>
                      </a:lnTo>
                      <a:lnTo>
                        <a:pt x="12963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9800">
                    <a:alpha val="70000"/>
                  </a:srgbClr>
                </a:solidFill>
                <a:ln w="50800" cap="flat">
                  <a:solidFill>
                    <a:schemeClr val="tx1"/>
                  </a:solidFill>
                  <a:prstDash val="solid"/>
                  <a:miter/>
                </a:ln>
              </p:spPr>
            </p:sp>
          </p:grpSp>
          <p:sp>
            <p:nvSpPr>
              <p:cNvPr id="2008" name="任意多边形: 形状 2007"/>
              <p:cNvSpPr/>
              <p:nvPr/>
            </p:nvSpPr>
            <p:spPr>
              <a:xfrm>
                <a:off x="36808319" y="32298939"/>
                <a:ext cx="12481116" cy="0"/>
              </a:xfrm>
              <a:custGeom>
                <a:avLst/>
                <a:gdLst>
                  <a:gd name="csX0" fmla="*/ 0 w 12963029"/>
                  <a:gd name="csY0" fmla="*/ 0 h 40774"/>
                  <a:gd name="csX1" fmla="*/ 12963030 w 12963029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29" h="40774">
                    <a:moveTo>
                      <a:pt x="0" y="0"/>
                    </a:moveTo>
                    <a:lnTo>
                      <a:pt x="12963030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grpSp>
            <p:nvGrpSpPr>
              <p:cNvPr id="2051" name="组合 2050"/>
              <p:cNvGrpSpPr/>
              <p:nvPr/>
            </p:nvGrpSpPr>
            <p:grpSpPr>
              <a:xfrm>
                <a:off x="36448317" y="31511178"/>
                <a:ext cx="360000" cy="10623600"/>
                <a:chOff x="36448317" y="33869367"/>
                <a:chExt cx="360000" cy="10623600"/>
              </a:xfrm>
            </p:grpSpPr>
            <p:sp>
              <p:nvSpPr>
                <p:cNvPr id="1355" name="任意多边形: 形状 1354"/>
                <p:cNvSpPr/>
                <p:nvPr/>
              </p:nvSpPr>
              <p:spPr>
                <a:xfrm>
                  <a:off x="36808317" y="33869367"/>
                  <a:ext cx="0" cy="10623600"/>
                </a:xfrm>
                <a:custGeom>
                  <a:avLst/>
                  <a:gdLst>
                    <a:gd name="csX0" fmla="*/ 0 w 40802"/>
                    <a:gd name="csY0" fmla="*/ 10624074 h 10624074"/>
                    <a:gd name="csX1" fmla="*/ 0 w 40802"/>
                    <a:gd name="csY1" fmla="*/ 0 h 106240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0624074">
                      <a:moveTo>
                        <a:pt x="0" y="1062407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01600" cap="sq">
                  <a:solidFill>
                    <a:schemeClr val="tx1"/>
                  </a:solidFill>
                  <a:prstDash val="solid"/>
                  <a:miter/>
                </a:ln>
              </p:spPr>
            </p:sp>
            <p:grpSp>
              <p:nvGrpSpPr>
                <p:cNvPr id="2048" name="组合 2047"/>
                <p:cNvGrpSpPr/>
                <p:nvPr/>
              </p:nvGrpSpPr>
              <p:grpSpPr>
                <a:xfrm>
                  <a:off x="36448317" y="34657128"/>
                  <a:ext cx="360000" cy="9826616"/>
                  <a:chOff x="36461699" y="34657128"/>
                  <a:chExt cx="360000" cy="9826616"/>
                </a:xfrm>
              </p:grpSpPr>
              <p:sp>
                <p:nvSpPr>
                  <p:cNvPr id="1640" name="任意多边形: 形状 1639"/>
                  <p:cNvSpPr/>
                  <p:nvPr/>
                </p:nvSpPr>
                <p:spPr>
                  <a:xfrm>
                    <a:off x="36461699" y="44483744"/>
                    <a:ext cx="360000" cy="0"/>
                  </a:xfrm>
                  <a:custGeom>
                    <a:avLst/>
                    <a:gdLst>
                      <a:gd name="csX0" fmla="*/ 143628 w 142809"/>
                      <a:gd name="csY0" fmla="*/ 313 h 40774"/>
                      <a:gd name="csX1" fmla="*/ 818 w 142809"/>
                      <a:gd name="csY1" fmla="*/ 313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628" y="313"/>
                        </a:moveTo>
                        <a:lnTo>
                          <a:pt x="818" y="313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633" name="任意多边形: 形状 1632"/>
                  <p:cNvSpPr/>
                  <p:nvPr/>
                </p:nvSpPr>
                <p:spPr>
                  <a:xfrm>
                    <a:off x="36461699" y="42519655"/>
                    <a:ext cx="360000" cy="0"/>
                  </a:xfrm>
                  <a:custGeom>
                    <a:avLst/>
                    <a:gdLst>
                      <a:gd name="csX0" fmla="*/ 143628 w 142809"/>
                      <a:gd name="csY0" fmla="*/ 259 h 40774"/>
                      <a:gd name="csX1" fmla="*/ 818 w 142809"/>
                      <a:gd name="csY1" fmla="*/ 259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628" y="259"/>
                        </a:moveTo>
                        <a:lnTo>
                          <a:pt x="818" y="259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626" name="任意多边形: 形状 1625"/>
                  <p:cNvSpPr/>
                  <p:nvPr/>
                </p:nvSpPr>
                <p:spPr>
                  <a:xfrm>
                    <a:off x="36461699" y="40555567"/>
                    <a:ext cx="360000" cy="0"/>
                  </a:xfrm>
                  <a:custGeom>
                    <a:avLst/>
                    <a:gdLst>
                      <a:gd name="csX0" fmla="*/ 143628 w 142809"/>
                      <a:gd name="csY0" fmla="*/ 205 h 40774"/>
                      <a:gd name="csX1" fmla="*/ 818 w 142809"/>
                      <a:gd name="csY1" fmla="*/ 205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628" y="205"/>
                        </a:moveTo>
                        <a:lnTo>
                          <a:pt x="818" y="205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619" name="任意多边形: 形状 1618"/>
                  <p:cNvSpPr/>
                  <p:nvPr/>
                </p:nvSpPr>
                <p:spPr>
                  <a:xfrm>
                    <a:off x="36461699" y="38591478"/>
                    <a:ext cx="360000" cy="0"/>
                  </a:xfrm>
                  <a:custGeom>
                    <a:avLst/>
                    <a:gdLst>
                      <a:gd name="csX0" fmla="*/ 143628 w 142809"/>
                      <a:gd name="csY0" fmla="*/ 151 h 40774"/>
                      <a:gd name="csX1" fmla="*/ 818 w 142809"/>
                      <a:gd name="csY1" fmla="*/ 151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628" y="151"/>
                        </a:moveTo>
                        <a:lnTo>
                          <a:pt x="818" y="151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612" name="任意多边形: 形状 1611"/>
                  <p:cNvSpPr/>
                  <p:nvPr/>
                </p:nvSpPr>
                <p:spPr>
                  <a:xfrm>
                    <a:off x="36461699" y="36627389"/>
                    <a:ext cx="360000" cy="0"/>
                  </a:xfrm>
                  <a:custGeom>
                    <a:avLst/>
                    <a:gdLst>
                      <a:gd name="csX0" fmla="*/ 143628 w 142809"/>
                      <a:gd name="csY0" fmla="*/ 97 h 40774"/>
                      <a:gd name="csX1" fmla="*/ 818 w 142809"/>
                      <a:gd name="csY1" fmla="*/ 97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628" y="97"/>
                        </a:moveTo>
                        <a:lnTo>
                          <a:pt x="818" y="97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2009" name="任意多边形: 形状 2008"/>
                  <p:cNvSpPr/>
                  <p:nvPr/>
                </p:nvSpPr>
                <p:spPr>
                  <a:xfrm>
                    <a:off x="36461699" y="34657128"/>
                    <a:ext cx="360000" cy="0"/>
                  </a:xfrm>
                  <a:custGeom>
                    <a:avLst/>
                    <a:gdLst>
                      <a:gd name="csX0" fmla="*/ 143628 w 142809"/>
                      <a:gd name="csY0" fmla="*/ 97 h 40774"/>
                      <a:gd name="csX1" fmla="*/ 818 w 142809"/>
                      <a:gd name="csY1" fmla="*/ 97 h 4077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142809" h="40774">
                        <a:moveTo>
                          <a:pt x="143628" y="97"/>
                        </a:moveTo>
                        <a:lnTo>
                          <a:pt x="818" y="97"/>
                        </a:lnTo>
                      </a:path>
                    </a:pathLst>
                  </a:custGeom>
                  <a:solidFill>
                    <a:srgbClr val="000000"/>
                  </a:solidFill>
                  <a:ln w="101600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</p:grpSp>
          </p:grpSp>
          <p:sp>
            <p:nvSpPr>
              <p:cNvPr id="2035" name="矩形 2034"/>
              <p:cNvSpPr/>
              <p:nvPr/>
            </p:nvSpPr>
            <p:spPr>
              <a:xfrm rot="16200000">
                <a:off x="31964165" y="35395011"/>
                <a:ext cx="4105230" cy="12028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Density</a:t>
                </a:r>
                <a:endParaRPr lang="zh-CN" altLang="en-US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2052" name="组合 2051"/>
              <p:cNvGrpSpPr/>
              <p:nvPr/>
            </p:nvGrpSpPr>
            <p:grpSpPr>
              <a:xfrm>
                <a:off x="33757976" y="31511177"/>
                <a:ext cx="2728800" cy="11341043"/>
                <a:chOff x="33757976" y="33869366"/>
                <a:chExt cx="2728800" cy="11341043"/>
              </a:xfrm>
            </p:grpSpPr>
            <p:sp>
              <p:nvSpPr>
                <p:cNvPr id="2036" name="文本框 2035"/>
                <p:cNvSpPr txBox="1"/>
                <p:nvPr/>
              </p:nvSpPr>
              <p:spPr>
                <a:xfrm>
                  <a:off x="33758657" y="43763859"/>
                  <a:ext cx="2728119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7" name="文本框 2036"/>
                <p:cNvSpPr txBox="1"/>
                <p:nvPr/>
              </p:nvSpPr>
              <p:spPr>
                <a:xfrm>
                  <a:off x="33758657" y="41784962"/>
                  <a:ext cx="2728119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0.01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8" name="文本框 2037"/>
                <p:cNvSpPr txBox="1"/>
                <p:nvPr/>
              </p:nvSpPr>
              <p:spPr>
                <a:xfrm>
                  <a:off x="33757976" y="39806063"/>
                  <a:ext cx="2728800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0.02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39" name="文本框 2038"/>
                <p:cNvSpPr txBox="1"/>
                <p:nvPr/>
              </p:nvSpPr>
              <p:spPr>
                <a:xfrm>
                  <a:off x="33758657" y="37827164"/>
                  <a:ext cx="2728119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0.03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0" name="文本框 2039"/>
                <p:cNvSpPr txBox="1"/>
                <p:nvPr/>
              </p:nvSpPr>
              <p:spPr>
                <a:xfrm>
                  <a:off x="33758657" y="35848265"/>
                  <a:ext cx="2728119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0.04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041" name="文本框 2040"/>
                <p:cNvSpPr txBox="1"/>
                <p:nvPr/>
              </p:nvSpPr>
              <p:spPr>
                <a:xfrm>
                  <a:off x="33758657" y="33869366"/>
                  <a:ext cx="2728119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88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0.05</a:t>
                  </a:r>
                  <a:endPara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grpSp>
          <p:nvGrpSpPr>
            <p:cNvPr id="2082" name="组合 2081"/>
            <p:cNvGrpSpPr/>
            <p:nvPr/>
          </p:nvGrpSpPr>
          <p:grpSpPr>
            <a:xfrm>
              <a:off x="36104800" y="43276044"/>
              <a:ext cx="12904387" cy="1446550"/>
              <a:chOff x="36104800" y="43276044"/>
              <a:chExt cx="12904387" cy="1446550"/>
            </a:xfrm>
          </p:grpSpPr>
          <p:sp>
            <p:nvSpPr>
              <p:cNvPr id="2077" name="文本框 2076"/>
              <p:cNvSpPr txBox="1"/>
              <p:nvPr/>
            </p:nvSpPr>
            <p:spPr>
              <a:xfrm>
                <a:off x="36104800" y="4327604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-150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8" name="文本框 2077"/>
              <p:cNvSpPr txBox="1"/>
              <p:nvPr/>
            </p:nvSpPr>
            <p:spPr>
              <a:xfrm>
                <a:off x="39496889" y="4327604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-50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9" name="文本框 2078"/>
              <p:cNvSpPr txBox="1"/>
              <p:nvPr/>
            </p:nvSpPr>
            <p:spPr>
              <a:xfrm>
                <a:off x="42888978" y="4327604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80" name="文本框 2079"/>
              <p:cNvSpPr txBox="1"/>
              <p:nvPr/>
            </p:nvSpPr>
            <p:spPr>
              <a:xfrm>
                <a:off x="46281068" y="43276044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150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00" name="组合 199"/>
          <p:cNvGrpSpPr/>
          <p:nvPr/>
        </p:nvGrpSpPr>
        <p:grpSpPr>
          <a:xfrm>
            <a:off x="1719644" y="32019177"/>
            <a:ext cx="15949157" cy="10914192"/>
            <a:chOff x="1719644" y="32425577"/>
            <a:chExt cx="15949157" cy="12296838"/>
          </a:xfrm>
        </p:grpSpPr>
        <p:grpSp>
          <p:nvGrpSpPr>
            <p:cNvPr id="2061" name="组合 2060"/>
            <p:cNvGrpSpPr/>
            <p:nvPr/>
          </p:nvGrpSpPr>
          <p:grpSpPr>
            <a:xfrm>
              <a:off x="1719644" y="32425577"/>
              <a:ext cx="15949157" cy="11341043"/>
              <a:chOff x="1719644" y="33869366"/>
              <a:chExt cx="15949157" cy="11341043"/>
            </a:xfrm>
          </p:grpSpPr>
          <p:sp>
            <p:nvSpPr>
              <p:cNvPr id="1093" name="任意多边形: 形状 1092"/>
              <p:cNvSpPr/>
              <p:nvPr/>
            </p:nvSpPr>
            <p:spPr>
              <a:xfrm>
                <a:off x="5360073" y="42523777"/>
                <a:ext cx="12308728" cy="0"/>
              </a:xfrm>
              <a:custGeom>
                <a:avLst/>
                <a:gdLst>
                  <a:gd name="csX0" fmla="*/ 0 w 12963030"/>
                  <a:gd name="csY0" fmla="*/ 0 h 40774"/>
                  <a:gd name="csX1" fmla="*/ 12963031 w 12963030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0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086" name="任意多边形: 形状 1085"/>
              <p:cNvSpPr/>
              <p:nvPr/>
            </p:nvSpPr>
            <p:spPr>
              <a:xfrm>
                <a:off x="5360073" y="40554113"/>
                <a:ext cx="12308728" cy="0"/>
              </a:xfrm>
              <a:custGeom>
                <a:avLst/>
                <a:gdLst>
                  <a:gd name="csX0" fmla="*/ 0 w 12963030"/>
                  <a:gd name="csY0" fmla="*/ 0 h 40774"/>
                  <a:gd name="csX1" fmla="*/ 12963031 w 12963030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0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079" name="任意多边形: 形状 1078"/>
              <p:cNvSpPr/>
              <p:nvPr/>
            </p:nvSpPr>
            <p:spPr>
              <a:xfrm>
                <a:off x="5360073" y="38584448"/>
                <a:ext cx="12308728" cy="0"/>
              </a:xfrm>
              <a:custGeom>
                <a:avLst/>
                <a:gdLst>
                  <a:gd name="csX0" fmla="*/ 0 w 12963030"/>
                  <a:gd name="csY0" fmla="*/ 0 h 40774"/>
                  <a:gd name="csX1" fmla="*/ 12963031 w 12963030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0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072" name="任意多边形: 形状 1071"/>
              <p:cNvSpPr/>
              <p:nvPr/>
            </p:nvSpPr>
            <p:spPr>
              <a:xfrm>
                <a:off x="5360073" y="36614784"/>
                <a:ext cx="12308728" cy="0"/>
              </a:xfrm>
              <a:custGeom>
                <a:avLst/>
                <a:gdLst>
                  <a:gd name="csX0" fmla="*/ 0 w 12963030"/>
                  <a:gd name="csY0" fmla="*/ 0 h 40774"/>
                  <a:gd name="csX1" fmla="*/ 12963031 w 12963030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0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065" name="任意多边形: 形状 1064"/>
              <p:cNvSpPr/>
              <p:nvPr/>
            </p:nvSpPr>
            <p:spPr>
              <a:xfrm>
                <a:off x="5360073" y="34645119"/>
                <a:ext cx="12308728" cy="0"/>
              </a:xfrm>
              <a:custGeom>
                <a:avLst/>
                <a:gdLst>
                  <a:gd name="csX0" fmla="*/ 0 w 12963030"/>
                  <a:gd name="csY0" fmla="*/ 0 h 40774"/>
                  <a:gd name="csX1" fmla="*/ 12963031 w 12963030"/>
                  <a:gd name="csY1" fmla="*/ 0 h 407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2963030" h="40774">
                    <a:moveTo>
                      <a:pt x="0" y="0"/>
                    </a:moveTo>
                    <a:lnTo>
                      <a:pt x="12963031" y="0"/>
                    </a:lnTo>
                  </a:path>
                </a:pathLst>
              </a:custGeom>
              <a:noFill/>
              <a:ln w="101600" cap="sq">
                <a:solidFill>
                  <a:srgbClr val="B0B0B0">
                    <a:alpha val="30000"/>
                  </a:srgbClr>
                </a:solidFill>
                <a:prstDash val="sysDash"/>
                <a:round/>
              </a:ln>
            </p:spPr>
          </p:sp>
          <p:sp>
            <p:nvSpPr>
              <p:cNvPr id="1050" name="任意多边形: 形状 1049"/>
              <p:cNvSpPr/>
              <p:nvPr/>
            </p:nvSpPr>
            <p:spPr>
              <a:xfrm>
                <a:off x="5360073" y="33869367"/>
                <a:ext cx="0" cy="10624074"/>
              </a:xfrm>
              <a:custGeom>
                <a:avLst/>
                <a:gdLst>
                  <a:gd name="csX0" fmla="*/ 0 w 40802"/>
                  <a:gd name="csY0" fmla="*/ 10624074 h 10624074"/>
                  <a:gd name="csX1" fmla="*/ 0 w 40802"/>
                  <a:gd name="csY1" fmla="*/ 0 h 106240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802" h="10624074">
                    <a:moveTo>
                      <a:pt x="0" y="10624074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sq">
                <a:solidFill>
                  <a:schemeClr val="tx1"/>
                </a:solidFill>
                <a:prstDash val="solid"/>
                <a:miter/>
              </a:ln>
            </p:spPr>
          </p:sp>
          <p:grpSp>
            <p:nvGrpSpPr>
              <p:cNvPr id="2045" name="组合 2044"/>
              <p:cNvGrpSpPr/>
              <p:nvPr/>
            </p:nvGrpSpPr>
            <p:grpSpPr>
              <a:xfrm>
                <a:off x="5000073" y="34645119"/>
                <a:ext cx="360000" cy="9848323"/>
                <a:chOff x="5018243" y="34645119"/>
                <a:chExt cx="360000" cy="9848323"/>
              </a:xfrm>
            </p:grpSpPr>
            <p:sp>
              <p:nvSpPr>
                <p:cNvPr id="1101" name="任意多边形: 形状 1100"/>
                <p:cNvSpPr/>
                <p:nvPr/>
              </p:nvSpPr>
              <p:spPr>
                <a:xfrm>
                  <a:off x="5018243" y="44493442"/>
                  <a:ext cx="360000" cy="0"/>
                </a:xfrm>
                <a:custGeom>
                  <a:avLst/>
                  <a:gdLst>
                    <a:gd name="csX0" fmla="*/ 142867 w 142809"/>
                    <a:gd name="csY0" fmla="*/ 313 h 40774"/>
                    <a:gd name="csX1" fmla="*/ 58 w 142809"/>
                    <a:gd name="csY1" fmla="*/ 313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42809" h="40774">
                      <a:moveTo>
                        <a:pt x="142867" y="313"/>
                      </a:moveTo>
                      <a:lnTo>
                        <a:pt x="58" y="313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094" name="任意多边形: 形状 1093"/>
                <p:cNvSpPr/>
                <p:nvPr/>
              </p:nvSpPr>
              <p:spPr>
                <a:xfrm>
                  <a:off x="5018243" y="42523777"/>
                  <a:ext cx="360000" cy="0"/>
                </a:xfrm>
                <a:custGeom>
                  <a:avLst/>
                  <a:gdLst>
                    <a:gd name="csX0" fmla="*/ 142867 w 142809"/>
                    <a:gd name="csY0" fmla="*/ 265 h 40774"/>
                    <a:gd name="csX1" fmla="*/ 58 w 142809"/>
                    <a:gd name="csY1" fmla="*/ 265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42809" h="40774">
                      <a:moveTo>
                        <a:pt x="142867" y="265"/>
                      </a:moveTo>
                      <a:lnTo>
                        <a:pt x="58" y="265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087" name="任意多边形: 形状 1086"/>
                <p:cNvSpPr/>
                <p:nvPr/>
              </p:nvSpPr>
              <p:spPr>
                <a:xfrm>
                  <a:off x="5018243" y="40554113"/>
                  <a:ext cx="360000" cy="0"/>
                </a:xfrm>
                <a:custGeom>
                  <a:avLst/>
                  <a:gdLst>
                    <a:gd name="csX0" fmla="*/ 142867 w 142809"/>
                    <a:gd name="csY0" fmla="*/ 217 h 40774"/>
                    <a:gd name="csX1" fmla="*/ 58 w 142809"/>
                    <a:gd name="csY1" fmla="*/ 217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42809" h="40774">
                      <a:moveTo>
                        <a:pt x="142867" y="217"/>
                      </a:moveTo>
                      <a:lnTo>
                        <a:pt x="58" y="217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080" name="任意多边形: 形状 1079"/>
                <p:cNvSpPr/>
                <p:nvPr/>
              </p:nvSpPr>
              <p:spPr>
                <a:xfrm>
                  <a:off x="5018243" y="38584448"/>
                  <a:ext cx="360000" cy="0"/>
                </a:xfrm>
                <a:custGeom>
                  <a:avLst/>
                  <a:gdLst>
                    <a:gd name="csX0" fmla="*/ 142867 w 142809"/>
                    <a:gd name="csY0" fmla="*/ 168 h 40774"/>
                    <a:gd name="csX1" fmla="*/ 58 w 142809"/>
                    <a:gd name="csY1" fmla="*/ 168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42809" h="40774">
                      <a:moveTo>
                        <a:pt x="142867" y="168"/>
                      </a:moveTo>
                      <a:lnTo>
                        <a:pt x="58" y="168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073" name="任意多边形: 形状 1072"/>
                <p:cNvSpPr/>
                <p:nvPr/>
              </p:nvSpPr>
              <p:spPr>
                <a:xfrm>
                  <a:off x="5018243" y="36614784"/>
                  <a:ext cx="360000" cy="0"/>
                </a:xfrm>
                <a:custGeom>
                  <a:avLst/>
                  <a:gdLst>
                    <a:gd name="csX0" fmla="*/ 142867 w 142809"/>
                    <a:gd name="csY0" fmla="*/ 120 h 40774"/>
                    <a:gd name="csX1" fmla="*/ 58 w 142809"/>
                    <a:gd name="csY1" fmla="*/ 12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42809" h="40774">
                      <a:moveTo>
                        <a:pt x="142867" y="120"/>
                      </a:moveTo>
                      <a:lnTo>
                        <a:pt x="58" y="120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066" name="任意多边形: 形状 1065"/>
                <p:cNvSpPr/>
                <p:nvPr/>
              </p:nvSpPr>
              <p:spPr>
                <a:xfrm>
                  <a:off x="5018243" y="34645119"/>
                  <a:ext cx="360000" cy="0"/>
                </a:xfrm>
                <a:custGeom>
                  <a:avLst/>
                  <a:gdLst>
                    <a:gd name="csX0" fmla="*/ 142867 w 142809"/>
                    <a:gd name="csY0" fmla="*/ 72 h 40774"/>
                    <a:gd name="csX1" fmla="*/ 58 w 142809"/>
                    <a:gd name="csY1" fmla="*/ 72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42809" h="40774">
                      <a:moveTo>
                        <a:pt x="142867" y="72"/>
                      </a:moveTo>
                      <a:lnTo>
                        <a:pt x="58" y="72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</p:grpSp>
          <p:grpSp>
            <p:nvGrpSpPr>
              <p:cNvPr id="1182" name="组合 1181"/>
              <p:cNvGrpSpPr/>
              <p:nvPr/>
            </p:nvGrpSpPr>
            <p:grpSpPr>
              <a:xfrm>
                <a:off x="5919560" y="34375275"/>
                <a:ext cx="11189753" cy="10158940"/>
                <a:chOff x="6146867" y="34375275"/>
                <a:chExt cx="11784573" cy="10158940"/>
              </a:xfrm>
            </p:grpSpPr>
            <p:sp>
              <p:nvSpPr>
                <p:cNvPr id="1132" name="任意多边形: 形状 1131"/>
                <p:cNvSpPr/>
                <p:nvPr/>
              </p:nvSpPr>
              <p:spPr>
                <a:xfrm>
                  <a:off x="6146867" y="44231476"/>
                  <a:ext cx="235691" cy="261965"/>
                </a:xfrm>
                <a:custGeom>
                  <a:avLst/>
                  <a:gdLst>
                    <a:gd name="csX0" fmla="*/ 0 w 235691"/>
                    <a:gd name="csY0" fmla="*/ 261965 h 261965"/>
                    <a:gd name="csX1" fmla="*/ 235692 w 235691"/>
                    <a:gd name="csY1" fmla="*/ 261965 h 261965"/>
                    <a:gd name="csX2" fmla="*/ 235692 w 235691"/>
                    <a:gd name="csY2" fmla="*/ 0 h 261965"/>
                    <a:gd name="csX3" fmla="*/ 0 w 235691"/>
                    <a:gd name="csY3" fmla="*/ 0 h 2619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61965">
                      <a:moveTo>
                        <a:pt x="0" y="261965"/>
                      </a:moveTo>
                      <a:lnTo>
                        <a:pt x="235692" y="26196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3" name="任意多边形: 形状 1132"/>
                <p:cNvSpPr/>
                <p:nvPr/>
              </p:nvSpPr>
              <p:spPr>
                <a:xfrm>
                  <a:off x="6382559" y="41259253"/>
                  <a:ext cx="235691" cy="3234188"/>
                </a:xfrm>
                <a:custGeom>
                  <a:avLst/>
                  <a:gdLst>
                    <a:gd name="csX0" fmla="*/ 0 w 235691"/>
                    <a:gd name="csY0" fmla="*/ 3234188 h 3234188"/>
                    <a:gd name="csX1" fmla="*/ 235691 w 235691"/>
                    <a:gd name="csY1" fmla="*/ 3234188 h 3234188"/>
                    <a:gd name="csX2" fmla="*/ 235691 w 235691"/>
                    <a:gd name="csY2" fmla="*/ 0 h 3234188"/>
                    <a:gd name="csX3" fmla="*/ 0 w 235691"/>
                    <a:gd name="csY3" fmla="*/ 0 h 323418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3234188">
                      <a:moveTo>
                        <a:pt x="0" y="3234188"/>
                      </a:moveTo>
                      <a:lnTo>
                        <a:pt x="235691" y="3234188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4" name="任意多边形: 形状 1133"/>
                <p:cNvSpPr/>
                <p:nvPr/>
              </p:nvSpPr>
              <p:spPr>
                <a:xfrm>
                  <a:off x="6618250" y="35870251"/>
                  <a:ext cx="235691" cy="8623190"/>
                </a:xfrm>
                <a:custGeom>
                  <a:avLst/>
                  <a:gdLst>
                    <a:gd name="csX0" fmla="*/ 0 w 235691"/>
                    <a:gd name="csY0" fmla="*/ 8623190 h 8623190"/>
                    <a:gd name="csX1" fmla="*/ 235692 w 235691"/>
                    <a:gd name="csY1" fmla="*/ 8623190 h 8623190"/>
                    <a:gd name="csX2" fmla="*/ 235692 w 235691"/>
                    <a:gd name="csY2" fmla="*/ 0 h 8623190"/>
                    <a:gd name="csX3" fmla="*/ 0 w 235691"/>
                    <a:gd name="csY3" fmla="*/ 0 h 86231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8623190">
                      <a:moveTo>
                        <a:pt x="0" y="8623190"/>
                      </a:moveTo>
                      <a:lnTo>
                        <a:pt x="235692" y="862319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5" name="任意多边形: 形状 1134"/>
                <p:cNvSpPr/>
                <p:nvPr/>
              </p:nvSpPr>
              <p:spPr>
                <a:xfrm>
                  <a:off x="6853942" y="34375275"/>
                  <a:ext cx="235691" cy="10118165"/>
                </a:xfrm>
                <a:custGeom>
                  <a:avLst/>
                  <a:gdLst>
                    <a:gd name="csX0" fmla="*/ 0 w 235691"/>
                    <a:gd name="csY0" fmla="*/ 10118166 h 10118165"/>
                    <a:gd name="csX1" fmla="*/ 235692 w 235691"/>
                    <a:gd name="csY1" fmla="*/ 10118166 h 10118165"/>
                    <a:gd name="csX2" fmla="*/ 235692 w 235691"/>
                    <a:gd name="csY2" fmla="*/ 0 h 10118165"/>
                    <a:gd name="csX3" fmla="*/ 0 w 235691"/>
                    <a:gd name="csY3" fmla="*/ 0 h 1011816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0118165">
                      <a:moveTo>
                        <a:pt x="0" y="10118166"/>
                      </a:moveTo>
                      <a:lnTo>
                        <a:pt x="235692" y="1011816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6" name="任意多边形: 形状 1135"/>
                <p:cNvSpPr/>
                <p:nvPr/>
              </p:nvSpPr>
              <p:spPr>
                <a:xfrm>
                  <a:off x="7089634" y="35403440"/>
                  <a:ext cx="235691" cy="9090001"/>
                </a:xfrm>
                <a:custGeom>
                  <a:avLst/>
                  <a:gdLst>
                    <a:gd name="csX0" fmla="*/ 0 w 235691"/>
                    <a:gd name="csY0" fmla="*/ 9090001 h 9090001"/>
                    <a:gd name="csX1" fmla="*/ 235691 w 235691"/>
                    <a:gd name="csY1" fmla="*/ 9090001 h 9090001"/>
                    <a:gd name="csX2" fmla="*/ 235691 w 235691"/>
                    <a:gd name="csY2" fmla="*/ 0 h 9090001"/>
                    <a:gd name="csX3" fmla="*/ 0 w 235691"/>
                    <a:gd name="csY3" fmla="*/ 0 h 909000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090001">
                      <a:moveTo>
                        <a:pt x="0" y="9090001"/>
                      </a:moveTo>
                      <a:lnTo>
                        <a:pt x="235691" y="9090001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7" name="任意多边形: 形状 1136"/>
                <p:cNvSpPr/>
                <p:nvPr/>
              </p:nvSpPr>
              <p:spPr>
                <a:xfrm>
                  <a:off x="7325325" y="36925991"/>
                  <a:ext cx="235691" cy="7567450"/>
                </a:xfrm>
                <a:custGeom>
                  <a:avLst/>
                  <a:gdLst>
                    <a:gd name="csX0" fmla="*/ 0 w 235691"/>
                    <a:gd name="csY0" fmla="*/ 7567451 h 7567450"/>
                    <a:gd name="csX1" fmla="*/ 235692 w 235691"/>
                    <a:gd name="csY1" fmla="*/ 7567451 h 7567450"/>
                    <a:gd name="csX2" fmla="*/ 235692 w 235691"/>
                    <a:gd name="csY2" fmla="*/ 0 h 7567450"/>
                    <a:gd name="csX3" fmla="*/ 0 w 235691"/>
                    <a:gd name="csY3" fmla="*/ 0 h 75674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7567450">
                      <a:moveTo>
                        <a:pt x="0" y="7567451"/>
                      </a:moveTo>
                      <a:lnTo>
                        <a:pt x="235692" y="756745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8" name="任意多边形: 形状 1137"/>
                <p:cNvSpPr/>
                <p:nvPr/>
              </p:nvSpPr>
              <p:spPr>
                <a:xfrm>
                  <a:off x="7561017" y="38141274"/>
                  <a:ext cx="235691" cy="6352167"/>
                </a:xfrm>
                <a:custGeom>
                  <a:avLst/>
                  <a:gdLst>
                    <a:gd name="csX0" fmla="*/ 0 w 235691"/>
                    <a:gd name="csY0" fmla="*/ 6352167 h 6352167"/>
                    <a:gd name="csX1" fmla="*/ 235691 w 235691"/>
                    <a:gd name="csY1" fmla="*/ 6352167 h 6352167"/>
                    <a:gd name="csX2" fmla="*/ 235691 w 235691"/>
                    <a:gd name="csY2" fmla="*/ 0 h 6352167"/>
                    <a:gd name="csX3" fmla="*/ 0 w 235691"/>
                    <a:gd name="csY3" fmla="*/ 0 h 635216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6352167">
                      <a:moveTo>
                        <a:pt x="0" y="6352167"/>
                      </a:moveTo>
                      <a:lnTo>
                        <a:pt x="235691" y="6352167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39" name="任意多边形: 形状 1138"/>
                <p:cNvSpPr/>
                <p:nvPr/>
              </p:nvSpPr>
              <p:spPr>
                <a:xfrm>
                  <a:off x="7796708" y="39336860"/>
                  <a:ext cx="235691" cy="5156580"/>
                </a:xfrm>
                <a:custGeom>
                  <a:avLst/>
                  <a:gdLst>
                    <a:gd name="csX0" fmla="*/ 0 w 235691"/>
                    <a:gd name="csY0" fmla="*/ 5156581 h 5156580"/>
                    <a:gd name="csX1" fmla="*/ 235692 w 235691"/>
                    <a:gd name="csY1" fmla="*/ 5156581 h 5156580"/>
                    <a:gd name="csX2" fmla="*/ 235692 w 235691"/>
                    <a:gd name="csY2" fmla="*/ 0 h 5156580"/>
                    <a:gd name="csX3" fmla="*/ 0 w 235691"/>
                    <a:gd name="csY3" fmla="*/ 0 h 515658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156580">
                      <a:moveTo>
                        <a:pt x="0" y="5156581"/>
                      </a:moveTo>
                      <a:lnTo>
                        <a:pt x="235692" y="515658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0" name="任意多边形: 形状 1139"/>
                <p:cNvSpPr/>
                <p:nvPr/>
              </p:nvSpPr>
              <p:spPr>
                <a:xfrm>
                  <a:off x="8032399" y="40790473"/>
                  <a:ext cx="235691" cy="3702968"/>
                </a:xfrm>
                <a:custGeom>
                  <a:avLst/>
                  <a:gdLst>
                    <a:gd name="csX0" fmla="*/ 0 w 235691"/>
                    <a:gd name="csY0" fmla="*/ 3702969 h 3702968"/>
                    <a:gd name="csX1" fmla="*/ 235691 w 235691"/>
                    <a:gd name="csY1" fmla="*/ 3702969 h 3702968"/>
                    <a:gd name="csX2" fmla="*/ 235691 w 235691"/>
                    <a:gd name="csY2" fmla="*/ 0 h 3702968"/>
                    <a:gd name="csX3" fmla="*/ 0 w 235691"/>
                    <a:gd name="csY3" fmla="*/ 0 h 37029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3702968">
                      <a:moveTo>
                        <a:pt x="0" y="3702969"/>
                      </a:moveTo>
                      <a:lnTo>
                        <a:pt x="235691" y="3702969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1" name="任意多边形: 形状 1140"/>
                <p:cNvSpPr/>
                <p:nvPr/>
              </p:nvSpPr>
              <p:spPr>
                <a:xfrm>
                  <a:off x="8268091" y="41617732"/>
                  <a:ext cx="235691" cy="2875709"/>
                </a:xfrm>
                <a:custGeom>
                  <a:avLst/>
                  <a:gdLst>
                    <a:gd name="csX0" fmla="*/ 0 w 235691"/>
                    <a:gd name="csY0" fmla="*/ 2875710 h 2875709"/>
                    <a:gd name="csX1" fmla="*/ 235691 w 235691"/>
                    <a:gd name="csY1" fmla="*/ 2875710 h 2875709"/>
                    <a:gd name="csX2" fmla="*/ 235691 w 235691"/>
                    <a:gd name="csY2" fmla="*/ 0 h 2875709"/>
                    <a:gd name="csX3" fmla="*/ 0 w 235691"/>
                    <a:gd name="csY3" fmla="*/ 0 h 2875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875709">
                      <a:moveTo>
                        <a:pt x="0" y="2875710"/>
                      </a:moveTo>
                      <a:lnTo>
                        <a:pt x="235691" y="2875710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2" name="任意多边形: 形状 1141"/>
                <p:cNvSpPr/>
                <p:nvPr/>
              </p:nvSpPr>
              <p:spPr>
                <a:xfrm>
                  <a:off x="8503782" y="42220449"/>
                  <a:ext cx="235691" cy="2272992"/>
                </a:xfrm>
                <a:custGeom>
                  <a:avLst/>
                  <a:gdLst>
                    <a:gd name="csX0" fmla="*/ 0 w 235691"/>
                    <a:gd name="csY0" fmla="*/ 2272993 h 2272992"/>
                    <a:gd name="csX1" fmla="*/ 235692 w 235691"/>
                    <a:gd name="csY1" fmla="*/ 2272993 h 2272992"/>
                    <a:gd name="csX2" fmla="*/ 235692 w 235691"/>
                    <a:gd name="csY2" fmla="*/ 0 h 2272992"/>
                    <a:gd name="csX3" fmla="*/ 0 w 235691"/>
                    <a:gd name="csY3" fmla="*/ 0 h 227299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272992">
                      <a:moveTo>
                        <a:pt x="0" y="2272993"/>
                      </a:moveTo>
                      <a:lnTo>
                        <a:pt x="235692" y="2272993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3" name="任意多边形: 形状 1142"/>
                <p:cNvSpPr/>
                <p:nvPr/>
              </p:nvSpPr>
              <p:spPr>
                <a:xfrm>
                  <a:off x="8739474" y="42777865"/>
                  <a:ext cx="235691" cy="1715576"/>
                </a:xfrm>
                <a:custGeom>
                  <a:avLst/>
                  <a:gdLst>
                    <a:gd name="csX0" fmla="*/ 0 w 235691"/>
                    <a:gd name="csY0" fmla="*/ 1715577 h 1715576"/>
                    <a:gd name="csX1" fmla="*/ 235692 w 235691"/>
                    <a:gd name="csY1" fmla="*/ 1715577 h 1715576"/>
                    <a:gd name="csX2" fmla="*/ 235692 w 235691"/>
                    <a:gd name="csY2" fmla="*/ 0 h 1715576"/>
                    <a:gd name="csX3" fmla="*/ 0 w 235691"/>
                    <a:gd name="csY3" fmla="*/ 0 h 171557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715576">
                      <a:moveTo>
                        <a:pt x="0" y="1715577"/>
                      </a:moveTo>
                      <a:lnTo>
                        <a:pt x="235692" y="171557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4" name="任意多边形: 形状 1143"/>
                <p:cNvSpPr/>
                <p:nvPr/>
              </p:nvSpPr>
              <p:spPr>
                <a:xfrm>
                  <a:off x="8975165" y="43000437"/>
                  <a:ext cx="235691" cy="1493004"/>
                </a:xfrm>
                <a:custGeom>
                  <a:avLst/>
                  <a:gdLst>
                    <a:gd name="csX0" fmla="*/ 0 w 235691"/>
                    <a:gd name="csY0" fmla="*/ 1493005 h 1493004"/>
                    <a:gd name="csX1" fmla="*/ 235692 w 235691"/>
                    <a:gd name="csY1" fmla="*/ 1493005 h 1493004"/>
                    <a:gd name="csX2" fmla="*/ 235692 w 235691"/>
                    <a:gd name="csY2" fmla="*/ 0 h 1493004"/>
                    <a:gd name="csX3" fmla="*/ 0 w 235691"/>
                    <a:gd name="csY3" fmla="*/ 0 h 149300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493004">
                      <a:moveTo>
                        <a:pt x="0" y="1493005"/>
                      </a:moveTo>
                      <a:lnTo>
                        <a:pt x="235692" y="149300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5" name="任意多边形: 形状 1144"/>
                <p:cNvSpPr/>
                <p:nvPr/>
              </p:nvSpPr>
              <p:spPr>
                <a:xfrm>
                  <a:off x="9210857" y="43329370"/>
                  <a:ext cx="235690" cy="1164071"/>
                </a:xfrm>
                <a:custGeom>
                  <a:avLst/>
                  <a:gdLst>
                    <a:gd name="csX0" fmla="*/ 0 w 235690"/>
                    <a:gd name="csY0" fmla="*/ 1164071 h 1164071"/>
                    <a:gd name="csX1" fmla="*/ 235691 w 235690"/>
                    <a:gd name="csY1" fmla="*/ 1164071 h 1164071"/>
                    <a:gd name="csX2" fmla="*/ 235691 w 235690"/>
                    <a:gd name="csY2" fmla="*/ 0 h 1164071"/>
                    <a:gd name="csX3" fmla="*/ 0 w 235690"/>
                    <a:gd name="csY3" fmla="*/ 0 h 116407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1164071">
                      <a:moveTo>
                        <a:pt x="0" y="1164071"/>
                      </a:moveTo>
                      <a:lnTo>
                        <a:pt x="235691" y="1164071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6" name="任意多边形: 形状 1145"/>
                <p:cNvSpPr/>
                <p:nvPr/>
              </p:nvSpPr>
              <p:spPr>
                <a:xfrm>
                  <a:off x="9446548" y="43376642"/>
                  <a:ext cx="235691" cy="1116799"/>
                </a:xfrm>
                <a:custGeom>
                  <a:avLst/>
                  <a:gdLst>
                    <a:gd name="csX0" fmla="*/ 0 w 235691"/>
                    <a:gd name="csY0" fmla="*/ 1116799 h 1116799"/>
                    <a:gd name="csX1" fmla="*/ 235692 w 235691"/>
                    <a:gd name="csY1" fmla="*/ 1116799 h 1116799"/>
                    <a:gd name="csX2" fmla="*/ 235692 w 235691"/>
                    <a:gd name="csY2" fmla="*/ 0 h 1116799"/>
                    <a:gd name="csX3" fmla="*/ 0 w 235691"/>
                    <a:gd name="csY3" fmla="*/ 0 h 1116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116799">
                      <a:moveTo>
                        <a:pt x="0" y="1116799"/>
                      </a:moveTo>
                      <a:lnTo>
                        <a:pt x="235692" y="111679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7" name="任意多边形: 形状 1146"/>
                <p:cNvSpPr/>
                <p:nvPr/>
              </p:nvSpPr>
              <p:spPr>
                <a:xfrm>
                  <a:off x="9682239" y="43607093"/>
                  <a:ext cx="235691" cy="886348"/>
                </a:xfrm>
                <a:custGeom>
                  <a:avLst/>
                  <a:gdLst>
                    <a:gd name="csX0" fmla="*/ 0 w 235691"/>
                    <a:gd name="csY0" fmla="*/ 886348 h 886348"/>
                    <a:gd name="csX1" fmla="*/ 235692 w 235691"/>
                    <a:gd name="csY1" fmla="*/ 886348 h 886348"/>
                    <a:gd name="csX2" fmla="*/ 235692 w 235691"/>
                    <a:gd name="csY2" fmla="*/ 0 h 886348"/>
                    <a:gd name="csX3" fmla="*/ 0 w 235691"/>
                    <a:gd name="csY3" fmla="*/ 0 h 88634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886348">
                      <a:moveTo>
                        <a:pt x="0" y="886348"/>
                      </a:moveTo>
                      <a:lnTo>
                        <a:pt x="235692" y="88634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8" name="任意多边形: 形状 1147"/>
                <p:cNvSpPr/>
                <p:nvPr/>
              </p:nvSpPr>
              <p:spPr>
                <a:xfrm>
                  <a:off x="9917931" y="43853301"/>
                  <a:ext cx="235691" cy="640139"/>
                </a:xfrm>
                <a:custGeom>
                  <a:avLst/>
                  <a:gdLst>
                    <a:gd name="csX0" fmla="*/ 0 w 235691"/>
                    <a:gd name="csY0" fmla="*/ 640140 h 640139"/>
                    <a:gd name="csX1" fmla="*/ 235692 w 235691"/>
                    <a:gd name="csY1" fmla="*/ 640140 h 640139"/>
                    <a:gd name="csX2" fmla="*/ 235692 w 235691"/>
                    <a:gd name="csY2" fmla="*/ 0 h 640139"/>
                    <a:gd name="csX3" fmla="*/ 0 w 235691"/>
                    <a:gd name="csY3" fmla="*/ 0 h 64013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640139">
                      <a:moveTo>
                        <a:pt x="0" y="640140"/>
                      </a:moveTo>
                      <a:lnTo>
                        <a:pt x="235692" y="64014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49" name="任意多边形: 形状 1148"/>
                <p:cNvSpPr/>
                <p:nvPr/>
              </p:nvSpPr>
              <p:spPr>
                <a:xfrm>
                  <a:off x="10153623" y="43910421"/>
                  <a:ext cx="235690" cy="583020"/>
                </a:xfrm>
                <a:custGeom>
                  <a:avLst/>
                  <a:gdLst>
                    <a:gd name="csX0" fmla="*/ 0 w 235690"/>
                    <a:gd name="csY0" fmla="*/ 583021 h 583020"/>
                    <a:gd name="csX1" fmla="*/ 235691 w 235690"/>
                    <a:gd name="csY1" fmla="*/ 583021 h 583020"/>
                    <a:gd name="csX2" fmla="*/ 235691 w 235690"/>
                    <a:gd name="csY2" fmla="*/ 0 h 583020"/>
                    <a:gd name="csX3" fmla="*/ 0 w 235690"/>
                    <a:gd name="csY3" fmla="*/ 0 h 5830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583020">
                      <a:moveTo>
                        <a:pt x="0" y="583021"/>
                      </a:moveTo>
                      <a:lnTo>
                        <a:pt x="235691" y="583021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0" name="任意多边形: 形状 1149"/>
                <p:cNvSpPr/>
                <p:nvPr/>
              </p:nvSpPr>
              <p:spPr>
                <a:xfrm>
                  <a:off x="10389314" y="43904513"/>
                  <a:ext cx="235691" cy="588928"/>
                </a:xfrm>
                <a:custGeom>
                  <a:avLst/>
                  <a:gdLst>
                    <a:gd name="csX0" fmla="*/ 0 w 235691"/>
                    <a:gd name="csY0" fmla="*/ 588929 h 588928"/>
                    <a:gd name="csX1" fmla="*/ 235692 w 235691"/>
                    <a:gd name="csY1" fmla="*/ 588929 h 588928"/>
                    <a:gd name="csX2" fmla="*/ 235692 w 235691"/>
                    <a:gd name="csY2" fmla="*/ 0 h 588928"/>
                    <a:gd name="csX3" fmla="*/ 0 w 235691"/>
                    <a:gd name="csY3" fmla="*/ 0 h 58892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88928">
                      <a:moveTo>
                        <a:pt x="0" y="588929"/>
                      </a:moveTo>
                      <a:lnTo>
                        <a:pt x="235692" y="58892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1" name="任意多边形: 形状 1150"/>
                <p:cNvSpPr/>
                <p:nvPr/>
              </p:nvSpPr>
              <p:spPr>
                <a:xfrm>
                  <a:off x="10625005" y="44036480"/>
                  <a:ext cx="235691" cy="456961"/>
                </a:xfrm>
                <a:custGeom>
                  <a:avLst/>
                  <a:gdLst>
                    <a:gd name="csX0" fmla="*/ 0 w 235691"/>
                    <a:gd name="csY0" fmla="*/ 456962 h 456961"/>
                    <a:gd name="csX1" fmla="*/ 235692 w 235691"/>
                    <a:gd name="csY1" fmla="*/ 456962 h 456961"/>
                    <a:gd name="csX2" fmla="*/ 235692 w 235691"/>
                    <a:gd name="csY2" fmla="*/ 0 h 456961"/>
                    <a:gd name="csX3" fmla="*/ 0 w 235691"/>
                    <a:gd name="csY3" fmla="*/ 0 h 45696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56961">
                      <a:moveTo>
                        <a:pt x="0" y="456962"/>
                      </a:moveTo>
                      <a:lnTo>
                        <a:pt x="235692" y="456962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2" name="任意多边形: 形状 1151"/>
                <p:cNvSpPr/>
                <p:nvPr/>
              </p:nvSpPr>
              <p:spPr>
                <a:xfrm>
                  <a:off x="10860697" y="44154659"/>
                  <a:ext cx="235691" cy="338782"/>
                </a:xfrm>
                <a:custGeom>
                  <a:avLst/>
                  <a:gdLst>
                    <a:gd name="csX0" fmla="*/ 0 w 235691"/>
                    <a:gd name="csY0" fmla="*/ 338782 h 338782"/>
                    <a:gd name="csX1" fmla="*/ 235692 w 235691"/>
                    <a:gd name="csY1" fmla="*/ 338782 h 338782"/>
                    <a:gd name="csX2" fmla="*/ 235692 w 235691"/>
                    <a:gd name="csY2" fmla="*/ 0 h 338782"/>
                    <a:gd name="csX3" fmla="*/ 0 w 235691"/>
                    <a:gd name="csY3" fmla="*/ 0 h 3387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338782">
                      <a:moveTo>
                        <a:pt x="0" y="338782"/>
                      </a:moveTo>
                      <a:lnTo>
                        <a:pt x="235692" y="338782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3" name="任意多边形: 形状 1152"/>
                <p:cNvSpPr/>
                <p:nvPr/>
              </p:nvSpPr>
              <p:spPr>
                <a:xfrm>
                  <a:off x="11096388" y="44266931"/>
                  <a:ext cx="235691" cy="226510"/>
                </a:xfrm>
                <a:custGeom>
                  <a:avLst/>
                  <a:gdLst>
                    <a:gd name="csX0" fmla="*/ 0 w 235691"/>
                    <a:gd name="csY0" fmla="*/ 226511 h 226510"/>
                    <a:gd name="csX1" fmla="*/ 235692 w 235691"/>
                    <a:gd name="csY1" fmla="*/ 226511 h 226510"/>
                    <a:gd name="csX2" fmla="*/ 235692 w 235691"/>
                    <a:gd name="csY2" fmla="*/ 0 h 226510"/>
                    <a:gd name="csX3" fmla="*/ 0 w 235691"/>
                    <a:gd name="csY3" fmla="*/ 0 h 2265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26510">
                      <a:moveTo>
                        <a:pt x="0" y="226511"/>
                      </a:moveTo>
                      <a:lnTo>
                        <a:pt x="235692" y="226511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4" name="任意多边形: 形状 1153"/>
                <p:cNvSpPr/>
                <p:nvPr/>
              </p:nvSpPr>
              <p:spPr>
                <a:xfrm>
                  <a:off x="11332080" y="44276778"/>
                  <a:ext cx="235690" cy="216662"/>
                </a:xfrm>
                <a:custGeom>
                  <a:avLst/>
                  <a:gdLst>
                    <a:gd name="csX0" fmla="*/ 0 w 235690"/>
                    <a:gd name="csY0" fmla="*/ 216663 h 216662"/>
                    <a:gd name="csX1" fmla="*/ 235691 w 235690"/>
                    <a:gd name="csY1" fmla="*/ 216663 h 216662"/>
                    <a:gd name="csX2" fmla="*/ 235691 w 235690"/>
                    <a:gd name="csY2" fmla="*/ 0 h 216662"/>
                    <a:gd name="csX3" fmla="*/ 0 w 235690"/>
                    <a:gd name="csY3" fmla="*/ 0 h 21666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216662">
                      <a:moveTo>
                        <a:pt x="0" y="216663"/>
                      </a:moveTo>
                      <a:lnTo>
                        <a:pt x="235691" y="216663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5" name="任意多边形: 形状 1154"/>
                <p:cNvSpPr/>
                <p:nvPr/>
              </p:nvSpPr>
              <p:spPr>
                <a:xfrm>
                  <a:off x="11567771" y="44320112"/>
                  <a:ext cx="235691" cy="173329"/>
                </a:xfrm>
                <a:custGeom>
                  <a:avLst/>
                  <a:gdLst>
                    <a:gd name="csX0" fmla="*/ 0 w 235691"/>
                    <a:gd name="csY0" fmla="*/ 173329 h 173329"/>
                    <a:gd name="csX1" fmla="*/ 235692 w 235691"/>
                    <a:gd name="csY1" fmla="*/ 173329 h 173329"/>
                    <a:gd name="csX2" fmla="*/ 235692 w 235691"/>
                    <a:gd name="csY2" fmla="*/ 0 h 173329"/>
                    <a:gd name="csX3" fmla="*/ 0 w 235691"/>
                    <a:gd name="csY3" fmla="*/ 0 h 17332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73329">
                      <a:moveTo>
                        <a:pt x="0" y="173329"/>
                      </a:moveTo>
                      <a:lnTo>
                        <a:pt x="235692" y="17332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6" name="任意多边形: 形状 1155"/>
                <p:cNvSpPr/>
                <p:nvPr/>
              </p:nvSpPr>
              <p:spPr>
                <a:xfrm>
                  <a:off x="11803463" y="44290567"/>
                  <a:ext cx="235691" cy="202874"/>
                </a:xfrm>
                <a:custGeom>
                  <a:avLst/>
                  <a:gdLst>
                    <a:gd name="csX0" fmla="*/ 0 w 235691"/>
                    <a:gd name="csY0" fmla="*/ 202875 h 202874"/>
                    <a:gd name="csX1" fmla="*/ 235692 w 235691"/>
                    <a:gd name="csY1" fmla="*/ 202875 h 202874"/>
                    <a:gd name="csX2" fmla="*/ 235692 w 235691"/>
                    <a:gd name="csY2" fmla="*/ 0 h 202874"/>
                    <a:gd name="csX3" fmla="*/ 0 w 235691"/>
                    <a:gd name="csY3" fmla="*/ 0 h 2028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02874">
                      <a:moveTo>
                        <a:pt x="0" y="202875"/>
                      </a:moveTo>
                      <a:lnTo>
                        <a:pt x="235692" y="202875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7" name="任意多边形: 形状 1156"/>
                <p:cNvSpPr/>
                <p:nvPr/>
              </p:nvSpPr>
              <p:spPr>
                <a:xfrm>
                  <a:off x="12039154" y="44357535"/>
                  <a:ext cx="235691" cy="135906"/>
                </a:xfrm>
                <a:custGeom>
                  <a:avLst/>
                  <a:gdLst>
                    <a:gd name="csX0" fmla="*/ 0 w 235691"/>
                    <a:gd name="csY0" fmla="*/ 135906 h 135906"/>
                    <a:gd name="csX1" fmla="*/ 235692 w 235691"/>
                    <a:gd name="csY1" fmla="*/ 135906 h 135906"/>
                    <a:gd name="csX2" fmla="*/ 235692 w 235691"/>
                    <a:gd name="csY2" fmla="*/ 0 h 135906"/>
                    <a:gd name="csX3" fmla="*/ 0 w 235691"/>
                    <a:gd name="csY3" fmla="*/ 0 h 13590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35906">
                      <a:moveTo>
                        <a:pt x="0" y="135906"/>
                      </a:moveTo>
                      <a:lnTo>
                        <a:pt x="235692" y="13590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8" name="任意多边形: 形状 1157"/>
                <p:cNvSpPr/>
                <p:nvPr/>
              </p:nvSpPr>
              <p:spPr>
                <a:xfrm>
                  <a:off x="12274846" y="44414656"/>
                  <a:ext cx="235690" cy="78785"/>
                </a:xfrm>
                <a:custGeom>
                  <a:avLst/>
                  <a:gdLst>
                    <a:gd name="csX0" fmla="*/ 0 w 235690"/>
                    <a:gd name="csY0" fmla="*/ 78786 h 78785"/>
                    <a:gd name="csX1" fmla="*/ 235691 w 235690"/>
                    <a:gd name="csY1" fmla="*/ 78786 h 78785"/>
                    <a:gd name="csX2" fmla="*/ 235691 w 235690"/>
                    <a:gd name="csY2" fmla="*/ 0 h 78785"/>
                    <a:gd name="csX3" fmla="*/ 0 w 235690"/>
                    <a:gd name="csY3" fmla="*/ 0 h 787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78785">
                      <a:moveTo>
                        <a:pt x="0" y="78786"/>
                      </a:moveTo>
                      <a:lnTo>
                        <a:pt x="235691" y="78786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59" name="任意多边形: 形状 1158"/>
                <p:cNvSpPr/>
                <p:nvPr/>
              </p:nvSpPr>
              <p:spPr>
                <a:xfrm>
                  <a:off x="12510537" y="44434352"/>
                  <a:ext cx="235691" cy="59089"/>
                </a:xfrm>
                <a:custGeom>
                  <a:avLst/>
                  <a:gdLst>
                    <a:gd name="csX0" fmla="*/ 0 w 235691"/>
                    <a:gd name="csY0" fmla="*/ 59089 h 59089"/>
                    <a:gd name="csX1" fmla="*/ 235692 w 235691"/>
                    <a:gd name="csY1" fmla="*/ 59089 h 59089"/>
                    <a:gd name="csX2" fmla="*/ 235692 w 235691"/>
                    <a:gd name="csY2" fmla="*/ 0 h 59089"/>
                    <a:gd name="csX3" fmla="*/ 0 w 235691"/>
                    <a:gd name="csY3" fmla="*/ 0 h 5908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9089">
                      <a:moveTo>
                        <a:pt x="0" y="59089"/>
                      </a:moveTo>
                      <a:lnTo>
                        <a:pt x="235692" y="5908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0" name="任意多边形: 形状 1159"/>
                <p:cNvSpPr/>
                <p:nvPr/>
              </p:nvSpPr>
              <p:spPr>
                <a:xfrm>
                  <a:off x="12746228" y="44424503"/>
                  <a:ext cx="235691" cy="68938"/>
                </a:xfrm>
                <a:custGeom>
                  <a:avLst/>
                  <a:gdLst>
                    <a:gd name="csX0" fmla="*/ 0 w 235691"/>
                    <a:gd name="csY0" fmla="*/ 68938 h 68938"/>
                    <a:gd name="csX1" fmla="*/ 235692 w 235691"/>
                    <a:gd name="csY1" fmla="*/ 68938 h 68938"/>
                    <a:gd name="csX2" fmla="*/ 235692 w 235691"/>
                    <a:gd name="csY2" fmla="*/ 0 h 68938"/>
                    <a:gd name="csX3" fmla="*/ 0 w 235691"/>
                    <a:gd name="csY3" fmla="*/ 0 h 689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68938">
                      <a:moveTo>
                        <a:pt x="0" y="68938"/>
                      </a:moveTo>
                      <a:lnTo>
                        <a:pt x="235692" y="6893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1" name="任意多边形: 形状 1160"/>
                <p:cNvSpPr/>
                <p:nvPr/>
              </p:nvSpPr>
              <p:spPr>
                <a:xfrm>
                  <a:off x="12981920" y="44442231"/>
                  <a:ext cx="235691" cy="51210"/>
                </a:xfrm>
                <a:custGeom>
                  <a:avLst/>
                  <a:gdLst>
                    <a:gd name="csX0" fmla="*/ 0 w 235691"/>
                    <a:gd name="csY0" fmla="*/ 51210 h 51210"/>
                    <a:gd name="csX1" fmla="*/ 235692 w 235691"/>
                    <a:gd name="csY1" fmla="*/ 51210 h 51210"/>
                    <a:gd name="csX2" fmla="*/ 235692 w 235691"/>
                    <a:gd name="csY2" fmla="*/ 0 h 51210"/>
                    <a:gd name="csX3" fmla="*/ 0 w 235691"/>
                    <a:gd name="csY3" fmla="*/ 0 h 512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1210">
                      <a:moveTo>
                        <a:pt x="0" y="51210"/>
                      </a:moveTo>
                      <a:lnTo>
                        <a:pt x="235692" y="5121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2" name="任意多边形: 形状 1161"/>
                <p:cNvSpPr/>
                <p:nvPr/>
              </p:nvSpPr>
              <p:spPr>
                <a:xfrm>
                  <a:off x="13217612" y="44456018"/>
                  <a:ext cx="235690" cy="37423"/>
                </a:xfrm>
                <a:custGeom>
                  <a:avLst/>
                  <a:gdLst>
                    <a:gd name="csX0" fmla="*/ 0 w 235690"/>
                    <a:gd name="csY0" fmla="*/ 37423 h 37423"/>
                    <a:gd name="csX1" fmla="*/ 235691 w 235690"/>
                    <a:gd name="csY1" fmla="*/ 37423 h 37423"/>
                    <a:gd name="csX2" fmla="*/ 235691 w 235690"/>
                    <a:gd name="csY2" fmla="*/ 0 h 37423"/>
                    <a:gd name="csX3" fmla="*/ 0 w 235690"/>
                    <a:gd name="csY3" fmla="*/ 0 h 3742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37423">
                      <a:moveTo>
                        <a:pt x="0" y="37423"/>
                      </a:moveTo>
                      <a:lnTo>
                        <a:pt x="235691" y="37423"/>
                      </a:lnTo>
                      <a:lnTo>
                        <a:pt x="2356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3" name="任意多边形: 形状 1162"/>
                <p:cNvSpPr/>
                <p:nvPr/>
              </p:nvSpPr>
              <p:spPr>
                <a:xfrm>
                  <a:off x="13453303" y="44461928"/>
                  <a:ext cx="235691" cy="31513"/>
                </a:xfrm>
                <a:custGeom>
                  <a:avLst/>
                  <a:gdLst>
                    <a:gd name="csX0" fmla="*/ 0 w 235691"/>
                    <a:gd name="csY0" fmla="*/ 31514 h 31513"/>
                    <a:gd name="csX1" fmla="*/ 235692 w 235691"/>
                    <a:gd name="csY1" fmla="*/ 31514 h 31513"/>
                    <a:gd name="csX2" fmla="*/ 235692 w 235691"/>
                    <a:gd name="csY2" fmla="*/ 0 h 31513"/>
                    <a:gd name="csX3" fmla="*/ 0 w 235691"/>
                    <a:gd name="csY3" fmla="*/ 0 h 3151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31513">
                      <a:moveTo>
                        <a:pt x="0" y="31514"/>
                      </a:moveTo>
                      <a:lnTo>
                        <a:pt x="235692" y="31514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4" name="任意多边形: 形状 1163"/>
                <p:cNvSpPr/>
                <p:nvPr/>
              </p:nvSpPr>
              <p:spPr>
                <a:xfrm>
                  <a:off x="13688994" y="44473745"/>
                  <a:ext cx="235691" cy="19696"/>
                </a:xfrm>
                <a:custGeom>
                  <a:avLst/>
                  <a:gdLst>
                    <a:gd name="csX0" fmla="*/ 0 w 235691"/>
                    <a:gd name="csY0" fmla="*/ 19696 h 19696"/>
                    <a:gd name="csX1" fmla="*/ 235692 w 235691"/>
                    <a:gd name="csY1" fmla="*/ 19696 h 19696"/>
                    <a:gd name="csX2" fmla="*/ 235692 w 235691"/>
                    <a:gd name="csY2" fmla="*/ 0 h 19696"/>
                    <a:gd name="csX3" fmla="*/ 0 w 235691"/>
                    <a:gd name="csY3" fmla="*/ 0 h 196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9696">
                      <a:moveTo>
                        <a:pt x="0" y="19696"/>
                      </a:moveTo>
                      <a:lnTo>
                        <a:pt x="235692" y="1969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5" name="任意多边形: 形状 1164"/>
                <p:cNvSpPr/>
                <p:nvPr/>
              </p:nvSpPr>
              <p:spPr>
                <a:xfrm>
                  <a:off x="13924686" y="44477684"/>
                  <a:ext cx="235691" cy="15756"/>
                </a:xfrm>
                <a:custGeom>
                  <a:avLst/>
                  <a:gdLst>
                    <a:gd name="csX0" fmla="*/ 0 w 235691"/>
                    <a:gd name="csY0" fmla="*/ 15757 h 15756"/>
                    <a:gd name="csX1" fmla="*/ 235692 w 235691"/>
                    <a:gd name="csY1" fmla="*/ 15757 h 15756"/>
                    <a:gd name="csX2" fmla="*/ 235692 w 235691"/>
                    <a:gd name="csY2" fmla="*/ 0 h 15756"/>
                    <a:gd name="csX3" fmla="*/ 0 w 235691"/>
                    <a:gd name="csY3" fmla="*/ 0 h 1575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5756">
                      <a:moveTo>
                        <a:pt x="0" y="15757"/>
                      </a:moveTo>
                      <a:lnTo>
                        <a:pt x="235692" y="1575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6" name="任意多边形: 形状 1165"/>
                <p:cNvSpPr/>
                <p:nvPr/>
              </p:nvSpPr>
              <p:spPr>
                <a:xfrm>
                  <a:off x="14160378" y="44479654"/>
                  <a:ext cx="235691" cy="13787"/>
                </a:xfrm>
                <a:custGeom>
                  <a:avLst/>
                  <a:gdLst>
                    <a:gd name="csX0" fmla="*/ 0 w 235691"/>
                    <a:gd name="csY0" fmla="*/ 13787 h 13787"/>
                    <a:gd name="csX1" fmla="*/ 235692 w 235691"/>
                    <a:gd name="csY1" fmla="*/ 13787 h 13787"/>
                    <a:gd name="csX2" fmla="*/ 235692 w 235691"/>
                    <a:gd name="csY2" fmla="*/ 0 h 13787"/>
                    <a:gd name="csX3" fmla="*/ 0 w 235691"/>
                    <a:gd name="csY3" fmla="*/ 0 h 137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3787">
                      <a:moveTo>
                        <a:pt x="0" y="13787"/>
                      </a:moveTo>
                      <a:lnTo>
                        <a:pt x="235692" y="1378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7" name="任意多边形: 形状 1166"/>
                <p:cNvSpPr/>
                <p:nvPr/>
              </p:nvSpPr>
              <p:spPr>
                <a:xfrm>
                  <a:off x="14396069" y="44479654"/>
                  <a:ext cx="235691" cy="13787"/>
                </a:xfrm>
                <a:custGeom>
                  <a:avLst/>
                  <a:gdLst>
                    <a:gd name="csX0" fmla="*/ 0 w 235691"/>
                    <a:gd name="csY0" fmla="*/ 13787 h 13787"/>
                    <a:gd name="csX1" fmla="*/ 235692 w 235691"/>
                    <a:gd name="csY1" fmla="*/ 13787 h 13787"/>
                    <a:gd name="csX2" fmla="*/ 235692 w 235691"/>
                    <a:gd name="csY2" fmla="*/ 0 h 13787"/>
                    <a:gd name="csX3" fmla="*/ 0 w 235691"/>
                    <a:gd name="csY3" fmla="*/ 0 h 1378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3787">
                      <a:moveTo>
                        <a:pt x="0" y="13787"/>
                      </a:moveTo>
                      <a:lnTo>
                        <a:pt x="235692" y="1378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8" name="任意多边形: 形状 1167"/>
                <p:cNvSpPr/>
                <p:nvPr/>
              </p:nvSpPr>
              <p:spPr>
                <a:xfrm>
                  <a:off x="14631761" y="44442231"/>
                  <a:ext cx="235691" cy="51210"/>
                </a:xfrm>
                <a:custGeom>
                  <a:avLst/>
                  <a:gdLst>
                    <a:gd name="csX0" fmla="*/ 0 w 235691"/>
                    <a:gd name="csY0" fmla="*/ 51210 h 51210"/>
                    <a:gd name="csX1" fmla="*/ 235692 w 235691"/>
                    <a:gd name="csY1" fmla="*/ 51210 h 51210"/>
                    <a:gd name="csX2" fmla="*/ 235692 w 235691"/>
                    <a:gd name="csY2" fmla="*/ 0 h 51210"/>
                    <a:gd name="csX3" fmla="*/ 0 w 235691"/>
                    <a:gd name="csY3" fmla="*/ 0 h 512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51210">
                      <a:moveTo>
                        <a:pt x="0" y="51210"/>
                      </a:moveTo>
                      <a:lnTo>
                        <a:pt x="235692" y="5121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69" name="任意多边形: 形状 1168"/>
                <p:cNvSpPr/>
                <p:nvPr/>
              </p:nvSpPr>
              <p:spPr>
                <a:xfrm>
                  <a:off x="14867452" y="44471775"/>
                  <a:ext cx="235690" cy="21666"/>
                </a:xfrm>
                <a:custGeom>
                  <a:avLst/>
                  <a:gdLst>
                    <a:gd name="csX0" fmla="*/ 0 w 235690"/>
                    <a:gd name="csY0" fmla="*/ 21666 h 21666"/>
                    <a:gd name="csX1" fmla="*/ 235690 w 235690"/>
                    <a:gd name="csY1" fmla="*/ 21666 h 21666"/>
                    <a:gd name="csX2" fmla="*/ 235690 w 235690"/>
                    <a:gd name="csY2" fmla="*/ 0 h 21666"/>
                    <a:gd name="csX3" fmla="*/ 0 w 235690"/>
                    <a:gd name="csY3" fmla="*/ 0 h 2166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21666">
                      <a:moveTo>
                        <a:pt x="0" y="21666"/>
                      </a:moveTo>
                      <a:lnTo>
                        <a:pt x="235690" y="21666"/>
                      </a:lnTo>
                      <a:lnTo>
                        <a:pt x="23569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0" name="任意多边形: 形状 1169"/>
                <p:cNvSpPr/>
                <p:nvPr/>
              </p:nvSpPr>
              <p:spPr>
                <a:xfrm>
                  <a:off x="15103143" y="44414656"/>
                  <a:ext cx="235691" cy="78785"/>
                </a:xfrm>
                <a:custGeom>
                  <a:avLst/>
                  <a:gdLst>
                    <a:gd name="csX0" fmla="*/ 0 w 235691"/>
                    <a:gd name="csY0" fmla="*/ 78786 h 78785"/>
                    <a:gd name="csX1" fmla="*/ 235692 w 235691"/>
                    <a:gd name="csY1" fmla="*/ 78786 h 78785"/>
                    <a:gd name="csX2" fmla="*/ 235692 w 235691"/>
                    <a:gd name="csY2" fmla="*/ 0 h 78785"/>
                    <a:gd name="csX3" fmla="*/ 0 w 235691"/>
                    <a:gd name="csY3" fmla="*/ 0 h 787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78785">
                      <a:moveTo>
                        <a:pt x="0" y="78786"/>
                      </a:moveTo>
                      <a:lnTo>
                        <a:pt x="235692" y="7878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1" name="任意多边形: 形状 1170"/>
                <p:cNvSpPr/>
                <p:nvPr/>
              </p:nvSpPr>
              <p:spPr>
                <a:xfrm>
                  <a:off x="15338834" y="44469805"/>
                  <a:ext cx="235691" cy="23635"/>
                </a:xfrm>
                <a:custGeom>
                  <a:avLst/>
                  <a:gdLst>
                    <a:gd name="csX0" fmla="*/ 0 w 235691"/>
                    <a:gd name="csY0" fmla="*/ 23636 h 23635"/>
                    <a:gd name="csX1" fmla="*/ 235692 w 235691"/>
                    <a:gd name="csY1" fmla="*/ 23636 h 23635"/>
                    <a:gd name="csX2" fmla="*/ 235692 w 235691"/>
                    <a:gd name="csY2" fmla="*/ 0 h 23635"/>
                    <a:gd name="csX3" fmla="*/ 0 w 235691"/>
                    <a:gd name="csY3" fmla="*/ 0 h 2363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3635">
                      <a:moveTo>
                        <a:pt x="0" y="23636"/>
                      </a:moveTo>
                      <a:lnTo>
                        <a:pt x="235692" y="23636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2" name="任意多边形: 形状 1171"/>
                <p:cNvSpPr/>
                <p:nvPr/>
              </p:nvSpPr>
              <p:spPr>
                <a:xfrm>
                  <a:off x="15574526" y="44465867"/>
                  <a:ext cx="235691" cy="27574"/>
                </a:xfrm>
                <a:custGeom>
                  <a:avLst/>
                  <a:gdLst>
                    <a:gd name="csX0" fmla="*/ 0 w 235691"/>
                    <a:gd name="csY0" fmla="*/ 27574 h 27574"/>
                    <a:gd name="csX1" fmla="*/ 235692 w 235691"/>
                    <a:gd name="csY1" fmla="*/ 27574 h 27574"/>
                    <a:gd name="csX2" fmla="*/ 235692 w 235691"/>
                    <a:gd name="csY2" fmla="*/ 0 h 27574"/>
                    <a:gd name="csX3" fmla="*/ 0 w 235691"/>
                    <a:gd name="csY3" fmla="*/ 0 h 275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27574">
                      <a:moveTo>
                        <a:pt x="0" y="27574"/>
                      </a:moveTo>
                      <a:lnTo>
                        <a:pt x="235692" y="27574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3" name="任意多边形: 形状 1172"/>
                <p:cNvSpPr/>
                <p:nvPr/>
              </p:nvSpPr>
              <p:spPr>
                <a:xfrm>
                  <a:off x="15810218" y="44459958"/>
                  <a:ext cx="235691" cy="33483"/>
                </a:xfrm>
                <a:custGeom>
                  <a:avLst/>
                  <a:gdLst>
                    <a:gd name="csX0" fmla="*/ 0 w 235691"/>
                    <a:gd name="csY0" fmla="*/ 33484 h 33483"/>
                    <a:gd name="csX1" fmla="*/ 235692 w 235691"/>
                    <a:gd name="csY1" fmla="*/ 33484 h 33483"/>
                    <a:gd name="csX2" fmla="*/ 235692 w 235691"/>
                    <a:gd name="csY2" fmla="*/ 0 h 33483"/>
                    <a:gd name="csX3" fmla="*/ 0 w 235691"/>
                    <a:gd name="csY3" fmla="*/ 0 h 3348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33483">
                      <a:moveTo>
                        <a:pt x="0" y="33484"/>
                      </a:moveTo>
                      <a:lnTo>
                        <a:pt x="235692" y="33484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4" name="任意多边形: 形状 1173"/>
                <p:cNvSpPr/>
                <p:nvPr/>
              </p:nvSpPr>
              <p:spPr>
                <a:xfrm>
                  <a:off x="16045909" y="44483594"/>
                  <a:ext cx="235691" cy="9847"/>
                </a:xfrm>
                <a:custGeom>
                  <a:avLst/>
                  <a:gdLst>
                    <a:gd name="csX0" fmla="*/ 0 w 235691"/>
                    <a:gd name="csY0" fmla="*/ 9848 h 9847"/>
                    <a:gd name="csX1" fmla="*/ 235692 w 235691"/>
                    <a:gd name="csY1" fmla="*/ 9848 h 9847"/>
                    <a:gd name="csX2" fmla="*/ 235692 w 235691"/>
                    <a:gd name="csY2" fmla="*/ 0 h 9847"/>
                    <a:gd name="csX3" fmla="*/ 0 w 235691"/>
                    <a:gd name="csY3" fmla="*/ 0 h 98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847">
                      <a:moveTo>
                        <a:pt x="0" y="9848"/>
                      </a:moveTo>
                      <a:lnTo>
                        <a:pt x="235692" y="984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5" name="任意多边形: 形状 1174"/>
                <p:cNvSpPr/>
                <p:nvPr/>
              </p:nvSpPr>
              <p:spPr>
                <a:xfrm>
                  <a:off x="16281601" y="44485563"/>
                  <a:ext cx="235691" cy="7877"/>
                </a:xfrm>
                <a:custGeom>
                  <a:avLst/>
                  <a:gdLst>
                    <a:gd name="csX0" fmla="*/ 0 w 235691"/>
                    <a:gd name="csY0" fmla="*/ 7878 h 7877"/>
                    <a:gd name="csX1" fmla="*/ 235692 w 235691"/>
                    <a:gd name="csY1" fmla="*/ 7878 h 7877"/>
                    <a:gd name="csX2" fmla="*/ 235692 w 235691"/>
                    <a:gd name="csY2" fmla="*/ 0 h 7877"/>
                    <a:gd name="csX3" fmla="*/ 0 w 235691"/>
                    <a:gd name="csY3" fmla="*/ 0 h 787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7877">
                      <a:moveTo>
                        <a:pt x="0" y="7878"/>
                      </a:moveTo>
                      <a:lnTo>
                        <a:pt x="235692" y="787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6" name="任意多边形: 形状 1175"/>
                <p:cNvSpPr/>
                <p:nvPr/>
              </p:nvSpPr>
              <p:spPr>
                <a:xfrm>
                  <a:off x="16517292" y="44475715"/>
                  <a:ext cx="235691" cy="17726"/>
                </a:xfrm>
                <a:custGeom>
                  <a:avLst/>
                  <a:gdLst>
                    <a:gd name="csX0" fmla="*/ 0 w 235691"/>
                    <a:gd name="csY0" fmla="*/ 17727 h 17726"/>
                    <a:gd name="csX1" fmla="*/ 235692 w 235691"/>
                    <a:gd name="csY1" fmla="*/ 17727 h 17726"/>
                    <a:gd name="csX2" fmla="*/ 235692 w 235691"/>
                    <a:gd name="csY2" fmla="*/ 0 h 17726"/>
                    <a:gd name="csX3" fmla="*/ 0 w 235691"/>
                    <a:gd name="csY3" fmla="*/ 0 h 177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7726">
                      <a:moveTo>
                        <a:pt x="0" y="17727"/>
                      </a:moveTo>
                      <a:lnTo>
                        <a:pt x="235692" y="17727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7" name="任意多边形: 形状 1176"/>
                <p:cNvSpPr/>
                <p:nvPr/>
              </p:nvSpPr>
              <p:spPr>
                <a:xfrm>
                  <a:off x="16752984" y="44489503"/>
                  <a:ext cx="235690" cy="3938"/>
                </a:xfrm>
                <a:custGeom>
                  <a:avLst/>
                  <a:gdLst>
                    <a:gd name="csX0" fmla="*/ 0 w 235690"/>
                    <a:gd name="csY0" fmla="*/ 3938 h 3938"/>
                    <a:gd name="csX1" fmla="*/ 235690 w 235690"/>
                    <a:gd name="csY1" fmla="*/ 3938 h 3938"/>
                    <a:gd name="csX2" fmla="*/ 235690 w 235690"/>
                    <a:gd name="csY2" fmla="*/ 0 h 3938"/>
                    <a:gd name="csX3" fmla="*/ 0 w 235690"/>
                    <a:gd name="csY3" fmla="*/ 0 h 39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0" h="3938">
                      <a:moveTo>
                        <a:pt x="0" y="3938"/>
                      </a:moveTo>
                      <a:lnTo>
                        <a:pt x="235690" y="3938"/>
                      </a:lnTo>
                      <a:lnTo>
                        <a:pt x="23569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8" name="任意多边形: 形状 1177"/>
                <p:cNvSpPr/>
                <p:nvPr/>
              </p:nvSpPr>
              <p:spPr>
                <a:xfrm>
                  <a:off x="16988674" y="44493441"/>
                  <a:ext cx="235691" cy="40774"/>
                </a:xfrm>
                <a:custGeom>
                  <a:avLst/>
                  <a:gdLst>
                    <a:gd name="csX0" fmla="*/ 0 w 235691"/>
                    <a:gd name="csY0" fmla="*/ 0 h 40774"/>
                    <a:gd name="csX1" fmla="*/ 235692 w 235691"/>
                    <a:gd name="csY1" fmla="*/ 0 h 40774"/>
                    <a:gd name="csX2" fmla="*/ 235692 w 235691"/>
                    <a:gd name="csY2" fmla="*/ 0 h 40774"/>
                    <a:gd name="csX3" fmla="*/ 0 w 235691"/>
                    <a:gd name="csY3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40774">
                      <a:moveTo>
                        <a:pt x="0" y="0"/>
                      </a:moveTo>
                      <a:lnTo>
                        <a:pt x="235692" y="0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79" name="任意多边形: 形状 1178"/>
                <p:cNvSpPr/>
                <p:nvPr/>
              </p:nvSpPr>
              <p:spPr>
                <a:xfrm>
                  <a:off x="17224366" y="44491473"/>
                  <a:ext cx="235691" cy="1968"/>
                </a:xfrm>
                <a:custGeom>
                  <a:avLst/>
                  <a:gdLst>
                    <a:gd name="csX0" fmla="*/ 0 w 235691"/>
                    <a:gd name="csY0" fmla="*/ 1969 h 1968"/>
                    <a:gd name="csX1" fmla="*/ 235692 w 235691"/>
                    <a:gd name="csY1" fmla="*/ 1969 h 1968"/>
                    <a:gd name="csX2" fmla="*/ 235692 w 235691"/>
                    <a:gd name="csY2" fmla="*/ 0 h 1968"/>
                    <a:gd name="csX3" fmla="*/ 0 w 235691"/>
                    <a:gd name="csY3" fmla="*/ 0 h 19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968">
                      <a:moveTo>
                        <a:pt x="0" y="1969"/>
                      </a:moveTo>
                      <a:lnTo>
                        <a:pt x="235692" y="196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80" name="任意多边形: 形状 1179"/>
                <p:cNvSpPr/>
                <p:nvPr/>
              </p:nvSpPr>
              <p:spPr>
                <a:xfrm>
                  <a:off x="17460058" y="44483594"/>
                  <a:ext cx="235691" cy="9847"/>
                </a:xfrm>
                <a:custGeom>
                  <a:avLst/>
                  <a:gdLst>
                    <a:gd name="csX0" fmla="*/ 0 w 235691"/>
                    <a:gd name="csY0" fmla="*/ 9848 h 9847"/>
                    <a:gd name="csX1" fmla="*/ 235692 w 235691"/>
                    <a:gd name="csY1" fmla="*/ 9848 h 9847"/>
                    <a:gd name="csX2" fmla="*/ 235692 w 235691"/>
                    <a:gd name="csY2" fmla="*/ 0 h 9847"/>
                    <a:gd name="csX3" fmla="*/ 0 w 235691"/>
                    <a:gd name="csY3" fmla="*/ 0 h 984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9847">
                      <a:moveTo>
                        <a:pt x="0" y="9848"/>
                      </a:moveTo>
                      <a:lnTo>
                        <a:pt x="235692" y="9848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  <p:sp>
              <p:nvSpPr>
                <p:cNvPr id="1181" name="任意多边形: 形状 1180"/>
                <p:cNvSpPr/>
                <p:nvPr/>
              </p:nvSpPr>
              <p:spPr>
                <a:xfrm>
                  <a:off x="17695749" y="44491473"/>
                  <a:ext cx="235691" cy="1968"/>
                </a:xfrm>
                <a:custGeom>
                  <a:avLst/>
                  <a:gdLst>
                    <a:gd name="csX0" fmla="*/ 0 w 235691"/>
                    <a:gd name="csY0" fmla="*/ 1969 h 1968"/>
                    <a:gd name="csX1" fmla="*/ 235692 w 235691"/>
                    <a:gd name="csY1" fmla="*/ 1969 h 1968"/>
                    <a:gd name="csX2" fmla="*/ 235692 w 235691"/>
                    <a:gd name="csY2" fmla="*/ 0 h 1968"/>
                    <a:gd name="csX3" fmla="*/ 0 w 235691"/>
                    <a:gd name="csY3" fmla="*/ 0 h 196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35691" h="1968">
                      <a:moveTo>
                        <a:pt x="0" y="1969"/>
                      </a:moveTo>
                      <a:lnTo>
                        <a:pt x="235692" y="1969"/>
                      </a:lnTo>
                      <a:lnTo>
                        <a:pt x="2356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196F3">
                    <a:alpha val="70000"/>
                  </a:srgbClr>
                </a:solidFill>
                <a:ln w="50800" cap="flat">
                  <a:solidFill>
                    <a:schemeClr val="tx1">
                      <a:alpha val="70000"/>
                    </a:schemeClr>
                  </a:solidFill>
                  <a:prstDash val="solid"/>
                  <a:miter/>
                </a:ln>
              </p:spPr>
            </p:sp>
          </p:grpSp>
          <p:sp>
            <p:nvSpPr>
              <p:cNvPr id="1131" name="任意多边形: 形状 1130"/>
              <p:cNvSpPr/>
              <p:nvPr/>
            </p:nvSpPr>
            <p:spPr>
              <a:xfrm>
                <a:off x="7470193" y="33869366"/>
                <a:ext cx="0" cy="10624074"/>
              </a:xfrm>
              <a:custGeom>
                <a:avLst/>
                <a:gdLst>
                  <a:gd name="csX0" fmla="*/ 0 w 40802"/>
                  <a:gd name="csY0" fmla="*/ 10624074 h 10624074"/>
                  <a:gd name="csX1" fmla="*/ 0 w 40802"/>
                  <a:gd name="csY1" fmla="*/ 0 h 106240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0802" h="10624074">
                    <a:moveTo>
                      <a:pt x="0" y="10624074"/>
                    </a:moveTo>
                    <a:lnTo>
                      <a:pt x="0" y="0"/>
                    </a:lnTo>
                  </a:path>
                </a:pathLst>
              </a:custGeom>
              <a:noFill/>
              <a:ln w="101600" cap="flat">
                <a:solidFill>
                  <a:srgbClr val="F44336"/>
                </a:solidFill>
                <a:prstDash val="sysDash"/>
                <a:round/>
              </a:ln>
            </p:spPr>
          </p:sp>
          <p:grpSp>
            <p:nvGrpSpPr>
              <p:cNvPr id="2030" name="组合 2029"/>
              <p:cNvGrpSpPr/>
              <p:nvPr/>
            </p:nvGrpSpPr>
            <p:grpSpPr>
              <a:xfrm>
                <a:off x="5360073" y="44493441"/>
                <a:ext cx="12308728" cy="360000"/>
                <a:chOff x="5557639" y="44493441"/>
                <a:chExt cx="12963030" cy="360000"/>
              </a:xfrm>
            </p:grpSpPr>
            <p:sp>
              <p:nvSpPr>
                <p:cNvPr id="1051" name="任意多边形: 形状 1050"/>
                <p:cNvSpPr/>
                <p:nvPr/>
              </p:nvSpPr>
              <p:spPr>
                <a:xfrm>
                  <a:off x="5557639" y="44493441"/>
                  <a:ext cx="12963030" cy="40774"/>
                </a:xfrm>
                <a:custGeom>
                  <a:avLst/>
                  <a:gdLst>
                    <a:gd name="csX0" fmla="*/ 0 w 12963030"/>
                    <a:gd name="csY0" fmla="*/ 0 h 40774"/>
                    <a:gd name="csX1" fmla="*/ 12963031 w 12963030"/>
                    <a:gd name="csY1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2963030" h="40774">
                      <a:moveTo>
                        <a:pt x="0" y="0"/>
                      </a:moveTo>
                      <a:lnTo>
                        <a:pt x="12963031" y="0"/>
                      </a:lnTo>
                    </a:path>
                  </a:pathLst>
                </a:custGeom>
                <a:noFill/>
                <a:ln w="32640" cap="sq">
                  <a:solidFill>
                    <a:srgbClr val="000000"/>
                  </a:solidFill>
                  <a:prstDash val="solid"/>
                  <a:miter/>
                </a:ln>
              </p:spPr>
            </p:sp>
            <p:sp>
              <p:nvSpPr>
                <p:cNvPr id="1129" name="任意多边形: 形状 1128"/>
                <p:cNvSpPr/>
                <p:nvPr/>
              </p:nvSpPr>
              <p:spPr>
                <a:xfrm>
                  <a:off x="6145088" y="44493441"/>
                  <a:ext cx="0" cy="360000"/>
                </a:xfrm>
                <a:custGeom>
                  <a:avLst/>
                  <a:gdLst>
                    <a:gd name="csX0" fmla="*/ 72 w 40802"/>
                    <a:gd name="csY0" fmla="*/ 313 h 142709"/>
                    <a:gd name="csX1" fmla="*/ 72 w 40802"/>
                    <a:gd name="csY1" fmla="*/ 143022 h 142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42709">
                      <a:moveTo>
                        <a:pt x="72" y="313"/>
                      </a:moveTo>
                      <a:lnTo>
                        <a:pt x="72" y="143022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127" name="任意多边形: 形状 1126"/>
                <p:cNvSpPr/>
                <p:nvPr/>
              </p:nvSpPr>
              <p:spPr>
                <a:xfrm>
                  <a:off x="8919083" y="44493441"/>
                  <a:ext cx="0" cy="360000"/>
                </a:xfrm>
                <a:custGeom>
                  <a:avLst/>
                  <a:gdLst>
                    <a:gd name="csX0" fmla="*/ 140 w 40802"/>
                    <a:gd name="csY0" fmla="*/ 313 h 142709"/>
                    <a:gd name="csX1" fmla="*/ 140 w 40802"/>
                    <a:gd name="csY1" fmla="*/ 143022 h 142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42709">
                      <a:moveTo>
                        <a:pt x="140" y="313"/>
                      </a:moveTo>
                      <a:lnTo>
                        <a:pt x="140" y="143022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125" name="任意多边形: 形状 1124"/>
                <p:cNvSpPr/>
                <p:nvPr/>
              </p:nvSpPr>
              <p:spPr>
                <a:xfrm>
                  <a:off x="11693078" y="44493441"/>
                  <a:ext cx="0" cy="360000"/>
                </a:xfrm>
                <a:custGeom>
                  <a:avLst/>
                  <a:gdLst>
                    <a:gd name="csX0" fmla="*/ 208 w 40802"/>
                    <a:gd name="csY0" fmla="*/ 313 h 142709"/>
                    <a:gd name="csX1" fmla="*/ 208 w 40802"/>
                    <a:gd name="csY1" fmla="*/ 143022 h 142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42709">
                      <a:moveTo>
                        <a:pt x="208" y="313"/>
                      </a:moveTo>
                      <a:lnTo>
                        <a:pt x="208" y="143022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123" name="任意多边形: 形状 1122"/>
                <p:cNvSpPr/>
                <p:nvPr/>
              </p:nvSpPr>
              <p:spPr>
                <a:xfrm>
                  <a:off x="14467073" y="44493441"/>
                  <a:ext cx="0" cy="360000"/>
                </a:xfrm>
                <a:custGeom>
                  <a:avLst/>
                  <a:gdLst>
                    <a:gd name="csX0" fmla="*/ 276 w 40802"/>
                    <a:gd name="csY0" fmla="*/ 313 h 142709"/>
                    <a:gd name="csX1" fmla="*/ 276 w 40802"/>
                    <a:gd name="csY1" fmla="*/ 143022 h 142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42709">
                      <a:moveTo>
                        <a:pt x="276" y="313"/>
                      </a:moveTo>
                      <a:lnTo>
                        <a:pt x="276" y="143022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121" name="任意多边形: 形状 1120"/>
                <p:cNvSpPr/>
                <p:nvPr/>
              </p:nvSpPr>
              <p:spPr>
                <a:xfrm>
                  <a:off x="17241069" y="44493441"/>
                  <a:ext cx="0" cy="360000"/>
                </a:xfrm>
                <a:custGeom>
                  <a:avLst/>
                  <a:gdLst>
                    <a:gd name="csX0" fmla="*/ 344 w 40802"/>
                    <a:gd name="csY0" fmla="*/ 313 h 142709"/>
                    <a:gd name="csX1" fmla="*/ 344 w 40802"/>
                    <a:gd name="csY1" fmla="*/ 143022 h 1427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40802" h="142709">
                      <a:moveTo>
                        <a:pt x="344" y="313"/>
                      </a:moveTo>
                      <a:lnTo>
                        <a:pt x="344" y="143022"/>
                      </a:lnTo>
                    </a:path>
                  </a:pathLst>
                </a:custGeom>
                <a:solidFill>
                  <a:srgbClr val="000000"/>
                </a:solidFill>
                <a:ln w="101600" cap="flat">
                  <a:solidFill>
                    <a:schemeClr val="tx1"/>
                  </a:solidFill>
                  <a:prstDash val="solid"/>
                  <a:round/>
                </a:ln>
              </p:spPr>
            </p:sp>
            <p:sp>
              <p:nvSpPr>
                <p:cNvPr id="1100" name="任意多边形: 形状 1099"/>
                <p:cNvSpPr/>
                <p:nvPr/>
              </p:nvSpPr>
              <p:spPr>
                <a:xfrm>
                  <a:off x="5557639" y="44493441"/>
                  <a:ext cx="12963030" cy="0"/>
                </a:xfrm>
                <a:custGeom>
                  <a:avLst/>
                  <a:gdLst>
                    <a:gd name="csX0" fmla="*/ 0 w 12963030"/>
                    <a:gd name="csY0" fmla="*/ 0 h 40774"/>
                    <a:gd name="csX1" fmla="*/ 12963031 w 12963030"/>
                    <a:gd name="csY1" fmla="*/ 0 h 4077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2963030" h="40774">
                      <a:moveTo>
                        <a:pt x="0" y="0"/>
                      </a:moveTo>
                      <a:lnTo>
                        <a:pt x="12963031" y="0"/>
                      </a:lnTo>
                    </a:path>
                  </a:pathLst>
                </a:custGeom>
                <a:noFill/>
                <a:ln w="101600" cap="sq">
                  <a:solidFill>
                    <a:schemeClr val="tx1"/>
                  </a:solidFill>
                  <a:prstDash val="solid"/>
                  <a:round/>
                </a:ln>
              </p:spPr>
            </p:sp>
          </p:grpSp>
          <p:sp>
            <p:nvSpPr>
              <p:cNvPr id="2013" name="矩形 2012"/>
              <p:cNvSpPr/>
              <p:nvPr/>
            </p:nvSpPr>
            <p:spPr>
              <a:xfrm rot="16200000">
                <a:off x="568699" y="37784258"/>
                <a:ext cx="3517148" cy="1215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80000"/>
                  </a:lnSpc>
                </a:pPr>
                <a:r>
                  <a:rPr lang="en-US" altLang="zh-CN" sz="8800" i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Count</a:t>
                </a:r>
                <a:endParaRPr lang="zh-CN" altLang="en-US" sz="8800" i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4" name="文本框 2013"/>
              <p:cNvSpPr txBox="1"/>
              <p:nvPr/>
            </p:nvSpPr>
            <p:spPr>
              <a:xfrm>
                <a:off x="2440101" y="43763859"/>
                <a:ext cx="259042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5" name="文本框 2014"/>
              <p:cNvSpPr txBox="1"/>
              <p:nvPr/>
            </p:nvSpPr>
            <p:spPr>
              <a:xfrm>
                <a:off x="2440101" y="41784962"/>
                <a:ext cx="259042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6" name="文本框 2015"/>
              <p:cNvSpPr txBox="1"/>
              <p:nvPr/>
            </p:nvSpPr>
            <p:spPr>
              <a:xfrm>
                <a:off x="2439455" y="39806063"/>
                <a:ext cx="2591066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7" name="文本框 2016"/>
              <p:cNvSpPr txBox="1"/>
              <p:nvPr/>
            </p:nvSpPr>
            <p:spPr>
              <a:xfrm>
                <a:off x="2440101" y="37827164"/>
                <a:ext cx="259042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8" name="文本框 2017"/>
              <p:cNvSpPr txBox="1"/>
              <p:nvPr/>
            </p:nvSpPr>
            <p:spPr>
              <a:xfrm>
                <a:off x="2440101" y="35848265"/>
                <a:ext cx="259042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19" name="文本框 2018"/>
              <p:cNvSpPr txBox="1"/>
              <p:nvPr/>
            </p:nvSpPr>
            <p:spPr>
              <a:xfrm>
                <a:off x="2440101" y="33869366"/>
                <a:ext cx="2590420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5000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2070" name="组合 2069"/>
            <p:cNvGrpSpPr/>
            <p:nvPr/>
          </p:nvGrpSpPr>
          <p:grpSpPr>
            <a:xfrm>
              <a:off x="3562350" y="43275885"/>
              <a:ext cx="13247370" cy="1446530"/>
              <a:chOff x="3562048" y="43265322"/>
              <a:chExt cx="13247287" cy="1446550"/>
            </a:xfrm>
          </p:grpSpPr>
          <p:sp>
            <p:nvSpPr>
              <p:cNvPr id="2063" name="文本框 2062"/>
              <p:cNvSpPr txBox="1"/>
              <p:nvPr/>
            </p:nvSpPr>
            <p:spPr>
              <a:xfrm>
                <a:off x="3562048" y="43265322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4" name="文本框 2063"/>
              <p:cNvSpPr txBox="1"/>
              <p:nvPr/>
            </p:nvSpPr>
            <p:spPr>
              <a:xfrm>
                <a:off x="6191840" y="43265322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5" name="文本框 2064"/>
              <p:cNvSpPr txBox="1"/>
              <p:nvPr/>
            </p:nvSpPr>
            <p:spPr>
              <a:xfrm>
                <a:off x="11451424" y="43265322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6" name="文本框 2065"/>
              <p:cNvSpPr txBox="1"/>
              <p:nvPr/>
            </p:nvSpPr>
            <p:spPr>
              <a:xfrm>
                <a:off x="14081216" y="43265322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9" name="文本框 2068"/>
              <p:cNvSpPr txBox="1"/>
              <p:nvPr/>
            </p:nvSpPr>
            <p:spPr>
              <a:xfrm>
                <a:off x="8821632" y="43265322"/>
                <a:ext cx="2728119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30" name="组合 229"/>
          <p:cNvGrpSpPr/>
          <p:nvPr/>
        </p:nvGrpSpPr>
        <p:grpSpPr>
          <a:xfrm>
            <a:off x="1650365" y="45586650"/>
            <a:ext cx="24455755" cy="11324943"/>
            <a:chOff x="2599" y="72270"/>
            <a:chExt cx="38513" cy="20870"/>
          </a:xfrm>
        </p:grpSpPr>
        <p:sp>
          <p:nvSpPr>
            <p:cNvPr id="10" name="任意多边形: 形状 9"/>
            <p:cNvSpPr/>
            <p:nvPr/>
          </p:nvSpPr>
          <p:spPr>
            <a:xfrm>
              <a:off x="8440" y="72270"/>
              <a:ext cx="31400" cy="18086"/>
            </a:xfrm>
            <a:custGeom>
              <a:avLst/>
              <a:gdLst>
                <a:gd name="csX0" fmla="*/ 0 w 19681431"/>
                <a:gd name="csY0" fmla="*/ 11502147 h 11502146"/>
                <a:gd name="csX1" fmla="*/ 19681432 w 19681431"/>
                <a:gd name="csY1" fmla="*/ 11502147 h 11502146"/>
                <a:gd name="csX2" fmla="*/ 19681432 w 19681431"/>
                <a:gd name="csY2" fmla="*/ 0 h 11502146"/>
                <a:gd name="csX3" fmla="*/ 0 w 19681431"/>
                <a:gd name="csY3" fmla="*/ 0 h 11502146"/>
                <a:gd name="csX4" fmla="*/ 0 w 19681431"/>
                <a:gd name="csY4" fmla="*/ 11502147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81431" h="11502146">
                  <a:moveTo>
                    <a:pt x="0" y="11502147"/>
                  </a:moveTo>
                  <a:lnTo>
                    <a:pt x="19681432" y="11502147"/>
                  </a:lnTo>
                  <a:lnTo>
                    <a:pt x="19681432" y="0"/>
                  </a:lnTo>
                  <a:lnTo>
                    <a:pt x="0" y="0"/>
                  </a:lnTo>
                  <a:lnTo>
                    <a:pt x="0" y="11502147"/>
                  </a:lnTo>
                  <a:close/>
                </a:path>
              </a:pathLst>
            </a:custGeom>
            <a:noFill/>
            <a:ln w="43935" cap="flat">
              <a:noFill/>
              <a:prstDash val="solid"/>
              <a:round/>
            </a:ln>
          </p:spPr>
        </p:sp>
        <p:grpSp>
          <p:nvGrpSpPr>
            <p:cNvPr id="23" name="组合 22"/>
            <p:cNvGrpSpPr/>
            <p:nvPr/>
          </p:nvGrpSpPr>
          <p:grpSpPr>
            <a:xfrm>
              <a:off x="16292" y="73131"/>
              <a:ext cx="21895" cy="17225"/>
              <a:chOff x="11207586" y="33204411"/>
              <a:chExt cx="13723583" cy="10954425"/>
            </a:xfrm>
          </p:grpSpPr>
          <p:sp>
            <p:nvSpPr>
              <p:cNvPr id="45" name="任意多边形: 形状 44"/>
              <p:cNvSpPr/>
              <p:nvPr/>
            </p:nvSpPr>
            <p:spPr>
              <a:xfrm>
                <a:off x="11207586" y="42846842"/>
                <a:ext cx="274472" cy="1311994"/>
              </a:xfrm>
              <a:custGeom>
                <a:avLst/>
                <a:gdLst>
                  <a:gd name="csX0" fmla="*/ 0 w 274472"/>
                  <a:gd name="csY0" fmla="*/ 1311994 h 1311994"/>
                  <a:gd name="csX1" fmla="*/ 274472 w 274472"/>
                  <a:gd name="csY1" fmla="*/ 1311994 h 1311994"/>
                  <a:gd name="csX2" fmla="*/ 274472 w 274472"/>
                  <a:gd name="csY2" fmla="*/ 0 h 1311994"/>
                  <a:gd name="csX3" fmla="*/ 0 w 274472"/>
                  <a:gd name="csY3" fmla="*/ 0 h 13119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11994">
                    <a:moveTo>
                      <a:pt x="0" y="1311994"/>
                    </a:moveTo>
                    <a:lnTo>
                      <a:pt x="274472" y="1311994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46" name="任意多边形: 形状 45"/>
              <p:cNvSpPr/>
              <p:nvPr/>
            </p:nvSpPr>
            <p:spPr>
              <a:xfrm>
                <a:off x="11482058" y="42381058"/>
                <a:ext cx="274471" cy="1777777"/>
              </a:xfrm>
              <a:custGeom>
                <a:avLst/>
                <a:gdLst>
                  <a:gd name="csX0" fmla="*/ 0 w 274471"/>
                  <a:gd name="csY0" fmla="*/ 1777778 h 1777777"/>
                  <a:gd name="csX1" fmla="*/ 274471 w 274471"/>
                  <a:gd name="csY1" fmla="*/ 1777778 h 1777777"/>
                  <a:gd name="csX2" fmla="*/ 274471 w 274471"/>
                  <a:gd name="csY2" fmla="*/ 0 h 1777777"/>
                  <a:gd name="csX3" fmla="*/ 0 w 274471"/>
                  <a:gd name="csY3" fmla="*/ 0 h 17777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777777">
                    <a:moveTo>
                      <a:pt x="0" y="1777778"/>
                    </a:moveTo>
                    <a:lnTo>
                      <a:pt x="274471" y="1777778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47" name="任意多边形: 形状 46"/>
              <p:cNvSpPr/>
              <p:nvPr/>
            </p:nvSpPr>
            <p:spPr>
              <a:xfrm>
                <a:off x="11756529" y="40274063"/>
                <a:ext cx="274472" cy="3884772"/>
              </a:xfrm>
              <a:custGeom>
                <a:avLst/>
                <a:gdLst>
                  <a:gd name="csX0" fmla="*/ 0 w 274472"/>
                  <a:gd name="csY0" fmla="*/ 3884773 h 3884772"/>
                  <a:gd name="csX1" fmla="*/ 274472 w 274472"/>
                  <a:gd name="csY1" fmla="*/ 3884773 h 3884772"/>
                  <a:gd name="csX2" fmla="*/ 274472 w 274472"/>
                  <a:gd name="csY2" fmla="*/ 0 h 3884772"/>
                  <a:gd name="csX3" fmla="*/ 0 w 274472"/>
                  <a:gd name="csY3" fmla="*/ 0 h 3884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3884772">
                    <a:moveTo>
                      <a:pt x="0" y="3884773"/>
                    </a:moveTo>
                    <a:lnTo>
                      <a:pt x="274472" y="3884773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48" name="任意多边形: 形状 47"/>
              <p:cNvSpPr/>
              <p:nvPr/>
            </p:nvSpPr>
            <p:spPr>
              <a:xfrm>
                <a:off x="12031001" y="42178651"/>
                <a:ext cx="274471" cy="1980185"/>
              </a:xfrm>
              <a:custGeom>
                <a:avLst/>
                <a:gdLst>
                  <a:gd name="csX0" fmla="*/ 0 w 274471"/>
                  <a:gd name="csY0" fmla="*/ 1980186 h 1980185"/>
                  <a:gd name="csX1" fmla="*/ 274471 w 274471"/>
                  <a:gd name="csY1" fmla="*/ 1980186 h 1980185"/>
                  <a:gd name="csX2" fmla="*/ 274471 w 274471"/>
                  <a:gd name="csY2" fmla="*/ 0 h 1980185"/>
                  <a:gd name="csX3" fmla="*/ 0 w 274471"/>
                  <a:gd name="csY3" fmla="*/ 0 h 19801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980185">
                    <a:moveTo>
                      <a:pt x="0" y="1980186"/>
                    </a:moveTo>
                    <a:lnTo>
                      <a:pt x="274471" y="1980186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49" name="任意多边形: 形状 48"/>
              <p:cNvSpPr/>
              <p:nvPr/>
            </p:nvSpPr>
            <p:spPr>
              <a:xfrm>
                <a:off x="12305473" y="41946978"/>
                <a:ext cx="274471" cy="2211857"/>
              </a:xfrm>
              <a:custGeom>
                <a:avLst/>
                <a:gdLst>
                  <a:gd name="csX0" fmla="*/ 0 w 274471"/>
                  <a:gd name="csY0" fmla="*/ 2211858 h 2211857"/>
                  <a:gd name="csX1" fmla="*/ 274471 w 274471"/>
                  <a:gd name="csY1" fmla="*/ 2211858 h 2211857"/>
                  <a:gd name="csX2" fmla="*/ 274471 w 274471"/>
                  <a:gd name="csY2" fmla="*/ 0 h 2211857"/>
                  <a:gd name="csX3" fmla="*/ 0 w 274471"/>
                  <a:gd name="csY3" fmla="*/ 0 h 22118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2211857">
                    <a:moveTo>
                      <a:pt x="0" y="2211858"/>
                    </a:moveTo>
                    <a:lnTo>
                      <a:pt x="274471" y="2211858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0" name="任意多边形: 形状 49"/>
              <p:cNvSpPr/>
              <p:nvPr/>
            </p:nvSpPr>
            <p:spPr>
              <a:xfrm>
                <a:off x="12579944" y="42185967"/>
                <a:ext cx="274472" cy="1972869"/>
              </a:xfrm>
              <a:custGeom>
                <a:avLst/>
                <a:gdLst>
                  <a:gd name="csX0" fmla="*/ 0 w 274472"/>
                  <a:gd name="csY0" fmla="*/ 1972869 h 1972869"/>
                  <a:gd name="csX1" fmla="*/ 274472 w 274472"/>
                  <a:gd name="csY1" fmla="*/ 1972869 h 1972869"/>
                  <a:gd name="csX2" fmla="*/ 274472 w 274472"/>
                  <a:gd name="csY2" fmla="*/ 0 h 1972869"/>
                  <a:gd name="csX3" fmla="*/ 0 w 274472"/>
                  <a:gd name="csY3" fmla="*/ 0 h 197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972869">
                    <a:moveTo>
                      <a:pt x="0" y="1972869"/>
                    </a:moveTo>
                    <a:lnTo>
                      <a:pt x="274472" y="1972869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1" name="任意多边形: 形状 50"/>
              <p:cNvSpPr/>
              <p:nvPr/>
            </p:nvSpPr>
            <p:spPr>
              <a:xfrm>
                <a:off x="12854416" y="41327561"/>
                <a:ext cx="274471" cy="2831274"/>
              </a:xfrm>
              <a:custGeom>
                <a:avLst/>
                <a:gdLst>
                  <a:gd name="csX0" fmla="*/ 0 w 274471"/>
                  <a:gd name="csY0" fmla="*/ 2831275 h 2831274"/>
                  <a:gd name="csX1" fmla="*/ 274471 w 274471"/>
                  <a:gd name="csY1" fmla="*/ 2831275 h 2831274"/>
                  <a:gd name="csX2" fmla="*/ 274471 w 274471"/>
                  <a:gd name="csY2" fmla="*/ 0 h 2831274"/>
                  <a:gd name="csX3" fmla="*/ 0 w 274471"/>
                  <a:gd name="csY3" fmla="*/ 0 h 2831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2831274">
                    <a:moveTo>
                      <a:pt x="0" y="2831275"/>
                    </a:moveTo>
                    <a:lnTo>
                      <a:pt x="274471" y="2831275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2" name="任意多边形: 形状 51"/>
              <p:cNvSpPr/>
              <p:nvPr/>
            </p:nvSpPr>
            <p:spPr>
              <a:xfrm>
                <a:off x="13128888" y="42054279"/>
                <a:ext cx="274471" cy="2104557"/>
              </a:xfrm>
              <a:custGeom>
                <a:avLst/>
                <a:gdLst>
                  <a:gd name="csX0" fmla="*/ 0 w 274471"/>
                  <a:gd name="csY0" fmla="*/ 2104557 h 2104557"/>
                  <a:gd name="csX1" fmla="*/ 274471 w 274471"/>
                  <a:gd name="csY1" fmla="*/ 2104557 h 2104557"/>
                  <a:gd name="csX2" fmla="*/ 274471 w 274471"/>
                  <a:gd name="csY2" fmla="*/ 0 h 2104557"/>
                  <a:gd name="csX3" fmla="*/ 0 w 274471"/>
                  <a:gd name="csY3" fmla="*/ 0 h 2104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2104557">
                    <a:moveTo>
                      <a:pt x="0" y="2104557"/>
                    </a:moveTo>
                    <a:lnTo>
                      <a:pt x="274471" y="2104557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3" name="任意多边形: 形状 52"/>
              <p:cNvSpPr/>
              <p:nvPr/>
            </p:nvSpPr>
            <p:spPr>
              <a:xfrm>
                <a:off x="13403359" y="42544449"/>
                <a:ext cx="274472" cy="1614387"/>
              </a:xfrm>
              <a:custGeom>
                <a:avLst/>
                <a:gdLst>
                  <a:gd name="csX0" fmla="*/ 0 w 274472"/>
                  <a:gd name="csY0" fmla="*/ 1614388 h 1614387"/>
                  <a:gd name="csX1" fmla="*/ 274472 w 274472"/>
                  <a:gd name="csY1" fmla="*/ 1614388 h 1614387"/>
                  <a:gd name="csX2" fmla="*/ 274472 w 274472"/>
                  <a:gd name="csY2" fmla="*/ 0 h 1614387"/>
                  <a:gd name="csX3" fmla="*/ 0 w 274472"/>
                  <a:gd name="csY3" fmla="*/ 0 h 16143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614387">
                    <a:moveTo>
                      <a:pt x="0" y="1614388"/>
                    </a:moveTo>
                    <a:lnTo>
                      <a:pt x="274472" y="1614388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4" name="任意多边形: 形状 53"/>
              <p:cNvSpPr/>
              <p:nvPr/>
            </p:nvSpPr>
            <p:spPr>
              <a:xfrm>
                <a:off x="13677831" y="42029893"/>
                <a:ext cx="274471" cy="2128943"/>
              </a:xfrm>
              <a:custGeom>
                <a:avLst/>
                <a:gdLst>
                  <a:gd name="csX0" fmla="*/ 0 w 274471"/>
                  <a:gd name="csY0" fmla="*/ 2128943 h 2128943"/>
                  <a:gd name="csX1" fmla="*/ 274471 w 274471"/>
                  <a:gd name="csY1" fmla="*/ 2128943 h 2128943"/>
                  <a:gd name="csX2" fmla="*/ 274471 w 274471"/>
                  <a:gd name="csY2" fmla="*/ 0 h 2128943"/>
                  <a:gd name="csX3" fmla="*/ 0 w 274471"/>
                  <a:gd name="csY3" fmla="*/ 0 h 21289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2128943">
                    <a:moveTo>
                      <a:pt x="0" y="2128943"/>
                    </a:moveTo>
                    <a:lnTo>
                      <a:pt x="274471" y="212894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5" name="任意多边形: 形状 54"/>
              <p:cNvSpPr/>
              <p:nvPr/>
            </p:nvSpPr>
            <p:spPr>
              <a:xfrm>
                <a:off x="13952303" y="33204411"/>
                <a:ext cx="274471" cy="10954425"/>
              </a:xfrm>
              <a:custGeom>
                <a:avLst/>
                <a:gdLst>
                  <a:gd name="csX0" fmla="*/ 0 w 274471"/>
                  <a:gd name="csY0" fmla="*/ 10954425 h 10954425"/>
                  <a:gd name="csX1" fmla="*/ 274471 w 274471"/>
                  <a:gd name="csY1" fmla="*/ 10954425 h 10954425"/>
                  <a:gd name="csX2" fmla="*/ 274471 w 274471"/>
                  <a:gd name="csY2" fmla="*/ 0 h 10954425"/>
                  <a:gd name="csX3" fmla="*/ 0 w 274471"/>
                  <a:gd name="csY3" fmla="*/ 0 h 109544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0954425">
                    <a:moveTo>
                      <a:pt x="0" y="10954425"/>
                    </a:moveTo>
                    <a:lnTo>
                      <a:pt x="274471" y="10954425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6" name="任意多边形: 形状 55"/>
              <p:cNvSpPr/>
              <p:nvPr/>
            </p:nvSpPr>
            <p:spPr>
              <a:xfrm>
                <a:off x="14226774" y="42251811"/>
                <a:ext cx="274472" cy="1907025"/>
              </a:xfrm>
              <a:custGeom>
                <a:avLst/>
                <a:gdLst>
                  <a:gd name="csX0" fmla="*/ 0 w 274472"/>
                  <a:gd name="csY0" fmla="*/ 1907025 h 1907025"/>
                  <a:gd name="csX1" fmla="*/ 274472 w 274472"/>
                  <a:gd name="csY1" fmla="*/ 1907025 h 1907025"/>
                  <a:gd name="csX2" fmla="*/ 274472 w 274472"/>
                  <a:gd name="csY2" fmla="*/ 0 h 1907025"/>
                  <a:gd name="csX3" fmla="*/ 0 w 274472"/>
                  <a:gd name="csY3" fmla="*/ 0 h 19070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907025">
                    <a:moveTo>
                      <a:pt x="0" y="1907025"/>
                    </a:moveTo>
                    <a:lnTo>
                      <a:pt x="274472" y="1907025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7" name="任意多边形: 形状 56"/>
              <p:cNvSpPr/>
              <p:nvPr/>
            </p:nvSpPr>
            <p:spPr>
              <a:xfrm>
                <a:off x="14501246" y="42627363"/>
                <a:ext cx="274471" cy="1531472"/>
              </a:xfrm>
              <a:custGeom>
                <a:avLst/>
                <a:gdLst>
                  <a:gd name="csX0" fmla="*/ 0 w 274471"/>
                  <a:gd name="csY0" fmla="*/ 1531473 h 1531472"/>
                  <a:gd name="csX1" fmla="*/ 274471 w 274471"/>
                  <a:gd name="csY1" fmla="*/ 1531473 h 1531472"/>
                  <a:gd name="csX2" fmla="*/ 274471 w 274471"/>
                  <a:gd name="csY2" fmla="*/ 0 h 1531472"/>
                  <a:gd name="csX3" fmla="*/ 0 w 274471"/>
                  <a:gd name="csY3" fmla="*/ 0 h 153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531472">
                    <a:moveTo>
                      <a:pt x="0" y="1531473"/>
                    </a:moveTo>
                    <a:lnTo>
                      <a:pt x="274471" y="153147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8" name="任意多边形: 形状 57"/>
              <p:cNvSpPr/>
              <p:nvPr/>
            </p:nvSpPr>
            <p:spPr>
              <a:xfrm>
                <a:off x="14775718" y="42195721"/>
                <a:ext cx="274472" cy="1963114"/>
              </a:xfrm>
              <a:custGeom>
                <a:avLst/>
                <a:gdLst>
                  <a:gd name="csX0" fmla="*/ 0 w 274472"/>
                  <a:gd name="csY0" fmla="*/ 1963115 h 1963114"/>
                  <a:gd name="csX1" fmla="*/ 274472 w 274472"/>
                  <a:gd name="csY1" fmla="*/ 1963115 h 1963114"/>
                  <a:gd name="csX2" fmla="*/ 274472 w 274472"/>
                  <a:gd name="csY2" fmla="*/ 0 h 1963114"/>
                  <a:gd name="csX3" fmla="*/ 0 w 274472"/>
                  <a:gd name="csY3" fmla="*/ 0 h 1963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963114">
                    <a:moveTo>
                      <a:pt x="0" y="1963115"/>
                    </a:moveTo>
                    <a:lnTo>
                      <a:pt x="274472" y="1963115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59" name="任意多边形: 形状 58"/>
              <p:cNvSpPr/>
              <p:nvPr/>
            </p:nvSpPr>
            <p:spPr>
              <a:xfrm>
                <a:off x="15050190" y="42273758"/>
                <a:ext cx="274471" cy="1885078"/>
              </a:xfrm>
              <a:custGeom>
                <a:avLst/>
                <a:gdLst>
                  <a:gd name="csX0" fmla="*/ 0 w 274471"/>
                  <a:gd name="csY0" fmla="*/ 1885079 h 1885078"/>
                  <a:gd name="csX1" fmla="*/ 274471 w 274471"/>
                  <a:gd name="csY1" fmla="*/ 1885079 h 1885078"/>
                  <a:gd name="csX2" fmla="*/ 274471 w 274471"/>
                  <a:gd name="csY2" fmla="*/ 0 h 1885078"/>
                  <a:gd name="csX3" fmla="*/ 0 w 274471"/>
                  <a:gd name="csY3" fmla="*/ 0 h 1885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885078">
                    <a:moveTo>
                      <a:pt x="0" y="1885079"/>
                    </a:moveTo>
                    <a:lnTo>
                      <a:pt x="274471" y="1885079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0" name="任意多边形: 形状 59"/>
              <p:cNvSpPr/>
              <p:nvPr/>
            </p:nvSpPr>
            <p:spPr>
              <a:xfrm>
                <a:off x="15324661" y="42398129"/>
                <a:ext cx="274471" cy="1760707"/>
              </a:xfrm>
              <a:custGeom>
                <a:avLst/>
                <a:gdLst>
                  <a:gd name="csX0" fmla="*/ 0 w 274471"/>
                  <a:gd name="csY0" fmla="*/ 1760707 h 1760707"/>
                  <a:gd name="csX1" fmla="*/ 274471 w 274471"/>
                  <a:gd name="csY1" fmla="*/ 1760707 h 1760707"/>
                  <a:gd name="csX2" fmla="*/ 274471 w 274471"/>
                  <a:gd name="csY2" fmla="*/ 0 h 1760707"/>
                  <a:gd name="csX3" fmla="*/ 0 w 274471"/>
                  <a:gd name="csY3" fmla="*/ 0 h 17607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760707">
                    <a:moveTo>
                      <a:pt x="0" y="1760707"/>
                    </a:moveTo>
                    <a:lnTo>
                      <a:pt x="274471" y="1760707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1" name="任意多边形: 形状 60"/>
              <p:cNvSpPr/>
              <p:nvPr/>
            </p:nvSpPr>
            <p:spPr>
              <a:xfrm>
                <a:off x="15599132" y="42351795"/>
                <a:ext cx="274472" cy="1807040"/>
              </a:xfrm>
              <a:custGeom>
                <a:avLst/>
                <a:gdLst>
                  <a:gd name="csX0" fmla="*/ 0 w 274472"/>
                  <a:gd name="csY0" fmla="*/ 1807041 h 1807040"/>
                  <a:gd name="csX1" fmla="*/ 274472 w 274472"/>
                  <a:gd name="csY1" fmla="*/ 1807041 h 1807040"/>
                  <a:gd name="csX2" fmla="*/ 274472 w 274472"/>
                  <a:gd name="csY2" fmla="*/ 0 h 1807040"/>
                  <a:gd name="csX3" fmla="*/ 0 w 274472"/>
                  <a:gd name="csY3" fmla="*/ 0 h 18070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807040">
                    <a:moveTo>
                      <a:pt x="0" y="1807041"/>
                    </a:moveTo>
                    <a:lnTo>
                      <a:pt x="274472" y="1807041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2" name="任意多边形: 形状 61"/>
              <p:cNvSpPr/>
              <p:nvPr/>
            </p:nvSpPr>
            <p:spPr>
              <a:xfrm>
                <a:off x="15873605" y="42098175"/>
                <a:ext cx="274472" cy="2060661"/>
              </a:xfrm>
              <a:custGeom>
                <a:avLst/>
                <a:gdLst>
                  <a:gd name="csX0" fmla="*/ 0 w 274472"/>
                  <a:gd name="csY0" fmla="*/ 2060661 h 2060661"/>
                  <a:gd name="csX1" fmla="*/ 274472 w 274472"/>
                  <a:gd name="csY1" fmla="*/ 2060661 h 2060661"/>
                  <a:gd name="csX2" fmla="*/ 274472 w 274472"/>
                  <a:gd name="csY2" fmla="*/ 0 h 2060661"/>
                  <a:gd name="csX3" fmla="*/ 0 w 274472"/>
                  <a:gd name="csY3" fmla="*/ 0 h 20606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060661">
                    <a:moveTo>
                      <a:pt x="0" y="2060661"/>
                    </a:moveTo>
                    <a:lnTo>
                      <a:pt x="274472" y="2060661"/>
                    </a:lnTo>
                    <a:lnTo>
                      <a:pt x="27447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3" name="任意多边形: 形状 62"/>
              <p:cNvSpPr/>
              <p:nvPr/>
            </p:nvSpPr>
            <p:spPr>
              <a:xfrm>
                <a:off x="16148077" y="42185967"/>
                <a:ext cx="274471" cy="1972869"/>
              </a:xfrm>
              <a:custGeom>
                <a:avLst/>
                <a:gdLst>
                  <a:gd name="csX0" fmla="*/ 0 w 274471"/>
                  <a:gd name="csY0" fmla="*/ 1972869 h 1972869"/>
                  <a:gd name="csX1" fmla="*/ 274471 w 274471"/>
                  <a:gd name="csY1" fmla="*/ 1972869 h 1972869"/>
                  <a:gd name="csX2" fmla="*/ 274471 w 274471"/>
                  <a:gd name="csY2" fmla="*/ 0 h 1972869"/>
                  <a:gd name="csX3" fmla="*/ 0 w 274471"/>
                  <a:gd name="csY3" fmla="*/ 0 h 197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972869">
                    <a:moveTo>
                      <a:pt x="0" y="1972869"/>
                    </a:moveTo>
                    <a:lnTo>
                      <a:pt x="274471" y="1972869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04" name="任意多边形: 形状 1903"/>
              <p:cNvSpPr/>
              <p:nvPr/>
            </p:nvSpPr>
            <p:spPr>
              <a:xfrm>
                <a:off x="16422548" y="42446902"/>
                <a:ext cx="274471" cy="1711933"/>
              </a:xfrm>
              <a:custGeom>
                <a:avLst/>
                <a:gdLst>
                  <a:gd name="csX0" fmla="*/ 0 w 274471"/>
                  <a:gd name="csY0" fmla="*/ 1711934 h 1711933"/>
                  <a:gd name="csX1" fmla="*/ 274471 w 274471"/>
                  <a:gd name="csY1" fmla="*/ 1711934 h 1711933"/>
                  <a:gd name="csX2" fmla="*/ 274471 w 274471"/>
                  <a:gd name="csY2" fmla="*/ 0 h 1711933"/>
                  <a:gd name="csX3" fmla="*/ 0 w 274471"/>
                  <a:gd name="csY3" fmla="*/ 0 h 17119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711933">
                    <a:moveTo>
                      <a:pt x="0" y="1711934"/>
                    </a:moveTo>
                    <a:lnTo>
                      <a:pt x="274471" y="1711934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05" name="任意多边形: 形状 1904"/>
              <p:cNvSpPr/>
              <p:nvPr/>
            </p:nvSpPr>
            <p:spPr>
              <a:xfrm>
                <a:off x="16697020" y="42317654"/>
                <a:ext cx="274471" cy="1841182"/>
              </a:xfrm>
              <a:custGeom>
                <a:avLst/>
                <a:gdLst>
                  <a:gd name="csX0" fmla="*/ 0 w 274471"/>
                  <a:gd name="csY0" fmla="*/ 1841183 h 1841182"/>
                  <a:gd name="csX1" fmla="*/ 274471 w 274471"/>
                  <a:gd name="csY1" fmla="*/ 1841183 h 1841182"/>
                  <a:gd name="csX2" fmla="*/ 274471 w 274471"/>
                  <a:gd name="csY2" fmla="*/ 0 h 1841182"/>
                  <a:gd name="csX3" fmla="*/ 0 w 274471"/>
                  <a:gd name="csY3" fmla="*/ 0 h 18411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841182">
                    <a:moveTo>
                      <a:pt x="0" y="1841183"/>
                    </a:moveTo>
                    <a:lnTo>
                      <a:pt x="274471" y="184118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06" name="任意多边形: 形状 1905"/>
              <p:cNvSpPr/>
              <p:nvPr/>
            </p:nvSpPr>
            <p:spPr>
              <a:xfrm>
                <a:off x="16971491" y="42461534"/>
                <a:ext cx="274471" cy="1697302"/>
              </a:xfrm>
              <a:custGeom>
                <a:avLst/>
                <a:gdLst>
                  <a:gd name="csX0" fmla="*/ 0 w 274471"/>
                  <a:gd name="csY0" fmla="*/ 1697302 h 1697302"/>
                  <a:gd name="csX1" fmla="*/ 274471 w 274471"/>
                  <a:gd name="csY1" fmla="*/ 1697302 h 1697302"/>
                  <a:gd name="csX2" fmla="*/ 274471 w 274471"/>
                  <a:gd name="csY2" fmla="*/ 0 h 1697302"/>
                  <a:gd name="csX3" fmla="*/ 0 w 274471"/>
                  <a:gd name="csY3" fmla="*/ 0 h 1697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697302">
                    <a:moveTo>
                      <a:pt x="0" y="1697302"/>
                    </a:moveTo>
                    <a:lnTo>
                      <a:pt x="274471" y="1697302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07" name="任意多边形: 形状 1906"/>
              <p:cNvSpPr/>
              <p:nvPr/>
            </p:nvSpPr>
            <p:spPr>
              <a:xfrm>
                <a:off x="17245962" y="42398129"/>
                <a:ext cx="274471" cy="1760707"/>
              </a:xfrm>
              <a:custGeom>
                <a:avLst/>
                <a:gdLst>
                  <a:gd name="csX0" fmla="*/ 0 w 274471"/>
                  <a:gd name="csY0" fmla="*/ 1760707 h 1760707"/>
                  <a:gd name="csX1" fmla="*/ 274471 w 274471"/>
                  <a:gd name="csY1" fmla="*/ 1760707 h 1760707"/>
                  <a:gd name="csX2" fmla="*/ 274471 w 274471"/>
                  <a:gd name="csY2" fmla="*/ 0 h 1760707"/>
                  <a:gd name="csX3" fmla="*/ 0 w 274471"/>
                  <a:gd name="csY3" fmla="*/ 0 h 17607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760707">
                    <a:moveTo>
                      <a:pt x="0" y="1760707"/>
                    </a:moveTo>
                    <a:lnTo>
                      <a:pt x="274471" y="1760707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08" name="任意多边形: 形状 1907"/>
              <p:cNvSpPr/>
              <p:nvPr/>
            </p:nvSpPr>
            <p:spPr>
              <a:xfrm>
                <a:off x="17520434" y="42593222"/>
                <a:ext cx="274472" cy="1565614"/>
              </a:xfrm>
              <a:custGeom>
                <a:avLst/>
                <a:gdLst>
                  <a:gd name="csX0" fmla="*/ 0 w 274472"/>
                  <a:gd name="csY0" fmla="*/ 1565614 h 1565614"/>
                  <a:gd name="csX1" fmla="*/ 274473 w 274472"/>
                  <a:gd name="csY1" fmla="*/ 1565614 h 1565614"/>
                  <a:gd name="csX2" fmla="*/ 274473 w 274472"/>
                  <a:gd name="csY2" fmla="*/ 0 h 1565614"/>
                  <a:gd name="csX3" fmla="*/ 0 w 274472"/>
                  <a:gd name="csY3" fmla="*/ 0 h 1565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565614">
                    <a:moveTo>
                      <a:pt x="0" y="1565614"/>
                    </a:moveTo>
                    <a:lnTo>
                      <a:pt x="274473" y="156561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09" name="任意多边形: 形状 1908"/>
              <p:cNvSpPr/>
              <p:nvPr/>
            </p:nvSpPr>
            <p:spPr>
              <a:xfrm>
                <a:off x="17794907" y="42734664"/>
                <a:ext cx="274471" cy="1424172"/>
              </a:xfrm>
              <a:custGeom>
                <a:avLst/>
                <a:gdLst>
                  <a:gd name="csX0" fmla="*/ 0 w 274471"/>
                  <a:gd name="csY0" fmla="*/ 1424172 h 1424172"/>
                  <a:gd name="csX1" fmla="*/ 274471 w 274471"/>
                  <a:gd name="csY1" fmla="*/ 1424172 h 1424172"/>
                  <a:gd name="csX2" fmla="*/ 274471 w 274471"/>
                  <a:gd name="csY2" fmla="*/ 0 h 1424172"/>
                  <a:gd name="csX3" fmla="*/ 0 w 274471"/>
                  <a:gd name="csY3" fmla="*/ 0 h 1424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424172">
                    <a:moveTo>
                      <a:pt x="0" y="1424172"/>
                    </a:moveTo>
                    <a:lnTo>
                      <a:pt x="274471" y="1424172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0" name="任意多边形: 形状 1909"/>
              <p:cNvSpPr/>
              <p:nvPr/>
            </p:nvSpPr>
            <p:spPr>
              <a:xfrm>
                <a:off x="18069378" y="42668820"/>
                <a:ext cx="274471" cy="1490016"/>
              </a:xfrm>
              <a:custGeom>
                <a:avLst/>
                <a:gdLst>
                  <a:gd name="csX0" fmla="*/ 0 w 274471"/>
                  <a:gd name="csY0" fmla="*/ 1490016 h 1490016"/>
                  <a:gd name="csX1" fmla="*/ 274471 w 274471"/>
                  <a:gd name="csY1" fmla="*/ 1490016 h 1490016"/>
                  <a:gd name="csX2" fmla="*/ 274471 w 274471"/>
                  <a:gd name="csY2" fmla="*/ 0 h 1490016"/>
                  <a:gd name="csX3" fmla="*/ 0 w 274471"/>
                  <a:gd name="csY3" fmla="*/ 0 h 1490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490016">
                    <a:moveTo>
                      <a:pt x="0" y="1490016"/>
                    </a:moveTo>
                    <a:lnTo>
                      <a:pt x="274471" y="1490016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1" name="任意多边形: 形状 1910"/>
              <p:cNvSpPr/>
              <p:nvPr/>
            </p:nvSpPr>
            <p:spPr>
              <a:xfrm>
                <a:off x="18343849" y="42915124"/>
                <a:ext cx="274471" cy="1243712"/>
              </a:xfrm>
              <a:custGeom>
                <a:avLst/>
                <a:gdLst>
                  <a:gd name="csX0" fmla="*/ 0 w 274471"/>
                  <a:gd name="csY0" fmla="*/ 1243712 h 1243712"/>
                  <a:gd name="csX1" fmla="*/ 274471 w 274471"/>
                  <a:gd name="csY1" fmla="*/ 1243712 h 1243712"/>
                  <a:gd name="csX2" fmla="*/ 274471 w 274471"/>
                  <a:gd name="csY2" fmla="*/ 0 h 1243712"/>
                  <a:gd name="csX3" fmla="*/ 0 w 274471"/>
                  <a:gd name="csY3" fmla="*/ 0 h 1243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243712">
                    <a:moveTo>
                      <a:pt x="0" y="1243712"/>
                    </a:moveTo>
                    <a:lnTo>
                      <a:pt x="274471" y="1243712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2" name="任意多边形: 形状 1911"/>
              <p:cNvSpPr/>
              <p:nvPr/>
            </p:nvSpPr>
            <p:spPr>
              <a:xfrm>
                <a:off x="18618321" y="42846842"/>
                <a:ext cx="274471" cy="1311994"/>
              </a:xfrm>
              <a:custGeom>
                <a:avLst/>
                <a:gdLst>
                  <a:gd name="csX0" fmla="*/ 0 w 274471"/>
                  <a:gd name="csY0" fmla="*/ 1311994 h 1311994"/>
                  <a:gd name="csX1" fmla="*/ 274471 w 274471"/>
                  <a:gd name="csY1" fmla="*/ 1311994 h 1311994"/>
                  <a:gd name="csX2" fmla="*/ 274471 w 274471"/>
                  <a:gd name="csY2" fmla="*/ 0 h 1311994"/>
                  <a:gd name="csX3" fmla="*/ 0 w 274471"/>
                  <a:gd name="csY3" fmla="*/ 0 h 13119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311994">
                    <a:moveTo>
                      <a:pt x="0" y="1311994"/>
                    </a:moveTo>
                    <a:lnTo>
                      <a:pt x="274471" y="1311994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3" name="任意多边形: 形状 1912"/>
              <p:cNvSpPr/>
              <p:nvPr/>
            </p:nvSpPr>
            <p:spPr>
              <a:xfrm>
                <a:off x="18892792" y="42966335"/>
                <a:ext cx="274471" cy="1192501"/>
              </a:xfrm>
              <a:custGeom>
                <a:avLst/>
                <a:gdLst>
                  <a:gd name="csX0" fmla="*/ 0 w 274471"/>
                  <a:gd name="csY0" fmla="*/ 1192501 h 1192501"/>
                  <a:gd name="csX1" fmla="*/ 274471 w 274471"/>
                  <a:gd name="csY1" fmla="*/ 1192501 h 1192501"/>
                  <a:gd name="csX2" fmla="*/ 274471 w 274471"/>
                  <a:gd name="csY2" fmla="*/ 0 h 1192501"/>
                  <a:gd name="csX3" fmla="*/ 0 w 274471"/>
                  <a:gd name="csY3" fmla="*/ 0 h 11925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192501">
                    <a:moveTo>
                      <a:pt x="0" y="1192501"/>
                    </a:moveTo>
                    <a:lnTo>
                      <a:pt x="274471" y="1192501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4" name="任意多边形: 形状 1913"/>
              <p:cNvSpPr/>
              <p:nvPr/>
            </p:nvSpPr>
            <p:spPr>
              <a:xfrm>
                <a:off x="19167264" y="42578590"/>
                <a:ext cx="274472" cy="1580245"/>
              </a:xfrm>
              <a:custGeom>
                <a:avLst/>
                <a:gdLst>
                  <a:gd name="csX0" fmla="*/ 0 w 274472"/>
                  <a:gd name="csY0" fmla="*/ 1580246 h 1580245"/>
                  <a:gd name="csX1" fmla="*/ 274473 w 274472"/>
                  <a:gd name="csY1" fmla="*/ 1580246 h 1580245"/>
                  <a:gd name="csX2" fmla="*/ 274473 w 274472"/>
                  <a:gd name="csY2" fmla="*/ 0 h 1580245"/>
                  <a:gd name="csX3" fmla="*/ 0 w 274472"/>
                  <a:gd name="csY3" fmla="*/ 0 h 15802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580245">
                    <a:moveTo>
                      <a:pt x="0" y="1580246"/>
                    </a:moveTo>
                    <a:lnTo>
                      <a:pt x="274473" y="158024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5" name="任意多边形: 形状 1914"/>
              <p:cNvSpPr/>
              <p:nvPr/>
            </p:nvSpPr>
            <p:spPr>
              <a:xfrm>
                <a:off x="19441737" y="42573712"/>
                <a:ext cx="274471" cy="1585124"/>
              </a:xfrm>
              <a:custGeom>
                <a:avLst/>
                <a:gdLst>
                  <a:gd name="csX0" fmla="*/ 0 w 274471"/>
                  <a:gd name="csY0" fmla="*/ 1585125 h 1585124"/>
                  <a:gd name="csX1" fmla="*/ 274471 w 274471"/>
                  <a:gd name="csY1" fmla="*/ 1585125 h 1585124"/>
                  <a:gd name="csX2" fmla="*/ 274471 w 274471"/>
                  <a:gd name="csY2" fmla="*/ 0 h 1585124"/>
                  <a:gd name="csX3" fmla="*/ 0 w 274471"/>
                  <a:gd name="csY3" fmla="*/ 0 h 1585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585124">
                    <a:moveTo>
                      <a:pt x="0" y="1585125"/>
                    </a:moveTo>
                    <a:lnTo>
                      <a:pt x="274471" y="1585125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6" name="任意多边形: 形状 1915"/>
              <p:cNvSpPr/>
              <p:nvPr/>
            </p:nvSpPr>
            <p:spPr>
              <a:xfrm>
                <a:off x="19716208" y="42807823"/>
                <a:ext cx="274471" cy="1351012"/>
              </a:xfrm>
              <a:custGeom>
                <a:avLst/>
                <a:gdLst>
                  <a:gd name="csX0" fmla="*/ 0 w 274471"/>
                  <a:gd name="csY0" fmla="*/ 1351013 h 1351012"/>
                  <a:gd name="csX1" fmla="*/ 274471 w 274471"/>
                  <a:gd name="csY1" fmla="*/ 1351013 h 1351012"/>
                  <a:gd name="csX2" fmla="*/ 274471 w 274471"/>
                  <a:gd name="csY2" fmla="*/ 0 h 1351012"/>
                  <a:gd name="csX3" fmla="*/ 0 w 274471"/>
                  <a:gd name="csY3" fmla="*/ 0 h 13510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351012">
                    <a:moveTo>
                      <a:pt x="0" y="1351013"/>
                    </a:moveTo>
                    <a:lnTo>
                      <a:pt x="274471" y="135101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7" name="任意多边形: 形状 1916"/>
              <p:cNvSpPr/>
              <p:nvPr/>
            </p:nvSpPr>
            <p:spPr>
              <a:xfrm>
                <a:off x="19990679" y="42922440"/>
                <a:ext cx="274471" cy="1236395"/>
              </a:xfrm>
              <a:custGeom>
                <a:avLst/>
                <a:gdLst>
                  <a:gd name="csX0" fmla="*/ 0 w 274471"/>
                  <a:gd name="csY0" fmla="*/ 1236396 h 1236395"/>
                  <a:gd name="csX1" fmla="*/ 274471 w 274471"/>
                  <a:gd name="csY1" fmla="*/ 1236396 h 1236395"/>
                  <a:gd name="csX2" fmla="*/ 274471 w 274471"/>
                  <a:gd name="csY2" fmla="*/ 0 h 1236395"/>
                  <a:gd name="csX3" fmla="*/ 0 w 274471"/>
                  <a:gd name="csY3" fmla="*/ 0 h 12363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236395">
                    <a:moveTo>
                      <a:pt x="0" y="1236396"/>
                    </a:moveTo>
                    <a:lnTo>
                      <a:pt x="274471" y="1236396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8" name="任意多边形: 形状 1917"/>
              <p:cNvSpPr/>
              <p:nvPr/>
            </p:nvSpPr>
            <p:spPr>
              <a:xfrm>
                <a:off x="20265151" y="41729939"/>
                <a:ext cx="274471" cy="2428897"/>
              </a:xfrm>
              <a:custGeom>
                <a:avLst/>
                <a:gdLst>
                  <a:gd name="csX0" fmla="*/ 0 w 274471"/>
                  <a:gd name="csY0" fmla="*/ 2428897 h 2428897"/>
                  <a:gd name="csX1" fmla="*/ 274471 w 274471"/>
                  <a:gd name="csY1" fmla="*/ 2428897 h 2428897"/>
                  <a:gd name="csX2" fmla="*/ 274471 w 274471"/>
                  <a:gd name="csY2" fmla="*/ 0 h 2428897"/>
                  <a:gd name="csX3" fmla="*/ 0 w 274471"/>
                  <a:gd name="csY3" fmla="*/ 0 h 24288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2428897">
                    <a:moveTo>
                      <a:pt x="0" y="2428897"/>
                    </a:moveTo>
                    <a:lnTo>
                      <a:pt x="274471" y="2428897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919" name="任意多边形: 形状 1918"/>
              <p:cNvSpPr/>
              <p:nvPr/>
            </p:nvSpPr>
            <p:spPr>
              <a:xfrm>
                <a:off x="20539622" y="42590782"/>
                <a:ext cx="274472" cy="1568053"/>
              </a:xfrm>
              <a:custGeom>
                <a:avLst/>
                <a:gdLst>
                  <a:gd name="csX0" fmla="*/ 0 w 274472"/>
                  <a:gd name="csY0" fmla="*/ 1568054 h 1568053"/>
                  <a:gd name="csX1" fmla="*/ 274473 w 274472"/>
                  <a:gd name="csY1" fmla="*/ 1568054 h 1568053"/>
                  <a:gd name="csX2" fmla="*/ 274473 w 274472"/>
                  <a:gd name="csY2" fmla="*/ 0 h 1568053"/>
                  <a:gd name="csX3" fmla="*/ 0 w 274472"/>
                  <a:gd name="csY3" fmla="*/ 0 h 1568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568053">
                    <a:moveTo>
                      <a:pt x="0" y="1568054"/>
                    </a:moveTo>
                    <a:lnTo>
                      <a:pt x="274473" y="156805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4" name="任意多边形: 形状 63"/>
              <p:cNvSpPr/>
              <p:nvPr/>
            </p:nvSpPr>
            <p:spPr>
              <a:xfrm>
                <a:off x="20814095" y="42710277"/>
                <a:ext cx="274471" cy="1448559"/>
              </a:xfrm>
              <a:custGeom>
                <a:avLst/>
                <a:gdLst>
                  <a:gd name="csX0" fmla="*/ 0 w 274471"/>
                  <a:gd name="csY0" fmla="*/ 1448559 h 1448559"/>
                  <a:gd name="csX1" fmla="*/ 274471 w 274471"/>
                  <a:gd name="csY1" fmla="*/ 1448559 h 1448559"/>
                  <a:gd name="csX2" fmla="*/ 274471 w 274471"/>
                  <a:gd name="csY2" fmla="*/ 0 h 1448559"/>
                  <a:gd name="csX3" fmla="*/ 0 w 274471"/>
                  <a:gd name="csY3" fmla="*/ 0 h 1448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448559">
                    <a:moveTo>
                      <a:pt x="0" y="1448559"/>
                    </a:moveTo>
                    <a:lnTo>
                      <a:pt x="274471" y="1448559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5" name="任意多边形: 形状 64"/>
              <p:cNvSpPr/>
              <p:nvPr/>
            </p:nvSpPr>
            <p:spPr>
              <a:xfrm>
                <a:off x="21088566" y="42663943"/>
                <a:ext cx="274471" cy="1494893"/>
              </a:xfrm>
              <a:custGeom>
                <a:avLst/>
                <a:gdLst>
                  <a:gd name="csX0" fmla="*/ 0 w 274471"/>
                  <a:gd name="csY0" fmla="*/ 1494893 h 1494893"/>
                  <a:gd name="csX1" fmla="*/ 274471 w 274471"/>
                  <a:gd name="csY1" fmla="*/ 1494893 h 1494893"/>
                  <a:gd name="csX2" fmla="*/ 274471 w 274471"/>
                  <a:gd name="csY2" fmla="*/ 0 h 1494893"/>
                  <a:gd name="csX3" fmla="*/ 0 w 274471"/>
                  <a:gd name="csY3" fmla="*/ 0 h 14948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494893">
                    <a:moveTo>
                      <a:pt x="0" y="1494893"/>
                    </a:moveTo>
                    <a:lnTo>
                      <a:pt x="274471" y="149489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6" name="任意多边形: 形状 65"/>
              <p:cNvSpPr/>
              <p:nvPr/>
            </p:nvSpPr>
            <p:spPr>
              <a:xfrm>
                <a:off x="21363038" y="42737102"/>
                <a:ext cx="274471" cy="1421734"/>
              </a:xfrm>
              <a:custGeom>
                <a:avLst/>
                <a:gdLst>
                  <a:gd name="csX0" fmla="*/ 0 w 274471"/>
                  <a:gd name="csY0" fmla="*/ 1421734 h 1421734"/>
                  <a:gd name="csX1" fmla="*/ 274471 w 274471"/>
                  <a:gd name="csY1" fmla="*/ 1421734 h 1421734"/>
                  <a:gd name="csX2" fmla="*/ 274471 w 274471"/>
                  <a:gd name="csY2" fmla="*/ 0 h 1421734"/>
                  <a:gd name="csX3" fmla="*/ 0 w 274471"/>
                  <a:gd name="csY3" fmla="*/ 0 h 1421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421734">
                    <a:moveTo>
                      <a:pt x="0" y="1421734"/>
                    </a:moveTo>
                    <a:lnTo>
                      <a:pt x="274471" y="1421734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7" name="任意多边形: 形状 66"/>
              <p:cNvSpPr/>
              <p:nvPr/>
            </p:nvSpPr>
            <p:spPr>
              <a:xfrm>
                <a:off x="21637509" y="42812700"/>
                <a:ext cx="274471" cy="1346135"/>
              </a:xfrm>
              <a:custGeom>
                <a:avLst/>
                <a:gdLst>
                  <a:gd name="csX0" fmla="*/ 0 w 274471"/>
                  <a:gd name="csY0" fmla="*/ 1346136 h 1346135"/>
                  <a:gd name="csX1" fmla="*/ 274471 w 274471"/>
                  <a:gd name="csY1" fmla="*/ 1346136 h 1346135"/>
                  <a:gd name="csX2" fmla="*/ 274471 w 274471"/>
                  <a:gd name="csY2" fmla="*/ 0 h 1346135"/>
                  <a:gd name="csX3" fmla="*/ 0 w 274471"/>
                  <a:gd name="csY3" fmla="*/ 0 h 1346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346135">
                    <a:moveTo>
                      <a:pt x="0" y="1346136"/>
                    </a:moveTo>
                    <a:lnTo>
                      <a:pt x="274471" y="1346136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8" name="任意多边形: 形状 67"/>
              <p:cNvSpPr/>
              <p:nvPr/>
            </p:nvSpPr>
            <p:spPr>
              <a:xfrm>
                <a:off x="21911981" y="43032179"/>
                <a:ext cx="274471" cy="1126657"/>
              </a:xfrm>
              <a:custGeom>
                <a:avLst/>
                <a:gdLst>
                  <a:gd name="csX0" fmla="*/ 0 w 274471"/>
                  <a:gd name="csY0" fmla="*/ 1126657 h 1126657"/>
                  <a:gd name="csX1" fmla="*/ 274471 w 274471"/>
                  <a:gd name="csY1" fmla="*/ 1126657 h 1126657"/>
                  <a:gd name="csX2" fmla="*/ 274471 w 274471"/>
                  <a:gd name="csY2" fmla="*/ 0 h 1126657"/>
                  <a:gd name="csX3" fmla="*/ 0 w 274471"/>
                  <a:gd name="csY3" fmla="*/ 0 h 11266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126657">
                    <a:moveTo>
                      <a:pt x="0" y="1126657"/>
                    </a:moveTo>
                    <a:lnTo>
                      <a:pt x="274471" y="1126657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69" name="任意多边形: 形状 68"/>
              <p:cNvSpPr/>
              <p:nvPr/>
            </p:nvSpPr>
            <p:spPr>
              <a:xfrm>
                <a:off x="22186452" y="43283360"/>
                <a:ext cx="274472" cy="875476"/>
              </a:xfrm>
              <a:custGeom>
                <a:avLst/>
                <a:gdLst>
                  <a:gd name="csX0" fmla="*/ 0 w 274472"/>
                  <a:gd name="csY0" fmla="*/ 875476 h 875476"/>
                  <a:gd name="csX1" fmla="*/ 274473 w 274472"/>
                  <a:gd name="csY1" fmla="*/ 875476 h 875476"/>
                  <a:gd name="csX2" fmla="*/ 274473 w 274472"/>
                  <a:gd name="csY2" fmla="*/ 0 h 875476"/>
                  <a:gd name="csX3" fmla="*/ 0 w 274472"/>
                  <a:gd name="csY3" fmla="*/ 0 h 8754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875476">
                    <a:moveTo>
                      <a:pt x="0" y="875476"/>
                    </a:moveTo>
                    <a:lnTo>
                      <a:pt x="274473" y="87547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70" name="任意多边形: 形状 69"/>
              <p:cNvSpPr/>
              <p:nvPr/>
            </p:nvSpPr>
            <p:spPr>
              <a:xfrm>
                <a:off x="22460925" y="43154111"/>
                <a:ext cx="274471" cy="1004725"/>
              </a:xfrm>
              <a:custGeom>
                <a:avLst/>
                <a:gdLst>
                  <a:gd name="csX0" fmla="*/ 0 w 274471"/>
                  <a:gd name="csY0" fmla="*/ 1004725 h 1004725"/>
                  <a:gd name="csX1" fmla="*/ 274471 w 274471"/>
                  <a:gd name="csY1" fmla="*/ 1004725 h 1004725"/>
                  <a:gd name="csX2" fmla="*/ 274471 w 274471"/>
                  <a:gd name="csY2" fmla="*/ 0 h 1004725"/>
                  <a:gd name="csX3" fmla="*/ 0 w 274471"/>
                  <a:gd name="csY3" fmla="*/ 0 h 1004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004725">
                    <a:moveTo>
                      <a:pt x="0" y="1004725"/>
                    </a:moveTo>
                    <a:lnTo>
                      <a:pt x="274471" y="1004725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71" name="任意多边形: 形状 70"/>
              <p:cNvSpPr/>
              <p:nvPr/>
            </p:nvSpPr>
            <p:spPr>
              <a:xfrm>
                <a:off x="22735396" y="43297993"/>
                <a:ext cx="274471" cy="860843"/>
              </a:xfrm>
              <a:custGeom>
                <a:avLst/>
                <a:gdLst>
                  <a:gd name="csX0" fmla="*/ 0 w 274471"/>
                  <a:gd name="csY0" fmla="*/ 860843 h 860843"/>
                  <a:gd name="csX1" fmla="*/ 274471 w 274471"/>
                  <a:gd name="csY1" fmla="*/ 860843 h 860843"/>
                  <a:gd name="csX2" fmla="*/ 274471 w 274471"/>
                  <a:gd name="csY2" fmla="*/ 0 h 860843"/>
                  <a:gd name="csX3" fmla="*/ 0 w 274471"/>
                  <a:gd name="csY3" fmla="*/ 0 h 8608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860843">
                    <a:moveTo>
                      <a:pt x="0" y="860843"/>
                    </a:moveTo>
                    <a:lnTo>
                      <a:pt x="274471" y="86084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72" name="任意多边形: 形状 71"/>
              <p:cNvSpPr/>
              <p:nvPr/>
            </p:nvSpPr>
            <p:spPr>
              <a:xfrm>
                <a:off x="23009868" y="43212639"/>
                <a:ext cx="274471" cy="946197"/>
              </a:xfrm>
              <a:custGeom>
                <a:avLst/>
                <a:gdLst>
                  <a:gd name="csX0" fmla="*/ 0 w 274471"/>
                  <a:gd name="csY0" fmla="*/ 946198 h 946197"/>
                  <a:gd name="csX1" fmla="*/ 274471 w 274471"/>
                  <a:gd name="csY1" fmla="*/ 946198 h 946197"/>
                  <a:gd name="csX2" fmla="*/ 274471 w 274471"/>
                  <a:gd name="csY2" fmla="*/ 0 h 946197"/>
                  <a:gd name="csX3" fmla="*/ 0 w 274471"/>
                  <a:gd name="csY3" fmla="*/ 0 h 9461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946197">
                    <a:moveTo>
                      <a:pt x="0" y="946198"/>
                    </a:moveTo>
                    <a:lnTo>
                      <a:pt x="274471" y="946198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23" name="任意多边形: 形状 122"/>
              <p:cNvSpPr/>
              <p:nvPr/>
            </p:nvSpPr>
            <p:spPr>
              <a:xfrm>
                <a:off x="23284339" y="43354081"/>
                <a:ext cx="274471" cy="804755"/>
              </a:xfrm>
              <a:custGeom>
                <a:avLst/>
                <a:gdLst>
                  <a:gd name="csX0" fmla="*/ 0 w 274471"/>
                  <a:gd name="csY0" fmla="*/ 804755 h 804755"/>
                  <a:gd name="csX1" fmla="*/ 274471 w 274471"/>
                  <a:gd name="csY1" fmla="*/ 804755 h 804755"/>
                  <a:gd name="csX2" fmla="*/ 274471 w 274471"/>
                  <a:gd name="csY2" fmla="*/ 0 h 804755"/>
                  <a:gd name="csX3" fmla="*/ 0 w 274471"/>
                  <a:gd name="csY3" fmla="*/ 0 h 804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804755">
                    <a:moveTo>
                      <a:pt x="0" y="804755"/>
                    </a:moveTo>
                    <a:lnTo>
                      <a:pt x="274471" y="804755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24" name="任意多边形: 形状 123"/>
              <p:cNvSpPr/>
              <p:nvPr/>
            </p:nvSpPr>
            <p:spPr>
              <a:xfrm>
                <a:off x="23558811" y="43319939"/>
                <a:ext cx="274472" cy="838896"/>
              </a:xfrm>
              <a:custGeom>
                <a:avLst/>
                <a:gdLst>
                  <a:gd name="csX0" fmla="*/ 0 w 274472"/>
                  <a:gd name="csY0" fmla="*/ 838897 h 838896"/>
                  <a:gd name="csX1" fmla="*/ 274473 w 274472"/>
                  <a:gd name="csY1" fmla="*/ 838897 h 838896"/>
                  <a:gd name="csX2" fmla="*/ 274473 w 274472"/>
                  <a:gd name="csY2" fmla="*/ 0 h 838896"/>
                  <a:gd name="csX3" fmla="*/ 0 w 274472"/>
                  <a:gd name="csY3" fmla="*/ 0 h 8388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838896">
                    <a:moveTo>
                      <a:pt x="0" y="838897"/>
                    </a:moveTo>
                    <a:lnTo>
                      <a:pt x="274473" y="838897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25" name="任意多边形: 形状 124"/>
              <p:cNvSpPr/>
              <p:nvPr/>
            </p:nvSpPr>
            <p:spPr>
              <a:xfrm>
                <a:off x="23833283" y="43493084"/>
                <a:ext cx="274471" cy="665752"/>
              </a:xfrm>
              <a:custGeom>
                <a:avLst/>
                <a:gdLst>
                  <a:gd name="csX0" fmla="*/ 0 w 274471"/>
                  <a:gd name="csY0" fmla="*/ 665752 h 665752"/>
                  <a:gd name="csX1" fmla="*/ 274471 w 274471"/>
                  <a:gd name="csY1" fmla="*/ 665752 h 665752"/>
                  <a:gd name="csX2" fmla="*/ 274471 w 274471"/>
                  <a:gd name="csY2" fmla="*/ 0 h 665752"/>
                  <a:gd name="csX3" fmla="*/ 0 w 274471"/>
                  <a:gd name="csY3" fmla="*/ 0 h 6657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665752">
                    <a:moveTo>
                      <a:pt x="0" y="665752"/>
                    </a:moveTo>
                    <a:lnTo>
                      <a:pt x="274471" y="665752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27" name="任意多边形: 形状 126"/>
              <p:cNvSpPr/>
              <p:nvPr/>
            </p:nvSpPr>
            <p:spPr>
              <a:xfrm>
                <a:off x="24107755" y="43639403"/>
                <a:ext cx="274471" cy="519432"/>
              </a:xfrm>
              <a:custGeom>
                <a:avLst/>
                <a:gdLst>
                  <a:gd name="csX0" fmla="*/ 0 w 274471"/>
                  <a:gd name="csY0" fmla="*/ 519433 h 519432"/>
                  <a:gd name="csX1" fmla="*/ 274471 w 274471"/>
                  <a:gd name="csY1" fmla="*/ 519433 h 519432"/>
                  <a:gd name="csX2" fmla="*/ 274471 w 274471"/>
                  <a:gd name="csY2" fmla="*/ 0 h 519432"/>
                  <a:gd name="csX3" fmla="*/ 0 w 274471"/>
                  <a:gd name="csY3" fmla="*/ 0 h 519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519432">
                    <a:moveTo>
                      <a:pt x="0" y="519433"/>
                    </a:moveTo>
                    <a:lnTo>
                      <a:pt x="274471" y="51943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28" name="任意多边形: 形状 127"/>
              <p:cNvSpPr/>
              <p:nvPr/>
            </p:nvSpPr>
            <p:spPr>
              <a:xfrm>
                <a:off x="24382226" y="43824740"/>
                <a:ext cx="274471" cy="334095"/>
              </a:xfrm>
              <a:custGeom>
                <a:avLst/>
                <a:gdLst>
                  <a:gd name="csX0" fmla="*/ 0 w 274471"/>
                  <a:gd name="csY0" fmla="*/ 334096 h 334095"/>
                  <a:gd name="csX1" fmla="*/ 274471 w 274471"/>
                  <a:gd name="csY1" fmla="*/ 334096 h 334095"/>
                  <a:gd name="csX2" fmla="*/ 274471 w 274471"/>
                  <a:gd name="csY2" fmla="*/ 0 h 334095"/>
                  <a:gd name="csX3" fmla="*/ 0 w 274471"/>
                  <a:gd name="csY3" fmla="*/ 0 h 3340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334095">
                    <a:moveTo>
                      <a:pt x="0" y="334096"/>
                    </a:moveTo>
                    <a:lnTo>
                      <a:pt x="274471" y="334096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  <p:sp>
            <p:nvSpPr>
              <p:cNvPr id="129" name="任意多边形: 形状 128"/>
              <p:cNvSpPr/>
              <p:nvPr/>
            </p:nvSpPr>
            <p:spPr>
              <a:xfrm>
                <a:off x="24656698" y="43983254"/>
                <a:ext cx="274471" cy="175582"/>
              </a:xfrm>
              <a:custGeom>
                <a:avLst/>
                <a:gdLst>
                  <a:gd name="csX0" fmla="*/ 0 w 274471"/>
                  <a:gd name="csY0" fmla="*/ 175583 h 175582"/>
                  <a:gd name="csX1" fmla="*/ 274471 w 274471"/>
                  <a:gd name="csY1" fmla="*/ 175583 h 175582"/>
                  <a:gd name="csX2" fmla="*/ 274471 w 274471"/>
                  <a:gd name="csY2" fmla="*/ 0 h 175582"/>
                  <a:gd name="csX3" fmla="*/ 0 w 274471"/>
                  <a:gd name="csY3" fmla="*/ 0 h 175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1" h="175582">
                    <a:moveTo>
                      <a:pt x="0" y="175583"/>
                    </a:moveTo>
                    <a:lnTo>
                      <a:pt x="274471" y="175583"/>
                    </a:lnTo>
                    <a:lnTo>
                      <a:pt x="27447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CAF50">
                  <a:alpha val="70000"/>
                </a:srgbClr>
              </a:solidFill>
              <a:ln w="101600" cap="flat">
                <a:solidFill>
                  <a:schemeClr val="tx1">
                    <a:alpha val="70000"/>
                  </a:schemeClr>
                </a:solidFill>
                <a:prstDash val="solid"/>
                <a:miter/>
              </a:ln>
            </p:spPr>
          </p:sp>
        </p:grpSp>
        <p:grpSp>
          <p:nvGrpSpPr>
            <p:cNvPr id="24" name="组合 23"/>
            <p:cNvGrpSpPr/>
            <p:nvPr/>
          </p:nvGrpSpPr>
          <p:grpSpPr>
            <a:xfrm>
              <a:off x="8440" y="90356"/>
              <a:ext cx="31400" cy="566"/>
              <a:chOff x="6286022" y="44158835"/>
              <a:chExt cx="19681432" cy="360000"/>
            </a:xfrm>
          </p:grpSpPr>
          <p:sp>
            <p:nvSpPr>
              <p:cNvPr id="39" name="任意多边形: 形状 38"/>
              <p:cNvSpPr/>
              <p:nvPr/>
            </p:nvSpPr>
            <p:spPr>
              <a:xfrm>
                <a:off x="6286022" y="44158835"/>
                <a:ext cx="0" cy="360000"/>
              </a:xfrm>
              <a:custGeom>
                <a:avLst/>
                <a:gdLst>
                  <a:gd name="csX0" fmla="*/ 37 w 43943"/>
                  <a:gd name="csY0" fmla="*/ 315 h 153795"/>
                  <a:gd name="csX1" fmla="*/ 37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37" y="315"/>
                    </a:moveTo>
                    <a:lnTo>
                      <a:pt x="37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0" name="任意多边形: 形状 39"/>
              <p:cNvSpPr/>
              <p:nvPr/>
            </p:nvSpPr>
            <p:spPr>
              <a:xfrm>
                <a:off x="10222308" y="44158835"/>
                <a:ext cx="0" cy="360000"/>
              </a:xfrm>
              <a:custGeom>
                <a:avLst/>
                <a:gdLst>
                  <a:gd name="csX0" fmla="*/ 126 w 43943"/>
                  <a:gd name="csY0" fmla="*/ 315 h 153795"/>
                  <a:gd name="csX1" fmla="*/ 126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126" y="315"/>
                    </a:moveTo>
                    <a:lnTo>
                      <a:pt x="126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1" name="任意多边形: 形状 40"/>
              <p:cNvSpPr/>
              <p:nvPr/>
            </p:nvSpPr>
            <p:spPr>
              <a:xfrm>
                <a:off x="14158595" y="44158835"/>
                <a:ext cx="0" cy="360000"/>
              </a:xfrm>
              <a:custGeom>
                <a:avLst/>
                <a:gdLst>
                  <a:gd name="csX0" fmla="*/ 216 w 43943"/>
                  <a:gd name="csY0" fmla="*/ 315 h 153795"/>
                  <a:gd name="csX1" fmla="*/ 216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216" y="315"/>
                    </a:moveTo>
                    <a:lnTo>
                      <a:pt x="216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2" name="任意多边形: 形状 41"/>
              <p:cNvSpPr/>
              <p:nvPr/>
            </p:nvSpPr>
            <p:spPr>
              <a:xfrm>
                <a:off x="18094881" y="44158835"/>
                <a:ext cx="0" cy="360000"/>
              </a:xfrm>
              <a:custGeom>
                <a:avLst/>
                <a:gdLst>
                  <a:gd name="csX0" fmla="*/ 306 w 43943"/>
                  <a:gd name="csY0" fmla="*/ 315 h 153795"/>
                  <a:gd name="csX1" fmla="*/ 306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306" y="315"/>
                    </a:moveTo>
                    <a:lnTo>
                      <a:pt x="306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3" name="任意多边形: 形状 42"/>
              <p:cNvSpPr/>
              <p:nvPr/>
            </p:nvSpPr>
            <p:spPr>
              <a:xfrm>
                <a:off x="22031167" y="44158835"/>
                <a:ext cx="0" cy="360000"/>
              </a:xfrm>
              <a:custGeom>
                <a:avLst/>
                <a:gdLst>
                  <a:gd name="csX0" fmla="*/ 395 w 43943"/>
                  <a:gd name="csY0" fmla="*/ 315 h 153795"/>
                  <a:gd name="csX1" fmla="*/ 395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395" y="315"/>
                    </a:moveTo>
                    <a:lnTo>
                      <a:pt x="395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44" name="任意多边形: 形状 43"/>
              <p:cNvSpPr/>
              <p:nvPr/>
            </p:nvSpPr>
            <p:spPr>
              <a:xfrm>
                <a:off x="25967454" y="44158835"/>
                <a:ext cx="0" cy="360000"/>
              </a:xfrm>
              <a:custGeom>
                <a:avLst/>
                <a:gdLst>
                  <a:gd name="csX0" fmla="*/ 485 w 43943"/>
                  <a:gd name="csY0" fmla="*/ 315 h 153795"/>
                  <a:gd name="csX1" fmla="*/ 485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485" y="315"/>
                    </a:moveTo>
                    <a:lnTo>
                      <a:pt x="485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sp>
          <p:nvSpPr>
            <p:cNvPr id="25" name="任意多边形: 形状 24"/>
            <p:cNvSpPr/>
            <p:nvPr/>
          </p:nvSpPr>
          <p:spPr>
            <a:xfrm>
              <a:off x="8440" y="86561"/>
              <a:ext cx="31400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26" name="任意多边形: 形状 25"/>
            <p:cNvSpPr/>
            <p:nvPr/>
          </p:nvSpPr>
          <p:spPr>
            <a:xfrm>
              <a:off x="8440" y="82767"/>
              <a:ext cx="31400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27" name="任意多边形: 形状 26"/>
            <p:cNvSpPr/>
            <p:nvPr/>
          </p:nvSpPr>
          <p:spPr>
            <a:xfrm>
              <a:off x="8440" y="78973"/>
              <a:ext cx="31400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任意多边形: 形状 27"/>
            <p:cNvSpPr/>
            <p:nvPr/>
          </p:nvSpPr>
          <p:spPr>
            <a:xfrm>
              <a:off x="8440" y="75179"/>
              <a:ext cx="31400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grpSp>
          <p:nvGrpSpPr>
            <p:cNvPr id="29" name="组合 28"/>
            <p:cNvGrpSpPr/>
            <p:nvPr/>
          </p:nvGrpSpPr>
          <p:grpSpPr>
            <a:xfrm>
              <a:off x="7866" y="75179"/>
              <a:ext cx="574" cy="15177"/>
              <a:chOff x="4951120" y="34506880"/>
              <a:chExt cx="360000" cy="9651956"/>
            </a:xfrm>
          </p:grpSpPr>
          <p:sp>
            <p:nvSpPr>
              <p:cNvPr id="34" name="任意多边形: 形状 33"/>
              <p:cNvSpPr/>
              <p:nvPr/>
            </p:nvSpPr>
            <p:spPr>
              <a:xfrm>
                <a:off x="4951120" y="44158836"/>
                <a:ext cx="360000" cy="0"/>
              </a:xfrm>
              <a:custGeom>
                <a:avLst/>
                <a:gdLst>
                  <a:gd name="csX0" fmla="*/ 153839 w 153802"/>
                  <a:gd name="csY0" fmla="*/ 315 h 43941"/>
                  <a:gd name="csX1" fmla="*/ 37 w 153802"/>
                  <a:gd name="csY1" fmla="*/ 315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3839" y="315"/>
                    </a:moveTo>
                    <a:lnTo>
                      <a:pt x="37" y="31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5" name="任意多边形: 形状 34"/>
              <p:cNvSpPr/>
              <p:nvPr/>
            </p:nvSpPr>
            <p:spPr>
              <a:xfrm>
                <a:off x="4951120" y="41745847"/>
                <a:ext cx="360000" cy="0"/>
              </a:xfrm>
              <a:custGeom>
                <a:avLst/>
                <a:gdLst>
                  <a:gd name="csX0" fmla="*/ 153839 w 153802"/>
                  <a:gd name="csY0" fmla="*/ 260 h 43941"/>
                  <a:gd name="csX1" fmla="*/ 37 w 153802"/>
                  <a:gd name="csY1" fmla="*/ 260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3839" y="260"/>
                    </a:moveTo>
                    <a:lnTo>
                      <a:pt x="37" y="26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6" name="任意多边形: 形状 35"/>
              <p:cNvSpPr/>
              <p:nvPr/>
            </p:nvSpPr>
            <p:spPr>
              <a:xfrm>
                <a:off x="4951120" y="39332858"/>
                <a:ext cx="360000" cy="0"/>
              </a:xfrm>
              <a:custGeom>
                <a:avLst/>
                <a:gdLst>
                  <a:gd name="csX0" fmla="*/ 153839 w 153802"/>
                  <a:gd name="csY0" fmla="*/ 205 h 43941"/>
                  <a:gd name="csX1" fmla="*/ 37 w 153802"/>
                  <a:gd name="csY1" fmla="*/ 205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3839" y="205"/>
                    </a:moveTo>
                    <a:lnTo>
                      <a:pt x="37" y="20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7" name="任意多边形: 形状 36"/>
              <p:cNvSpPr/>
              <p:nvPr/>
            </p:nvSpPr>
            <p:spPr>
              <a:xfrm>
                <a:off x="4951120" y="36919869"/>
                <a:ext cx="360000" cy="0"/>
              </a:xfrm>
              <a:custGeom>
                <a:avLst/>
                <a:gdLst>
                  <a:gd name="csX0" fmla="*/ 153839 w 153802"/>
                  <a:gd name="csY0" fmla="*/ 150 h 43941"/>
                  <a:gd name="csX1" fmla="*/ 37 w 153802"/>
                  <a:gd name="csY1" fmla="*/ 150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3839" y="150"/>
                    </a:moveTo>
                    <a:lnTo>
                      <a:pt x="37" y="15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38" name="任意多边形: 形状 37"/>
              <p:cNvSpPr/>
              <p:nvPr/>
            </p:nvSpPr>
            <p:spPr>
              <a:xfrm>
                <a:off x="4951120" y="34506880"/>
                <a:ext cx="360000" cy="0"/>
              </a:xfrm>
              <a:custGeom>
                <a:avLst/>
                <a:gdLst>
                  <a:gd name="csX0" fmla="*/ 153839 w 153802"/>
                  <a:gd name="csY0" fmla="*/ 95 h 43941"/>
                  <a:gd name="csX1" fmla="*/ 37 w 153802"/>
                  <a:gd name="csY1" fmla="*/ 95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3839" y="95"/>
                    </a:moveTo>
                    <a:lnTo>
                      <a:pt x="37" y="9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</p:grpSp>
        <p:sp>
          <p:nvSpPr>
            <p:cNvPr id="30" name="任意多边形: 形状 29"/>
            <p:cNvSpPr/>
            <p:nvPr/>
          </p:nvSpPr>
          <p:spPr>
            <a:xfrm>
              <a:off x="24848" y="72270"/>
              <a:ext cx="0" cy="18086"/>
            </a:xfrm>
            <a:custGeom>
              <a:avLst/>
              <a:gdLst>
                <a:gd name="csX0" fmla="*/ 0 w 43943"/>
                <a:gd name="csY0" fmla="*/ 11502147 h 11502146"/>
                <a:gd name="csX1" fmla="*/ 0 w 43943"/>
                <a:gd name="csY1" fmla="*/ 0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1502146">
                  <a:moveTo>
                    <a:pt x="0" y="11502147"/>
                  </a:moveTo>
                  <a:lnTo>
                    <a:pt x="0" y="0"/>
                  </a:lnTo>
                </a:path>
              </a:pathLst>
            </a:custGeom>
            <a:noFill/>
            <a:ln w="101600" cap="flat">
              <a:solidFill>
                <a:srgbClr val="F44336"/>
              </a:solidFill>
              <a:prstDash val="sysDash"/>
              <a:round/>
            </a:ln>
          </p:spPr>
        </p:sp>
        <p:sp>
          <p:nvSpPr>
            <p:cNvPr id="31" name="任意多边形: 形状 30"/>
            <p:cNvSpPr/>
            <p:nvPr/>
          </p:nvSpPr>
          <p:spPr>
            <a:xfrm>
              <a:off x="23649" y="72270"/>
              <a:ext cx="0" cy="18086"/>
            </a:xfrm>
            <a:custGeom>
              <a:avLst/>
              <a:gdLst>
                <a:gd name="csX0" fmla="*/ 0 w 43943"/>
                <a:gd name="csY0" fmla="*/ 11502147 h 11502146"/>
                <a:gd name="csX1" fmla="*/ 0 w 43943"/>
                <a:gd name="csY1" fmla="*/ 0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1502146">
                  <a:moveTo>
                    <a:pt x="0" y="11502147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70AD47"/>
              </a:solidFill>
              <a:prstDash val="solid"/>
              <a:round/>
            </a:ln>
          </p:spPr>
        </p:sp>
        <p:sp>
          <p:nvSpPr>
            <p:cNvPr id="32" name="任意多边形: 形状 31"/>
            <p:cNvSpPr/>
            <p:nvPr/>
          </p:nvSpPr>
          <p:spPr>
            <a:xfrm>
              <a:off x="8440" y="72270"/>
              <a:ext cx="0" cy="18086"/>
            </a:xfrm>
            <a:custGeom>
              <a:avLst/>
              <a:gdLst>
                <a:gd name="csX0" fmla="*/ 0 w 43943"/>
                <a:gd name="csY0" fmla="*/ 11502147 h 11502146"/>
                <a:gd name="csX1" fmla="*/ 0 w 43943"/>
                <a:gd name="csY1" fmla="*/ 0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1502146">
                  <a:moveTo>
                    <a:pt x="0" y="11502147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sp>
          <p:nvSpPr>
            <p:cNvPr id="33" name="任意多边形: 形状 32"/>
            <p:cNvSpPr/>
            <p:nvPr/>
          </p:nvSpPr>
          <p:spPr>
            <a:xfrm>
              <a:off x="8440" y="90356"/>
              <a:ext cx="31400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chemeClr val="tx1"/>
              </a:solidFill>
              <a:prstDash val="solid"/>
              <a:miter/>
            </a:ln>
          </p:spPr>
        </p:sp>
        <p:grpSp>
          <p:nvGrpSpPr>
            <p:cNvPr id="197" name="组合 196"/>
            <p:cNvGrpSpPr/>
            <p:nvPr/>
          </p:nvGrpSpPr>
          <p:grpSpPr>
            <a:xfrm>
              <a:off x="2599" y="74009"/>
              <a:ext cx="4213" cy="17578"/>
              <a:chOff x="4939" y="72785"/>
              <a:chExt cx="4213" cy="17578"/>
            </a:xfrm>
          </p:grpSpPr>
          <p:sp>
            <p:nvSpPr>
              <p:cNvPr id="522" name="文本框 521"/>
              <p:cNvSpPr txBox="1"/>
              <p:nvPr/>
            </p:nvSpPr>
            <p:spPr>
              <a:xfrm>
                <a:off x="5073" y="88085"/>
                <a:ext cx="4079" cy="2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2" name="文本框 191"/>
              <p:cNvSpPr txBox="1"/>
              <p:nvPr/>
            </p:nvSpPr>
            <p:spPr>
              <a:xfrm>
                <a:off x="4939" y="84310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5017" y="80385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4" name="文本框 193"/>
              <p:cNvSpPr txBox="1"/>
              <p:nvPr/>
            </p:nvSpPr>
            <p:spPr>
              <a:xfrm>
                <a:off x="5017" y="76585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5025" y="72785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96" name="矩形 195"/>
            <p:cNvSpPr/>
            <p:nvPr/>
          </p:nvSpPr>
          <p:spPr>
            <a:xfrm rot="16200000">
              <a:off x="-463" y="78909"/>
              <a:ext cx="8440" cy="18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Density</a:t>
              </a:r>
              <a:endParaRPr lang="zh-CN" altLang="en-US" sz="88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17" name="组合 216"/>
            <p:cNvGrpSpPr/>
            <p:nvPr/>
          </p:nvGrpSpPr>
          <p:grpSpPr>
            <a:xfrm>
              <a:off x="4712" y="90862"/>
              <a:ext cx="36401" cy="2278"/>
              <a:chOff x="4712" y="89638"/>
              <a:chExt cx="36401" cy="2278"/>
            </a:xfrm>
          </p:grpSpPr>
          <p:sp>
            <p:nvSpPr>
              <p:cNvPr id="210" name="文本框 209"/>
              <p:cNvSpPr txBox="1"/>
              <p:nvPr/>
            </p:nvSpPr>
            <p:spPr>
              <a:xfrm>
                <a:off x="4712" y="89638"/>
                <a:ext cx="4296" cy="2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1" name="文本框 210"/>
              <p:cNvSpPr txBox="1"/>
              <p:nvPr/>
            </p:nvSpPr>
            <p:spPr>
              <a:xfrm>
                <a:off x="11133" y="89640"/>
                <a:ext cx="4296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0.2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23975" y="89640"/>
                <a:ext cx="4296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0.6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4" name="文本框 213"/>
              <p:cNvSpPr txBox="1"/>
              <p:nvPr/>
            </p:nvSpPr>
            <p:spPr>
              <a:xfrm>
                <a:off x="30396" y="89640"/>
                <a:ext cx="4296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0.8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36817" y="89640"/>
                <a:ext cx="4296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1.0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6" name="文本框 215"/>
              <p:cNvSpPr txBox="1"/>
              <p:nvPr/>
            </p:nvSpPr>
            <p:spPr>
              <a:xfrm>
                <a:off x="17554" y="89640"/>
                <a:ext cx="4296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0.4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229" name="组合 228"/>
          <p:cNvGrpSpPr/>
          <p:nvPr/>
        </p:nvGrpSpPr>
        <p:grpSpPr>
          <a:xfrm>
            <a:off x="26271220" y="45568236"/>
            <a:ext cx="23361015" cy="11340680"/>
            <a:chOff x="41372" y="71017"/>
            <a:chExt cx="36789" cy="20899"/>
          </a:xfrm>
        </p:grpSpPr>
        <p:sp>
          <p:nvSpPr>
            <p:cNvPr id="136" name="任意多边形: 形状 135"/>
            <p:cNvSpPr/>
            <p:nvPr/>
          </p:nvSpPr>
          <p:spPr>
            <a:xfrm>
              <a:off x="46489" y="71017"/>
              <a:ext cx="30994" cy="18114"/>
            </a:xfrm>
            <a:custGeom>
              <a:avLst/>
              <a:gdLst>
                <a:gd name="csX0" fmla="*/ 0 w 19681431"/>
                <a:gd name="csY0" fmla="*/ 11502147 h 11502146"/>
                <a:gd name="csX1" fmla="*/ 19681432 w 19681431"/>
                <a:gd name="csY1" fmla="*/ 11502147 h 11502146"/>
                <a:gd name="csX2" fmla="*/ 19681432 w 19681431"/>
                <a:gd name="csY2" fmla="*/ 0 h 11502146"/>
                <a:gd name="csX3" fmla="*/ 0 w 19681431"/>
                <a:gd name="csY3" fmla="*/ 0 h 11502146"/>
                <a:gd name="csX4" fmla="*/ 0 w 19681431"/>
                <a:gd name="csY4" fmla="*/ 11502147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681431" h="11502146">
                  <a:moveTo>
                    <a:pt x="0" y="11502147"/>
                  </a:moveTo>
                  <a:lnTo>
                    <a:pt x="19681432" y="11502147"/>
                  </a:lnTo>
                  <a:lnTo>
                    <a:pt x="19681432" y="0"/>
                  </a:lnTo>
                  <a:lnTo>
                    <a:pt x="0" y="0"/>
                  </a:lnTo>
                  <a:lnTo>
                    <a:pt x="0" y="11502147"/>
                  </a:lnTo>
                  <a:close/>
                </a:path>
              </a:pathLst>
            </a:custGeom>
            <a:noFill/>
            <a:ln w="43935" cap="flat">
              <a:noFill/>
              <a:prstDash val="solid"/>
              <a:round/>
            </a:ln>
          </p:spPr>
        </p:sp>
        <p:grpSp>
          <p:nvGrpSpPr>
            <p:cNvPr id="141" name="组合 140"/>
            <p:cNvGrpSpPr/>
            <p:nvPr/>
          </p:nvGrpSpPr>
          <p:grpSpPr>
            <a:xfrm>
              <a:off x="54239" y="71880"/>
              <a:ext cx="21612" cy="17251"/>
              <a:chOff x="33094104" y="33204411"/>
              <a:chExt cx="13723584" cy="10954425"/>
            </a:xfrm>
          </p:grpSpPr>
          <p:sp>
            <p:nvSpPr>
              <p:cNvPr id="2034" name="任意多边形: 形状 2033"/>
              <p:cNvSpPr/>
              <p:nvPr/>
            </p:nvSpPr>
            <p:spPr>
              <a:xfrm>
                <a:off x="33094104" y="42846842"/>
                <a:ext cx="274472" cy="1311994"/>
              </a:xfrm>
              <a:custGeom>
                <a:avLst/>
                <a:gdLst>
                  <a:gd name="csX0" fmla="*/ 0 w 274472"/>
                  <a:gd name="csY0" fmla="*/ 1311994 h 1311994"/>
                  <a:gd name="csX1" fmla="*/ 274473 w 274472"/>
                  <a:gd name="csY1" fmla="*/ 1311994 h 1311994"/>
                  <a:gd name="csX2" fmla="*/ 274473 w 274472"/>
                  <a:gd name="csY2" fmla="*/ 0 h 1311994"/>
                  <a:gd name="csX3" fmla="*/ 0 w 274472"/>
                  <a:gd name="csY3" fmla="*/ 0 h 13119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11994">
                    <a:moveTo>
                      <a:pt x="0" y="1311994"/>
                    </a:moveTo>
                    <a:lnTo>
                      <a:pt x="274473" y="131199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42" name="任意多边形: 形状 2041"/>
              <p:cNvSpPr/>
              <p:nvPr/>
            </p:nvSpPr>
            <p:spPr>
              <a:xfrm>
                <a:off x="33368577" y="42381058"/>
                <a:ext cx="274470" cy="1777777"/>
              </a:xfrm>
              <a:custGeom>
                <a:avLst/>
                <a:gdLst>
                  <a:gd name="csX0" fmla="*/ 0 w 274470"/>
                  <a:gd name="csY0" fmla="*/ 1777778 h 1777777"/>
                  <a:gd name="csX1" fmla="*/ 274470 w 274470"/>
                  <a:gd name="csY1" fmla="*/ 1777778 h 1777777"/>
                  <a:gd name="csX2" fmla="*/ 274470 w 274470"/>
                  <a:gd name="csY2" fmla="*/ 0 h 1777777"/>
                  <a:gd name="csX3" fmla="*/ 0 w 274470"/>
                  <a:gd name="csY3" fmla="*/ 0 h 17777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777777">
                    <a:moveTo>
                      <a:pt x="0" y="1777778"/>
                    </a:moveTo>
                    <a:lnTo>
                      <a:pt x="274470" y="1777778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43" name="任意多边形: 形状 2042"/>
              <p:cNvSpPr/>
              <p:nvPr/>
            </p:nvSpPr>
            <p:spPr>
              <a:xfrm>
                <a:off x="33643047" y="40274063"/>
                <a:ext cx="274472" cy="3884772"/>
              </a:xfrm>
              <a:custGeom>
                <a:avLst/>
                <a:gdLst>
                  <a:gd name="csX0" fmla="*/ 0 w 274472"/>
                  <a:gd name="csY0" fmla="*/ 3884773 h 3884772"/>
                  <a:gd name="csX1" fmla="*/ 274473 w 274472"/>
                  <a:gd name="csY1" fmla="*/ 3884773 h 3884772"/>
                  <a:gd name="csX2" fmla="*/ 274473 w 274472"/>
                  <a:gd name="csY2" fmla="*/ 0 h 3884772"/>
                  <a:gd name="csX3" fmla="*/ 0 w 274472"/>
                  <a:gd name="csY3" fmla="*/ 0 h 38847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3884772">
                    <a:moveTo>
                      <a:pt x="0" y="3884773"/>
                    </a:moveTo>
                    <a:lnTo>
                      <a:pt x="274473" y="388477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44" name="任意多边形: 形状 2043"/>
              <p:cNvSpPr/>
              <p:nvPr/>
            </p:nvSpPr>
            <p:spPr>
              <a:xfrm>
                <a:off x="33917519" y="42178651"/>
                <a:ext cx="274472" cy="1980185"/>
              </a:xfrm>
              <a:custGeom>
                <a:avLst/>
                <a:gdLst>
                  <a:gd name="csX0" fmla="*/ 0 w 274472"/>
                  <a:gd name="csY0" fmla="*/ 1980186 h 1980185"/>
                  <a:gd name="csX1" fmla="*/ 274473 w 274472"/>
                  <a:gd name="csY1" fmla="*/ 1980186 h 1980185"/>
                  <a:gd name="csX2" fmla="*/ 274473 w 274472"/>
                  <a:gd name="csY2" fmla="*/ 0 h 1980185"/>
                  <a:gd name="csX3" fmla="*/ 0 w 274472"/>
                  <a:gd name="csY3" fmla="*/ 0 h 19801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980185">
                    <a:moveTo>
                      <a:pt x="0" y="1980186"/>
                    </a:moveTo>
                    <a:lnTo>
                      <a:pt x="274473" y="198018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46" name="任意多边形: 形状 2045"/>
              <p:cNvSpPr/>
              <p:nvPr/>
            </p:nvSpPr>
            <p:spPr>
              <a:xfrm>
                <a:off x="34191992" y="41946978"/>
                <a:ext cx="274470" cy="2211857"/>
              </a:xfrm>
              <a:custGeom>
                <a:avLst/>
                <a:gdLst>
                  <a:gd name="csX0" fmla="*/ 0 w 274470"/>
                  <a:gd name="csY0" fmla="*/ 2211858 h 2211857"/>
                  <a:gd name="csX1" fmla="*/ 274470 w 274470"/>
                  <a:gd name="csY1" fmla="*/ 2211858 h 2211857"/>
                  <a:gd name="csX2" fmla="*/ 274470 w 274470"/>
                  <a:gd name="csY2" fmla="*/ 0 h 2211857"/>
                  <a:gd name="csX3" fmla="*/ 0 w 274470"/>
                  <a:gd name="csY3" fmla="*/ 0 h 22118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211857">
                    <a:moveTo>
                      <a:pt x="0" y="2211858"/>
                    </a:moveTo>
                    <a:lnTo>
                      <a:pt x="274470" y="2211858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47" name="任意多边形: 形状 2046"/>
              <p:cNvSpPr/>
              <p:nvPr/>
            </p:nvSpPr>
            <p:spPr>
              <a:xfrm>
                <a:off x="34466462" y="42185967"/>
                <a:ext cx="274472" cy="1972869"/>
              </a:xfrm>
              <a:custGeom>
                <a:avLst/>
                <a:gdLst>
                  <a:gd name="csX0" fmla="*/ 0 w 274472"/>
                  <a:gd name="csY0" fmla="*/ 1972869 h 1972869"/>
                  <a:gd name="csX1" fmla="*/ 274473 w 274472"/>
                  <a:gd name="csY1" fmla="*/ 1972869 h 1972869"/>
                  <a:gd name="csX2" fmla="*/ 274473 w 274472"/>
                  <a:gd name="csY2" fmla="*/ 0 h 1972869"/>
                  <a:gd name="csX3" fmla="*/ 0 w 274472"/>
                  <a:gd name="csY3" fmla="*/ 0 h 197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972869">
                    <a:moveTo>
                      <a:pt x="0" y="1972869"/>
                    </a:moveTo>
                    <a:lnTo>
                      <a:pt x="274473" y="1972869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56" name="任意多边形: 形状 2055"/>
              <p:cNvSpPr/>
              <p:nvPr/>
            </p:nvSpPr>
            <p:spPr>
              <a:xfrm>
                <a:off x="34740935" y="41327561"/>
                <a:ext cx="274470" cy="2831274"/>
              </a:xfrm>
              <a:custGeom>
                <a:avLst/>
                <a:gdLst>
                  <a:gd name="csX0" fmla="*/ 0 w 274470"/>
                  <a:gd name="csY0" fmla="*/ 2831275 h 2831274"/>
                  <a:gd name="csX1" fmla="*/ 274470 w 274470"/>
                  <a:gd name="csY1" fmla="*/ 2831275 h 2831274"/>
                  <a:gd name="csX2" fmla="*/ 274470 w 274470"/>
                  <a:gd name="csY2" fmla="*/ 0 h 2831274"/>
                  <a:gd name="csX3" fmla="*/ 0 w 274470"/>
                  <a:gd name="csY3" fmla="*/ 0 h 2831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831274">
                    <a:moveTo>
                      <a:pt x="0" y="2831275"/>
                    </a:moveTo>
                    <a:lnTo>
                      <a:pt x="274470" y="2831275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57" name="任意多边形: 形状 2056"/>
              <p:cNvSpPr/>
              <p:nvPr/>
            </p:nvSpPr>
            <p:spPr>
              <a:xfrm>
                <a:off x="35015405" y="42054279"/>
                <a:ext cx="274472" cy="2104557"/>
              </a:xfrm>
              <a:custGeom>
                <a:avLst/>
                <a:gdLst>
                  <a:gd name="csX0" fmla="*/ 0 w 274472"/>
                  <a:gd name="csY0" fmla="*/ 2104557 h 2104557"/>
                  <a:gd name="csX1" fmla="*/ 274473 w 274472"/>
                  <a:gd name="csY1" fmla="*/ 2104557 h 2104557"/>
                  <a:gd name="csX2" fmla="*/ 274473 w 274472"/>
                  <a:gd name="csY2" fmla="*/ 0 h 2104557"/>
                  <a:gd name="csX3" fmla="*/ 0 w 274472"/>
                  <a:gd name="csY3" fmla="*/ 0 h 2104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104557">
                    <a:moveTo>
                      <a:pt x="0" y="2104557"/>
                    </a:moveTo>
                    <a:lnTo>
                      <a:pt x="274473" y="2104557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60" name="任意多边形: 形状 2059"/>
              <p:cNvSpPr/>
              <p:nvPr/>
            </p:nvSpPr>
            <p:spPr>
              <a:xfrm>
                <a:off x="35289878" y="42544449"/>
                <a:ext cx="274470" cy="1614387"/>
              </a:xfrm>
              <a:custGeom>
                <a:avLst/>
                <a:gdLst>
                  <a:gd name="csX0" fmla="*/ 0 w 274470"/>
                  <a:gd name="csY0" fmla="*/ 1614388 h 1614387"/>
                  <a:gd name="csX1" fmla="*/ 274470 w 274470"/>
                  <a:gd name="csY1" fmla="*/ 1614388 h 1614387"/>
                  <a:gd name="csX2" fmla="*/ 274470 w 274470"/>
                  <a:gd name="csY2" fmla="*/ 0 h 1614387"/>
                  <a:gd name="csX3" fmla="*/ 0 w 274470"/>
                  <a:gd name="csY3" fmla="*/ 0 h 16143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614387">
                    <a:moveTo>
                      <a:pt x="0" y="1614388"/>
                    </a:moveTo>
                    <a:lnTo>
                      <a:pt x="274470" y="1614388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62" name="任意多边形: 形状 2061"/>
              <p:cNvSpPr/>
              <p:nvPr/>
            </p:nvSpPr>
            <p:spPr>
              <a:xfrm>
                <a:off x="35564348" y="42029893"/>
                <a:ext cx="274472" cy="2128943"/>
              </a:xfrm>
              <a:custGeom>
                <a:avLst/>
                <a:gdLst>
                  <a:gd name="csX0" fmla="*/ 0 w 274472"/>
                  <a:gd name="csY0" fmla="*/ 2128943 h 2128943"/>
                  <a:gd name="csX1" fmla="*/ 274473 w 274472"/>
                  <a:gd name="csY1" fmla="*/ 2128943 h 2128943"/>
                  <a:gd name="csX2" fmla="*/ 274473 w 274472"/>
                  <a:gd name="csY2" fmla="*/ 0 h 2128943"/>
                  <a:gd name="csX3" fmla="*/ 0 w 274472"/>
                  <a:gd name="csY3" fmla="*/ 0 h 21289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128943">
                    <a:moveTo>
                      <a:pt x="0" y="2128943"/>
                    </a:moveTo>
                    <a:lnTo>
                      <a:pt x="274473" y="212894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67" name="任意多边形: 形状 2066"/>
              <p:cNvSpPr/>
              <p:nvPr/>
            </p:nvSpPr>
            <p:spPr>
              <a:xfrm>
                <a:off x="35838821" y="33204411"/>
                <a:ext cx="274472" cy="10954425"/>
              </a:xfrm>
              <a:custGeom>
                <a:avLst/>
                <a:gdLst>
                  <a:gd name="csX0" fmla="*/ 0 w 274472"/>
                  <a:gd name="csY0" fmla="*/ 10954425 h 10954425"/>
                  <a:gd name="csX1" fmla="*/ 274473 w 274472"/>
                  <a:gd name="csY1" fmla="*/ 10954425 h 10954425"/>
                  <a:gd name="csX2" fmla="*/ 274473 w 274472"/>
                  <a:gd name="csY2" fmla="*/ 0 h 10954425"/>
                  <a:gd name="csX3" fmla="*/ 0 w 274472"/>
                  <a:gd name="csY3" fmla="*/ 0 h 109544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0954425">
                    <a:moveTo>
                      <a:pt x="0" y="10954425"/>
                    </a:moveTo>
                    <a:lnTo>
                      <a:pt x="274473" y="10954425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68" name="任意多边形: 形状 2067"/>
              <p:cNvSpPr/>
              <p:nvPr/>
            </p:nvSpPr>
            <p:spPr>
              <a:xfrm>
                <a:off x="36113294" y="42251811"/>
                <a:ext cx="274470" cy="1907025"/>
              </a:xfrm>
              <a:custGeom>
                <a:avLst/>
                <a:gdLst>
                  <a:gd name="csX0" fmla="*/ 0 w 274470"/>
                  <a:gd name="csY0" fmla="*/ 1907025 h 1907025"/>
                  <a:gd name="csX1" fmla="*/ 274470 w 274470"/>
                  <a:gd name="csY1" fmla="*/ 1907025 h 1907025"/>
                  <a:gd name="csX2" fmla="*/ 274470 w 274470"/>
                  <a:gd name="csY2" fmla="*/ 0 h 1907025"/>
                  <a:gd name="csX3" fmla="*/ 0 w 274470"/>
                  <a:gd name="csY3" fmla="*/ 0 h 19070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907025">
                    <a:moveTo>
                      <a:pt x="0" y="1907025"/>
                    </a:moveTo>
                    <a:lnTo>
                      <a:pt x="274470" y="1907025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71" name="任意多边形: 形状 2070"/>
              <p:cNvSpPr/>
              <p:nvPr/>
            </p:nvSpPr>
            <p:spPr>
              <a:xfrm>
                <a:off x="36387764" y="42627363"/>
                <a:ext cx="274472" cy="1531472"/>
              </a:xfrm>
              <a:custGeom>
                <a:avLst/>
                <a:gdLst>
                  <a:gd name="csX0" fmla="*/ 0 w 274472"/>
                  <a:gd name="csY0" fmla="*/ 1531473 h 1531472"/>
                  <a:gd name="csX1" fmla="*/ 274473 w 274472"/>
                  <a:gd name="csY1" fmla="*/ 1531473 h 1531472"/>
                  <a:gd name="csX2" fmla="*/ 274473 w 274472"/>
                  <a:gd name="csY2" fmla="*/ 0 h 1531472"/>
                  <a:gd name="csX3" fmla="*/ 0 w 274472"/>
                  <a:gd name="csY3" fmla="*/ 0 h 15314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531472">
                    <a:moveTo>
                      <a:pt x="0" y="1531473"/>
                    </a:moveTo>
                    <a:lnTo>
                      <a:pt x="274473" y="153147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81" name="任意多边形: 形状 2080"/>
              <p:cNvSpPr/>
              <p:nvPr/>
            </p:nvSpPr>
            <p:spPr>
              <a:xfrm>
                <a:off x="36662236" y="42195721"/>
                <a:ext cx="274470" cy="1963114"/>
              </a:xfrm>
              <a:custGeom>
                <a:avLst/>
                <a:gdLst>
                  <a:gd name="csX0" fmla="*/ 0 w 274470"/>
                  <a:gd name="csY0" fmla="*/ 1963115 h 1963114"/>
                  <a:gd name="csX1" fmla="*/ 274470 w 274470"/>
                  <a:gd name="csY1" fmla="*/ 1963115 h 1963114"/>
                  <a:gd name="csX2" fmla="*/ 274470 w 274470"/>
                  <a:gd name="csY2" fmla="*/ 0 h 1963114"/>
                  <a:gd name="csX3" fmla="*/ 0 w 274470"/>
                  <a:gd name="csY3" fmla="*/ 0 h 19631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963114">
                    <a:moveTo>
                      <a:pt x="0" y="1963115"/>
                    </a:moveTo>
                    <a:lnTo>
                      <a:pt x="274470" y="1963115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86" name="任意多边形: 形状 2085"/>
              <p:cNvSpPr/>
              <p:nvPr/>
            </p:nvSpPr>
            <p:spPr>
              <a:xfrm>
                <a:off x="36936706" y="42273758"/>
                <a:ext cx="274472" cy="1885078"/>
              </a:xfrm>
              <a:custGeom>
                <a:avLst/>
                <a:gdLst>
                  <a:gd name="csX0" fmla="*/ 0 w 274472"/>
                  <a:gd name="csY0" fmla="*/ 1885079 h 1885078"/>
                  <a:gd name="csX1" fmla="*/ 274473 w 274472"/>
                  <a:gd name="csY1" fmla="*/ 1885079 h 1885078"/>
                  <a:gd name="csX2" fmla="*/ 274473 w 274472"/>
                  <a:gd name="csY2" fmla="*/ 0 h 1885078"/>
                  <a:gd name="csX3" fmla="*/ 0 w 274472"/>
                  <a:gd name="csY3" fmla="*/ 0 h 18850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885078">
                    <a:moveTo>
                      <a:pt x="0" y="1885079"/>
                    </a:moveTo>
                    <a:lnTo>
                      <a:pt x="274473" y="1885079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87" name="任意多边形: 形状 2086"/>
              <p:cNvSpPr/>
              <p:nvPr/>
            </p:nvSpPr>
            <p:spPr>
              <a:xfrm>
                <a:off x="37211179" y="42398129"/>
                <a:ext cx="274472" cy="1760707"/>
              </a:xfrm>
              <a:custGeom>
                <a:avLst/>
                <a:gdLst>
                  <a:gd name="csX0" fmla="*/ 0 w 274472"/>
                  <a:gd name="csY0" fmla="*/ 1760707 h 1760707"/>
                  <a:gd name="csX1" fmla="*/ 274473 w 274472"/>
                  <a:gd name="csY1" fmla="*/ 1760707 h 1760707"/>
                  <a:gd name="csX2" fmla="*/ 274473 w 274472"/>
                  <a:gd name="csY2" fmla="*/ 0 h 1760707"/>
                  <a:gd name="csX3" fmla="*/ 0 w 274472"/>
                  <a:gd name="csY3" fmla="*/ 0 h 17607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760707">
                    <a:moveTo>
                      <a:pt x="0" y="1760707"/>
                    </a:moveTo>
                    <a:lnTo>
                      <a:pt x="274473" y="1760707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88" name="任意多边形: 形状 2087"/>
              <p:cNvSpPr/>
              <p:nvPr/>
            </p:nvSpPr>
            <p:spPr>
              <a:xfrm>
                <a:off x="37485652" y="42351795"/>
                <a:ext cx="274470" cy="1807040"/>
              </a:xfrm>
              <a:custGeom>
                <a:avLst/>
                <a:gdLst>
                  <a:gd name="csX0" fmla="*/ 0 w 274470"/>
                  <a:gd name="csY0" fmla="*/ 1807041 h 1807040"/>
                  <a:gd name="csX1" fmla="*/ 274470 w 274470"/>
                  <a:gd name="csY1" fmla="*/ 1807041 h 1807040"/>
                  <a:gd name="csX2" fmla="*/ 274470 w 274470"/>
                  <a:gd name="csY2" fmla="*/ 0 h 1807040"/>
                  <a:gd name="csX3" fmla="*/ 0 w 274470"/>
                  <a:gd name="csY3" fmla="*/ 0 h 18070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807040">
                    <a:moveTo>
                      <a:pt x="0" y="1807041"/>
                    </a:moveTo>
                    <a:lnTo>
                      <a:pt x="274470" y="180704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89" name="任意多边形: 形状 2088"/>
              <p:cNvSpPr/>
              <p:nvPr/>
            </p:nvSpPr>
            <p:spPr>
              <a:xfrm>
                <a:off x="37760122" y="42098175"/>
                <a:ext cx="274472" cy="2060661"/>
              </a:xfrm>
              <a:custGeom>
                <a:avLst/>
                <a:gdLst>
                  <a:gd name="csX0" fmla="*/ 0 w 274472"/>
                  <a:gd name="csY0" fmla="*/ 2060661 h 2060661"/>
                  <a:gd name="csX1" fmla="*/ 274473 w 274472"/>
                  <a:gd name="csY1" fmla="*/ 2060661 h 2060661"/>
                  <a:gd name="csX2" fmla="*/ 274473 w 274472"/>
                  <a:gd name="csY2" fmla="*/ 0 h 2060661"/>
                  <a:gd name="csX3" fmla="*/ 0 w 274472"/>
                  <a:gd name="csY3" fmla="*/ 0 h 20606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060661">
                    <a:moveTo>
                      <a:pt x="0" y="2060661"/>
                    </a:moveTo>
                    <a:lnTo>
                      <a:pt x="274473" y="2060661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0" name="任意多边形: 形状 2089"/>
              <p:cNvSpPr/>
              <p:nvPr/>
            </p:nvSpPr>
            <p:spPr>
              <a:xfrm>
                <a:off x="38034595" y="42185967"/>
                <a:ext cx="274470" cy="1972869"/>
              </a:xfrm>
              <a:custGeom>
                <a:avLst/>
                <a:gdLst>
                  <a:gd name="csX0" fmla="*/ 0 w 274470"/>
                  <a:gd name="csY0" fmla="*/ 1972869 h 1972869"/>
                  <a:gd name="csX1" fmla="*/ 274470 w 274470"/>
                  <a:gd name="csY1" fmla="*/ 1972869 h 1972869"/>
                  <a:gd name="csX2" fmla="*/ 274470 w 274470"/>
                  <a:gd name="csY2" fmla="*/ 0 h 1972869"/>
                  <a:gd name="csX3" fmla="*/ 0 w 274470"/>
                  <a:gd name="csY3" fmla="*/ 0 h 197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972869">
                    <a:moveTo>
                      <a:pt x="0" y="1972869"/>
                    </a:moveTo>
                    <a:lnTo>
                      <a:pt x="274470" y="1972869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1" name="任意多边形: 形状 2090"/>
              <p:cNvSpPr/>
              <p:nvPr/>
            </p:nvSpPr>
            <p:spPr>
              <a:xfrm>
                <a:off x="38309065" y="42446902"/>
                <a:ext cx="274472" cy="1711933"/>
              </a:xfrm>
              <a:custGeom>
                <a:avLst/>
                <a:gdLst>
                  <a:gd name="csX0" fmla="*/ 0 w 274472"/>
                  <a:gd name="csY0" fmla="*/ 1711934 h 1711933"/>
                  <a:gd name="csX1" fmla="*/ 274473 w 274472"/>
                  <a:gd name="csY1" fmla="*/ 1711934 h 1711933"/>
                  <a:gd name="csX2" fmla="*/ 274473 w 274472"/>
                  <a:gd name="csY2" fmla="*/ 0 h 1711933"/>
                  <a:gd name="csX3" fmla="*/ 0 w 274472"/>
                  <a:gd name="csY3" fmla="*/ 0 h 17119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711933">
                    <a:moveTo>
                      <a:pt x="0" y="1711934"/>
                    </a:moveTo>
                    <a:lnTo>
                      <a:pt x="274473" y="171193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2" name="任意多边形: 形状 2091"/>
              <p:cNvSpPr/>
              <p:nvPr/>
            </p:nvSpPr>
            <p:spPr>
              <a:xfrm>
                <a:off x="38583538" y="42317654"/>
                <a:ext cx="274472" cy="1841182"/>
              </a:xfrm>
              <a:custGeom>
                <a:avLst/>
                <a:gdLst>
                  <a:gd name="csX0" fmla="*/ 0 w 274472"/>
                  <a:gd name="csY0" fmla="*/ 1841183 h 1841182"/>
                  <a:gd name="csX1" fmla="*/ 274473 w 274472"/>
                  <a:gd name="csY1" fmla="*/ 1841183 h 1841182"/>
                  <a:gd name="csX2" fmla="*/ 274473 w 274472"/>
                  <a:gd name="csY2" fmla="*/ 0 h 1841182"/>
                  <a:gd name="csX3" fmla="*/ 0 w 274472"/>
                  <a:gd name="csY3" fmla="*/ 0 h 18411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841182">
                    <a:moveTo>
                      <a:pt x="0" y="1841183"/>
                    </a:moveTo>
                    <a:lnTo>
                      <a:pt x="274473" y="184118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3" name="任意多边形: 形状 2092"/>
              <p:cNvSpPr/>
              <p:nvPr/>
            </p:nvSpPr>
            <p:spPr>
              <a:xfrm>
                <a:off x="38858011" y="42461534"/>
                <a:ext cx="274470" cy="1697302"/>
              </a:xfrm>
              <a:custGeom>
                <a:avLst/>
                <a:gdLst>
                  <a:gd name="csX0" fmla="*/ 0 w 274470"/>
                  <a:gd name="csY0" fmla="*/ 1697302 h 1697302"/>
                  <a:gd name="csX1" fmla="*/ 274470 w 274470"/>
                  <a:gd name="csY1" fmla="*/ 1697302 h 1697302"/>
                  <a:gd name="csX2" fmla="*/ 274470 w 274470"/>
                  <a:gd name="csY2" fmla="*/ 0 h 1697302"/>
                  <a:gd name="csX3" fmla="*/ 0 w 274470"/>
                  <a:gd name="csY3" fmla="*/ 0 h 1697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697302">
                    <a:moveTo>
                      <a:pt x="0" y="1697302"/>
                    </a:moveTo>
                    <a:lnTo>
                      <a:pt x="274470" y="1697302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4" name="任意多边形: 形状 2093"/>
              <p:cNvSpPr/>
              <p:nvPr/>
            </p:nvSpPr>
            <p:spPr>
              <a:xfrm>
                <a:off x="39132481" y="42398129"/>
                <a:ext cx="274472" cy="1760707"/>
              </a:xfrm>
              <a:custGeom>
                <a:avLst/>
                <a:gdLst>
                  <a:gd name="csX0" fmla="*/ 0 w 274472"/>
                  <a:gd name="csY0" fmla="*/ 1760707 h 1760707"/>
                  <a:gd name="csX1" fmla="*/ 274473 w 274472"/>
                  <a:gd name="csY1" fmla="*/ 1760707 h 1760707"/>
                  <a:gd name="csX2" fmla="*/ 274473 w 274472"/>
                  <a:gd name="csY2" fmla="*/ 0 h 1760707"/>
                  <a:gd name="csX3" fmla="*/ 0 w 274472"/>
                  <a:gd name="csY3" fmla="*/ 0 h 17607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760707">
                    <a:moveTo>
                      <a:pt x="0" y="1760707"/>
                    </a:moveTo>
                    <a:lnTo>
                      <a:pt x="274473" y="1760707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5" name="任意多边形: 形状 2094"/>
              <p:cNvSpPr/>
              <p:nvPr/>
            </p:nvSpPr>
            <p:spPr>
              <a:xfrm>
                <a:off x="39406953" y="42593222"/>
                <a:ext cx="274470" cy="1565614"/>
              </a:xfrm>
              <a:custGeom>
                <a:avLst/>
                <a:gdLst>
                  <a:gd name="csX0" fmla="*/ 0 w 274470"/>
                  <a:gd name="csY0" fmla="*/ 1565614 h 1565614"/>
                  <a:gd name="csX1" fmla="*/ 274470 w 274470"/>
                  <a:gd name="csY1" fmla="*/ 1565614 h 1565614"/>
                  <a:gd name="csX2" fmla="*/ 274470 w 274470"/>
                  <a:gd name="csY2" fmla="*/ 0 h 1565614"/>
                  <a:gd name="csX3" fmla="*/ 0 w 274470"/>
                  <a:gd name="csY3" fmla="*/ 0 h 15656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565614">
                    <a:moveTo>
                      <a:pt x="0" y="1565614"/>
                    </a:moveTo>
                    <a:lnTo>
                      <a:pt x="274470" y="1565614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6" name="任意多边形: 形状 2095"/>
              <p:cNvSpPr/>
              <p:nvPr/>
            </p:nvSpPr>
            <p:spPr>
              <a:xfrm>
                <a:off x="39681423" y="42734664"/>
                <a:ext cx="274472" cy="1424172"/>
              </a:xfrm>
              <a:custGeom>
                <a:avLst/>
                <a:gdLst>
                  <a:gd name="csX0" fmla="*/ 0 w 274472"/>
                  <a:gd name="csY0" fmla="*/ 1424172 h 1424172"/>
                  <a:gd name="csX1" fmla="*/ 274473 w 274472"/>
                  <a:gd name="csY1" fmla="*/ 1424172 h 1424172"/>
                  <a:gd name="csX2" fmla="*/ 274473 w 274472"/>
                  <a:gd name="csY2" fmla="*/ 0 h 1424172"/>
                  <a:gd name="csX3" fmla="*/ 0 w 274472"/>
                  <a:gd name="csY3" fmla="*/ 0 h 1424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24172">
                    <a:moveTo>
                      <a:pt x="0" y="1424172"/>
                    </a:moveTo>
                    <a:lnTo>
                      <a:pt x="274473" y="142417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7" name="任意多边形: 形状 2096"/>
              <p:cNvSpPr/>
              <p:nvPr/>
            </p:nvSpPr>
            <p:spPr>
              <a:xfrm>
                <a:off x="39955896" y="42668820"/>
                <a:ext cx="274472" cy="1490016"/>
              </a:xfrm>
              <a:custGeom>
                <a:avLst/>
                <a:gdLst>
                  <a:gd name="csX0" fmla="*/ 0 w 274472"/>
                  <a:gd name="csY0" fmla="*/ 1490016 h 1490016"/>
                  <a:gd name="csX1" fmla="*/ 274473 w 274472"/>
                  <a:gd name="csY1" fmla="*/ 1490016 h 1490016"/>
                  <a:gd name="csX2" fmla="*/ 274473 w 274472"/>
                  <a:gd name="csY2" fmla="*/ 0 h 1490016"/>
                  <a:gd name="csX3" fmla="*/ 0 w 274472"/>
                  <a:gd name="csY3" fmla="*/ 0 h 14900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90016">
                    <a:moveTo>
                      <a:pt x="0" y="1490016"/>
                    </a:moveTo>
                    <a:lnTo>
                      <a:pt x="274473" y="149001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8" name="任意多边形: 形状 2097"/>
              <p:cNvSpPr/>
              <p:nvPr/>
            </p:nvSpPr>
            <p:spPr>
              <a:xfrm>
                <a:off x="40230369" y="42915124"/>
                <a:ext cx="274470" cy="1243712"/>
              </a:xfrm>
              <a:custGeom>
                <a:avLst/>
                <a:gdLst>
                  <a:gd name="csX0" fmla="*/ 0 w 274470"/>
                  <a:gd name="csY0" fmla="*/ 1243712 h 1243712"/>
                  <a:gd name="csX1" fmla="*/ 274470 w 274470"/>
                  <a:gd name="csY1" fmla="*/ 1243712 h 1243712"/>
                  <a:gd name="csX2" fmla="*/ 274470 w 274470"/>
                  <a:gd name="csY2" fmla="*/ 0 h 1243712"/>
                  <a:gd name="csX3" fmla="*/ 0 w 274470"/>
                  <a:gd name="csY3" fmla="*/ 0 h 12437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243712">
                    <a:moveTo>
                      <a:pt x="0" y="1243712"/>
                    </a:moveTo>
                    <a:lnTo>
                      <a:pt x="274470" y="1243712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99" name="任意多边形: 形状 2098"/>
              <p:cNvSpPr/>
              <p:nvPr/>
            </p:nvSpPr>
            <p:spPr>
              <a:xfrm>
                <a:off x="40504839" y="42846842"/>
                <a:ext cx="274472" cy="1311994"/>
              </a:xfrm>
              <a:custGeom>
                <a:avLst/>
                <a:gdLst>
                  <a:gd name="csX0" fmla="*/ 0 w 274472"/>
                  <a:gd name="csY0" fmla="*/ 1311994 h 1311994"/>
                  <a:gd name="csX1" fmla="*/ 274473 w 274472"/>
                  <a:gd name="csY1" fmla="*/ 1311994 h 1311994"/>
                  <a:gd name="csX2" fmla="*/ 274473 w 274472"/>
                  <a:gd name="csY2" fmla="*/ 0 h 1311994"/>
                  <a:gd name="csX3" fmla="*/ 0 w 274472"/>
                  <a:gd name="csY3" fmla="*/ 0 h 131199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11994">
                    <a:moveTo>
                      <a:pt x="0" y="1311994"/>
                    </a:moveTo>
                    <a:lnTo>
                      <a:pt x="274473" y="131199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0" name="任意多边形: 形状 2099"/>
              <p:cNvSpPr/>
              <p:nvPr/>
            </p:nvSpPr>
            <p:spPr>
              <a:xfrm>
                <a:off x="40779312" y="42966335"/>
                <a:ext cx="274470" cy="1192501"/>
              </a:xfrm>
              <a:custGeom>
                <a:avLst/>
                <a:gdLst>
                  <a:gd name="csX0" fmla="*/ 0 w 274470"/>
                  <a:gd name="csY0" fmla="*/ 1192501 h 1192501"/>
                  <a:gd name="csX1" fmla="*/ 274470 w 274470"/>
                  <a:gd name="csY1" fmla="*/ 1192501 h 1192501"/>
                  <a:gd name="csX2" fmla="*/ 274470 w 274470"/>
                  <a:gd name="csY2" fmla="*/ 0 h 1192501"/>
                  <a:gd name="csX3" fmla="*/ 0 w 274470"/>
                  <a:gd name="csY3" fmla="*/ 0 h 119250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192501">
                    <a:moveTo>
                      <a:pt x="0" y="1192501"/>
                    </a:moveTo>
                    <a:lnTo>
                      <a:pt x="274470" y="119250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1" name="任意多边形: 形状 2100"/>
              <p:cNvSpPr/>
              <p:nvPr/>
            </p:nvSpPr>
            <p:spPr>
              <a:xfrm>
                <a:off x="41053782" y="42578590"/>
                <a:ext cx="274472" cy="1580245"/>
              </a:xfrm>
              <a:custGeom>
                <a:avLst/>
                <a:gdLst>
                  <a:gd name="csX0" fmla="*/ 0 w 274472"/>
                  <a:gd name="csY0" fmla="*/ 1580246 h 1580245"/>
                  <a:gd name="csX1" fmla="*/ 274473 w 274472"/>
                  <a:gd name="csY1" fmla="*/ 1580246 h 1580245"/>
                  <a:gd name="csX2" fmla="*/ 274473 w 274472"/>
                  <a:gd name="csY2" fmla="*/ 0 h 1580245"/>
                  <a:gd name="csX3" fmla="*/ 0 w 274472"/>
                  <a:gd name="csY3" fmla="*/ 0 h 15802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580245">
                    <a:moveTo>
                      <a:pt x="0" y="1580246"/>
                    </a:moveTo>
                    <a:lnTo>
                      <a:pt x="274473" y="158024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2" name="任意多边形: 形状 2101"/>
              <p:cNvSpPr/>
              <p:nvPr/>
            </p:nvSpPr>
            <p:spPr>
              <a:xfrm>
                <a:off x="41328255" y="42573712"/>
                <a:ext cx="274470" cy="1585124"/>
              </a:xfrm>
              <a:custGeom>
                <a:avLst/>
                <a:gdLst>
                  <a:gd name="csX0" fmla="*/ 0 w 274470"/>
                  <a:gd name="csY0" fmla="*/ 1585125 h 1585124"/>
                  <a:gd name="csX1" fmla="*/ 274470 w 274470"/>
                  <a:gd name="csY1" fmla="*/ 1585125 h 1585124"/>
                  <a:gd name="csX2" fmla="*/ 274470 w 274470"/>
                  <a:gd name="csY2" fmla="*/ 0 h 1585124"/>
                  <a:gd name="csX3" fmla="*/ 0 w 274470"/>
                  <a:gd name="csY3" fmla="*/ 0 h 15851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585124">
                    <a:moveTo>
                      <a:pt x="0" y="1585125"/>
                    </a:moveTo>
                    <a:lnTo>
                      <a:pt x="274470" y="1585125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3" name="任意多边形: 形状 2102"/>
              <p:cNvSpPr/>
              <p:nvPr/>
            </p:nvSpPr>
            <p:spPr>
              <a:xfrm>
                <a:off x="41602725" y="42807823"/>
                <a:ext cx="274472" cy="1351012"/>
              </a:xfrm>
              <a:custGeom>
                <a:avLst/>
                <a:gdLst>
                  <a:gd name="csX0" fmla="*/ 0 w 274472"/>
                  <a:gd name="csY0" fmla="*/ 1351013 h 1351012"/>
                  <a:gd name="csX1" fmla="*/ 274473 w 274472"/>
                  <a:gd name="csY1" fmla="*/ 1351013 h 1351012"/>
                  <a:gd name="csX2" fmla="*/ 274473 w 274472"/>
                  <a:gd name="csY2" fmla="*/ 0 h 1351012"/>
                  <a:gd name="csX3" fmla="*/ 0 w 274472"/>
                  <a:gd name="csY3" fmla="*/ 0 h 13510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51012">
                    <a:moveTo>
                      <a:pt x="0" y="1351013"/>
                    </a:moveTo>
                    <a:lnTo>
                      <a:pt x="274473" y="135101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4" name="任意多边形: 形状 2103"/>
              <p:cNvSpPr/>
              <p:nvPr/>
            </p:nvSpPr>
            <p:spPr>
              <a:xfrm>
                <a:off x="41877198" y="42922440"/>
                <a:ext cx="274472" cy="1236395"/>
              </a:xfrm>
              <a:custGeom>
                <a:avLst/>
                <a:gdLst>
                  <a:gd name="csX0" fmla="*/ 0 w 274472"/>
                  <a:gd name="csY0" fmla="*/ 1236396 h 1236395"/>
                  <a:gd name="csX1" fmla="*/ 274473 w 274472"/>
                  <a:gd name="csY1" fmla="*/ 1236396 h 1236395"/>
                  <a:gd name="csX2" fmla="*/ 274473 w 274472"/>
                  <a:gd name="csY2" fmla="*/ 0 h 1236395"/>
                  <a:gd name="csX3" fmla="*/ 0 w 274472"/>
                  <a:gd name="csY3" fmla="*/ 0 h 12363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236395">
                    <a:moveTo>
                      <a:pt x="0" y="1236396"/>
                    </a:moveTo>
                    <a:lnTo>
                      <a:pt x="274473" y="123639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5" name="任意多边形: 形状 2104"/>
              <p:cNvSpPr/>
              <p:nvPr/>
            </p:nvSpPr>
            <p:spPr>
              <a:xfrm>
                <a:off x="42151670" y="41729939"/>
                <a:ext cx="274470" cy="2428897"/>
              </a:xfrm>
              <a:custGeom>
                <a:avLst/>
                <a:gdLst>
                  <a:gd name="csX0" fmla="*/ 0 w 274470"/>
                  <a:gd name="csY0" fmla="*/ 2428897 h 2428897"/>
                  <a:gd name="csX1" fmla="*/ 274470 w 274470"/>
                  <a:gd name="csY1" fmla="*/ 2428897 h 2428897"/>
                  <a:gd name="csX2" fmla="*/ 274470 w 274470"/>
                  <a:gd name="csY2" fmla="*/ 0 h 2428897"/>
                  <a:gd name="csX3" fmla="*/ 0 w 274470"/>
                  <a:gd name="csY3" fmla="*/ 0 h 24288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428897">
                    <a:moveTo>
                      <a:pt x="0" y="2428897"/>
                    </a:moveTo>
                    <a:lnTo>
                      <a:pt x="274470" y="2428897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6" name="任意多边形: 形状 2105"/>
              <p:cNvSpPr/>
              <p:nvPr/>
            </p:nvSpPr>
            <p:spPr>
              <a:xfrm>
                <a:off x="42426140" y="42590782"/>
                <a:ext cx="274472" cy="1568053"/>
              </a:xfrm>
              <a:custGeom>
                <a:avLst/>
                <a:gdLst>
                  <a:gd name="csX0" fmla="*/ 0 w 274472"/>
                  <a:gd name="csY0" fmla="*/ 1568054 h 1568053"/>
                  <a:gd name="csX1" fmla="*/ 274473 w 274472"/>
                  <a:gd name="csY1" fmla="*/ 1568054 h 1568053"/>
                  <a:gd name="csX2" fmla="*/ 274473 w 274472"/>
                  <a:gd name="csY2" fmla="*/ 0 h 1568053"/>
                  <a:gd name="csX3" fmla="*/ 0 w 274472"/>
                  <a:gd name="csY3" fmla="*/ 0 h 156805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568053">
                    <a:moveTo>
                      <a:pt x="0" y="1568054"/>
                    </a:moveTo>
                    <a:lnTo>
                      <a:pt x="274473" y="156805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7" name="任意多边形: 形状 2106"/>
              <p:cNvSpPr/>
              <p:nvPr/>
            </p:nvSpPr>
            <p:spPr>
              <a:xfrm>
                <a:off x="42700613" y="42710277"/>
                <a:ext cx="274470" cy="1448559"/>
              </a:xfrm>
              <a:custGeom>
                <a:avLst/>
                <a:gdLst>
                  <a:gd name="csX0" fmla="*/ 0 w 274470"/>
                  <a:gd name="csY0" fmla="*/ 1448559 h 1448559"/>
                  <a:gd name="csX1" fmla="*/ 274470 w 274470"/>
                  <a:gd name="csY1" fmla="*/ 1448559 h 1448559"/>
                  <a:gd name="csX2" fmla="*/ 274470 w 274470"/>
                  <a:gd name="csY2" fmla="*/ 0 h 1448559"/>
                  <a:gd name="csX3" fmla="*/ 0 w 274470"/>
                  <a:gd name="csY3" fmla="*/ 0 h 14485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448559">
                    <a:moveTo>
                      <a:pt x="0" y="1448559"/>
                    </a:moveTo>
                    <a:lnTo>
                      <a:pt x="274470" y="1448559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8" name="任意多边形: 形状 2107"/>
              <p:cNvSpPr/>
              <p:nvPr/>
            </p:nvSpPr>
            <p:spPr>
              <a:xfrm>
                <a:off x="42975083" y="42663943"/>
                <a:ext cx="274472" cy="1494893"/>
              </a:xfrm>
              <a:custGeom>
                <a:avLst/>
                <a:gdLst>
                  <a:gd name="csX0" fmla="*/ 0 w 274472"/>
                  <a:gd name="csY0" fmla="*/ 1494893 h 1494893"/>
                  <a:gd name="csX1" fmla="*/ 274473 w 274472"/>
                  <a:gd name="csY1" fmla="*/ 1494893 h 1494893"/>
                  <a:gd name="csX2" fmla="*/ 274473 w 274472"/>
                  <a:gd name="csY2" fmla="*/ 0 h 1494893"/>
                  <a:gd name="csX3" fmla="*/ 0 w 274472"/>
                  <a:gd name="csY3" fmla="*/ 0 h 14948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94893">
                    <a:moveTo>
                      <a:pt x="0" y="1494893"/>
                    </a:moveTo>
                    <a:lnTo>
                      <a:pt x="274473" y="149489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09" name="任意多边形: 形状 2108"/>
              <p:cNvSpPr/>
              <p:nvPr/>
            </p:nvSpPr>
            <p:spPr>
              <a:xfrm>
                <a:off x="43249556" y="42737102"/>
                <a:ext cx="274472" cy="1421734"/>
              </a:xfrm>
              <a:custGeom>
                <a:avLst/>
                <a:gdLst>
                  <a:gd name="csX0" fmla="*/ 0 w 274472"/>
                  <a:gd name="csY0" fmla="*/ 1421734 h 1421734"/>
                  <a:gd name="csX1" fmla="*/ 274473 w 274472"/>
                  <a:gd name="csY1" fmla="*/ 1421734 h 1421734"/>
                  <a:gd name="csX2" fmla="*/ 274473 w 274472"/>
                  <a:gd name="csY2" fmla="*/ 0 h 1421734"/>
                  <a:gd name="csX3" fmla="*/ 0 w 274472"/>
                  <a:gd name="csY3" fmla="*/ 0 h 1421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21734">
                    <a:moveTo>
                      <a:pt x="0" y="1421734"/>
                    </a:moveTo>
                    <a:lnTo>
                      <a:pt x="274473" y="142173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10" name="任意多边形: 形状 2109"/>
              <p:cNvSpPr/>
              <p:nvPr/>
            </p:nvSpPr>
            <p:spPr>
              <a:xfrm>
                <a:off x="43524029" y="42812700"/>
                <a:ext cx="274470" cy="1346135"/>
              </a:xfrm>
              <a:custGeom>
                <a:avLst/>
                <a:gdLst>
                  <a:gd name="csX0" fmla="*/ 0 w 274470"/>
                  <a:gd name="csY0" fmla="*/ 1346136 h 1346135"/>
                  <a:gd name="csX1" fmla="*/ 274470 w 274470"/>
                  <a:gd name="csY1" fmla="*/ 1346136 h 1346135"/>
                  <a:gd name="csX2" fmla="*/ 274470 w 274470"/>
                  <a:gd name="csY2" fmla="*/ 0 h 1346135"/>
                  <a:gd name="csX3" fmla="*/ 0 w 274470"/>
                  <a:gd name="csY3" fmla="*/ 0 h 13461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346135">
                    <a:moveTo>
                      <a:pt x="0" y="1346136"/>
                    </a:moveTo>
                    <a:lnTo>
                      <a:pt x="274470" y="1346136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111" name="任意多边形: 形状 2110"/>
              <p:cNvSpPr/>
              <p:nvPr/>
            </p:nvSpPr>
            <p:spPr>
              <a:xfrm>
                <a:off x="43798499" y="43032179"/>
                <a:ext cx="274472" cy="1126657"/>
              </a:xfrm>
              <a:custGeom>
                <a:avLst/>
                <a:gdLst>
                  <a:gd name="csX0" fmla="*/ 0 w 274472"/>
                  <a:gd name="csY0" fmla="*/ 1126657 h 1126657"/>
                  <a:gd name="csX1" fmla="*/ 274473 w 274472"/>
                  <a:gd name="csY1" fmla="*/ 1126657 h 1126657"/>
                  <a:gd name="csX2" fmla="*/ 274473 w 274472"/>
                  <a:gd name="csY2" fmla="*/ 0 h 1126657"/>
                  <a:gd name="csX3" fmla="*/ 0 w 274472"/>
                  <a:gd name="csY3" fmla="*/ 0 h 11266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126657">
                    <a:moveTo>
                      <a:pt x="0" y="1126657"/>
                    </a:moveTo>
                    <a:lnTo>
                      <a:pt x="274473" y="1126657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2" name="任意多边形: 形状 511"/>
              <p:cNvSpPr/>
              <p:nvPr/>
            </p:nvSpPr>
            <p:spPr>
              <a:xfrm>
                <a:off x="44072972" y="43283360"/>
                <a:ext cx="274470" cy="875476"/>
              </a:xfrm>
              <a:custGeom>
                <a:avLst/>
                <a:gdLst>
                  <a:gd name="csX0" fmla="*/ 0 w 274470"/>
                  <a:gd name="csY0" fmla="*/ 875476 h 875476"/>
                  <a:gd name="csX1" fmla="*/ 274470 w 274470"/>
                  <a:gd name="csY1" fmla="*/ 875476 h 875476"/>
                  <a:gd name="csX2" fmla="*/ 274470 w 274470"/>
                  <a:gd name="csY2" fmla="*/ 0 h 875476"/>
                  <a:gd name="csX3" fmla="*/ 0 w 274470"/>
                  <a:gd name="csY3" fmla="*/ 0 h 87547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875476">
                    <a:moveTo>
                      <a:pt x="0" y="875476"/>
                    </a:moveTo>
                    <a:lnTo>
                      <a:pt x="274470" y="875476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3" name="任意多边形: 形状 512"/>
              <p:cNvSpPr/>
              <p:nvPr/>
            </p:nvSpPr>
            <p:spPr>
              <a:xfrm>
                <a:off x="44347442" y="43154111"/>
                <a:ext cx="274472" cy="1004725"/>
              </a:xfrm>
              <a:custGeom>
                <a:avLst/>
                <a:gdLst>
                  <a:gd name="csX0" fmla="*/ 0 w 274472"/>
                  <a:gd name="csY0" fmla="*/ 1004725 h 1004725"/>
                  <a:gd name="csX1" fmla="*/ 274473 w 274472"/>
                  <a:gd name="csY1" fmla="*/ 1004725 h 1004725"/>
                  <a:gd name="csX2" fmla="*/ 274473 w 274472"/>
                  <a:gd name="csY2" fmla="*/ 0 h 1004725"/>
                  <a:gd name="csX3" fmla="*/ 0 w 274472"/>
                  <a:gd name="csY3" fmla="*/ 0 h 100472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004725">
                    <a:moveTo>
                      <a:pt x="0" y="1004725"/>
                    </a:moveTo>
                    <a:lnTo>
                      <a:pt x="274473" y="1004725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4" name="任意多边形: 形状 513"/>
              <p:cNvSpPr/>
              <p:nvPr/>
            </p:nvSpPr>
            <p:spPr>
              <a:xfrm>
                <a:off x="44621915" y="43297993"/>
                <a:ext cx="274472" cy="860843"/>
              </a:xfrm>
              <a:custGeom>
                <a:avLst/>
                <a:gdLst>
                  <a:gd name="csX0" fmla="*/ 0 w 274472"/>
                  <a:gd name="csY0" fmla="*/ 860843 h 860843"/>
                  <a:gd name="csX1" fmla="*/ 274473 w 274472"/>
                  <a:gd name="csY1" fmla="*/ 860843 h 860843"/>
                  <a:gd name="csX2" fmla="*/ 274473 w 274472"/>
                  <a:gd name="csY2" fmla="*/ 0 h 860843"/>
                  <a:gd name="csX3" fmla="*/ 0 w 274472"/>
                  <a:gd name="csY3" fmla="*/ 0 h 8608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860843">
                    <a:moveTo>
                      <a:pt x="0" y="860843"/>
                    </a:moveTo>
                    <a:lnTo>
                      <a:pt x="274473" y="86084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5" name="任意多边形: 形状 514"/>
              <p:cNvSpPr/>
              <p:nvPr/>
            </p:nvSpPr>
            <p:spPr>
              <a:xfrm>
                <a:off x="44896387" y="43212639"/>
                <a:ext cx="274470" cy="946197"/>
              </a:xfrm>
              <a:custGeom>
                <a:avLst/>
                <a:gdLst>
                  <a:gd name="csX0" fmla="*/ 0 w 274470"/>
                  <a:gd name="csY0" fmla="*/ 946198 h 946197"/>
                  <a:gd name="csX1" fmla="*/ 274470 w 274470"/>
                  <a:gd name="csY1" fmla="*/ 946198 h 946197"/>
                  <a:gd name="csX2" fmla="*/ 274470 w 274470"/>
                  <a:gd name="csY2" fmla="*/ 0 h 946197"/>
                  <a:gd name="csX3" fmla="*/ 0 w 274470"/>
                  <a:gd name="csY3" fmla="*/ 0 h 9461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946197">
                    <a:moveTo>
                      <a:pt x="0" y="946198"/>
                    </a:moveTo>
                    <a:lnTo>
                      <a:pt x="274470" y="946198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6" name="任意多边形: 形状 515"/>
              <p:cNvSpPr/>
              <p:nvPr/>
            </p:nvSpPr>
            <p:spPr>
              <a:xfrm>
                <a:off x="45170857" y="43354081"/>
                <a:ext cx="274472" cy="804755"/>
              </a:xfrm>
              <a:custGeom>
                <a:avLst/>
                <a:gdLst>
                  <a:gd name="csX0" fmla="*/ 0 w 274472"/>
                  <a:gd name="csY0" fmla="*/ 804755 h 804755"/>
                  <a:gd name="csX1" fmla="*/ 274473 w 274472"/>
                  <a:gd name="csY1" fmla="*/ 804755 h 804755"/>
                  <a:gd name="csX2" fmla="*/ 274473 w 274472"/>
                  <a:gd name="csY2" fmla="*/ 0 h 804755"/>
                  <a:gd name="csX3" fmla="*/ 0 w 274472"/>
                  <a:gd name="csY3" fmla="*/ 0 h 8047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804755">
                    <a:moveTo>
                      <a:pt x="0" y="804755"/>
                    </a:moveTo>
                    <a:lnTo>
                      <a:pt x="274473" y="804755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7" name="任意多边形: 形状 516"/>
              <p:cNvSpPr/>
              <p:nvPr/>
            </p:nvSpPr>
            <p:spPr>
              <a:xfrm>
                <a:off x="45445330" y="43319939"/>
                <a:ext cx="274470" cy="838896"/>
              </a:xfrm>
              <a:custGeom>
                <a:avLst/>
                <a:gdLst>
                  <a:gd name="csX0" fmla="*/ 0 w 274470"/>
                  <a:gd name="csY0" fmla="*/ 838897 h 838896"/>
                  <a:gd name="csX1" fmla="*/ 274470 w 274470"/>
                  <a:gd name="csY1" fmla="*/ 838897 h 838896"/>
                  <a:gd name="csX2" fmla="*/ 274470 w 274470"/>
                  <a:gd name="csY2" fmla="*/ 0 h 838896"/>
                  <a:gd name="csX3" fmla="*/ 0 w 274470"/>
                  <a:gd name="csY3" fmla="*/ 0 h 8388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838896">
                    <a:moveTo>
                      <a:pt x="0" y="838897"/>
                    </a:moveTo>
                    <a:lnTo>
                      <a:pt x="274470" y="838897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8" name="任意多边形: 形状 517"/>
              <p:cNvSpPr/>
              <p:nvPr/>
            </p:nvSpPr>
            <p:spPr>
              <a:xfrm>
                <a:off x="45719800" y="43493084"/>
                <a:ext cx="274472" cy="665752"/>
              </a:xfrm>
              <a:custGeom>
                <a:avLst/>
                <a:gdLst>
                  <a:gd name="csX0" fmla="*/ 0 w 274472"/>
                  <a:gd name="csY0" fmla="*/ 665752 h 665752"/>
                  <a:gd name="csX1" fmla="*/ 274473 w 274472"/>
                  <a:gd name="csY1" fmla="*/ 665752 h 665752"/>
                  <a:gd name="csX2" fmla="*/ 274473 w 274472"/>
                  <a:gd name="csY2" fmla="*/ 0 h 665752"/>
                  <a:gd name="csX3" fmla="*/ 0 w 274472"/>
                  <a:gd name="csY3" fmla="*/ 0 h 6657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665752">
                    <a:moveTo>
                      <a:pt x="0" y="665752"/>
                    </a:moveTo>
                    <a:lnTo>
                      <a:pt x="274473" y="66575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19" name="任意多边形: 形状 518"/>
              <p:cNvSpPr/>
              <p:nvPr/>
            </p:nvSpPr>
            <p:spPr>
              <a:xfrm>
                <a:off x="45994273" y="43639403"/>
                <a:ext cx="274470" cy="519432"/>
              </a:xfrm>
              <a:custGeom>
                <a:avLst/>
                <a:gdLst>
                  <a:gd name="csX0" fmla="*/ 0 w 274470"/>
                  <a:gd name="csY0" fmla="*/ 519433 h 519432"/>
                  <a:gd name="csX1" fmla="*/ 274470 w 274470"/>
                  <a:gd name="csY1" fmla="*/ 519433 h 519432"/>
                  <a:gd name="csX2" fmla="*/ 274470 w 274470"/>
                  <a:gd name="csY2" fmla="*/ 0 h 519432"/>
                  <a:gd name="csX3" fmla="*/ 0 w 274470"/>
                  <a:gd name="csY3" fmla="*/ 0 h 519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519432">
                    <a:moveTo>
                      <a:pt x="0" y="519433"/>
                    </a:moveTo>
                    <a:lnTo>
                      <a:pt x="274470" y="519433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20" name="任意多边形: 形状 519"/>
              <p:cNvSpPr/>
              <p:nvPr/>
            </p:nvSpPr>
            <p:spPr>
              <a:xfrm>
                <a:off x="46268743" y="43824740"/>
                <a:ext cx="274472" cy="334095"/>
              </a:xfrm>
              <a:custGeom>
                <a:avLst/>
                <a:gdLst>
                  <a:gd name="csX0" fmla="*/ 0 w 274472"/>
                  <a:gd name="csY0" fmla="*/ 334096 h 334095"/>
                  <a:gd name="csX1" fmla="*/ 274473 w 274472"/>
                  <a:gd name="csY1" fmla="*/ 334096 h 334095"/>
                  <a:gd name="csX2" fmla="*/ 274473 w 274472"/>
                  <a:gd name="csY2" fmla="*/ 0 h 334095"/>
                  <a:gd name="csX3" fmla="*/ 0 w 274472"/>
                  <a:gd name="csY3" fmla="*/ 0 h 3340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334095">
                    <a:moveTo>
                      <a:pt x="0" y="334096"/>
                    </a:moveTo>
                    <a:lnTo>
                      <a:pt x="274473" y="33409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521" name="任意多边形: 形状 520"/>
              <p:cNvSpPr/>
              <p:nvPr/>
            </p:nvSpPr>
            <p:spPr>
              <a:xfrm>
                <a:off x="46543216" y="43983254"/>
                <a:ext cx="274472" cy="175582"/>
              </a:xfrm>
              <a:custGeom>
                <a:avLst/>
                <a:gdLst>
                  <a:gd name="csX0" fmla="*/ 0 w 274472"/>
                  <a:gd name="csY0" fmla="*/ 175583 h 175582"/>
                  <a:gd name="csX1" fmla="*/ 274473 w 274472"/>
                  <a:gd name="csY1" fmla="*/ 175583 h 175582"/>
                  <a:gd name="csX2" fmla="*/ 274473 w 274472"/>
                  <a:gd name="csY2" fmla="*/ 0 h 175582"/>
                  <a:gd name="csX3" fmla="*/ 0 w 274472"/>
                  <a:gd name="csY3" fmla="*/ 0 h 1755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75582">
                    <a:moveTo>
                      <a:pt x="0" y="175583"/>
                    </a:moveTo>
                    <a:lnTo>
                      <a:pt x="274473" y="17558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>
                  <a:alpha val="4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</p:grpSp>
        <p:grpSp>
          <p:nvGrpSpPr>
            <p:cNvPr id="146" name="组合 145"/>
            <p:cNvGrpSpPr/>
            <p:nvPr/>
          </p:nvGrpSpPr>
          <p:grpSpPr>
            <a:xfrm>
              <a:off x="46489" y="89131"/>
              <a:ext cx="30994" cy="567"/>
              <a:chOff x="28172540" y="44158835"/>
              <a:chExt cx="19681432" cy="360000"/>
            </a:xfrm>
          </p:grpSpPr>
          <p:sp>
            <p:nvSpPr>
              <p:cNvPr id="2010" name="任意多边形: 形状 2009"/>
              <p:cNvSpPr/>
              <p:nvPr/>
            </p:nvSpPr>
            <p:spPr>
              <a:xfrm>
                <a:off x="28172540" y="44158835"/>
                <a:ext cx="0" cy="360000"/>
              </a:xfrm>
              <a:custGeom>
                <a:avLst/>
                <a:gdLst>
                  <a:gd name="csX0" fmla="*/ 535 w 43943"/>
                  <a:gd name="csY0" fmla="*/ 315 h 153795"/>
                  <a:gd name="csX1" fmla="*/ 535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535" y="315"/>
                    </a:moveTo>
                    <a:lnTo>
                      <a:pt x="535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12" name="任意多边形: 形状 2011"/>
              <p:cNvSpPr/>
              <p:nvPr/>
            </p:nvSpPr>
            <p:spPr>
              <a:xfrm>
                <a:off x="32108827" y="44158835"/>
                <a:ext cx="0" cy="360000"/>
              </a:xfrm>
              <a:custGeom>
                <a:avLst/>
                <a:gdLst>
                  <a:gd name="csX0" fmla="*/ 624 w 43943"/>
                  <a:gd name="csY0" fmla="*/ 315 h 153795"/>
                  <a:gd name="csX1" fmla="*/ 624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624" y="315"/>
                    </a:moveTo>
                    <a:lnTo>
                      <a:pt x="624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20" name="任意多边形: 形状 2019"/>
              <p:cNvSpPr/>
              <p:nvPr/>
            </p:nvSpPr>
            <p:spPr>
              <a:xfrm>
                <a:off x="36045113" y="44158835"/>
                <a:ext cx="0" cy="360000"/>
              </a:xfrm>
              <a:custGeom>
                <a:avLst/>
                <a:gdLst>
                  <a:gd name="csX0" fmla="*/ 714 w 43943"/>
                  <a:gd name="csY0" fmla="*/ 315 h 153795"/>
                  <a:gd name="csX1" fmla="*/ 714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714" y="315"/>
                    </a:moveTo>
                    <a:lnTo>
                      <a:pt x="714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21" name="任意多边形: 形状 2020"/>
              <p:cNvSpPr/>
              <p:nvPr/>
            </p:nvSpPr>
            <p:spPr>
              <a:xfrm>
                <a:off x="39981399" y="44158835"/>
                <a:ext cx="0" cy="360000"/>
              </a:xfrm>
              <a:custGeom>
                <a:avLst/>
                <a:gdLst>
                  <a:gd name="csX0" fmla="*/ 804 w 43943"/>
                  <a:gd name="csY0" fmla="*/ 315 h 153795"/>
                  <a:gd name="csX1" fmla="*/ 804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804" y="315"/>
                    </a:moveTo>
                    <a:lnTo>
                      <a:pt x="804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29" name="任意多边形: 形状 2028"/>
              <p:cNvSpPr/>
              <p:nvPr/>
            </p:nvSpPr>
            <p:spPr>
              <a:xfrm>
                <a:off x="43917686" y="44158835"/>
                <a:ext cx="0" cy="360000"/>
              </a:xfrm>
              <a:custGeom>
                <a:avLst/>
                <a:gdLst>
                  <a:gd name="csX0" fmla="*/ 893 w 43943"/>
                  <a:gd name="csY0" fmla="*/ 315 h 153795"/>
                  <a:gd name="csX1" fmla="*/ 893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893" y="315"/>
                    </a:moveTo>
                    <a:lnTo>
                      <a:pt x="893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2032" name="任意多边形: 形状 2031"/>
              <p:cNvSpPr/>
              <p:nvPr/>
            </p:nvSpPr>
            <p:spPr>
              <a:xfrm>
                <a:off x="47853972" y="44158835"/>
                <a:ext cx="0" cy="360000"/>
              </a:xfrm>
              <a:custGeom>
                <a:avLst/>
                <a:gdLst>
                  <a:gd name="csX0" fmla="*/ 983 w 43943"/>
                  <a:gd name="csY0" fmla="*/ 315 h 153795"/>
                  <a:gd name="csX1" fmla="*/ 983 w 43943"/>
                  <a:gd name="csY1" fmla="*/ 154110 h 1537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3943" h="153795">
                    <a:moveTo>
                      <a:pt x="983" y="315"/>
                    </a:moveTo>
                    <a:lnTo>
                      <a:pt x="983" y="15411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rgbClr val="000000"/>
                </a:solidFill>
                <a:prstDash val="solid"/>
                <a:round/>
              </a:ln>
            </p:spPr>
          </p:sp>
        </p:grpSp>
        <p:grpSp>
          <p:nvGrpSpPr>
            <p:cNvPr id="147" name="组合 146"/>
            <p:cNvGrpSpPr/>
            <p:nvPr/>
          </p:nvGrpSpPr>
          <p:grpSpPr>
            <a:xfrm>
              <a:off x="54239" y="79899"/>
              <a:ext cx="21612" cy="9232"/>
              <a:chOff x="33094104" y="49475958"/>
              <a:chExt cx="13723584" cy="5862163"/>
            </a:xfrm>
          </p:grpSpPr>
          <p:sp>
            <p:nvSpPr>
              <p:cNvPr id="165" name="任意多边形: 形状 164"/>
              <p:cNvSpPr/>
              <p:nvPr/>
            </p:nvSpPr>
            <p:spPr>
              <a:xfrm>
                <a:off x="33094104" y="54780973"/>
                <a:ext cx="274472" cy="557148"/>
              </a:xfrm>
              <a:custGeom>
                <a:avLst/>
                <a:gdLst>
                  <a:gd name="csX0" fmla="*/ 0 w 274472"/>
                  <a:gd name="csY0" fmla="*/ 557148 h 557148"/>
                  <a:gd name="csX1" fmla="*/ 274473 w 274472"/>
                  <a:gd name="csY1" fmla="*/ 557148 h 557148"/>
                  <a:gd name="csX2" fmla="*/ 274473 w 274472"/>
                  <a:gd name="csY2" fmla="*/ 0 h 557148"/>
                  <a:gd name="csX3" fmla="*/ 0 w 274472"/>
                  <a:gd name="csY3" fmla="*/ 0 h 55714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557148">
                    <a:moveTo>
                      <a:pt x="0" y="557148"/>
                    </a:moveTo>
                    <a:lnTo>
                      <a:pt x="274473" y="557148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66" name="任意多边形: 形状 165"/>
              <p:cNvSpPr/>
              <p:nvPr/>
            </p:nvSpPr>
            <p:spPr>
              <a:xfrm>
                <a:off x="33368577" y="54510186"/>
                <a:ext cx="274470" cy="827935"/>
              </a:xfrm>
              <a:custGeom>
                <a:avLst/>
                <a:gdLst>
                  <a:gd name="csX0" fmla="*/ 0 w 274470"/>
                  <a:gd name="csY0" fmla="*/ 827936 h 827935"/>
                  <a:gd name="csX1" fmla="*/ 274470 w 274470"/>
                  <a:gd name="csY1" fmla="*/ 827936 h 827935"/>
                  <a:gd name="csX2" fmla="*/ 274470 w 274470"/>
                  <a:gd name="csY2" fmla="*/ 0 h 827935"/>
                  <a:gd name="csX3" fmla="*/ 0 w 274470"/>
                  <a:gd name="csY3" fmla="*/ 0 h 8279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827935">
                    <a:moveTo>
                      <a:pt x="0" y="827936"/>
                    </a:moveTo>
                    <a:lnTo>
                      <a:pt x="274470" y="827936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67" name="任意多边形: 形状 166"/>
              <p:cNvSpPr/>
              <p:nvPr/>
            </p:nvSpPr>
            <p:spPr>
              <a:xfrm>
                <a:off x="33643047" y="53518740"/>
                <a:ext cx="274472" cy="1819380"/>
              </a:xfrm>
              <a:custGeom>
                <a:avLst/>
                <a:gdLst>
                  <a:gd name="csX0" fmla="*/ 0 w 274472"/>
                  <a:gd name="csY0" fmla="*/ 1819381 h 1819380"/>
                  <a:gd name="csX1" fmla="*/ 274473 w 274472"/>
                  <a:gd name="csY1" fmla="*/ 1819381 h 1819380"/>
                  <a:gd name="csX2" fmla="*/ 274473 w 274472"/>
                  <a:gd name="csY2" fmla="*/ 0 h 1819380"/>
                  <a:gd name="csX3" fmla="*/ 0 w 274472"/>
                  <a:gd name="csY3" fmla="*/ 0 h 18193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819380">
                    <a:moveTo>
                      <a:pt x="0" y="1819381"/>
                    </a:moveTo>
                    <a:lnTo>
                      <a:pt x="274473" y="1819381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68" name="任意多边形: 形状 167"/>
              <p:cNvSpPr/>
              <p:nvPr/>
            </p:nvSpPr>
            <p:spPr>
              <a:xfrm>
                <a:off x="33917519" y="54376089"/>
                <a:ext cx="274472" cy="962031"/>
              </a:xfrm>
              <a:custGeom>
                <a:avLst/>
                <a:gdLst>
                  <a:gd name="csX0" fmla="*/ 0 w 274472"/>
                  <a:gd name="csY0" fmla="*/ 962032 h 962031"/>
                  <a:gd name="csX1" fmla="*/ 274473 w 274472"/>
                  <a:gd name="csY1" fmla="*/ 962032 h 962031"/>
                  <a:gd name="csX2" fmla="*/ 274473 w 274472"/>
                  <a:gd name="csY2" fmla="*/ 0 h 962031"/>
                  <a:gd name="csX3" fmla="*/ 0 w 274472"/>
                  <a:gd name="csY3" fmla="*/ 0 h 96203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962031">
                    <a:moveTo>
                      <a:pt x="0" y="962032"/>
                    </a:moveTo>
                    <a:lnTo>
                      <a:pt x="274473" y="96203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69" name="任意多边形: 形状 168"/>
              <p:cNvSpPr/>
              <p:nvPr/>
            </p:nvSpPr>
            <p:spPr>
              <a:xfrm>
                <a:off x="34191992" y="54306013"/>
                <a:ext cx="274470" cy="1032108"/>
              </a:xfrm>
              <a:custGeom>
                <a:avLst/>
                <a:gdLst>
                  <a:gd name="csX0" fmla="*/ 0 w 274470"/>
                  <a:gd name="csY0" fmla="*/ 1032108 h 1032108"/>
                  <a:gd name="csX1" fmla="*/ 274470 w 274470"/>
                  <a:gd name="csY1" fmla="*/ 1032108 h 1032108"/>
                  <a:gd name="csX2" fmla="*/ 274470 w 274470"/>
                  <a:gd name="csY2" fmla="*/ 0 h 1032108"/>
                  <a:gd name="csX3" fmla="*/ 0 w 274470"/>
                  <a:gd name="csY3" fmla="*/ 0 h 10321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032108">
                    <a:moveTo>
                      <a:pt x="0" y="1032108"/>
                    </a:moveTo>
                    <a:lnTo>
                      <a:pt x="274470" y="1032108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0" name="任意多边形: 形状 169"/>
              <p:cNvSpPr/>
              <p:nvPr/>
            </p:nvSpPr>
            <p:spPr>
              <a:xfrm>
                <a:off x="34466462" y="54397718"/>
                <a:ext cx="274472" cy="940403"/>
              </a:xfrm>
              <a:custGeom>
                <a:avLst/>
                <a:gdLst>
                  <a:gd name="csX0" fmla="*/ 0 w 274472"/>
                  <a:gd name="csY0" fmla="*/ 940403 h 940403"/>
                  <a:gd name="csX1" fmla="*/ 274473 w 274472"/>
                  <a:gd name="csY1" fmla="*/ 940403 h 940403"/>
                  <a:gd name="csX2" fmla="*/ 274473 w 274472"/>
                  <a:gd name="csY2" fmla="*/ 0 h 940403"/>
                  <a:gd name="csX3" fmla="*/ 0 w 274472"/>
                  <a:gd name="csY3" fmla="*/ 0 h 9404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940403">
                    <a:moveTo>
                      <a:pt x="0" y="940403"/>
                    </a:moveTo>
                    <a:lnTo>
                      <a:pt x="274473" y="94040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1" name="任意多边形: 形状 170"/>
              <p:cNvSpPr/>
              <p:nvPr/>
            </p:nvSpPr>
            <p:spPr>
              <a:xfrm>
                <a:off x="34740935" y="53962555"/>
                <a:ext cx="274470" cy="1375566"/>
              </a:xfrm>
              <a:custGeom>
                <a:avLst/>
                <a:gdLst>
                  <a:gd name="csX0" fmla="*/ 0 w 274470"/>
                  <a:gd name="csY0" fmla="*/ 1375567 h 1375566"/>
                  <a:gd name="csX1" fmla="*/ 274470 w 274470"/>
                  <a:gd name="csY1" fmla="*/ 1375567 h 1375566"/>
                  <a:gd name="csX2" fmla="*/ 274470 w 274470"/>
                  <a:gd name="csY2" fmla="*/ 0 h 1375566"/>
                  <a:gd name="csX3" fmla="*/ 0 w 274470"/>
                  <a:gd name="csY3" fmla="*/ 0 h 13755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375566">
                    <a:moveTo>
                      <a:pt x="0" y="1375567"/>
                    </a:moveTo>
                    <a:lnTo>
                      <a:pt x="274470" y="1375567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2" name="任意多边形: 形状 171"/>
              <p:cNvSpPr/>
              <p:nvPr/>
            </p:nvSpPr>
            <p:spPr>
              <a:xfrm>
                <a:off x="35015405" y="54272274"/>
                <a:ext cx="274472" cy="1065847"/>
              </a:xfrm>
              <a:custGeom>
                <a:avLst/>
                <a:gdLst>
                  <a:gd name="csX0" fmla="*/ 0 w 274472"/>
                  <a:gd name="csY0" fmla="*/ 1065847 h 1065847"/>
                  <a:gd name="csX1" fmla="*/ 274473 w 274472"/>
                  <a:gd name="csY1" fmla="*/ 1065847 h 1065847"/>
                  <a:gd name="csX2" fmla="*/ 274473 w 274472"/>
                  <a:gd name="csY2" fmla="*/ 0 h 1065847"/>
                  <a:gd name="csX3" fmla="*/ 0 w 274472"/>
                  <a:gd name="csY3" fmla="*/ 0 h 10658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065847">
                    <a:moveTo>
                      <a:pt x="0" y="1065847"/>
                    </a:moveTo>
                    <a:lnTo>
                      <a:pt x="274473" y="1065847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3" name="任意多边形: 形状 172"/>
              <p:cNvSpPr/>
              <p:nvPr/>
            </p:nvSpPr>
            <p:spPr>
              <a:xfrm>
                <a:off x="35289878" y="54531814"/>
                <a:ext cx="274470" cy="806306"/>
              </a:xfrm>
              <a:custGeom>
                <a:avLst/>
                <a:gdLst>
                  <a:gd name="csX0" fmla="*/ 0 w 274470"/>
                  <a:gd name="csY0" fmla="*/ 806307 h 806306"/>
                  <a:gd name="csX1" fmla="*/ 274470 w 274470"/>
                  <a:gd name="csY1" fmla="*/ 806307 h 806306"/>
                  <a:gd name="csX2" fmla="*/ 274470 w 274470"/>
                  <a:gd name="csY2" fmla="*/ 0 h 806306"/>
                  <a:gd name="csX3" fmla="*/ 0 w 274470"/>
                  <a:gd name="csY3" fmla="*/ 0 h 80630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806306">
                    <a:moveTo>
                      <a:pt x="0" y="806307"/>
                    </a:moveTo>
                    <a:lnTo>
                      <a:pt x="274470" y="806307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4" name="任意多边形: 形状 173"/>
              <p:cNvSpPr/>
              <p:nvPr/>
            </p:nvSpPr>
            <p:spPr>
              <a:xfrm>
                <a:off x="35564348" y="54261892"/>
                <a:ext cx="274472" cy="1076229"/>
              </a:xfrm>
              <a:custGeom>
                <a:avLst/>
                <a:gdLst>
                  <a:gd name="csX0" fmla="*/ 0 w 274472"/>
                  <a:gd name="csY0" fmla="*/ 1076229 h 1076229"/>
                  <a:gd name="csX1" fmla="*/ 274473 w 274472"/>
                  <a:gd name="csY1" fmla="*/ 1076229 h 1076229"/>
                  <a:gd name="csX2" fmla="*/ 274473 w 274472"/>
                  <a:gd name="csY2" fmla="*/ 0 h 1076229"/>
                  <a:gd name="csX3" fmla="*/ 0 w 274472"/>
                  <a:gd name="csY3" fmla="*/ 0 h 10762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076229">
                    <a:moveTo>
                      <a:pt x="0" y="1076229"/>
                    </a:moveTo>
                    <a:lnTo>
                      <a:pt x="274473" y="1076229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5" name="任意多边形: 形状 174"/>
              <p:cNvSpPr/>
              <p:nvPr/>
            </p:nvSpPr>
            <p:spPr>
              <a:xfrm>
                <a:off x="35838821" y="49475958"/>
                <a:ext cx="274472" cy="5862163"/>
              </a:xfrm>
              <a:custGeom>
                <a:avLst/>
                <a:gdLst>
                  <a:gd name="csX0" fmla="*/ 0 w 274472"/>
                  <a:gd name="csY0" fmla="*/ 5862163 h 5862163"/>
                  <a:gd name="csX1" fmla="*/ 274473 w 274472"/>
                  <a:gd name="csY1" fmla="*/ 5862163 h 5862163"/>
                  <a:gd name="csX2" fmla="*/ 274473 w 274472"/>
                  <a:gd name="csY2" fmla="*/ 0 h 5862163"/>
                  <a:gd name="csX3" fmla="*/ 0 w 274472"/>
                  <a:gd name="csY3" fmla="*/ 0 h 58621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5862163">
                    <a:moveTo>
                      <a:pt x="0" y="5862163"/>
                    </a:moveTo>
                    <a:lnTo>
                      <a:pt x="274473" y="586216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6" name="任意多边形: 形状 175"/>
              <p:cNvSpPr/>
              <p:nvPr/>
            </p:nvSpPr>
            <p:spPr>
              <a:xfrm>
                <a:off x="36113294" y="54301688"/>
                <a:ext cx="274470" cy="1036432"/>
              </a:xfrm>
              <a:custGeom>
                <a:avLst/>
                <a:gdLst>
                  <a:gd name="csX0" fmla="*/ 0 w 274470"/>
                  <a:gd name="csY0" fmla="*/ 1036433 h 1036432"/>
                  <a:gd name="csX1" fmla="*/ 274470 w 274470"/>
                  <a:gd name="csY1" fmla="*/ 1036433 h 1036432"/>
                  <a:gd name="csX2" fmla="*/ 274470 w 274470"/>
                  <a:gd name="csY2" fmla="*/ 0 h 1036432"/>
                  <a:gd name="csX3" fmla="*/ 0 w 274470"/>
                  <a:gd name="csY3" fmla="*/ 0 h 103643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036432">
                    <a:moveTo>
                      <a:pt x="0" y="1036433"/>
                    </a:moveTo>
                    <a:lnTo>
                      <a:pt x="274470" y="1036433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7" name="任意多边形: 形状 176"/>
              <p:cNvSpPr/>
              <p:nvPr/>
            </p:nvSpPr>
            <p:spPr>
              <a:xfrm>
                <a:off x="36387764" y="54500670"/>
                <a:ext cx="274472" cy="837451"/>
              </a:xfrm>
              <a:custGeom>
                <a:avLst/>
                <a:gdLst>
                  <a:gd name="csX0" fmla="*/ 0 w 274472"/>
                  <a:gd name="csY0" fmla="*/ 837451 h 837451"/>
                  <a:gd name="csX1" fmla="*/ 274473 w 274472"/>
                  <a:gd name="csY1" fmla="*/ 837451 h 837451"/>
                  <a:gd name="csX2" fmla="*/ 274473 w 274472"/>
                  <a:gd name="csY2" fmla="*/ 0 h 837451"/>
                  <a:gd name="csX3" fmla="*/ 0 w 274472"/>
                  <a:gd name="csY3" fmla="*/ 0 h 8374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837451">
                    <a:moveTo>
                      <a:pt x="0" y="837451"/>
                    </a:moveTo>
                    <a:lnTo>
                      <a:pt x="274473" y="837451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8" name="任意多边形: 形状 177"/>
              <p:cNvSpPr/>
              <p:nvPr/>
            </p:nvSpPr>
            <p:spPr>
              <a:xfrm>
                <a:off x="36662236" y="54192681"/>
                <a:ext cx="274470" cy="1145440"/>
              </a:xfrm>
              <a:custGeom>
                <a:avLst/>
                <a:gdLst>
                  <a:gd name="csX0" fmla="*/ 0 w 274470"/>
                  <a:gd name="csY0" fmla="*/ 1145441 h 1145440"/>
                  <a:gd name="csX1" fmla="*/ 274470 w 274470"/>
                  <a:gd name="csY1" fmla="*/ 1145441 h 1145440"/>
                  <a:gd name="csX2" fmla="*/ 274470 w 274470"/>
                  <a:gd name="csY2" fmla="*/ 0 h 1145440"/>
                  <a:gd name="csX3" fmla="*/ 0 w 274470"/>
                  <a:gd name="csY3" fmla="*/ 0 h 11454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145440">
                    <a:moveTo>
                      <a:pt x="0" y="1145441"/>
                    </a:moveTo>
                    <a:lnTo>
                      <a:pt x="274470" y="114544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79" name="任意多边形: 形状 178"/>
              <p:cNvSpPr/>
              <p:nvPr/>
            </p:nvSpPr>
            <p:spPr>
              <a:xfrm>
                <a:off x="36936706" y="54212580"/>
                <a:ext cx="274472" cy="1125541"/>
              </a:xfrm>
              <a:custGeom>
                <a:avLst/>
                <a:gdLst>
                  <a:gd name="csX0" fmla="*/ 0 w 274472"/>
                  <a:gd name="csY0" fmla="*/ 1125542 h 1125541"/>
                  <a:gd name="csX1" fmla="*/ 274473 w 274472"/>
                  <a:gd name="csY1" fmla="*/ 1125542 h 1125541"/>
                  <a:gd name="csX2" fmla="*/ 274473 w 274472"/>
                  <a:gd name="csY2" fmla="*/ 0 h 1125541"/>
                  <a:gd name="csX3" fmla="*/ 0 w 274472"/>
                  <a:gd name="csY3" fmla="*/ 0 h 11255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125541">
                    <a:moveTo>
                      <a:pt x="0" y="1125542"/>
                    </a:moveTo>
                    <a:lnTo>
                      <a:pt x="274473" y="112554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0" name="任意多边形: 形状 179"/>
              <p:cNvSpPr/>
              <p:nvPr/>
            </p:nvSpPr>
            <p:spPr>
              <a:xfrm>
                <a:off x="37211179" y="54236803"/>
                <a:ext cx="274472" cy="1101317"/>
              </a:xfrm>
              <a:custGeom>
                <a:avLst/>
                <a:gdLst>
                  <a:gd name="csX0" fmla="*/ 0 w 274472"/>
                  <a:gd name="csY0" fmla="*/ 1101318 h 1101317"/>
                  <a:gd name="csX1" fmla="*/ 274473 w 274472"/>
                  <a:gd name="csY1" fmla="*/ 1101318 h 1101317"/>
                  <a:gd name="csX2" fmla="*/ 274473 w 274472"/>
                  <a:gd name="csY2" fmla="*/ 0 h 1101317"/>
                  <a:gd name="csX3" fmla="*/ 0 w 274472"/>
                  <a:gd name="csY3" fmla="*/ 0 h 11013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101317">
                    <a:moveTo>
                      <a:pt x="0" y="1101318"/>
                    </a:moveTo>
                    <a:lnTo>
                      <a:pt x="274473" y="1101318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1" name="任意多边形: 形状 180"/>
              <p:cNvSpPr/>
              <p:nvPr/>
            </p:nvSpPr>
            <p:spPr>
              <a:xfrm>
                <a:off x="37485652" y="54158940"/>
                <a:ext cx="274470" cy="1179181"/>
              </a:xfrm>
              <a:custGeom>
                <a:avLst/>
                <a:gdLst>
                  <a:gd name="csX0" fmla="*/ 0 w 274470"/>
                  <a:gd name="csY0" fmla="*/ 1179181 h 1179181"/>
                  <a:gd name="csX1" fmla="*/ 274470 w 274470"/>
                  <a:gd name="csY1" fmla="*/ 1179181 h 1179181"/>
                  <a:gd name="csX2" fmla="*/ 274470 w 274470"/>
                  <a:gd name="csY2" fmla="*/ 0 h 1179181"/>
                  <a:gd name="csX3" fmla="*/ 0 w 274470"/>
                  <a:gd name="csY3" fmla="*/ 0 h 11791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179181">
                    <a:moveTo>
                      <a:pt x="0" y="1179181"/>
                    </a:moveTo>
                    <a:lnTo>
                      <a:pt x="274470" y="117918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2" name="任意多边形: 形状 181"/>
              <p:cNvSpPr/>
              <p:nvPr/>
            </p:nvSpPr>
            <p:spPr>
              <a:xfrm>
                <a:off x="37760122" y="53946117"/>
                <a:ext cx="274472" cy="1392004"/>
              </a:xfrm>
              <a:custGeom>
                <a:avLst/>
                <a:gdLst>
                  <a:gd name="csX0" fmla="*/ 0 w 274472"/>
                  <a:gd name="csY0" fmla="*/ 1392004 h 1392004"/>
                  <a:gd name="csX1" fmla="*/ 274473 w 274472"/>
                  <a:gd name="csY1" fmla="*/ 1392004 h 1392004"/>
                  <a:gd name="csX2" fmla="*/ 274473 w 274472"/>
                  <a:gd name="csY2" fmla="*/ 0 h 1392004"/>
                  <a:gd name="csX3" fmla="*/ 0 w 274472"/>
                  <a:gd name="csY3" fmla="*/ 0 h 13920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92004">
                    <a:moveTo>
                      <a:pt x="0" y="1392004"/>
                    </a:moveTo>
                    <a:lnTo>
                      <a:pt x="274473" y="139200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3" name="任意多边形: 形状 182"/>
              <p:cNvSpPr/>
              <p:nvPr/>
            </p:nvSpPr>
            <p:spPr>
              <a:xfrm>
                <a:off x="38034595" y="53903725"/>
                <a:ext cx="274470" cy="1434395"/>
              </a:xfrm>
              <a:custGeom>
                <a:avLst/>
                <a:gdLst>
                  <a:gd name="csX0" fmla="*/ 0 w 274470"/>
                  <a:gd name="csY0" fmla="*/ 1434396 h 1434395"/>
                  <a:gd name="csX1" fmla="*/ 274470 w 274470"/>
                  <a:gd name="csY1" fmla="*/ 1434396 h 1434395"/>
                  <a:gd name="csX2" fmla="*/ 274470 w 274470"/>
                  <a:gd name="csY2" fmla="*/ 0 h 1434395"/>
                  <a:gd name="csX3" fmla="*/ 0 w 274470"/>
                  <a:gd name="csY3" fmla="*/ 0 h 143439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434395">
                    <a:moveTo>
                      <a:pt x="0" y="1434396"/>
                    </a:moveTo>
                    <a:lnTo>
                      <a:pt x="274470" y="1434396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4" name="任意多边形: 形状 183"/>
              <p:cNvSpPr/>
              <p:nvPr/>
            </p:nvSpPr>
            <p:spPr>
              <a:xfrm>
                <a:off x="38309065" y="54094055"/>
                <a:ext cx="274472" cy="1244066"/>
              </a:xfrm>
              <a:custGeom>
                <a:avLst/>
                <a:gdLst>
                  <a:gd name="csX0" fmla="*/ 0 w 274472"/>
                  <a:gd name="csY0" fmla="*/ 1244066 h 1244066"/>
                  <a:gd name="csX1" fmla="*/ 274473 w 274472"/>
                  <a:gd name="csY1" fmla="*/ 1244066 h 1244066"/>
                  <a:gd name="csX2" fmla="*/ 274473 w 274472"/>
                  <a:gd name="csY2" fmla="*/ 0 h 1244066"/>
                  <a:gd name="csX3" fmla="*/ 0 w 274472"/>
                  <a:gd name="csY3" fmla="*/ 0 h 12440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244066">
                    <a:moveTo>
                      <a:pt x="0" y="1244066"/>
                    </a:moveTo>
                    <a:lnTo>
                      <a:pt x="274473" y="124406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5" name="任意多边形: 形状 184"/>
              <p:cNvSpPr/>
              <p:nvPr/>
            </p:nvSpPr>
            <p:spPr>
              <a:xfrm>
                <a:off x="38583538" y="53927949"/>
                <a:ext cx="274472" cy="1410172"/>
              </a:xfrm>
              <a:custGeom>
                <a:avLst/>
                <a:gdLst>
                  <a:gd name="csX0" fmla="*/ 0 w 274472"/>
                  <a:gd name="csY0" fmla="*/ 1410172 h 1410172"/>
                  <a:gd name="csX1" fmla="*/ 274473 w 274472"/>
                  <a:gd name="csY1" fmla="*/ 1410172 h 1410172"/>
                  <a:gd name="csX2" fmla="*/ 274473 w 274472"/>
                  <a:gd name="csY2" fmla="*/ 0 h 1410172"/>
                  <a:gd name="csX3" fmla="*/ 0 w 274472"/>
                  <a:gd name="csY3" fmla="*/ 0 h 14101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10172">
                    <a:moveTo>
                      <a:pt x="0" y="1410172"/>
                    </a:moveTo>
                    <a:lnTo>
                      <a:pt x="274473" y="141017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6" name="任意多边形: 形状 185"/>
              <p:cNvSpPr/>
              <p:nvPr/>
            </p:nvSpPr>
            <p:spPr>
              <a:xfrm>
                <a:off x="38858011" y="53934870"/>
                <a:ext cx="274470" cy="1403251"/>
              </a:xfrm>
              <a:custGeom>
                <a:avLst/>
                <a:gdLst>
                  <a:gd name="csX0" fmla="*/ 0 w 274470"/>
                  <a:gd name="csY0" fmla="*/ 1403251 h 1403251"/>
                  <a:gd name="csX1" fmla="*/ 274470 w 274470"/>
                  <a:gd name="csY1" fmla="*/ 1403251 h 1403251"/>
                  <a:gd name="csX2" fmla="*/ 274470 w 274470"/>
                  <a:gd name="csY2" fmla="*/ 0 h 1403251"/>
                  <a:gd name="csX3" fmla="*/ 0 w 274470"/>
                  <a:gd name="csY3" fmla="*/ 0 h 14032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403251">
                    <a:moveTo>
                      <a:pt x="0" y="1403251"/>
                    </a:moveTo>
                    <a:lnTo>
                      <a:pt x="274470" y="140325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7" name="任意多边形: 形状 186"/>
              <p:cNvSpPr/>
              <p:nvPr/>
            </p:nvSpPr>
            <p:spPr>
              <a:xfrm>
                <a:off x="39132481" y="53882096"/>
                <a:ext cx="274472" cy="1456024"/>
              </a:xfrm>
              <a:custGeom>
                <a:avLst/>
                <a:gdLst>
                  <a:gd name="csX0" fmla="*/ 0 w 274472"/>
                  <a:gd name="csY0" fmla="*/ 1456025 h 1456024"/>
                  <a:gd name="csX1" fmla="*/ 274473 w 274472"/>
                  <a:gd name="csY1" fmla="*/ 1456025 h 1456024"/>
                  <a:gd name="csX2" fmla="*/ 274473 w 274472"/>
                  <a:gd name="csY2" fmla="*/ 0 h 1456024"/>
                  <a:gd name="csX3" fmla="*/ 0 w 274472"/>
                  <a:gd name="csY3" fmla="*/ 0 h 14560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56024">
                    <a:moveTo>
                      <a:pt x="0" y="1456025"/>
                    </a:moveTo>
                    <a:lnTo>
                      <a:pt x="274473" y="1456025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8" name="任意多边形: 形状 187"/>
              <p:cNvSpPr/>
              <p:nvPr/>
            </p:nvSpPr>
            <p:spPr>
              <a:xfrm>
                <a:off x="39406953" y="53997160"/>
                <a:ext cx="274470" cy="1340960"/>
              </a:xfrm>
              <a:custGeom>
                <a:avLst/>
                <a:gdLst>
                  <a:gd name="csX0" fmla="*/ 0 w 274470"/>
                  <a:gd name="csY0" fmla="*/ 1340961 h 1340960"/>
                  <a:gd name="csX1" fmla="*/ 274470 w 274470"/>
                  <a:gd name="csY1" fmla="*/ 1340961 h 1340960"/>
                  <a:gd name="csX2" fmla="*/ 274470 w 274470"/>
                  <a:gd name="csY2" fmla="*/ 0 h 1340960"/>
                  <a:gd name="csX3" fmla="*/ 0 w 274470"/>
                  <a:gd name="csY3" fmla="*/ 0 h 1340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340960">
                    <a:moveTo>
                      <a:pt x="0" y="1340961"/>
                    </a:moveTo>
                    <a:lnTo>
                      <a:pt x="274470" y="134096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89" name="任意多边形: 形状 188"/>
              <p:cNvSpPr/>
              <p:nvPr/>
            </p:nvSpPr>
            <p:spPr>
              <a:xfrm>
                <a:off x="39681423" y="53976396"/>
                <a:ext cx="274472" cy="1361724"/>
              </a:xfrm>
              <a:custGeom>
                <a:avLst/>
                <a:gdLst>
                  <a:gd name="csX0" fmla="*/ 0 w 274472"/>
                  <a:gd name="csY0" fmla="*/ 1361725 h 1361724"/>
                  <a:gd name="csX1" fmla="*/ 274473 w 274472"/>
                  <a:gd name="csY1" fmla="*/ 1361725 h 1361724"/>
                  <a:gd name="csX2" fmla="*/ 274473 w 274472"/>
                  <a:gd name="csY2" fmla="*/ 0 h 1361724"/>
                  <a:gd name="csX3" fmla="*/ 0 w 274472"/>
                  <a:gd name="csY3" fmla="*/ 0 h 13617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61724">
                    <a:moveTo>
                      <a:pt x="0" y="1361725"/>
                    </a:moveTo>
                    <a:lnTo>
                      <a:pt x="274473" y="1361725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0" name="任意多边形: 形状 189"/>
              <p:cNvSpPr/>
              <p:nvPr/>
            </p:nvSpPr>
            <p:spPr>
              <a:xfrm>
                <a:off x="39955896" y="53839705"/>
                <a:ext cx="274472" cy="1498416"/>
              </a:xfrm>
              <a:custGeom>
                <a:avLst/>
                <a:gdLst>
                  <a:gd name="csX0" fmla="*/ 0 w 274472"/>
                  <a:gd name="csY0" fmla="*/ 1498416 h 1498416"/>
                  <a:gd name="csX1" fmla="*/ 274473 w 274472"/>
                  <a:gd name="csY1" fmla="*/ 1498416 h 1498416"/>
                  <a:gd name="csX2" fmla="*/ 274473 w 274472"/>
                  <a:gd name="csY2" fmla="*/ 0 h 1498416"/>
                  <a:gd name="csX3" fmla="*/ 0 w 274472"/>
                  <a:gd name="csY3" fmla="*/ 0 h 14984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498416">
                    <a:moveTo>
                      <a:pt x="0" y="1498416"/>
                    </a:moveTo>
                    <a:lnTo>
                      <a:pt x="274473" y="149841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1" name="任意多边形: 形状 190"/>
              <p:cNvSpPr/>
              <p:nvPr/>
            </p:nvSpPr>
            <p:spPr>
              <a:xfrm>
                <a:off x="40230369" y="54008407"/>
                <a:ext cx="274470" cy="1329714"/>
              </a:xfrm>
              <a:custGeom>
                <a:avLst/>
                <a:gdLst>
                  <a:gd name="csX0" fmla="*/ 0 w 274470"/>
                  <a:gd name="csY0" fmla="*/ 1329714 h 1329714"/>
                  <a:gd name="csX1" fmla="*/ 274470 w 274470"/>
                  <a:gd name="csY1" fmla="*/ 1329714 h 1329714"/>
                  <a:gd name="csX2" fmla="*/ 274470 w 274470"/>
                  <a:gd name="csY2" fmla="*/ 0 h 1329714"/>
                  <a:gd name="csX3" fmla="*/ 0 w 274470"/>
                  <a:gd name="csY3" fmla="*/ 0 h 13297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329714">
                    <a:moveTo>
                      <a:pt x="0" y="1329714"/>
                    </a:moveTo>
                    <a:lnTo>
                      <a:pt x="274470" y="1329714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84" name="任意多边形: 形状 1983"/>
              <p:cNvSpPr/>
              <p:nvPr/>
            </p:nvSpPr>
            <p:spPr>
              <a:xfrm>
                <a:off x="40504839" y="53950443"/>
                <a:ext cx="274472" cy="1387678"/>
              </a:xfrm>
              <a:custGeom>
                <a:avLst/>
                <a:gdLst>
                  <a:gd name="csX0" fmla="*/ 0 w 274472"/>
                  <a:gd name="csY0" fmla="*/ 1387678 h 1387678"/>
                  <a:gd name="csX1" fmla="*/ 274473 w 274472"/>
                  <a:gd name="csY1" fmla="*/ 1387678 h 1387678"/>
                  <a:gd name="csX2" fmla="*/ 274473 w 274472"/>
                  <a:gd name="csY2" fmla="*/ 0 h 1387678"/>
                  <a:gd name="csX3" fmla="*/ 0 w 274472"/>
                  <a:gd name="csY3" fmla="*/ 0 h 1387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387678">
                    <a:moveTo>
                      <a:pt x="0" y="1387678"/>
                    </a:moveTo>
                    <a:lnTo>
                      <a:pt x="274473" y="1387678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85" name="任意多边形: 形状 1984"/>
              <p:cNvSpPr/>
              <p:nvPr/>
            </p:nvSpPr>
            <p:spPr>
              <a:xfrm>
                <a:off x="40779312" y="53901131"/>
                <a:ext cx="274470" cy="1436990"/>
              </a:xfrm>
              <a:custGeom>
                <a:avLst/>
                <a:gdLst>
                  <a:gd name="csX0" fmla="*/ 0 w 274470"/>
                  <a:gd name="csY0" fmla="*/ 1436991 h 1436990"/>
                  <a:gd name="csX1" fmla="*/ 274470 w 274470"/>
                  <a:gd name="csY1" fmla="*/ 1436991 h 1436990"/>
                  <a:gd name="csX2" fmla="*/ 274470 w 274470"/>
                  <a:gd name="csY2" fmla="*/ 0 h 1436990"/>
                  <a:gd name="csX3" fmla="*/ 0 w 274470"/>
                  <a:gd name="csY3" fmla="*/ 0 h 14369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436990">
                    <a:moveTo>
                      <a:pt x="0" y="1436991"/>
                    </a:moveTo>
                    <a:lnTo>
                      <a:pt x="274470" y="143699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86" name="任意多边形: 形状 1985"/>
              <p:cNvSpPr/>
              <p:nvPr/>
            </p:nvSpPr>
            <p:spPr>
              <a:xfrm>
                <a:off x="41053782" y="53363015"/>
                <a:ext cx="274472" cy="1975105"/>
              </a:xfrm>
              <a:custGeom>
                <a:avLst/>
                <a:gdLst>
                  <a:gd name="csX0" fmla="*/ 0 w 274472"/>
                  <a:gd name="csY0" fmla="*/ 1975106 h 1975105"/>
                  <a:gd name="csX1" fmla="*/ 274473 w 274472"/>
                  <a:gd name="csY1" fmla="*/ 1975106 h 1975105"/>
                  <a:gd name="csX2" fmla="*/ 274473 w 274472"/>
                  <a:gd name="csY2" fmla="*/ 0 h 1975105"/>
                  <a:gd name="csX3" fmla="*/ 0 w 274472"/>
                  <a:gd name="csY3" fmla="*/ 0 h 197510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975105">
                    <a:moveTo>
                      <a:pt x="0" y="1975106"/>
                    </a:moveTo>
                    <a:lnTo>
                      <a:pt x="274473" y="197510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87" name="任意多边形: 形状 1986"/>
              <p:cNvSpPr/>
              <p:nvPr/>
            </p:nvSpPr>
            <p:spPr>
              <a:xfrm>
                <a:off x="41328255" y="53318894"/>
                <a:ext cx="274470" cy="2019227"/>
              </a:xfrm>
              <a:custGeom>
                <a:avLst/>
                <a:gdLst>
                  <a:gd name="csX0" fmla="*/ 0 w 274470"/>
                  <a:gd name="csY0" fmla="*/ 2019227 h 2019227"/>
                  <a:gd name="csX1" fmla="*/ 274470 w 274470"/>
                  <a:gd name="csY1" fmla="*/ 2019227 h 2019227"/>
                  <a:gd name="csX2" fmla="*/ 274470 w 274470"/>
                  <a:gd name="csY2" fmla="*/ 0 h 2019227"/>
                  <a:gd name="csX3" fmla="*/ 0 w 274470"/>
                  <a:gd name="csY3" fmla="*/ 0 h 20192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019227">
                    <a:moveTo>
                      <a:pt x="0" y="2019227"/>
                    </a:moveTo>
                    <a:lnTo>
                      <a:pt x="274470" y="2019227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88" name="任意多边形: 形状 1987"/>
              <p:cNvSpPr/>
              <p:nvPr/>
            </p:nvSpPr>
            <p:spPr>
              <a:xfrm>
                <a:off x="41602725" y="53465967"/>
                <a:ext cx="274472" cy="1872154"/>
              </a:xfrm>
              <a:custGeom>
                <a:avLst/>
                <a:gdLst>
                  <a:gd name="csX0" fmla="*/ 0 w 274472"/>
                  <a:gd name="csY0" fmla="*/ 1872154 h 1872154"/>
                  <a:gd name="csX1" fmla="*/ 274473 w 274472"/>
                  <a:gd name="csY1" fmla="*/ 1872154 h 1872154"/>
                  <a:gd name="csX2" fmla="*/ 274473 w 274472"/>
                  <a:gd name="csY2" fmla="*/ 0 h 1872154"/>
                  <a:gd name="csX3" fmla="*/ 0 w 274472"/>
                  <a:gd name="csY3" fmla="*/ 0 h 187215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872154">
                    <a:moveTo>
                      <a:pt x="0" y="1872154"/>
                    </a:moveTo>
                    <a:lnTo>
                      <a:pt x="274473" y="187215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89" name="任意多边形: 形状 1988"/>
              <p:cNvSpPr/>
              <p:nvPr/>
            </p:nvSpPr>
            <p:spPr>
              <a:xfrm>
                <a:off x="41877198" y="53474618"/>
                <a:ext cx="274472" cy="1863503"/>
              </a:xfrm>
              <a:custGeom>
                <a:avLst/>
                <a:gdLst>
                  <a:gd name="csX0" fmla="*/ 0 w 274472"/>
                  <a:gd name="csY0" fmla="*/ 1863503 h 1863503"/>
                  <a:gd name="csX1" fmla="*/ 274473 w 274472"/>
                  <a:gd name="csY1" fmla="*/ 1863503 h 1863503"/>
                  <a:gd name="csX2" fmla="*/ 274473 w 274472"/>
                  <a:gd name="csY2" fmla="*/ 0 h 1863503"/>
                  <a:gd name="csX3" fmla="*/ 0 w 274472"/>
                  <a:gd name="csY3" fmla="*/ 0 h 18635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863503">
                    <a:moveTo>
                      <a:pt x="0" y="1863503"/>
                    </a:moveTo>
                    <a:lnTo>
                      <a:pt x="274473" y="186350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0" name="任意多边形: 形状 1989"/>
              <p:cNvSpPr/>
              <p:nvPr/>
            </p:nvSpPr>
            <p:spPr>
              <a:xfrm>
                <a:off x="42151670" y="51543634"/>
                <a:ext cx="274470" cy="3794487"/>
              </a:xfrm>
              <a:custGeom>
                <a:avLst/>
                <a:gdLst>
                  <a:gd name="csX0" fmla="*/ 0 w 274470"/>
                  <a:gd name="csY0" fmla="*/ 3794487 h 3794487"/>
                  <a:gd name="csX1" fmla="*/ 274470 w 274470"/>
                  <a:gd name="csY1" fmla="*/ 3794487 h 3794487"/>
                  <a:gd name="csX2" fmla="*/ 274470 w 274470"/>
                  <a:gd name="csY2" fmla="*/ 0 h 3794487"/>
                  <a:gd name="csX3" fmla="*/ 0 w 274470"/>
                  <a:gd name="csY3" fmla="*/ 0 h 37944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3794487">
                    <a:moveTo>
                      <a:pt x="0" y="3794487"/>
                    </a:moveTo>
                    <a:lnTo>
                      <a:pt x="274470" y="3794487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1" name="任意多边形: 形状 1990"/>
              <p:cNvSpPr/>
              <p:nvPr/>
            </p:nvSpPr>
            <p:spPr>
              <a:xfrm>
                <a:off x="42426140" y="52774723"/>
                <a:ext cx="274472" cy="2563398"/>
              </a:xfrm>
              <a:custGeom>
                <a:avLst/>
                <a:gdLst>
                  <a:gd name="csX0" fmla="*/ 0 w 274472"/>
                  <a:gd name="csY0" fmla="*/ 2563399 h 2563398"/>
                  <a:gd name="csX1" fmla="*/ 274473 w 274472"/>
                  <a:gd name="csY1" fmla="*/ 2563399 h 2563398"/>
                  <a:gd name="csX2" fmla="*/ 274473 w 274472"/>
                  <a:gd name="csY2" fmla="*/ 0 h 2563398"/>
                  <a:gd name="csX3" fmla="*/ 0 w 274472"/>
                  <a:gd name="csY3" fmla="*/ 0 h 2563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563398">
                    <a:moveTo>
                      <a:pt x="0" y="2563399"/>
                    </a:moveTo>
                    <a:lnTo>
                      <a:pt x="274473" y="2563399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2" name="任意多边形: 形状 1991"/>
              <p:cNvSpPr/>
              <p:nvPr/>
            </p:nvSpPr>
            <p:spPr>
              <a:xfrm>
                <a:off x="42700613" y="52908819"/>
                <a:ext cx="274470" cy="2429302"/>
              </a:xfrm>
              <a:custGeom>
                <a:avLst/>
                <a:gdLst>
                  <a:gd name="csX0" fmla="*/ 0 w 274470"/>
                  <a:gd name="csY0" fmla="*/ 2429302 h 2429302"/>
                  <a:gd name="csX1" fmla="*/ 274470 w 274470"/>
                  <a:gd name="csY1" fmla="*/ 2429302 h 2429302"/>
                  <a:gd name="csX2" fmla="*/ 274470 w 274470"/>
                  <a:gd name="csY2" fmla="*/ 0 h 2429302"/>
                  <a:gd name="csX3" fmla="*/ 0 w 274470"/>
                  <a:gd name="csY3" fmla="*/ 0 h 242930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429302">
                    <a:moveTo>
                      <a:pt x="0" y="2429302"/>
                    </a:moveTo>
                    <a:lnTo>
                      <a:pt x="274470" y="2429302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3" name="任意多边形: 形状 1992"/>
              <p:cNvSpPr/>
              <p:nvPr/>
            </p:nvSpPr>
            <p:spPr>
              <a:xfrm>
                <a:off x="42975083" y="52597369"/>
                <a:ext cx="274472" cy="2740751"/>
              </a:xfrm>
              <a:custGeom>
                <a:avLst/>
                <a:gdLst>
                  <a:gd name="csX0" fmla="*/ 0 w 274472"/>
                  <a:gd name="csY0" fmla="*/ 2740752 h 2740751"/>
                  <a:gd name="csX1" fmla="*/ 274473 w 274472"/>
                  <a:gd name="csY1" fmla="*/ 2740752 h 2740751"/>
                  <a:gd name="csX2" fmla="*/ 274473 w 274472"/>
                  <a:gd name="csY2" fmla="*/ 0 h 2740751"/>
                  <a:gd name="csX3" fmla="*/ 0 w 274472"/>
                  <a:gd name="csY3" fmla="*/ 0 h 27407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740751">
                    <a:moveTo>
                      <a:pt x="0" y="2740752"/>
                    </a:moveTo>
                    <a:lnTo>
                      <a:pt x="274473" y="274075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4" name="任意多边形: 形状 1993"/>
              <p:cNvSpPr/>
              <p:nvPr/>
            </p:nvSpPr>
            <p:spPr>
              <a:xfrm>
                <a:off x="43249556" y="52609482"/>
                <a:ext cx="274472" cy="2728639"/>
              </a:xfrm>
              <a:custGeom>
                <a:avLst/>
                <a:gdLst>
                  <a:gd name="csX0" fmla="*/ 0 w 274472"/>
                  <a:gd name="csY0" fmla="*/ 2728639 h 2728639"/>
                  <a:gd name="csX1" fmla="*/ 274473 w 274472"/>
                  <a:gd name="csY1" fmla="*/ 2728639 h 2728639"/>
                  <a:gd name="csX2" fmla="*/ 274473 w 274472"/>
                  <a:gd name="csY2" fmla="*/ 0 h 2728639"/>
                  <a:gd name="csX3" fmla="*/ 0 w 274472"/>
                  <a:gd name="csY3" fmla="*/ 0 h 27286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728639">
                    <a:moveTo>
                      <a:pt x="0" y="2728639"/>
                    </a:moveTo>
                    <a:lnTo>
                      <a:pt x="274473" y="2728639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5" name="任意多边形: 形状 1994"/>
              <p:cNvSpPr/>
              <p:nvPr/>
            </p:nvSpPr>
            <p:spPr>
              <a:xfrm>
                <a:off x="43524029" y="52536810"/>
                <a:ext cx="274470" cy="2801310"/>
              </a:xfrm>
              <a:custGeom>
                <a:avLst/>
                <a:gdLst>
                  <a:gd name="csX0" fmla="*/ 0 w 274470"/>
                  <a:gd name="csY0" fmla="*/ 2801311 h 2801310"/>
                  <a:gd name="csX1" fmla="*/ 274470 w 274470"/>
                  <a:gd name="csY1" fmla="*/ 2801311 h 2801310"/>
                  <a:gd name="csX2" fmla="*/ 274470 w 274470"/>
                  <a:gd name="csY2" fmla="*/ 0 h 2801310"/>
                  <a:gd name="csX3" fmla="*/ 0 w 274470"/>
                  <a:gd name="csY3" fmla="*/ 0 h 2801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801310">
                    <a:moveTo>
                      <a:pt x="0" y="2801311"/>
                    </a:moveTo>
                    <a:lnTo>
                      <a:pt x="274470" y="280131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6" name="任意多边形: 形状 1995"/>
              <p:cNvSpPr/>
              <p:nvPr/>
            </p:nvSpPr>
            <p:spPr>
              <a:xfrm>
                <a:off x="43798499" y="52916605"/>
                <a:ext cx="274472" cy="2421516"/>
              </a:xfrm>
              <a:custGeom>
                <a:avLst/>
                <a:gdLst>
                  <a:gd name="csX0" fmla="*/ 0 w 274472"/>
                  <a:gd name="csY0" fmla="*/ 2421516 h 2421516"/>
                  <a:gd name="csX1" fmla="*/ 274473 w 274472"/>
                  <a:gd name="csY1" fmla="*/ 2421516 h 2421516"/>
                  <a:gd name="csX2" fmla="*/ 274473 w 274472"/>
                  <a:gd name="csY2" fmla="*/ 0 h 2421516"/>
                  <a:gd name="csX3" fmla="*/ 0 w 274472"/>
                  <a:gd name="csY3" fmla="*/ 0 h 24215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421516">
                    <a:moveTo>
                      <a:pt x="0" y="2421516"/>
                    </a:moveTo>
                    <a:lnTo>
                      <a:pt x="274473" y="2421516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7" name="任意多边形: 形状 1996"/>
              <p:cNvSpPr/>
              <p:nvPr/>
            </p:nvSpPr>
            <p:spPr>
              <a:xfrm>
                <a:off x="44072972" y="53273041"/>
                <a:ext cx="274470" cy="2065079"/>
              </a:xfrm>
              <a:custGeom>
                <a:avLst/>
                <a:gdLst>
                  <a:gd name="csX0" fmla="*/ 0 w 274470"/>
                  <a:gd name="csY0" fmla="*/ 2065080 h 2065079"/>
                  <a:gd name="csX1" fmla="*/ 274470 w 274470"/>
                  <a:gd name="csY1" fmla="*/ 2065080 h 2065079"/>
                  <a:gd name="csX2" fmla="*/ 274470 w 274470"/>
                  <a:gd name="csY2" fmla="*/ 0 h 2065079"/>
                  <a:gd name="csX3" fmla="*/ 0 w 274470"/>
                  <a:gd name="csY3" fmla="*/ 0 h 20650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065079">
                    <a:moveTo>
                      <a:pt x="0" y="2065080"/>
                    </a:moveTo>
                    <a:lnTo>
                      <a:pt x="274470" y="2065080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8" name="任意多边形: 形状 1997"/>
              <p:cNvSpPr/>
              <p:nvPr/>
            </p:nvSpPr>
            <p:spPr>
              <a:xfrm>
                <a:off x="44347442" y="52871617"/>
                <a:ext cx="274472" cy="2466503"/>
              </a:xfrm>
              <a:custGeom>
                <a:avLst/>
                <a:gdLst>
                  <a:gd name="csX0" fmla="*/ 0 w 274472"/>
                  <a:gd name="csY0" fmla="*/ 2466504 h 2466503"/>
                  <a:gd name="csX1" fmla="*/ 274473 w 274472"/>
                  <a:gd name="csY1" fmla="*/ 2466504 h 2466503"/>
                  <a:gd name="csX2" fmla="*/ 274473 w 274472"/>
                  <a:gd name="csY2" fmla="*/ 0 h 2466503"/>
                  <a:gd name="csX3" fmla="*/ 0 w 274472"/>
                  <a:gd name="csY3" fmla="*/ 0 h 246650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466503">
                    <a:moveTo>
                      <a:pt x="0" y="2466504"/>
                    </a:moveTo>
                    <a:lnTo>
                      <a:pt x="274473" y="246650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1999" name="任意多边形: 形状 1998"/>
              <p:cNvSpPr/>
              <p:nvPr/>
            </p:nvSpPr>
            <p:spPr>
              <a:xfrm>
                <a:off x="44621915" y="53093958"/>
                <a:ext cx="274472" cy="2244163"/>
              </a:xfrm>
              <a:custGeom>
                <a:avLst/>
                <a:gdLst>
                  <a:gd name="csX0" fmla="*/ 0 w 274472"/>
                  <a:gd name="csY0" fmla="*/ 2244164 h 2244163"/>
                  <a:gd name="csX1" fmla="*/ 274473 w 274472"/>
                  <a:gd name="csY1" fmla="*/ 2244164 h 2244163"/>
                  <a:gd name="csX2" fmla="*/ 274473 w 274472"/>
                  <a:gd name="csY2" fmla="*/ 0 h 2244163"/>
                  <a:gd name="csX3" fmla="*/ 0 w 274472"/>
                  <a:gd name="csY3" fmla="*/ 0 h 22441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244163">
                    <a:moveTo>
                      <a:pt x="0" y="2244164"/>
                    </a:moveTo>
                    <a:lnTo>
                      <a:pt x="274473" y="2244164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0" name="任意多边形: 形状 1999"/>
              <p:cNvSpPr/>
              <p:nvPr/>
            </p:nvSpPr>
            <p:spPr>
              <a:xfrm>
                <a:off x="44896387" y="52811058"/>
                <a:ext cx="274470" cy="2527062"/>
              </a:xfrm>
              <a:custGeom>
                <a:avLst/>
                <a:gdLst>
                  <a:gd name="csX0" fmla="*/ 0 w 274470"/>
                  <a:gd name="csY0" fmla="*/ 2527063 h 2527062"/>
                  <a:gd name="csX1" fmla="*/ 274470 w 274470"/>
                  <a:gd name="csY1" fmla="*/ 2527063 h 2527062"/>
                  <a:gd name="csX2" fmla="*/ 274470 w 274470"/>
                  <a:gd name="csY2" fmla="*/ 0 h 2527062"/>
                  <a:gd name="csX3" fmla="*/ 0 w 274470"/>
                  <a:gd name="csY3" fmla="*/ 0 h 25270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527062">
                    <a:moveTo>
                      <a:pt x="0" y="2527063"/>
                    </a:moveTo>
                    <a:lnTo>
                      <a:pt x="274470" y="2527063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1" name="任意多边形: 形状 2000"/>
              <p:cNvSpPr/>
              <p:nvPr/>
            </p:nvSpPr>
            <p:spPr>
              <a:xfrm>
                <a:off x="45170857" y="53006579"/>
                <a:ext cx="274472" cy="2331542"/>
              </a:xfrm>
              <a:custGeom>
                <a:avLst/>
                <a:gdLst>
                  <a:gd name="csX0" fmla="*/ 0 w 274472"/>
                  <a:gd name="csY0" fmla="*/ 2331543 h 2331542"/>
                  <a:gd name="csX1" fmla="*/ 274473 w 274472"/>
                  <a:gd name="csY1" fmla="*/ 2331543 h 2331542"/>
                  <a:gd name="csX2" fmla="*/ 274473 w 274472"/>
                  <a:gd name="csY2" fmla="*/ 0 h 2331542"/>
                  <a:gd name="csX3" fmla="*/ 0 w 274472"/>
                  <a:gd name="csY3" fmla="*/ 0 h 23315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331542">
                    <a:moveTo>
                      <a:pt x="0" y="2331543"/>
                    </a:moveTo>
                    <a:lnTo>
                      <a:pt x="274473" y="2331543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2" name="任意多边形: 形状 2001"/>
              <p:cNvSpPr/>
              <p:nvPr/>
            </p:nvSpPr>
            <p:spPr>
              <a:xfrm>
                <a:off x="45445330" y="52739252"/>
                <a:ext cx="274470" cy="2598868"/>
              </a:xfrm>
              <a:custGeom>
                <a:avLst/>
                <a:gdLst>
                  <a:gd name="csX0" fmla="*/ 0 w 274470"/>
                  <a:gd name="csY0" fmla="*/ 2598869 h 2598868"/>
                  <a:gd name="csX1" fmla="*/ 274470 w 274470"/>
                  <a:gd name="csY1" fmla="*/ 2598869 h 2598868"/>
                  <a:gd name="csX2" fmla="*/ 274470 w 274470"/>
                  <a:gd name="csY2" fmla="*/ 0 h 2598868"/>
                  <a:gd name="csX3" fmla="*/ 0 w 274470"/>
                  <a:gd name="csY3" fmla="*/ 0 h 25988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2598868">
                    <a:moveTo>
                      <a:pt x="0" y="2598869"/>
                    </a:moveTo>
                    <a:lnTo>
                      <a:pt x="274470" y="2598869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3" name="任意多边形: 形状 2002"/>
              <p:cNvSpPr/>
              <p:nvPr/>
            </p:nvSpPr>
            <p:spPr>
              <a:xfrm>
                <a:off x="45719800" y="53272176"/>
                <a:ext cx="274472" cy="2065944"/>
              </a:xfrm>
              <a:custGeom>
                <a:avLst/>
                <a:gdLst>
                  <a:gd name="csX0" fmla="*/ 0 w 274472"/>
                  <a:gd name="csY0" fmla="*/ 2065945 h 2065944"/>
                  <a:gd name="csX1" fmla="*/ 274473 w 274472"/>
                  <a:gd name="csY1" fmla="*/ 2065945 h 2065944"/>
                  <a:gd name="csX2" fmla="*/ 274473 w 274472"/>
                  <a:gd name="csY2" fmla="*/ 0 h 2065944"/>
                  <a:gd name="csX3" fmla="*/ 0 w 274472"/>
                  <a:gd name="csY3" fmla="*/ 0 h 20659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2065944">
                    <a:moveTo>
                      <a:pt x="0" y="2065945"/>
                    </a:moveTo>
                    <a:lnTo>
                      <a:pt x="274473" y="2065945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4" name="任意多边形: 形状 2003"/>
              <p:cNvSpPr/>
              <p:nvPr/>
            </p:nvSpPr>
            <p:spPr>
              <a:xfrm>
                <a:off x="45994273" y="53614770"/>
                <a:ext cx="274470" cy="1723351"/>
              </a:xfrm>
              <a:custGeom>
                <a:avLst/>
                <a:gdLst>
                  <a:gd name="csX0" fmla="*/ 0 w 274470"/>
                  <a:gd name="csY0" fmla="*/ 1723351 h 1723351"/>
                  <a:gd name="csX1" fmla="*/ 274470 w 274470"/>
                  <a:gd name="csY1" fmla="*/ 1723351 h 1723351"/>
                  <a:gd name="csX2" fmla="*/ 274470 w 274470"/>
                  <a:gd name="csY2" fmla="*/ 0 h 1723351"/>
                  <a:gd name="csX3" fmla="*/ 0 w 274470"/>
                  <a:gd name="csY3" fmla="*/ 0 h 172335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0" h="1723351">
                    <a:moveTo>
                      <a:pt x="0" y="1723351"/>
                    </a:moveTo>
                    <a:lnTo>
                      <a:pt x="274470" y="1723351"/>
                    </a:lnTo>
                    <a:lnTo>
                      <a:pt x="2744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5" name="任意多边形: 形状 2004"/>
              <p:cNvSpPr/>
              <p:nvPr/>
            </p:nvSpPr>
            <p:spPr>
              <a:xfrm>
                <a:off x="46268743" y="54176243"/>
                <a:ext cx="274472" cy="1161878"/>
              </a:xfrm>
              <a:custGeom>
                <a:avLst/>
                <a:gdLst>
                  <a:gd name="csX0" fmla="*/ 0 w 274472"/>
                  <a:gd name="csY0" fmla="*/ 1161878 h 1161878"/>
                  <a:gd name="csX1" fmla="*/ 274473 w 274472"/>
                  <a:gd name="csY1" fmla="*/ 1161878 h 1161878"/>
                  <a:gd name="csX2" fmla="*/ 274473 w 274472"/>
                  <a:gd name="csY2" fmla="*/ 0 h 1161878"/>
                  <a:gd name="csX3" fmla="*/ 0 w 274472"/>
                  <a:gd name="csY3" fmla="*/ 0 h 11618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1161878">
                    <a:moveTo>
                      <a:pt x="0" y="1161878"/>
                    </a:moveTo>
                    <a:lnTo>
                      <a:pt x="274473" y="1161878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  <p:sp>
            <p:nvSpPr>
              <p:cNvPr id="2007" name="任意多边形: 形状 2006"/>
              <p:cNvSpPr/>
              <p:nvPr/>
            </p:nvSpPr>
            <p:spPr>
              <a:xfrm>
                <a:off x="46543216" y="54664180"/>
                <a:ext cx="274472" cy="673941"/>
              </a:xfrm>
              <a:custGeom>
                <a:avLst/>
                <a:gdLst>
                  <a:gd name="csX0" fmla="*/ 0 w 274472"/>
                  <a:gd name="csY0" fmla="*/ 673942 h 673941"/>
                  <a:gd name="csX1" fmla="*/ 274473 w 274472"/>
                  <a:gd name="csY1" fmla="*/ 673942 h 673941"/>
                  <a:gd name="csX2" fmla="*/ 274473 w 274472"/>
                  <a:gd name="csY2" fmla="*/ 0 h 673941"/>
                  <a:gd name="csX3" fmla="*/ 0 w 274472"/>
                  <a:gd name="csY3" fmla="*/ 0 h 67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4472" h="673941">
                    <a:moveTo>
                      <a:pt x="0" y="673942"/>
                    </a:moveTo>
                    <a:lnTo>
                      <a:pt x="274473" y="673942"/>
                    </a:lnTo>
                    <a:lnTo>
                      <a:pt x="27447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9800">
                  <a:alpha val="60000"/>
                </a:srgbClr>
              </a:solidFill>
              <a:ln w="101600" cap="flat">
                <a:solidFill>
                  <a:schemeClr val="tx1"/>
                </a:solidFill>
                <a:prstDash val="solid"/>
                <a:miter/>
              </a:ln>
            </p:spPr>
          </p:sp>
        </p:grpSp>
        <p:sp>
          <p:nvSpPr>
            <p:cNvPr id="152" name="任意多边形: 形状 151"/>
            <p:cNvSpPr/>
            <p:nvPr/>
          </p:nvSpPr>
          <p:spPr>
            <a:xfrm>
              <a:off x="46489" y="85340"/>
              <a:ext cx="30994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153" name="任意多边形: 形状 152"/>
            <p:cNvSpPr/>
            <p:nvPr/>
          </p:nvSpPr>
          <p:spPr>
            <a:xfrm>
              <a:off x="46489" y="81541"/>
              <a:ext cx="30994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155" name="任意多边形: 形状 154"/>
            <p:cNvSpPr/>
            <p:nvPr/>
          </p:nvSpPr>
          <p:spPr>
            <a:xfrm>
              <a:off x="46489" y="77749"/>
              <a:ext cx="30994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sp>
          <p:nvSpPr>
            <p:cNvPr id="156" name="任意多边形: 形状 155"/>
            <p:cNvSpPr/>
            <p:nvPr/>
          </p:nvSpPr>
          <p:spPr>
            <a:xfrm>
              <a:off x="46489" y="73923"/>
              <a:ext cx="30994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B0B0B0">
                  <a:alpha val="30000"/>
                </a:srgbClr>
              </a:solidFill>
              <a:prstDash val="sysDash"/>
              <a:round/>
            </a:ln>
          </p:spPr>
        </p:sp>
        <p:grpSp>
          <p:nvGrpSpPr>
            <p:cNvPr id="201" name="组合 200"/>
            <p:cNvGrpSpPr/>
            <p:nvPr/>
          </p:nvGrpSpPr>
          <p:grpSpPr>
            <a:xfrm>
              <a:off x="45922" y="73923"/>
              <a:ext cx="566" cy="15200"/>
              <a:chOff x="45922" y="73923"/>
              <a:chExt cx="566" cy="15200"/>
            </a:xfrm>
          </p:grpSpPr>
          <p:sp>
            <p:nvSpPr>
              <p:cNvPr id="160" name="任意多边形: 形状 159"/>
              <p:cNvSpPr/>
              <p:nvPr/>
            </p:nvSpPr>
            <p:spPr>
              <a:xfrm>
                <a:off x="45922" y="89123"/>
                <a:ext cx="567" cy="0"/>
              </a:xfrm>
              <a:custGeom>
                <a:avLst/>
                <a:gdLst>
                  <a:gd name="csX0" fmla="*/ 154337 w 153802"/>
                  <a:gd name="csY0" fmla="*/ 315 h 43941"/>
                  <a:gd name="csX1" fmla="*/ 535 w 153802"/>
                  <a:gd name="csY1" fmla="*/ 315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4337" y="315"/>
                    </a:moveTo>
                    <a:lnTo>
                      <a:pt x="535" y="31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1" name="任意多边形: 形状 160"/>
              <p:cNvSpPr/>
              <p:nvPr/>
            </p:nvSpPr>
            <p:spPr>
              <a:xfrm>
                <a:off x="45922" y="85340"/>
                <a:ext cx="567" cy="0"/>
              </a:xfrm>
              <a:custGeom>
                <a:avLst/>
                <a:gdLst>
                  <a:gd name="csX0" fmla="*/ 154337 w 153802"/>
                  <a:gd name="csY0" fmla="*/ 260 h 43941"/>
                  <a:gd name="csX1" fmla="*/ 535 w 153802"/>
                  <a:gd name="csY1" fmla="*/ 260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4337" y="260"/>
                    </a:moveTo>
                    <a:lnTo>
                      <a:pt x="535" y="26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2" name="任意多边形: 形状 161"/>
              <p:cNvSpPr/>
              <p:nvPr/>
            </p:nvSpPr>
            <p:spPr>
              <a:xfrm>
                <a:off x="45922" y="81541"/>
                <a:ext cx="567" cy="0"/>
              </a:xfrm>
              <a:custGeom>
                <a:avLst/>
                <a:gdLst>
                  <a:gd name="csX0" fmla="*/ 154337 w 153802"/>
                  <a:gd name="csY0" fmla="*/ 205 h 43941"/>
                  <a:gd name="csX1" fmla="*/ 535 w 153802"/>
                  <a:gd name="csY1" fmla="*/ 205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4337" y="205"/>
                    </a:moveTo>
                    <a:lnTo>
                      <a:pt x="535" y="20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3" name="任意多边形: 形状 162"/>
              <p:cNvSpPr/>
              <p:nvPr/>
            </p:nvSpPr>
            <p:spPr>
              <a:xfrm>
                <a:off x="45922" y="77749"/>
                <a:ext cx="567" cy="0"/>
              </a:xfrm>
              <a:custGeom>
                <a:avLst/>
                <a:gdLst>
                  <a:gd name="csX0" fmla="*/ 154337 w 153802"/>
                  <a:gd name="csY0" fmla="*/ 150 h 43941"/>
                  <a:gd name="csX1" fmla="*/ 535 w 153802"/>
                  <a:gd name="csY1" fmla="*/ 150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4337" y="150"/>
                    </a:moveTo>
                    <a:lnTo>
                      <a:pt x="535" y="150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  <p:sp>
            <p:nvSpPr>
              <p:cNvPr id="164" name="任意多边形: 形状 163"/>
              <p:cNvSpPr/>
              <p:nvPr/>
            </p:nvSpPr>
            <p:spPr>
              <a:xfrm>
                <a:off x="45922" y="73923"/>
                <a:ext cx="567" cy="0"/>
              </a:xfrm>
              <a:custGeom>
                <a:avLst/>
                <a:gdLst>
                  <a:gd name="csX0" fmla="*/ 154337 w 153802"/>
                  <a:gd name="csY0" fmla="*/ 95 h 43941"/>
                  <a:gd name="csX1" fmla="*/ 535 w 153802"/>
                  <a:gd name="csY1" fmla="*/ 95 h 43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53802" h="43941">
                    <a:moveTo>
                      <a:pt x="154337" y="95"/>
                    </a:moveTo>
                    <a:lnTo>
                      <a:pt x="535" y="95"/>
                    </a:lnTo>
                  </a:path>
                </a:pathLst>
              </a:custGeom>
              <a:solidFill>
                <a:srgbClr val="000000"/>
              </a:solidFill>
              <a:ln w="101600" cap="flat">
                <a:solidFill>
                  <a:schemeClr val="tx1"/>
                </a:solidFill>
                <a:prstDash val="solid"/>
                <a:round/>
              </a:ln>
            </p:spPr>
          </p:sp>
        </p:grpSp>
        <p:sp>
          <p:nvSpPr>
            <p:cNvPr id="158" name="任意多边形: 形状 157"/>
            <p:cNvSpPr/>
            <p:nvPr/>
          </p:nvSpPr>
          <p:spPr>
            <a:xfrm>
              <a:off x="46489" y="71017"/>
              <a:ext cx="0" cy="18114"/>
            </a:xfrm>
            <a:custGeom>
              <a:avLst/>
              <a:gdLst>
                <a:gd name="csX0" fmla="*/ 0 w 43943"/>
                <a:gd name="csY0" fmla="*/ 11502147 h 11502146"/>
                <a:gd name="csX1" fmla="*/ 0 w 43943"/>
                <a:gd name="csY1" fmla="*/ 0 h 115021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943" h="11502146">
                  <a:moveTo>
                    <a:pt x="0" y="11502147"/>
                  </a:moveTo>
                  <a:lnTo>
                    <a:pt x="0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9" name="任意多边形: 形状 158"/>
            <p:cNvSpPr/>
            <p:nvPr/>
          </p:nvSpPr>
          <p:spPr>
            <a:xfrm>
              <a:off x="46489" y="89131"/>
              <a:ext cx="31068" cy="0"/>
            </a:xfrm>
            <a:custGeom>
              <a:avLst/>
              <a:gdLst>
                <a:gd name="csX0" fmla="*/ 0 w 19681431"/>
                <a:gd name="csY0" fmla="*/ 0 h 43941"/>
                <a:gd name="csX1" fmla="*/ 19681432 w 19681431"/>
                <a:gd name="csY1" fmla="*/ 0 h 439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681431" h="43941">
                  <a:moveTo>
                    <a:pt x="0" y="0"/>
                  </a:moveTo>
                  <a:lnTo>
                    <a:pt x="19681432" y="0"/>
                  </a:lnTo>
                </a:path>
              </a:pathLst>
            </a:custGeom>
            <a:noFill/>
            <a:ln w="1016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8" name="文本框 197"/>
            <p:cNvSpPr txBox="1"/>
            <p:nvPr/>
          </p:nvSpPr>
          <p:spPr>
            <a:xfrm>
              <a:off x="41640" y="90657"/>
              <a:ext cx="268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2" name="矩形 201"/>
            <p:cNvSpPr/>
            <p:nvPr/>
          </p:nvSpPr>
          <p:spPr>
            <a:xfrm rot="16200000">
              <a:off x="38540" y="78010"/>
              <a:ext cx="8440" cy="184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en-US" altLang="zh-CN" sz="8800" i="1" dirty="0">
                  <a:latin typeface="Calibri" panose="020F0502020204030204" pitchFamily="34" charset="0"/>
                  <a:cs typeface="Calibri" panose="020F0502020204030204" pitchFamily="34" charset="0"/>
                  <a:sym typeface="+mn-ea"/>
                </a:rPr>
                <a:t>Density</a:t>
              </a:r>
              <a:endParaRPr lang="zh-CN" altLang="en-US" sz="8800" i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03" name="组合 202"/>
            <p:cNvGrpSpPr/>
            <p:nvPr/>
          </p:nvGrpSpPr>
          <p:grpSpPr>
            <a:xfrm>
              <a:off x="41372" y="72785"/>
              <a:ext cx="4213" cy="17578"/>
              <a:chOff x="4939" y="72785"/>
              <a:chExt cx="4213" cy="17578"/>
            </a:xfrm>
          </p:grpSpPr>
          <p:sp>
            <p:nvSpPr>
              <p:cNvPr id="204" name="文本框 203"/>
              <p:cNvSpPr txBox="1"/>
              <p:nvPr/>
            </p:nvSpPr>
            <p:spPr>
              <a:xfrm>
                <a:off x="5073" y="88085"/>
                <a:ext cx="4079" cy="2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4939" y="84310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6" name="文本框 205"/>
              <p:cNvSpPr txBox="1"/>
              <p:nvPr/>
            </p:nvSpPr>
            <p:spPr>
              <a:xfrm>
                <a:off x="5017" y="80385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5017" y="76585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8" name="文本框 207"/>
              <p:cNvSpPr txBox="1"/>
              <p:nvPr/>
            </p:nvSpPr>
            <p:spPr>
              <a:xfrm>
                <a:off x="5025" y="72785"/>
                <a:ext cx="4079" cy="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8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  <a:endPara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9" name="文本框 218"/>
            <p:cNvSpPr txBox="1"/>
            <p:nvPr/>
          </p:nvSpPr>
          <p:spPr>
            <a:xfrm>
              <a:off x="42840" y="89638"/>
              <a:ext cx="4296" cy="22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49045" y="89640"/>
              <a:ext cx="4296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0.2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1" name="文本框 220"/>
            <p:cNvSpPr txBox="1"/>
            <p:nvPr/>
          </p:nvSpPr>
          <p:spPr>
            <a:xfrm>
              <a:off x="61455" y="89640"/>
              <a:ext cx="4296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0.6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2" name="文本框 221"/>
            <p:cNvSpPr txBox="1"/>
            <p:nvPr/>
          </p:nvSpPr>
          <p:spPr>
            <a:xfrm>
              <a:off x="67660" y="89640"/>
              <a:ext cx="4296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0.8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73865" y="89640"/>
              <a:ext cx="4296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1.0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55250" y="89640"/>
              <a:ext cx="4296" cy="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8800" dirty="0">
                  <a:latin typeface="Calibri" panose="020F0502020204030204" pitchFamily="34" charset="0"/>
                  <a:cs typeface="Calibri" panose="020F0502020204030204" pitchFamily="34" charset="0"/>
                </a:rPr>
                <a:t>0.4</a:t>
              </a:r>
              <a:endParaRPr lang="en-US" altLang="zh-CN" sz="8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225" name="矩形 224"/>
          <p:cNvSpPr/>
          <p:nvPr/>
        </p:nvSpPr>
        <p:spPr>
          <a:xfrm>
            <a:off x="1679258" y="44376572"/>
            <a:ext cx="1999900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g. 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Distribution of QED</a:t>
            </a:r>
            <a:endParaRPr lang="zh-CN" altLang="en-US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26271220" y="44376536"/>
            <a:ext cx="1999900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zh-CN" sz="8800" i="1" dirty="0"/>
              <a:t>h. 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QED </a:t>
            </a:r>
            <a:r>
              <a:rPr lang="en-US" altLang="zh-CN" sz="8800" dirty="0"/>
              <a:t>weighted effect</a:t>
            </a:r>
            <a:endParaRPr lang="zh-CN" altLang="en-US" sz="8800" dirty="0"/>
          </a:p>
        </p:txBody>
      </p:sp>
      <p:sp>
        <p:nvSpPr>
          <p:cNvPr id="231" name="矩形 230"/>
          <p:cNvSpPr/>
          <p:nvPr/>
        </p:nvSpPr>
        <p:spPr>
          <a:xfrm>
            <a:off x="38581643" y="46147407"/>
            <a:ext cx="874800" cy="874126"/>
          </a:xfrm>
          <a:prstGeom prst="rect">
            <a:avLst/>
          </a:prstGeom>
          <a:solidFill>
            <a:srgbClr val="D8D8D8"/>
          </a:solidFill>
          <a:ln w="1016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232" name="矩形 231"/>
          <p:cNvSpPr/>
          <p:nvPr/>
        </p:nvSpPr>
        <p:spPr>
          <a:xfrm>
            <a:off x="38581150" y="47593937"/>
            <a:ext cx="874800" cy="874126"/>
          </a:xfrm>
          <a:prstGeom prst="rect">
            <a:avLst/>
          </a:prstGeom>
          <a:solidFill>
            <a:srgbClr val="E8AA4F"/>
          </a:solidFill>
          <a:ln w="101600"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800" dirty="0"/>
          </a:p>
        </p:txBody>
      </p:sp>
      <p:sp>
        <p:nvSpPr>
          <p:cNvPr id="233" name="文本框 232"/>
          <p:cNvSpPr txBox="1"/>
          <p:nvPr/>
        </p:nvSpPr>
        <p:spPr>
          <a:xfrm>
            <a:off x="40272918" y="45861195"/>
            <a:ext cx="536879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Original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39655839" y="47307725"/>
            <a:ext cx="971920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Weighted 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power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zh-CN" altLang="en-US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5582285" y="10734675"/>
            <a:ext cx="43703999" cy="0"/>
          </a:xfrm>
          <a:custGeom>
            <a:avLst/>
            <a:gdLst>
              <a:gd name="csX0" fmla="*/ 0 w 18598266"/>
              <a:gd name="csY0" fmla="*/ 0 h 31573"/>
              <a:gd name="csX1" fmla="*/ 18598266 w 18598266"/>
              <a:gd name="csY1" fmla="*/ 0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98266" h="31573">
                <a:moveTo>
                  <a:pt x="0" y="0"/>
                </a:moveTo>
                <a:lnTo>
                  <a:pt x="18598266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6" name="任意多边形: 形状 5"/>
          <p:cNvSpPr/>
          <p:nvPr/>
        </p:nvSpPr>
        <p:spPr>
          <a:xfrm>
            <a:off x="5582285" y="8930640"/>
            <a:ext cx="43703999" cy="0"/>
          </a:xfrm>
          <a:custGeom>
            <a:avLst/>
            <a:gdLst>
              <a:gd name="csX0" fmla="*/ 0 w 18598266"/>
              <a:gd name="csY0" fmla="*/ 0 h 31573"/>
              <a:gd name="csX1" fmla="*/ 18598266 w 18598266"/>
              <a:gd name="csY1" fmla="*/ 0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98266" h="31573">
                <a:moveTo>
                  <a:pt x="0" y="0"/>
                </a:moveTo>
                <a:lnTo>
                  <a:pt x="18598266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7" name="任意多边形: 形状 6"/>
          <p:cNvSpPr/>
          <p:nvPr/>
        </p:nvSpPr>
        <p:spPr>
          <a:xfrm>
            <a:off x="5582285" y="7126605"/>
            <a:ext cx="43703999" cy="0"/>
          </a:xfrm>
          <a:custGeom>
            <a:avLst/>
            <a:gdLst>
              <a:gd name="csX0" fmla="*/ 0 w 18598266"/>
              <a:gd name="csY0" fmla="*/ 0 h 31573"/>
              <a:gd name="csX1" fmla="*/ 18598266 w 18598266"/>
              <a:gd name="csY1" fmla="*/ 0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98266" h="31573">
                <a:moveTo>
                  <a:pt x="0" y="0"/>
                </a:moveTo>
                <a:lnTo>
                  <a:pt x="18598266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8" name="任意多边形: 形状 7"/>
          <p:cNvSpPr/>
          <p:nvPr/>
        </p:nvSpPr>
        <p:spPr>
          <a:xfrm>
            <a:off x="5582285" y="5322570"/>
            <a:ext cx="43703999" cy="0"/>
          </a:xfrm>
          <a:custGeom>
            <a:avLst/>
            <a:gdLst>
              <a:gd name="csX0" fmla="*/ 0 w 18598266"/>
              <a:gd name="csY0" fmla="*/ 0 h 31573"/>
              <a:gd name="csX1" fmla="*/ 18598266 w 18598266"/>
              <a:gd name="csY1" fmla="*/ 0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98266" h="31573">
                <a:moveTo>
                  <a:pt x="0" y="0"/>
                </a:moveTo>
                <a:lnTo>
                  <a:pt x="18598266" y="0"/>
                </a:lnTo>
              </a:path>
            </a:pathLst>
          </a:custGeom>
          <a:noFill/>
          <a:ln w="101600" cap="sq">
            <a:solidFill>
              <a:srgbClr val="B0B0B0">
                <a:alpha val="30000"/>
              </a:srgbClr>
            </a:solidFill>
            <a:prstDash val="sysDash"/>
            <a:round/>
          </a:ln>
        </p:spPr>
      </p:sp>
      <p:sp>
        <p:nvSpPr>
          <p:cNvPr id="3" name="任意多边形: 形状 2"/>
          <p:cNvSpPr/>
          <p:nvPr/>
        </p:nvSpPr>
        <p:spPr>
          <a:xfrm>
            <a:off x="5582285" y="4130040"/>
            <a:ext cx="0" cy="8408670"/>
          </a:xfrm>
          <a:custGeom>
            <a:avLst/>
            <a:gdLst>
              <a:gd name="csX0" fmla="*/ 0 w 32411"/>
              <a:gd name="csY0" fmla="*/ 9064061 h 9064060"/>
              <a:gd name="csX1" fmla="*/ 0 w 32411"/>
              <a:gd name="csY1" fmla="*/ 0 h 9064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11" h="9064060">
                <a:moveTo>
                  <a:pt x="0" y="9064061"/>
                </a:moveTo>
                <a:lnTo>
                  <a:pt x="0" y="0"/>
                </a:lnTo>
              </a:path>
            </a:pathLst>
          </a:custGeom>
          <a:noFill/>
          <a:ln w="101600" cap="sq">
            <a:solidFill>
              <a:srgbClr val="000000"/>
            </a:solidFill>
            <a:prstDash val="solid"/>
            <a:miter/>
          </a:ln>
        </p:spPr>
      </p:sp>
      <p:sp>
        <p:nvSpPr>
          <p:cNvPr id="11" name="任意多边形: 形状 10"/>
          <p:cNvSpPr/>
          <p:nvPr/>
        </p:nvSpPr>
        <p:spPr>
          <a:xfrm>
            <a:off x="5222240" y="12538710"/>
            <a:ext cx="360045" cy="0"/>
          </a:xfrm>
          <a:custGeom>
            <a:avLst/>
            <a:gdLst>
              <a:gd name="csX0" fmla="*/ 113497 w 113439"/>
              <a:gd name="csY0" fmla="*/ 310 h 31573"/>
              <a:gd name="csX1" fmla="*/ 58 w 113439"/>
              <a:gd name="csY1" fmla="*/ 310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439" h="31573">
                <a:moveTo>
                  <a:pt x="113497" y="310"/>
                </a:moveTo>
                <a:lnTo>
                  <a:pt x="58" y="310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12" name="任意多边形: 形状 11"/>
          <p:cNvSpPr/>
          <p:nvPr/>
        </p:nvSpPr>
        <p:spPr>
          <a:xfrm>
            <a:off x="5222240" y="10734675"/>
            <a:ext cx="360045" cy="0"/>
          </a:xfrm>
          <a:custGeom>
            <a:avLst/>
            <a:gdLst>
              <a:gd name="csX0" fmla="*/ 113497 w 113439"/>
              <a:gd name="csY0" fmla="*/ 249 h 31573"/>
              <a:gd name="csX1" fmla="*/ 58 w 113439"/>
              <a:gd name="csY1" fmla="*/ 249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439" h="31573">
                <a:moveTo>
                  <a:pt x="113497" y="249"/>
                </a:moveTo>
                <a:lnTo>
                  <a:pt x="58" y="249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13" name="任意多边形: 形状 12"/>
          <p:cNvSpPr/>
          <p:nvPr/>
        </p:nvSpPr>
        <p:spPr>
          <a:xfrm>
            <a:off x="5222240" y="8930640"/>
            <a:ext cx="360045" cy="0"/>
          </a:xfrm>
          <a:custGeom>
            <a:avLst/>
            <a:gdLst>
              <a:gd name="csX0" fmla="*/ 113497 w 113439"/>
              <a:gd name="csY0" fmla="*/ 187 h 31573"/>
              <a:gd name="csX1" fmla="*/ 58 w 113439"/>
              <a:gd name="csY1" fmla="*/ 187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439" h="31573">
                <a:moveTo>
                  <a:pt x="113497" y="187"/>
                </a:moveTo>
                <a:lnTo>
                  <a:pt x="58" y="187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14" name="任意多边形: 形状 13"/>
          <p:cNvSpPr/>
          <p:nvPr/>
        </p:nvSpPr>
        <p:spPr>
          <a:xfrm>
            <a:off x="5222240" y="7126605"/>
            <a:ext cx="360045" cy="0"/>
          </a:xfrm>
          <a:custGeom>
            <a:avLst/>
            <a:gdLst>
              <a:gd name="csX0" fmla="*/ 113497 w 113439"/>
              <a:gd name="csY0" fmla="*/ 125 h 31573"/>
              <a:gd name="csX1" fmla="*/ 58 w 113439"/>
              <a:gd name="csY1" fmla="*/ 125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439" h="31573">
                <a:moveTo>
                  <a:pt x="113497" y="125"/>
                </a:moveTo>
                <a:lnTo>
                  <a:pt x="58" y="125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sp>
        <p:nvSpPr>
          <p:cNvPr id="15" name="任意多边形: 形状 14"/>
          <p:cNvSpPr/>
          <p:nvPr/>
        </p:nvSpPr>
        <p:spPr>
          <a:xfrm>
            <a:off x="5222240" y="5322570"/>
            <a:ext cx="360045" cy="0"/>
          </a:xfrm>
          <a:custGeom>
            <a:avLst/>
            <a:gdLst>
              <a:gd name="csX0" fmla="*/ 113497 w 113439"/>
              <a:gd name="csY0" fmla="*/ 64 h 31573"/>
              <a:gd name="csX1" fmla="*/ 58 w 113439"/>
              <a:gd name="csY1" fmla="*/ 64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3439" h="31573">
                <a:moveTo>
                  <a:pt x="113497" y="64"/>
                </a:moveTo>
                <a:lnTo>
                  <a:pt x="58" y="64"/>
                </a:lnTo>
              </a:path>
            </a:pathLst>
          </a:custGeom>
          <a:solidFill>
            <a:srgbClr val="000000"/>
          </a:solidFill>
          <a:ln w="101600" cap="flat">
            <a:solidFill>
              <a:srgbClr val="000000"/>
            </a:solidFill>
            <a:prstDash val="solid"/>
            <a:round/>
          </a:ln>
        </p:spPr>
      </p:sp>
      <p:grpSp>
        <p:nvGrpSpPr>
          <p:cNvPr id="137" name="组合 136"/>
          <p:cNvGrpSpPr/>
          <p:nvPr/>
        </p:nvGrpSpPr>
        <p:grpSpPr>
          <a:xfrm>
            <a:off x="14069695" y="12538710"/>
            <a:ext cx="34381440" cy="334010"/>
            <a:chOff x="14621098" y="12518444"/>
            <a:chExt cx="32312119" cy="360000"/>
          </a:xfrm>
        </p:grpSpPr>
        <p:sp>
          <p:nvSpPr>
            <p:cNvPr id="16" name="任意多边形: 形状 15"/>
            <p:cNvSpPr/>
            <p:nvPr/>
          </p:nvSpPr>
          <p:spPr>
            <a:xfrm>
              <a:off x="30777159" y="12518444"/>
              <a:ext cx="0" cy="360000"/>
            </a:xfrm>
            <a:custGeom>
              <a:avLst/>
              <a:gdLst>
                <a:gd name="csX0" fmla="*/ 386 w 32411"/>
                <a:gd name="csY0" fmla="*/ 310 h 110506"/>
                <a:gd name="csX1" fmla="*/ 38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386" y="310"/>
                  </a:moveTo>
                  <a:lnTo>
                    <a:pt x="38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7" name="任意多边形: 形状 16"/>
            <p:cNvSpPr/>
            <p:nvPr/>
          </p:nvSpPr>
          <p:spPr>
            <a:xfrm>
              <a:off x="38855188" y="12518444"/>
              <a:ext cx="0" cy="360000"/>
            </a:xfrm>
            <a:custGeom>
              <a:avLst/>
              <a:gdLst>
                <a:gd name="csX0" fmla="*/ 496 w 32411"/>
                <a:gd name="csY0" fmla="*/ 310 h 110506"/>
                <a:gd name="csX1" fmla="*/ 49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496" y="310"/>
                  </a:moveTo>
                  <a:lnTo>
                    <a:pt x="49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8" name="任意多边形: 形状 17"/>
            <p:cNvSpPr/>
            <p:nvPr/>
          </p:nvSpPr>
          <p:spPr>
            <a:xfrm>
              <a:off x="46933217" y="12518444"/>
              <a:ext cx="0" cy="360000"/>
            </a:xfrm>
            <a:custGeom>
              <a:avLst/>
              <a:gdLst>
                <a:gd name="csX0" fmla="*/ 606 w 32411"/>
                <a:gd name="csY0" fmla="*/ 310 h 110506"/>
                <a:gd name="csX1" fmla="*/ 60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606" y="310"/>
                  </a:moveTo>
                  <a:lnTo>
                    <a:pt x="60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9" name="任意多边形: 形状 18"/>
            <p:cNvSpPr/>
            <p:nvPr/>
          </p:nvSpPr>
          <p:spPr>
            <a:xfrm>
              <a:off x="14621098" y="12518444"/>
              <a:ext cx="0" cy="360000"/>
            </a:xfrm>
            <a:custGeom>
              <a:avLst/>
              <a:gdLst>
                <a:gd name="csX0" fmla="*/ 166 w 32411"/>
                <a:gd name="csY0" fmla="*/ 310 h 110506"/>
                <a:gd name="csX1" fmla="*/ 16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166" y="310"/>
                  </a:moveTo>
                  <a:lnTo>
                    <a:pt x="16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0" name="任意多边形: 形状 19"/>
            <p:cNvSpPr/>
            <p:nvPr/>
          </p:nvSpPr>
          <p:spPr>
            <a:xfrm>
              <a:off x="22699127" y="12518444"/>
              <a:ext cx="0" cy="360000"/>
            </a:xfrm>
            <a:custGeom>
              <a:avLst/>
              <a:gdLst>
                <a:gd name="csX0" fmla="*/ 276 w 32411"/>
                <a:gd name="csY0" fmla="*/ 310 h 110506"/>
                <a:gd name="csX1" fmla="*/ 276 w 32411"/>
                <a:gd name="csY1" fmla="*/ 110817 h 1105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2411" h="110506">
                  <a:moveTo>
                    <a:pt x="276" y="310"/>
                  </a:moveTo>
                  <a:lnTo>
                    <a:pt x="276" y="110817"/>
                  </a:lnTo>
                </a:path>
              </a:pathLst>
            </a:custGeom>
            <a:solidFill>
              <a:srgbClr val="000000"/>
            </a:solidFill>
            <a:ln w="101600" cap="flat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4" name="任意多边形: 形状 3"/>
          <p:cNvSpPr/>
          <p:nvPr/>
        </p:nvSpPr>
        <p:spPr>
          <a:xfrm>
            <a:off x="5582285" y="12538710"/>
            <a:ext cx="43703999" cy="0"/>
          </a:xfrm>
          <a:custGeom>
            <a:avLst/>
            <a:gdLst>
              <a:gd name="csX0" fmla="*/ 0 w 18598266"/>
              <a:gd name="csY0" fmla="*/ 0 h 31573"/>
              <a:gd name="csX1" fmla="*/ 18598266 w 18598266"/>
              <a:gd name="csY1" fmla="*/ 0 h 3157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98266" h="31573">
                <a:moveTo>
                  <a:pt x="0" y="0"/>
                </a:moveTo>
                <a:lnTo>
                  <a:pt x="18598266" y="0"/>
                </a:lnTo>
              </a:path>
            </a:pathLst>
          </a:custGeom>
          <a:noFill/>
          <a:ln w="101600" cap="sq">
            <a:solidFill>
              <a:srgbClr val="000000"/>
            </a:solidFill>
            <a:prstDash val="solid"/>
            <a:miter/>
          </a:ln>
        </p:spPr>
      </p:sp>
      <p:sp>
        <p:nvSpPr>
          <p:cNvPr id="130" name="文本框 129"/>
          <p:cNvSpPr txBox="1"/>
          <p:nvPr/>
        </p:nvSpPr>
        <p:spPr>
          <a:xfrm>
            <a:off x="2481580" y="4741545"/>
            <a:ext cx="272796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4000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2481580" y="6506210"/>
            <a:ext cx="272796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3000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2481580" y="8270875"/>
            <a:ext cx="272796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2000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2481580" y="10034905"/>
            <a:ext cx="272796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1000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2197735" y="11799570"/>
            <a:ext cx="272796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8" name="矩形 137"/>
          <p:cNvSpPr/>
          <p:nvPr/>
        </p:nvSpPr>
        <p:spPr>
          <a:xfrm rot="16200000">
            <a:off x="690245" y="8061960"/>
            <a:ext cx="3262630" cy="1280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Count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13421360" y="12661265"/>
            <a:ext cx="163195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20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21935440" y="12661265"/>
            <a:ext cx="163195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40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30448885" y="12661265"/>
            <a:ext cx="163195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60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38962330" y="12661265"/>
            <a:ext cx="1631950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80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47050960" y="12696825"/>
            <a:ext cx="2813685" cy="1341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latin typeface="Calibri" panose="020F0502020204030204" pitchFamily="34" charset="0"/>
                <a:cs typeface="Calibri" panose="020F0502020204030204" pitchFamily="34" charset="0"/>
              </a:rPr>
              <a:t>100</a:t>
            </a:r>
            <a:endParaRPr lang="en-US" altLang="zh-CN" sz="8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8" name="直接连接符 147"/>
          <p:cNvCxnSpPr/>
          <p:nvPr/>
        </p:nvCxnSpPr>
        <p:spPr>
          <a:xfrm>
            <a:off x="38614350" y="4766310"/>
            <a:ext cx="1800225" cy="0"/>
          </a:xfrm>
          <a:prstGeom prst="line">
            <a:avLst/>
          </a:prstGeom>
          <a:ln w="1016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/>
          <p:cNvCxnSpPr/>
          <p:nvPr/>
        </p:nvCxnSpPr>
        <p:spPr>
          <a:xfrm>
            <a:off x="38614350" y="6720205"/>
            <a:ext cx="1800225" cy="0"/>
          </a:xfrm>
          <a:prstGeom prst="line">
            <a:avLst/>
          </a:prstGeom>
          <a:ln w="101600">
            <a:solidFill>
              <a:schemeClr val="accent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/>
          <p:cNvSpPr/>
          <p:nvPr/>
        </p:nvSpPr>
        <p:spPr>
          <a:xfrm>
            <a:off x="41288335" y="4354830"/>
            <a:ext cx="855345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The median value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1288335" y="6162040"/>
            <a:ext cx="855345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The mean value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15972155" y="4130040"/>
            <a:ext cx="0" cy="8408670"/>
          </a:xfrm>
          <a:custGeom>
            <a:avLst/>
            <a:gdLst>
              <a:gd name="csX0" fmla="*/ 0 w 32411"/>
              <a:gd name="csY0" fmla="*/ 9064061 h 9064060"/>
              <a:gd name="csX1" fmla="*/ 0 w 32411"/>
              <a:gd name="csY1" fmla="*/ 0 h 9064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11" h="9064060">
                <a:moveTo>
                  <a:pt x="0" y="9064061"/>
                </a:moveTo>
                <a:lnTo>
                  <a:pt x="0" y="0"/>
                </a:lnTo>
              </a:path>
            </a:pathLst>
          </a:custGeom>
          <a:noFill/>
          <a:ln w="101600" cap="flat">
            <a:solidFill>
              <a:srgbClr val="F44336"/>
            </a:solidFill>
            <a:prstDash val="sysDash"/>
            <a:round/>
          </a:ln>
        </p:spPr>
      </p:sp>
      <p:sp>
        <p:nvSpPr>
          <p:cNvPr id="22" name="任意多边形: 形状 21"/>
          <p:cNvSpPr/>
          <p:nvPr/>
        </p:nvSpPr>
        <p:spPr>
          <a:xfrm>
            <a:off x="15788640" y="4130040"/>
            <a:ext cx="0" cy="8408670"/>
          </a:xfrm>
          <a:custGeom>
            <a:avLst/>
            <a:gdLst>
              <a:gd name="csX0" fmla="*/ 0 w 32411"/>
              <a:gd name="csY0" fmla="*/ 9064061 h 9064060"/>
              <a:gd name="csX1" fmla="*/ 0 w 32411"/>
              <a:gd name="csY1" fmla="*/ 0 h 9064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32411" h="9064060">
                <a:moveTo>
                  <a:pt x="0" y="9064061"/>
                </a:moveTo>
                <a:lnTo>
                  <a:pt x="0" y="0"/>
                </a:lnTo>
              </a:path>
            </a:pathLst>
          </a:custGeom>
          <a:noFill/>
          <a:ln w="101600" cap="sq">
            <a:solidFill>
              <a:srgbClr val="4CAF50"/>
            </a:solidFill>
            <a:prstDash val="solid"/>
            <a:round/>
          </a:ln>
        </p:spPr>
      </p:sp>
      <p:sp>
        <p:nvSpPr>
          <p:cNvPr id="787" name="文本框 786"/>
          <p:cNvSpPr txBox="1"/>
          <p:nvPr/>
        </p:nvSpPr>
        <p:spPr>
          <a:xfrm>
            <a:off x="13997940" y="4225925"/>
            <a:ext cx="207518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24</a:t>
            </a:r>
            <a:endParaRPr lang="en-US" altLang="zh-CN" sz="8800" dirty="0">
              <a:solidFill>
                <a:srgbClr val="4CAF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8" name="文本框 787"/>
          <p:cNvSpPr txBox="1"/>
          <p:nvPr/>
        </p:nvSpPr>
        <p:spPr>
          <a:xfrm>
            <a:off x="15895320" y="4225925"/>
            <a:ext cx="2995930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8800" dirty="0">
                <a:solidFill>
                  <a:srgbClr val="F443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24.4</a:t>
            </a:r>
            <a:endParaRPr lang="en-US" altLang="zh-CN" sz="8800" dirty="0">
              <a:solidFill>
                <a:srgbClr val="F443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6" name="文本框 795"/>
          <p:cNvSpPr txBox="1"/>
          <p:nvPr/>
        </p:nvSpPr>
        <p:spPr>
          <a:xfrm>
            <a:off x="13719954" y="16171544"/>
            <a:ext cx="2996208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</a:rPr>
              <a:t> </a:t>
            </a:r>
            <a:r>
              <a:rPr lang="en-US" altLang="zh-CN" sz="8800" dirty="0">
                <a:solidFill>
                  <a:srgbClr val="F44336"/>
                </a:solidFill>
              </a:rPr>
              <a:t>49</a:t>
            </a:r>
            <a:endParaRPr lang="en-US" altLang="zh-CN" sz="8800" dirty="0">
              <a:solidFill>
                <a:srgbClr val="F44336"/>
              </a:solidFill>
            </a:endParaRPr>
          </a:p>
        </p:txBody>
      </p:sp>
      <p:sp>
        <p:nvSpPr>
          <p:cNvPr id="803" name="文本框 802"/>
          <p:cNvSpPr txBox="1"/>
          <p:nvPr/>
        </p:nvSpPr>
        <p:spPr>
          <a:xfrm>
            <a:off x="36051861" y="16171544"/>
            <a:ext cx="2996208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4CAF50"/>
                </a:solidFill>
              </a:rPr>
              <a:t> </a:t>
            </a:r>
            <a:r>
              <a:rPr lang="en-US" altLang="zh-CN" sz="8800" dirty="0">
                <a:solidFill>
                  <a:srgbClr val="F44336"/>
                </a:solidFill>
              </a:rPr>
              <a:t>4601</a:t>
            </a:r>
            <a:endParaRPr lang="en-US" altLang="zh-CN" sz="8800" dirty="0">
              <a:solidFill>
                <a:srgbClr val="F44336"/>
              </a:solidFill>
            </a:endParaRPr>
          </a:p>
        </p:txBody>
      </p:sp>
      <p:sp>
        <p:nvSpPr>
          <p:cNvPr id="804" name="文本框 803"/>
          <p:cNvSpPr txBox="1"/>
          <p:nvPr/>
        </p:nvSpPr>
        <p:spPr>
          <a:xfrm>
            <a:off x="7583962" y="32093167"/>
            <a:ext cx="3258209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F443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0.59 Å </a:t>
            </a:r>
            <a:endParaRPr lang="en-US" altLang="zh-CN" sz="8800" dirty="0">
              <a:solidFill>
                <a:srgbClr val="F443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5" name="文本框 804"/>
          <p:cNvSpPr txBox="1"/>
          <p:nvPr/>
        </p:nvSpPr>
        <p:spPr>
          <a:xfrm>
            <a:off x="25523495" y="31971035"/>
            <a:ext cx="3258209" cy="1174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80000"/>
              </a:lnSpc>
            </a:pPr>
            <a:r>
              <a:rPr lang="en-US" altLang="zh-CN" sz="8800" dirty="0">
                <a:solidFill>
                  <a:srgbClr val="F4433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26.1° </a:t>
            </a:r>
            <a:endParaRPr lang="en-US" altLang="zh-CN" sz="8800" dirty="0">
              <a:solidFill>
                <a:srgbClr val="F4433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6" name="文本框 805"/>
          <p:cNvSpPr txBox="1"/>
          <p:nvPr/>
        </p:nvSpPr>
        <p:spPr>
          <a:xfrm>
            <a:off x="13078077" y="45781573"/>
            <a:ext cx="2463218" cy="1446550"/>
          </a:xfrm>
          <a:prstGeom prst="rect">
            <a:avLst/>
          </a:prstGeom>
          <a:solidFill>
            <a:srgbClr val="FFFFFF">
              <a:alpha val="2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4CAF50"/>
                </a:solidFill>
              </a:rPr>
              <a:t>0.48 </a:t>
            </a:r>
            <a:endParaRPr lang="en-US" altLang="zh-CN" sz="8800" dirty="0">
              <a:solidFill>
                <a:srgbClr val="4CAF50"/>
              </a:solidFill>
            </a:endParaRPr>
          </a:p>
        </p:txBody>
      </p:sp>
      <p:sp>
        <p:nvSpPr>
          <p:cNvPr id="807" name="文本框 806"/>
          <p:cNvSpPr txBox="1"/>
          <p:nvPr/>
        </p:nvSpPr>
        <p:spPr>
          <a:xfrm>
            <a:off x="15754350" y="45781573"/>
            <a:ext cx="2388235" cy="1445260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altLang="zh-CN" sz="8800" dirty="0">
                <a:solidFill>
                  <a:srgbClr val="F44336"/>
                </a:solidFill>
              </a:rPr>
              <a:t>0.52</a:t>
            </a:r>
            <a:endParaRPr lang="en-US" altLang="zh-CN" sz="8800" dirty="0">
              <a:solidFill>
                <a:srgbClr val="F44336"/>
              </a:solidFill>
            </a:endParaRPr>
          </a:p>
        </p:txBody>
      </p:sp>
      <p:sp>
        <p:nvSpPr>
          <p:cNvPr id="808" name="矩形 807"/>
          <p:cNvSpPr/>
          <p:nvPr/>
        </p:nvSpPr>
        <p:spPr>
          <a:xfrm>
            <a:off x="4301013" y="42826862"/>
            <a:ext cx="1265259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/>
              <a:t>CA </a:t>
            </a: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RMSD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9" name="矩形 808"/>
          <p:cNvSpPr/>
          <p:nvPr/>
        </p:nvSpPr>
        <p:spPr>
          <a:xfrm>
            <a:off x="21242769" y="42873813"/>
            <a:ext cx="1265259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Mean chi per sample 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0" name="矩形 809"/>
          <p:cNvSpPr/>
          <p:nvPr/>
        </p:nvSpPr>
        <p:spPr>
          <a:xfrm>
            <a:off x="36676914" y="42873813"/>
            <a:ext cx="12652590" cy="11741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i="1" dirty="0">
                <a:latin typeface="Calibri" panose="020F0502020204030204" pitchFamily="34" charset="0"/>
                <a:cs typeface="Calibri" panose="020F0502020204030204" pitchFamily="34" charset="0"/>
              </a:rPr>
              <a:t>Degree</a:t>
            </a:r>
            <a:endParaRPr lang="zh-CN" altLang="en-US" sz="88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1" name="矩形 810"/>
          <p:cNvSpPr/>
          <p:nvPr/>
        </p:nvSpPr>
        <p:spPr>
          <a:xfrm>
            <a:off x="8690820" y="57187254"/>
            <a:ext cx="12652590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dirty="0"/>
              <a:t>QED</a:t>
            </a:r>
            <a:endParaRPr lang="zh-CN" altLang="en-US" sz="8800" dirty="0"/>
          </a:p>
        </p:txBody>
      </p:sp>
      <p:sp>
        <p:nvSpPr>
          <p:cNvPr id="812" name="矩形 811"/>
          <p:cNvSpPr/>
          <p:nvPr/>
        </p:nvSpPr>
        <p:spPr>
          <a:xfrm>
            <a:off x="32778478" y="57174124"/>
            <a:ext cx="12652590" cy="120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altLang="zh-CN" sz="8800" dirty="0"/>
              <a:t>QED</a:t>
            </a:r>
            <a:endParaRPr lang="zh-CN" altLang="en-US" sz="8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BDBDA"/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tlCol="0" anchor="ctr"/>
      <a:lstStyle>
        <a:defPPr algn="ctr">
          <a:defRPr sz="88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pc="http://schemas.microsoft.com/office/infopath/2007/PartnerControl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ma:contentTypeName="文档" ma:contentTypeVersion="14" ct:_="" ma:contentTypeScope="" ma:_="" ma:versionID="813ff339d406dfde3668e7a2a91b4adc" ma:contentTypeID="0x01010060F966A5AFCC8C46ABC64F66D7954D2C" ma:contentTypeDescription="新建文档。">
  <xsd:schema xmlns:p="http://schemas.microsoft.com/office/2006/metadata/properties" xmlns:xs="http://www.w3.org/2001/XMLSchema" xmlns:ns3="4e4158f4-36a4-4199-a202-3db40202b331" xmlns:xsd="http://www.w3.org/2001/XMLSchema" ma:fieldsID="81360fd4693f3a9e00b954307a711030" targetNamespace="http://schemas.microsoft.com/office/2006/metadata/properties" ma:root="true" ns3:_="">
    <xsd:import namespace="4e4158f4-36a4-4199-a202-3db40202b3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pc="http://schemas.microsoft.com/office/infopath/2007/PartnerControls" xmlns:dms="http://schemas.microsoft.com/office/2006/documentManagement/types" xmlns:xs="http://www.w3.org/2001/XMLSchema" xmlns:xsd="http://www.w3.org/2001/XMLSchema" elementFormDefault="qualified" targetNamespace="4e4158f4-36a4-4199-a202-3db40202b331">
    <xsd:import namespace="http://schemas.microsoft.com/office/2006/documentManagement/types"/>
    <xsd:import namespace="http://schemas.microsoft.com/office/infopath/2007/PartnerControls"/>
    <xsd:element name="MediaServiceMetadata" ma:index="8" ma:hidden="true" ma:internalName="MediaServiceMetadata" nillable="true" ma:displayName="MediaServiceMetadata" ma:readOnly="true">
      <xsd:simpleType>
        <xsd:restriction base="dms:Note"/>
      </xsd:simpleType>
    </xsd:element>
    <xsd:element name="MediaServiceFastMetadata" ma:index="9" ma:hidden="true" ma:internalName="MediaServiceFastMetadata" nillable="true" ma:displayName="MediaServiceFastMetadata" ma:readOnly="true">
      <xsd:simpleType>
        <xsd:restriction base="dms:Note"/>
      </xsd:simpleType>
    </xsd:element>
    <xsd:element name="MediaServiceAutoTags" ma:index="10" ma:internalName="MediaServiceAutoTags" nillable="true" ma:displayName="Tags" ma:readOnly="true">
      <xsd:simpleType>
        <xsd:restriction base="dms:Text"/>
      </xsd:simpleType>
    </xsd:element>
    <xsd:element name="MediaServiceOCR" ma:index="11" ma:internalName="MediaServiceOCR" nillable="true" ma:displayName="Extracted Text" ma:readOnly="true">
      <xsd:simpleType>
        <xsd:restriction base="dms:Note">
          <xsd:maxLength value="255"/>
        </xsd:restriction>
      </xsd:simpleType>
    </xsd:element>
    <xsd:element name="MediaServiceGenerationTime" ma:index="12" ma:hidden="true" ma:internalName="MediaServiceGenerationTime" nillable="true" ma:displayName="MediaServiceGenerationTime" ma:readOnly="true">
      <xsd:simpleType>
        <xsd:restriction base="dms:Text"/>
      </xsd:simpleType>
    </xsd:element>
    <xsd:element name="MediaServiceEventHashCode" ma:index="13" ma:hidden="true" ma:internalName="MediaServiceEventHashCode" nillable="true" ma:displayName="MediaServiceEventHashCode" ma:readOnly="true">
      <xsd:simpleType>
        <xsd:restriction base="dms:Text"/>
      </xsd:simpleType>
    </xsd:element>
    <xsd:element name="MediaServiceAutoKeyPoints" ma:index="14" ma:hidden="true" ma:internalName="MediaServiceAutoKeyPoints" nillable="true" ma:displayName="MediaServiceAutoKeyPoints" ma:readOnly="true">
      <xsd:simpleType>
        <xsd:restriction base="dms:Note"/>
      </xsd:simpleType>
    </xsd:element>
    <xsd:element name="MediaServiceKeyPoints" ma:index="15" ma:internalName="MediaServiceKeyPoints" nillable="true" ma:displayName="KeyPoints" ma:readOnly="true">
      <xsd:simpleType>
        <xsd:restriction base="dms:Note">
          <xsd:maxLength value="255"/>
        </xsd:restriction>
      </xsd:simpleType>
    </xsd:element>
    <xsd:element name="MediaServiceDateTaken" ma:index="16" ma:hidden="true" ma:internalName="MediaServiceDateTaken" nillable="true" ma:displayName="MediaServiceDateTaken" ma:readOnly="true">
      <xsd:simpleType>
        <xsd:restriction base="dms:Text"/>
      </xsd:simpleType>
    </xsd:element>
    <xsd:element name="MediaServiceLocation" ma:index="17" ma:internalName="MediaServiceLocation" nillable="true" ma:displayName="Location" ma:readOnly="true">
      <xsd:simpleType>
        <xsd:restriction base="dms:Text"/>
      </xsd:simpleType>
    </xsd:element>
    <xsd:element name="MediaLengthInSeconds" ma:index="18" ma:hidden="true" ma:internalName="MediaLengthInSeconds" nillable="true" ma:displayName="MediaLengthInSeconds" ma:readOnly="true">
      <xsd:simpleType>
        <xsd:restriction base="dms:Unknown"/>
      </xsd:simpleType>
    </xsd:element>
    <xsd:element name="MediaServiceObjectDetectorVersions" ma:index="19" ma:hidden="true" ma:indexed="true" ma:internalName="MediaServiceObjectDetectorVersions" nillable="true" ma:displayName="MediaServiceObjectDetectorVersions" ma:readOnly="true">
      <xsd:simpleType>
        <xsd:restriction base="dms:Text"/>
      </xsd:simpleType>
    </xsd:element>
    <xsd:element name="MediaServiceSystemTags" ma:index="20" ma:hidden="true" ma:internalName="MediaServiceSystemTags" nillable="true" ma:displayName="MediaServiceSystemTags" ma:readOnly="true">
      <xsd:simpleType>
        <xsd:restriction base="dms:Note"/>
      </xsd:simpleType>
    </xsd:element>
    <xsd:element name="MediaServiceSearchProperties" ma:index="21" ma:hidden="true" ma:internalName="MediaServiceSearchProperties" nillable="true" ma:displayName="MediaServiceSearchProperties" ma:readOnly="true">
      <xsd:simpleType>
        <xsd:restriction base="dms:Note"/>
      </xsd:simpleType>
    </xsd:element>
  </xsd:schema>
  <xsd:schema xmlns:dcterms="http://purl.org/dc/terms/" xmlns:xsi="http://www.w3.org/2001/XMLSchema-instance" xmlns:dc="http://purl.org/dc/elements/1.1/" xmlns="http://schemas.openxmlformats.org/package/2006/metadata/core-properties" xmlns:odoc="http://schemas.microsoft.com/internal/obd" xmlns:xsd="http://www.w3.org/2001/XMLSchema" elementFormDefault="qualified" targetNamespace="http://schemas.openxmlformats.org/package/2006/metadata/core-properties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minOccurs="0" name="contentType" ma:index="0" type="xsd:string" ma:displayName="内容类型" maxOccurs="1"/>
        <xsd:element ref="dc:title" minOccurs="0" ma:index="4" ma:displayName="标题" maxOccurs="1"/>
        <xsd:element ref="dc:subject" minOccurs="0" maxOccurs="1"/>
        <xsd:element ref="dc:description" minOccurs="0" maxOccurs="1"/>
        <xsd:element minOccurs="0" name="keywords" type="xsd:string" maxOccurs="1"/>
        <xsd:element ref="dc:language" minOccurs="0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
                        This value indicates the number of saves or revisions. The application is responsible for updating this value after each revision.
                    </xsd:documentation>
          </xsd:annotation>
        </xsd:element>
        <xsd:element minOccurs="0" name="lastModifiedBy" type="xsd:string" maxOccurs="1"/>
        <xsd:element ref="dcterms:modified" minOccurs="0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targetNamespace="http://schemas.microsoft.com/office/infopath/2007/PartnerControls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FB9C5C-EF1F-4AFF-BEE4-B5020E9ECF8A}">
  <ds:schemaRefs/>
</ds:datastoreItem>
</file>

<file path=customXml/itemProps2.xml><?xml version="1.0" encoding="utf-8"?>
<ds:datastoreItem xmlns:ds="http://schemas.openxmlformats.org/officeDocument/2006/customXml" ds:itemID="{B604FDE4-0F1D-48CF-8718-F2A185E270CD}">
  <ds:schemaRefs/>
</ds:datastoreItem>
</file>

<file path=customXml/itemProps3.xml><?xml version="1.0" encoding="utf-8"?>
<ds:datastoreItem xmlns:ds="http://schemas.openxmlformats.org/officeDocument/2006/customXml" ds:itemID="{F0A66B84-CF4E-4D3B-812F-000377695FA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1706</Words>
  <Application>WPS 演示</Application>
  <PresentationFormat>自定义</PresentationFormat>
  <Paragraphs>656</Paragraphs>
  <Slides>3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Cambria</vt:lpstr>
      <vt:lpstr>宋体</vt:lpstr>
      <vt:lpstr>Arial Unicode MS</vt:lpstr>
      <vt:lpstr>等线 Light</vt:lpstr>
      <vt:lpstr>汉仪中等线KW</vt:lpstr>
      <vt:lpstr>Calibri Light</vt:lpstr>
      <vt:lpstr>等线</vt:lpstr>
      <vt:lpstr>汉仪书宋二KW</vt:lpstr>
      <vt:lpstr>苹方-简</vt:lpstr>
      <vt:lpstr>微软雅黑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玲燕 郑</dc:creator>
  <cp:lastModifiedBy>潘子祺</cp:lastModifiedBy>
  <cp:revision>2288</cp:revision>
  <dcterms:created xsi:type="dcterms:W3CDTF">2026-07-18T09:37:39Z</dcterms:created>
  <dcterms:modified xsi:type="dcterms:W3CDTF">2026-07-18T09:37:39Z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0x01010060F966A5AFCC8C46ABC64F66D7954D2C</vt:lpwstr>
  </property>
  <property fmtid="{D5CDD505-2E9C-101B-9397-08002B2CF9AE}" pid="3" name="ICV">
    <vt:lpwstr>20137CD907C54BA8A9E7D8F390DA4436_13</vt:lpwstr>
  </property>
  <property fmtid="{D5CDD505-2E9C-101B-9397-08002B2CF9AE}" pid="4" name="KSOProductBuildVer">
    <vt:lpwstr>2052-12.1.26026.26026</vt:lpwstr>
  </property>
</Properties>
</file>